
<file path=[Content_Types].xml><?xml version="1.0" encoding="utf-8"?>
<Types xmlns="http://schemas.openxmlformats.org/package/2006/content-types">
  <Default Extension="bin" ContentType="application/vnd.openxmlformats-officedocument.oleObject"/>
  <Default Extension="jpeg" ContentType="image/jpeg"/>
  <Default Extension="org&amp;utm_campaign=imageinfo&amp;utm_content=thumbnail" ContentType="image/pn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5"/>
  </p:notesMasterIdLst>
  <p:sldIdLst>
    <p:sldId id="256" r:id="rId2"/>
    <p:sldId id="363" r:id="rId3"/>
    <p:sldId id="329" r:id="rId4"/>
    <p:sldId id="392" r:id="rId5"/>
    <p:sldId id="356" r:id="rId6"/>
    <p:sldId id="374" r:id="rId7"/>
    <p:sldId id="364" r:id="rId8"/>
    <p:sldId id="375" r:id="rId9"/>
    <p:sldId id="368" r:id="rId10"/>
    <p:sldId id="378" r:id="rId11"/>
    <p:sldId id="387" r:id="rId12"/>
    <p:sldId id="379" r:id="rId13"/>
    <p:sldId id="380" r:id="rId14"/>
    <p:sldId id="331" r:id="rId15"/>
    <p:sldId id="366" r:id="rId16"/>
    <p:sldId id="391" r:id="rId17"/>
    <p:sldId id="381" r:id="rId18"/>
    <p:sldId id="376" r:id="rId19"/>
    <p:sldId id="377" r:id="rId20"/>
    <p:sldId id="367" r:id="rId21"/>
    <p:sldId id="382" r:id="rId22"/>
    <p:sldId id="383" r:id="rId23"/>
    <p:sldId id="384" r:id="rId24"/>
    <p:sldId id="385" r:id="rId25"/>
    <p:sldId id="386" r:id="rId26"/>
    <p:sldId id="370" r:id="rId27"/>
    <p:sldId id="372" r:id="rId28"/>
    <p:sldId id="373" r:id="rId29"/>
    <p:sldId id="332" r:id="rId30"/>
    <p:sldId id="353" r:id="rId31"/>
    <p:sldId id="393" r:id="rId32"/>
    <p:sldId id="305" r:id="rId33"/>
    <p:sldId id="300" r:id="rId34"/>
    <p:sldId id="306" r:id="rId35"/>
    <p:sldId id="298" r:id="rId36"/>
    <p:sldId id="351" r:id="rId37"/>
    <p:sldId id="302" r:id="rId38"/>
    <p:sldId id="394" r:id="rId39"/>
    <p:sldId id="303" r:id="rId40"/>
    <p:sldId id="301" r:id="rId41"/>
    <p:sldId id="304" r:id="rId42"/>
    <p:sldId id="307" r:id="rId43"/>
    <p:sldId id="257" r:id="rId44"/>
    <p:sldId id="297" r:id="rId45"/>
    <p:sldId id="358" r:id="rId46"/>
    <p:sldId id="359" r:id="rId47"/>
    <p:sldId id="360" r:id="rId48"/>
    <p:sldId id="361" r:id="rId49"/>
    <p:sldId id="362" r:id="rId50"/>
    <p:sldId id="390" r:id="rId51"/>
    <p:sldId id="388" r:id="rId52"/>
    <p:sldId id="389" r:id="rId53"/>
    <p:sldId id="352"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483909C-2605-4A44-9D5D-25B0123E19D8}" v="3" dt="2026-08-26T21:33:41.3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6247" autoAdjust="0"/>
  </p:normalViewPr>
  <p:slideViewPr>
    <p:cSldViewPr snapToGrid="0">
      <p:cViewPr varScale="1">
        <p:scale>
          <a:sx n="50" d="100"/>
          <a:sy n="50" d="100"/>
        </p:scale>
        <p:origin x="60" y="8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61"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dd Lines" userId="afaf7c3a-e8aa-4568-882a-02ad8f9e19b0" providerId="ADAL" clId="{5FF5AC1B-ABA9-43D7-A1E3-2D92732CD6E2}"/>
    <pc:docChg chg="custSel addSld modSld">
      <pc:chgData name="Todd Lines" userId="afaf7c3a-e8aa-4568-882a-02ad8f9e19b0" providerId="ADAL" clId="{5FF5AC1B-ABA9-43D7-A1E3-2D92732CD6E2}" dt="2026-08-26T21:33:41.318" v="51"/>
      <pc:docMkLst>
        <pc:docMk/>
      </pc:docMkLst>
      <pc:sldChg chg="modSp mod">
        <pc:chgData name="Todd Lines" userId="afaf7c3a-e8aa-4568-882a-02ad8f9e19b0" providerId="ADAL" clId="{5FF5AC1B-ABA9-43D7-A1E3-2D92732CD6E2}" dt="2026-08-26T19:38:17.660" v="1" actId="20577"/>
        <pc:sldMkLst>
          <pc:docMk/>
          <pc:sldMk cId="386044066" sldId="256"/>
        </pc:sldMkLst>
        <pc:spChg chg="mod">
          <ac:chgData name="Todd Lines" userId="afaf7c3a-e8aa-4568-882a-02ad8f9e19b0" providerId="ADAL" clId="{5FF5AC1B-ABA9-43D7-A1E3-2D92732CD6E2}" dt="2026-08-26T19:38:17.660" v="1" actId="20577"/>
          <ac:spMkLst>
            <pc:docMk/>
            <pc:sldMk cId="386044066" sldId="256"/>
            <ac:spMk id="2" creationId="{A9922A5E-9D42-8C0D-6EA1-AD410F7D9313}"/>
          </ac:spMkLst>
        </pc:spChg>
      </pc:sldChg>
      <pc:sldChg chg="add">
        <pc:chgData name="Todd Lines" userId="afaf7c3a-e8aa-4568-882a-02ad8f9e19b0" providerId="ADAL" clId="{5FF5AC1B-ABA9-43D7-A1E3-2D92732CD6E2}" dt="2026-08-26T21:33:41.318" v="51"/>
        <pc:sldMkLst>
          <pc:docMk/>
          <pc:sldMk cId="3067245618" sldId="297"/>
        </pc:sldMkLst>
      </pc:sldChg>
      <pc:sldChg chg="add">
        <pc:chgData name="Todd Lines" userId="afaf7c3a-e8aa-4568-882a-02ad8f9e19b0" providerId="ADAL" clId="{5FF5AC1B-ABA9-43D7-A1E3-2D92732CD6E2}" dt="2026-08-26T21:29:09.085" v="48"/>
        <pc:sldMkLst>
          <pc:docMk/>
          <pc:sldMk cId="570198271" sldId="298"/>
        </pc:sldMkLst>
      </pc:sldChg>
      <pc:sldChg chg="add">
        <pc:chgData name="Todd Lines" userId="afaf7c3a-e8aa-4568-882a-02ad8f9e19b0" providerId="ADAL" clId="{5FF5AC1B-ABA9-43D7-A1E3-2D92732CD6E2}" dt="2026-08-26T21:29:09.085" v="48"/>
        <pc:sldMkLst>
          <pc:docMk/>
          <pc:sldMk cId="1893603730" sldId="300"/>
        </pc:sldMkLst>
      </pc:sldChg>
      <pc:sldChg chg="add">
        <pc:chgData name="Todd Lines" userId="afaf7c3a-e8aa-4568-882a-02ad8f9e19b0" providerId="ADAL" clId="{5FF5AC1B-ABA9-43D7-A1E3-2D92732CD6E2}" dt="2026-08-26T21:29:09.085" v="48"/>
        <pc:sldMkLst>
          <pc:docMk/>
          <pc:sldMk cId="4046887057" sldId="301"/>
        </pc:sldMkLst>
      </pc:sldChg>
      <pc:sldChg chg="add">
        <pc:chgData name="Todd Lines" userId="afaf7c3a-e8aa-4568-882a-02ad8f9e19b0" providerId="ADAL" clId="{5FF5AC1B-ABA9-43D7-A1E3-2D92732CD6E2}" dt="2026-08-26T21:29:09.085" v="48"/>
        <pc:sldMkLst>
          <pc:docMk/>
          <pc:sldMk cId="3759403102" sldId="302"/>
        </pc:sldMkLst>
      </pc:sldChg>
      <pc:sldChg chg="add">
        <pc:chgData name="Todd Lines" userId="afaf7c3a-e8aa-4568-882a-02ad8f9e19b0" providerId="ADAL" clId="{5FF5AC1B-ABA9-43D7-A1E3-2D92732CD6E2}" dt="2026-08-26T21:29:09.085" v="48"/>
        <pc:sldMkLst>
          <pc:docMk/>
          <pc:sldMk cId="3081948480" sldId="303"/>
        </pc:sldMkLst>
      </pc:sldChg>
      <pc:sldChg chg="add">
        <pc:chgData name="Todd Lines" userId="afaf7c3a-e8aa-4568-882a-02ad8f9e19b0" providerId="ADAL" clId="{5FF5AC1B-ABA9-43D7-A1E3-2D92732CD6E2}" dt="2026-08-26T21:29:09.085" v="48"/>
        <pc:sldMkLst>
          <pc:docMk/>
          <pc:sldMk cId="181218864" sldId="304"/>
        </pc:sldMkLst>
      </pc:sldChg>
      <pc:sldChg chg="add">
        <pc:chgData name="Todd Lines" userId="afaf7c3a-e8aa-4568-882a-02ad8f9e19b0" providerId="ADAL" clId="{5FF5AC1B-ABA9-43D7-A1E3-2D92732CD6E2}" dt="2026-08-26T21:29:09.085" v="48"/>
        <pc:sldMkLst>
          <pc:docMk/>
          <pc:sldMk cId="2001605216" sldId="305"/>
        </pc:sldMkLst>
      </pc:sldChg>
      <pc:sldChg chg="add">
        <pc:chgData name="Todd Lines" userId="afaf7c3a-e8aa-4568-882a-02ad8f9e19b0" providerId="ADAL" clId="{5FF5AC1B-ABA9-43D7-A1E3-2D92732CD6E2}" dt="2026-08-26T21:29:09.085" v="48"/>
        <pc:sldMkLst>
          <pc:docMk/>
          <pc:sldMk cId="3132322049" sldId="306"/>
        </pc:sldMkLst>
      </pc:sldChg>
      <pc:sldChg chg="modSp add mod">
        <pc:chgData name="Todd Lines" userId="afaf7c3a-e8aa-4568-882a-02ad8f9e19b0" providerId="ADAL" clId="{5FF5AC1B-ABA9-43D7-A1E3-2D92732CD6E2}" dt="2026-08-26T21:29:09.147" v="50" actId="27636"/>
        <pc:sldMkLst>
          <pc:docMk/>
          <pc:sldMk cId="3670746391" sldId="307"/>
        </pc:sldMkLst>
        <pc:spChg chg="mod">
          <ac:chgData name="Todd Lines" userId="afaf7c3a-e8aa-4568-882a-02ad8f9e19b0" providerId="ADAL" clId="{5FF5AC1B-ABA9-43D7-A1E3-2D92732CD6E2}" dt="2026-08-26T21:29:09.147" v="50" actId="27636"/>
          <ac:spMkLst>
            <pc:docMk/>
            <pc:sldMk cId="3670746391" sldId="307"/>
            <ac:spMk id="3" creationId="{7A0BB65C-2E1B-AC39-5332-DC8FA926815E}"/>
          </ac:spMkLst>
        </pc:spChg>
      </pc:sldChg>
      <pc:sldChg chg="add">
        <pc:chgData name="Todd Lines" userId="afaf7c3a-e8aa-4568-882a-02ad8f9e19b0" providerId="ADAL" clId="{5FF5AC1B-ABA9-43D7-A1E3-2D92732CD6E2}" dt="2026-08-26T21:29:09.085" v="48"/>
        <pc:sldMkLst>
          <pc:docMk/>
          <pc:sldMk cId="3083834933" sldId="351"/>
        </pc:sldMkLst>
      </pc:sldChg>
      <pc:sldChg chg="addSp delSp modSp mod">
        <pc:chgData name="Todd Lines" userId="afaf7c3a-e8aa-4568-882a-02ad8f9e19b0" providerId="ADAL" clId="{5FF5AC1B-ABA9-43D7-A1E3-2D92732CD6E2}" dt="2026-08-26T19:52:12.831" v="47" actId="478"/>
        <pc:sldMkLst>
          <pc:docMk/>
          <pc:sldMk cId="2331828381" sldId="372"/>
        </pc:sldMkLst>
        <pc:spChg chg="add mod">
          <ac:chgData name="Todd Lines" userId="afaf7c3a-e8aa-4568-882a-02ad8f9e19b0" providerId="ADAL" clId="{5FF5AC1B-ABA9-43D7-A1E3-2D92732CD6E2}" dt="2026-08-26T19:46:38.437" v="20" actId="14100"/>
          <ac:spMkLst>
            <pc:docMk/>
            <pc:sldMk cId="2331828381" sldId="372"/>
            <ac:spMk id="3" creationId="{E0C5908C-3404-B6F4-4165-9070732C0644}"/>
          </ac:spMkLst>
        </pc:spChg>
        <pc:spChg chg="add mod">
          <ac:chgData name="Todd Lines" userId="afaf7c3a-e8aa-4568-882a-02ad8f9e19b0" providerId="ADAL" clId="{5FF5AC1B-ABA9-43D7-A1E3-2D92732CD6E2}" dt="2026-08-26T19:49:10.529" v="36" actId="207"/>
          <ac:spMkLst>
            <pc:docMk/>
            <pc:sldMk cId="2331828381" sldId="372"/>
            <ac:spMk id="4" creationId="{94069C55-12A6-3920-7FBC-0BBE1E770E56}"/>
          </ac:spMkLst>
        </pc:spChg>
        <pc:spChg chg="add mod">
          <ac:chgData name="Todd Lines" userId="afaf7c3a-e8aa-4568-882a-02ad8f9e19b0" providerId="ADAL" clId="{5FF5AC1B-ABA9-43D7-A1E3-2D92732CD6E2}" dt="2026-08-26T19:51:28.508" v="44" actId="207"/>
          <ac:spMkLst>
            <pc:docMk/>
            <pc:sldMk cId="2331828381" sldId="372"/>
            <ac:spMk id="5" creationId="{8254017A-43D9-D290-AD04-E4C6FE00C8DB}"/>
          </ac:spMkLst>
        </pc:spChg>
        <pc:spChg chg="add mod">
          <ac:chgData name="Todd Lines" userId="afaf7c3a-e8aa-4568-882a-02ad8f9e19b0" providerId="ADAL" clId="{5FF5AC1B-ABA9-43D7-A1E3-2D92732CD6E2}" dt="2026-08-26T19:51:54.231" v="45" actId="207"/>
          <ac:spMkLst>
            <pc:docMk/>
            <pc:sldMk cId="2331828381" sldId="372"/>
            <ac:spMk id="6" creationId="{49ED085A-A228-6BA3-CCE4-FB334DCA37E0}"/>
          </ac:spMkLst>
        </pc:spChg>
        <pc:spChg chg="add mod">
          <ac:chgData name="Todd Lines" userId="afaf7c3a-e8aa-4568-882a-02ad8f9e19b0" providerId="ADAL" clId="{5FF5AC1B-ABA9-43D7-A1E3-2D92732CD6E2}" dt="2026-08-26T19:51:58.349" v="46" actId="207"/>
          <ac:spMkLst>
            <pc:docMk/>
            <pc:sldMk cId="2331828381" sldId="372"/>
            <ac:spMk id="7" creationId="{97079F85-C9B5-9D50-6851-93A68AA2E1E5}"/>
          </ac:spMkLst>
        </pc:spChg>
        <pc:spChg chg="del topLvl">
          <ac:chgData name="Todd Lines" userId="afaf7c3a-e8aa-4568-882a-02ad8f9e19b0" providerId="ADAL" clId="{5FF5AC1B-ABA9-43D7-A1E3-2D92732CD6E2}" dt="2026-08-26T19:46:54.923" v="24" actId="478"/>
          <ac:spMkLst>
            <pc:docMk/>
            <pc:sldMk cId="2331828381" sldId="372"/>
            <ac:spMk id="64520" creationId="{00000000-0000-0000-0000-000000000000}"/>
          </ac:spMkLst>
        </pc:spChg>
        <pc:grpChg chg="del mod">
          <ac:chgData name="Todd Lines" userId="afaf7c3a-e8aa-4568-882a-02ad8f9e19b0" providerId="ADAL" clId="{5FF5AC1B-ABA9-43D7-A1E3-2D92732CD6E2}" dt="2026-08-26T19:46:54.923" v="24" actId="478"/>
          <ac:grpSpMkLst>
            <pc:docMk/>
            <pc:sldMk cId="2331828381" sldId="372"/>
            <ac:grpSpMk id="64518" creationId="{00000000-0000-0000-0000-000000000000}"/>
          </ac:grpSpMkLst>
        </pc:grpChg>
        <pc:picChg chg="add mod ord">
          <ac:chgData name="Todd Lines" userId="afaf7c3a-e8aa-4568-882a-02ad8f9e19b0" providerId="ADAL" clId="{5FF5AC1B-ABA9-43D7-A1E3-2D92732CD6E2}" dt="2026-08-26T19:46:49.105" v="23" actId="1076"/>
          <ac:picMkLst>
            <pc:docMk/>
            <pc:sldMk cId="2331828381" sldId="372"/>
            <ac:picMk id="2" creationId="{0D723BDF-0DDF-51E7-5021-2419E882E166}"/>
          </ac:picMkLst>
        </pc:picChg>
        <pc:picChg chg="del topLvl">
          <ac:chgData name="Todd Lines" userId="afaf7c3a-e8aa-4568-882a-02ad8f9e19b0" providerId="ADAL" clId="{5FF5AC1B-ABA9-43D7-A1E3-2D92732CD6E2}" dt="2026-08-26T19:52:12.831" v="47" actId="478"/>
          <ac:picMkLst>
            <pc:docMk/>
            <pc:sldMk cId="2331828381" sldId="372"/>
            <ac:picMk id="64519" creationId="{00000000-0000-0000-0000-000000000000}"/>
          </ac:picMkLst>
        </pc:picChg>
      </pc:sldChg>
      <pc:sldChg chg="modSp add mod">
        <pc:chgData name="Todd Lines" userId="afaf7c3a-e8aa-4568-882a-02ad8f9e19b0" providerId="ADAL" clId="{5FF5AC1B-ABA9-43D7-A1E3-2D92732CD6E2}" dt="2026-08-26T21:29:09.132" v="49" actId="27636"/>
        <pc:sldMkLst>
          <pc:docMk/>
          <pc:sldMk cId="3567783856" sldId="394"/>
        </pc:sldMkLst>
        <pc:spChg chg="mod">
          <ac:chgData name="Todd Lines" userId="afaf7c3a-e8aa-4568-882a-02ad8f9e19b0" providerId="ADAL" clId="{5FF5AC1B-ABA9-43D7-A1E3-2D92732CD6E2}" dt="2026-08-26T21:29:09.132" v="49" actId="27636"/>
          <ac:spMkLst>
            <pc:docMk/>
            <pc:sldMk cId="3567783856" sldId="394"/>
            <ac:spMk id="3" creationId="{9E31413E-91BD-F697-A647-7337931A0F6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3A4181-685F-49B9-9219-BA0B4AF0B9D9}"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573C16-A66B-4B38-9DB5-A0BC200925A3}" type="slidenum">
              <a:rPr lang="en-US" smtClean="0"/>
              <a:t>‹#›</a:t>
            </a:fld>
            <a:endParaRPr lang="en-US"/>
          </a:p>
        </p:txBody>
      </p:sp>
    </p:spTree>
    <p:extLst>
      <p:ext uri="{BB962C8B-B14F-4D97-AF65-F5344CB8AC3E}">
        <p14:creationId xmlns:p14="http://schemas.microsoft.com/office/powerpoint/2010/main" val="18639892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89AE1-6793-DF8E-2BC8-F7A3569331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FD64B3-9730-88ED-CB72-EE74714AFC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5A351A-BB2A-F658-880F-917E84872F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67D6F6-25B7-095F-1B5D-4DBEDF3EE39A}"/>
              </a:ext>
            </a:extLst>
          </p:cNvPr>
          <p:cNvSpPr>
            <a:spLocks noGrp="1"/>
          </p:cNvSpPr>
          <p:nvPr>
            <p:ph type="sldNum" sz="quarter" idx="5"/>
          </p:nvPr>
        </p:nvSpPr>
        <p:spPr/>
        <p:txBody>
          <a:bodyPr/>
          <a:lstStyle/>
          <a:p>
            <a:fld id="{F1C13280-CF9E-41AA-A7CE-A23C7C4F17DC}" type="slidenum">
              <a:rPr lang="en-US" smtClean="0"/>
              <a:t>33</a:t>
            </a:fld>
            <a:endParaRPr lang="en-US"/>
          </a:p>
        </p:txBody>
      </p:sp>
    </p:spTree>
    <p:extLst>
      <p:ext uri="{BB962C8B-B14F-4D97-AF65-F5344CB8AC3E}">
        <p14:creationId xmlns:p14="http://schemas.microsoft.com/office/powerpoint/2010/main" val="17469675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1C13280-CF9E-41AA-A7CE-A23C7C4F17DC}" type="slidenum">
              <a:rPr lang="en-US" smtClean="0"/>
              <a:t>35</a:t>
            </a:fld>
            <a:endParaRPr lang="en-US"/>
          </a:p>
        </p:txBody>
      </p:sp>
    </p:spTree>
    <p:extLst>
      <p:ext uri="{BB962C8B-B14F-4D97-AF65-F5344CB8AC3E}">
        <p14:creationId xmlns:p14="http://schemas.microsoft.com/office/powerpoint/2010/main" val="28147021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BE129-CBCB-0602-863D-B0EC06B156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81E6EF-DE2F-0ACD-E928-115C920252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00C434-4524-485A-B8F2-844A219EC5E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9841034-AF67-31E9-A048-A89A8BE843B9}"/>
              </a:ext>
            </a:extLst>
          </p:cNvPr>
          <p:cNvSpPr>
            <a:spLocks noGrp="1"/>
          </p:cNvSpPr>
          <p:nvPr>
            <p:ph type="sldNum" sz="quarter" idx="5"/>
          </p:nvPr>
        </p:nvSpPr>
        <p:spPr/>
        <p:txBody>
          <a:bodyPr/>
          <a:lstStyle/>
          <a:p>
            <a:fld id="{F1C13280-CF9E-41AA-A7CE-A23C7C4F17DC}" type="slidenum">
              <a:rPr lang="en-US" smtClean="0"/>
              <a:t>40</a:t>
            </a:fld>
            <a:endParaRPr lang="en-US"/>
          </a:p>
        </p:txBody>
      </p:sp>
    </p:spTree>
    <p:extLst>
      <p:ext uri="{BB962C8B-B14F-4D97-AF65-F5344CB8AC3E}">
        <p14:creationId xmlns:p14="http://schemas.microsoft.com/office/powerpoint/2010/main" val="294642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03695-943E-0F48-62E9-C2B101B7A8E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0DABDDB-F75D-FE2D-3588-C8ACAAA408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90119F1-8B03-4DD0-16CD-A356BE083700}"/>
              </a:ext>
            </a:extLst>
          </p:cNvPr>
          <p:cNvSpPr>
            <a:spLocks noGrp="1"/>
          </p:cNvSpPr>
          <p:nvPr>
            <p:ph type="dt" sz="half" idx="10"/>
          </p:nvPr>
        </p:nvSpPr>
        <p:spPr/>
        <p:txBody>
          <a:bodyPr/>
          <a:lstStyle/>
          <a:p>
            <a:fld id="{56AE20C1-A996-4665-A007-19D6BE58F71B}" type="datetimeFigureOut">
              <a:rPr lang="en-US" smtClean="0"/>
              <a:t>8/26/2026</a:t>
            </a:fld>
            <a:endParaRPr lang="en-US"/>
          </a:p>
        </p:txBody>
      </p:sp>
      <p:sp>
        <p:nvSpPr>
          <p:cNvPr id="5" name="Footer Placeholder 4">
            <a:extLst>
              <a:ext uri="{FF2B5EF4-FFF2-40B4-BE49-F238E27FC236}">
                <a16:creationId xmlns:a16="http://schemas.microsoft.com/office/drawing/2014/main" id="{9452597C-E606-FA31-4AD2-3C77C03870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F46014-131D-E63C-0809-220DCC04D6F6}"/>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28579146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734203-EFF8-C48A-D2A3-BF63503F66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2BD225-072F-32C2-5724-F68126E437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105817-7C86-A961-A01D-B3E71C613BB3}"/>
              </a:ext>
            </a:extLst>
          </p:cNvPr>
          <p:cNvSpPr>
            <a:spLocks noGrp="1"/>
          </p:cNvSpPr>
          <p:nvPr>
            <p:ph type="dt" sz="half" idx="10"/>
          </p:nvPr>
        </p:nvSpPr>
        <p:spPr/>
        <p:txBody>
          <a:bodyPr/>
          <a:lstStyle/>
          <a:p>
            <a:fld id="{56AE20C1-A996-4665-A007-19D6BE58F71B}" type="datetimeFigureOut">
              <a:rPr lang="en-US" smtClean="0"/>
              <a:t>8/26/2026</a:t>
            </a:fld>
            <a:endParaRPr lang="en-US"/>
          </a:p>
        </p:txBody>
      </p:sp>
      <p:sp>
        <p:nvSpPr>
          <p:cNvPr id="5" name="Footer Placeholder 4">
            <a:extLst>
              <a:ext uri="{FF2B5EF4-FFF2-40B4-BE49-F238E27FC236}">
                <a16:creationId xmlns:a16="http://schemas.microsoft.com/office/drawing/2014/main" id="{A707B359-B533-E513-ADDE-5E906941BE1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496B8A-02F6-3A99-58EB-57DD4C939E35}"/>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6122039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680AE3-BD9D-ADA6-DBD5-9B7C608BD71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CBD7419-FA42-F6A9-644F-2E5F2533F1A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E0FC807-E98E-7343-E94F-4705A53D0716}"/>
              </a:ext>
            </a:extLst>
          </p:cNvPr>
          <p:cNvSpPr>
            <a:spLocks noGrp="1"/>
          </p:cNvSpPr>
          <p:nvPr>
            <p:ph type="dt" sz="half" idx="10"/>
          </p:nvPr>
        </p:nvSpPr>
        <p:spPr/>
        <p:txBody>
          <a:bodyPr/>
          <a:lstStyle/>
          <a:p>
            <a:fld id="{56AE20C1-A996-4665-A007-19D6BE58F71B}" type="datetimeFigureOut">
              <a:rPr lang="en-US" smtClean="0"/>
              <a:t>8/26/2026</a:t>
            </a:fld>
            <a:endParaRPr lang="en-US"/>
          </a:p>
        </p:txBody>
      </p:sp>
      <p:sp>
        <p:nvSpPr>
          <p:cNvPr id="5" name="Footer Placeholder 4">
            <a:extLst>
              <a:ext uri="{FF2B5EF4-FFF2-40B4-BE49-F238E27FC236}">
                <a16:creationId xmlns:a16="http://schemas.microsoft.com/office/drawing/2014/main" id="{35BE5014-1AC1-6AB6-06C4-D560AA354E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CCD64C-2407-985F-2ADA-B07556910ED6}"/>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16369961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53F20-2982-9E2C-6351-789AF1143FD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34285F3-1EA7-C376-B2A3-B1E7281663C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788D86B-92A1-81D0-F431-F177238E102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C6C4443-0A5F-329D-6957-8C4CBD1B8101}"/>
              </a:ext>
            </a:extLst>
          </p:cNvPr>
          <p:cNvSpPr>
            <a:spLocks noGrp="1"/>
          </p:cNvSpPr>
          <p:nvPr>
            <p:ph type="dt" sz="half" idx="10"/>
          </p:nvPr>
        </p:nvSpPr>
        <p:spPr/>
        <p:txBody>
          <a:bodyPr/>
          <a:lstStyle/>
          <a:p>
            <a:fld id="{56AE20C1-A996-4665-A007-19D6BE58F71B}" type="datetimeFigureOut">
              <a:rPr lang="en-US" smtClean="0"/>
              <a:t>8/26/2026</a:t>
            </a:fld>
            <a:endParaRPr lang="en-US"/>
          </a:p>
        </p:txBody>
      </p:sp>
      <p:sp>
        <p:nvSpPr>
          <p:cNvPr id="6" name="Footer Placeholder 5">
            <a:extLst>
              <a:ext uri="{FF2B5EF4-FFF2-40B4-BE49-F238E27FC236}">
                <a16:creationId xmlns:a16="http://schemas.microsoft.com/office/drawing/2014/main" id="{8978A564-CA17-A695-A903-C881FECD55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177151-263F-AC12-84E8-A57DA5DB2FC0}"/>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3775857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3C2EE-9DF3-FF76-FEA0-91D353BD489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3754E32-DB11-F84A-5BA9-07C28735E86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479EE10-120E-C2A2-E0B6-6E41BD9C9EE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35578FC-17C7-3551-8A42-93F73E8F366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1091E68-F26B-6918-540E-A483833257C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AC00205-1E11-F868-DDB1-00840410CD83}"/>
              </a:ext>
            </a:extLst>
          </p:cNvPr>
          <p:cNvSpPr>
            <a:spLocks noGrp="1"/>
          </p:cNvSpPr>
          <p:nvPr>
            <p:ph type="dt" sz="half" idx="10"/>
          </p:nvPr>
        </p:nvSpPr>
        <p:spPr/>
        <p:txBody>
          <a:bodyPr/>
          <a:lstStyle/>
          <a:p>
            <a:fld id="{56AE20C1-A996-4665-A007-19D6BE58F71B}" type="datetimeFigureOut">
              <a:rPr lang="en-US" smtClean="0"/>
              <a:t>8/26/2026</a:t>
            </a:fld>
            <a:endParaRPr lang="en-US"/>
          </a:p>
        </p:txBody>
      </p:sp>
      <p:sp>
        <p:nvSpPr>
          <p:cNvPr id="8" name="Footer Placeholder 7">
            <a:extLst>
              <a:ext uri="{FF2B5EF4-FFF2-40B4-BE49-F238E27FC236}">
                <a16:creationId xmlns:a16="http://schemas.microsoft.com/office/drawing/2014/main" id="{A9AF4A24-37F4-6760-43A1-33C1A039210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CAC3FF9-6F68-E638-B6B7-AFE79C20660F}"/>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68850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A664AD-9815-8A16-E354-EA731BE2395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DE10C45-47F2-78A1-3A2B-A222022C8F74}"/>
              </a:ext>
            </a:extLst>
          </p:cNvPr>
          <p:cNvSpPr>
            <a:spLocks noGrp="1"/>
          </p:cNvSpPr>
          <p:nvPr>
            <p:ph type="dt" sz="half" idx="10"/>
          </p:nvPr>
        </p:nvSpPr>
        <p:spPr/>
        <p:txBody>
          <a:bodyPr/>
          <a:lstStyle/>
          <a:p>
            <a:fld id="{56AE20C1-A996-4665-A007-19D6BE58F71B}" type="datetimeFigureOut">
              <a:rPr lang="en-US" smtClean="0"/>
              <a:t>8/26/2026</a:t>
            </a:fld>
            <a:endParaRPr lang="en-US"/>
          </a:p>
        </p:txBody>
      </p:sp>
      <p:sp>
        <p:nvSpPr>
          <p:cNvPr id="4" name="Footer Placeholder 3">
            <a:extLst>
              <a:ext uri="{FF2B5EF4-FFF2-40B4-BE49-F238E27FC236}">
                <a16:creationId xmlns:a16="http://schemas.microsoft.com/office/drawing/2014/main" id="{AED343D5-FBF2-9159-7233-0E4488BEDD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60E3CA9-DE98-FA45-AA5A-998171F12141}"/>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32548114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5A71C76-8893-06BC-E41A-CF57833EE9D0}"/>
              </a:ext>
            </a:extLst>
          </p:cNvPr>
          <p:cNvSpPr>
            <a:spLocks noGrp="1"/>
          </p:cNvSpPr>
          <p:nvPr>
            <p:ph type="dt" sz="half" idx="10"/>
          </p:nvPr>
        </p:nvSpPr>
        <p:spPr/>
        <p:txBody>
          <a:bodyPr/>
          <a:lstStyle/>
          <a:p>
            <a:fld id="{56AE20C1-A996-4665-A007-19D6BE58F71B}" type="datetimeFigureOut">
              <a:rPr lang="en-US" smtClean="0"/>
              <a:t>8/26/2026</a:t>
            </a:fld>
            <a:endParaRPr lang="en-US"/>
          </a:p>
        </p:txBody>
      </p:sp>
      <p:sp>
        <p:nvSpPr>
          <p:cNvPr id="3" name="Footer Placeholder 2">
            <a:extLst>
              <a:ext uri="{FF2B5EF4-FFF2-40B4-BE49-F238E27FC236}">
                <a16:creationId xmlns:a16="http://schemas.microsoft.com/office/drawing/2014/main" id="{A0564F14-33F7-0DBE-1AAE-437D3AD1E3C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AB125E4-80B0-14A7-B6E4-3A849383826F}"/>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23710359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41AD49-FBF2-041B-27CA-9C70B9DAEF9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7EDC0C1-2AAA-3764-A65F-CB70CAF2730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ECF452D-8E8F-8AFA-F253-519FD5B775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16FF85-21B2-2A93-945E-3701A4FE2C02}"/>
              </a:ext>
            </a:extLst>
          </p:cNvPr>
          <p:cNvSpPr>
            <a:spLocks noGrp="1"/>
          </p:cNvSpPr>
          <p:nvPr>
            <p:ph type="dt" sz="half" idx="10"/>
          </p:nvPr>
        </p:nvSpPr>
        <p:spPr/>
        <p:txBody>
          <a:bodyPr/>
          <a:lstStyle/>
          <a:p>
            <a:fld id="{56AE20C1-A996-4665-A007-19D6BE58F71B}" type="datetimeFigureOut">
              <a:rPr lang="en-US" smtClean="0"/>
              <a:t>8/26/2026</a:t>
            </a:fld>
            <a:endParaRPr lang="en-US"/>
          </a:p>
        </p:txBody>
      </p:sp>
      <p:sp>
        <p:nvSpPr>
          <p:cNvPr id="6" name="Footer Placeholder 5">
            <a:extLst>
              <a:ext uri="{FF2B5EF4-FFF2-40B4-BE49-F238E27FC236}">
                <a16:creationId xmlns:a16="http://schemas.microsoft.com/office/drawing/2014/main" id="{5460A80A-462A-C274-1C96-419E1806CF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840B04-8668-DECA-29E1-F2CC6E715F5A}"/>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25629686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43FD3-61EF-D24D-BB7F-09AEB8ACD4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F2EA682-7B62-6D60-6446-0CFC6449816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1E02E80-559F-465D-ACEB-019F9E150A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E69A27-4E04-0E14-7C16-458F0502E79D}"/>
              </a:ext>
            </a:extLst>
          </p:cNvPr>
          <p:cNvSpPr>
            <a:spLocks noGrp="1"/>
          </p:cNvSpPr>
          <p:nvPr>
            <p:ph type="dt" sz="half" idx="10"/>
          </p:nvPr>
        </p:nvSpPr>
        <p:spPr/>
        <p:txBody>
          <a:bodyPr/>
          <a:lstStyle/>
          <a:p>
            <a:fld id="{56AE20C1-A996-4665-A007-19D6BE58F71B}" type="datetimeFigureOut">
              <a:rPr lang="en-US" smtClean="0"/>
              <a:t>8/26/2026</a:t>
            </a:fld>
            <a:endParaRPr lang="en-US"/>
          </a:p>
        </p:txBody>
      </p:sp>
      <p:sp>
        <p:nvSpPr>
          <p:cNvPr id="6" name="Footer Placeholder 5">
            <a:extLst>
              <a:ext uri="{FF2B5EF4-FFF2-40B4-BE49-F238E27FC236}">
                <a16:creationId xmlns:a16="http://schemas.microsoft.com/office/drawing/2014/main" id="{2D53A6D2-9A1A-3732-6057-D1706E328A0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FE10D3-FBFA-7439-73AA-AF8F517B9279}"/>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20203818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B4636-CD1B-3AF3-FBFD-36A1789B6BC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16DE3F6-4FA3-F8A5-DD5C-3724E39AE51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75FA533-4E3D-74AB-4F92-9665C9E6C4D5}"/>
              </a:ext>
            </a:extLst>
          </p:cNvPr>
          <p:cNvSpPr>
            <a:spLocks noGrp="1"/>
          </p:cNvSpPr>
          <p:nvPr>
            <p:ph type="dt" sz="half" idx="10"/>
          </p:nvPr>
        </p:nvSpPr>
        <p:spPr/>
        <p:txBody>
          <a:bodyPr/>
          <a:lstStyle/>
          <a:p>
            <a:fld id="{56AE20C1-A996-4665-A007-19D6BE58F71B}" type="datetimeFigureOut">
              <a:rPr lang="en-US" smtClean="0"/>
              <a:t>8/26/2026</a:t>
            </a:fld>
            <a:endParaRPr lang="en-US"/>
          </a:p>
        </p:txBody>
      </p:sp>
      <p:sp>
        <p:nvSpPr>
          <p:cNvPr id="5" name="Footer Placeholder 4">
            <a:extLst>
              <a:ext uri="{FF2B5EF4-FFF2-40B4-BE49-F238E27FC236}">
                <a16:creationId xmlns:a16="http://schemas.microsoft.com/office/drawing/2014/main" id="{1D151B16-AED4-1788-1894-44BED0A9E9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AC1B20-1660-E355-DDD8-A258DD22D165}"/>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8204688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78C41F2-9AAA-9E93-9738-D36433DE1AC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F9E3995-0875-96AC-59BC-8ABE6B202EF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AD4442-F3BA-D416-1B5F-6DD28EC1C590}"/>
              </a:ext>
            </a:extLst>
          </p:cNvPr>
          <p:cNvSpPr>
            <a:spLocks noGrp="1"/>
          </p:cNvSpPr>
          <p:nvPr>
            <p:ph type="dt" sz="half" idx="10"/>
          </p:nvPr>
        </p:nvSpPr>
        <p:spPr/>
        <p:txBody>
          <a:bodyPr/>
          <a:lstStyle/>
          <a:p>
            <a:fld id="{56AE20C1-A996-4665-A007-19D6BE58F71B}" type="datetimeFigureOut">
              <a:rPr lang="en-US" smtClean="0"/>
              <a:t>8/26/2026</a:t>
            </a:fld>
            <a:endParaRPr lang="en-US"/>
          </a:p>
        </p:txBody>
      </p:sp>
      <p:sp>
        <p:nvSpPr>
          <p:cNvPr id="5" name="Footer Placeholder 4">
            <a:extLst>
              <a:ext uri="{FF2B5EF4-FFF2-40B4-BE49-F238E27FC236}">
                <a16:creationId xmlns:a16="http://schemas.microsoft.com/office/drawing/2014/main" id="{5F51B82A-532E-D95A-4F01-587C30E84E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2C8DE6-DA4D-B10D-F356-42AB71D09CF6}"/>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23336570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4275885-F01F-1D90-2DC8-B0CB7390571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627A192-FC2B-613C-ABCB-4E25D726AD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D2B504-9F40-A10D-8E65-9A4EC58928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6AE20C1-A996-4665-A007-19D6BE58F71B}" type="datetimeFigureOut">
              <a:rPr lang="en-US" smtClean="0"/>
              <a:t>8/26/2026</a:t>
            </a:fld>
            <a:endParaRPr lang="en-US"/>
          </a:p>
        </p:txBody>
      </p:sp>
      <p:sp>
        <p:nvSpPr>
          <p:cNvPr id="5" name="Footer Placeholder 4">
            <a:extLst>
              <a:ext uri="{FF2B5EF4-FFF2-40B4-BE49-F238E27FC236}">
                <a16:creationId xmlns:a16="http://schemas.microsoft.com/office/drawing/2014/main" id="{1F53F8CA-8FDF-5305-1FD8-D929D840CE4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1ECAA9D-6321-5CE6-7B2A-EE793FFB645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873049-847C-4E98-9204-2EE5F2C27CF2}" type="slidenum">
              <a:rPr lang="en-US" smtClean="0"/>
              <a:t>‹#›</a:t>
            </a:fld>
            <a:endParaRPr lang="en-US"/>
          </a:p>
        </p:txBody>
      </p:sp>
    </p:spTree>
    <p:extLst>
      <p:ext uri="{BB962C8B-B14F-4D97-AF65-F5344CB8AC3E}">
        <p14:creationId xmlns:p14="http://schemas.microsoft.com/office/powerpoint/2010/main" val="2504212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oleObject" Target="../embeddings/oleObject2.bin"/><Relationship Id="rId1" Type="http://schemas.openxmlformats.org/officeDocument/2006/relationships/slideLayout" Target="../slideLayouts/slideLayout2.xml"/><Relationship Id="rId5" Type="http://schemas.openxmlformats.org/officeDocument/2006/relationships/image" Target="../media/image9.wmf"/><Relationship Id="rId4" Type="http://schemas.openxmlformats.org/officeDocument/2006/relationships/oleObject" Target="../embeddings/oleObject3.bin"/></Relationships>
</file>

<file path=ppt/slides/_rels/slide1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4.bin"/><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5.bin"/></Relationships>
</file>

<file path=ppt/slides/_rels/slide14.xml.rels><?xml version="1.0" encoding="UTF-8" standalone="yes"?>
<Relationships xmlns="http://schemas.openxmlformats.org/package/2006/relationships"><Relationship Id="rId2" Type="http://schemas.openxmlformats.org/officeDocument/2006/relationships/hyperlink" Target="https://phet.colorado.edu/en/simulation/fluid-pressure-and-flow"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8" Type="http://schemas.openxmlformats.org/officeDocument/2006/relationships/oleObject" Target="../embeddings/oleObject9.bin"/><Relationship Id="rId13" Type="http://schemas.openxmlformats.org/officeDocument/2006/relationships/image" Target="../media/image22.wmf"/><Relationship Id="rId18" Type="http://schemas.openxmlformats.org/officeDocument/2006/relationships/image" Target="../media/image28.png"/><Relationship Id="rId3" Type="http://schemas.openxmlformats.org/officeDocument/2006/relationships/image" Target="../media/image17.wmf"/><Relationship Id="rId7" Type="http://schemas.openxmlformats.org/officeDocument/2006/relationships/image" Target="../media/image19.wmf"/><Relationship Id="rId12" Type="http://schemas.openxmlformats.org/officeDocument/2006/relationships/oleObject" Target="../embeddings/oleObject11.bin"/><Relationship Id="rId17" Type="http://schemas.openxmlformats.org/officeDocument/2006/relationships/image" Target="../media/image24.wmf"/><Relationship Id="rId2" Type="http://schemas.openxmlformats.org/officeDocument/2006/relationships/oleObject" Target="../embeddings/oleObject6.bin"/><Relationship Id="rId16" Type="http://schemas.openxmlformats.org/officeDocument/2006/relationships/oleObject" Target="../embeddings/oleObject13.bin"/><Relationship Id="rId1" Type="http://schemas.openxmlformats.org/officeDocument/2006/relationships/slideLayout" Target="../slideLayouts/slideLayout4.xml"/><Relationship Id="rId6" Type="http://schemas.openxmlformats.org/officeDocument/2006/relationships/oleObject" Target="../embeddings/oleObject8.bin"/><Relationship Id="rId11" Type="http://schemas.openxmlformats.org/officeDocument/2006/relationships/image" Target="../media/image21.wmf"/><Relationship Id="rId5" Type="http://schemas.openxmlformats.org/officeDocument/2006/relationships/image" Target="../media/image18.wmf"/><Relationship Id="rId15" Type="http://schemas.openxmlformats.org/officeDocument/2006/relationships/image" Target="../media/image23.wmf"/><Relationship Id="rId10" Type="http://schemas.openxmlformats.org/officeDocument/2006/relationships/oleObject" Target="../embeddings/oleObject10.bin"/><Relationship Id="rId19" Type="http://schemas.openxmlformats.org/officeDocument/2006/relationships/image" Target="../media/image29.png"/><Relationship Id="rId4" Type="http://schemas.openxmlformats.org/officeDocument/2006/relationships/oleObject" Target="../embeddings/oleObject7.bin"/><Relationship Id="rId9" Type="http://schemas.openxmlformats.org/officeDocument/2006/relationships/image" Target="../media/image20.wmf"/><Relationship Id="rId14" Type="http://schemas.openxmlformats.org/officeDocument/2006/relationships/oleObject" Target="../embeddings/oleObject12.bin"/></Relationships>
</file>

<file path=ppt/slides/_rels/slide23.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oleObject" Target="../embeddings/oleObject14.bin"/><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oleObject" Target="../embeddings/oleObject15.bin"/><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8" Type="http://schemas.openxmlformats.org/officeDocument/2006/relationships/oleObject" Target="../embeddings/oleObject19.bin"/><Relationship Id="rId3" Type="http://schemas.openxmlformats.org/officeDocument/2006/relationships/image" Target="../media/image27.wmf"/><Relationship Id="rId7" Type="http://schemas.openxmlformats.org/officeDocument/2006/relationships/image" Target="../media/image29.wmf"/><Relationship Id="rId2" Type="http://schemas.openxmlformats.org/officeDocument/2006/relationships/oleObject" Target="../embeddings/oleObject16.bin"/><Relationship Id="rId1" Type="http://schemas.openxmlformats.org/officeDocument/2006/relationships/slideLayout" Target="../slideLayouts/slideLayout2.xml"/><Relationship Id="rId6" Type="http://schemas.openxmlformats.org/officeDocument/2006/relationships/oleObject" Target="../embeddings/oleObject18.bin"/><Relationship Id="rId11" Type="http://schemas.openxmlformats.org/officeDocument/2006/relationships/image" Target="../media/image31.wmf"/><Relationship Id="rId5" Type="http://schemas.openxmlformats.org/officeDocument/2006/relationships/image" Target="../media/image28.wmf"/><Relationship Id="rId10" Type="http://schemas.openxmlformats.org/officeDocument/2006/relationships/oleObject" Target="../embeddings/oleObject20.bin"/><Relationship Id="rId4" Type="http://schemas.openxmlformats.org/officeDocument/2006/relationships/oleObject" Target="../embeddings/oleObject17.bin"/><Relationship Id="rId9" Type="http://schemas.openxmlformats.org/officeDocument/2006/relationships/image" Target="../media/image30.wmf"/></Relationships>
</file>

<file path=ppt/slides/_rels/slide2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4.org&amp;utm_campaign=imageinfo&amp;utm_content=thumbnai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image" Target="../media/image35.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38.sv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hyperlink" Target="https://commons.wikimedia.org/w/index.php?title=Infrared&amp;action=edit&amp;redlink=1" TargetMode="External"/><Relationship Id="rId3" Type="http://schemas.openxmlformats.org/officeDocument/2006/relationships/hyperlink" Target="https://commons.wikimedia.org/wiki/Saturn_(planet)" TargetMode="External"/><Relationship Id="rId7" Type="http://schemas.openxmlformats.org/officeDocument/2006/relationships/hyperlink" Target="https://commons.wikimedia.org/wiki/2004" TargetMode="External"/><Relationship Id="rId2" Type="http://schemas.openxmlformats.org/officeDocument/2006/relationships/hyperlink" Target="https://commons.wikimedia.org/w/index.php?title=Kelvin-Helmholtz_instability&amp;action=edit&amp;redlink=1" TargetMode="External"/><Relationship Id="rId1" Type="http://schemas.openxmlformats.org/officeDocument/2006/relationships/slideLayout" Target="../slideLayouts/slideLayout2.xml"/><Relationship Id="rId6" Type="http://schemas.openxmlformats.org/officeDocument/2006/relationships/hyperlink" Target="https://commons.wikimedia.org/wiki/October_9" TargetMode="External"/><Relationship Id="rId5" Type="http://schemas.openxmlformats.org/officeDocument/2006/relationships/hyperlink" Target="https://commons.wikimedia.org/w/index.php?title=Gas_giant&amp;action=edit&amp;redlink=1" TargetMode="External"/><Relationship Id="rId4" Type="http://schemas.openxmlformats.org/officeDocument/2006/relationships/hyperlink" Target="https://commons.wikimedia.org/w/index.php?title=Cassini-Huygens_Mission&amp;action=edit&amp;redlink=1" TargetMode="External"/><Relationship Id="rId9" Type="http://schemas.openxmlformats.org/officeDocument/2006/relationships/image" Target="../media/image41.jpe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slideLayout" Target="../slideLayouts/slideLayout2.xml"/><Relationship Id="rId1" Type="http://schemas.openxmlformats.org/officeDocument/2006/relationships/video" Target="https://www.youtube.com/embed/PH7cbLfxmbM" TargetMode="External"/></Relationships>
</file>

<file path=ppt/slides/_rels/slide5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22A5E-9D42-8C0D-6EA1-AD410F7D9313}"/>
              </a:ext>
            </a:extLst>
          </p:cNvPr>
          <p:cNvSpPr>
            <a:spLocks noGrp="1"/>
          </p:cNvSpPr>
          <p:nvPr>
            <p:ph type="ctrTitle"/>
          </p:nvPr>
        </p:nvSpPr>
        <p:spPr/>
        <p:txBody>
          <a:bodyPr/>
          <a:lstStyle/>
          <a:p>
            <a:r>
              <a:rPr lang="en-US" dirty="0"/>
              <a:t>Lecture 26</a:t>
            </a:r>
          </a:p>
        </p:txBody>
      </p:sp>
      <p:sp>
        <p:nvSpPr>
          <p:cNvPr id="3" name="Subtitle 2">
            <a:extLst>
              <a:ext uri="{FF2B5EF4-FFF2-40B4-BE49-F238E27FC236}">
                <a16:creationId xmlns:a16="http://schemas.microsoft.com/office/drawing/2014/main" id="{EF123DF7-D145-DA34-AD4D-5EB3FDB959F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86044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Slide Number Placeholder 5"/>
          <p:cNvSpPr>
            <a:spLocks noGrp="1"/>
          </p:cNvSpPr>
          <p:nvPr>
            <p:ph type="sldNum" sz="quarter" idx="12"/>
          </p:nvPr>
        </p:nvSpPr>
        <p:spPr>
          <a:noFill/>
        </p:spPr>
        <p:txBody>
          <a:bodyPr/>
          <a:lstStyle/>
          <a:p>
            <a:fld id="{1A0110B0-4474-4E4E-A21D-0820D4E2F2A9}" type="slidenum">
              <a:rPr lang="en-US" smtClean="0"/>
              <a:pPr/>
              <a:t>2</a:t>
            </a:fld>
            <a:endParaRPr lang="en-US"/>
          </a:p>
        </p:txBody>
      </p:sp>
      <p:sp>
        <p:nvSpPr>
          <p:cNvPr id="56323" name="Rectangle 2"/>
          <p:cNvSpPr>
            <a:spLocks noGrp="1" noChangeArrowheads="1"/>
          </p:cNvSpPr>
          <p:nvPr>
            <p:ph type="title"/>
          </p:nvPr>
        </p:nvSpPr>
        <p:spPr/>
        <p:txBody>
          <a:bodyPr/>
          <a:lstStyle/>
          <a:p>
            <a:pPr eaLnBrk="1" hangingPunct="1"/>
            <a:r>
              <a:rPr lang="en-US" dirty="0"/>
              <a:t>Question 123.6.1</a:t>
            </a:r>
          </a:p>
        </p:txBody>
      </p:sp>
      <p:sp>
        <p:nvSpPr>
          <p:cNvPr id="56324" name="Rectangle 3"/>
          <p:cNvSpPr>
            <a:spLocks noGrp="1" noChangeArrowheads="1"/>
          </p:cNvSpPr>
          <p:nvPr>
            <p:ph type="body" idx="1"/>
          </p:nvPr>
        </p:nvSpPr>
        <p:spPr/>
        <p:txBody>
          <a:bodyPr/>
          <a:lstStyle/>
          <a:p>
            <a:pPr marL="609600" indent="-609600">
              <a:buNone/>
            </a:pPr>
            <a:r>
              <a:rPr lang="en-US"/>
              <a:t>Turbulent refers to </a:t>
            </a:r>
          </a:p>
          <a:p>
            <a:pPr marL="609600" indent="-609600">
              <a:buFontTx/>
              <a:buAutoNum type="alphaLcParenR"/>
            </a:pPr>
            <a:r>
              <a:rPr lang="en-US"/>
              <a:t>Faster or more powerful flow</a:t>
            </a:r>
          </a:p>
          <a:p>
            <a:pPr marL="609600" indent="-609600">
              <a:buFontTx/>
              <a:buAutoNum type="alphaLcParenR"/>
            </a:pPr>
            <a:r>
              <a:rPr lang="en-US"/>
              <a:t>Flow from two or more sources which mutually increase the total flow velocity</a:t>
            </a:r>
          </a:p>
          <a:p>
            <a:pPr marL="609600" indent="-609600">
              <a:buFontTx/>
              <a:buAutoNum type="alphaLcParenR"/>
            </a:pPr>
            <a:r>
              <a:rPr lang="en-US"/>
              <a:t>Apparel warn on the head in Middle and Far Eastern countries.</a:t>
            </a:r>
          </a:p>
          <a:p>
            <a:pPr marL="609600" indent="-609600">
              <a:buFontTx/>
              <a:buAutoNum type="alphaLcParenR"/>
            </a:pPr>
            <a:r>
              <a:rPr lang="en-US"/>
              <a:t>Non laminar flow</a:t>
            </a:r>
          </a:p>
        </p:txBody>
      </p:sp>
    </p:spTree>
    <p:extLst>
      <p:ext uri="{BB962C8B-B14F-4D97-AF65-F5344CB8AC3E}">
        <p14:creationId xmlns:p14="http://schemas.microsoft.com/office/powerpoint/2010/main" val="21036280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5539EE9F-B5BE-4D14-B0AF-1F788FAE1850}" type="slidenum">
              <a:rPr lang="en-US" altLang="en-US" sz="1400"/>
              <a:pPr eaLnBrk="1" hangingPunct="1">
                <a:spcBef>
                  <a:spcPct val="0"/>
                </a:spcBef>
                <a:buFontTx/>
                <a:buNone/>
              </a:pPr>
              <a:t>3</a:t>
            </a:fld>
            <a:endParaRPr lang="en-US" altLang="en-US" sz="1400"/>
          </a:p>
        </p:txBody>
      </p:sp>
      <p:sp>
        <p:nvSpPr>
          <p:cNvPr id="3075" name="Rectangle 2"/>
          <p:cNvSpPr>
            <a:spLocks noGrp="1" noChangeArrowheads="1"/>
          </p:cNvSpPr>
          <p:nvPr>
            <p:ph type="title"/>
          </p:nvPr>
        </p:nvSpPr>
        <p:spPr/>
        <p:txBody>
          <a:bodyPr/>
          <a:lstStyle/>
          <a:p>
            <a:pPr eaLnBrk="1" hangingPunct="1"/>
            <a:r>
              <a:rPr lang="en-US" altLang="en-US"/>
              <a:t>Approximation!</a:t>
            </a:r>
          </a:p>
        </p:txBody>
      </p:sp>
      <p:sp>
        <p:nvSpPr>
          <p:cNvPr id="3076" name="Rectangle 3"/>
          <p:cNvSpPr>
            <a:spLocks noGrp="1" noChangeArrowheads="1"/>
          </p:cNvSpPr>
          <p:nvPr>
            <p:ph type="body" idx="1"/>
          </p:nvPr>
        </p:nvSpPr>
        <p:spPr>
          <a:xfrm>
            <a:off x="838200" y="1825625"/>
            <a:ext cx="3349752" cy="4351338"/>
          </a:xfrm>
        </p:spPr>
        <p:txBody>
          <a:bodyPr/>
          <a:lstStyle/>
          <a:p>
            <a:pPr eaLnBrk="1" hangingPunct="1"/>
            <a:r>
              <a:rPr lang="en-US" altLang="en-US" i="1" dirty="0"/>
              <a:t>We will limit our study to laminar, nonviscous, irrotational, incompressible fluids.</a:t>
            </a:r>
          </a:p>
          <a:p>
            <a:pPr eaLnBrk="1" hangingPunct="1"/>
            <a:endParaRPr lang="en-US" altLang="en-US" dirty="0"/>
          </a:p>
        </p:txBody>
      </p:sp>
      <p:grpSp>
        <p:nvGrpSpPr>
          <p:cNvPr id="2" name="Group 1">
            <a:extLst>
              <a:ext uri="{FF2B5EF4-FFF2-40B4-BE49-F238E27FC236}">
                <a16:creationId xmlns:a16="http://schemas.microsoft.com/office/drawing/2014/main" id="{5D7AF291-CC5D-BA40-21A1-41CBDA54FB48}"/>
              </a:ext>
            </a:extLst>
          </p:cNvPr>
          <p:cNvGrpSpPr/>
          <p:nvPr/>
        </p:nvGrpSpPr>
        <p:grpSpPr>
          <a:xfrm>
            <a:off x="5852521" y="564776"/>
            <a:ext cx="4303058" cy="5728447"/>
            <a:chOff x="4249271" y="134471"/>
            <a:chExt cx="4303058" cy="5728447"/>
          </a:xfrm>
        </p:grpSpPr>
        <p:pic>
          <p:nvPicPr>
            <p:cNvPr id="3" name="Picture 2">
              <a:extLst>
                <a:ext uri="{FF2B5EF4-FFF2-40B4-BE49-F238E27FC236}">
                  <a16:creationId xmlns:a16="http://schemas.microsoft.com/office/drawing/2014/main" id="{637294CD-0ADA-0018-F245-F238C5BF26A2}"/>
                </a:ext>
              </a:extLst>
            </p:cNvPr>
            <p:cNvPicPr>
              <a:picLocks noChangeAspect="1"/>
            </p:cNvPicPr>
            <p:nvPr/>
          </p:nvPicPr>
          <p:blipFill rotWithShape="1">
            <a:blip r:embed="rId2"/>
            <a:srcRect t="13079" b="10155"/>
            <a:stretch/>
          </p:blipFill>
          <p:spPr>
            <a:xfrm>
              <a:off x="4303058" y="201705"/>
              <a:ext cx="4204039" cy="1815353"/>
            </a:xfrm>
            <a:prstGeom prst="rect">
              <a:avLst/>
            </a:prstGeom>
          </p:spPr>
        </p:pic>
        <p:pic>
          <p:nvPicPr>
            <p:cNvPr id="4" name="Picture 3">
              <a:extLst>
                <a:ext uri="{FF2B5EF4-FFF2-40B4-BE49-F238E27FC236}">
                  <a16:creationId xmlns:a16="http://schemas.microsoft.com/office/drawing/2014/main" id="{35F25155-6DD3-1BA7-BFC0-D12DB41395E8}"/>
                </a:ext>
              </a:extLst>
            </p:cNvPr>
            <p:cNvPicPr>
              <a:picLocks noChangeAspect="1"/>
            </p:cNvPicPr>
            <p:nvPr/>
          </p:nvPicPr>
          <p:blipFill rotWithShape="1">
            <a:blip r:embed="rId3"/>
            <a:srcRect t="10843" b="8761"/>
            <a:stretch/>
          </p:blipFill>
          <p:spPr>
            <a:xfrm>
              <a:off x="4289613" y="1990165"/>
              <a:ext cx="4222375" cy="1909482"/>
            </a:xfrm>
            <a:prstGeom prst="rect">
              <a:avLst/>
            </a:prstGeom>
          </p:spPr>
        </p:pic>
        <p:pic>
          <p:nvPicPr>
            <p:cNvPr id="5" name="Picture 4">
              <a:extLst>
                <a:ext uri="{FF2B5EF4-FFF2-40B4-BE49-F238E27FC236}">
                  <a16:creationId xmlns:a16="http://schemas.microsoft.com/office/drawing/2014/main" id="{D062CA45-FEAB-13A7-0830-80847007431D}"/>
                </a:ext>
              </a:extLst>
            </p:cNvPr>
            <p:cNvPicPr>
              <a:picLocks noChangeAspect="1"/>
            </p:cNvPicPr>
            <p:nvPr/>
          </p:nvPicPr>
          <p:blipFill rotWithShape="1">
            <a:blip r:embed="rId4"/>
            <a:srcRect t="9835" b="7841"/>
            <a:stretch/>
          </p:blipFill>
          <p:spPr>
            <a:xfrm>
              <a:off x="4289614" y="3872753"/>
              <a:ext cx="4222375" cy="1955267"/>
            </a:xfrm>
            <a:prstGeom prst="rect">
              <a:avLst/>
            </a:prstGeom>
          </p:spPr>
        </p:pic>
        <p:sp>
          <p:nvSpPr>
            <p:cNvPr id="6" name="Rectangle 5">
              <a:extLst>
                <a:ext uri="{FF2B5EF4-FFF2-40B4-BE49-F238E27FC236}">
                  <a16:creationId xmlns:a16="http://schemas.microsoft.com/office/drawing/2014/main" id="{6F6F7610-7A95-E884-7281-B86E3611668F}"/>
                </a:ext>
              </a:extLst>
            </p:cNvPr>
            <p:cNvSpPr/>
            <p:nvPr/>
          </p:nvSpPr>
          <p:spPr>
            <a:xfrm>
              <a:off x="4249271" y="134471"/>
              <a:ext cx="4303058" cy="5728447"/>
            </a:xfrm>
            <a:prstGeom prst="rect">
              <a:avLst/>
            </a:prstGeom>
            <a:noFill/>
            <a:ln w="1143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ED39526-C299-F0ED-D84E-ED7D5169DACE}"/>
                </a:ext>
              </a:extLst>
            </p:cNvPr>
            <p:cNvSpPr txBox="1"/>
            <p:nvPr/>
          </p:nvSpPr>
          <p:spPr>
            <a:xfrm>
              <a:off x="4706470" y="1532965"/>
              <a:ext cx="1592231" cy="369332"/>
            </a:xfrm>
            <a:prstGeom prst="rect">
              <a:avLst/>
            </a:prstGeom>
            <a:noFill/>
          </p:spPr>
          <p:txBody>
            <a:bodyPr wrap="none" rtlCol="0">
              <a:spAutoFit/>
            </a:bodyPr>
            <a:lstStyle/>
            <a:p>
              <a:r>
                <a:rPr lang="en-US" b="1" dirty="0">
                  <a:solidFill>
                    <a:schemeClr val="bg1"/>
                  </a:solidFill>
                </a:rPr>
                <a:t>Laminar Flow</a:t>
              </a:r>
            </a:p>
          </p:txBody>
        </p:sp>
        <p:sp>
          <p:nvSpPr>
            <p:cNvPr id="8" name="TextBox 7">
              <a:extLst>
                <a:ext uri="{FF2B5EF4-FFF2-40B4-BE49-F238E27FC236}">
                  <a16:creationId xmlns:a16="http://schemas.microsoft.com/office/drawing/2014/main" id="{025CE985-92F7-53C3-8BB3-4D93C6517AC3}"/>
                </a:ext>
              </a:extLst>
            </p:cNvPr>
            <p:cNvSpPr txBox="1"/>
            <p:nvPr/>
          </p:nvSpPr>
          <p:spPr>
            <a:xfrm>
              <a:off x="6190129" y="3352800"/>
              <a:ext cx="1411477" cy="369332"/>
            </a:xfrm>
            <a:prstGeom prst="rect">
              <a:avLst/>
            </a:prstGeom>
            <a:noFill/>
          </p:spPr>
          <p:txBody>
            <a:bodyPr wrap="none" rtlCol="0">
              <a:spAutoFit/>
            </a:bodyPr>
            <a:lstStyle/>
            <a:p>
              <a:r>
                <a:rPr lang="en-US" b="1" dirty="0">
                  <a:solidFill>
                    <a:schemeClr val="bg1"/>
                  </a:solidFill>
                </a:rPr>
                <a:t>Turbulence</a:t>
              </a:r>
            </a:p>
          </p:txBody>
        </p:sp>
        <p:cxnSp>
          <p:nvCxnSpPr>
            <p:cNvPr id="9" name="Straight Arrow Connector 8">
              <a:extLst>
                <a:ext uri="{FF2B5EF4-FFF2-40B4-BE49-F238E27FC236}">
                  <a16:creationId xmlns:a16="http://schemas.microsoft.com/office/drawing/2014/main" id="{1122596F-7283-A291-FAC5-471A4214FF89}"/>
                </a:ext>
              </a:extLst>
            </p:cNvPr>
            <p:cNvCxnSpPr/>
            <p:nvPr/>
          </p:nvCxnSpPr>
          <p:spPr>
            <a:xfrm flipH="1" flipV="1">
              <a:off x="5082988" y="2823882"/>
              <a:ext cx="1075765" cy="739589"/>
            </a:xfrm>
            <a:prstGeom prst="straightConnector1">
              <a:avLst/>
            </a:prstGeom>
            <a:ln w="381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A0B21DB-8905-2300-EEA0-96F4E472E1CB}"/>
                </a:ext>
              </a:extLst>
            </p:cNvPr>
            <p:cNvSpPr txBox="1"/>
            <p:nvPr/>
          </p:nvSpPr>
          <p:spPr>
            <a:xfrm>
              <a:off x="6450106" y="5374341"/>
              <a:ext cx="1411477" cy="369332"/>
            </a:xfrm>
            <a:prstGeom prst="rect">
              <a:avLst/>
            </a:prstGeom>
            <a:noFill/>
          </p:spPr>
          <p:txBody>
            <a:bodyPr wrap="none" rtlCol="0">
              <a:spAutoFit/>
            </a:bodyPr>
            <a:lstStyle/>
            <a:p>
              <a:r>
                <a:rPr lang="en-US" b="1" dirty="0">
                  <a:solidFill>
                    <a:schemeClr val="bg1"/>
                  </a:solidFill>
                </a:rPr>
                <a:t>Turbulence</a:t>
              </a:r>
            </a:p>
          </p:txBody>
        </p:sp>
        <p:cxnSp>
          <p:nvCxnSpPr>
            <p:cNvPr id="11" name="Straight Arrow Connector 10">
              <a:extLst>
                <a:ext uri="{FF2B5EF4-FFF2-40B4-BE49-F238E27FC236}">
                  <a16:creationId xmlns:a16="http://schemas.microsoft.com/office/drawing/2014/main" id="{DC36D366-D404-E0DF-86A7-119441A2EC42}"/>
                </a:ext>
              </a:extLst>
            </p:cNvPr>
            <p:cNvCxnSpPr/>
            <p:nvPr/>
          </p:nvCxnSpPr>
          <p:spPr>
            <a:xfrm flipH="1" flipV="1">
              <a:off x="5342965" y="4845423"/>
              <a:ext cx="1075765" cy="739589"/>
            </a:xfrm>
            <a:prstGeom prst="straightConnector1">
              <a:avLst/>
            </a:prstGeom>
            <a:ln w="38100">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DEF414D-A29B-A7F2-381A-11417A5898DD}"/>
              </a:ext>
            </a:extLst>
          </p:cNvPr>
          <p:cNvPicPr>
            <a:picLocks noChangeAspect="1"/>
          </p:cNvPicPr>
          <p:nvPr/>
        </p:nvPicPr>
        <p:blipFill>
          <a:blip r:embed="rId2"/>
          <a:stretch>
            <a:fillRect/>
          </a:stretch>
        </p:blipFill>
        <p:spPr>
          <a:xfrm>
            <a:off x="3189452" y="484632"/>
            <a:ext cx="5813096" cy="3269867"/>
          </a:xfrm>
          <a:prstGeom prst="rect">
            <a:avLst/>
          </a:prstGeom>
        </p:spPr>
      </p:pic>
      <p:pic>
        <p:nvPicPr>
          <p:cNvPr id="5" name="Picture 4">
            <a:extLst>
              <a:ext uri="{FF2B5EF4-FFF2-40B4-BE49-F238E27FC236}">
                <a16:creationId xmlns:a16="http://schemas.microsoft.com/office/drawing/2014/main" id="{9DE52041-6478-0D24-9754-127FE31454D1}"/>
              </a:ext>
            </a:extLst>
          </p:cNvPr>
          <p:cNvPicPr>
            <a:picLocks noChangeAspect="1"/>
          </p:cNvPicPr>
          <p:nvPr/>
        </p:nvPicPr>
        <p:blipFill>
          <a:blip r:embed="rId3"/>
          <a:stretch>
            <a:fillRect/>
          </a:stretch>
        </p:blipFill>
        <p:spPr>
          <a:xfrm>
            <a:off x="3189452" y="3034493"/>
            <a:ext cx="5813096" cy="3269867"/>
          </a:xfrm>
          <a:prstGeom prst="rect">
            <a:avLst/>
          </a:prstGeom>
        </p:spPr>
      </p:pic>
    </p:spTree>
    <p:extLst>
      <p:ext uri="{BB962C8B-B14F-4D97-AF65-F5344CB8AC3E}">
        <p14:creationId xmlns:p14="http://schemas.microsoft.com/office/powerpoint/2010/main" val="39164089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dirty="0"/>
              <a:t>https://history.nasa.gov/SP-4103/app-f.htm</a:t>
            </a:r>
          </a:p>
        </p:txBody>
      </p:sp>
      <p:sp>
        <p:nvSpPr>
          <p:cNvPr id="6" name="Slide Number Placeholder 5"/>
          <p:cNvSpPr>
            <a:spLocks noGrp="1"/>
          </p:cNvSpPr>
          <p:nvPr>
            <p:ph type="sldNum" sz="quarter" idx="12"/>
          </p:nvPr>
        </p:nvSpPr>
        <p:spPr/>
        <p:txBody>
          <a:bodyPr/>
          <a:lstStyle/>
          <a:p>
            <a:pPr>
              <a:defRPr/>
            </a:pPr>
            <a:fld id="{2DBDB760-DA83-4968-AA05-0D1AA630DDB0}" type="slidenum">
              <a:rPr lang="en-US" smtClean="0"/>
              <a:pPr>
                <a:defRPr/>
              </a:pPr>
              <a:t>5</a:t>
            </a:fld>
            <a:endParaRPr lang="en-US"/>
          </a:p>
        </p:txBody>
      </p:sp>
      <p:pic>
        <p:nvPicPr>
          <p:cNvPr id="7" name="Picture 6"/>
          <p:cNvPicPr>
            <a:picLocks noChangeAspect="1"/>
          </p:cNvPicPr>
          <p:nvPr/>
        </p:nvPicPr>
        <p:blipFill>
          <a:blip r:embed="rId2"/>
          <a:stretch>
            <a:fillRect/>
          </a:stretch>
        </p:blipFill>
        <p:spPr>
          <a:xfrm>
            <a:off x="4419600" y="1162050"/>
            <a:ext cx="3352800" cy="4533900"/>
          </a:xfrm>
          <a:prstGeom prst="rect">
            <a:avLst/>
          </a:prstGeom>
        </p:spPr>
      </p:pic>
    </p:spTree>
    <p:extLst>
      <p:ext uri="{BB962C8B-B14F-4D97-AF65-F5344CB8AC3E}">
        <p14:creationId xmlns:p14="http://schemas.microsoft.com/office/powerpoint/2010/main" val="16442846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Slide Number Placeholder 5"/>
          <p:cNvSpPr>
            <a:spLocks noGrp="1"/>
          </p:cNvSpPr>
          <p:nvPr>
            <p:ph type="sldNum" sz="quarter" idx="12"/>
          </p:nvPr>
        </p:nvSpPr>
        <p:spPr>
          <a:noFill/>
        </p:spPr>
        <p:txBody>
          <a:bodyPr/>
          <a:lstStyle/>
          <a:p>
            <a:fld id="{7E91BB25-C5F5-4D13-98D7-38000220AAE1}" type="slidenum">
              <a:rPr lang="en-US" smtClean="0"/>
              <a:pPr/>
              <a:t>6</a:t>
            </a:fld>
            <a:endParaRPr lang="en-US"/>
          </a:p>
        </p:txBody>
      </p:sp>
      <p:sp>
        <p:nvSpPr>
          <p:cNvPr id="58371" name="Rectangle 2"/>
          <p:cNvSpPr>
            <a:spLocks noGrp="1" noChangeArrowheads="1"/>
          </p:cNvSpPr>
          <p:nvPr>
            <p:ph type="title"/>
          </p:nvPr>
        </p:nvSpPr>
        <p:spPr/>
        <p:txBody>
          <a:bodyPr/>
          <a:lstStyle/>
          <a:p>
            <a:pPr eaLnBrk="1" hangingPunct="1"/>
            <a:r>
              <a:rPr lang="en-US"/>
              <a:t>Question 123.6.3</a:t>
            </a:r>
          </a:p>
        </p:txBody>
      </p:sp>
      <p:sp>
        <p:nvSpPr>
          <p:cNvPr id="58372" name="Rectangle 3"/>
          <p:cNvSpPr>
            <a:spLocks noGrp="1" noChangeArrowheads="1"/>
          </p:cNvSpPr>
          <p:nvPr>
            <p:ph type="body" idx="1"/>
          </p:nvPr>
        </p:nvSpPr>
        <p:spPr/>
        <p:txBody>
          <a:bodyPr/>
          <a:lstStyle/>
          <a:p>
            <a:pPr marL="609600" indent="-609600">
              <a:buNone/>
            </a:pPr>
            <a:r>
              <a:rPr lang="en-US"/>
              <a:t>For the purposes of our class a “streamline” is…</a:t>
            </a:r>
          </a:p>
          <a:p>
            <a:pPr marL="609600" indent="-609600">
              <a:buFontTx/>
              <a:buAutoNum type="alphaLcParenR"/>
            </a:pPr>
            <a:r>
              <a:rPr lang="en-US"/>
              <a:t>A great place to go fishing</a:t>
            </a:r>
          </a:p>
          <a:p>
            <a:pPr marL="609600" indent="-609600">
              <a:buFontTx/>
              <a:buAutoNum type="alphaLcParenR"/>
            </a:pPr>
            <a:r>
              <a:rPr lang="en-US"/>
              <a:t>A line indicating the path taken by a particle under laminar flow</a:t>
            </a:r>
          </a:p>
          <a:p>
            <a:pPr marL="609600" indent="-609600">
              <a:buFontTx/>
              <a:buAutoNum type="alphaLcParenR"/>
            </a:pPr>
            <a:r>
              <a:rPr lang="en-US"/>
              <a:t>A line indicating where the maximum flow velocity will occur</a:t>
            </a:r>
          </a:p>
          <a:p>
            <a:pPr marL="609600" indent="-609600">
              <a:buFontTx/>
              <a:buAutoNum type="alphaLcParenR"/>
            </a:pPr>
            <a:r>
              <a:rPr lang="en-US"/>
              <a:t>A line emanating from a positive charge and terminating at a negative charge.</a:t>
            </a:r>
          </a:p>
        </p:txBody>
      </p:sp>
    </p:spTree>
    <p:extLst>
      <p:ext uri="{BB962C8B-B14F-4D97-AF65-F5344CB8AC3E}">
        <p14:creationId xmlns:p14="http://schemas.microsoft.com/office/powerpoint/2010/main" val="3553055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Slide Number Placeholder 5"/>
          <p:cNvSpPr>
            <a:spLocks noGrp="1"/>
          </p:cNvSpPr>
          <p:nvPr>
            <p:ph type="sldNum" sz="quarter" idx="12"/>
          </p:nvPr>
        </p:nvSpPr>
        <p:spPr>
          <a:noFill/>
        </p:spPr>
        <p:txBody>
          <a:bodyPr/>
          <a:lstStyle/>
          <a:p>
            <a:fld id="{D1B19011-B6D7-43ED-9806-851B35649BAE}" type="slidenum">
              <a:rPr lang="en-US" smtClean="0"/>
              <a:pPr/>
              <a:t>7</a:t>
            </a:fld>
            <a:endParaRPr lang="en-US"/>
          </a:p>
        </p:txBody>
      </p:sp>
      <p:sp>
        <p:nvSpPr>
          <p:cNvPr id="57347" name="Rectangle 2"/>
          <p:cNvSpPr>
            <a:spLocks noGrp="1" noChangeArrowheads="1"/>
          </p:cNvSpPr>
          <p:nvPr>
            <p:ph type="title"/>
          </p:nvPr>
        </p:nvSpPr>
        <p:spPr/>
        <p:txBody>
          <a:bodyPr/>
          <a:lstStyle/>
          <a:p>
            <a:pPr eaLnBrk="1" hangingPunct="1"/>
            <a:r>
              <a:rPr lang="en-US"/>
              <a:t>Question 123.6.2</a:t>
            </a:r>
          </a:p>
        </p:txBody>
      </p:sp>
      <p:sp>
        <p:nvSpPr>
          <p:cNvPr id="57348" name="Rectangle 3"/>
          <p:cNvSpPr>
            <a:spLocks noGrp="1" noChangeArrowheads="1"/>
          </p:cNvSpPr>
          <p:nvPr>
            <p:ph type="body" idx="1"/>
          </p:nvPr>
        </p:nvSpPr>
        <p:spPr/>
        <p:txBody>
          <a:bodyPr/>
          <a:lstStyle/>
          <a:p>
            <a:pPr marL="609600" indent="-609600">
              <a:buNone/>
            </a:pPr>
            <a:r>
              <a:rPr lang="en-US"/>
              <a:t>Which material has the highest viscosity?</a:t>
            </a:r>
          </a:p>
          <a:p>
            <a:pPr marL="609600" indent="-609600">
              <a:buFontTx/>
              <a:buAutoNum type="alphaLcParenR"/>
            </a:pPr>
            <a:r>
              <a:rPr lang="en-US"/>
              <a:t>Honey</a:t>
            </a:r>
          </a:p>
          <a:p>
            <a:pPr marL="609600" indent="-609600">
              <a:buFontTx/>
              <a:buAutoNum type="alphaLcParenR"/>
            </a:pPr>
            <a:r>
              <a:rPr lang="en-US"/>
              <a:t>10wt-motor oil</a:t>
            </a:r>
          </a:p>
          <a:p>
            <a:pPr marL="609600" indent="-609600">
              <a:buFontTx/>
              <a:buAutoNum type="alphaLcParenR"/>
            </a:pPr>
            <a:r>
              <a:rPr lang="en-US"/>
              <a:t>Whole blood</a:t>
            </a:r>
          </a:p>
          <a:p>
            <a:pPr marL="609600" indent="-609600">
              <a:buFontTx/>
              <a:buAutoNum type="alphaLcParenR"/>
            </a:pPr>
            <a:r>
              <a:rPr lang="en-US"/>
              <a:t>Water</a:t>
            </a:r>
          </a:p>
          <a:p>
            <a:pPr marL="609600" indent="-609600">
              <a:buNone/>
            </a:pPr>
            <a:endParaRPr lang="en-US"/>
          </a:p>
          <a:p>
            <a:pPr marL="609600" indent="-609600">
              <a:buFontTx/>
              <a:buAutoNum type="alphaLcParenR"/>
            </a:pPr>
            <a:endParaRPr lang="en-US"/>
          </a:p>
        </p:txBody>
      </p:sp>
    </p:spTree>
    <p:extLst>
      <p:ext uri="{BB962C8B-B14F-4D97-AF65-F5344CB8AC3E}">
        <p14:creationId xmlns:p14="http://schemas.microsoft.com/office/powerpoint/2010/main" val="2381512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521ECF6F-86AE-4F1C-8953-9B48F86B0A88}" type="slidenum">
              <a:rPr lang="en-US" altLang="en-US" sz="1400"/>
              <a:pPr eaLnBrk="1" hangingPunct="1">
                <a:spcBef>
                  <a:spcPct val="0"/>
                </a:spcBef>
                <a:buFontTx/>
                <a:buNone/>
              </a:pPr>
              <a:t>8</a:t>
            </a:fld>
            <a:endParaRPr lang="en-US" altLang="en-US" sz="1400"/>
          </a:p>
        </p:txBody>
      </p:sp>
      <p:sp>
        <p:nvSpPr>
          <p:cNvPr id="2051" name="Rectangle 2"/>
          <p:cNvSpPr>
            <a:spLocks noGrp="1" noChangeArrowheads="1"/>
          </p:cNvSpPr>
          <p:nvPr>
            <p:ph type="title"/>
          </p:nvPr>
        </p:nvSpPr>
        <p:spPr/>
        <p:txBody>
          <a:bodyPr/>
          <a:lstStyle/>
          <a:p>
            <a:pPr eaLnBrk="1" hangingPunct="1"/>
            <a:r>
              <a:rPr lang="en-US" altLang="en-US"/>
              <a:t>Definitions</a:t>
            </a:r>
          </a:p>
        </p:txBody>
      </p:sp>
      <p:sp>
        <p:nvSpPr>
          <p:cNvPr id="2052" name="Rectangle 3"/>
          <p:cNvSpPr>
            <a:spLocks noGrp="1" noChangeArrowheads="1"/>
          </p:cNvSpPr>
          <p:nvPr>
            <p:ph type="body" idx="1"/>
          </p:nvPr>
        </p:nvSpPr>
        <p:spPr/>
        <p:txBody>
          <a:bodyPr/>
          <a:lstStyle/>
          <a:p>
            <a:pPr eaLnBrk="1" hangingPunct="1">
              <a:lnSpc>
                <a:spcPct val="90000"/>
              </a:lnSpc>
            </a:pPr>
            <a:r>
              <a:rPr lang="en-US" altLang="en-US" sz="2400" b="1" dirty="0"/>
              <a:t>Definition</a:t>
            </a:r>
            <a:r>
              <a:rPr lang="en-US" altLang="en-US" sz="2400" dirty="0"/>
              <a:t> </a:t>
            </a:r>
            <a:r>
              <a:rPr lang="en-US" altLang="en-US" sz="2400" b="1" i="1" dirty="0"/>
              <a:t>Laminar</a:t>
            </a:r>
            <a:r>
              <a:rPr lang="en-US" altLang="en-US" sz="2400" i="1" dirty="0"/>
              <a:t>: </a:t>
            </a:r>
          </a:p>
          <a:p>
            <a:pPr lvl="1" eaLnBrk="1" hangingPunct="1">
              <a:lnSpc>
                <a:spcPct val="90000"/>
              </a:lnSpc>
            </a:pPr>
            <a:r>
              <a:rPr lang="en-US" altLang="en-US" sz="2000" i="1" dirty="0"/>
              <a:t>Steady flow, if each particle of the fluid follows a smooth path, such that the paths of the different particles never cross each other.</a:t>
            </a:r>
            <a:endParaRPr lang="en-US" altLang="en-US" sz="2000" dirty="0"/>
          </a:p>
          <a:p>
            <a:pPr eaLnBrk="1" hangingPunct="1">
              <a:lnSpc>
                <a:spcPct val="90000"/>
              </a:lnSpc>
            </a:pPr>
            <a:r>
              <a:rPr lang="en-US" altLang="en-US" sz="2400" dirty="0"/>
              <a:t> </a:t>
            </a:r>
            <a:r>
              <a:rPr lang="en-US" altLang="en-US" sz="2400" b="1" dirty="0"/>
              <a:t>Definition </a:t>
            </a:r>
            <a:r>
              <a:rPr lang="en-US" altLang="en-US" sz="2400" b="1" i="1" dirty="0"/>
              <a:t>Turbulent</a:t>
            </a:r>
            <a:r>
              <a:rPr lang="en-US" altLang="en-US" sz="2400" i="1" dirty="0"/>
              <a:t>: </a:t>
            </a:r>
          </a:p>
          <a:p>
            <a:pPr lvl="1" eaLnBrk="1" hangingPunct="1">
              <a:lnSpc>
                <a:spcPct val="90000"/>
              </a:lnSpc>
            </a:pPr>
            <a:r>
              <a:rPr lang="en-US" altLang="en-US" sz="2000" i="1" dirty="0"/>
              <a:t>non-laminar flow characterized by whirlpool or eddy regions</a:t>
            </a:r>
            <a:endParaRPr lang="en-US" altLang="en-US" sz="2000" dirty="0"/>
          </a:p>
          <a:p>
            <a:pPr eaLnBrk="1" hangingPunct="1">
              <a:lnSpc>
                <a:spcPct val="90000"/>
              </a:lnSpc>
            </a:pPr>
            <a:r>
              <a:rPr lang="en-US" altLang="en-US" sz="2400" dirty="0"/>
              <a:t> </a:t>
            </a:r>
            <a:r>
              <a:rPr lang="en-US" altLang="en-US" sz="2400" b="1" dirty="0"/>
              <a:t>Definition </a:t>
            </a:r>
            <a:r>
              <a:rPr lang="en-US" altLang="en-US" sz="2400" b="1" i="1" dirty="0"/>
              <a:t>Viscosity</a:t>
            </a:r>
            <a:r>
              <a:rPr lang="en-US" altLang="en-US" sz="2400" i="1" dirty="0"/>
              <a:t>: </a:t>
            </a:r>
          </a:p>
          <a:p>
            <a:pPr lvl="1" eaLnBrk="1" hangingPunct="1">
              <a:lnSpc>
                <a:spcPct val="90000"/>
              </a:lnSpc>
            </a:pPr>
            <a:r>
              <a:rPr lang="en-US" altLang="en-US" sz="2000" i="1" dirty="0"/>
              <a:t>term describing the internal friction of a fluid (Honey is more viscos than water)</a:t>
            </a:r>
            <a:endParaRPr lang="en-US" altLang="en-US" sz="2000" dirty="0"/>
          </a:p>
          <a:p>
            <a:pPr eaLnBrk="1" hangingPunct="1">
              <a:lnSpc>
                <a:spcPct val="90000"/>
              </a:lnSpc>
            </a:pPr>
            <a:r>
              <a:rPr lang="en-US" altLang="en-US" sz="2400" dirty="0"/>
              <a:t> </a:t>
            </a:r>
            <a:r>
              <a:rPr lang="en-US" altLang="en-US" sz="2400" b="1" dirty="0"/>
              <a:t>Definition </a:t>
            </a:r>
            <a:r>
              <a:rPr lang="en-US" altLang="en-US" sz="2400" b="1" i="1" dirty="0"/>
              <a:t>irrotational</a:t>
            </a:r>
            <a:r>
              <a:rPr lang="en-US" altLang="en-US" sz="2400" i="1" dirty="0"/>
              <a:t>: </a:t>
            </a:r>
          </a:p>
          <a:p>
            <a:pPr lvl="1" eaLnBrk="1" hangingPunct="1">
              <a:lnSpc>
                <a:spcPct val="90000"/>
              </a:lnSpc>
            </a:pPr>
            <a:r>
              <a:rPr lang="en-US" altLang="en-US" sz="2000" i="1" dirty="0"/>
              <a:t>flow having no angular momentum</a:t>
            </a:r>
          </a:p>
          <a:p>
            <a:r>
              <a:rPr lang="en-US" altLang="en-US" sz="2400" b="1" i="1" dirty="0"/>
              <a:t>Definition streamline:</a:t>
            </a:r>
            <a:r>
              <a:rPr lang="en-US" altLang="en-US" sz="2400" i="1" dirty="0"/>
              <a:t> </a:t>
            </a:r>
          </a:p>
          <a:p>
            <a:pPr lvl="1" eaLnBrk="1" hangingPunct="1">
              <a:lnSpc>
                <a:spcPct val="90000"/>
              </a:lnSpc>
            </a:pPr>
            <a:r>
              <a:rPr lang="en-US" altLang="en-US" sz="2000" i="1" dirty="0"/>
              <a:t>a line indicating the path taken by a particle under steady flow</a:t>
            </a:r>
          </a:p>
        </p:txBody>
      </p:sp>
    </p:spTree>
    <p:extLst>
      <p:ext uri="{BB962C8B-B14F-4D97-AF65-F5344CB8AC3E}">
        <p14:creationId xmlns:p14="http://schemas.microsoft.com/office/powerpoint/2010/main" val="3386564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Slide Number Placeholder 5"/>
          <p:cNvSpPr>
            <a:spLocks noGrp="1"/>
          </p:cNvSpPr>
          <p:nvPr>
            <p:ph type="sldNum" sz="quarter" idx="12"/>
          </p:nvPr>
        </p:nvSpPr>
        <p:spPr>
          <a:noFill/>
        </p:spPr>
        <p:txBody>
          <a:bodyPr/>
          <a:lstStyle/>
          <a:p>
            <a:fld id="{3802E258-F31E-49D5-A15A-CD804BEB056F}" type="slidenum">
              <a:rPr lang="en-US" smtClean="0"/>
              <a:pPr/>
              <a:t>9</a:t>
            </a:fld>
            <a:endParaRPr lang="en-US"/>
          </a:p>
        </p:txBody>
      </p:sp>
      <p:sp>
        <p:nvSpPr>
          <p:cNvPr id="60419" name="Rectangle 2"/>
          <p:cNvSpPr>
            <a:spLocks noGrp="1" noChangeArrowheads="1"/>
          </p:cNvSpPr>
          <p:nvPr>
            <p:ph type="title"/>
          </p:nvPr>
        </p:nvSpPr>
        <p:spPr/>
        <p:txBody>
          <a:bodyPr/>
          <a:lstStyle/>
          <a:p>
            <a:pPr eaLnBrk="1" hangingPunct="1"/>
            <a:r>
              <a:rPr lang="en-US"/>
              <a:t>Question 123.6.5</a:t>
            </a:r>
          </a:p>
        </p:txBody>
      </p:sp>
      <p:sp>
        <p:nvSpPr>
          <p:cNvPr id="60420" name="Rectangle 3"/>
          <p:cNvSpPr>
            <a:spLocks noGrp="1" noChangeArrowheads="1"/>
          </p:cNvSpPr>
          <p:nvPr>
            <p:ph type="body" idx="1"/>
          </p:nvPr>
        </p:nvSpPr>
        <p:spPr>
          <a:xfrm>
            <a:off x="1981200" y="1600201"/>
            <a:ext cx="4732338" cy="4525963"/>
          </a:xfrm>
        </p:spPr>
        <p:txBody>
          <a:bodyPr/>
          <a:lstStyle/>
          <a:p>
            <a:pPr marL="609600" indent="-609600">
              <a:lnSpc>
                <a:spcPct val="120000"/>
              </a:lnSpc>
              <a:spcBef>
                <a:spcPct val="0"/>
              </a:spcBef>
              <a:buNone/>
            </a:pPr>
            <a:r>
              <a:rPr lang="en-US" sz="2400" b="1"/>
              <a:t>A non-uniform pipe is shown at the right. Fluid flows from left to right through the pipe segment. How does the flow rate change as we go from point A to point B.</a:t>
            </a:r>
          </a:p>
          <a:p>
            <a:pPr marL="609600" indent="-609600">
              <a:buFontTx/>
              <a:buAutoNum type="alphaLcPeriod"/>
            </a:pPr>
            <a:r>
              <a:rPr lang="en-US" sz="2400" b="1">
                <a:solidFill>
                  <a:schemeClr val="tx2"/>
                </a:solidFill>
              </a:rPr>
              <a:t>Increases</a:t>
            </a:r>
          </a:p>
          <a:p>
            <a:pPr marL="609600" indent="-609600">
              <a:buFontTx/>
              <a:buAutoNum type="alphaLcPeriod"/>
            </a:pPr>
            <a:r>
              <a:rPr lang="en-US" sz="2400" b="1">
                <a:solidFill>
                  <a:schemeClr val="tx2"/>
                </a:solidFill>
              </a:rPr>
              <a:t>Decreases</a:t>
            </a:r>
          </a:p>
          <a:p>
            <a:pPr marL="609600" indent="-609600">
              <a:buFontTx/>
              <a:buAutoNum type="alphaLcPeriod"/>
            </a:pPr>
            <a:r>
              <a:rPr lang="en-US" sz="2400" b="1">
                <a:solidFill>
                  <a:schemeClr val="tx2"/>
                </a:solidFill>
              </a:rPr>
              <a:t>Stays the same</a:t>
            </a:r>
          </a:p>
          <a:p>
            <a:pPr marL="609600" indent="-609600"/>
            <a:endParaRPr lang="en-US" sz="2400"/>
          </a:p>
        </p:txBody>
      </p:sp>
      <p:grpSp>
        <p:nvGrpSpPr>
          <p:cNvPr id="60421" name="Group 5"/>
          <p:cNvGrpSpPr>
            <a:grpSpLocks/>
          </p:cNvGrpSpPr>
          <p:nvPr/>
        </p:nvGrpSpPr>
        <p:grpSpPr bwMode="auto">
          <a:xfrm>
            <a:off x="7132639" y="2982913"/>
            <a:ext cx="2597150" cy="1581150"/>
            <a:chOff x="2070" y="2619"/>
            <a:chExt cx="1636" cy="996"/>
          </a:xfrm>
        </p:grpSpPr>
        <p:grpSp>
          <p:nvGrpSpPr>
            <p:cNvPr id="60422" name="Group 6"/>
            <p:cNvGrpSpPr>
              <a:grpSpLocks/>
            </p:cNvGrpSpPr>
            <p:nvPr/>
          </p:nvGrpSpPr>
          <p:grpSpPr bwMode="auto">
            <a:xfrm>
              <a:off x="2183" y="3430"/>
              <a:ext cx="161" cy="96"/>
              <a:chOff x="707" y="2868"/>
              <a:chExt cx="161" cy="96"/>
            </a:xfrm>
          </p:grpSpPr>
          <p:sp>
            <p:nvSpPr>
              <p:cNvPr id="60431" name="AutoShape 7"/>
              <p:cNvSpPr>
                <a:spLocks noChangeArrowheads="1"/>
              </p:cNvSpPr>
              <p:nvPr/>
            </p:nvSpPr>
            <p:spPr bwMode="auto">
              <a:xfrm rot="213656" flipH="1">
                <a:off x="707" y="2868"/>
                <a:ext cx="161" cy="96"/>
              </a:xfrm>
              <a:prstGeom prst="flowChartMagneticDrum">
                <a:avLst/>
              </a:prstGeom>
              <a:solidFill>
                <a:schemeClr val="accent1"/>
              </a:solidFill>
              <a:ln w="9525">
                <a:solidFill>
                  <a:srgbClr val="000000"/>
                </a:solidFill>
                <a:round/>
                <a:headEnd/>
                <a:tailEnd/>
              </a:ln>
            </p:spPr>
            <p:txBody>
              <a:bodyPr wrap="none" anchor="ctr"/>
              <a:lstStyle/>
              <a:p>
                <a:endParaRPr lang="en-US"/>
              </a:p>
            </p:txBody>
          </p:sp>
          <p:sp>
            <p:nvSpPr>
              <p:cNvPr id="60432" name="Arc 8"/>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close/>
                  </a:path>
                </a:pathLst>
              </a:custGeom>
              <a:noFill/>
              <a:ln w="9525">
                <a:solidFill>
                  <a:srgbClr val="000000"/>
                </a:solidFill>
                <a:prstDash val="sysDot"/>
                <a:round/>
                <a:headEnd/>
                <a:tailEnd/>
              </a:ln>
            </p:spPr>
            <p:txBody>
              <a:bodyPr wrap="none" anchor="ctr"/>
              <a:lstStyle/>
              <a:p>
                <a:endParaRPr lang="en-US"/>
              </a:p>
            </p:txBody>
          </p:sp>
        </p:grpSp>
        <p:sp>
          <p:nvSpPr>
            <p:cNvPr id="60423" name="Freeform 9"/>
            <p:cNvSpPr>
              <a:spLocks/>
            </p:cNvSpPr>
            <p:nvPr/>
          </p:nvSpPr>
          <p:spPr bwMode="auto">
            <a:xfrm>
              <a:off x="2187" y="2887"/>
              <a:ext cx="1407" cy="642"/>
            </a:xfrm>
            <a:custGeom>
              <a:avLst/>
              <a:gdLst>
                <a:gd name="T0" fmla="*/ 126 w 1407"/>
                <a:gd name="T1" fmla="*/ 546 h 642"/>
                <a:gd name="T2" fmla="*/ 222 w 1407"/>
                <a:gd name="T3" fmla="*/ 546 h 642"/>
                <a:gd name="T4" fmla="*/ 336 w 1407"/>
                <a:gd name="T5" fmla="*/ 525 h 642"/>
                <a:gd name="T6" fmla="*/ 441 w 1407"/>
                <a:gd name="T7" fmla="*/ 507 h 642"/>
                <a:gd name="T8" fmla="*/ 537 w 1407"/>
                <a:gd name="T9" fmla="*/ 480 h 642"/>
                <a:gd name="T10" fmla="*/ 618 w 1407"/>
                <a:gd name="T11" fmla="*/ 444 h 642"/>
                <a:gd name="T12" fmla="*/ 678 w 1407"/>
                <a:gd name="T13" fmla="*/ 402 h 642"/>
                <a:gd name="T14" fmla="*/ 759 w 1407"/>
                <a:gd name="T15" fmla="*/ 315 h 642"/>
                <a:gd name="T16" fmla="*/ 834 w 1407"/>
                <a:gd name="T17" fmla="*/ 216 h 642"/>
                <a:gd name="T18" fmla="*/ 924 w 1407"/>
                <a:gd name="T19" fmla="*/ 102 h 642"/>
                <a:gd name="T20" fmla="*/ 990 w 1407"/>
                <a:gd name="T21" fmla="*/ 57 h 642"/>
                <a:gd name="T22" fmla="*/ 1080 w 1407"/>
                <a:gd name="T23" fmla="*/ 24 h 642"/>
                <a:gd name="T24" fmla="*/ 1161 w 1407"/>
                <a:gd name="T25" fmla="*/ 9 h 642"/>
                <a:gd name="T26" fmla="*/ 1242 w 1407"/>
                <a:gd name="T27" fmla="*/ 0 h 642"/>
                <a:gd name="T28" fmla="*/ 1332 w 1407"/>
                <a:gd name="T29" fmla="*/ 6 h 642"/>
                <a:gd name="T30" fmla="*/ 1389 w 1407"/>
                <a:gd name="T31" fmla="*/ 6 h 642"/>
                <a:gd name="T32" fmla="*/ 1407 w 1407"/>
                <a:gd name="T33" fmla="*/ 18 h 642"/>
                <a:gd name="T34" fmla="*/ 1407 w 1407"/>
                <a:gd name="T35" fmla="*/ 90 h 642"/>
                <a:gd name="T36" fmla="*/ 1404 w 1407"/>
                <a:gd name="T37" fmla="*/ 135 h 642"/>
                <a:gd name="T38" fmla="*/ 1395 w 1407"/>
                <a:gd name="T39" fmla="*/ 192 h 642"/>
                <a:gd name="T40" fmla="*/ 1377 w 1407"/>
                <a:gd name="T41" fmla="*/ 243 h 642"/>
                <a:gd name="T42" fmla="*/ 1263 w 1407"/>
                <a:gd name="T43" fmla="*/ 249 h 642"/>
                <a:gd name="T44" fmla="*/ 1170 w 1407"/>
                <a:gd name="T45" fmla="*/ 243 h 642"/>
                <a:gd name="T46" fmla="*/ 1077 w 1407"/>
                <a:gd name="T47" fmla="*/ 252 h 642"/>
                <a:gd name="T48" fmla="*/ 1014 w 1407"/>
                <a:gd name="T49" fmla="*/ 267 h 642"/>
                <a:gd name="T50" fmla="*/ 963 w 1407"/>
                <a:gd name="T51" fmla="*/ 285 h 642"/>
                <a:gd name="T52" fmla="*/ 897 w 1407"/>
                <a:gd name="T53" fmla="*/ 315 h 642"/>
                <a:gd name="T54" fmla="*/ 843 w 1407"/>
                <a:gd name="T55" fmla="*/ 375 h 642"/>
                <a:gd name="T56" fmla="*/ 768 w 1407"/>
                <a:gd name="T57" fmla="*/ 447 h 642"/>
                <a:gd name="T58" fmla="*/ 717 w 1407"/>
                <a:gd name="T59" fmla="*/ 498 h 642"/>
                <a:gd name="T60" fmla="*/ 669 w 1407"/>
                <a:gd name="T61" fmla="*/ 540 h 642"/>
                <a:gd name="T62" fmla="*/ 621 w 1407"/>
                <a:gd name="T63" fmla="*/ 564 h 642"/>
                <a:gd name="T64" fmla="*/ 564 w 1407"/>
                <a:gd name="T65" fmla="*/ 588 h 642"/>
                <a:gd name="T66" fmla="*/ 477 w 1407"/>
                <a:gd name="T67" fmla="*/ 606 h 642"/>
                <a:gd name="T68" fmla="*/ 375 w 1407"/>
                <a:gd name="T69" fmla="*/ 627 h 642"/>
                <a:gd name="T70" fmla="*/ 273 w 1407"/>
                <a:gd name="T71" fmla="*/ 636 h 642"/>
                <a:gd name="T72" fmla="*/ 171 w 1407"/>
                <a:gd name="T73" fmla="*/ 642 h 642"/>
                <a:gd name="T74" fmla="*/ 66 w 1407"/>
                <a:gd name="T75" fmla="*/ 636 h 642"/>
                <a:gd name="T76" fmla="*/ 15 w 1407"/>
                <a:gd name="T77" fmla="*/ 630 h 642"/>
                <a:gd name="T78" fmla="*/ 0 w 1407"/>
                <a:gd name="T79" fmla="*/ 606 h 642"/>
                <a:gd name="T80" fmla="*/ 3 w 1407"/>
                <a:gd name="T81" fmla="*/ 573 h 642"/>
                <a:gd name="T82" fmla="*/ 9 w 1407"/>
                <a:gd name="T83" fmla="*/ 543 h 642"/>
                <a:gd name="T84" fmla="*/ 57 w 1407"/>
                <a:gd name="T85" fmla="*/ 546 h 642"/>
                <a:gd name="T86" fmla="*/ 180 w 1407"/>
                <a:gd name="T87" fmla="*/ 549 h 642"/>
                <a:gd name="T88" fmla="*/ 204 w 1407"/>
                <a:gd name="T89" fmla="*/ 546 h 642"/>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07"/>
                <a:gd name="T136" fmla="*/ 0 h 642"/>
                <a:gd name="T137" fmla="*/ 1407 w 1407"/>
                <a:gd name="T138" fmla="*/ 642 h 642"/>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07" h="642">
                  <a:moveTo>
                    <a:pt x="126" y="546"/>
                  </a:moveTo>
                  <a:lnTo>
                    <a:pt x="222" y="546"/>
                  </a:lnTo>
                  <a:lnTo>
                    <a:pt x="336" y="525"/>
                  </a:lnTo>
                  <a:lnTo>
                    <a:pt x="441" y="507"/>
                  </a:lnTo>
                  <a:lnTo>
                    <a:pt x="537" y="480"/>
                  </a:lnTo>
                  <a:lnTo>
                    <a:pt x="618" y="444"/>
                  </a:lnTo>
                  <a:lnTo>
                    <a:pt x="678" y="402"/>
                  </a:lnTo>
                  <a:lnTo>
                    <a:pt x="759" y="315"/>
                  </a:lnTo>
                  <a:lnTo>
                    <a:pt x="834" y="216"/>
                  </a:lnTo>
                  <a:lnTo>
                    <a:pt x="924" y="102"/>
                  </a:lnTo>
                  <a:lnTo>
                    <a:pt x="990" y="57"/>
                  </a:lnTo>
                  <a:lnTo>
                    <a:pt x="1080" y="24"/>
                  </a:lnTo>
                  <a:lnTo>
                    <a:pt x="1161" y="9"/>
                  </a:lnTo>
                  <a:lnTo>
                    <a:pt x="1242" y="0"/>
                  </a:lnTo>
                  <a:lnTo>
                    <a:pt x="1332" y="6"/>
                  </a:lnTo>
                  <a:lnTo>
                    <a:pt x="1389" y="6"/>
                  </a:lnTo>
                  <a:lnTo>
                    <a:pt x="1407" y="18"/>
                  </a:lnTo>
                  <a:lnTo>
                    <a:pt x="1407" y="90"/>
                  </a:lnTo>
                  <a:lnTo>
                    <a:pt x="1404" y="135"/>
                  </a:lnTo>
                  <a:lnTo>
                    <a:pt x="1395" y="192"/>
                  </a:lnTo>
                  <a:lnTo>
                    <a:pt x="1377" y="243"/>
                  </a:lnTo>
                  <a:lnTo>
                    <a:pt x="1263" y="249"/>
                  </a:lnTo>
                  <a:lnTo>
                    <a:pt x="1170" y="243"/>
                  </a:lnTo>
                  <a:lnTo>
                    <a:pt x="1077" y="252"/>
                  </a:lnTo>
                  <a:lnTo>
                    <a:pt x="1014" y="267"/>
                  </a:lnTo>
                  <a:lnTo>
                    <a:pt x="963" y="285"/>
                  </a:lnTo>
                  <a:lnTo>
                    <a:pt x="897" y="315"/>
                  </a:lnTo>
                  <a:lnTo>
                    <a:pt x="843" y="375"/>
                  </a:lnTo>
                  <a:lnTo>
                    <a:pt x="768" y="447"/>
                  </a:lnTo>
                  <a:lnTo>
                    <a:pt x="717" y="498"/>
                  </a:lnTo>
                  <a:lnTo>
                    <a:pt x="669" y="540"/>
                  </a:lnTo>
                  <a:lnTo>
                    <a:pt x="621" y="564"/>
                  </a:lnTo>
                  <a:lnTo>
                    <a:pt x="564" y="588"/>
                  </a:lnTo>
                  <a:lnTo>
                    <a:pt x="477" y="606"/>
                  </a:lnTo>
                  <a:lnTo>
                    <a:pt x="375" y="627"/>
                  </a:lnTo>
                  <a:lnTo>
                    <a:pt x="273" y="636"/>
                  </a:lnTo>
                  <a:lnTo>
                    <a:pt x="171" y="642"/>
                  </a:lnTo>
                  <a:lnTo>
                    <a:pt x="66" y="636"/>
                  </a:lnTo>
                  <a:lnTo>
                    <a:pt x="15" y="630"/>
                  </a:lnTo>
                  <a:lnTo>
                    <a:pt x="0" y="606"/>
                  </a:lnTo>
                  <a:lnTo>
                    <a:pt x="3" y="573"/>
                  </a:lnTo>
                  <a:lnTo>
                    <a:pt x="9" y="543"/>
                  </a:lnTo>
                  <a:lnTo>
                    <a:pt x="57" y="546"/>
                  </a:lnTo>
                  <a:lnTo>
                    <a:pt x="180" y="549"/>
                  </a:lnTo>
                  <a:lnTo>
                    <a:pt x="204" y="546"/>
                  </a:lnTo>
                </a:path>
              </a:pathLst>
            </a:custGeom>
            <a:solidFill>
              <a:srgbClr val="99CCFF"/>
            </a:solidFill>
            <a:ln w="9525">
              <a:solidFill>
                <a:srgbClr val="000000"/>
              </a:solidFill>
              <a:round/>
              <a:headEnd/>
              <a:tailEnd/>
            </a:ln>
          </p:spPr>
          <p:txBody>
            <a:bodyPr/>
            <a:lstStyle/>
            <a:p>
              <a:endParaRPr lang="en-US"/>
            </a:p>
          </p:txBody>
        </p:sp>
        <p:sp>
          <p:nvSpPr>
            <p:cNvPr id="60424" name="Freeform 10"/>
            <p:cNvSpPr>
              <a:spLocks/>
            </p:cNvSpPr>
            <p:nvPr/>
          </p:nvSpPr>
          <p:spPr bwMode="auto">
            <a:xfrm rot="-10354484">
              <a:off x="2227" y="3057"/>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rgbClr val="000000"/>
              </a:solidFill>
              <a:round/>
              <a:headEnd/>
              <a:tailEnd/>
            </a:ln>
          </p:spPr>
          <p:txBody>
            <a:bodyPr/>
            <a:lstStyle/>
            <a:p>
              <a:endParaRPr lang="en-US"/>
            </a:p>
          </p:txBody>
        </p:sp>
        <p:sp>
          <p:nvSpPr>
            <p:cNvPr id="60425" name="Freeform 11"/>
            <p:cNvSpPr>
              <a:spLocks/>
            </p:cNvSpPr>
            <p:nvPr/>
          </p:nvSpPr>
          <p:spPr bwMode="auto">
            <a:xfrm rot="-10354484">
              <a:off x="2247" y="2811"/>
              <a:ext cx="1353" cy="713"/>
            </a:xfrm>
            <a:custGeom>
              <a:avLst/>
              <a:gdLst>
                <a:gd name="T0" fmla="*/ 0 w 1362"/>
                <a:gd name="T1" fmla="*/ 45994 h 558"/>
                <a:gd name="T2" fmla="*/ 403 w 1362"/>
                <a:gd name="T3" fmla="*/ 39223 h 558"/>
                <a:gd name="T4" fmla="*/ 696 w 1362"/>
                <a:gd name="T5" fmla="*/ 11270 h 558"/>
                <a:gd name="T6" fmla="*/ 1209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rgbClr val="000000"/>
              </a:solidFill>
              <a:round/>
              <a:headEnd/>
              <a:tailEnd/>
            </a:ln>
          </p:spPr>
          <p:txBody>
            <a:bodyPr/>
            <a:lstStyle/>
            <a:p>
              <a:endParaRPr lang="en-US"/>
            </a:p>
          </p:txBody>
        </p:sp>
        <p:sp>
          <p:nvSpPr>
            <p:cNvPr id="60426" name="Oval 12"/>
            <p:cNvSpPr>
              <a:spLocks noChangeArrowheads="1"/>
            </p:cNvSpPr>
            <p:nvPr/>
          </p:nvSpPr>
          <p:spPr bwMode="auto">
            <a:xfrm rot="-10354484">
              <a:off x="3607" y="2899"/>
              <a:ext cx="56" cy="249"/>
            </a:xfrm>
            <a:prstGeom prst="ellipse">
              <a:avLst/>
            </a:prstGeom>
            <a:noFill/>
            <a:ln w="9525">
              <a:solidFill>
                <a:srgbClr val="000000"/>
              </a:solidFill>
              <a:round/>
              <a:headEnd/>
              <a:tailEnd/>
            </a:ln>
          </p:spPr>
          <p:txBody>
            <a:bodyPr wrap="none" anchor="ctr"/>
            <a:lstStyle/>
            <a:p>
              <a:endParaRPr lang="en-US"/>
            </a:p>
          </p:txBody>
        </p:sp>
        <p:sp>
          <p:nvSpPr>
            <p:cNvPr id="60427" name="Oval 13"/>
            <p:cNvSpPr>
              <a:spLocks noChangeArrowheads="1"/>
            </p:cNvSpPr>
            <p:nvPr/>
          </p:nvSpPr>
          <p:spPr bwMode="auto">
            <a:xfrm rot="-10354484">
              <a:off x="2184" y="3431"/>
              <a:ext cx="52" cy="93"/>
            </a:xfrm>
            <a:prstGeom prst="ellipse">
              <a:avLst/>
            </a:prstGeom>
            <a:noFill/>
            <a:ln w="9525">
              <a:solidFill>
                <a:srgbClr val="000000"/>
              </a:solidFill>
              <a:round/>
              <a:headEnd/>
              <a:tailEnd/>
            </a:ln>
          </p:spPr>
          <p:txBody>
            <a:bodyPr wrap="none" anchor="ctr"/>
            <a:lstStyle/>
            <a:p>
              <a:endParaRPr lang="en-US"/>
            </a:p>
          </p:txBody>
        </p:sp>
        <p:sp>
          <p:nvSpPr>
            <p:cNvPr id="60428" name="Oval 14"/>
            <p:cNvSpPr>
              <a:spLocks noChangeArrowheads="1"/>
            </p:cNvSpPr>
            <p:nvPr/>
          </p:nvSpPr>
          <p:spPr bwMode="auto">
            <a:xfrm rot="-10354484">
              <a:off x="3538" y="2893"/>
              <a:ext cx="56" cy="249"/>
            </a:xfrm>
            <a:prstGeom prst="ellipse">
              <a:avLst/>
            </a:prstGeom>
            <a:noFill/>
            <a:ln w="9525">
              <a:solidFill>
                <a:srgbClr val="000000"/>
              </a:solidFill>
              <a:round/>
              <a:headEnd/>
              <a:tailEnd/>
            </a:ln>
          </p:spPr>
          <p:txBody>
            <a:bodyPr wrap="none" anchor="ctr"/>
            <a:lstStyle/>
            <a:p>
              <a:endParaRPr lang="en-US"/>
            </a:p>
          </p:txBody>
        </p:sp>
        <p:sp>
          <p:nvSpPr>
            <p:cNvPr id="60429" name="Text Box 15"/>
            <p:cNvSpPr txBox="1">
              <a:spLocks noChangeArrowheads="1"/>
            </p:cNvSpPr>
            <p:nvPr/>
          </p:nvSpPr>
          <p:spPr bwMode="auto">
            <a:xfrm>
              <a:off x="2070" y="3105"/>
              <a:ext cx="230" cy="291"/>
            </a:xfrm>
            <a:prstGeom prst="rect">
              <a:avLst/>
            </a:prstGeom>
            <a:noFill/>
            <a:ln w="9525">
              <a:noFill/>
              <a:miter lim="800000"/>
              <a:headEnd/>
              <a:tailEnd/>
            </a:ln>
          </p:spPr>
          <p:txBody>
            <a:bodyPr wrap="none">
              <a:spAutoFit/>
            </a:bodyPr>
            <a:lstStyle/>
            <a:p>
              <a:pPr eaLnBrk="0" hangingPunct="0"/>
              <a:r>
                <a:rPr lang="en-US" sz="2400">
                  <a:solidFill>
                    <a:srgbClr val="000000"/>
                  </a:solidFill>
                </a:rPr>
                <a:t>A</a:t>
              </a:r>
            </a:p>
          </p:txBody>
        </p:sp>
        <p:sp>
          <p:nvSpPr>
            <p:cNvPr id="60430" name="Text Box 16"/>
            <p:cNvSpPr txBox="1">
              <a:spLocks noChangeArrowheads="1"/>
            </p:cNvSpPr>
            <p:nvPr/>
          </p:nvSpPr>
          <p:spPr bwMode="auto">
            <a:xfrm>
              <a:off x="3473" y="2619"/>
              <a:ext cx="233" cy="291"/>
            </a:xfrm>
            <a:prstGeom prst="rect">
              <a:avLst/>
            </a:prstGeom>
            <a:noFill/>
            <a:ln w="9525">
              <a:noFill/>
              <a:miter lim="800000"/>
              <a:headEnd/>
              <a:tailEnd/>
            </a:ln>
          </p:spPr>
          <p:txBody>
            <a:bodyPr wrap="none">
              <a:spAutoFit/>
            </a:bodyPr>
            <a:lstStyle/>
            <a:p>
              <a:pPr eaLnBrk="0" hangingPunct="0"/>
              <a:r>
                <a:rPr lang="en-US" sz="2400">
                  <a:solidFill>
                    <a:srgbClr val="000000"/>
                  </a:solidFill>
                </a:rPr>
                <a:t>B</a:t>
              </a:r>
            </a:p>
          </p:txBody>
        </p:sp>
      </p:grpSp>
    </p:spTree>
    <p:extLst>
      <p:ext uri="{BB962C8B-B14F-4D97-AF65-F5344CB8AC3E}">
        <p14:creationId xmlns:p14="http://schemas.microsoft.com/office/powerpoint/2010/main" val="12288905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p:cNvSpPr>
            <a:spLocks noGrp="1" noChangeArrowheads="1"/>
          </p:cNvSpPr>
          <p:nvPr>
            <p:ph type="title"/>
          </p:nvPr>
        </p:nvSpPr>
        <p:spPr/>
        <p:txBody>
          <a:bodyPr/>
          <a:lstStyle/>
          <a:p>
            <a:pPr eaLnBrk="1" hangingPunct="1"/>
            <a:r>
              <a:rPr lang="en-US" altLang="en-US"/>
              <a:t>Equation of Continuity</a:t>
            </a:r>
          </a:p>
        </p:txBody>
      </p:sp>
      <p:sp>
        <p:nvSpPr>
          <p:cNvPr id="8196" name="Rectangle 3"/>
          <p:cNvSpPr>
            <a:spLocks noGrp="1" noChangeArrowheads="1"/>
          </p:cNvSpPr>
          <p:nvPr>
            <p:ph type="body" idx="1"/>
          </p:nvPr>
        </p:nvSpPr>
        <p:spPr>
          <a:xfrm>
            <a:off x="392113" y="1523616"/>
            <a:ext cx="4138613" cy="4122738"/>
          </a:xfrm>
        </p:spPr>
        <p:txBody>
          <a:bodyPr>
            <a:normAutofit lnSpcReduction="10000"/>
          </a:bodyPr>
          <a:lstStyle/>
          <a:p>
            <a:pPr eaLnBrk="1" hangingPunct="1">
              <a:lnSpc>
                <a:spcPct val="80000"/>
              </a:lnSpc>
            </a:pPr>
            <a:r>
              <a:rPr lang="en-US" altLang="en-US" sz="2000" dirty="0"/>
              <a:t>Imagine a segment of fluid as shown in the top figure</a:t>
            </a:r>
          </a:p>
          <a:p>
            <a:pPr lvl="1" eaLnBrk="1" hangingPunct="1">
              <a:lnSpc>
                <a:spcPct val="80000"/>
              </a:lnSpc>
            </a:pPr>
            <a:r>
              <a:rPr lang="en-US" altLang="en-US" sz="1800" dirty="0">
                <a:sym typeface="Symbol" pitchFamily="18" charset="2"/>
              </a:rPr>
              <a:t>The volume at the right end that is x</a:t>
            </a:r>
            <a:r>
              <a:rPr lang="en-US" altLang="en-US" sz="1800" baseline="-25000" dirty="0">
                <a:sym typeface="Symbol" pitchFamily="18" charset="2"/>
              </a:rPr>
              <a:t>2</a:t>
            </a:r>
            <a:r>
              <a:rPr lang="en-US" altLang="en-US" sz="1800" dirty="0">
                <a:sym typeface="Symbol" pitchFamily="18" charset="2"/>
              </a:rPr>
              <a:t> long is not part of the segment</a:t>
            </a:r>
            <a:endParaRPr lang="en-US" altLang="en-US" sz="1800" dirty="0"/>
          </a:p>
          <a:p>
            <a:pPr eaLnBrk="1" hangingPunct="1">
              <a:lnSpc>
                <a:spcPct val="80000"/>
              </a:lnSpc>
            </a:pPr>
            <a:endParaRPr lang="en-US" altLang="en-US" sz="2000" dirty="0"/>
          </a:p>
          <a:p>
            <a:pPr eaLnBrk="1" hangingPunct="1">
              <a:lnSpc>
                <a:spcPct val="80000"/>
              </a:lnSpc>
            </a:pPr>
            <a:r>
              <a:rPr lang="en-US" altLang="en-US" sz="2000" dirty="0"/>
              <a:t>In time </a:t>
            </a:r>
            <a:r>
              <a:rPr lang="en-US" altLang="en-US" sz="2000" dirty="0">
                <a:sym typeface="Symbol" pitchFamily="18" charset="2"/>
              </a:rPr>
              <a:t>t the segment moves so the left hand boundary has traveled through x</a:t>
            </a:r>
            <a:r>
              <a:rPr lang="en-US" altLang="en-US" sz="2000" baseline="-25000" dirty="0">
                <a:sym typeface="Symbol" pitchFamily="18" charset="2"/>
              </a:rPr>
              <a:t>1</a:t>
            </a:r>
            <a:r>
              <a:rPr lang="en-US" altLang="en-US" sz="2000" dirty="0">
                <a:sym typeface="Symbol" pitchFamily="18" charset="2"/>
              </a:rPr>
              <a:t> and the right hand boundary has traveled through x</a:t>
            </a:r>
            <a:r>
              <a:rPr lang="en-US" altLang="en-US" sz="2000" baseline="-25000" dirty="0">
                <a:sym typeface="Symbol" pitchFamily="18" charset="2"/>
              </a:rPr>
              <a:t>2</a:t>
            </a:r>
            <a:r>
              <a:rPr lang="en-US" altLang="en-US" sz="2000" dirty="0">
                <a:sym typeface="Symbol" pitchFamily="18" charset="2"/>
              </a:rPr>
              <a:t> </a:t>
            </a:r>
          </a:p>
          <a:p>
            <a:pPr eaLnBrk="1" hangingPunct="1">
              <a:lnSpc>
                <a:spcPct val="80000"/>
              </a:lnSpc>
            </a:pPr>
            <a:endParaRPr lang="en-US" altLang="en-US" sz="2000" dirty="0">
              <a:sym typeface="Symbol" pitchFamily="18" charset="2"/>
            </a:endParaRPr>
          </a:p>
          <a:p>
            <a:pPr eaLnBrk="1" hangingPunct="1">
              <a:lnSpc>
                <a:spcPct val="80000"/>
              </a:lnSpc>
            </a:pPr>
            <a:r>
              <a:rPr lang="en-US" altLang="en-US" sz="2000" dirty="0">
                <a:sym typeface="Symbol" pitchFamily="18" charset="2"/>
              </a:rPr>
              <a:t>The bottom figure is the one from the book that tries to describe this all in one figure</a:t>
            </a:r>
          </a:p>
          <a:p>
            <a:pPr eaLnBrk="1" hangingPunct="1">
              <a:lnSpc>
                <a:spcPct val="80000"/>
              </a:lnSpc>
              <a:buFontTx/>
              <a:buNone/>
            </a:pPr>
            <a:endParaRPr lang="en-US" altLang="en-US" sz="2000" dirty="0">
              <a:sym typeface="Symbol" pitchFamily="18" charset="2"/>
            </a:endParaRPr>
          </a:p>
          <a:p>
            <a:pPr eaLnBrk="1" hangingPunct="1">
              <a:lnSpc>
                <a:spcPct val="80000"/>
              </a:lnSpc>
            </a:pPr>
            <a:endParaRPr lang="en-US" altLang="en-US" sz="2000" dirty="0"/>
          </a:p>
        </p:txBody>
      </p:sp>
      <p:sp>
        <p:nvSpPr>
          <p:cNvPr id="8197" name="Rectangle 4"/>
          <p:cNvSpPr>
            <a:spLocks noChangeArrowheads="1"/>
          </p:cNvSpPr>
          <p:nvPr/>
        </p:nvSpPr>
        <p:spPr bwMode="auto">
          <a:xfrm>
            <a:off x="1524001" y="307764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8198" name="Object 5"/>
          <p:cNvGraphicFramePr>
            <a:graphicFrameLocks noChangeAspect="1"/>
          </p:cNvGraphicFramePr>
          <p:nvPr>
            <p:extLst>
              <p:ext uri="{D42A27DB-BD31-4B8C-83A1-F6EECF244321}">
                <p14:modId xmlns:p14="http://schemas.microsoft.com/office/powerpoint/2010/main" val="380325831"/>
              </p:ext>
            </p:extLst>
          </p:nvPr>
        </p:nvGraphicFramePr>
        <p:xfrm>
          <a:off x="1524001" y="5549374"/>
          <a:ext cx="1185863" cy="395288"/>
        </p:xfrm>
        <a:graphic>
          <a:graphicData uri="http://schemas.openxmlformats.org/presentationml/2006/ole">
            <mc:AlternateContent xmlns:mc="http://schemas.openxmlformats.org/markup-compatibility/2006">
              <mc:Choice xmlns:v="urn:schemas-microsoft-com:vml" Requires="v">
                <p:oleObj name="Equation" r:id="rId2" imgW="647419" imgH="215806" progId="Equation.3">
                  <p:embed/>
                </p:oleObj>
              </mc:Choice>
              <mc:Fallback>
                <p:oleObj name="Equation" r:id="rId2" imgW="647419" imgH="215806" progId="Equation.3">
                  <p:embed/>
                  <p:pic>
                    <p:nvPicPr>
                      <p:cNvPr id="8198"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1" y="5549374"/>
                        <a:ext cx="1185863" cy="395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nvGrpSpPr>
          <p:cNvPr id="8199" name="Group 6"/>
          <p:cNvGrpSpPr>
            <a:grpSpLocks/>
          </p:cNvGrpSpPr>
          <p:nvPr/>
        </p:nvGrpSpPr>
        <p:grpSpPr bwMode="auto">
          <a:xfrm>
            <a:off x="6506918" y="768080"/>
            <a:ext cx="4616803" cy="5357798"/>
            <a:chOff x="3027" y="1015"/>
            <a:chExt cx="2269" cy="2785"/>
          </a:xfrm>
        </p:grpSpPr>
        <p:grpSp>
          <p:nvGrpSpPr>
            <p:cNvPr id="8200" name="Group 7"/>
            <p:cNvGrpSpPr>
              <a:grpSpLocks/>
            </p:cNvGrpSpPr>
            <p:nvPr/>
          </p:nvGrpSpPr>
          <p:grpSpPr bwMode="auto">
            <a:xfrm>
              <a:off x="3478" y="1015"/>
              <a:ext cx="1480" cy="804"/>
              <a:chOff x="698" y="1317"/>
              <a:chExt cx="1480" cy="804"/>
            </a:xfrm>
          </p:grpSpPr>
          <p:grpSp>
            <p:nvGrpSpPr>
              <p:cNvPr id="8251" name="Group 8"/>
              <p:cNvGrpSpPr>
                <a:grpSpLocks/>
              </p:cNvGrpSpPr>
              <p:nvPr/>
            </p:nvGrpSpPr>
            <p:grpSpPr bwMode="auto">
              <a:xfrm>
                <a:off x="698" y="1936"/>
                <a:ext cx="161" cy="96"/>
                <a:chOff x="707" y="2868"/>
                <a:chExt cx="161" cy="96"/>
              </a:xfrm>
            </p:grpSpPr>
            <p:sp>
              <p:nvSpPr>
                <p:cNvPr id="8258" name="AutoShape 9"/>
                <p:cNvSpPr>
                  <a:spLocks noChangeArrowheads="1"/>
                </p:cNvSpPr>
                <p:nvPr/>
              </p:nvSpPr>
              <p:spPr bwMode="auto">
                <a:xfrm rot="213656" flipH="1">
                  <a:off x="707" y="2868"/>
                  <a:ext cx="161" cy="96"/>
                </a:xfrm>
                <a:prstGeom prst="flowChartMagneticDrum">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8259" name="Arc 10"/>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400"/>
                </a:p>
              </p:txBody>
            </p:sp>
          </p:grpSp>
          <p:sp>
            <p:nvSpPr>
              <p:cNvPr id="8252" name="Freeform 11"/>
              <p:cNvSpPr>
                <a:spLocks/>
              </p:cNvSpPr>
              <p:nvPr/>
            </p:nvSpPr>
            <p:spPr bwMode="auto">
              <a:xfrm>
                <a:off x="702" y="1393"/>
                <a:ext cx="1407" cy="642"/>
              </a:xfrm>
              <a:custGeom>
                <a:avLst/>
                <a:gdLst>
                  <a:gd name="T0" fmla="*/ 126 w 1407"/>
                  <a:gd name="T1" fmla="*/ 546 h 642"/>
                  <a:gd name="T2" fmla="*/ 222 w 1407"/>
                  <a:gd name="T3" fmla="*/ 546 h 642"/>
                  <a:gd name="T4" fmla="*/ 336 w 1407"/>
                  <a:gd name="T5" fmla="*/ 525 h 642"/>
                  <a:gd name="T6" fmla="*/ 441 w 1407"/>
                  <a:gd name="T7" fmla="*/ 507 h 642"/>
                  <a:gd name="T8" fmla="*/ 537 w 1407"/>
                  <a:gd name="T9" fmla="*/ 480 h 642"/>
                  <a:gd name="T10" fmla="*/ 618 w 1407"/>
                  <a:gd name="T11" fmla="*/ 444 h 642"/>
                  <a:gd name="T12" fmla="*/ 678 w 1407"/>
                  <a:gd name="T13" fmla="*/ 402 h 642"/>
                  <a:gd name="T14" fmla="*/ 759 w 1407"/>
                  <a:gd name="T15" fmla="*/ 315 h 642"/>
                  <a:gd name="T16" fmla="*/ 834 w 1407"/>
                  <a:gd name="T17" fmla="*/ 216 h 642"/>
                  <a:gd name="T18" fmla="*/ 924 w 1407"/>
                  <a:gd name="T19" fmla="*/ 102 h 642"/>
                  <a:gd name="T20" fmla="*/ 990 w 1407"/>
                  <a:gd name="T21" fmla="*/ 57 h 642"/>
                  <a:gd name="T22" fmla="*/ 1080 w 1407"/>
                  <a:gd name="T23" fmla="*/ 24 h 642"/>
                  <a:gd name="T24" fmla="*/ 1161 w 1407"/>
                  <a:gd name="T25" fmla="*/ 9 h 642"/>
                  <a:gd name="T26" fmla="*/ 1242 w 1407"/>
                  <a:gd name="T27" fmla="*/ 0 h 642"/>
                  <a:gd name="T28" fmla="*/ 1332 w 1407"/>
                  <a:gd name="T29" fmla="*/ 6 h 642"/>
                  <a:gd name="T30" fmla="*/ 1389 w 1407"/>
                  <a:gd name="T31" fmla="*/ 6 h 642"/>
                  <a:gd name="T32" fmla="*/ 1407 w 1407"/>
                  <a:gd name="T33" fmla="*/ 18 h 642"/>
                  <a:gd name="T34" fmla="*/ 1407 w 1407"/>
                  <a:gd name="T35" fmla="*/ 90 h 642"/>
                  <a:gd name="T36" fmla="*/ 1404 w 1407"/>
                  <a:gd name="T37" fmla="*/ 135 h 642"/>
                  <a:gd name="T38" fmla="*/ 1395 w 1407"/>
                  <a:gd name="T39" fmla="*/ 192 h 642"/>
                  <a:gd name="T40" fmla="*/ 1377 w 1407"/>
                  <a:gd name="T41" fmla="*/ 243 h 642"/>
                  <a:gd name="T42" fmla="*/ 1263 w 1407"/>
                  <a:gd name="T43" fmla="*/ 249 h 642"/>
                  <a:gd name="T44" fmla="*/ 1170 w 1407"/>
                  <a:gd name="T45" fmla="*/ 243 h 642"/>
                  <a:gd name="T46" fmla="*/ 1077 w 1407"/>
                  <a:gd name="T47" fmla="*/ 252 h 642"/>
                  <a:gd name="T48" fmla="*/ 1014 w 1407"/>
                  <a:gd name="T49" fmla="*/ 267 h 642"/>
                  <a:gd name="T50" fmla="*/ 963 w 1407"/>
                  <a:gd name="T51" fmla="*/ 285 h 642"/>
                  <a:gd name="T52" fmla="*/ 897 w 1407"/>
                  <a:gd name="T53" fmla="*/ 315 h 642"/>
                  <a:gd name="T54" fmla="*/ 843 w 1407"/>
                  <a:gd name="T55" fmla="*/ 375 h 642"/>
                  <a:gd name="T56" fmla="*/ 768 w 1407"/>
                  <a:gd name="T57" fmla="*/ 447 h 642"/>
                  <a:gd name="T58" fmla="*/ 717 w 1407"/>
                  <a:gd name="T59" fmla="*/ 498 h 642"/>
                  <a:gd name="T60" fmla="*/ 669 w 1407"/>
                  <a:gd name="T61" fmla="*/ 540 h 642"/>
                  <a:gd name="T62" fmla="*/ 621 w 1407"/>
                  <a:gd name="T63" fmla="*/ 564 h 642"/>
                  <a:gd name="T64" fmla="*/ 564 w 1407"/>
                  <a:gd name="T65" fmla="*/ 588 h 642"/>
                  <a:gd name="T66" fmla="*/ 477 w 1407"/>
                  <a:gd name="T67" fmla="*/ 606 h 642"/>
                  <a:gd name="T68" fmla="*/ 375 w 1407"/>
                  <a:gd name="T69" fmla="*/ 627 h 642"/>
                  <a:gd name="T70" fmla="*/ 273 w 1407"/>
                  <a:gd name="T71" fmla="*/ 636 h 642"/>
                  <a:gd name="T72" fmla="*/ 171 w 1407"/>
                  <a:gd name="T73" fmla="*/ 642 h 642"/>
                  <a:gd name="T74" fmla="*/ 66 w 1407"/>
                  <a:gd name="T75" fmla="*/ 636 h 642"/>
                  <a:gd name="T76" fmla="*/ 15 w 1407"/>
                  <a:gd name="T77" fmla="*/ 630 h 642"/>
                  <a:gd name="T78" fmla="*/ 0 w 1407"/>
                  <a:gd name="T79" fmla="*/ 606 h 642"/>
                  <a:gd name="T80" fmla="*/ 3 w 1407"/>
                  <a:gd name="T81" fmla="*/ 573 h 642"/>
                  <a:gd name="T82" fmla="*/ 9 w 1407"/>
                  <a:gd name="T83" fmla="*/ 543 h 642"/>
                  <a:gd name="T84" fmla="*/ 57 w 1407"/>
                  <a:gd name="T85" fmla="*/ 546 h 642"/>
                  <a:gd name="T86" fmla="*/ 180 w 1407"/>
                  <a:gd name="T87" fmla="*/ 549 h 642"/>
                  <a:gd name="T88" fmla="*/ 204 w 1407"/>
                  <a:gd name="T89" fmla="*/ 546 h 642"/>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07"/>
                  <a:gd name="T136" fmla="*/ 0 h 642"/>
                  <a:gd name="T137" fmla="*/ 1407 w 1407"/>
                  <a:gd name="T138" fmla="*/ 642 h 642"/>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07" h="642">
                    <a:moveTo>
                      <a:pt x="126" y="546"/>
                    </a:moveTo>
                    <a:lnTo>
                      <a:pt x="222" y="546"/>
                    </a:lnTo>
                    <a:lnTo>
                      <a:pt x="336" y="525"/>
                    </a:lnTo>
                    <a:lnTo>
                      <a:pt x="441" y="507"/>
                    </a:lnTo>
                    <a:lnTo>
                      <a:pt x="537" y="480"/>
                    </a:lnTo>
                    <a:lnTo>
                      <a:pt x="618" y="444"/>
                    </a:lnTo>
                    <a:lnTo>
                      <a:pt x="678" y="402"/>
                    </a:lnTo>
                    <a:lnTo>
                      <a:pt x="759" y="315"/>
                    </a:lnTo>
                    <a:lnTo>
                      <a:pt x="834" y="216"/>
                    </a:lnTo>
                    <a:lnTo>
                      <a:pt x="924" y="102"/>
                    </a:lnTo>
                    <a:lnTo>
                      <a:pt x="990" y="57"/>
                    </a:lnTo>
                    <a:lnTo>
                      <a:pt x="1080" y="24"/>
                    </a:lnTo>
                    <a:lnTo>
                      <a:pt x="1161" y="9"/>
                    </a:lnTo>
                    <a:lnTo>
                      <a:pt x="1242" y="0"/>
                    </a:lnTo>
                    <a:lnTo>
                      <a:pt x="1332" y="6"/>
                    </a:lnTo>
                    <a:lnTo>
                      <a:pt x="1389" y="6"/>
                    </a:lnTo>
                    <a:lnTo>
                      <a:pt x="1407" y="18"/>
                    </a:lnTo>
                    <a:lnTo>
                      <a:pt x="1407" y="90"/>
                    </a:lnTo>
                    <a:lnTo>
                      <a:pt x="1404" y="135"/>
                    </a:lnTo>
                    <a:lnTo>
                      <a:pt x="1395" y="192"/>
                    </a:lnTo>
                    <a:lnTo>
                      <a:pt x="1377" y="243"/>
                    </a:lnTo>
                    <a:lnTo>
                      <a:pt x="1263" y="249"/>
                    </a:lnTo>
                    <a:lnTo>
                      <a:pt x="1170" y="243"/>
                    </a:lnTo>
                    <a:lnTo>
                      <a:pt x="1077" y="252"/>
                    </a:lnTo>
                    <a:lnTo>
                      <a:pt x="1014" y="267"/>
                    </a:lnTo>
                    <a:lnTo>
                      <a:pt x="963" y="285"/>
                    </a:lnTo>
                    <a:lnTo>
                      <a:pt x="897" y="315"/>
                    </a:lnTo>
                    <a:lnTo>
                      <a:pt x="843" y="375"/>
                    </a:lnTo>
                    <a:lnTo>
                      <a:pt x="768" y="447"/>
                    </a:lnTo>
                    <a:lnTo>
                      <a:pt x="717" y="498"/>
                    </a:lnTo>
                    <a:lnTo>
                      <a:pt x="669" y="540"/>
                    </a:lnTo>
                    <a:lnTo>
                      <a:pt x="621" y="564"/>
                    </a:lnTo>
                    <a:lnTo>
                      <a:pt x="564" y="588"/>
                    </a:lnTo>
                    <a:lnTo>
                      <a:pt x="477" y="606"/>
                    </a:lnTo>
                    <a:lnTo>
                      <a:pt x="375" y="627"/>
                    </a:lnTo>
                    <a:lnTo>
                      <a:pt x="273" y="636"/>
                    </a:lnTo>
                    <a:lnTo>
                      <a:pt x="171" y="642"/>
                    </a:lnTo>
                    <a:lnTo>
                      <a:pt x="66" y="636"/>
                    </a:lnTo>
                    <a:lnTo>
                      <a:pt x="15" y="630"/>
                    </a:lnTo>
                    <a:lnTo>
                      <a:pt x="0" y="606"/>
                    </a:lnTo>
                    <a:lnTo>
                      <a:pt x="3" y="573"/>
                    </a:lnTo>
                    <a:lnTo>
                      <a:pt x="9" y="543"/>
                    </a:lnTo>
                    <a:lnTo>
                      <a:pt x="57" y="546"/>
                    </a:lnTo>
                    <a:lnTo>
                      <a:pt x="180" y="549"/>
                    </a:lnTo>
                    <a:lnTo>
                      <a:pt x="204" y="546"/>
                    </a:lnTo>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sz="2400"/>
              </a:p>
            </p:txBody>
          </p:sp>
          <p:sp>
            <p:nvSpPr>
              <p:cNvPr id="8253" name="Freeform 12"/>
              <p:cNvSpPr>
                <a:spLocks/>
              </p:cNvSpPr>
              <p:nvPr/>
            </p:nvSpPr>
            <p:spPr bwMode="auto">
              <a:xfrm rot="-10354484">
                <a:off x="742" y="1563"/>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8254" name="Freeform 13"/>
              <p:cNvSpPr>
                <a:spLocks/>
              </p:cNvSpPr>
              <p:nvPr/>
            </p:nvSpPr>
            <p:spPr bwMode="auto">
              <a:xfrm rot="-10354484">
                <a:off x="762" y="1317"/>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8255" name="Oval 14"/>
              <p:cNvSpPr>
                <a:spLocks noChangeArrowheads="1"/>
              </p:cNvSpPr>
              <p:nvPr/>
            </p:nvSpPr>
            <p:spPr bwMode="auto">
              <a:xfrm rot="-10354484">
                <a:off x="2122" y="1405"/>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8256" name="Oval 15"/>
              <p:cNvSpPr>
                <a:spLocks noChangeArrowheads="1"/>
              </p:cNvSpPr>
              <p:nvPr/>
            </p:nvSpPr>
            <p:spPr bwMode="auto">
              <a:xfrm rot="-10354484">
                <a:off x="699" y="1937"/>
                <a:ext cx="52" cy="93"/>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8257" name="Oval 16"/>
              <p:cNvSpPr>
                <a:spLocks noChangeArrowheads="1"/>
              </p:cNvSpPr>
              <p:nvPr/>
            </p:nvSpPr>
            <p:spPr bwMode="auto">
              <a:xfrm rot="-10354484">
                <a:off x="2053" y="1399"/>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grpSp>
        <p:grpSp>
          <p:nvGrpSpPr>
            <p:cNvPr id="8201" name="Group 17"/>
            <p:cNvGrpSpPr>
              <a:grpSpLocks/>
            </p:cNvGrpSpPr>
            <p:nvPr/>
          </p:nvGrpSpPr>
          <p:grpSpPr bwMode="auto">
            <a:xfrm>
              <a:off x="3497" y="1926"/>
              <a:ext cx="1483" cy="804"/>
              <a:chOff x="746" y="2786"/>
              <a:chExt cx="1483" cy="804"/>
            </a:xfrm>
          </p:grpSpPr>
          <p:sp>
            <p:nvSpPr>
              <p:cNvPr id="8242" name="Freeform 18"/>
              <p:cNvSpPr>
                <a:spLocks/>
              </p:cNvSpPr>
              <p:nvPr/>
            </p:nvSpPr>
            <p:spPr bwMode="auto">
              <a:xfrm>
                <a:off x="852" y="2862"/>
                <a:ext cx="1377" cy="648"/>
              </a:xfrm>
              <a:custGeom>
                <a:avLst/>
                <a:gdLst>
                  <a:gd name="T0" fmla="*/ 33 w 1377"/>
                  <a:gd name="T1" fmla="*/ 546 h 648"/>
                  <a:gd name="T2" fmla="*/ 3 w 1377"/>
                  <a:gd name="T3" fmla="*/ 564 h 648"/>
                  <a:gd name="T4" fmla="*/ 0 w 1377"/>
                  <a:gd name="T5" fmla="*/ 600 h 648"/>
                  <a:gd name="T6" fmla="*/ 0 w 1377"/>
                  <a:gd name="T7" fmla="*/ 627 h 648"/>
                  <a:gd name="T8" fmla="*/ 15 w 1377"/>
                  <a:gd name="T9" fmla="*/ 648 h 648"/>
                  <a:gd name="T10" fmla="*/ 114 w 1377"/>
                  <a:gd name="T11" fmla="*/ 642 h 648"/>
                  <a:gd name="T12" fmla="*/ 279 w 1377"/>
                  <a:gd name="T13" fmla="*/ 627 h 648"/>
                  <a:gd name="T14" fmla="*/ 369 w 1377"/>
                  <a:gd name="T15" fmla="*/ 606 h 648"/>
                  <a:gd name="T16" fmla="*/ 480 w 1377"/>
                  <a:gd name="T17" fmla="*/ 582 h 648"/>
                  <a:gd name="T18" fmla="*/ 552 w 1377"/>
                  <a:gd name="T19" fmla="*/ 546 h 648"/>
                  <a:gd name="T20" fmla="*/ 633 w 1377"/>
                  <a:gd name="T21" fmla="*/ 483 h 648"/>
                  <a:gd name="T22" fmla="*/ 717 w 1377"/>
                  <a:gd name="T23" fmla="*/ 390 h 648"/>
                  <a:gd name="T24" fmla="*/ 786 w 1377"/>
                  <a:gd name="T25" fmla="*/ 324 h 648"/>
                  <a:gd name="T26" fmla="*/ 861 w 1377"/>
                  <a:gd name="T27" fmla="*/ 282 h 648"/>
                  <a:gd name="T28" fmla="*/ 951 w 1377"/>
                  <a:gd name="T29" fmla="*/ 255 h 648"/>
                  <a:gd name="T30" fmla="*/ 1056 w 1377"/>
                  <a:gd name="T31" fmla="*/ 243 h 648"/>
                  <a:gd name="T32" fmla="*/ 1212 w 1377"/>
                  <a:gd name="T33" fmla="*/ 246 h 648"/>
                  <a:gd name="T34" fmla="*/ 1332 w 1377"/>
                  <a:gd name="T35" fmla="*/ 258 h 648"/>
                  <a:gd name="T36" fmla="*/ 1371 w 1377"/>
                  <a:gd name="T37" fmla="*/ 186 h 648"/>
                  <a:gd name="T38" fmla="*/ 1377 w 1377"/>
                  <a:gd name="T39" fmla="*/ 111 h 648"/>
                  <a:gd name="T40" fmla="*/ 1374 w 1377"/>
                  <a:gd name="T41" fmla="*/ 42 h 648"/>
                  <a:gd name="T42" fmla="*/ 1359 w 1377"/>
                  <a:gd name="T43" fmla="*/ 12 h 648"/>
                  <a:gd name="T44" fmla="*/ 1209 w 1377"/>
                  <a:gd name="T45" fmla="*/ 3 h 648"/>
                  <a:gd name="T46" fmla="*/ 1119 w 1377"/>
                  <a:gd name="T47" fmla="*/ 0 h 648"/>
                  <a:gd name="T48" fmla="*/ 1053 w 1377"/>
                  <a:gd name="T49" fmla="*/ 9 h 648"/>
                  <a:gd name="T50" fmla="*/ 960 w 1377"/>
                  <a:gd name="T51" fmla="*/ 27 h 648"/>
                  <a:gd name="T52" fmla="*/ 876 w 1377"/>
                  <a:gd name="T53" fmla="*/ 66 h 648"/>
                  <a:gd name="T54" fmla="*/ 807 w 1377"/>
                  <a:gd name="T55" fmla="*/ 114 h 648"/>
                  <a:gd name="T56" fmla="*/ 726 w 1377"/>
                  <a:gd name="T57" fmla="*/ 225 h 648"/>
                  <a:gd name="T58" fmla="*/ 630 w 1377"/>
                  <a:gd name="T59" fmla="*/ 348 h 648"/>
                  <a:gd name="T60" fmla="*/ 552 w 1377"/>
                  <a:gd name="T61" fmla="*/ 417 h 648"/>
                  <a:gd name="T62" fmla="*/ 486 w 1377"/>
                  <a:gd name="T63" fmla="*/ 459 h 648"/>
                  <a:gd name="T64" fmla="*/ 384 w 1377"/>
                  <a:gd name="T65" fmla="*/ 495 h 648"/>
                  <a:gd name="T66" fmla="*/ 276 w 1377"/>
                  <a:gd name="T67" fmla="*/ 522 h 648"/>
                  <a:gd name="T68" fmla="*/ 126 w 1377"/>
                  <a:gd name="T69" fmla="*/ 546 h 648"/>
                  <a:gd name="T70" fmla="*/ 33 w 1377"/>
                  <a:gd name="T71" fmla="*/ 546 h 64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1377"/>
                  <a:gd name="T109" fmla="*/ 0 h 648"/>
                  <a:gd name="T110" fmla="*/ 1377 w 1377"/>
                  <a:gd name="T111" fmla="*/ 648 h 648"/>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1377" h="648">
                    <a:moveTo>
                      <a:pt x="33" y="546"/>
                    </a:moveTo>
                    <a:lnTo>
                      <a:pt x="3" y="564"/>
                    </a:lnTo>
                    <a:lnTo>
                      <a:pt x="0" y="600"/>
                    </a:lnTo>
                    <a:lnTo>
                      <a:pt x="0" y="627"/>
                    </a:lnTo>
                    <a:lnTo>
                      <a:pt x="15" y="648"/>
                    </a:lnTo>
                    <a:lnTo>
                      <a:pt x="114" y="642"/>
                    </a:lnTo>
                    <a:lnTo>
                      <a:pt x="279" y="627"/>
                    </a:lnTo>
                    <a:lnTo>
                      <a:pt x="369" y="606"/>
                    </a:lnTo>
                    <a:lnTo>
                      <a:pt x="480" y="582"/>
                    </a:lnTo>
                    <a:lnTo>
                      <a:pt x="552" y="546"/>
                    </a:lnTo>
                    <a:lnTo>
                      <a:pt x="633" y="483"/>
                    </a:lnTo>
                    <a:lnTo>
                      <a:pt x="717" y="390"/>
                    </a:lnTo>
                    <a:lnTo>
                      <a:pt x="786" y="324"/>
                    </a:lnTo>
                    <a:lnTo>
                      <a:pt x="861" y="282"/>
                    </a:lnTo>
                    <a:lnTo>
                      <a:pt x="951" y="255"/>
                    </a:lnTo>
                    <a:lnTo>
                      <a:pt x="1056" y="243"/>
                    </a:lnTo>
                    <a:lnTo>
                      <a:pt x="1212" y="246"/>
                    </a:lnTo>
                    <a:lnTo>
                      <a:pt x="1332" y="258"/>
                    </a:lnTo>
                    <a:lnTo>
                      <a:pt x="1371" y="186"/>
                    </a:lnTo>
                    <a:lnTo>
                      <a:pt x="1377" y="111"/>
                    </a:lnTo>
                    <a:lnTo>
                      <a:pt x="1374" y="42"/>
                    </a:lnTo>
                    <a:lnTo>
                      <a:pt x="1359" y="12"/>
                    </a:lnTo>
                    <a:lnTo>
                      <a:pt x="1209" y="3"/>
                    </a:lnTo>
                    <a:lnTo>
                      <a:pt x="1119" y="0"/>
                    </a:lnTo>
                    <a:lnTo>
                      <a:pt x="1053" y="9"/>
                    </a:lnTo>
                    <a:lnTo>
                      <a:pt x="960" y="27"/>
                    </a:lnTo>
                    <a:lnTo>
                      <a:pt x="876" y="66"/>
                    </a:lnTo>
                    <a:lnTo>
                      <a:pt x="807" y="114"/>
                    </a:lnTo>
                    <a:lnTo>
                      <a:pt x="726" y="225"/>
                    </a:lnTo>
                    <a:lnTo>
                      <a:pt x="630" y="348"/>
                    </a:lnTo>
                    <a:lnTo>
                      <a:pt x="552" y="417"/>
                    </a:lnTo>
                    <a:lnTo>
                      <a:pt x="486" y="459"/>
                    </a:lnTo>
                    <a:lnTo>
                      <a:pt x="384" y="495"/>
                    </a:lnTo>
                    <a:lnTo>
                      <a:pt x="276" y="522"/>
                    </a:lnTo>
                    <a:lnTo>
                      <a:pt x="126" y="546"/>
                    </a:lnTo>
                    <a:lnTo>
                      <a:pt x="33" y="546"/>
                    </a:lnTo>
                    <a:close/>
                  </a:path>
                </a:pathLst>
              </a:custGeom>
              <a:solidFill>
                <a:schemeClr val="accent1"/>
              </a:solidFill>
              <a:ln w="9525">
                <a:solidFill>
                  <a:schemeClr val="tx1"/>
                </a:solidFill>
                <a:round/>
                <a:headEnd/>
                <a:tailEnd/>
              </a:ln>
            </p:spPr>
            <p:txBody>
              <a:bodyPr/>
              <a:lstStyle/>
              <a:p>
                <a:endParaRPr lang="en-US" sz="2400"/>
              </a:p>
            </p:txBody>
          </p:sp>
          <p:grpSp>
            <p:nvGrpSpPr>
              <p:cNvPr id="8243" name="Group 19"/>
              <p:cNvGrpSpPr>
                <a:grpSpLocks/>
              </p:cNvGrpSpPr>
              <p:nvPr/>
            </p:nvGrpSpPr>
            <p:grpSpPr bwMode="auto">
              <a:xfrm>
                <a:off x="746" y="3408"/>
                <a:ext cx="161" cy="93"/>
                <a:chOff x="707" y="2868"/>
                <a:chExt cx="161" cy="96"/>
              </a:xfrm>
            </p:grpSpPr>
            <p:sp>
              <p:nvSpPr>
                <p:cNvPr id="8249" name="AutoShape 20"/>
                <p:cNvSpPr>
                  <a:spLocks noChangeArrowheads="1"/>
                </p:cNvSpPr>
                <p:nvPr/>
              </p:nvSpPr>
              <p:spPr bwMode="auto">
                <a:xfrm rot="213656" flipH="1">
                  <a:off x="707" y="2868"/>
                  <a:ext cx="161" cy="96"/>
                </a:xfrm>
                <a:prstGeom prst="flowChartMagneticDrum">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8250" name="Arc 21"/>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400"/>
                </a:p>
              </p:txBody>
            </p:sp>
          </p:grpSp>
          <p:sp>
            <p:nvSpPr>
              <p:cNvPr id="8244" name="Freeform 22"/>
              <p:cNvSpPr>
                <a:spLocks/>
              </p:cNvSpPr>
              <p:nvPr/>
            </p:nvSpPr>
            <p:spPr bwMode="auto">
              <a:xfrm rot="-10354484">
                <a:off x="790" y="3032"/>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8245" name="Freeform 23"/>
              <p:cNvSpPr>
                <a:spLocks/>
              </p:cNvSpPr>
              <p:nvPr/>
            </p:nvSpPr>
            <p:spPr bwMode="auto">
              <a:xfrm rot="-10354484">
                <a:off x="810" y="2786"/>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8246" name="Oval 24"/>
              <p:cNvSpPr>
                <a:spLocks noChangeArrowheads="1"/>
              </p:cNvSpPr>
              <p:nvPr/>
            </p:nvSpPr>
            <p:spPr bwMode="auto">
              <a:xfrm rot="-10354484">
                <a:off x="2170" y="2874"/>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8247" name="Oval 25"/>
              <p:cNvSpPr>
                <a:spLocks noChangeArrowheads="1"/>
              </p:cNvSpPr>
              <p:nvPr/>
            </p:nvSpPr>
            <p:spPr bwMode="auto">
              <a:xfrm rot="-10354484">
                <a:off x="747" y="3406"/>
                <a:ext cx="52" cy="93"/>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8248" name="Oval 26"/>
              <p:cNvSpPr>
                <a:spLocks noChangeArrowheads="1"/>
              </p:cNvSpPr>
              <p:nvPr/>
            </p:nvSpPr>
            <p:spPr bwMode="auto">
              <a:xfrm rot="-10354484">
                <a:off x="852" y="3410"/>
                <a:ext cx="51" cy="97"/>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grpSp>
        <p:grpSp>
          <p:nvGrpSpPr>
            <p:cNvPr id="8202" name="Group 27"/>
            <p:cNvGrpSpPr>
              <a:grpSpLocks/>
            </p:cNvGrpSpPr>
            <p:nvPr/>
          </p:nvGrpSpPr>
          <p:grpSpPr bwMode="auto">
            <a:xfrm>
              <a:off x="3497" y="2855"/>
              <a:ext cx="1480" cy="804"/>
              <a:chOff x="755" y="3239"/>
              <a:chExt cx="1480" cy="804"/>
            </a:xfrm>
          </p:grpSpPr>
          <p:sp>
            <p:nvSpPr>
              <p:cNvPr id="8234" name="Freeform 28"/>
              <p:cNvSpPr>
                <a:spLocks/>
              </p:cNvSpPr>
              <p:nvPr/>
            </p:nvSpPr>
            <p:spPr bwMode="auto">
              <a:xfrm rot="-10354484">
                <a:off x="819" y="3239"/>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grpSp>
            <p:nvGrpSpPr>
              <p:cNvPr id="8235" name="Group 29"/>
              <p:cNvGrpSpPr>
                <a:grpSpLocks/>
              </p:cNvGrpSpPr>
              <p:nvPr/>
            </p:nvGrpSpPr>
            <p:grpSpPr bwMode="auto">
              <a:xfrm>
                <a:off x="755" y="3327"/>
                <a:ext cx="1480" cy="716"/>
                <a:chOff x="755" y="3327"/>
                <a:chExt cx="1480" cy="716"/>
              </a:xfrm>
            </p:grpSpPr>
            <p:grpSp>
              <p:nvGrpSpPr>
                <p:cNvPr id="8236" name="Group 30"/>
                <p:cNvGrpSpPr>
                  <a:grpSpLocks/>
                </p:cNvGrpSpPr>
                <p:nvPr/>
              </p:nvGrpSpPr>
              <p:grpSpPr bwMode="auto">
                <a:xfrm>
                  <a:off x="755" y="3861"/>
                  <a:ext cx="161" cy="93"/>
                  <a:chOff x="707" y="2868"/>
                  <a:chExt cx="161" cy="96"/>
                </a:xfrm>
              </p:grpSpPr>
              <p:sp>
                <p:nvSpPr>
                  <p:cNvPr id="8240" name="AutoShape 31"/>
                  <p:cNvSpPr>
                    <a:spLocks noChangeArrowheads="1"/>
                  </p:cNvSpPr>
                  <p:nvPr/>
                </p:nvSpPr>
                <p:spPr bwMode="auto">
                  <a:xfrm rot="213656" flipH="1">
                    <a:off x="707" y="2868"/>
                    <a:ext cx="161" cy="9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8241" name="Arc 32"/>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solidFill>
                    <a:srgbClr val="C0C0C0"/>
                  </a:solidFill>
                  <a:ln>
                    <a:noFill/>
                  </a:ln>
                  <a:extLs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400"/>
                  </a:p>
                </p:txBody>
              </p:sp>
            </p:grpSp>
            <p:sp>
              <p:nvSpPr>
                <p:cNvPr id="8237" name="Freeform 33"/>
                <p:cNvSpPr>
                  <a:spLocks/>
                </p:cNvSpPr>
                <p:nvPr/>
              </p:nvSpPr>
              <p:spPr bwMode="auto">
                <a:xfrm rot="-10354484">
                  <a:off x="799" y="3485"/>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8238" name="Oval 34"/>
                <p:cNvSpPr>
                  <a:spLocks noChangeArrowheads="1"/>
                </p:cNvSpPr>
                <p:nvPr/>
              </p:nvSpPr>
              <p:spPr bwMode="auto">
                <a:xfrm rot="-10354484">
                  <a:off x="2179" y="3327"/>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8239" name="AutoShape 35"/>
                <p:cNvSpPr>
                  <a:spLocks noChangeArrowheads="1"/>
                </p:cNvSpPr>
                <p:nvPr/>
              </p:nvSpPr>
              <p:spPr bwMode="auto">
                <a:xfrm rot="384639">
                  <a:off x="2111" y="3327"/>
                  <a:ext cx="121" cy="24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grpSp>
        </p:grpSp>
        <p:sp>
          <p:nvSpPr>
            <p:cNvPr id="8203" name="Line 36"/>
            <p:cNvSpPr>
              <a:spLocks noChangeShapeType="1"/>
            </p:cNvSpPr>
            <p:nvPr/>
          </p:nvSpPr>
          <p:spPr bwMode="auto">
            <a:xfrm flipH="1">
              <a:off x="3103" y="2597"/>
              <a:ext cx="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04" name="Line 37"/>
            <p:cNvSpPr>
              <a:spLocks noChangeShapeType="1"/>
            </p:cNvSpPr>
            <p:nvPr/>
          </p:nvSpPr>
          <p:spPr bwMode="auto">
            <a:xfrm flipH="1">
              <a:off x="3145" y="1757"/>
              <a:ext cx="9" cy="807"/>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05" name="Line 38"/>
            <p:cNvSpPr>
              <a:spLocks noChangeShapeType="1"/>
            </p:cNvSpPr>
            <p:nvPr/>
          </p:nvSpPr>
          <p:spPr bwMode="auto">
            <a:xfrm flipH="1">
              <a:off x="3089" y="1729"/>
              <a:ext cx="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06" name="Text Box 39"/>
            <p:cNvSpPr txBox="1">
              <a:spLocks noChangeArrowheads="1"/>
            </p:cNvSpPr>
            <p:nvPr/>
          </p:nvSpPr>
          <p:spPr bwMode="auto">
            <a:xfrm>
              <a:off x="3027" y="2083"/>
              <a:ext cx="192"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t</a:t>
              </a:r>
            </a:p>
          </p:txBody>
        </p:sp>
        <p:sp>
          <p:nvSpPr>
            <p:cNvPr id="8207" name="Line 40"/>
            <p:cNvSpPr>
              <a:spLocks noChangeShapeType="1"/>
            </p:cNvSpPr>
            <p:nvPr/>
          </p:nvSpPr>
          <p:spPr bwMode="auto">
            <a:xfrm>
              <a:off x="3488" y="2336"/>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08" name="Line 41"/>
            <p:cNvSpPr>
              <a:spLocks noChangeShapeType="1"/>
            </p:cNvSpPr>
            <p:nvPr/>
          </p:nvSpPr>
          <p:spPr bwMode="auto">
            <a:xfrm>
              <a:off x="3620" y="2342"/>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09" name="Line 42"/>
            <p:cNvSpPr>
              <a:spLocks noChangeShapeType="1"/>
            </p:cNvSpPr>
            <p:nvPr/>
          </p:nvSpPr>
          <p:spPr bwMode="auto">
            <a:xfrm>
              <a:off x="3479" y="2438"/>
              <a:ext cx="138" cy="2"/>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10" name="Text Box 43"/>
            <p:cNvSpPr txBox="1">
              <a:spLocks noChangeArrowheads="1"/>
            </p:cNvSpPr>
            <p:nvPr/>
          </p:nvSpPr>
          <p:spPr bwMode="auto">
            <a:xfrm>
              <a:off x="3434" y="2106"/>
              <a:ext cx="327"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x</a:t>
              </a:r>
              <a:r>
                <a:rPr lang="en-US" altLang="en-US" sz="1800" i="1" baseline="-25000">
                  <a:sym typeface="Symbol" pitchFamily="18" charset="2"/>
                </a:rPr>
                <a:t>1</a:t>
              </a:r>
              <a:endParaRPr lang="en-US" altLang="en-US" sz="1800" i="1">
                <a:sym typeface="Symbol" pitchFamily="18" charset="2"/>
              </a:endParaRPr>
            </a:p>
          </p:txBody>
        </p:sp>
        <p:sp>
          <p:nvSpPr>
            <p:cNvPr id="8211" name="Line 44"/>
            <p:cNvSpPr>
              <a:spLocks noChangeShapeType="1"/>
            </p:cNvSpPr>
            <p:nvPr/>
          </p:nvSpPr>
          <p:spPr bwMode="auto">
            <a:xfrm>
              <a:off x="4873" y="2743"/>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12" name="Line 45"/>
            <p:cNvSpPr>
              <a:spLocks noChangeShapeType="1"/>
            </p:cNvSpPr>
            <p:nvPr/>
          </p:nvSpPr>
          <p:spPr bwMode="auto">
            <a:xfrm>
              <a:off x="4969" y="2749"/>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13" name="Line 46"/>
            <p:cNvSpPr>
              <a:spLocks noChangeShapeType="1"/>
            </p:cNvSpPr>
            <p:nvPr/>
          </p:nvSpPr>
          <p:spPr bwMode="auto">
            <a:xfrm>
              <a:off x="4770" y="2845"/>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14" name="Text Box 47"/>
            <p:cNvSpPr txBox="1">
              <a:spLocks noChangeArrowheads="1"/>
            </p:cNvSpPr>
            <p:nvPr/>
          </p:nvSpPr>
          <p:spPr bwMode="auto">
            <a:xfrm>
              <a:off x="4765" y="2523"/>
              <a:ext cx="335"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x</a:t>
              </a:r>
              <a:r>
                <a:rPr lang="en-US" altLang="en-US" sz="1800" i="1" baseline="-25000">
                  <a:sym typeface="Symbol" pitchFamily="18" charset="2"/>
                </a:rPr>
                <a:t>2</a:t>
              </a:r>
              <a:endParaRPr lang="en-US" altLang="en-US" sz="1800" i="1">
                <a:sym typeface="Symbol" pitchFamily="18" charset="2"/>
              </a:endParaRPr>
            </a:p>
          </p:txBody>
        </p:sp>
        <p:sp>
          <p:nvSpPr>
            <p:cNvPr id="8215" name="Line 48"/>
            <p:cNvSpPr>
              <a:spLocks noChangeShapeType="1"/>
            </p:cNvSpPr>
            <p:nvPr/>
          </p:nvSpPr>
          <p:spPr bwMode="auto">
            <a:xfrm flipH="1">
              <a:off x="4970" y="2839"/>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16" name="Line 49"/>
            <p:cNvSpPr>
              <a:spLocks noChangeShapeType="1"/>
            </p:cNvSpPr>
            <p:nvPr/>
          </p:nvSpPr>
          <p:spPr bwMode="auto">
            <a:xfrm>
              <a:off x="4841" y="1367"/>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17" name="Line 50"/>
            <p:cNvSpPr>
              <a:spLocks noChangeShapeType="1"/>
            </p:cNvSpPr>
            <p:nvPr/>
          </p:nvSpPr>
          <p:spPr bwMode="auto">
            <a:xfrm>
              <a:off x="4937" y="1373"/>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18" name="Line 51"/>
            <p:cNvSpPr>
              <a:spLocks noChangeShapeType="1"/>
            </p:cNvSpPr>
            <p:nvPr/>
          </p:nvSpPr>
          <p:spPr bwMode="auto">
            <a:xfrm>
              <a:off x="4738" y="1469"/>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19" name="Text Box 52"/>
            <p:cNvSpPr txBox="1">
              <a:spLocks noChangeArrowheads="1"/>
            </p:cNvSpPr>
            <p:nvPr/>
          </p:nvSpPr>
          <p:spPr bwMode="auto">
            <a:xfrm>
              <a:off x="4757" y="1523"/>
              <a:ext cx="335"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x</a:t>
              </a:r>
              <a:r>
                <a:rPr lang="en-US" altLang="en-US" sz="1800" i="1" baseline="-25000">
                  <a:sym typeface="Symbol" pitchFamily="18" charset="2"/>
                </a:rPr>
                <a:t>2</a:t>
              </a:r>
              <a:endParaRPr lang="en-US" altLang="en-US" sz="1800" i="1">
                <a:sym typeface="Symbol" pitchFamily="18" charset="2"/>
              </a:endParaRPr>
            </a:p>
          </p:txBody>
        </p:sp>
        <p:sp>
          <p:nvSpPr>
            <p:cNvPr id="8220" name="Line 53"/>
            <p:cNvSpPr>
              <a:spLocks noChangeShapeType="1"/>
            </p:cNvSpPr>
            <p:nvPr/>
          </p:nvSpPr>
          <p:spPr bwMode="auto">
            <a:xfrm flipH="1">
              <a:off x="4938" y="1463"/>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21" name="Line 54"/>
            <p:cNvSpPr>
              <a:spLocks noChangeShapeType="1"/>
            </p:cNvSpPr>
            <p:nvPr/>
          </p:nvSpPr>
          <p:spPr bwMode="auto">
            <a:xfrm>
              <a:off x="3504" y="3272"/>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22" name="Line 55"/>
            <p:cNvSpPr>
              <a:spLocks noChangeShapeType="1"/>
            </p:cNvSpPr>
            <p:nvPr/>
          </p:nvSpPr>
          <p:spPr bwMode="auto">
            <a:xfrm>
              <a:off x="3636" y="3278"/>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23" name="Line 56"/>
            <p:cNvSpPr>
              <a:spLocks noChangeShapeType="1"/>
            </p:cNvSpPr>
            <p:nvPr/>
          </p:nvSpPr>
          <p:spPr bwMode="auto">
            <a:xfrm>
              <a:off x="3495" y="3374"/>
              <a:ext cx="138" cy="2"/>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24" name="Text Box 57"/>
            <p:cNvSpPr txBox="1">
              <a:spLocks noChangeArrowheads="1"/>
            </p:cNvSpPr>
            <p:nvPr/>
          </p:nvSpPr>
          <p:spPr bwMode="auto">
            <a:xfrm>
              <a:off x="3450" y="3042"/>
              <a:ext cx="327"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x</a:t>
              </a:r>
              <a:r>
                <a:rPr lang="en-US" altLang="en-US" sz="1800" i="1" baseline="-25000">
                  <a:sym typeface="Symbol" pitchFamily="18" charset="2"/>
                </a:rPr>
                <a:t>1</a:t>
              </a:r>
              <a:endParaRPr lang="en-US" altLang="en-US" sz="1800" i="1">
                <a:sym typeface="Symbol" pitchFamily="18" charset="2"/>
              </a:endParaRPr>
            </a:p>
          </p:txBody>
        </p:sp>
        <p:sp>
          <p:nvSpPr>
            <p:cNvPr id="8225" name="Line 58"/>
            <p:cNvSpPr>
              <a:spLocks noChangeShapeType="1"/>
            </p:cNvSpPr>
            <p:nvPr/>
          </p:nvSpPr>
          <p:spPr bwMode="auto">
            <a:xfrm>
              <a:off x="3336" y="3800"/>
              <a:ext cx="196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26" name="Line 59"/>
            <p:cNvSpPr>
              <a:spLocks noChangeShapeType="1"/>
            </p:cNvSpPr>
            <p:nvPr/>
          </p:nvSpPr>
          <p:spPr bwMode="auto">
            <a:xfrm rot="5400000" flipH="1">
              <a:off x="3348" y="3660"/>
              <a:ext cx="248" cy="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27" name="Line 60"/>
            <p:cNvSpPr>
              <a:spLocks noChangeShapeType="1"/>
            </p:cNvSpPr>
            <p:nvPr/>
          </p:nvSpPr>
          <p:spPr bwMode="auto">
            <a:xfrm rot="5400000" flipH="1">
              <a:off x="4404" y="3412"/>
              <a:ext cx="744" cy="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28" name="Text Box 61"/>
            <p:cNvSpPr txBox="1">
              <a:spLocks noChangeArrowheads="1"/>
            </p:cNvSpPr>
            <p:nvPr/>
          </p:nvSpPr>
          <p:spPr bwMode="auto">
            <a:xfrm>
              <a:off x="3202" y="3578"/>
              <a:ext cx="247"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y</a:t>
              </a:r>
              <a:r>
                <a:rPr lang="en-US" altLang="en-US" sz="1800" i="1" baseline="-25000">
                  <a:sym typeface="Symbol" pitchFamily="18" charset="2"/>
                </a:rPr>
                <a:t>1</a:t>
              </a:r>
              <a:endParaRPr lang="en-US" altLang="en-US" sz="1800" i="1">
                <a:sym typeface="Symbol" pitchFamily="18" charset="2"/>
              </a:endParaRPr>
            </a:p>
          </p:txBody>
        </p:sp>
        <p:sp>
          <p:nvSpPr>
            <p:cNvPr id="8229" name="Text Box 62"/>
            <p:cNvSpPr txBox="1">
              <a:spLocks noChangeArrowheads="1"/>
            </p:cNvSpPr>
            <p:nvPr/>
          </p:nvSpPr>
          <p:spPr bwMode="auto">
            <a:xfrm>
              <a:off x="4498" y="3466"/>
              <a:ext cx="255"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y</a:t>
              </a:r>
              <a:r>
                <a:rPr lang="en-US" altLang="en-US" sz="1800" i="1" baseline="-25000">
                  <a:sym typeface="Symbol" pitchFamily="18" charset="2"/>
                </a:rPr>
                <a:t>2</a:t>
              </a:r>
              <a:endParaRPr lang="en-US" altLang="en-US" sz="1800" i="1">
                <a:sym typeface="Symbol" pitchFamily="18" charset="2"/>
              </a:endParaRPr>
            </a:p>
          </p:txBody>
        </p:sp>
        <p:sp>
          <p:nvSpPr>
            <p:cNvPr id="8230" name="Line 63"/>
            <p:cNvSpPr>
              <a:spLocks noChangeShapeType="1"/>
            </p:cNvSpPr>
            <p:nvPr/>
          </p:nvSpPr>
          <p:spPr bwMode="auto">
            <a:xfrm>
              <a:off x="3576" y="3688"/>
              <a:ext cx="232"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31" name="Line 64"/>
            <p:cNvSpPr>
              <a:spLocks noChangeShapeType="1"/>
            </p:cNvSpPr>
            <p:nvPr/>
          </p:nvSpPr>
          <p:spPr bwMode="auto">
            <a:xfrm>
              <a:off x="4896" y="3272"/>
              <a:ext cx="136"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32" name="Text Box 65"/>
            <p:cNvSpPr txBox="1">
              <a:spLocks noChangeArrowheads="1"/>
            </p:cNvSpPr>
            <p:nvPr/>
          </p:nvSpPr>
          <p:spPr bwMode="auto">
            <a:xfrm>
              <a:off x="4930" y="3258"/>
              <a:ext cx="255"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olidFill>
                    <a:srgbClr val="FF0000"/>
                  </a:solidFill>
                  <a:sym typeface="Symbol" pitchFamily="18" charset="2"/>
                </a:rPr>
                <a:t>v</a:t>
              </a:r>
              <a:r>
                <a:rPr lang="en-US" altLang="en-US" sz="1800" i="1" baseline="-25000">
                  <a:solidFill>
                    <a:srgbClr val="FF0000"/>
                  </a:solidFill>
                  <a:sym typeface="Symbol" pitchFamily="18" charset="2"/>
                </a:rPr>
                <a:t>2</a:t>
              </a:r>
              <a:endParaRPr lang="en-US" altLang="en-US" sz="1800" i="1">
                <a:solidFill>
                  <a:srgbClr val="FF0000"/>
                </a:solidFill>
                <a:sym typeface="Symbol" pitchFamily="18" charset="2"/>
              </a:endParaRPr>
            </a:p>
          </p:txBody>
        </p:sp>
        <p:sp>
          <p:nvSpPr>
            <p:cNvPr id="8233" name="Text Box 66"/>
            <p:cNvSpPr txBox="1">
              <a:spLocks noChangeArrowheads="1"/>
            </p:cNvSpPr>
            <p:nvPr/>
          </p:nvSpPr>
          <p:spPr bwMode="auto">
            <a:xfrm>
              <a:off x="3778" y="3594"/>
              <a:ext cx="255"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olidFill>
                    <a:srgbClr val="FF0000"/>
                  </a:solidFill>
                  <a:sym typeface="Symbol" pitchFamily="18" charset="2"/>
                </a:rPr>
                <a:t>v</a:t>
              </a:r>
              <a:r>
                <a:rPr lang="en-US" altLang="en-US" sz="1800" i="1" baseline="-25000">
                  <a:solidFill>
                    <a:srgbClr val="FF0000"/>
                  </a:solidFill>
                  <a:sym typeface="Symbol" pitchFamily="18" charset="2"/>
                </a:rPr>
                <a:t>1</a:t>
              </a:r>
              <a:endParaRPr lang="en-US" altLang="en-US" sz="1800" i="1">
                <a:solidFill>
                  <a:srgbClr val="FF0000"/>
                </a:solidFill>
                <a:sym typeface="Symbol" pitchFamily="18" charset="2"/>
              </a:endParaRPr>
            </a:p>
          </p:txBody>
        </p:sp>
      </p:grpSp>
    </p:spTree>
    <p:extLst>
      <p:ext uri="{BB962C8B-B14F-4D97-AF65-F5344CB8AC3E}">
        <p14:creationId xmlns:p14="http://schemas.microsoft.com/office/powerpoint/2010/main" val="23054604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Slide Number Placeholder 6"/>
          <p:cNvSpPr>
            <a:spLocks noGrp="1"/>
          </p:cNvSpPr>
          <p:nvPr>
            <p:ph type="sldNum" sz="quarter" idx="12"/>
          </p:nvPr>
        </p:nvSpPr>
        <p:spPr>
          <a:noFill/>
        </p:spPr>
        <p:txBody>
          <a:bodyPr/>
          <a:lstStyle/>
          <a:p>
            <a:fld id="{91A73354-DD53-46C7-9ED8-6518EB3014BA}" type="slidenum">
              <a:rPr lang="en-US" smtClean="0"/>
              <a:pPr/>
              <a:t>11</a:t>
            </a:fld>
            <a:endParaRPr lang="en-US"/>
          </a:p>
        </p:txBody>
      </p:sp>
      <p:sp>
        <p:nvSpPr>
          <p:cNvPr id="61443" name="Rectangle 2"/>
          <p:cNvSpPr>
            <a:spLocks noGrp="1" noChangeArrowheads="1"/>
          </p:cNvSpPr>
          <p:nvPr>
            <p:ph type="title"/>
          </p:nvPr>
        </p:nvSpPr>
        <p:spPr/>
        <p:txBody>
          <a:bodyPr/>
          <a:lstStyle/>
          <a:p>
            <a:pPr eaLnBrk="1" hangingPunct="1"/>
            <a:r>
              <a:rPr lang="en-US" dirty="0"/>
              <a:t>Question 123.6.6</a:t>
            </a:r>
          </a:p>
        </p:txBody>
      </p:sp>
      <p:sp>
        <p:nvSpPr>
          <p:cNvPr id="61444" name="Rectangle 3"/>
          <p:cNvSpPr>
            <a:spLocks noGrp="1" noChangeArrowheads="1"/>
          </p:cNvSpPr>
          <p:nvPr>
            <p:ph type="body" sz="half" idx="1"/>
          </p:nvPr>
        </p:nvSpPr>
        <p:spPr/>
        <p:txBody>
          <a:bodyPr/>
          <a:lstStyle/>
          <a:p>
            <a:pPr eaLnBrk="1" hangingPunct="1"/>
            <a:r>
              <a:rPr lang="en-US" dirty="0"/>
              <a:t>A non uniform tube has a fluid in it as shown in (A).  If a pressure greater than atmospheric pressure is applied to the RHS as in case (B), what can be said of the relationship between V</a:t>
            </a:r>
            <a:r>
              <a:rPr lang="en-US" baseline="-25000" dirty="0"/>
              <a:t>1</a:t>
            </a:r>
            <a:r>
              <a:rPr lang="en-US" dirty="0"/>
              <a:t> and V</a:t>
            </a:r>
            <a:r>
              <a:rPr lang="en-US" baseline="-25000" dirty="0"/>
              <a:t>2</a:t>
            </a:r>
            <a:r>
              <a:rPr lang="en-US" dirty="0"/>
              <a:t>?</a:t>
            </a:r>
            <a:endParaRPr lang="en-US" baseline="-25000" dirty="0"/>
          </a:p>
        </p:txBody>
      </p:sp>
      <p:sp>
        <p:nvSpPr>
          <p:cNvPr id="61445" name="Rectangle 4"/>
          <p:cNvSpPr>
            <a:spLocks noGrp="1" noChangeArrowheads="1"/>
          </p:cNvSpPr>
          <p:nvPr>
            <p:ph type="body" sz="half" idx="2"/>
          </p:nvPr>
        </p:nvSpPr>
        <p:spPr>
          <a:xfrm>
            <a:off x="7029450" y="4191001"/>
            <a:ext cx="2952750" cy="1935163"/>
          </a:xfrm>
        </p:spPr>
        <p:txBody>
          <a:bodyPr/>
          <a:lstStyle/>
          <a:p>
            <a:pPr marL="533400" indent="-533400">
              <a:buFontTx/>
              <a:buAutoNum type="alphaLcParenR"/>
            </a:pPr>
            <a:r>
              <a:rPr lang="en-US"/>
              <a:t>V</a:t>
            </a:r>
            <a:r>
              <a:rPr lang="en-US" baseline="-25000"/>
              <a:t>1</a:t>
            </a:r>
            <a:r>
              <a:rPr lang="en-US"/>
              <a:t> = V</a:t>
            </a:r>
            <a:r>
              <a:rPr lang="en-US" baseline="-25000"/>
              <a:t>2</a:t>
            </a:r>
            <a:endParaRPr lang="en-US"/>
          </a:p>
          <a:p>
            <a:pPr marL="533400" indent="-533400">
              <a:buFontTx/>
              <a:buAutoNum type="alphaLcParenR"/>
            </a:pPr>
            <a:r>
              <a:rPr lang="en-US"/>
              <a:t>V</a:t>
            </a:r>
            <a:r>
              <a:rPr lang="en-US" baseline="-25000"/>
              <a:t>1</a:t>
            </a:r>
            <a:r>
              <a:rPr lang="en-US"/>
              <a:t> &gt; V</a:t>
            </a:r>
            <a:r>
              <a:rPr lang="en-US" baseline="-25000"/>
              <a:t>2</a:t>
            </a:r>
          </a:p>
          <a:p>
            <a:pPr marL="533400" indent="-533400">
              <a:buFontTx/>
              <a:buAutoNum type="alphaLcParenR"/>
            </a:pPr>
            <a:r>
              <a:rPr lang="en-US"/>
              <a:t>V</a:t>
            </a:r>
            <a:r>
              <a:rPr lang="en-US" baseline="-25000"/>
              <a:t>1</a:t>
            </a:r>
            <a:r>
              <a:rPr lang="en-US"/>
              <a:t> &lt; V</a:t>
            </a:r>
            <a:r>
              <a:rPr lang="en-US" baseline="-25000"/>
              <a:t>2</a:t>
            </a:r>
            <a:endParaRPr lang="en-US"/>
          </a:p>
        </p:txBody>
      </p:sp>
      <p:grpSp>
        <p:nvGrpSpPr>
          <p:cNvPr id="61446" name="Group 5"/>
          <p:cNvGrpSpPr>
            <a:grpSpLocks/>
          </p:cNvGrpSpPr>
          <p:nvPr/>
        </p:nvGrpSpPr>
        <p:grpSpPr bwMode="auto">
          <a:xfrm>
            <a:off x="6324600" y="2038350"/>
            <a:ext cx="1352550" cy="1543050"/>
            <a:chOff x="2928" y="1188"/>
            <a:chExt cx="2340" cy="2208"/>
          </a:xfrm>
        </p:grpSpPr>
        <p:sp>
          <p:nvSpPr>
            <p:cNvPr id="61463" name="Freeform 6"/>
            <p:cNvSpPr>
              <a:spLocks/>
            </p:cNvSpPr>
            <p:nvPr/>
          </p:nvSpPr>
          <p:spPr bwMode="auto">
            <a:xfrm>
              <a:off x="2928" y="1188"/>
              <a:ext cx="2340" cy="2208"/>
            </a:xfrm>
            <a:custGeom>
              <a:avLst/>
              <a:gdLst>
                <a:gd name="T0" fmla="*/ 0 w 2340"/>
                <a:gd name="T1" fmla="*/ 48 h 2208"/>
                <a:gd name="T2" fmla="*/ 0 w 2340"/>
                <a:gd name="T3" fmla="*/ 1188 h 2208"/>
                <a:gd name="T4" fmla="*/ 24 w 2340"/>
                <a:gd name="T5" fmla="*/ 1764 h 2208"/>
                <a:gd name="T6" fmla="*/ 72 w 2340"/>
                <a:gd name="T7" fmla="*/ 1968 h 2208"/>
                <a:gd name="T8" fmla="*/ 144 w 2340"/>
                <a:gd name="T9" fmla="*/ 2076 h 2208"/>
                <a:gd name="T10" fmla="*/ 372 w 2340"/>
                <a:gd name="T11" fmla="*/ 2172 h 2208"/>
                <a:gd name="T12" fmla="*/ 672 w 2340"/>
                <a:gd name="T13" fmla="*/ 2208 h 2208"/>
                <a:gd name="T14" fmla="*/ 1284 w 2340"/>
                <a:gd name="T15" fmla="*/ 2208 h 2208"/>
                <a:gd name="T16" fmla="*/ 1812 w 2340"/>
                <a:gd name="T17" fmla="*/ 2208 h 2208"/>
                <a:gd name="T18" fmla="*/ 2112 w 2340"/>
                <a:gd name="T19" fmla="*/ 2172 h 2208"/>
                <a:gd name="T20" fmla="*/ 2244 w 2340"/>
                <a:gd name="T21" fmla="*/ 2076 h 2208"/>
                <a:gd name="T22" fmla="*/ 2316 w 2340"/>
                <a:gd name="T23" fmla="*/ 1860 h 2208"/>
                <a:gd name="T24" fmla="*/ 2340 w 2340"/>
                <a:gd name="T25" fmla="*/ 1368 h 2208"/>
                <a:gd name="T26" fmla="*/ 2340 w 2340"/>
                <a:gd name="T27" fmla="*/ 0 h 220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340"/>
                <a:gd name="T43" fmla="*/ 0 h 2208"/>
                <a:gd name="T44" fmla="*/ 2340 w 2340"/>
                <a:gd name="T45" fmla="*/ 2208 h 220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340" h="2208">
                  <a:moveTo>
                    <a:pt x="0" y="48"/>
                  </a:moveTo>
                  <a:lnTo>
                    <a:pt x="0" y="1188"/>
                  </a:lnTo>
                  <a:lnTo>
                    <a:pt x="24" y="1764"/>
                  </a:lnTo>
                  <a:lnTo>
                    <a:pt x="72" y="1968"/>
                  </a:lnTo>
                  <a:lnTo>
                    <a:pt x="144" y="2076"/>
                  </a:lnTo>
                  <a:lnTo>
                    <a:pt x="372" y="2172"/>
                  </a:lnTo>
                  <a:lnTo>
                    <a:pt x="672" y="2208"/>
                  </a:lnTo>
                  <a:lnTo>
                    <a:pt x="1284" y="2208"/>
                  </a:lnTo>
                  <a:lnTo>
                    <a:pt x="1812" y="2208"/>
                  </a:lnTo>
                  <a:lnTo>
                    <a:pt x="2112" y="2172"/>
                  </a:lnTo>
                  <a:lnTo>
                    <a:pt x="2244" y="2076"/>
                  </a:lnTo>
                  <a:lnTo>
                    <a:pt x="2316" y="1860"/>
                  </a:lnTo>
                  <a:lnTo>
                    <a:pt x="2340" y="1368"/>
                  </a:lnTo>
                  <a:lnTo>
                    <a:pt x="2340" y="0"/>
                  </a:lnTo>
                </a:path>
              </a:pathLst>
            </a:custGeom>
            <a:noFill/>
            <a:ln w="9525">
              <a:solidFill>
                <a:schemeClr val="tx1"/>
              </a:solidFill>
              <a:round/>
              <a:headEnd/>
              <a:tailEnd/>
            </a:ln>
          </p:spPr>
          <p:txBody>
            <a:bodyPr/>
            <a:lstStyle/>
            <a:p>
              <a:endParaRPr lang="en-US"/>
            </a:p>
          </p:txBody>
        </p:sp>
        <p:sp>
          <p:nvSpPr>
            <p:cNvPr id="61464" name="Freeform 7"/>
            <p:cNvSpPr>
              <a:spLocks/>
            </p:cNvSpPr>
            <p:nvPr/>
          </p:nvSpPr>
          <p:spPr bwMode="auto">
            <a:xfrm>
              <a:off x="3960" y="1284"/>
              <a:ext cx="1104" cy="1956"/>
            </a:xfrm>
            <a:custGeom>
              <a:avLst/>
              <a:gdLst>
                <a:gd name="T0" fmla="*/ 0 w 2340"/>
                <a:gd name="T1" fmla="*/ 6 h 2208"/>
                <a:gd name="T2" fmla="*/ 0 w 2340"/>
                <a:gd name="T3" fmla="*/ 134 h 2208"/>
                <a:gd name="T4" fmla="*/ 0 w 2340"/>
                <a:gd name="T5" fmla="*/ 199 h 2208"/>
                <a:gd name="T6" fmla="*/ 0 w 2340"/>
                <a:gd name="T7" fmla="*/ 222 h 2208"/>
                <a:gd name="T8" fmla="*/ 0 w 2340"/>
                <a:gd name="T9" fmla="*/ 235 h 2208"/>
                <a:gd name="T10" fmla="*/ 0 w 2340"/>
                <a:gd name="T11" fmla="*/ 245 h 2208"/>
                <a:gd name="T12" fmla="*/ 0 w 2340"/>
                <a:gd name="T13" fmla="*/ 249 h 2208"/>
                <a:gd name="T14" fmla="*/ 0 w 2340"/>
                <a:gd name="T15" fmla="*/ 249 h 2208"/>
                <a:gd name="T16" fmla="*/ 0 w 2340"/>
                <a:gd name="T17" fmla="*/ 249 h 2208"/>
                <a:gd name="T18" fmla="*/ 0 w 2340"/>
                <a:gd name="T19" fmla="*/ 245 h 2208"/>
                <a:gd name="T20" fmla="*/ 0 w 2340"/>
                <a:gd name="T21" fmla="*/ 235 h 2208"/>
                <a:gd name="T22" fmla="*/ 0 w 2340"/>
                <a:gd name="T23" fmla="*/ 210 h 2208"/>
                <a:gd name="T24" fmla="*/ 0 w 2340"/>
                <a:gd name="T25" fmla="*/ 155 h 2208"/>
                <a:gd name="T26" fmla="*/ 0 w 2340"/>
                <a:gd name="T27" fmla="*/ 0 h 220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340"/>
                <a:gd name="T43" fmla="*/ 0 h 2208"/>
                <a:gd name="T44" fmla="*/ 2340 w 2340"/>
                <a:gd name="T45" fmla="*/ 2208 h 220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340" h="2208">
                  <a:moveTo>
                    <a:pt x="0" y="48"/>
                  </a:moveTo>
                  <a:lnTo>
                    <a:pt x="0" y="1188"/>
                  </a:lnTo>
                  <a:lnTo>
                    <a:pt x="24" y="1764"/>
                  </a:lnTo>
                  <a:lnTo>
                    <a:pt x="72" y="1968"/>
                  </a:lnTo>
                  <a:lnTo>
                    <a:pt x="144" y="2076"/>
                  </a:lnTo>
                  <a:lnTo>
                    <a:pt x="372" y="2172"/>
                  </a:lnTo>
                  <a:lnTo>
                    <a:pt x="672" y="2208"/>
                  </a:lnTo>
                  <a:lnTo>
                    <a:pt x="1284" y="2208"/>
                  </a:lnTo>
                  <a:lnTo>
                    <a:pt x="1812" y="2208"/>
                  </a:lnTo>
                  <a:lnTo>
                    <a:pt x="2112" y="2172"/>
                  </a:lnTo>
                  <a:lnTo>
                    <a:pt x="2244" y="2076"/>
                  </a:lnTo>
                  <a:lnTo>
                    <a:pt x="2316" y="1860"/>
                  </a:lnTo>
                  <a:lnTo>
                    <a:pt x="2340" y="1368"/>
                  </a:lnTo>
                  <a:lnTo>
                    <a:pt x="2340" y="0"/>
                  </a:lnTo>
                </a:path>
              </a:pathLst>
            </a:custGeom>
            <a:noFill/>
            <a:ln w="9525">
              <a:solidFill>
                <a:schemeClr val="tx1"/>
              </a:solidFill>
              <a:round/>
              <a:headEnd/>
              <a:tailEnd/>
            </a:ln>
          </p:spPr>
          <p:txBody>
            <a:bodyPr/>
            <a:lstStyle/>
            <a:p>
              <a:endParaRPr lang="en-US"/>
            </a:p>
          </p:txBody>
        </p:sp>
        <p:sp>
          <p:nvSpPr>
            <p:cNvPr id="61465" name="Freeform 8"/>
            <p:cNvSpPr>
              <a:spLocks/>
            </p:cNvSpPr>
            <p:nvPr/>
          </p:nvSpPr>
          <p:spPr bwMode="auto">
            <a:xfrm>
              <a:off x="2928" y="2268"/>
              <a:ext cx="2340" cy="1128"/>
            </a:xfrm>
            <a:custGeom>
              <a:avLst/>
              <a:gdLst>
                <a:gd name="T0" fmla="*/ 0 w 2340"/>
                <a:gd name="T1" fmla="*/ 24 h 1128"/>
                <a:gd name="T2" fmla="*/ 1032 w 2340"/>
                <a:gd name="T3" fmla="*/ 24 h 1128"/>
                <a:gd name="T4" fmla="*/ 1032 w 2340"/>
                <a:gd name="T5" fmla="*/ 612 h 1128"/>
                <a:gd name="T6" fmla="*/ 1080 w 2340"/>
                <a:gd name="T7" fmla="*/ 828 h 1128"/>
                <a:gd name="T8" fmla="*/ 1200 w 2340"/>
                <a:gd name="T9" fmla="*/ 948 h 1128"/>
                <a:gd name="T10" fmla="*/ 1392 w 2340"/>
                <a:gd name="T11" fmla="*/ 972 h 1128"/>
                <a:gd name="T12" fmla="*/ 1872 w 2340"/>
                <a:gd name="T13" fmla="*/ 960 h 1128"/>
                <a:gd name="T14" fmla="*/ 2064 w 2340"/>
                <a:gd name="T15" fmla="*/ 936 h 1128"/>
                <a:gd name="T16" fmla="*/ 2124 w 2340"/>
                <a:gd name="T17" fmla="*/ 756 h 1128"/>
                <a:gd name="T18" fmla="*/ 2124 w 2340"/>
                <a:gd name="T19" fmla="*/ 0 h 1128"/>
                <a:gd name="T20" fmla="*/ 2340 w 2340"/>
                <a:gd name="T21" fmla="*/ 0 h 1128"/>
                <a:gd name="T22" fmla="*/ 2328 w 2340"/>
                <a:gd name="T23" fmla="*/ 432 h 1128"/>
                <a:gd name="T24" fmla="*/ 2316 w 2340"/>
                <a:gd name="T25" fmla="*/ 708 h 1128"/>
                <a:gd name="T26" fmla="*/ 2256 w 2340"/>
                <a:gd name="T27" fmla="*/ 960 h 1128"/>
                <a:gd name="T28" fmla="*/ 2112 w 2340"/>
                <a:gd name="T29" fmla="*/ 1080 h 1128"/>
                <a:gd name="T30" fmla="*/ 1776 w 2340"/>
                <a:gd name="T31" fmla="*/ 1116 h 1128"/>
                <a:gd name="T32" fmla="*/ 840 w 2340"/>
                <a:gd name="T33" fmla="*/ 1128 h 1128"/>
                <a:gd name="T34" fmla="*/ 516 w 2340"/>
                <a:gd name="T35" fmla="*/ 1116 h 1128"/>
                <a:gd name="T36" fmla="*/ 324 w 2340"/>
                <a:gd name="T37" fmla="*/ 1056 h 1128"/>
                <a:gd name="T38" fmla="*/ 120 w 2340"/>
                <a:gd name="T39" fmla="*/ 960 h 1128"/>
                <a:gd name="T40" fmla="*/ 36 w 2340"/>
                <a:gd name="T41" fmla="*/ 768 h 1128"/>
                <a:gd name="T42" fmla="*/ 0 w 2340"/>
                <a:gd name="T43" fmla="*/ 276 h 1128"/>
                <a:gd name="T44" fmla="*/ 0 w 2340"/>
                <a:gd name="T45" fmla="*/ 24 h 112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w 2340"/>
                <a:gd name="T70" fmla="*/ 0 h 1128"/>
                <a:gd name="T71" fmla="*/ 2340 w 2340"/>
                <a:gd name="T72" fmla="*/ 1128 h 1128"/>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T69" t="T70" r="T71" b="T72"/>
              <a:pathLst>
                <a:path w="2340" h="1128">
                  <a:moveTo>
                    <a:pt x="0" y="24"/>
                  </a:moveTo>
                  <a:lnTo>
                    <a:pt x="1032" y="24"/>
                  </a:lnTo>
                  <a:lnTo>
                    <a:pt x="1032" y="612"/>
                  </a:lnTo>
                  <a:lnTo>
                    <a:pt x="1080" y="828"/>
                  </a:lnTo>
                  <a:lnTo>
                    <a:pt x="1200" y="948"/>
                  </a:lnTo>
                  <a:lnTo>
                    <a:pt x="1392" y="972"/>
                  </a:lnTo>
                  <a:lnTo>
                    <a:pt x="1872" y="960"/>
                  </a:lnTo>
                  <a:lnTo>
                    <a:pt x="2064" y="936"/>
                  </a:lnTo>
                  <a:lnTo>
                    <a:pt x="2124" y="756"/>
                  </a:lnTo>
                  <a:lnTo>
                    <a:pt x="2124" y="0"/>
                  </a:lnTo>
                  <a:lnTo>
                    <a:pt x="2340" y="0"/>
                  </a:lnTo>
                  <a:lnTo>
                    <a:pt x="2328" y="432"/>
                  </a:lnTo>
                  <a:lnTo>
                    <a:pt x="2316" y="708"/>
                  </a:lnTo>
                  <a:lnTo>
                    <a:pt x="2256" y="960"/>
                  </a:lnTo>
                  <a:lnTo>
                    <a:pt x="2112" y="1080"/>
                  </a:lnTo>
                  <a:lnTo>
                    <a:pt x="1776" y="1116"/>
                  </a:lnTo>
                  <a:lnTo>
                    <a:pt x="840" y="1128"/>
                  </a:lnTo>
                  <a:lnTo>
                    <a:pt x="516" y="1116"/>
                  </a:lnTo>
                  <a:lnTo>
                    <a:pt x="324" y="1056"/>
                  </a:lnTo>
                  <a:lnTo>
                    <a:pt x="120" y="960"/>
                  </a:lnTo>
                  <a:lnTo>
                    <a:pt x="36" y="768"/>
                  </a:lnTo>
                  <a:lnTo>
                    <a:pt x="0" y="276"/>
                  </a:lnTo>
                  <a:lnTo>
                    <a:pt x="0" y="24"/>
                  </a:lnTo>
                  <a:close/>
                </a:path>
              </a:pathLst>
            </a:custGeom>
            <a:solidFill>
              <a:schemeClr val="accent1"/>
            </a:solidFill>
            <a:ln w="9525">
              <a:solidFill>
                <a:schemeClr val="tx1"/>
              </a:solidFill>
              <a:round/>
              <a:headEnd/>
              <a:tailEnd/>
            </a:ln>
          </p:spPr>
          <p:txBody>
            <a:bodyPr/>
            <a:lstStyle/>
            <a:p>
              <a:endParaRPr lang="en-US"/>
            </a:p>
          </p:txBody>
        </p:sp>
      </p:grpSp>
      <p:sp>
        <p:nvSpPr>
          <p:cNvPr id="61447" name="Freeform 9"/>
          <p:cNvSpPr>
            <a:spLocks/>
          </p:cNvSpPr>
          <p:nvPr/>
        </p:nvSpPr>
        <p:spPr bwMode="auto">
          <a:xfrm>
            <a:off x="8123238" y="2019301"/>
            <a:ext cx="1497012" cy="1554163"/>
          </a:xfrm>
          <a:custGeom>
            <a:avLst/>
            <a:gdLst>
              <a:gd name="T0" fmla="*/ 0 w 2340"/>
              <a:gd name="T1" fmla="*/ 2147483647 h 2208"/>
              <a:gd name="T2" fmla="*/ 0 w 2340"/>
              <a:gd name="T3" fmla="*/ 2147483647 h 2208"/>
              <a:gd name="T4" fmla="*/ 2147483647 w 2340"/>
              <a:gd name="T5" fmla="*/ 2147483647 h 2208"/>
              <a:gd name="T6" fmla="*/ 2147483647 w 2340"/>
              <a:gd name="T7" fmla="*/ 2147483647 h 2208"/>
              <a:gd name="T8" fmla="*/ 2147483647 w 2340"/>
              <a:gd name="T9" fmla="*/ 2147483647 h 2208"/>
              <a:gd name="T10" fmla="*/ 2147483647 w 2340"/>
              <a:gd name="T11" fmla="*/ 2147483647 h 2208"/>
              <a:gd name="T12" fmla="*/ 2147483647 w 2340"/>
              <a:gd name="T13" fmla="*/ 2147483647 h 2208"/>
              <a:gd name="T14" fmla="*/ 2147483647 w 2340"/>
              <a:gd name="T15" fmla="*/ 2147483647 h 2208"/>
              <a:gd name="T16" fmla="*/ 2147483647 w 2340"/>
              <a:gd name="T17" fmla="*/ 2147483647 h 2208"/>
              <a:gd name="T18" fmla="*/ 2147483647 w 2340"/>
              <a:gd name="T19" fmla="*/ 2147483647 h 2208"/>
              <a:gd name="T20" fmla="*/ 2147483647 w 2340"/>
              <a:gd name="T21" fmla="*/ 2147483647 h 2208"/>
              <a:gd name="T22" fmla="*/ 2147483647 w 2340"/>
              <a:gd name="T23" fmla="*/ 2147483647 h 2208"/>
              <a:gd name="T24" fmla="*/ 2147483647 w 2340"/>
              <a:gd name="T25" fmla="*/ 2147483647 h 2208"/>
              <a:gd name="T26" fmla="*/ 2147483647 w 2340"/>
              <a:gd name="T27" fmla="*/ 0 h 220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340"/>
              <a:gd name="T43" fmla="*/ 0 h 2208"/>
              <a:gd name="T44" fmla="*/ 2340 w 2340"/>
              <a:gd name="T45" fmla="*/ 2208 h 220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340" h="2208">
                <a:moveTo>
                  <a:pt x="0" y="48"/>
                </a:moveTo>
                <a:lnTo>
                  <a:pt x="0" y="1188"/>
                </a:lnTo>
                <a:lnTo>
                  <a:pt x="24" y="1764"/>
                </a:lnTo>
                <a:lnTo>
                  <a:pt x="72" y="1968"/>
                </a:lnTo>
                <a:lnTo>
                  <a:pt x="144" y="2076"/>
                </a:lnTo>
                <a:lnTo>
                  <a:pt x="372" y="2172"/>
                </a:lnTo>
                <a:lnTo>
                  <a:pt x="672" y="2208"/>
                </a:lnTo>
                <a:lnTo>
                  <a:pt x="1284" y="2208"/>
                </a:lnTo>
                <a:lnTo>
                  <a:pt x="1812" y="2208"/>
                </a:lnTo>
                <a:lnTo>
                  <a:pt x="2112" y="2172"/>
                </a:lnTo>
                <a:lnTo>
                  <a:pt x="2244" y="2076"/>
                </a:lnTo>
                <a:lnTo>
                  <a:pt x="2316" y="1860"/>
                </a:lnTo>
                <a:lnTo>
                  <a:pt x="2340" y="1368"/>
                </a:lnTo>
                <a:lnTo>
                  <a:pt x="2340" y="0"/>
                </a:lnTo>
              </a:path>
            </a:pathLst>
          </a:custGeom>
          <a:noFill/>
          <a:ln w="9525">
            <a:solidFill>
              <a:schemeClr val="tx1"/>
            </a:solidFill>
            <a:round/>
            <a:headEnd/>
            <a:tailEnd/>
          </a:ln>
        </p:spPr>
        <p:txBody>
          <a:bodyPr/>
          <a:lstStyle/>
          <a:p>
            <a:endParaRPr lang="en-US"/>
          </a:p>
        </p:txBody>
      </p:sp>
      <p:sp>
        <p:nvSpPr>
          <p:cNvPr id="61448" name="Freeform 10"/>
          <p:cNvSpPr>
            <a:spLocks/>
          </p:cNvSpPr>
          <p:nvPr/>
        </p:nvSpPr>
        <p:spPr bwMode="auto">
          <a:xfrm>
            <a:off x="8783639" y="2087563"/>
            <a:ext cx="706437" cy="1376362"/>
          </a:xfrm>
          <a:custGeom>
            <a:avLst/>
            <a:gdLst>
              <a:gd name="T0" fmla="*/ 0 w 2340"/>
              <a:gd name="T1" fmla="*/ 2147483647 h 2208"/>
              <a:gd name="T2" fmla="*/ 0 w 2340"/>
              <a:gd name="T3" fmla="*/ 2147483647 h 2208"/>
              <a:gd name="T4" fmla="*/ 2147483647 w 2340"/>
              <a:gd name="T5" fmla="*/ 2147483647 h 2208"/>
              <a:gd name="T6" fmla="*/ 2147483647 w 2340"/>
              <a:gd name="T7" fmla="*/ 2147483647 h 2208"/>
              <a:gd name="T8" fmla="*/ 2147483647 w 2340"/>
              <a:gd name="T9" fmla="*/ 2147483647 h 2208"/>
              <a:gd name="T10" fmla="*/ 2147483647 w 2340"/>
              <a:gd name="T11" fmla="*/ 2147483647 h 2208"/>
              <a:gd name="T12" fmla="*/ 2147483647 w 2340"/>
              <a:gd name="T13" fmla="*/ 2147483647 h 2208"/>
              <a:gd name="T14" fmla="*/ 2147483647 w 2340"/>
              <a:gd name="T15" fmla="*/ 2147483647 h 2208"/>
              <a:gd name="T16" fmla="*/ 2147483647 w 2340"/>
              <a:gd name="T17" fmla="*/ 2147483647 h 2208"/>
              <a:gd name="T18" fmla="*/ 2147483647 w 2340"/>
              <a:gd name="T19" fmla="*/ 2147483647 h 2208"/>
              <a:gd name="T20" fmla="*/ 2147483647 w 2340"/>
              <a:gd name="T21" fmla="*/ 2147483647 h 2208"/>
              <a:gd name="T22" fmla="*/ 2147483647 w 2340"/>
              <a:gd name="T23" fmla="*/ 2147483647 h 2208"/>
              <a:gd name="T24" fmla="*/ 2147483647 w 2340"/>
              <a:gd name="T25" fmla="*/ 2147483647 h 2208"/>
              <a:gd name="T26" fmla="*/ 2147483647 w 2340"/>
              <a:gd name="T27" fmla="*/ 0 h 220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340"/>
              <a:gd name="T43" fmla="*/ 0 h 2208"/>
              <a:gd name="T44" fmla="*/ 2340 w 2340"/>
              <a:gd name="T45" fmla="*/ 2208 h 220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340" h="2208">
                <a:moveTo>
                  <a:pt x="0" y="48"/>
                </a:moveTo>
                <a:lnTo>
                  <a:pt x="0" y="1188"/>
                </a:lnTo>
                <a:lnTo>
                  <a:pt x="24" y="1764"/>
                </a:lnTo>
                <a:lnTo>
                  <a:pt x="72" y="1968"/>
                </a:lnTo>
                <a:lnTo>
                  <a:pt x="144" y="2076"/>
                </a:lnTo>
                <a:lnTo>
                  <a:pt x="372" y="2172"/>
                </a:lnTo>
                <a:lnTo>
                  <a:pt x="672" y="2208"/>
                </a:lnTo>
                <a:lnTo>
                  <a:pt x="1284" y="2208"/>
                </a:lnTo>
                <a:lnTo>
                  <a:pt x="1812" y="2208"/>
                </a:lnTo>
                <a:lnTo>
                  <a:pt x="2112" y="2172"/>
                </a:lnTo>
                <a:lnTo>
                  <a:pt x="2244" y="2076"/>
                </a:lnTo>
                <a:lnTo>
                  <a:pt x="2316" y="1860"/>
                </a:lnTo>
                <a:lnTo>
                  <a:pt x="2340" y="1368"/>
                </a:lnTo>
                <a:lnTo>
                  <a:pt x="2340" y="0"/>
                </a:lnTo>
              </a:path>
            </a:pathLst>
          </a:custGeom>
          <a:noFill/>
          <a:ln w="9525">
            <a:solidFill>
              <a:schemeClr val="tx1"/>
            </a:solidFill>
            <a:round/>
            <a:headEnd/>
            <a:tailEnd/>
          </a:ln>
        </p:spPr>
        <p:txBody>
          <a:bodyPr/>
          <a:lstStyle/>
          <a:p>
            <a:endParaRPr lang="en-US"/>
          </a:p>
        </p:txBody>
      </p:sp>
      <p:sp>
        <p:nvSpPr>
          <p:cNvPr id="61449" name="Freeform 11"/>
          <p:cNvSpPr>
            <a:spLocks/>
          </p:cNvSpPr>
          <p:nvPr/>
        </p:nvSpPr>
        <p:spPr bwMode="auto">
          <a:xfrm>
            <a:off x="8115301" y="2590800"/>
            <a:ext cx="1497013" cy="990600"/>
          </a:xfrm>
          <a:custGeom>
            <a:avLst/>
            <a:gdLst>
              <a:gd name="T0" fmla="*/ 2147483647 w 2340"/>
              <a:gd name="T1" fmla="*/ 0 h 1368"/>
              <a:gd name="T2" fmla="*/ 2147483647 w 2340"/>
              <a:gd name="T3" fmla="*/ 0 h 1368"/>
              <a:gd name="T4" fmla="*/ 2147483647 w 2340"/>
              <a:gd name="T5" fmla="*/ 2147483647 h 1368"/>
              <a:gd name="T6" fmla="*/ 2147483647 w 2340"/>
              <a:gd name="T7" fmla="*/ 2147483647 h 1368"/>
              <a:gd name="T8" fmla="*/ 2147483647 w 2340"/>
              <a:gd name="T9" fmla="*/ 2147483647 h 1368"/>
              <a:gd name="T10" fmla="*/ 2147483647 w 2340"/>
              <a:gd name="T11" fmla="*/ 2147483647 h 1368"/>
              <a:gd name="T12" fmla="*/ 2147483647 w 2340"/>
              <a:gd name="T13" fmla="*/ 2147483647 h 1368"/>
              <a:gd name="T14" fmla="*/ 2147483647 w 2340"/>
              <a:gd name="T15" fmla="*/ 2147483647 h 1368"/>
              <a:gd name="T16" fmla="*/ 2147483647 w 2340"/>
              <a:gd name="T17" fmla="*/ 2147483647 h 1368"/>
              <a:gd name="T18" fmla="*/ 2147483647 w 2340"/>
              <a:gd name="T19" fmla="*/ 2147483647 h 1368"/>
              <a:gd name="T20" fmla="*/ 2147483647 w 2340"/>
              <a:gd name="T21" fmla="*/ 2147483647 h 1368"/>
              <a:gd name="T22" fmla="*/ 2147483647 w 2340"/>
              <a:gd name="T23" fmla="*/ 2147483647 h 1368"/>
              <a:gd name="T24" fmla="*/ 2147483647 w 2340"/>
              <a:gd name="T25" fmla="*/ 2147483647 h 1368"/>
              <a:gd name="T26" fmla="*/ 2147483647 w 2340"/>
              <a:gd name="T27" fmla="*/ 2147483647 h 1368"/>
              <a:gd name="T28" fmla="*/ 2147483647 w 2340"/>
              <a:gd name="T29" fmla="*/ 2147483647 h 1368"/>
              <a:gd name="T30" fmla="*/ 2147483647 w 2340"/>
              <a:gd name="T31" fmla="*/ 2147483647 h 1368"/>
              <a:gd name="T32" fmla="*/ 2147483647 w 2340"/>
              <a:gd name="T33" fmla="*/ 2147483647 h 1368"/>
              <a:gd name="T34" fmla="*/ 0 w 2340"/>
              <a:gd name="T35" fmla="*/ 2147483647 h 1368"/>
              <a:gd name="T36" fmla="*/ 2147483647 w 2340"/>
              <a:gd name="T37" fmla="*/ 0 h 1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2340"/>
              <a:gd name="T58" fmla="*/ 0 h 1368"/>
              <a:gd name="T59" fmla="*/ 2340 w 2340"/>
              <a:gd name="T60" fmla="*/ 1368 h 1368"/>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2340" h="1368">
                <a:moveTo>
                  <a:pt x="12" y="0"/>
                </a:moveTo>
                <a:lnTo>
                  <a:pt x="1044" y="0"/>
                </a:lnTo>
                <a:lnTo>
                  <a:pt x="1044" y="732"/>
                </a:lnTo>
                <a:lnTo>
                  <a:pt x="1080" y="1056"/>
                </a:lnTo>
                <a:lnTo>
                  <a:pt x="1164" y="1164"/>
                </a:lnTo>
                <a:lnTo>
                  <a:pt x="1284" y="1188"/>
                </a:lnTo>
                <a:lnTo>
                  <a:pt x="1872" y="1200"/>
                </a:lnTo>
                <a:lnTo>
                  <a:pt x="2052" y="1164"/>
                </a:lnTo>
                <a:lnTo>
                  <a:pt x="2136" y="1008"/>
                </a:lnTo>
                <a:lnTo>
                  <a:pt x="2124" y="864"/>
                </a:lnTo>
                <a:lnTo>
                  <a:pt x="2340" y="852"/>
                </a:lnTo>
                <a:lnTo>
                  <a:pt x="2292" y="1140"/>
                </a:lnTo>
                <a:lnTo>
                  <a:pt x="2136" y="1296"/>
                </a:lnTo>
                <a:lnTo>
                  <a:pt x="1764" y="1368"/>
                </a:lnTo>
                <a:lnTo>
                  <a:pt x="540" y="1368"/>
                </a:lnTo>
                <a:lnTo>
                  <a:pt x="192" y="1236"/>
                </a:lnTo>
                <a:lnTo>
                  <a:pt x="48" y="1032"/>
                </a:lnTo>
                <a:lnTo>
                  <a:pt x="0" y="336"/>
                </a:lnTo>
                <a:lnTo>
                  <a:pt x="12" y="0"/>
                </a:lnTo>
                <a:close/>
              </a:path>
            </a:pathLst>
          </a:custGeom>
          <a:solidFill>
            <a:schemeClr val="accent1">
              <a:alpha val="39999"/>
            </a:schemeClr>
          </a:solidFill>
          <a:ln w="9525">
            <a:solidFill>
              <a:schemeClr val="tx1"/>
            </a:solidFill>
            <a:round/>
            <a:headEnd/>
            <a:tailEnd/>
          </a:ln>
        </p:spPr>
        <p:txBody>
          <a:bodyPr/>
          <a:lstStyle/>
          <a:p>
            <a:endParaRPr lang="en-US"/>
          </a:p>
        </p:txBody>
      </p:sp>
      <p:sp>
        <p:nvSpPr>
          <p:cNvPr id="61450" name="Line 12"/>
          <p:cNvSpPr>
            <a:spLocks noChangeShapeType="1"/>
          </p:cNvSpPr>
          <p:nvPr/>
        </p:nvSpPr>
        <p:spPr bwMode="auto">
          <a:xfrm>
            <a:off x="6134100" y="2800350"/>
            <a:ext cx="4038600" cy="0"/>
          </a:xfrm>
          <a:prstGeom prst="line">
            <a:avLst/>
          </a:prstGeom>
          <a:noFill/>
          <a:ln w="9525">
            <a:solidFill>
              <a:schemeClr val="tx1"/>
            </a:solidFill>
            <a:prstDash val="dash"/>
            <a:round/>
            <a:headEnd/>
            <a:tailEnd/>
          </a:ln>
        </p:spPr>
        <p:txBody>
          <a:bodyPr/>
          <a:lstStyle/>
          <a:p>
            <a:endParaRPr lang="en-US"/>
          </a:p>
        </p:txBody>
      </p:sp>
      <p:sp>
        <p:nvSpPr>
          <p:cNvPr id="61451" name="Line 13"/>
          <p:cNvSpPr>
            <a:spLocks noChangeShapeType="1"/>
          </p:cNvSpPr>
          <p:nvPr/>
        </p:nvSpPr>
        <p:spPr bwMode="auto">
          <a:xfrm>
            <a:off x="6019800" y="2590800"/>
            <a:ext cx="4038600" cy="0"/>
          </a:xfrm>
          <a:prstGeom prst="line">
            <a:avLst/>
          </a:prstGeom>
          <a:noFill/>
          <a:ln w="9525">
            <a:solidFill>
              <a:schemeClr val="tx1"/>
            </a:solidFill>
            <a:prstDash val="dash"/>
            <a:round/>
            <a:headEnd/>
            <a:tailEnd/>
          </a:ln>
        </p:spPr>
        <p:txBody>
          <a:bodyPr/>
          <a:lstStyle/>
          <a:p>
            <a:endParaRPr lang="en-US"/>
          </a:p>
        </p:txBody>
      </p:sp>
      <p:sp>
        <p:nvSpPr>
          <p:cNvPr id="61452" name="Line 14"/>
          <p:cNvSpPr>
            <a:spLocks noChangeShapeType="1"/>
          </p:cNvSpPr>
          <p:nvPr/>
        </p:nvSpPr>
        <p:spPr bwMode="auto">
          <a:xfrm>
            <a:off x="6153150" y="3219450"/>
            <a:ext cx="4038600" cy="0"/>
          </a:xfrm>
          <a:prstGeom prst="line">
            <a:avLst/>
          </a:prstGeom>
          <a:noFill/>
          <a:ln w="9525">
            <a:solidFill>
              <a:schemeClr val="tx1"/>
            </a:solidFill>
            <a:prstDash val="dash"/>
            <a:round/>
            <a:headEnd/>
            <a:tailEnd/>
          </a:ln>
        </p:spPr>
        <p:txBody>
          <a:bodyPr/>
          <a:lstStyle/>
          <a:p>
            <a:endParaRPr lang="en-US"/>
          </a:p>
        </p:txBody>
      </p:sp>
      <p:sp>
        <p:nvSpPr>
          <p:cNvPr id="61453" name="Freeform 15"/>
          <p:cNvSpPr>
            <a:spLocks/>
          </p:cNvSpPr>
          <p:nvPr/>
        </p:nvSpPr>
        <p:spPr bwMode="auto">
          <a:xfrm rot="10597882" flipH="1">
            <a:off x="7624763" y="3041651"/>
            <a:ext cx="463550" cy="682625"/>
          </a:xfrm>
          <a:custGeom>
            <a:avLst/>
            <a:gdLst>
              <a:gd name="T0" fmla="*/ 2147483647 w 292"/>
              <a:gd name="T1" fmla="*/ 0 h 430"/>
              <a:gd name="T2" fmla="*/ 2147483647 w 292"/>
              <a:gd name="T3" fmla="*/ 2147483647 h 430"/>
              <a:gd name="T4" fmla="*/ 2147483647 w 292"/>
              <a:gd name="T5" fmla="*/ 2147483647 h 430"/>
              <a:gd name="T6" fmla="*/ 0 w 292"/>
              <a:gd name="T7" fmla="*/ 2147483647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61454" name="Text Box 16"/>
          <p:cNvSpPr txBox="1">
            <a:spLocks noChangeArrowheads="1"/>
          </p:cNvSpPr>
          <p:nvPr/>
        </p:nvSpPr>
        <p:spPr bwMode="auto">
          <a:xfrm>
            <a:off x="8005763" y="3735388"/>
            <a:ext cx="401072" cy="369332"/>
          </a:xfrm>
          <a:prstGeom prst="rect">
            <a:avLst/>
          </a:prstGeom>
          <a:noFill/>
          <a:ln w="9525">
            <a:noFill/>
            <a:miter lim="800000"/>
            <a:headEnd/>
            <a:tailEnd/>
          </a:ln>
        </p:spPr>
        <p:txBody>
          <a:bodyPr wrap="none">
            <a:spAutoFit/>
          </a:bodyPr>
          <a:lstStyle/>
          <a:p>
            <a:r>
              <a:rPr lang="en-US"/>
              <a:t>V</a:t>
            </a:r>
            <a:r>
              <a:rPr lang="en-US" baseline="-25000"/>
              <a:t>1</a:t>
            </a:r>
          </a:p>
        </p:txBody>
      </p:sp>
      <p:sp>
        <p:nvSpPr>
          <p:cNvPr id="61455" name="Text Box 17"/>
          <p:cNvSpPr txBox="1">
            <a:spLocks noChangeArrowheads="1"/>
          </p:cNvSpPr>
          <p:nvPr/>
        </p:nvSpPr>
        <p:spPr bwMode="auto">
          <a:xfrm>
            <a:off x="8956675" y="1827213"/>
            <a:ext cx="401072" cy="369332"/>
          </a:xfrm>
          <a:prstGeom prst="rect">
            <a:avLst/>
          </a:prstGeom>
          <a:noFill/>
          <a:ln w="9525">
            <a:noFill/>
            <a:miter lim="800000"/>
            <a:headEnd/>
            <a:tailEnd/>
          </a:ln>
        </p:spPr>
        <p:txBody>
          <a:bodyPr wrap="none">
            <a:spAutoFit/>
          </a:bodyPr>
          <a:lstStyle/>
          <a:p>
            <a:r>
              <a:rPr lang="en-US"/>
              <a:t>V</a:t>
            </a:r>
            <a:r>
              <a:rPr lang="en-US" baseline="-25000"/>
              <a:t>2</a:t>
            </a:r>
          </a:p>
        </p:txBody>
      </p:sp>
      <p:sp>
        <p:nvSpPr>
          <p:cNvPr id="61456" name="Freeform 18"/>
          <p:cNvSpPr>
            <a:spLocks/>
          </p:cNvSpPr>
          <p:nvPr/>
        </p:nvSpPr>
        <p:spPr bwMode="auto">
          <a:xfrm rot="3919535" flipH="1">
            <a:off x="8588376" y="2025651"/>
            <a:ext cx="463550" cy="682625"/>
          </a:xfrm>
          <a:custGeom>
            <a:avLst/>
            <a:gdLst>
              <a:gd name="T0" fmla="*/ 2147483647 w 292"/>
              <a:gd name="T1" fmla="*/ 0 h 430"/>
              <a:gd name="T2" fmla="*/ 2147483647 w 292"/>
              <a:gd name="T3" fmla="*/ 2147483647 h 430"/>
              <a:gd name="T4" fmla="*/ 2147483647 w 292"/>
              <a:gd name="T5" fmla="*/ 2147483647 h 430"/>
              <a:gd name="T6" fmla="*/ 0 w 292"/>
              <a:gd name="T7" fmla="*/ 2147483647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61457" name="Rectangle 19"/>
          <p:cNvSpPr>
            <a:spLocks noChangeArrowheads="1"/>
          </p:cNvSpPr>
          <p:nvPr/>
        </p:nvSpPr>
        <p:spPr bwMode="auto">
          <a:xfrm>
            <a:off x="6784975" y="1627188"/>
            <a:ext cx="455574" cy="369332"/>
          </a:xfrm>
          <a:prstGeom prst="rect">
            <a:avLst/>
          </a:prstGeom>
          <a:noFill/>
          <a:ln w="9525">
            <a:noFill/>
            <a:miter lim="800000"/>
            <a:headEnd/>
            <a:tailEnd/>
          </a:ln>
        </p:spPr>
        <p:txBody>
          <a:bodyPr wrap="none">
            <a:spAutoFit/>
          </a:bodyPr>
          <a:lstStyle/>
          <a:p>
            <a:r>
              <a:rPr lang="en-US"/>
              <a:t>(A)</a:t>
            </a:r>
          </a:p>
        </p:txBody>
      </p:sp>
      <p:sp>
        <p:nvSpPr>
          <p:cNvPr id="61458" name="Rectangle 20"/>
          <p:cNvSpPr>
            <a:spLocks noChangeArrowheads="1"/>
          </p:cNvSpPr>
          <p:nvPr/>
        </p:nvSpPr>
        <p:spPr bwMode="auto">
          <a:xfrm>
            <a:off x="8537575" y="1570038"/>
            <a:ext cx="458780" cy="369332"/>
          </a:xfrm>
          <a:prstGeom prst="rect">
            <a:avLst/>
          </a:prstGeom>
          <a:noFill/>
          <a:ln w="9525">
            <a:noFill/>
            <a:miter lim="800000"/>
            <a:headEnd/>
            <a:tailEnd/>
          </a:ln>
        </p:spPr>
        <p:txBody>
          <a:bodyPr wrap="none">
            <a:spAutoFit/>
          </a:bodyPr>
          <a:lstStyle/>
          <a:p>
            <a:r>
              <a:rPr lang="en-US"/>
              <a:t>(B)</a:t>
            </a:r>
          </a:p>
        </p:txBody>
      </p:sp>
      <p:sp>
        <p:nvSpPr>
          <p:cNvPr id="61459" name="Text Box 21"/>
          <p:cNvSpPr txBox="1">
            <a:spLocks noChangeArrowheads="1"/>
          </p:cNvSpPr>
          <p:nvPr/>
        </p:nvSpPr>
        <p:spPr bwMode="auto">
          <a:xfrm>
            <a:off x="9432926" y="1655763"/>
            <a:ext cx="650499" cy="369332"/>
          </a:xfrm>
          <a:prstGeom prst="rect">
            <a:avLst/>
          </a:prstGeom>
          <a:noFill/>
          <a:ln w="9525">
            <a:noFill/>
            <a:miter lim="800000"/>
            <a:headEnd/>
            <a:tailEnd/>
          </a:ln>
        </p:spPr>
        <p:txBody>
          <a:bodyPr wrap="none">
            <a:spAutoFit/>
          </a:bodyPr>
          <a:lstStyle/>
          <a:p>
            <a:r>
              <a:rPr lang="en-US"/>
              <a:t>P&gt;P</a:t>
            </a:r>
            <a:r>
              <a:rPr lang="en-US" baseline="-25000"/>
              <a:t>o</a:t>
            </a:r>
          </a:p>
        </p:txBody>
      </p:sp>
      <p:sp>
        <p:nvSpPr>
          <p:cNvPr id="61460" name="Text Box 22"/>
          <p:cNvSpPr txBox="1">
            <a:spLocks noChangeArrowheads="1"/>
          </p:cNvSpPr>
          <p:nvPr/>
        </p:nvSpPr>
        <p:spPr bwMode="auto">
          <a:xfrm>
            <a:off x="8042276" y="1712913"/>
            <a:ext cx="394019" cy="369332"/>
          </a:xfrm>
          <a:prstGeom prst="rect">
            <a:avLst/>
          </a:prstGeom>
          <a:noFill/>
          <a:ln w="9525">
            <a:noFill/>
            <a:miter lim="800000"/>
            <a:headEnd/>
            <a:tailEnd/>
          </a:ln>
        </p:spPr>
        <p:txBody>
          <a:bodyPr wrap="none">
            <a:spAutoFit/>
          </a:bodyPr>
          <a:lstStyle/>
          <a:p>
            <a:r>
              <a:rPr lang="en-US"/>
              <a:t>P</a:t>
            </a:r>
            <a:r>
              <a:rPr lang="en-US" baseline="-25000"/>
              <a:t>o</a:t>
            </a:r>
          </a:p>
        </p:txBody>
      </p:sp>
      <p:sp>
        <p:nvSpPr>
          <p:cNvPr id="61461" name="Text Box 23"/>
          <p:cNvSpPr txBox="1">
            <a:spLocks noChangeArrowheads="1"/>
          </p:cNvSpPr>
          <p:nvPr/>
        </p:nvSpPr>
        <p:spPr bwMode="auto">
          <a:xfrm>
            <a:off x="7489826" y="1693863"/>
            <a:ext cx="394019" cy="369332"/>
          </a:xfrm>
          <a:prstGeom prst="rect">
            <a:avLst/>
          </a:prstGeom>
          <a:noFill/>
          <a:ln w="9525">
            <a:noFill/>
            <a:miter lim="800000"/>
            <a:headEnd/>
            <a:tailEnd/>
          </a:ln>
        </p:spPr>
        <p:txBody>
          <a:bodyPr wrap="none">
            <a:spAutoFit/>
          </a:bodyPr>
          <a:lstStyle/>
          <a:p>
            <a:r>
              <a:rPr lang="en-US"/>
              <a:t>P</a:t>
            </a:r>
            <a:r>
              <a:rPr lang="en-US" baseline="-25000"/>
              <a:t>o</a:t>
            </a:r>
          </a:p>
        </p:txBody>
      </p:sp>
      <p:sp>
        <p:nvSpPr>
          <p:cNvPr id="61462" name="Text Box 24"/>
          <p:cNvSpPr txBox="1">
            <a:spLocks noChangeArrowheads="1"/>
          </p:cNvSpPr>
          <p:nvPr/>
        </p:nvSpPr>
        <p:spPr bwMode="auto">
          <a:xfrm>
            <a:off x="6270626" y="1751013"/>
            <a:ext cx="394019" cy="369332"/>
          </a:xfrm>
          <a:prstGeom prst="rect">
            <a:avLst/>
          </a:prstGeom>
          <a:noFill/>
          <a:ln w="9525">
            <a:noFill/>
            <a:miter lim="800000"/>
            <a:headEnd/>
            <a:tailEnd/>
          </a:ln>
        </p:spPr>
        <p:txBody>
          <a:bodyPr wrap="none">
            <a:spAutoFit/>
          </a:bodyPr>
          <a:lstStyle/>
          <a:p>
            <a:r>
              <a:rPr lang="en-US"/>
              <a:t>P</a:t>
            </a:r>
            <a:r>
              <a:rPr lang="en-US" baseline="-25000"/>
              <a:t>o</a:t>
            </a:r>
          </a:p>
        </p:txBody>
      </p:sp>
    </p:spTree>
    <p:extLst>
      <p:ext uri="{BB962C8B-B14F-4D97-AF65-F5344CB8AC3E}">
        <p14:creationId xmlns:p14="http://schemas.microsoft.com/office/powerpoint/2010/main" val="25805223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EE21C37C-7D8A-402B-88AF-9E104C0AD8B6}" type="slidenum">
              <a:rPr lang="en-US" altLang="en-US" sz="1400"/>
              <a:pPr eaLnBrk="1" hangingPunct="1">
                <a:spcBef>
                  <a:spcPct val="0"/>
                </a:spcBef>
                <a:buFontTx/>
                <a:buNone/>
              </a:pPr>
              <a:t>12</a:t>
            </a:fld>
            <a:endParaRPr lang="en-US" altLang="en-US" sz="1400"/>
          </a:p>
        </p:txBody>
      </p:sp>
      <p:grpSp>
        <p:nvGrpSpPr>
          <p:cNvPr id="9219" name="Group 2"/>
          <p:cNvGrpSpPr>
            <a:grpSpLocks/>
          </p:cNvGrpSpPr>
          <p:nvPr/>
        </p:nvGrpSpPr>
        <p:grpSpPr bwMode="auto">
          <a:xfrm>
            <a:off x="6329364" y="184666"/>
            <a:ext cx="5337172" cy="5847835"/>
            <a:chOff x="3027" y="1015"/>
            <a:chExt cx="2269" cy="2785"/>
          </a:xfrm>
        </p:grpSpPr>
        <p:grpSp>
          <p:nvGrpSpPr>
            <p:cNvPr id="9226" name="Group 3"/>
            <p:cNvGrpSpPr>
              <a:grpSpLocks/>
            </p:cNvGrpSpPr>
            <p:nvPr/>
          </p:nvGrpSpPr>
          <p:grpSpPr bwMode="auto">
            <a:xfrm>
              <a:off x="3478" y="1015"/>
              <a:ext cx="1480" cy="804"/>
              <a:chOff x="698" y="1317"/>
              <a:chExt cx="1480" cy="804"/>
            </a:xfrm>
          </p:grpSpPr>
          <p:grpSp>
            <p:nvGrpSpPr>
              <p:cNvPr id="9277" name="Group 4"/>
              <p:cNvGrpSpPr>
                <a:grpSpLocks/>
              </p:cNvGrpSpPr>
              <p:nvPr/>
            </p:nvGrpSpPr>
            <p:grpSpPr bwMode="auto">
              <a:xfrm>
                <a:off x="698" y="1936"/>
                <a:ext cx="161" cy="96"/>
                <a:chOff x="707" y="2868"/>
                <a:chExt cx="161" cy="96"/>
              </a:xfrm>
            </p:grpSpPr>
            <p:sp>
              <p:nvSpPr>
                <p:cNvPr id="9284" name="AutoShape 5"/>
                <p:cNvSpPr>
                  <a:spLocks noChangeArrowheads="1"/>
                </p:cNvSpPr>
                <p:nvPr/>
              </p:nvSpPr>
              <p:spPr bwMode="auto">
                <a:xfrm rot="213656" flipH="1">
                  <a:off x="707" y="2868"/>
                  <a:ext cx="161" cy="96"/>
                </a:xfrm>
                <a:prstGeom prst="flowChartMagneticDrum">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sp>
              <p:nvSpPr>
                <p:cNvPr id="9285" name="Arc 6"/>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800"/>
                </a:p>
              </p:txBody>
            </p:sp>
          </p:grpSp>
          <p:sp>
            <p:nvSpPr>
              <p:cNvPr id="9278" name="Freeform 7"/>
              <p:cNvSpPr>
                <a:spLocks/>
              </p:cNvSpPr>
              <p:nvPr/>
            </p:nvSpPr>
            <p:spPr bwMode="auto">
              <a:xfrm>
                <a:off x="702" y="1393"/>
                <a:ext cx="1407" cy="642"/>
              </a:xfrm>
              <a:custGeom>
                <a:avLst/>
                <a:gdLst>
                  <a:gd name="T0" fmla="*/ 126 w 1407"/>
                  <a:gd name="T1" fmla="*/ 546 h 642"/>
                  <a:gd name="T2" fmla="*/ 222 w 1407"/>
                  <a:gd name="T3" fmla="*/ 546 h 642"/>
                  <a:gd name="T4" fmla="*/ 336 w 1407"/>
                  <a:gd name="T5" fmla="*/ 525 h 642"/>
                  <a:gd name="T6" fmla="*/ 441 w 1407"/>
                  <a:gd name="T7" fmla="*/ 507 h 642"/>
                  <a:gd name="T8" fmla="*/ 537 w 1407"/>
                  <a:gd name="T9" fmla="*/ 480 h 642"/>
                  <a:gd name="T10" fmla="*/ 618 w 1407"/>
                  <a:gd name="T11" fmla="*/ 444 h 642"/>
                  <a:gd name="T12" fmla="*/ 678 w 1407"/>
                  <a:gd name="T13" fmla="*/ 402 h 642"/>
                  <a:gd name="T14" fmla="*/ 759 w 1407"/>
                  <a:gd name="T15" fmla="*/ 315 h 642"/>
                  <a:gd name="T16" fmla="*/ 834 w 1407"/>
                  <a:gd name="T17" fmla="*/ 216 h 642"/>
                  <a:gd name="T18" fmla="*/ 924 w 1407"/>
                  <a:gd name="T19" fmla="*/ 102 h 642"/>
                  <a:gd name="T20" fmla="*/ 990 w 1407"/>
                  <a:gd name="T21" fmla="*/ 57 h 642"/>
                  <a:gd name="T22" fmla="*/ 1080 w 1407"/>
                  <a:gd name="T23" fmla="*/ 24 h 642"/>
                  <a:gd name="T24" fmla="*/ 1161 w 1407"/>
                  <a:gd name="T25" fmla="*/ 9 h 642"/>
                  <a:gd name="T26" fmla="*/ 1242 w 1407"/>
                  <a:gd name="T27" fmla="*/ 0 h 642"/>
                  <a:gd name="T28" fmla="*/ 1332 w 1407"/>
                  <a:gd name="T29" fmla="*/ 6 h 642"/>
                  <a:gd name="T30" fmla="*/ 1389 w 1407"/>
                  <a:gd name="T31" fmla="*/ 6 h 642"/>
                  <a:gd name="T32" fmla="*/ 1407 w 1407"/>
                  <a:gd name="T33" fmla="*/ 18 h 642"/>
                  <a:gd name="T34" fmla="*/ 1407 w 1407"/>
                  <a:gd name="T35" fmla="*/ 90 h 642"/>
                  <a:gd name="T36" fmla="*/ 1404 w 1407"/>
                  <a:gd name="T37" fmla="*/ 135 h 642"/>
                  <a:gd name="T38" fmla="*/ 1395 w 1407"/>
                  <a:gd name="T39" fmla="*/ 192 h 642"/>
                  <a:gd name="T40" fmla="*/ 1377 w 1407"/>
                  <a:gd name="T41" fmla="*/ 243 h 642"/>
                  <a:gd name="T42" fmla="*/ 1263 w 1407"/>
                  <a:gd name="T43" fmla="*/ 249 h 642"/>
                  <a:gd name="T44" fmla="*/ 1170 w 1407"/>
                  <a:gd name="T45" fmla="*/ 243 h 642"/>
                  <a:gd name="T46" fmla="*/ 1077 w 1407"/>
                  <a:gd name="T47" fmla="*/ 252 h 642"/>
                  <a:gd name="T48" fmla="*/ 1014 w 1407"/>
                  <a:gd name="T49" fmla="*/ 267 h 642"/>
                  <a:gd name="T50" fmla="*/ 963 w 1407"/>
                  <a:gd name="T51" fmla="*/ 285 h 642"/>
                  <a:gd name="T52" fmla="*/ 897 w 1407"/>
                  <a:gd name="T53" fmla="*/ 315 h 642"/>
                  <a:gd name="T54" fmla="*/ 843 w 1407"/>
                  <a:gd name="T55" fmla="*/ 375 h 642"/>
                  <a:gd name="T56" fmla="*/ 768 w 1407"/>
                  <a:gd name="T57" fmla="*/ 447 h 642"/>
                  <a:gd name="T58" fmla="*/ 717 w 1407"/>
                  <a:gd name="T59" fmla="*/ 498 h 642"/>
                  <a:gd name="T60" fmla="*/ 669 w 1407"/>
                  <a:gd name="T61" fmla="*/ 540 h 642"/>
                  <a:gd name="T62" fmla="*/ 621 w 1407"/>
                  <a:gd name="T63" fmla="*/ 564 h 642"/>
                  <a:gd name="T64" fmla="*/ 564 w 1407"/>
                  <a:gd name="T65" fmla="*/ 588 h 642"/>
                  <a:gd name="T66" fmla="*/ 477 w 1407"/>
                  <a:gd name="T67" fmla="*/ 606 h 642"/>
                  <a:gd name="T68" fmla="*/ 375 w 1407"/>
                  <a:gd name="T69" fmla="*/ 627 h 642"/>
                  <a:gd name="T70" fmla="*/ 273 w 1407"/>
                  <a:gd name="T71" fmla="*/ 636 h 642"/>
                  <a:gd name="T72" fmla="*/ 171 w 1407"/>
                  <a:gd name="T73" fmla="*/ 642 h 642"/>
                  <a:gd name="T74" fmla="*/ 66 w 1407"/>
                  <a:gd name="T75" fmla="*/ 636 h 642"/>
                  <a:gd name="T76" fmla="*/ 15 w 1407"/>
                  <a:gd name="T77" fmla="*/ 630 h 642"/>
                  <a:gd name="T78" fmla="*/ 0 w 1407"/>
                  <a:gd name="T79" fmla="*/ 606 h 642"/>
                  <a:gd name="T80" fmla="*/ 3 w 1407"/>
                  <a:gd name="T81" fmla="*/ 573 h 642"/>
                  <a:gd name="T82" fmla="*/ 9 w 1407"/>
                  <a:gd name="T83" fmla="*/ 543 h 642"/>
                  <a:gd name="T84" fmla="*/ 57 w 1407"/>
                  <a:gd name="T85" fmla="*/ 546 h 642"/>
                  <a:gd name="T86" fmla="*/ 180 w 1407"/>
                  <a:gd name="T87" fmla="*/ 549 h 642"/>
                  <a:gd name="T88" fmla="*/ 204 w 1407"/>
                  <a:gd name="T89" fmla="*/ 546 h 642"/>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07"/>
                  <a:gd name="T136" fmla="*/ 0 h 642"/>
                  <a:gd name="T137" fmla="*/ 1407 w 1407"/>
                  <a:gd name="T138" fmla="*/ 642 h 642"/>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07" h="642">
                    <a:moveTo>
                      <a:pt x="126" y="546"/>
                    </a:moveTo>
                    <a:lnTo>
                      <a:pt x="222" y="546"/>
                    </a:lnTo>
                    <a:lnTo>
                      <a:pt x="336" y="525"/>
                    </a:lnTo>
                    <a:lnTo>
                      <a:pt x="441" y="507"/>
                    </a:lnTo>
                    <a:lnTo>
                      <a:pt x="537" y="480"/>
                    </a:lnTo>
                    <a:lnTo>
                      <a:pt x="618" y="444"/>
                    </a:lnTo>
                    <a:lnTo>
                      <a:pt x="678" y="402"/>
                    </a:lnTo>
                    <a:lnTo>
                      <a:pt x="759" y="315"/>
                    </a:lnTo>
                    <a:lnTo>
                      <a:pt x="834" y="216"/>
                    </a:lnTo>
                    <a:lnTo>
                      <a:pt x="924" y="102"/>
                    </a:lnTo>
                    <a:lnTo>
                      <a:pt x="990" y="57"/>
                    </a:lnTo>
                    <a:lnTo>
                      <a:pt x="1080" y="24"/>
                    </a:lnTo>
                    <a:lnTo>
                      <a:pt x="1161" y="9"/>
                    </a:lnTo>
                    <a:lnTo>
                      <a:pt x="1242" y="0"/>
                    </a:lnTo>
                    <a:lnTo>
                      <a:pt x="1332" y="6"/>
                    </a:lnTo>
                    <a:lnTo>
                      <a:pt x="1389" y="6"/>
                    </a:lnTo>
                    <a:lnTo>
                      <a:pt x="1407" y="18"/>
                    </a:lnTo>
                    <a:lnTo>
                      <a:pt x="1407" y="90"/>
                    </a:lnTo>
                    <a:lnTo>
                      <a:pt x="1404" y="135"/>
                    </a:lnTo>
                    <a:lnTo>
                      <a:pt x="1395" y="192"/>
                    </a:lnTo>
                    <a:lnTo>
                      <a:pt x="1377" y="243"/>
                    </a:lnTo>
                    <a:lnTo>
                      <a:pt x="1263" y="249"/>
                    </a:lnTo>
                    <a:lnTo>
                      <a:pt x="1170" y="243"/>
                    </a:lnTo>
                    <a:lnTo>
                      <a:pt x="1077" y="252"/>
                    </a:lnTo>
                    <a:lnTo>
                      <a:pt x="1014" y="267"/>
                    </a:lnTo>
                    <a:lnTo>
                      <a:pt x="963" y="285"/>
                    </a:lnTo>
                    <a:lnTo>
                      <a:pt x="897" y="315"/>
                    </a:lnTo>
                    <a:lnTo>
                      <a:pt x="843" y="375"/>
                    </a:lnTo>
                    <a:lnTo>
                      <a:pt x="768" y="447"/>
                    </a:lnTo>
                    <a:lnTo>
                      <a:pt x="717" y="498"/>
                    </a:lnTo>
                    <a:lnTo>
                      <a:pt x="669" y="540"/>
                    </a:lnTo>
                    <a:lnTo>
                      <a:pt x="621" y="564"/>
                    </a:lnTo>
                    <a:lnTo>
                      <a:pt x="564" y="588"/>
                    </a:lnTo>
                    <a:lnTo>
                      <a:pt x="477" y="606"/>
                    </a:lnTo>
                    <a:lnTo>
                      <a:pt x="375" y="627"/>
                    </a:lnTo>
                    <a:lnTo>
                      <a:pt x="273" y="636"/>
                    </a:lnTo>
                    <a:lnTo>
                      <a:pt x="171" y="642"/>
                    </a:lnTo>
                    <a:lnTo>
                      <a:pt x="66" y="636"/>
                    </a:lnTo>
                    <a:lnTo>
                      <a:pt x="15" y="630"/>
                    </a:lnTo>
                    <a:lnTo>
                      <a:pt x="0" y="606"/>
                    </a:lnTo>
                    <a:lnTo>
                      <a:pt x="3" y="573"/>
                    </a:lnTo>
                    <a:lnTo>
                      <a:pt x="9" y="543"/>
                    </a:lnTo>
                    <a:lnTo>
                      <a:pt x="57" y="546"/>
                    </a:lnTo>
                    <a:lnTo>
                      <a:pt x="180" y="549"/>
                    </a:lnTo>
                    <a:lnTo>
                      <a:pt x="204" y="546"/>
                    </a:lnTo>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sz="2800"/>
              </a:p>
            </p:txBody>
          </p:sp>
          <p:sp>
            <p:nvSpPr>
              <p:cNvPr id="9279" name="Freeform 8"/>
              <p:cNvSpPr>
                <a:spLocks/>
              </p:cNvSpPr>
              <p:nvPr/>
            </p:nvSpPr>
            <p:spPr bwMode="auto">
              <a:xfrm rot="-10354484">
                <a:off x="742" y="1563"/>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800"/>
              </a:p>
            </p:txBody>
          </p:sp>
          <p:sp>
            <p:nvSpPr>
              <p:cNvPr id="9280" name="Freeform 9"/>
              <p:cNvSpPr>
                <a:spLocks/>
              </p:cNvSpPr>
              <p:nvPr/>
            </p:nvSpPr>
            <p:spPr bwMode="auto">
              <a:xfrm rot="-10354484">
                <a:off x="762" y="1317"/>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800"/>
              </a:p>
            </p:txBody>
          </p:sp>
          <p:sp>
            <p:nvSpPr>
              <p:cNvPr id="9281" name="Oval 10"/>
              <p:cNvSpPr>
                <a:spLocks noChangeArrowheads="1"/>
              </p:cNvSpPr>
              <p:nvPr/>
            </p:nvSpPr>
            <p:spPr bwMode="auto">
              <a:xfrm rot="-10354484">
                <a:off x="2122" y="1405"/>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sp>
            <p:nvSpPr>
              <p:cNvPr id="9282" name="Oval 11"/>
              <p:cNvSpPr>
                <a:spLocks noChangeArrowheads="1"/>
              </p:cNvSpPr>
              <p:nvPr/>
            </p:nvSpPr>
            <p:spPr bwMode="auto">
              <a:xfrm rot="-10354484">
                <a:off x="699" y="1937"/>
                <a:ext cx="52" cy="93"/>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sp>
            <p:nvSpPr>
              <p:cNvPr id="9283" name="Oval 12"/>
              <p:cNvSpPr>
                <a:spLocks noChangeArrowheads="1"/>
              </p:cNvSpPr>
              <p:nvPr/>
            </p:nvSpPr>
            <p:spPr bwMode="auto">
              <a:xfrm rot="-10354484">
                <a:off x="2053" y="1399"/>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grpSp>
        <p:grpSp>
          <p:nvGrpSpPr>
            <p:cNvPr id="9227" name="Group 13"/>
            <p:cNvGrpSpPr>
              <a:grpSpLocks/>
            </p:cNvGrpSpPr>
            <p:nvPr/>
          </p:nvGrpSpPr>
          <p:grpSpPr bwMode="auto">
            <a:xfrm>
              <a:off x="3497" y="1926"/>
              <a:ext cx="1483" cy="804"/>
              <a:chOff x="746" y="2786"/>
              <a:chExt cx="1483" cy="804"/>
            </a:xfrm>
          </p:grpSpPr>
          <p:sp>
            <p:nvSpPr>
              <p:cNvPr id="9268" name="Freeform 14"/>
              <p:cNvSpPr>
                <a:spLocks/>
              </p:cNvSpPr>
              <p:nvPr/>
            </p:nvSpPr>
            <p:spPr bwMode="auto">
              <a:xfrm>
                <a:off x="852" y="2862"/>
                <a:ext cx="1377" cy="648"/>
              </a:xfrm>
              <a:custGeom>
                <a:avLst/>
                <a:gdLst>
                  <a:gd name="T0" fmla="*/ 33 w 1377"/>
                  <a:gd name="T1" fmla="*/ 546 h 648"/>
                  <a:gd name="T2" fmla="*/ 3 w 1377"/>
                  <a:gd name="T3" fmla="*/ 564 h 648"/>
                  <a:gd name="T4" fmla="*/ 0 w 1377"/>
                  <a:gd name="T5" fmla="*/ 600 h 648"/>
                  <a:gd name="T6" fmla="*/ 0 w 1377"/>
                  <a:gd name="T7" fmla="*/ 627 h 648"/>
                  <a:gd name="T8" fmla="*/ 15 w 1377"/>
                  <a:gd name="T9" fmla="*/ 648 h 648"/>
                  <a:gd name="T10" fmla="*/ 114 w 1377"/>
                  <a:gd name="T11" fmla="*/ 642 h 648"/>
                  <a:gd name="T12" fmla="*/ 279 w 1377"/>
                  <a:gd name="T13" fmla="*/ 627 h 648"/>
                  <a:gd name="T14" fmla="*/ 369 w 1377"/>
                  <a:gd name="T15" fmla="*/ 606 h 648"/>
                  <a:gd name="T16" fmla="*/ 480 w 1377"/>
                  <a:gd name="T17" fmla="*/ 582 h 648"/>
                  <a:gd name="T18" fmla="*/ 552 w 1377"/>
                  <a:gd name="T19" fmla="*/ 546 h 648"/>
                  <a:gd name="T20" fmla="*/ 633 w 1377"/>
                  <a:gd name="T21" fmla="*/ 483 h 648"/>
                  <a:gd name="T22" fmla="*/ 717 w 1377"/>
                  <a:gd name="T23" fmla="*/ 390 h 648"/>
                  <a:gd name="T24" fmla="*/ 786 w 1377"/>
                  <a:gd name="T25" fmla="*/ 324 h 648"/>
                  <a:gd name="T26" fmla="*/ 861 w 1377"/>
                  <a:gd name="T27" fmla="*/ 282 h 648"/>
                  <a:gd name="T28" fmla="*/ 951 w 1377"/>
                  <a:gd name="T29" fmla="*/ 255 h 648"/>
                  <a:gd name="T30" fmla="*/ 1056 w 1377"/>
                  <a:gd name="T31" fmla="*/ 243 h 648"/>
                  <a:gd name="T32" fmla="*/ 1212 w 1377"/>
                  <a:gd name="T33" fmla="*/ 246 h 648"/>
                  <a:gd name="T34" fmla="*/ 1332 w 1377"/>
                  <a:gd name="T35" fmla="*/ 258 h 648"/>
                  <a:gd name="T36" fmla="*/ 1371 w 1377"/>
                  <a:gd name="T37" fmla="*/ 186 h 648"/>
                  <a:gd name="T38" fmla="*/ 1377 w 1377"/>
                  <a:gd name="T39" fmla="*/ 111 h 648"/>
                  <a:gd name="T40" fmla="*/ 1374 w 1377"/>
                  <a:gd name="T41" fmla="*/ 42 h 648"/>
                  <a:gd name="T42" fmla="*/ 1359 w 1377"/>
                  <a:gd name="T43" fmla="*/ 12 h 648"/>
                  <a:gd name="T44" fmla="*/ 1209 w 1377"/>
                  <a:gd name="T45" fmla="*/ 3 h 648"/>
                  <a:gd name="T46" fmla="*/ 1119 w 1377"/>
                  <a:gd name="T47" fmla="*/ 0 h 648"/>
                  <a:gd name="T48" fmla="*/ 1053 w 1377"/>
                  <a:gd name="T49" fmla="*/ 9 h 648"/>
                  <a:gd name="T50" fmla="*/ 960 w 1377"/>
                  <a:gd name="T51" fmla="*/ 27 h 648"/>
                  <a:gd name="T52" fmla="*/ 876 w 1377"/>
                  <a:gd name="T53" fmla="*/ 66 h 648"/>
                  <a:gd name="T54" fmla="*/ 807 w 1377"/>
                  <a:gd name="T55" fmla="*/ 114 h 648"/>
                  <a:gd name="T56" fmla="*/ 726 w 1377"/>
                  <a:gd name="T57" fmla="*/ 225 h 648"/>
                  <a:gd name="T58" fmla="*/ 630 w 1377"/>
                  <a:gd name="T59" fmla="*/ 348 h 648"/>
                  <a:gd name="T60" fmla="*/ 552 w 1377"/>
                  <a:gd name="T61" fmla="*/ 417 h 648"/>
                  <a:gd name="T62" fmla="*/ 486 w 1377"/>
                  <a:gd name="T63" fmla="*/ 459 h 648"/>
                  <a:gd name="T64" fmla="*/ 384 w 1377"/>
                  <a:gd name="T65" fmla="*/ 495 h 648"/>
                  <a:gd name="T66" fmla="*/ 276 w 1377"/>
                  <a:gd name="T67" fmla="*/ 522 h 648"/>
                  <a:gd name="T68" fmla="*/ 126 w 1377"/>
                  <a:gd name="T69" fmla="*/ 546 h 648"/>
                  <a:gd name="T70" fmla="*/ 33 w 1377"/>
                  <a:gd name="T71" fmla="*/ 546 h 64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1377"/>
                  <a:gd name="T109" fmla="*/ 0 h 648"/>
                  <a:gd name="T110" fmla="*/ 1377 w 1377"/>
                  <a:gd name="T111" fmla="*/ 648 h 648"/>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1377" h="648">
                    <a:moveTo>
                      <a:pt x="33" y="546"/>
                    </a:moveTo>
                    <a:lnTo>
                      <a:pt x="3" y="564"/>
                    </a:lnTo>
                    <a:lnTo>
                      <a:pt x="0" y="600"/>
                    </a:lnTo>
                    <a:lnTo>
                      <a:pt x="0" y="627"/>
                    </a:lnTo>
                    <a:lnTo>
                      <a:pt x="15" y="648"/>
                    </a:lnTo>
                    <a:lnTo>
                      <a:pt x="114" y="642"/>
                    </a:lnTo>
                    <a:lnTo>
                      <a:pt x="279" y="627"/>
                    </a:lnTo>
                    <a:lnTo>
                      <a:pt x="369" y="606"/>
                    </a:lnTo>
                    <a:lnTo>
                      <a:pt x="480" y="582"/>
                    </a:lnTo>
                    <a:lnTo>
                      <a:pt x="552" y="546"/>
                    </a:lnTo>
                    <a:lnTo>
                      <a:pt x="633" y="483"/>
                    </a:lnTo>
                    <a:lnTo>
                      <a:pt x="717" y="390"/>
                    </a:lnTo>
                    <a:lnTo>
                      <a:pt x="786" y="324"/>
                    </a:lnTo>
                    <a:lnTo>
                      <a:pt x="861" y="282"/>
                    </a:lnTo>
                    <a:lnTo>
                      <a:pt x="951" y="255"/>
                    </a:lnTo>
                    <a:lnTo>
                      <a:pt x="1056" y="243"/>
                    </a:lnTo>
                    <a:lnTo>
                      <a:pt x="1212" y="246"/>
                    </a:lnTo>
                    <a:lnTo>
                      <a:pt x="1332" y="258"/>
                    </a:lnTo>
                    <a:lnTo>
                      <a:pt x="1371" y="186"/>
                    </a:lnTo>
                    <a:lnTo>
                      <a:pt x="1377" y="111"/>
                    </a:lnTo>
                    <a:lnTo>
                      <a:pt x="1374" y="42"/>
                    </a:lnTo>
                    <a:lnTo>
                      <a:pt x="1359" y="12"/>
                    </a:lnTo>
                    <a:lnTo>
                      <a:pt x="1209" y="3"/>
                    </a:lnTo>
                    <a:lnTo>
                      <a:pt x="1119" y="0"/>
                    </a:lnTo>
                    <a:lnTo>
                      <a:pt x="1053" y="9"/>
                    </a:lnTo>
                    <a:lnTo>
                      <a:pt x="960" y="27"/>
                    </a:lnTo>
                    <a:lnTo>
                      <a:pt x="876" y="66"/>
                    </a:lnTo>
                    <a:lnTo>
                      <a:pt x="807" y="114"/>
                    </a:lnTo>
                    <a:lnTo>
                      <a:pt x="726" y="225"/>
                    </a:lnTo>
                    <a:lnTo>
                      <a:pt x="630" y="348"/>
                    </a:lnTo>
                    <a:lnTo>
                      <a:pt x="552" y="417"/>
                    </a:lnTo>
                    <a:lnTo>
                      <a:pt x="486" y="459"/>
                    </a:lnTo>
                    <a:lnTo>
                      <a:pt x="384" y="495"/>
                    </a:lnTo>
                    <a:lnTo>
                      <a:pt x="276" y="522"/>
                    </a:lnTo>
                    <a:lnTo>
                      <a:pt x="126" y="546"/>
                    </a:lnTo>
                    <a:lnTo>
                      <a:pt x="33" y="546"/>
                    </a:lnTo>
                    <a:close/>
                  </a:path>
                </a:pathLst>
              </a:custGeom>
              <a:solidFill>
                <a:schemeClr val="accent1"/>
              </a:solidFill>
              <a:ln w="9525">
                <a:solidFill>
                  <a:schemeClr val="tx1"/>
                </a:solidFill>
                <a:round/>
                <a:headEnd/>
                <a:tailEnd/>
              </a:ln>
            </p:spPr>
            <p:txBody>
              <a:bodyPr/>
              <a:lstStyle/>
              <a:p>
                <a:endParaRPr lang="en-US" sz="2800"/>
              </a:p>
            </p:txBody>
          </p:sp>
          <p:grpSp>
            <p:nvGrpSpPr>
              <p:cNvPr id="9269" name="Group 15"/>
              <p:cNvGrpSpPr>
                <a:grpSpLocks/>
              </p:cNvGrpSpPr>
              <p:nvPr/>
            </p:nvGrpSpPr>
            <p:grpSpPr bwMode="auto">
              <a:xfrm>
                <a:off x="746" y="3408"/>
                <a:ext cx="161" cy="93"/>
                <a:chOff x="707" y="2868"/>
                <a:chExt cx="161" cy="96"/>
              </a:xfrm>
            </p:grpSpPr>
            <p:sp>
              <p:nvSpPr>
                <p:cNvPr id="9275" name="AutoShape 16"/>
                <p:cNvSpPr>
                  <a:spLocks noChangeArrowheads="1"/>
                </p:cNvSpPr>
                <p:nvPr/>
              </p:nvSpPr>
              <p:spPr bwMode="auto">
                <a:xfrm rot="213656" flipH="1">
                  <a:off x="707" y="2868"/>
                  <a:ext cx="161" cy="96"/>
                </a:xfrm>
                <a:prstGeom prst="flowChartMagneticDrum">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sp>
              <p:nvSpPr>
                <p:cNvPr id="9276" name="Arc 17"/>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800"/>
                </a:p>
              </p:txBody>
            </p:sp>
          </p:grpSp>
          <p:sp>
            <p:nvSpPr>
              <p:cNvPr id="9270" name="Freeform 18"/>
              <p:cNvSpPr>
                <a:spLocks/>
              </p:cNvSpPr>
              <p:nvPr/>
            </p:nvSpPr>
            <p:spPr bwMode="auto">
              <a:xfrm rot="-10354484">
                <a:off x="790" y="3032"/>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800"/>
              </a:p>
            </p:txBody>
          </p:sp>
          <p:sp>
            <p:nvSpPr>
              <p:cNvPr id="9271" name="Freeform 19"/>
              <p:cNvSpPr>
                <a:spLocks/>
              </p:cNvSpPr>
              <p:nvPr/>
            </p:nvSpPr>
            <p:spPr bwMode="auto">
              <a:xfrm rot="-10354484">
                <a:off x="810" y="2786"/>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800"/>
              </a:p>
            </p:txBody>
          </p:sp>
          <p:sp>
            <p:nvSpPr>
              <p:cNvPr id="9272" name="Oval 20"/>
              <p:cNvSpPr>
                <a:spLocks noChangeArrowheads="1"/>
              </p:cNvSpPr>
              <p:nvPr/>
            </p:nvSpPr>
            <p:spPr bwMode="auto">
              <a:xfrm rot="-10354484">
                <a:off x="2170" y="2874"/>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sp>
            <p:nvSpPr>
              <p:cNvPr id="9273" name="Oval 21"/>
              <p:cNvSpPr>
                <a:spLocks noChangeArrowheads="1"/>
              </p:cNvSpPr>
              <p:nvPr/>
            </p:nvSpPr>
            <p:spPr bwMode="auto">
              <a:xfrm rot="-10354484">
                <a:off x="747" y="3406"/>
                <a:ext cx="52" cy="93"/>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sp>
            <p:nvSpPr>
              <p:cNvPr id="9274" name="Oval 22"/>
              <p:cNvSpPr>
                <a:spLocks noChangeArrowheads="1"/>
              </p:cNvSpPr>
              <p:nvPr/>
            </p:nvSpPr>
            <p:spPr bwMode="auto">
              <a:xfrm rot="-10354484">
                <a:off x="852" y="3410"/>
                <a:ext cx="51" cy="97"/>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grpSp>
        <p:grpSp>
          <p:nvGrpSpPr>
            <p:cNvPr id="9228" name="Group 23"/>
            <p:cNvGrpSpPr>
              <a:grpSpLocks/>
            </p:cNvGrpSpPr>
            <p:nvPr/>
          </p:nvGrpSpPr>
          <p:grpSpPr bwMode="auto">
            <a:xfrm>
              <a:off x="3497" y="2855"/>
              <a:ext cx="1480" cy="804"/>
              <a:chOff x="755" y="3239"/>
              <a:chExt cx="1480" cy="804"/>
            </a:xfrm>
          </p:grpSpPr>
          <p:sp>
            <p:nvSpPr>
              <p:cNvPr id="9260" name="Freeform 24"/>
              <p:cNvSpPr>
                <a:spLocks/>
              </p:cNvSpPr>
              <p:nvPr/>
            </p:nvSpPr>
            <p:spPr bwMode="auto">
              <a:xfrm rot="-10354484">
                <a:off x="819" y="3239"/>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800"/>
              </a:p>
            </p:txBody>
          </p:sp>
          <p:grpSp>
            <p:nvGrpSpPr>
              <p:cNvPr id="9261" name="Group 25"/>
              <p:cNvGrpSpPr>
                <a:grpSpLocks/>
              </p:cNvGrpSpPr>
              <p:nvPr/>
            </p:nvGrpSpPr>
            <p:grpSpPr bwMode="auto">
              <a:xfrm>
                <a:off x="755" y="3327"/>
                <a:ext cx="1480" cy="716"/>
                <a:chOff x="755" y="3327"/>
                <a:chExt cx="1480" cy="716"/>
              </a:xfrm>
            </p:grpSpPr>
            <p:grpSp>
              <p:nvGrpSpPr>
                <p:cNvPr id="9262" name="Group 26"/>
                <p:cNvGrpSpPr>
                  <a:grpSpLocks/>
                </p:cNvGrpSpPr>
                <p:nvPr/>
              </p:nvGrpSpPr>
              <p:grpSpPr bwMode="auto">
                <a:xfrm>
                  <a:off x="755" y="3861"/>
                  <a:ext cx="161" cy="93"/>
                  <a:chOff x="707" y="2868"/>
                  <a:chExt cx="161" cy="96"/>
                </a:xfrm>
              </p:grpSpPr>
              <p:sp>
                <p:nvSpPr>
                  <p:cNvPr id="9266" name="AutoShape 27"/>
                  <p:cNvSpPr>
                    <a:spLocks noChangeArrowheads="1"/>
                  </p:cNvSpPr>
                  <p:nvPr/>
                </p:nvSpPr>
                <p:spPr bwMode="auto">
                  <a:xfrm rot="213656" flipH="1">
                    <a:off x="707" y="2868"/>
                    <a:ext cx="161" cy="9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sp>
                <p:nvSpPr>
                  <p:cNvPr id="9267" name="Arc 28"/>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solidFill>
                    <a:srgbClr val="C0C0C0"/>
                  </a:solidFill>
                  <a:ln>
                    <a:noFill/>
                  </a:ln>
                  <a:extLs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800"/>
                  </a:p>
                </p:txBody>
              </p:sp>
            </p:grpSp>
            <p:sp>
              <p:nvSpPr>
                <p:cNvPr id="9263" name="Freeform 29"/>
                <p:cNvSpPr>
                  <a:spLocks/>
                </p:cNvSpPr>
                <p:nvPr/>
              </p:nvSpPr>
              <p:spPr bwMode="auto">
                <a:xfrm rot="-10354484">
                  <a:off x="799" y="3485"/>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800"/>
                </a:p>
              </p:txBody>
            </p:sp>
            <p:sp>
              <p:nvSpPr>
                <p:cNvPr id="9264" name="Oval 30"/>
                <p:cNvSpPr>
                  <a:spLocks noChangeArrowheads="1"/>
                </p:cNvSpPr>
                <p:nvPr/>
              </p:nvSpPr>
              <p:spPr bwMode="auto">
                <a:xfrm rot="-10354484">
                  <a:off x="2179" y="3327"/>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sp>
              <p:nvSpPr>
                <p:cNvPr id="9265" name="AutoShape 31"/>
                <p:cNvSpPr>
                  <a:spLocks noChangeArrowheads="1"/>
                </p:cNvSpPr>
                <p:nvPr/>
              </p:nvSpPr>
              <p:spPr bwMode="auto">
                <a:xfrm rot="384639">
                  <a:off x="2111" y="3327"/>
                  <a:ext cx="121" cy="24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grpSp>
        </p:grpSp>
        <p:sp>
          <p:nvSpPr>
            <p:cNvPr id="9229" name="Line 32"/>
            <p:cNvSpPr>
              <a:spLocks noChangeShapeType="1"/>
            </p:cNvSpPr>
            <p:nvPr/>
          </p:nvSpPr>
          <p:spPr bwMode="auto">
            <a:xfrm flipH="1">
              <a:off x="3103" y="2597"/>
              <a:ext cx="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30" name="Line 33"/>
            <p:cNvSpPr>
              <a:spLocks noChangeShapeType="1"/>
            </p:cNvSpPr>
            <p:nvPr/>
          </p:nvSpPr>
          <p:spPr bwMode="auto">
            <a:xfrm flipH="1">
              <a:off x="3145" y="1757"/>
              <a:ext cx="9" cy="807"/>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31" name="Line 34"/>
            <p:cNvSpPr>
              <a:spLocks noChangeShapeType="1"/>
            </p:cNvSpPr>
            <p:nvPr/>
          </p:nvSpPr>
          <p:spPr bwMode="auto">
            <a:xfrm flipH="1">
              <a:off x="3089" y="1729"/>
              <a:ext cx="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32" name="Text Box 35"/>
            <p:cNvSpPr txBox="1">
              <a:spLocks noChangeArrowheads="1"/>
            </p:cNvSpPr>
            <p:nvPr/>
          </p:nvSpPr>
          <p:spPr bwMode="auto">
            <a:xfrm>
              <a:off x="3027" y="2083"/>
              <a:ext cx="175" cy="191"/>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ym typeface="Symbol" pitchFamily="18" charset="2"/>
                </a:rPr>
                <a:t>t</a:t>
              </a:r>
            </a:p>
          </p:txBody>
        </p:sp>
        <p:sp>
          <p:nvSpPr>
            <p:cNvPr id="9233" name="Line 36"/>
            <p:cNvSpPr>
              <a:spLocks noChangeShapeType="1"/>
            </p:cNvSpPr>
            <p:nvPr/>
          </p:nvSpPr>
          <p:spPr bwMode="auto">
            <a:xfrm>
              <a:off x="3488" y="2336"/>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34" name="Line 37"/>
            <p:cNvSpPr>
              <a:spLocks noChangeShapeType="1"/>
            </p:cNvSpPr>
            <p:nvPr/>
          </p:nvSpPr>
          <p:spPr bwMode="auto">
            <a:xfrm>
              <a:off x="3620" y="2342"/>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35" name="Line 38"/>
            <p:cNvSpPr>
              <a:spLocks noChangeShapeType="1"/>
            </p:cNvSpPr>
            <p:nvPr/>
          </p:nvSpPr>
          <p:spPr bwMode="auto">
            <a:xfrm>
              <a:off x="3479" y="2438"/>
              <a:ext cx="138" cy="2"/>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36" name="Text Box 39"/>
            <p:cNvSpPr txBox="1">
              <a:spLocks noChangeArrowheads="1"/>
            </p:cNvSpPr>
            <p:nvPr/>
          </p:nvSpPr>
          <p:spPr bwMode="auto">
            <a:xfrm>
              <a:off x="3434" y="2106"/>
              <a:ext cx="327" cy="191"/>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ym typeface="Symbol" pitchFamily="18" charset="2"/>
                </a:rPr>
                <a:t>x</a:t>
              </a:r>
              <a:r>
                <a:rPr lang="en-US" altLang="en-US" sz="2000" i="1" baseline="-25000">
                  <a:sym typeface="Symbol" pitchFamily="18" charset="2"/>
                </a:rPr>
                <a:t>1</a:t>
              </a:r>
              <a:endParaRPr lang="en-US" altLang="en-US" sz="2000" i="1">
                <a:sym typeface="Symbol" pitchFamily="18" charset="2"/>
              </a:endParaRPr>
            </a:p>
          </p:txBody>
        </p:sp>
        <p:sp>
          <p:nvSpPr>
            <p:cNvPr id="9237" name="Line 40"/>
            <p:cNvSpPr>
              <a:spLocks noChangeShapeType="1"/>
            </p:cNvSpPr>
            <p:nvPr/>
          </p:nvSpPr>
          <p:spPr bwMode="auto">
            <a:xfrm>
              <a:off x="4873" y="2743"/>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38" name="Line 41"/>
            <p:cNvSpPr>
              <a:spLocks noChangeShapeType="1"/>
            </p:cNvSpPr>
            <p:nvPr/>
          </p:nvSpPr>
          <p:spPr bwMode="auto">
            <a:xfrm>
              <a:off x="4969" y="2749"/>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39" name="Line 42"/>
            <p:cNvSpPr>
              <a:spLocks noChangeShapeType="1"/>
            </p:cNvSpPr>
            <p:nvPr/>
          </p:nvSpPr>
          <p:spPr bwMode="auto">
            <a:xfrm>
              <a:off x="4770" y="2845"/>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40" name="Text Box 43"/>
            <p:cNvSpPr txBox="1">
              <a:spLocks noChangeArrowheads="1"/>
            </p:cNvSpPr>
            <p:nvPr/>
          </p:nvSpPr>
          <p:spPr bwMode="auto">
            <a:xfrm>
              <a:off x="4765" y="2523"/>
              <a:ext cx="335" cy="191"/>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ym typeface="Symbol" pitchFamily="18" charset="2"/>
                </a:rPr>
                <a:t>x</a:t>
              </a:r>
              <a:r>
                <a:rPr lang="en-US" altLang="en-US" sz="2000" i="1" baseline="-25000">
                  <a:sym typeface="Symbol" pitchFamily="18" charset="2"/>
                </a:rPr>
                <a:t>2</a:t>
              </a:r>
              <a:endParaRPr lang="en-US" altLang="en-US" sz="2000" i="1">
                <a:sym typeface="Symbol" pitchFamily="18" charset="2"/>
              </a:endParaRPr>
            </a:p>
          </p:txBody>
        </p:sp>
        <p:sp>
          <p:nvSpPr>
            <p:cNvPr id="9241" name="Line 44"/>
            <p:cNvSpPr>
              <a:spLocks noChangeShapeType="1"/>
            </p:cNvSpPr>
            <p:nvPr/>
          </p:nvSpPr>
          <p:spPr bwMode="auto">
            <a:xfrm flipH="1">
              <a:off x="4970" y="2839"/>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42" name="Line 45"/>
            <p:cNvSpPr>
              <a:spLocks noChangeShapeType="1"/>
            </p:cNvSpPr>
            <p:nvPr/>
          </p:nvSpPr>
          <p:spPr bwMode="auto">
            <a:xfrm>
              <a:off x="4841" y="1367"/>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43" name="Line 46"/>
            <p:cNvSpPr>
              <a:spLocks noChangeShapeType="1"/>
            </p:cNvSpPr>
            <p:nvPr/>
          </p:nvSpPr>
          <p:spPr bwMode="auto">
            <a:xfrm>
              <a:off x="4937" y="1373"/>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44" name="Line 47"/>
            <p:cNvSpPr>
              <a:spLocks noChangeShapeType="1"/>
            </p:cNvSpPr>
            <p:nvPr/>
          </p:nvSpPr>
          <p:spPr bwMode="auto">
            <a:xfrm>
              <a:off x="4738" y="1469"/>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45" name="Text Box 48"/>
            <p:cNvSpPr txBox="1">
              <a:spLocks noChangeArrowheads="1"/>
            </p:cNvSpPr>
            <p:nvPr/>
          </p:nvSpPr>
          <p:spPr bwMode="auto">
            <a:xfrm>
              <a:off x="4757" y="1523"/>
              <a:ext cx="335" cy="191"/>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ym typeface="Symbol" pitchFamily="18" charset="2"/>
                </a:rPr>
                <a:t>x</a:t>
              </a:r>
              <a:r>
                <a:rPr lang="en-US" altLang="en-US" sz="2000" i="1" baseline="-25000">
                  <a:sym typeface="Symbol" pitchFamily="18" charset="2"/>
                </a:rPr>
                <a:t>2</a:t>
              </a:r>
              <a:endParaRPr lang="en-US" altLang="en-US" sz="2000" i="1">
                <a:sym typeface="Symbol" pitchFamily="18" charset="2"/>
              </a:endParaRPr>
            </a:p>
          </p:txBody>
        </p:sp>
        <p:sp>
          <p:nvSpPr>
            <p:cNvPr id="9246" name="Line 49"/>
            <p:cNvSpPr>
              <a:spLocks noChangeShapeType="1"/>
            </p:cNvSpPr>
            <p:nvPr/>
          </p:nvSpPr>
          <p:spPr bwMode="auto">
            <a:xfrm flipH="1">
              <a:off x="4938" y="1463"/>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47" name="Line 50"/>
            <p:cNvSpPr>
              <a:spLocks noChangeShapeType="1"/>
            </p:cNvSpPr>
            <p:nvPr/>
          </p:nvSpPr>
          <p:spPr bwMode="auto">
            <a:xfrm>
              <a:off x="3504" y="3272"/>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48" name="Line 51"/>
            <p:cNvSpPr>
              <a:spLocks noChangeShapeType="1"/>
            </p:cNvSpPr>
            <p:nvPr/>
          </p:nvSpPr>
          <p:spPr bwMode="auto">
            <a:xfrm>
              <a:off x="3636" y="3278"/>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49" name="Line 52"/>
            <p:cNvSpPr>
              <a:spLocks noChangeShapeType="1"/>
            </p:cNvSpPr>
            <p:nvPr/>
          </p:nvSpPr>
          <p:spPr bwMode="auto">
            <a:xfrm>
              <a:off x="3495" y="3374"/>
              <a:ext cx="138" cy="2"/>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50" name="Text Box 53"/>
            <p:cNvSpPr txBox="1">
              <a:spLocks noChangeArrowheads="1"/>
            </p:cNvSpPr>
            <p:nvPr/>
          </p:nvSpPr>
          <p:spPr bwMode="auto">
            <a:xfrm>
              <a:off x="3450" y="3042"/>
              <a:ext cx="327" cy="191"/>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ym typeface="Symbol" pitchFamily="18" charset="2"/>
                </a:rPr>
                <a:t>x</a:t>
              </a:r>
              <a:r>
                <a:rPr lang="en-US" altLang="en-US" sz="2000" i="1" baseline="-25000">
                  <a:sym typeface="Symbol" pitchFamily="18" charset="2"/>
                </a:rPr>
                <a:t>1</a:t>
              </a:r>
              <a:endParaRPr lang="en-US" altLang="en-US" sz="2000" i="1">
                <a:sym typeface="Symbol" pitchFamily="18" charset="2"/>
              </a:endParaRPr>
            </a:p>
          </p:txBody>
        </p:sp>
        <p:sp>
          <p:nvSpPr>
            <p:cNvPr id="9251" name="Line 54"/>
            <p:cNvSpPr>
              <a:spLocks noChangeShapeType="1"/>
            </p:cNvSpPr>
            <p:nvPr/>
          </p:nvSpPr>
          <p:spPr bwMode="auto">
            <a:xfrm>
              <a:off x="3336" y="3800"/>
              <a:ext cx="196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52" name="Line 55"/>
            <p:cNvSpPr>
              <a:spLocks noChangeShapeType="1"/>
            </p:cNvSpPr>
            <p:nvPr/>
          </p:nvSpPr>
          <p:spPr bwMode="auto">
            <a:xfrm rot="5400000" flipH="1">
              <a:off x="3348" y="3660"/>
              <a:ext cx="248" cy="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53" name="Line 56"/>
            <p:cNvSpPr>
              <a:spLocks noChangeShapeType="1"/>
            </p:cNvSpPr>
            <p:nvPr/>
          </p:nvSpPr>
          <p:spPr bwMode="auto">
            <a:xfrm rot="5400000" flipH="1">
              <a:off x="4404" y="3412"/>
              <a:ext cx="744" cy="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54" name="Text Box 57"/>
            <p:cNvSpPr txBox="1">
              <a:spLocks noChangeArrowheads="1"/>
            </p:cNvSpPr>
            <p:nvPr/>
          </p:nvSpPr>
          <p:spPr bwMode="auto">
            <a:xfrm>
              <a:off x="3202" y="3578"/>
              <a:ext cx="247" cy="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ym typeface="Symbol" pitchFamily="18" charset="2"/>
                </a:rPr>
                <a:t>y</a:t>
              </a:r>
              <a:r>
                <a:rPr lang="en-US" altLang="en-US" sz="2000" i="1" baseline="-25000">
                  <a:sym typeface="Symbol" pitchFamily="18" charset="2"/>
                </a:rPr>
                <a:t>1</a:t>
              </a:r>
              <a:endParaRPr lang="en-US" altLang="en-US" sz="2000" i="1">
                <a:sym typeface="Symbol" pitchFamily="18" charset="2"/>
              </a:endParaRPr>
            </a:p>
          </p:txBody>
        </p:sp>
        <p:sp>
          <p:nvSpPr>
            <p:cNvPr id="9255" name="Text Box 58"/>
            <p:cNvSpPr txBox="1">
              <a:spLocks noChangeArrowheads="1"/>
            </p:cNvSpPr>
            <p:nvPr/>
          </p:nvSpPr>
          <p:spPr bwMode="auto">
            <a:xfrm>
              <a:off x="4498" y="3466"/>
              <a:ext cx="255" cy="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ym typeface="Symbol" pitchFamily="18" charset="2"/>
                </a:rPr>
                <a:t>y</a:t>
              </a:r>
              <a:r>
                <a:rPr lang="en-US" altLang="en-US" sz="2000" i="1" baseline="-25000">
                  <a:sym typeface="Symbol" pitchFamily="18" charset="2"/>
                </a:rPr>
                <a:t>2</a:t>
              </a:r>
              <a:endParaRPr lang="en-US" altLang="en-US" sz="2000" i="1">
                <a:sym typeface="Symbol" pitchFamily="18" charset="2"/>
              </a:endParaRPr>
            </a:p>
          </p:txBody>
        </p:sp>
        <p:sp>
          <p:nvSpPr>
            <p:cNvPr id="9256" name="Line 59"/>
            <p:cNvSpPr>
              <a:spLocks noChangeShapeType="1"/>
            </p:cNvSpPr>
            <p:nvPr/>
          </p:nvSpPr>
          <p:spPr bwMode="auto">
            <a:xfrm>
              <a:off x="3576" y="3688"/>
              <a:ext cx="232"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57" name="Line 60"/>
            <p:cNvSpPr>
              <a:spLocks noChangeShapeType="1"/>
            </p:cNvSpPr>
            <p:nvPr/>
          </p:nvSpPr>
          <p:spPr bwMode="auto">
            <a:xfrm>
              <a:off x="4896" y="3272"/>
              <a:ext cx="136"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58" name="Text Box 61"/>
            <p:cNvSpPr txBox="1">
              <a:spLocks noChangeArrowheads="1"/>
            </p:cNvSpPr>
            <p:nvPr/>
          </p:nvSpPr>
          <p:spPr bwMode="auto">
            <a:xfrm>
              <a:off x="4930" y="3258"/>
              <a:ext cx="255" cy="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olidFill>
                    <a:srgbClr val="FF0000"/>
                  </a:solidFill>
                  <a:sym typeface="Symbol" pitchFamily="18" charset="2"/>
                </a:rPr>
                <a:t>v</a:t>
              </a:r>
              <a:r>
                <a:rPr lang="en-US" altLang="en-US" sz="2000" i="1" baseline="-25000">
                  <a:solidFill>
                    <a:srgbClr val="FF0000"/>
                  </a:solidFill>
                  <a:sym typeface="Symbol" pitchFamily="18" charset="2"/>
                </a:rPr>
                <a:t>2</a:t>
              </a:r>
              <a:endParaRPr lang="en-US" altLang="en-US" sz="2000" i="1">
                <a:solidFill>
                  <a:srgbClr val="FF0000"/>
                </a:solidFill>
                <a:sym typeface="Symbol" pitchFamily="18" charset="2"/>
              </a:endParaRPr>
            </a:p>
          </p:txBody>
        </p:sp>
        <p:sp>
          <p:nvSpPr>
            <p:cNvPr id="9259" name="Text Box 62"/>
            <p:cNvSpPr txBox="1">
              <a:spLocks noChangeArrowheads="1"/>
            </p:cNvSpPr>
            <p:nvPr/>
          </p:nvSpPr>
          <p:spPr bwMode="auto">
            <a:xfrm>
              <a:off x="3778" y="3594"/>
              <a:ext cx="255" cy="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olidFill>
                    <a:srgbClr val="FF0000"/>
                  </a:solidFill>
                  <a:sym typeface="Symbol" pitchFamily="18" charset="2"/>
                </a:rPr>
                <a:t>v</a:t>
              </a:r>
              <a:r>
                <a:rPr lang="en-US" altLang="en-US" sz="2000" i="1" baseline="-25000">
                  <a:solidFill>
                    <a:srgbClr val="FF0000"/>
                  </a:solidFill>
                  <a:sym typeface="Symbol" pitchFamily="18" charset="2"/>
                </a:rPr>
                <a:t>1</a:t>
              </a:r>
              <a:endParaRPr lang="en-US" altLang="en-US" sz="2000" i="1">
                <a:solidFill>
                  <a:srgbClr val="FF0000"/>
                </a:solidFill>
                <a:sym typeface="Symbol" pitchFamily="18" charset="2"/>
              </a:endParaRPr>
            </a:p>
          </p:txBody>
        </p:sp>
      </p:grpSp>
      <p:sp>
        <p:nvSpPr>
          <p:cNvPr id="9220" name="Rectangle 63"/>
          <p:cNvSpPr>
            <a:spLocks noGrp="1" noChangeArrowheads="1"/>
          </p:cNvSpPr>
          <p:nvPr>
            <p:ph type="title"/>
          </p:nvPr>
        </p:nvSpPr>
        <p:spPr/>
        <p:txBody>
          <a:bodyPr/>
          <a:lstStyle/>
          <a:p>
            <a:pPr eaLnBrk="1" hangingPunct="1"/>
            <a:r>
              <a:rPr lang="en-US" altLang="en-US"/>
              <a:t>Continuity Equation</a:t>
            </a:r>
          </a:p>
        </p:txBody>
      </p:sp>
      <p:sp>
        <p:nvSpPr>
          <p:cNvPr id="9221" name="Rectangle 64"/>
          <p:cNvSpPr>
            <a:spLocks noGrp="1" noChangeArrowheads="1"/>
          </p:cNvSpPr>
          <p:nvPr>
            <p:ph type="body" idx="1"/>
          </p:nvPr>
        </p:nvSpPr>
        <p:spPr>
          <a:xfrm>
            <a:off x="525464" y="1519557"/>
            <a:ext cx="4076700" cy="4525963"/>
          </a:xfrm>
        </p:spPr>
        <p:txBody>
          <a:bodyPr/>
          <a:lstStyle/>
          <a:p>
            <a:pPr eaLnBrk="1" hangingPunct="1"/>
            <a:r>
              <a:rPr lang="en-US" altLang="en-US" sz="2400">
                <a:sym typeface="Symbol" pitchFamily="18" charset="2"/>
              </a:rPr>
              <a:t>The mass in volume 1</a:t>
            </a:r>
          </a:p>
          <a:p>
            <a:pPr eaLnBrk="1" hangingPunct="1"/>
            <a:endParaRPr lang="en-US" altLang="en-US" sz="2400">
              <a:sym typeface="Symbol" pitchFamily="18" charset="2"/>
            </a:endParaRPr>
          </a:p>
          <a:p>
            <a:pPr eaLnBrk="1" hangingPunct="1"/>
            <a:r>
              <a:rPr lang="en-US" altLang="en-US" sz="2400">
                <a:sym typeface="Symbol" pitchFamily="18" charset="2"/>
              </a:rPr>
              <a:t>The mass in volume 2</a:t>
            </a:r>
          </a:p>
          <a:p>
            <a:pPr eaLnBrk="1" hangingPunct="1"/>
            <a:endParaRPr lang="en-US" altLang="en-US" sz="2400">
              <a:sym typeface="Symbol" pitchFamily="18" charset="2"/>
            </a:endParaRPr>
          </a:p>
          <a:p>
            <a:pPr eaLnBrk="1" hangingPunct="1"/>
            <a:r>
              <a:rPr lang="en-US" altLang="en-US" sz="2400">
                <a:sym typeface="Symbol" pitchFamily="18" charset="2"/>
              </a:rPr>
              <a:t>It is as though the mass from area 1 is moved to area 2</a:t>
            </a:r>
          </a:p>
          <a:p>
            <a:pPr lvl="1" eaLnBrk="1" hangingPunct="1"/>
            <a:r>
              <a:rPr lang="en-US" altLang="en-US" sz="2000">
                <a:sym typeface="Symbol" pitchFamily="18" charset="2"/>
              </a:rPr>
              <a:t>Really we move all the segment</a:t>
            </a:r>
          </a:p>
          <a:p>
            <a:pPr lvl="1" eaLnBrk="1" hangingPunct="1"/>
            <a:r>
              <a:rPr lang="en-US" altLang="en-US" sz="2000">
                <a:sym typeface="Symbol" pitchFamily="18" charset="2"/>
              </a:rPr>
              <a:t>We can’t tell parts of the segment apart</a:t>
            </a:r>
          </a:p>
        </p:txBody>
      </p:sp>
      <p:sp>
        <p:nvSpPr>
          <p:cNvPr id="9222" name="Rectangle 65"/>
          <p:cNvSpPr>
            <a:spLocks noChangeArrowheads="1"/>
          </p:cNvSpPr>
          <p:nvPr/>
        </p:nvSpPr>
        <p:spPr bwMode="auto">
          <a:xfrm>
            <a:off x="1524001" y="-184666"/>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9223" name="Object 66"/>
          <p:cNvGraphicFramePr>
            <a:graphicFrameLocks noChangeAspect="1"/>
          </p:cNvGraphicFramePr>
          <p:nvPr>
            <p:extLst>
              <p:ext uri="{D42A27DB-BD31-4B8C-83A1-F6EECF244321}">
                <p14:modId xmlns:p14="http://schemas.microsoft.com/office/powerpoint/2010/main" val="3344922902"/>
              </p:ext>
            </p:extLst>
          </p:nvPr>
        </p:nvGraphicFramePr>
        <p:xfrm>
          <a:off x="1370014" y="1986282"/>
          <a:ext cx="2432050" cy="379413"/>
        </p:xfrm>
        <a:graphic>
          <a:graphicData uri="http://schemas.openxmlformats.org/presentationml/2006/ole">
            <mc:AlternateContent xmlns:mc="http://schemas.openxmlformats.org/markup-compatibility/2006">
              <mc:Choice xmlns:v="urn:schemas-microsoft-com:vml" Requires="v">
                <p:oleObj name="Equation" r:id="rId2" imgW="1371600" imgH="215900" progId="Equation.3">
                  <p:embed/>
                </p:oleObj>
              </mc:Choice>
              <mc:Fallback>
                <p:oleObj name="Equation" r:id="rId2" imgW="1371600" imgH="215900" progId="Equation.3">
                  <p:embed/>
                  <p:pic>
                    <p:nvPicPr>
                      <p:cNvPr id="9223" name="Object 6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0014" y="1986282"/>
                        <a:ext cx="2432050" cy="379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9224" name="Rectangle 67"/>
          <p:cNvSpPr>
            <a:spLocks noChangeArrowheads="1"/>
          </p:cNvSpPr>
          <p:nvPr/>
        </p:nvSpPr>
        <p:spPr bwMode="auto">
          <a:xfrm>
            <a:off x="68265" y="2997003"/>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9225" name="Object 68"/>
          <p:cNvGraphicFramePr>
            <a:graphicFrameLocks noChangeAspect="1"/>
          </p:cNvGraphicFramePr>
          <p:nvPr>
            <p:extLst>
              <p:ext uri="{D42A27DB-BD31-4B8C-83A1-F6EECF244321}">
                <p14:modId xmlns:p14="http://schemas.microsoft.com/office/powerpoint/2010/main" val="635755358"/>
              </p:ext>
            </p:extLst>
          </p:nvPr>
        </p:nvGraphicFramePr>
        <p:xfrm>
          <a:off x="1223965" y="2894331"/>
          <a:ext cx="2608263" cy="382588"/>
        </p:xfrm>
        <a:graphic>
          <a:graphicData uri="http://schemas.openxmlformats.org/presentationml/2006/ole">
            <mc:AlternateContent xmlns:mc="http://schemas.openxmlformats.org/markup-compatibility/2006">
              <mc:Choice xmlns:v="urn:schemas-microsoft-com:vml" Requires="v">
                <p:oleObj name="Equation" r:id="rId4" imgW="1459866" imgH="215806" progId="Equation.3">
                  <p:embed/>
                </p:oleObj>
              </mc:Choice>
              <mc:Fallback>
                <p:oleObj name="Equation" r:id="rId4" imgW="1459866" imgH="215806" progId="Equation.3">
                  <p:embed/>
                  <p:pic>
                    <p:nvPicPr>
                      <p:cNvPr id="9225" name="Object 6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23965" y="2894331"/>
                        <a:ext cx="2608263" cy="382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2651098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2AE6138C-11AD-4507-8AA5-FA610A725371}" type="slidenum">
              <a:rPr lang="en-US" altLang="en-US" sz="1400"/>
              <a:pPr eaLnBrk="1" hangingPunct="1">
                <a:spcBef>
                  <a:spcPct val="0"/>
                </a:spcBef>
                <a:buFontTx/>
                <a:buNone/>
              </a:pPr>
              <a:t>13</a:t>
            </a:fld>
            <a:endParaRPr lang="en-US" altLang="en-US" sz="1400"/>
          </a:p>
        </p:txBody>
      </p:sp>
      <p:grpSp>
        <p:nvGrpSpPr>
          <p:cNvPr id="10243" name="Group 2"/>
          <p:cNvGrpSpPr>
            <a:grpSpLocks/>
          </p:cNvGrpSpPr>
          <p:nvPr/>
        </p:nvGrpSpPr>
        <p:grpSpPr bwMode="auto">
          <a:xfrm>
            <a:off x="6257928" y="40884"/>
            <a:ext cx="5354954" cy="6407255"/>
            <a:chOff x="3027" y="1015"/>
            <a:chExt cx="2269" cy="2785"/>
          </a:xfrm>
        </p:grpSpPr>
        <p:grpSp>
          <p:nvGrpSpPr>
            <p:cNvPr id="10252" name="Group 3"/>
            <p:cNvGrpSpPr>
              <a:grpSpLocks/>
            </p:cNvGrpSpPr>
            <p:nvPr/>
          </p:nvGrpSpPr>
          <p:grpSpPr bwMode="auto">
            <a:xfrm>
              <a:off x="3478" y="1015"/>
              <a:ext cx="1480" cy="804"/>
              <a:chOff x="698" y="1317"/>
              <a:chExt cx="1480" cy="804"/>
            </a:xfrm>
          </p:grpSpPr>
          <p:grpSp>
            <p:nvGrpSpPr>
              <p:cNvPr id="10303" name="Group 4"/>
              <p:cNvGrpSpPr>
                <a:grpSpLocks/>
              </p:cNvGrpSpPr>
              <p:nvPr/>
            </p:nvGrpSpPr>
            <p:grpSpPr bwMode="auto">
              <a:xfrm>
                <a:off x="698" y="1936"/>
                <a:ext cx="161" cy="96"/>
                <a:chOff x="707" y="2868"/>
                <a:chExt cx="161" cy="96"/>
              </a:xfrm>
            </p:grpSpPr>
            <p:sp>
              <p:nvSpPr>
                <p:cNvPr id="10310" name="AutoShape 5"/>
                <p:cNvSpPr>
                  <a:spLocks noChangeArrowheads="1"/>
                </p:cNvSpPr>
                <p:nvPr/>
              </p:nvSpPr>
              <p:spPr bwMode="auto">
                <a:xfrm rot="213656" flipH="1">
                  <a:off x="707" y="2868"/>
                  <a:ext cx="161" cy="96"/>
                </a:xfrm>
                <a:prstGeom prst="flowChartMagneticDrum">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10311" name="Arc 6"/>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400"/>
                </a:p>
              </p:txBody>
            </p:sp>
          </p:grpSp>
          <p:sp>
            <p:nvSpPr>
              <p:cNvPr id="10304" name="Freeform 7"/>
              <p:cNvSpPr>
                <a:spLocks/>
              </p:cNvSpPr>
              <p:nvPr/>
            </p:nvSpPr>
            <p:spPr bwMode="auto">
              <a:xfrm>
                <a:off x="702" y="1393"/>
                <a:ext cx="1407" cy="642"/>
              </a:xfrm>
              <a:custGeom>
                <a:avLst/>
                <a:gdLst>
                  <a:gd name="T0" fmla="*/ 126 w 1407"/>
                  <a:gd name="T1" fmla="*/ 546 h 642"/>
                  <a:gd name="T2" fmla="*/ 222 w 1407"/>
                  <a:gd name="T3" fmla="*/ 546 h 642"/>
                  <a:gd name="T4" fmla="*/ 336 w 1407"/>
                  <a:gd name="T5" fmla="*/ 525 h 642"/>
                  <a:gd name="T6" fmla="*/ 441 w 1407"/>
                  <a:gd name="T7" fmla="*/ 507 h 642"/>
                  <a:gd name="T8" fmla="*/ 537 w 1407"/>
                  <a:gd name="T9" fmla="*/ 480 h 642"/>
                  <a:gd name="T10" fmla="*/ 618 w 1407"/>
                  <a:gd name="T11" fmla="*/ 444 h 642"/>
                  <a:gd name="T12" fmla="*/ 678 w 1407"/>
                  <a:gd name="T13" fmla="*/ 402 h 642"/>
                  <a:gd name="T14" fmla="*/ 759 w 1407"/>
                  <a:gd name="T15" fmla="*/ 315 h 642"/>
                  <a:gd name="T16" fmla="*/ 834 w 1407"/>
                  <a:gd name="T17" fmla="*/ 216 h 642"/>
                  <a:gd name="T18" fmla="*/ 924 w 1407"/>
                  <a:gd name="T19" fmla="*/ 102 h 642"/>
                  <a:gd name="T20" fmla="*/ 990 w 1407"/>
                  <a:gd name="T21" fmla="*/ 57 h 642"/>
                  <a:gd name="T22" fmla="*/ 1080 w 1407"/>
                  <a:gd name="T23" fmla="*/ 24 h 642"/>
                  <a:gd name="T24" fmla="*/ 1161 w 1407"/>
                  <a:gd name="T25" fmla="*/ 9 h 642"/>
                  <a:gd name="T26" fmla="*/ 1242 w 1407"/>
                  <a:gd name="T27" fmla="*/ 0 h 642"/>
                  <a:gd name="T28" fmla="*/ 1332 w 1407"/>
                  <a:gd name="T29" fmla="*/ 6 h 642"/>
                  <a:gd name="T30" fmla="*/ 1389 w 1407"/>
                  <a:gd name="T31" fmla="*/ 6 h 642"/>
                  <a:gd name="T32" fmla="*/ 1407 w 1407"/>
                  <a:gd name="T33" fmla="*/ 18 h 642"/>
                  <a:gd name="T34" fmla="*/ 1407 w 1407"/>
                  <a:gd name="T35" fmla="*/ 90 h 642"/>
                  <a:gd name="T36" fmla="*/ 1404 w 1407"/>
                  <a:gd name="T37" fmla="*/ 135 h 642"/>
                  <a:gd name="T38" fmla="*/ 1395 w 1407"/>
                  <a:gd name="T39" fmla="*/ 192 h 642"/>
                  <a:gd name="T40" fmla="*/ 1377 w 1407"/>
                  <a:gd name="T41" fmla="*/ 243 h 642"/>
                  <a:gd name="T42" fmla="*/ 1263 w 1407"/>
                  <a:gd name="T43" fmla="*/ 249 h 642"/>
                  <a:gd name="T44" fmla="*/ 1170 w 1407"/>
                  <a:gd name="T45" fmla="*/ 243 h 642"/>
                  <a:gd name="T46" fmla="*/ 1077 w 1407"/>
                  <a:gd name="T47" fmla="*/ 252 h 642"/>
                  <a:gd name="T48" fmla="*/ 1014 w 1407"/>
                  <a:gd name="T49" fmla="*/ 267 h 642"/>
                  <a:gd name="T50" fmla="*/ 963 w 1407"/>
                  <a:gd name="T51" fmla="*/ 285 h 642"/>
                  <a:gd name="T52" fmla="*/ 897 w 1407"/>
                  <a:gd name="T53" fmla="*/ 315 h 642"/>
                  <a:gd name="T54" fmla="*/ 843 w 1407"/>
                  <a:gd name="T55" fmla="*/ 375 h 642"/>
                  <a:gd name="T56" fmla="*/ 768 w 1407"/>
                  <a:gd name="T57" fmla="*/ 447 h 642"/>
                  <a:gd name="T58" fmla="*/ 717 w 1407"/>
                  <a:gd name="T59" fmla="*/ 498 h 642"/>
                  <a:gd name="T60" fmla="*/ 669 w 1407"/>
                  <a:gd name="T61" fmla="*/ 540 h 642"/>
                  <a:gd name="T62" fmla="*/ 621 w 1407"/>
                  <a:gd name="T63" fmla="*/ 564 h 642"/>
                  <a:gd name="T64" fmla="*/ 564 w 1407"/>
                  <a:gd name="T65" fmla="*/ 588 h 642"/>
                  <a:gd name="T66" fmla="*/ 477 w 1407"/>
                  <a:gd name="T67" fmla="*/ 606 h 642"/>
                  <a:gd name="T68" fmla="*/ 375 w 1407"/>
                  <a:gd name="T69" fmla="*/ 627 h 642"/>
                  <a:gd name="T70" fmla="*/ 273 w 1407"/>
                  <a:gd name="T71" fmla="*/ 636 h 642"/>
                  <a:gd name="T72" fmla="*/ 171 w 1407"/>
                  <a:gd name="T73" fmla="*/ 642 h 642"/>
                  <a:gd name="T74" fmla="*/ 66 w 1407"/>
                  <a:gd name="T75" fmla="*/ 636 h 642"/>
                  <a:gd name="T76" fmla="*/ 15 w 1407"/>
                  <a:gd name="T77" fmla="*/ 630 h 642"/>
                  <a:gd name="T78" fmla="*/ 0 w 1407"/>
                  <a:gd name="T79" fmla="*/ 606 h 642"/>
                  <a:gd name="T80" fmla="*/ 3 w 1407"/>
                  <a:gd name="T81" fmla="*/ 573 h 642"/>
                  <a:gd name="T82" fmla="*/ 9 w 1407"/>
                  <a:gd name="T83" fmla="*/ 543 h 642"/>
                  <a:gd name="T84" fmla="*/ 57 w 1407"/>
                  <a:gd name="T85" fmla="*/ 546 h 642"/>
                  <a:gd name="T86" fmla="*/ 180 w 1407"/>
                  <a:gd name="T87" fmla="*/ 549 h 642"/>
                  <a:gd name="T88" fmla="*/ 204 w 1407"/>
                  <a:gd name="T89" fmla="*/ 546 h 642"/>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07"/>
                  <a:gd name="T136" fmla="*/ 0 h 642"/>
                  <a:gd name="T137" fmla="*/ 1407 w 1407"/>
                  <a:gd name="T138" fmla="*/ 642 h 642"/>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07" h="642">
                    <a:moveTo>
                      <a:pt x="126" y="546"/>
                    </a:moveTo>
                    <a:lnTo>
                      <a:pt x="222" y="546"/>
                    </a:lnTo>
                    <a:lnTo>
                      <a:pt x="336" y="525"/>
                    </a:lnTo>
                    <a:lnTo>
                      <a:pt x="441" y="507"/>
                    </a:lnTo>
                    <a:lnTo>
                      <a:pt x="537" y="480"/>
                    </a:lnTo>
                    <a:lnTo>
                      <a:pt x="618" y="444"/>
                    </a:lnTo>
                    <a:lnTo>
                      <a:pt x="678" y="402"/>
                    </a:lnTo>
                    <a:lnTo>
                      <a:pt x="759" y="315"/>
                    </a:lnTo>
                    <a:lnTo>
                      <a:pt x="834" y="216"/>
                    </a:lnTo>
                    <a:lnTo>
                      <a:pt x="924" y="102"/>
                    </a:lnTo>
                    <a:lnTo>
                      <a:pt x="990" y="57"/>
                    </a:lnTo>
                    <a:lnTo>
                      <a:pt x="1080" y="24"/>
                    </a:lnTo>
                    <a:lnTo>
                      <a:pt x="1161" y="9"/>
                    </a:lnTo>
                    <a:lnTo>
                      <a:pt x="1242" y="0"/>
                    </a:lnTo>
                    <a:lnTo>
                      <a:pt x="1332" y="6"/>
                    </a:lnTo>
                    <a:lnTo>
                      <a:pt x="1389" y="6"/>
                    </a:lnTo>
                    <a:lnTo>
                      <a:pt x="1407" y="18"/>
                    </a:lnTo>
                    <a:lnTo>
                      <a:pt x="1407" y="90"/>
                    </a:lnTo>
                    <a:lnTo>
                      <a:pt x="1404" y="135"/>
                    </a:lnTo>
                    <a:lnTo>
                      <a:pt x="1395" y="192"/>
                    </a:lnTo>
                    <a:lnTo>
                      <a:pt x="1377" y="243"/>
                    </a:lnTo>
                    <a:lnTo>
                      <a:pt x="1263" y="249"/>
                    </a:lnTo>
                    <a:lnTo>
                      <a:pt x="1170" y="243"/>
                    </a:lnTo>
                    <a:lnTo>
                      <a:pt x="1077" y="252"/>
                    </a:lnTo>
                    <a:lnTo>
                      <a:pt x="1014" y="267"/>
                    </a:lnTo>
                    <a:lnTo>
                      <a:pt x="963" y="285"/>
                    </a:lnTo>
                    <a:lnTo>
                      <a:pt x="897" y="315"/>
                    </a:lnTo>
                    <a:lnTo>
                      <a:pt x="843" y="375"/>
                    </a:lnTo>
                    <a:lnTo>
                      <a:pt x="768" y="447"/>
                    </a:lnTo>
                    <a:lnTo>
                      <a:pt x="717" y="498"/>
                    </a:lnTo>
                    <a:lnTo>
                      <a:pt x="669" y="540"/>
                    </a:lnTo>
                    <a:lnTo>
                      <a:pt x="621" y="564"/>
                    </a:lnTo>
                    <a:lnTo>
                      <a:pt x="564" y="588"/>
                    </a:lnTo>
                    <a:lnTo>
                      <a:pt x="477" y="606"/>
                    </a:lnTo>
                    <a:lnTo>
                      <a:pt x="375" y="627"/>
                    </a:lnTo>
                    <a:lnTo>
                      <a:pt x="273" y="636"/>
                    </a:lnTo>
                    <a:lnTo>
                      <a:pt x="171" y="642"/>
                    </a:lnTo>
                    <a:lnTo>
                      <a:pt x="66" y="636"/>
                    </a:lnTo>
                    <a:lnTo>
                      <a:pt x="15" y="630"/>
                    </a:lnTo>
                    <a:lnTo>
                      <a:pt x="0" y="606"/>
                    </a:lnTo>
                    <a:lnTo>
                      <a:pt x="3" y="573"/>
                    </a:lnTo>
                    <a:lnTo>
                      <a:pt x="9" y="543"/>
                    </a:lnTo>
                    <a:lnTo>
                      <a:pt x="57" y="546"/>
                    </a:lnTo>
                    <a:lnTo>
                      <a:pt x="180" y="549"/>
                    </a:lnTo>
                    <a:lnTo>
                      <a:pt x="204" y="546"/>
                    </a:lnTo>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sz="2400"/>
              </a:p>
            </p:txBody>
          </p:sp>
          <p:sp>
            <p:nvSpPr>
              <p:cNvPr id="10305" name="Freeform 8"/>
              <p:cNvSpPr>
                <a:spLocks/>
              </p:cNvSpPr>
              <p:nvPr/>
            </p:nvSpPr>
            <p:spPr bwMode="auto">
              <a:xfrm rot="-10354484">
                <a:off x="742" y="1563"/>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10306" name="Freeform 9"/>
              <p:cNvSpPr>
                <a:spLocks/>
              </p:cNvSpPr>
              <p:nvPr/>
            </p:nvSpPr>
            <p:spPr bwMode="auto">
              <a:xfrm rot="-10354484">
                <a:off x="762" y="1317"/>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10307" name="Oval 10"/>
              <p:cNvSpPr>
                <a:spLocks noChangeArrowheads="1"/>
              </p:cNvSpPr>
              <p:nvPr/>
            </p:nvSpPr>
            <p:spPr bwMode="auto">
              <a:xfrm rot="-10354484">
                <a:off x="2122" y="1405"/>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10308" name="Oval 11"/>
              <p:cNvSpPr>
                <a:spLocks noChangeArrowheads="1"/>
              </p:cNvSpPr>
              <p:nvPr/>
            </p:nvSpPr>
            <p:spPr bwMode="auto">
              <a:xfrm rot="-10354484">
                <a:off x="699" y="1937"/>
                <a:ext cx="52" cy="93"/>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10309" name="Oval 12"/>
              <p:cNvSpPr>
                <a:spLocks noChangeArrowheads="1"/>
              </p:cNvSpPr>
              <p:nvPr/>
            </p:nvSpPr>
            <p:spPr bwMode="auto">
              <a:xfrm rot="-10354484">
                <a:off x="2053" y="1399"/>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grpSp>
        <p:grpSp>
          <p:nvGrpSpPr>
            <p:cNvPr id="10253" name="Group 13"/>
            <p:cNvGrpSpPr>
              <a:grpSpLocks/>
            </p:cNvGrpSpPr>
            <p:nvPr/>
          </p:nvGrpSpPr>
          <p:grpSpPr bwMode="auto">
            <a:xfrm>
              <a:off x="3497" y="1926"/>
              <a:ext cx="1483" cy="804"/>
              <a:chOff x="746" y="2786"/>
              <a:chExt cx="1483" cy="804"/>
            </a:xfrm>
          </p:grpSpPr>
          <p:sp>
            <p:nvSpPr>
              <p:cNvPr id="10294" name="Freeform 14"/>
              <p:cNvSpPr>
                <a:spLocks/>
              </p:cNvSpPr>
              <p:nvPr/>
            </p:nvSpPr>
            <p:spPr bwMode="auto">
              <a:xfrm>
                <a:off x="852" y="2862"/>
                <a:ext cx="1377" cy="648"/>
              </a:xfrm>
              <a:custGeom>
                <a:avLst/>
                <a:gdLst>
                  <a:gd name="T0" fmla="*/ 33 w 1377"/>
                  <a:gd name="T1" fmla="*/ 546 h 648"/>
                  <a:gd name="T2" fmla="*/ 3 w 1377"/>
                  <a:gd name="T3" fmla="*/ 564 h 648"/>
                  <a:gd name="T4" fmla="*/ 0 w 1377"/>
                  <a:gd name="T5" fmla="*/ 600 h 648"/>
                  <a:gd name="T6" fmla="*/ 0 w 1377"/>
                  <a:gd name="T7" fmla="*/ 627 h 648"/>
                  <a:gd name="T8" fmla="*/ 15 w 1377"/>
                  <a:gd name="T9" fmla="*/ 648 h 648"/>
                  <a:gd name="T10" fmla="*/ 114 w 1377"/>
                  <a:gd name="T11" fmla="*/ 642 h 648"/>
                  <a:gd name="T12" fmla="*/ 279 w 1377"/>
                  <a:gd name="T13" fmla="*/ 627 h 648"/>
                  <a:gd name="T14" fmla="*/ 369 w 1377"/>
                  <a:gd name="T15" fmla="*/ 606 h 648"/>
                  <a:gd name="T16" fmla="*/ 480 w 1377"/>
                  <a:gd name="T17" fmla="*/ 582 h 648"/>
                  <a:gd name="T18" fmla="*/ 552 w 1377"/>
                  <a:gd name="T19" fmla="*/ 546 h 648"/>
                  <a:gd name="T20" fmla="*/ 633 w 1377"/>
                  <a:gd name="T21" fmla="*/ 483 h 648"/>
                  <a:gd name="T22" fmla="*/ 717 w 1377"/>
                  <a:gd name="T23" fmla="*/ 390 h 648"/>
                  <a:gd name="T24" fmla="*/ 786 w 1377"/>
                  <a:gd name="T25" fmla="*/ 324 h 648"/>
                  <a:gd name="T26" fmla="*/ 861 w 1377"/>
                  <a:gd name="T27" fmla="*/ 282 h 648"/>
                  <a:gd name="T28" fmla="*/ 951 w 1377"/>
                  <a:gd name="T29" fmla="*/ 255 h 648"/>
                  <a:gd name="T30" fmla="*/ 1056 w 1377"/>
                  <a:gd name="T31" fmla="*/ 243 h 648"/>
                  <a:gd name="T32" fmla="*/ 1212 w 1377"/>
                  <a:gd name="T33" fmla="*/ 246 h 648"/>
                  <a:gd name="T34" fmla="*/ 1332 w 1377"/>
                  <a:gd name="T35" fmla="*/ 258 h 648"/>
                  <a:gd name="T36" fmla="*/ 1371 w 1377"/>
                  <a:gd name="T37" fmla="*/ 186 h 648"/>
                  <a:gd name="T38" fmla="*/ 1377 w 1377"/>
                  <a:gd name="T39" fmla="*/ 111 h 648"/>
                  <a:gd name="T40" fmla="*/ 1374 w 1377"/>
                  <a:gd name="T41" fmla="*/ 42 h 648"/>
                  <a:gd name="T42" fmla="*/ 1359 w 1377"/>
                  <a:gd name="T43" fmla="*/ 12 h 648"/>
                  <a:gd name="T44" fmla="*/ 1209 w 1377"/>
                  <a:gd name="T45" fmla="*/ 3 h 648"/>
                  <a:gd name="T46" fmla="*/ 1119 w 1377"/>
                  <a:gd name="T47" fmla="*/ 0 h 648"/>
                  <a:gd name="T48" fmla="*/ 1053 w 1377"/>
                  <a:gd name="T49" fmla="*/ 9 h 648"/>
                  <a:gd name="T50" fmla="*/ 960 w 1377"/>
                  <a:gd name="T51" fmla="*/ 27 h 648"/>
                  <a:gd name="T52" fmla="*/ 876 w 1377"/>
                  <a:gd name="T53" fmla="*/ 66 h 648"/>
                  <a:gd name="T54" fmla="*/ 807 w 1377"/>
                  <a:gd name="T55" fmla="*/ 114 h 648"/>
                  <a:gd name="T56" fmla="*/ 726 w 1377"/>
                  <a:gd name="T57" fmla="*/ 225 h 648"/>
                  <a:gd name="T58" fmla="*/ 630 w 1377"/>
                  <a:gd name="T59" fmla="*/ 348 h 648"/>
                  <a:gd name="T60" fmla="*/ 552 w 1377"/>
                  <a:gd name="T61" fmla="*/ 417 h 648"/>
                  <a:gd name="T62" fmla="*/ 486 w 1377"/>
                  <a:gd name="T63" fmla="*/ 459 h 648"/>
                  <a:gd name="T64" fmla="*/ 384 w 1377"/>
                  <a:gd name="T65" fmla="*/ 495 h 648"/>
                  <a:gd name="T66" fmla="*/ 276 w 1377"/>
                  <a:gd name="T67" fmla="*/ 522 h 648"/>
                  <a:gd name="T68" fmla="*/ 126 w 1377"/>
                  <a:gd name="T69" fmla="*/ 546 h 648"/>
                  <a:gd name="T70" fmla="*/ 33 w 1377"/>
                  <a:gd name="T71" fmla="*/ 546 h 64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1377"/>
                  <a:gd name="T109" fmla="*/ 0 h 648"/>
                  <a:gd name="T110" fmla="*/ 1377 w 1377"/>
                  <a:gd name="T111" fmla="*/ 648 h 648"/>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1377" h="648">
                    <a:moveTo>
                      <a:pt x="33" y="546"/>
                    </a:moveTo>
                    <a:lnTo>
                      <a:pt x="3" y="564"/>
                    </a:lnTo>
                    <a:lnTo>
                      <a:pt x="0" y="600"/>
                    </a:lnTo>
                    <a:lnTo>
                      <a:pt x="0" y="627"/>
                    </a:lnTo>
                    <a:lnTo>
                      <a:pt x="15" y="648"/>
                    </a:lnTo>
                    <a:lnTo>
                      <a:pt x="114" y="642"/>
                    </a:lnTo>
                    <a:lnTo>
                      <a:pt x="279" y="627"/>
                    </a:lnTo>
                    <a:lnTo>
                      <a:pt x="369" y="606"/>
                    </a:lnTo>
                    <a:lnTo>
                      <a:pt x="480" y="582"/>
                    </a:lnTo>
                    <a:lnTo>
                      <a:pt x="552" y="546"/>
                    </a:lnTo>
                    <a:lnTo>
                      <a:pt x="633" y="483"/>
                    </a:lnTo>
                    <a:lnTo>
                      <a:pt x="717" y="390"/>
                    </a:lnTo>
                    <a:lnTo>
                      <a:pt x="786" y="324"/>
                    </a:lnTo>
                    <a:lnTo>
                      <a:pt x="861" y="282"/>
                    </a:lnTo>
                    <a:lnTo>
                      <a:pt x="951" y="255"/>
                    </a:lnTo>
                    <a:lnTo>
                      <a:pt x="1056" y="243"/>
                    </a:lnTo>
                    <a:lnTo>
                      <a:pt x="1212" y="246"/>
                    </a:lnTo>
                    <a:lnTo>
                      <a:pt x="1332" y="258"/>
                    </a:lnTo>
                    <a:lnTo>
                      <a:pt x="1371" y="186"/>
                    </a:lnTo>
                    <a:lnTo>
                      <a:pt x="1377" y="111"/>
                    </a:lnTo>
                    <a:lnTo>
                      <a:pt x="1374" y="42"/>
                    </a:lnTo>
                    <a:lnTo>
                      <a:pt x="1359" y="12"/>
                    </a:lnTo>
                    <a:lnTo>
                      <a:pt x="1209" y="3"/>
                    </a:lnTo>
                    <a:lnTo>
                      <a:pt x="1119" y="0"/>
                    </a:lnTo>
                    <a:lnTo>
                      <a:pt x="1053" y="9"/>
                    </a:lnTo>
                    <a:lnTo>
                      <a:pt x="960" y="27"/>
                    </a:lnTo>
                    <a:lnTo>
                      <a:pt x="876" y="66"/>
                    </a:lnTo>
                    <a:lnTo>
                      <a:pt x="807" y="114"/>
                    </a:lnTo>
                    <a:lnTo>
                      <a:pt x="726" y="225"/>
                    </a:lnTo>
                    <a:lnTo>
                      <a:pt x="630" y="348"/>
                    </a:lnTo>
                    <a:lnTo>
                      <a:pt x="552" y="417"/>
                    </a:lnTo>
                    <a:lnTo>
                      <a:pt x="486" y="459"/>
                    </a:lnTo>
                    <a:lnTo>
                      <a:pt x="384" y="495"/>
                    </a:lnTo>
                    <a:lnTo>
                      <a:pt x="276" y="522"/>
                    </a:lnTo>
                    <a:lnTo>
                      <a:pt x="126" y="546"/>
                    </a:lnTo>
                    <a:lnTo>
                      <a:pt x="33" y="546"/>
                    </a:lnTo>
                    <a:close/>
                  </a:path>
                </a:pathLst>
              </a:custGeom>
              <a:solidFill>
                <a:schemeClr val="accent1"/>
              </a:solidFill>
              <a:ln w="9525">
                <a:solidFill>
                  <a:schemeClr val="tx1"/>
                </a:solidFill>
                <a:round/>
                <a:headEnd/>
                <a:tailEnd/>
              </a:ln>
            </p:spPr>
            <p:txBody>
              <a:bodyPr/>
              <a:lstStyle/>
              <a:p>
                <a:endParaRPr lang="en-US" sz="2400"/>
              </a:p>
            </p:txBody>
          </p:sp>
          <p:grpSp>
            <p:nvGrpSpPr>
              <p:cNvPr id="10295" name="Group 15"/>
              <p:cNvGrpSpPr>
                <a:grpSpLocks/>
              </p:cNvGrpSpPr>
              <p:nvPr/>
            </p:nvGrpSpPr>
            <p:grpSpPr bwMode="auto">
              <a:xfrm>
                <a:off x="746" y="3408"/>
                <a:ext cx="161" cy="93"/>
                <a:chOff x="707" y="2868"/>
                <a:chExt cx="161" cy="96"/>
              </a:xfrm>
            </p:grpSpPr>
            <p:sp>
              <p:nvSpPr>
                <p:cNvPr id="10301" name="AutoShape 16"/>
                <p:cNvSpPr>
                  <a:spLocks noChangeArrowheads="1"/>
                </p:cNvSpPr>
                <p:nvPr/>
              </p:nvSpPr>
              <p:spPr bwMode="auto">
                <a:xfrm rot="213656" flipH="1">
                  <a:off x="707" y="2868"/>
                  <a:ext cx="161" cy="96"/>
                </a:xfrm>
                <a:prstGeom prst="flowChartMagneticDrum">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10302" name="Arc 17"/>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400"/>
                </a:p>
              </p:txBody>
            </p:sp>
          </p:grpSp>
          <p:sp>
            <p:nvSpPr>
              <p:cNvPr id="10296" name="Freeform 18"/>
              <p:cNvSpPr>
                <a:spLocks/>
              </p:cNvSpPr>
              <p:nvPr/>
            </p:nvSpPr>
            <p:spPr bwMode="auto">
              <a:xfrm rot="-10354484">
                <a:off x="790" y="3032"/>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10297" name="Freeform 19"/>
              <p:cNvSpPr>
                <a:spLocks/>
              </p:cNvSpPr>
              <p:nvPr/>
            </p:nvSpPr>
            <p:spPr bwMode="auto">
              <a:xfrm rot="-10354484">
                <a:off x="810" y="2786"/>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10298" name="Oval 20"/>
              <p:cNvSpPr>
                <a:spLocks noChangeArrowheads="1"/>
              </p:cNvSpPr>
              <p:nvPr/>
            </p:nvSpPr>
            <p:spPr bwMode="auto">
              <a:xfrm rot="-10354484">
                <a:off x="2170" y="2874"/>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10299" name="Oval 21"/>
              <p:cNvSpPr>
                <a:spLocks noChangeArrowheads="1"/>
              </p:cNvSpPr>
              <p:nvPr/>
            </p:nvSpPr>
            <p:spPr bwMode="auto">
              <a:xfrm rot="-10354484">
                <a:off x="747" y="3406"/>
                <a:ext cx="52" cy="93"/>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10300" name="Oval 22"/>
              <p:cNvSpPr>
                <a:spLocks noChangeArrowheads="1"/>
              </p:cNvSpPr>
              <p:nvPr/>
            </p:nvSpPr>
            <p:spPr bwMode="auto">
              <a:xfrm rot="-10354484">
                <a:off x="852" y="3410"/>
                <a:ext cx="51" cy="97"/>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grpSp>
        <p:grpSp>
          <p:nvGrpSpPr>
            <p:cNvPr id="10254" name="Group 23"/>
            <p:cNvGrpSpPr>
              <a:grpSpLocks/>
            </p:cNvGrpSpPr>
            <p:nvPr/>
          </p:nvGrpSpPr>
          <p:grpSpPr bwMode="auto">
            <a:xfrm>
              <a:off x="3497" y="2855"/>
              <a:ext cx="1480" cy="804"/>
              <a:chOff x="755" y="3239"/>
              <a:chExt cx="1480" cy="804"/>
            </a:xfrm>
          </p:grpSpPr>
          <p:sp>
            <p:nvSpPr>
              <p:cNvPr id="10286" name="Freeform 24"/>
              <p:cNvSpPr>
                <a:spLocks/>
              </p:cNvSpPr>
              <p:nvPr/>
            </p:nvSpPr>
            <p:spPr bwMode="auto">
              <a:xfrm rot="-10354484">
                <a:off x="819" y="3239"/>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grpSp>
            <p:nvGrpSpPr>
              <p:cNvPr id="10287" name="Group 25"/>
              <p:cNvGrpSpPr>
                <a:grpSpLocks/>
              </p:cNvGrpSpPr>
              <p:nvPr/>
            </p:nvGrpSpPr>
            <p:grpSpPr bwMode="auto">
              <a:xfrm>
                <a:off x="755" y="3327"/>
                <a:ext cx="1480" cy="716"/>
                <a:chOff x="755" y="3327"/>
                <a:chExt cx="1480" cy="716"/>
              </a:xfrm>
            </p:grpSpPr>
            <p:grpSp>
              <p:nvGrpSpPr>
                <p:cNvPr id="10288" name="Group 26"/>
                <p:cNvGrpSpPr>
                  <a:grpSpLocks/>
                </p:cNvGrpSpPr>
                <p:nvPr/>
              </p:nvGrpSpPr>
              <p:grpSpPr bwMode="auto">
                <a:xfrm>
                  <a:off x="755" y="3861"/>
                  <a:ext cx="161" cy="93"/>
                  <a:chOff x="707" y="2868"/>
                  <a:chExt cx="161" cy="96"/>
                </a:xfrm>
              </p:grpSpPr>
              <p:sp>
                <p:nvSpPr>
                  <p:cNvPr id="10292" name="AutoShape 27"/>
                  <p:cNvSpPr>
                    <a:spLocks noChangeArrowheads="1"/>
                  </p:cNvSpPr>
                  <p:nvPr/>
                </p:nvSpPr>
                <p:spPr bwMode="auto">
                  <a:xfrm rot="213656" flipH="1">
                    <a:off x="707" y="2868"/>
                    <a:ext cx="161" cy="9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10293" name="Arc 28"/>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solidFill>
                    <a:srgbClr val="C0C0C0"/>
                  </a:solidFill>
                  <a:ln>
                    <a:noFill/>
                  </a:ln>
                  <a:extLs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400"/>
                  </a:p>
                </p:txBody>
              </p:sp>
            </p:grpSp>
            <p:sp>
              <p:nvSpPr>
                <p:cNvPr id="10289" name="Freeform 29"/>
                <p:cNvSpPr>
                  <a:spLocks/>
                </p:cNvSpPr>
                <p:nvPr/>
              </p:nvSpPr>
              <p:spPr bwMode="auto">
                <a:xfrm rot="-10354484">
                  <a:off x="799" y="3485"/>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10290" name="Oval 30"/>
                <p:cNvSpPr>
                  <a:spLocks noChangeArrowheads="1"/>
                </p:cNvSpPr>
                <p:nvPr/>
              </p:nvSpPr>
              <p:spPr bwMode="auto">
                <a:xfrm rot="-10354484">
                  <a:off x="2179" y="3327"/>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10291" name="AutoShape 31"/>
                <p:cNvSpPr>
                  <a:spLocks noChangeArrowheads="1"/>
                </p:cNvSpPr>
                <p:nvPr/>
              </p:nvSpPr>
              <p:spPr bwMode="auto">
                <a:xfrm rot="384639">
                  <a:off x="2111" y="3327"/>
                  <a:ext cx="121" cy="24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grpSp>
        </p:grpSp>
        <p:sp>
          <p:nvSpPr>
            <p:cNvPr id="10255" name="Line 32"/>
            <p:cNvSpPr>
              <a:spLocks noChangeShapeType="1"/>
            </p:cNvSpPr>
            <p:nvPr/>
          </p:nvSpPr>
          <p:spPr bwMode="auto">
            <a:xfrm flipH="1">
              <a:off x="3103" y="2597"/>
              <a:ext cx="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56" name="Line 33"/>
            <p:cNvSpPr>
              <a:spLocks noChangeShapeType="1"/>
            </p:cNvSpPr>
            <p:nvPr/>
          </p:nvSpPr>
          <p:spPr bwMode="auto">
            <a:xfrm flipH="1">
              <a:off x="3145" y="1757"/>
              <a:ext cx="9" cy="807"/>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57" name="Line 34"/>
            <p:cNvSpPr>
              <a:spLocks noChangeShapeType="1"/>
            </p:cNvSpPr>
            <p:nvPr/>
          </p:nvSpPr>
          <p:spPr bwMode="auto">
            <a:xfrm flipH="1">
              <a:off x="3089" y="1729"/>
              <a:ext cx="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58" name="Text Box 35"/>
            <p:cNvSpPr txBox="1">
              <a:spLocks noChangeArrowheads="1"/>
            </p:cNvSpPr>
            <p:nvPr/>
          </p:nvSpPr>
          <p:spPr bwMode="auto">
            <a:xfrm>
              <a:off x="3027" y="2083"/>
              <a:ext cx="165" cy="18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t</a:t>
              </a:r>
            </a:p>
          </p:txBody>
        </p:sp>
        <p:sp>
          <p:nvSpPr>
            <p:cNvPr id="10259" name="Line 36"/>
            <p:cNvSpPr>
              <a:spLocks noChangeShapeType="1"/>
            </p:cNvSpPr>
            <p:nvPr/>
          </p:nvSpPr>
          <p:spPr bwMode="auto">
            <a:xfrm>
              <a:off x="3488" y="2336"/>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60" name="Line 37"/>
            <p:cNvSpPr>
              <a:spLocks noChangeShapeType="1"/>
            </p:cNvSpPr>
            <p:nvPr/>
          </p:nvSpPr>
          <p:spPr bwMode="auto">
            <a:xfrm>
              <a:off x="3620" y="2342"/>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61" name="Line 38"/>
            <p:cNvSpPr>
              <a:spLocks noChangeShapeType="1"/>
            </p:cNvSpPr>
            <p:nvPr/>
          </p:nvSpPr>
          <p:spPr bwMode="auto">
            <a:xfrm>
              <a:off x="3479" y="2438"/>
              <a:ext cx="138" cy="2"/>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62" name="Text Box 39"/>
            <p:cNvSpPr txBox="1">
              <a:spLocks noChangeArrowheads="1"/>
            </p:cNvSpPr>
            <p:nvPr/>
          </p:nvSpPr>
          <p:spPr bwMode="auto">
            <a:xfrm>
              <a:off x="3434" y="2106"/>
              <a:ext cx="327" cy="18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x</a:t>
              </a:r>
              <a:r>
                <a:rPr lang="en-US" altLang="en-US" sz="1800" i="1" baseline="-25000">
                  <a:sym typeface="Symbol" pitchFamily="18" charset="2"/>
                </a:rPr>
                <a:t>1</a:t>
              </a:r>
              <a:endParaRPr lang="en-US" altLang="en-US" sz="1800" i="1">
                <a:sym typeface="Symbol" pitchFamily="18" charset="2"/>
              </a:endParaRPr>
            </a:p>
          </p:txBody>
        </p:sp>
        <p:sp>
          <p:nvSpPr>
            <p:cNvPr id="10263" name="Line 40"/>
            <p:cNvSpPr>
              <a:spLocks noChangeShapeType="1"/>
            </p:cNvSpPr>
            <p:nvPr/>
          </p:nvSpPr>
          <p:spPr bwMode="auto">
            <a:xfrm>
              <a:off x="4873" y="2743"/>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64" name="Line 41"/>
            <p:cNvSpPr>
              <a:spLocks noChangeShapeType="1"/>
            </p:cNvSpPr>
            <p:nvPr/>
          </p:nvSpPr>
          <p:spPr bwMode="auto">
            <a:xfrm>
              <a:off x="4969" y="2749"/>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65" name="Line 42"/>
            <p:cNvSpPr>
              <a:spLocks noChangeShapeType="1"/>
            </p:cNvSpPr>
            <p:nvPr/>
          </p:nvSpPr>
          <p:spPr bwMode="auto">
            <a:xfrm>
              <a:off x="4770" y="2845"/>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66" name="Text Box 43"/>
            <p:cNvSpPr txBox="1">
              <a:spLocks noChangeArrowheads="1"/>
            </p:cNvSpPr>
            <p:nvPr/>
          </p:nvSpPr>
          <p:spPr bwMode="auto">
            <a:xfrm>
              <a:off x="4765" y="2523"/>
              <a:ext cx="335" cy="18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x</a:t>
              </a:r>
              <a:r>
                <a:rPr lang="en-US" altLang="en-US" sz="1800" i="1" baseline="-25000">
                  <a:sym typeface="Symbol" pitchFamily="18" charset="2"/>
                </a:rPr>
                <a:t>2</a:t>
              </a:r>
              <a:endParaRPr lang="en-US" altLang="en-US" sz="1800" i="1">
                <a:sym typeface="Symbol" pitchFamily="18" charset="2"/>
              </a:endParaRPr>
            </a:p>
          </p:txBody>
        </p:sp>
        <p:sp>
          <p:nvSpPr>
            <p:cNvPr id="10267" name="Line 44"/>
            <p:cNvSpPr>
              <a:spLocks noChangeShapeType="1"/>
            </p:cNvSpPr>
            <p:nvPr/>
          </p:nvSpPr>
          <p:spPr bwMode="auto">
            <a:xfrm flipH="1">
              <a:off x="4970" y="2839"/>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68" name="Line 45"/>
            <p:cNvSpPr>
              <a:spLocks noChangeShapeType="1"/>
            </p:cNvSpPr>
            <p:nvPr/>
          </p:nvSpPr>
          <p:spPr bwMode="auto">
            <a:xfrm>
              <a:off x="4841" y="1367"/>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69" name="Line 46"/>
            <p:cNvSpPr>
              <a:spLocks noChangeShapeType="1"/>
            </p:cNvSpPr>
            <p:nvPr/>
          </p:nvSpPr>
          <p:spPr bwMode="auto">
            <a:xfrm>
              <a:off x="4937" y="1373"/>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70" name="Line 47"/>
            <p:cNvSpPr>
              <a:spLocks noChangeShapeType="1"/>
            </p:cNvSpPr>
            <p:nvPr/>
          </p:nvSpPr>
          <p:spPr bwMode="auto">
            <a:xfrm>
              <a:off x="4738" y="1469"/>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71" name="Text Box 48"/>
            <p:cNvSpPr txBox="1">
              <a:spLocks noChangeArrowheads="1"/>
            </p:cNvSpPr>
            <p:nvPr/>
          </p:nvSpPr>
          <p:spPr bwMode="auto">
            <a:xfrm>
              <a:off x="4757" y="1523"/>
              <a:ext cx="335" cy="18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x</a:t>
              </a:r>
              <a:r>
                <a:rPr lang="en-US" altLang="en-US" sz="1800" i="1" baseline="-25000">
                  <a:sym typeface="Symbol" pitchFamily="18" charset="2"/>
                </a:rPr>
                <a:t>2</a:t>
              </a:r>
              <a:endParaRPr lang="en-US" altLang="en-US" sz="1800" i="1">
                <a:sym typeface="Symbol" pitchFamily="18" charset="2"/>
              </a:endParaRPr>
            </a:p>
          </p:txBody>
        </p:sp>
        <p:sp>
          <p:nvSpPr>
            <p:cNvPr id="10272" name="Line 49"/>
            <p:cNvSpPr>
              <a:spLocks noChangeShapeType="1"/>
            </p:cNvSpPr>
            <p:nvPr/>
          </p:nvSpPr>
          <p:spPr bwMode="auto">
            <a:xfrm flipH="1">
              <a:off x="4938" y="1463"/>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73" name="Line 50"/>
            <p:cNvSpPr>
              <a:spLocks noChangeShapeType="1"/>
            </p:cNvSpPr>
            <p:nvPr/>
          </p:nvSpPr>
          <p:spPr bwMode="auto">
            <a:xfrm>
              <a:off x="3504" y="3272"/>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74" name="Line 51"/>
            <p:cNvSpPr>
              <a:spLocks noChangeShapeType="1"/>
            </p:cNvSpPr>
            <p:nvPr/>
          </p:nvSpPr>
          <p:spPr bwMode="auto">
            <a:xfrm>
              <a:off x="3636" y="3278"/>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75" name="Line 52"/>
            <p:cNvSpPr>
              <a:spLocks noChangeShapeType="1"/>
            </p:cNvSpPr>
            <p:nvPr/>
          </p:nvSpPr>
          <p:spPr bwMode="auto">
            <a:xfrm>
              <a:off x="3495" y="3374"/>
              <a:ext cx="138" cy="2"/>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76" name="Text Box 53"/>
            <p:cNvSpPr txBox="1">
              <a:spLocks noChangeArrowheads="1"/>
            </p:cNvSpPr>
            <p:nvPr/>
          </p:nvSpPr>
          <p:spPr bwMode="auto">
            <a:xfrm>
              <a:off x="3450" y="3042"/>
              <a:ext cx="327" cy="18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x</a:t>
              </a:r>
              <a:r>
                <a:rPr lang="en-US" altLang="en-US" sz="1800" i="1" baseline="-25000">
                  <a:sym typeface="Symbol" pitchFamily="18" charset="2"/>
                </a:rPr>
                <a:t>1</a:t>
              </a:r>
              <a:endParaRPr lang="en-US" altLang="en-US" sz="1800" i="1">
                <a:sym typeface="Symbol" pitchFamily="18" charset="2"/>
              </a:endParaRPr>
            </a:p>
          </p:txBody>
        </p:sp>
        <p:sp>
          <p:nvSpPr>
            <p:cNvPr id="10277" name="Line 54"/>
            <p:cNvSpPr>
              <a:spLocks noChangeShapeType="1"/>
            </p:cNvSpPr>
            <p:nvPr/>
          </p:nvSpPr>
          <p:spPr bwMode="auto">
            <a:xfrm>
              <a:off x="3336" y="3800"/>
              <a:ext cx="196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78" name="Line 55"/>
            <p:cNvSpPr>
              <a:spLocks noChangeShapeType="1"/>
            </p:cNvSpPr>
            <p:nvPr/>
          </p:nvSpPr>
          <p:spPr bwMode="auto">
            <a:xfrm rot="5400000" flipH="1">
              <a:off x="3348" y="3660"/>
              <a:ext cx="248" cy="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79" name="Line 56"/>
            <p:cNvSpPr>
              <a:spLocks noChangeShapeType="1"/>
            </p:cNvSpPr>
            <p:nvPr/>
          </p:nvSpPr>
          <p:spPr bwMode="auto">
            <a:xfrm rot="5400000" flipH="1">
              <a:off x="4404" y="3412"/>
              <a:ext cx="744" cy="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80" name="Text Box 57"/>
            <p:cNvSpPr txBox="1">
              <a:spLocks noChangeArrowheads="1"/>
            </p:cNvSpPr>
            <p:nvPr/>
          </p:nvSpPr>
          <p:spPr bwMode="auto">
            <a:xfrm>
              <a:off x="3202" y="3578"/>
              <a:ext cx="247"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y</a:t>
              </a:r>
              <a:r>
                <a:rPr lang="en-US" altLang="en-US" sz="1800" i="1" baseline="-25000">
                  <a:sym typeface="Symbol" pitchFamily="18" charset="2"/>
                </a:rPr>
                <a:t>1</a:t>
              </a:r>
              <a:endParaRPr lang="en-US" altLang="en-US" sz="1800" i="1">
                <a:sym typeface="Symbol" pitchFamily="18" charset="2"/>
              </a:endParaRPr>
            </a:p>
          </p:txBody>
        </p:sp>
        <p:sp>
          <p:nvSpPr>
            <p:cNvPr id="10281" name="Text Box 58"/>
            <p:cNvSpPr txBox="1">
              <a:spLocks noChangeArrowheads="1"/>
            </p:cNvSpPr>
            <p:nvPr/>
          </p:nvSpPr>
          <p:spPr bwMode="auto">
            <a:xfrm>
              <a:off x="4498" y="3466"/>
              <a:ext cx="255"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y</a:t>
              </a:r>
              <a:r>
                <a:rPr lang="en-US" altLang="en-US" sz="1800" i="1" baseline="-25000">
                  <a:sym typeface="Symbol" pitchFamily="18" charset="2"/>
                </a:rPr>
                <a:t>2</a:t>
              </a:r>
              <a:endParaRPr lang="en-US" altLang="en-US" sz="1800" i="1">
                <a:sym typeface="Symbol" pitchFamily="18" charset="2"/>
              </a:endParaRPr>
            </a:p>
          </p:txBody>
        </p:sp>
        <p:sp>
          <p:nvSpPr>
            <p:cNvPr id="10282" name="Line 59"/>
            <p:cNvSpPr>
              <a:spLocks noChangeShapeType="1"/>
            </p:cNvSpPr>
            <p:nvPr/>
          </p:nvSpPr>
          <p:spPr bwMode="auto">
            <a:xfrm>
              <a:off x="3576" y="3688"/>
              <a:ext cx="232"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83" name="Line 60"/>
            <p:cNvSpPr>
              <a:spLocks noChangeShapeType="1"/>
            </p:cNvSpPr>
            <p:nvPr/>
          </p:nvSpPr>
          <p:spPr bwMode="auto">
            <a:xfrm>
              <a:off x="4896" y="3272"/>
              <a:ext cx="136"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84" name="Text Box 61"/>
            <p:cNvSpPr txBox="1">
              <a:spLocks noChangeArrowheads="1"/>
            </p:cNvSpPr>
            <p:nvPr/>
          </p:nvSpPr>
          <p:spPr bwMode="auto">
            <a:xfrm>
              <a:off x="4930" y="3258"/>
              <a:ext cx="255"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olidFill>
                    <a:srgbClr val="FF0000"/>
                  </a:solidFill>
                  <a:sym typeface="Symbol" pitchFamily="18" charset="2"/>
                </a:rPr>
                <a:t>v</a:t>
              </a:r>
              <a:r>
                <a:rPr lang="en-US" altLang="en-US" sz="1800" i="1" baseline="-25000">
                  <a:solidFill>
                    <a:srgbClr val="FF0000"/>
                  </a:solidFill>
                  <a:sym typeface="Symbol" pitchFamily="18" charset="2"/>
                </a:rPr>
                <a:t>2</a:t>
              </a:r>
              <a:endParaRPr lang="en-US" altLang="en-US" sz="1800" i="1">
                <a:solidFill>
                  <a:srgbClr val="FF0000"/>
                </a:solidFill>
                <a:sym typeface="Symbol" pitchFamily="18" charset="2"/>
              </a:endParaRPr>
            </a:p>
          </p:txBody>
        </p:sp>
        <p:sp>
          <p:nvSpPr>
            <p:cNvPr id="10285" name="Text Box 62"/>
            <p:cNvSpPr txBox="1">
              <a:spLocks noChangeArrowheads="1"/>
            </p:cNvSpPr>
            <p:nvPr/>
          </p:nvSpPr>
          <p:spPr bwMode="auto">
            <a:xfrm>
              <a:off x="3778" y="3594"/>
              <a:ext cx="255"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olidFill>
                    <a:srgbClr val="FF0000"/>
                  </a:solidFill>
                  <a:sym typeface="Symbol" pitchFamily="18" charset="2"/>
                </a:rPr>
                <a:t>v</a:t>
              </a:r>
              <a:r>
                <a:rPr lang="en-US" altLang="en-US" sz="1800" i="1" baseline="-25000">
                  <a:solidFill>
                    <a:srgbClr val="FF0000"/>
                  </a:solidFill>
                  <a:sym typeface="Symbol" pitchFamily="18" charset="2"/>
                </a:rPr>
                <a:t>1</a:t>
              </a:r>
              <a:endParaRPr lang="en-US" altLang="en-US" sz="1800" i="1">
                <a:solidFill>
                  <a:srgbClr val="FF0000"/>
                </a:solidFill>
                <a:sym typeface="Symbol" pitchFamily="18" charset="2"/>
              </a:endParaRPr>
            </a:p>
          </p:txBody>
        </p:sp>
      </p:grpSp>
      <p:sp>
        <p:nvSpPr>
          <p:cNvPr id="10244" name="Rectangle 63"/>
          <p:cNvSpPr>
            <a:spLocks noGrp="1" noChangeArrowheads="1"/>
          </p:cNvSpPr>
          <p:nvPr>
            <p:ph type="title"/>
          </p:nvPr>
        </p:nvSpPr>
        <p:spPr/>
        <p:txBody>
          <a:bodyPr/>
          <a:lstStyle/>
          <a:p>
            <a:pPr eaLnBrk="1" hangingPunct="1"/>
            <a:r>
              <a:rPr lang="en-US" altLang="en-US"/>
              <a:t>Continuity Equation</a:t>
            </a:r>
          </a:p>
        </p:txBody>
      </p:sp>
      <p:sp>
        <p:nvSpPr>
          <p:cNvPr id="10245" name="Rectangle 64"/>
          <p:cNvSpPr>
            <a:spLocks noGrp="1" noChangeArrowheads="1"/>
          </p:cNvSpPr>
          <p:nvPr>
            <p:ph type="body" idx="1"/>
          </p:nvPr>
        </p:nvSpPr>
        <p:spPr>
          <a:xfrm>
            <a:off x="507682" y="1618498"/>
            <a:ext cx="5550218" cy="4507666"/>
          </a:xfrm>
        </p:spPr>
        <p:txBody>
          <a:bodyPr/>
          <a:lstStyle/>
          <a:p>
            <a:pPr eaLnBrk="1" hangingPunct="1"/>
            <a:r>
              <a:rPr lang="en-US" altLang="en-US" sz="2000" dirty="0">
                <a:sym typeface="Symbol" pitchFamily="18" charset="2"/>
              </a:rPr>
              <a:t>We don’t </a:t>
            </a:r>
          </a:p>
          <a:p>
            <a:pPr lvl="1" eaLnBrk="1" hangingPunct="1"/>
            <a:r>
              <a:rPr lang="en-US" altLang="en-US" sz="1800" dirty="0">
                <a:sym typeface="Symbol" pitchFamily="18" charset="2"/>
              </a:rPr>
              <a:t>Create mass</a:t>
            </a:r>
          </a:p>
          <a:p>
            <a:pPr lvl="1" eaLnBrk="1" hangingPunct="1"/>
            <a:r>
              <a:rPr lang="en-US" altLang="en-US" sz="1800" dirty="0">
                <a:sym typeface="Symbol" pitchFamily="18" charset="2"/>
              </a:rPr>
              <a:t>Destroy mass</a:t>
            </a:r>
          </a:p>
          <a:p>
            <a:pPr lvl="1" eaLnBrk="1" hangingPunct="1"/>
            <a:r>
              <a:rPr lang="en-US" altLang="en-US" sz="1800" dirty="0">
                <a:sym typeface="Symbol" pitchFamily="18" charset="2"/>
              </a:rPr>
              <a:t>Pool mass anywhere along the pipe</a:t>
            </a:r>
          </a:p>
          <a:p>
            <a:pPr eaLnBrk="1" hangingPunct="1"/>
            <a:r>
              <a:rPr lang="en-US" altLang="en-US" sz="2000" dirty="0">
                <a:sym typeface="Symbol" pitchFamily="18" charset="2"/>
              </a:rPr>
              <a:t>So</a:t>
            </a:r>
          </a:p>
          <a:p>
            <a:pPr eaLnBrk="1" hangingPunct="1"/>
            <a:endParaRPr lang="en-US" altLang="en-US" sz="2000" dirty="0">
              <a:sym typeface="Symbol" pitchFamily="18" charset="2"/>
            </a:endParaRPr>
          </a:p>
          <a:p>
            <a:pPr eaLnBrk="1" hangingPunct="1"/>
            <a:endParaRPr lang="en-US" altLang="en-US" sz="2000" dirty="0">
              <a:sym typeface="Symbol" pitchFamily="18" charset="2"/>
            </a:endParaRPr>
          </a:p>
          <a:p>
            <a:pPr eaLnBrk="1" hangingPunct="1"/>
            <a:endParaRPr lang="en-US" altLang="en-US" sz="2000" dirty="0">
              <a:sym typeface="Symbol" pitchFamily="18" charset="2"/>
            </a:endParaRPr>
          </a:p>
          <a:p>
            <a:pPr eaLnBrk="1" hangingPunct="1"/>
            <a:endParaRPr lang="en-US" altLang="en-US" sz="2000" dirty="0">
              <a:sym typeface="Symbol" pitchFamily="18" charset="2"/>
            </a:endParaRPr>
          </a:p>
          <a:p>
            <a:pPr eaLnBrk="1" hangingPunct="1"/>
            <a:r>
              <a:rPr lang="en-US" altLang="en-US" sz="2000" dirty="0">
                <a:sym typeface="Symbol" pitchFamily="18" charset="2"/>
              </a:rPr>
              <a:t>We can then say</a:t>
            </a:r>
          </a:p>
          <a:p>
            <a:pPr eaLnBrk="1" hangingPunct="1"/>
            <a:endParaRPr lang="en-US" altLang="en-US" sz="2000" dirty="0">
              <a:sym typeface="Symbol" pitchFamily="18" charset="2"/>
            </a:endParaRPr>
          </a:p>
        </p:txBody>
      </p:sp>
      <p:sp>
        <p:nvSpPr>
          <p:cNvPr id="10246" name="Rectangle 65"/>
          <p:cNvSpPr>
            <a:spLocks noChangeArrowheads="1"/>
          </p:cNvSpPr>
          <p:nvPr/>
        </p:nvSpPr>
        <p:spPr bwMode="auto">
          <a:xfrm>
            <a:off x="1524001" y="-184666"/>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0247" name="Rectangle 66"/>
          <p:cNvSpPr>
            <a:spLocks noChangeArrowheads="1"/>
          </p:cNvSpPr>
          <p:nvPr/>
        </p:nvSpPr>
        <p:spPr bwMode="auto">
          <a:xfrm>
            <a:off x="1524001" y="307764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0248" name="Rectangle 67"/>
          <p:cNvSpPr>
            <a:spLocks noChangeArrowheads="1"/>
          </p:cNvSpPr>
          <p:nvPr/>
        </p:nvSpPr>
        <p:spPr bwMode="auto">
          <a:xfrm>
            <a:off x="1524001" y="2953822"/>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0249" name="Object 68"/>
          <p:cNvGraphicFramePr>
            <a:graphicFrameLocks noChangeAspect="1"/>
          </p:cNvGraphicFramePr>
          <p:nvPr>
            <p:extLst>
              <p:ext uri="{D42A27DB-BD31-4B8C-83A1-F6EECF244321}">
                <p14:modId xmlns:p14="http://schemas.microsoft.com/office/powerpoint/2010/main" val="2549421197"/>
              </p:ext>
            </p:extLst>
          </p:nvPr>
        </p:nvGraphicFramePr>
        <p:xfrm>
          <a:off x="634707" y="3868998"/>
          <a:ext cx="2093913" cy="825500"/>
        </p:xfrm>
        <a:graphic>
          <a:graphicData uri="http://schemas.openxmlformats.org/presentationml/2006/ole">
            <mc:AlternateContent xmlns:mc="http://schemas.openxmlformats.org/markup-compatibility/2006">
              <mc:Choice xmlns:v="urn:schemas-microsoft-com:vml" Requires="v">
                <p:oleObj name="Equation" r:id="rId2" imgW="1155700" imgH="457200" progId="Equation.3">
                  <p:embed/>
                </p:oleObj>
              </mc:Choice>
              <mc:Fallback>
                <p:oleObj name="Equation" r:id="rId2" imgW="1155700" imgH="457200" progId="Equation.3">
                  <p:embed/>
                  <p:pic>
                    <p:nvPicPr>
                      <p:cNvPr id="10249" name="Object 6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4707" y="3868998"/>
                        <a:ext cx="2093913" cy="82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0250" name="Rectangle 69"/>
          <p:cNvSpPr>
            <a:spLocks noChangeArrowheads="1"/>
          </p:cNvSpPr>
          <p:nvPr/>
        </p:nvSpPr>
        <p:spPr bwMode="auto">
          <a:xfrm>
            <a:off x="1524001" y="307764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0251" name="Object 70"/>
          <p:cNvGraphicFramePr>
            <a:graphicFrameLocks noChangeAspect="1"/>
          </p:cNvGraphicFramePr>
          <p:nvPr>
            <p:extLst>
              <p:ext uri="{D42A27DB-BD31-4B8C-83A1-F6EECF244321}">
                <p14:modId xmlns:p14="http://schemas.microsoft.com/office/powerpoint/2010/main" val="18091062"/>
              </p:ext>
            </p:extLst>
          </p:nvPr>
        </p:nvGraphicFramePr>
        <p:xfrm>
          <a:off x="858545" y="5577149"/>
          <a:ext cx="1330325" cy="411163"/>
        </p:xfrm>
        <a:graphic>
          <a:graphicData uri="http://schemas.openxmlformats.org/presentationml/2006/ole">
            <mc:AlternateContent xmlns:mc="http://schemas.openxmlformats.org/markup-compatibility/2006">
              <mc:Choice xmlns:v="urn:schemas-microsoft-com:vml" Requires="v">
                <p:oleObj name="Equation" r:id="rId4" imgW="698197" imgH="215806" progId="Equation.3">
                  <p:embed/>
                </p:oleObj>
              </mc:Choice>
              <mc:Fallback>
                <p:oleObj name="Equation" r:id="rId4" imgW="698197" imgH="215806" progId="Equation.3">
                  <p:embed/>
                  <p:pic>
                    <p:nvPicPr>
                      <p:cNvPr id="10251" name="Object 7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58545" y="5577149"/>
                        <a:ext cx="1330325" cy="411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35520047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DB7B61CA-0399-4FB8-AEDB-B8786263B5C7}" type="slidenum">
              <a:rPr lang="en-US" altLang="en-US" sz="1400"/>
              <a:pPr eaLnBrk="1" hangingPunct="1">
                <a:spcBef>
                  <a:spcPct val="0"/>
                </a:spcBef>
                <a:buFontTx/>
                <a:buNone/>
              </a:pPr>
              <a:t>14</a:t>
            </a:fld>
            <a:endParaRPr lang="en-US" altLang="en-US" sz="1400"/>
          </a:p>
        </p:txBody>
      </p:sp>
      <p:sp>
        <p:nvSpPr>
          <p:cNvPr id="6147" name="Rectangle 2"/>
          <p:cNvSpPr>
            <a:spLocks noGrp="1" noChangeArrowheads="1"/>
          </p:cNvSpPr>
          <p:nvPr>
            <p:ph type="title"/>
          </p:nvPr>
        </p:nvSpPr>
        <p:spPr/>
        <p:txBody>
          <a:bodyPr/>
          <a:lstStyle/>
          <a:p>
            <a:pPr eaLnBrk="1" hangingPunct="1"/>
            <a:r>
              <a:rPr lang="en-US" altLang="en-US"/>
              <a:t>Demonstration</a:t>
            </a:r>
          </a:p>
        </p:txBody>
      </p:sp>
      <p:sp>
        <p:nvSpPr>
          <p:cNvPr id="6148" name="Rectangle 3"/>
          <p:cNvSpPr>
            <a:spLocks noGrp="1" noChangeArrowheads="1"/>
          </p:cNvSpPr>
          <p:nvPr>
            <p:ph type="body" idx="1"/>
          </p:nvPr>
        </p:nvSpPr>
        <p:spPr/>
        <p:txBody>
          <a:bodyPr/>
          <a:lstStyle/>
          <a:p>
            <a:pPr eaLnBrk="1" hangingPunct="1"/>
            <a:r>
              <a:rPr lang="en-US" altLang="en-US" dirty="0">
                <a:hlinkClick r:id="rId2"/>
              </a:rPr>
              <a:t>https://phet.colorado.edu/en/simulation/fluid-pressure-and-flow</a:t>
            </a:r>
            <a:r>
              <a:rPr lang="en-US" altLang="en-US" dirty="0"/>
              <a:t>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Slide Number Placeholder 6"/>
          <p:cNvSpPr>
            <a:spLocks noGrp="1"/>
          </p:cNvSpPr>
          <p:nvPr>
            <p:ph type="sldNum" sz="quarter" idx="12"/>
          </p:nvPr>
        </p:nvSpPr>
        <p:spPr>
          <a:noFill/>
        </p:spPr>
        <p:txBody>
          <a:bodyPr/>
          <a:lstStyle/>
          <a:p>
            <a:fld id="{E648A059-3A53-4B8C-8738-D53974771890}" type="slidenum">
              <a:rPr lang="en-US" smtClean="0"/>
              <a:pPr/>
              <a:t>15</a:t>
            </a:fld>
            <a:endParaRPr lang="en-US"/>
          </a:p>
        </p:txBody>
      </p:sp>
      <p:sp>
        <p:nvSpPr>
          <p:cNvPr id="59395" name="Rectangle 2"/>
          <p:cNvSpPr>
            <a:spLocks noGrp="1" noChangeArrowheads="1"/>
          </p:cNvSpPr>
          <p:nvPr>
            <p:ph type="title"/>
          </p:nvPr>
        </p:nvSpPr>
        <p:spPr/>
        <p:txBody>
          <a:bodyPr/>
          <a:lstStyle/>
          <a:p>
            <a:pPr eaLnBrk="1" hangingPunct="1"/>
            <a:r>
              <a:rPr lang="en-US"/>
              <a:t>Question 123.6.4</a:t>
            </a:r>
          </a:p>
        </p:txBody>
      </p:sp>
      <p:sp>
        <p:nvSpPr>
          <p:cNvPr id="59396" name="Rectangle 3"/>
          <p:cNvSpPr>
            <a:spLocks noGrp="1" noChangeArrowheads="1"/>
          </p:cNvSpPr>
          <p:nvPr>
            <p:ph type="body" sz="half" idx="1"/>
          </p:nvPr>
        </p:nvSpPr>
        <p:spPr>
          <a:xfrm>
            <a:off x="1851025" y="1295401"/>
            <a:ext cx="4038600" cy="4525963"/>
          </a:xfrm>
        </p:spPr>
        <p:txBody>
          <a:bodyPr/>
          <a:lstStyle/>
          <a:p>
            <a:pPr eaLnBrk="1" hangingPunct="1">
              <a:lnSpc>
                <a:spcPct val="80000"/>
              </a:lnSpc>
              <a:buFontTx/>
              <a:buNone/>
            </a:pPr>
            <a:r>
              <a:rPr lang="en-US"/>
              <a:t>You attach a nozzle to your hose to water your garden. The water now shoots out of the hose farther. Why might that be so? </a:t>
            </a:r>
          </a:p>
        </p:txBody>
      </p:sp>
      <p:sp>
        <p:nvSpPr>
          <p:cNvPr id="59397" name="Rectangle 4"/>
          <p:cNvSpPr>
            <a:spLocks noGrp="1" noChangeArrowheads="1"/>
          </p:cNvSpPr>
          <p:nvPr>
            <p:ph type="body" sz="half" idx="2"/>
          </p:nvPr>
        </p:nvSpPr>
        <p:spPr>
          <a:xfrm>
            <a:off x="6057900" y="1238251"/>
            <a:ext cx="4038600" cy="5307013"/>
          </a:xfrm>
        </p:spPr>
        <p:txBody>
          <a:bodyPr/>
          <a:lstStyle/>
          <a:p>
            <a:pPr marL="533400" indent="-533400">
              <a:lnSpc>
                <a:spcPct val="80000"/>
              </a:lnSpc>
              <a:buFontTx/>
              <a:buAutoNum type="alphaLcParenR"/>
            </a:pPr>
            <a:r>
              <a:rPr lang="en-US" sz="2300"/>
              <a:t>The inner part of the nozzle probably has a smaller diameter than the hose, so the velocity of the water increases in the nozzle</a:t>
            </a:r>
          </a:p>
          <a:p>
            <a:pPr marL="533400" indent="-533400">
              <a:lnSpc>
                <a:spcPct val="80000"/>
              </a:lnSpc>
              <a:buFontTx/>
              <a:buAutoNum type="alphaLcParenR"/>
            </a:pPr>
            <a:r>
              <a:rPr lang="en-US" sz="2300"/>
              <a:t>The nozzle probably has a bigger inner diameter than the hose, so the pressure increases in the nozzle causing a larger force on the water as it exits</a:t>
            </a:r>
          </a:p>
          <a:p>
            <a:pPr marL="533400" indent="-533400">
              <a:lnSpc>
                <a:spcPct val="80000"/>
              </a:lnSpc>
              <a:buFontTx/>
              <a:buAutoNum type="alphaLcParenR"/>
            </a:pPr>
            <a:r>
              <a:rPr lang="en-US" sz="2300"/>
              <a:t>The nozzle probably has a small pump inside that increases the water pressure</a:t>
            </a:r>
          </a:p>
        </p:txBody>
      </p:sp>
    </p:spTree>
    <p:extLst>
      <p:ext uri="{BB962C8B-B14F-4D97-AF65-F5344CB8AC3E}">
        <p14:creationId xmlns:p14="http://schemas.microsoft.com/office/powerpoint/2010/main" val="1499477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Slide Number Placeholder 5"/>
          <p:cNvSpPr>
            <a:spLocks noGrp="1"/>
          </p:cNvSpPr>
          <p:nvPr>
            <p:ph type="sldNum" sz="quarter" idx="12"/>
          </p:nvPr>
        </p:nvSpPr>
        <p:spPr>
          <a:noFill/>
        </p:spPr>
        <p:txBody>
          <a:bodyPr/>
          <a:lstStyle/>
          <a:p>
            <a:fld id="{A2F042D0-E792-4C36-89C1-64E9E436B602}" type="slidenum">
              <a:rPr lang="en-US" smtClean="0"/>
              <a:pPr/>
              <a:t>16</a:t>
            </a:fld>
            <a:endParaRPr lang="en-US"/>
          </a:p>
        </p:txBody>
      </p:sp>
      <p:sp>
        <p:nvSpPr>
          <p:cNvPr id="63491" name="Rectangle 2"/>
          <p:cNvSpPr>
            <a:spLocks noGrp="1" noChangeArrowheads="1"/>
          </p:cNvSpPr>
          <p:nvPr>
            <p:ph type="title"/>
          </p:nvPr>
        </p:nvSpPr>
        <p:spPr/>
        <p:txBody>
          <a:bodyPr/>
          <a:lstStyle/>
          <a:p>
            <a:pPr eaLnBrk="1" hangingPunct="1"/>
            <a:r>
              <a:rPr lang="en-US"/>
              <a:t>Question 123.6.8</a:t>
            </a:r>
          </a:p>
        </p:txBody>
      </p:sp>
      <p:sp>
        <p:nvSpPr>
          <p:cNvPr id="63492" name="Rectangle 3"/>
          <p:cNvSpPr>
            <a:spLocks noGrp="1" noChangeArrowheads="1"/>
          </p:cNvSpPr>
          <p:nvPr>
            <p:ph type="body" idx="1"/>
          </p:nvPr>
        </p:nvSpPr>
        <p:spPr/>
        <p:txBody>
          <a:bodyPr/>
          <a:lstStyle/>
          <a:p>
            <a:pPr marL="609600" indent="-609600">
              <a:buNone/>
            </a:pPr>
            <a:r>
              <a:rPr lang="en-US"/>
              <a:t>A blood platelet drifts along with the flow of blood through an artery that is partially blocked by deposits. As the platelet moves from the narrow region to the wider region, it experiences    	</a:t>
            </a:r>
          </a:p>
          <a:p>
            <a:pPr marL="609600" indent="-609600">
              <a:buFontTx/>
              <a:buAutoNum type="alphaLcParenR"/>
            </a:pPr>
            <a:r>
              <a:rPr lang="en-US"/>
              <a:t>an increase in pressure</a:t>
            </a:r>
          </a:p>
          <a:p>
            <a:pPr marL="609600" indent="-609600">
              <a:buFontTx/>
              <a:buAutoNum type="alphaLcParenR"/>
            </a:pPr>
            <a:r>
              <a:rPr lang="en-US"/>
              <a:t>no change in pressure</a:t>
            </a:r>
          </a:p>
          <a:p>
            <a:pPr marL="609600" indent="-609600">
              <a:buFontTx/>
              <a:buAutoNum type="alphaLcParenR"/>
            </a:pPr>
            <a:r>
              <a:rPr lang="en-US"/>
              <a:t>a decrease in pressure.</a:t>
            </a:r>
          </a:p>
        </p:txBody>
      </p:sp>
      <p:pic>
        <p:nvPicPr>
          <p:cNvPr id="63493" name="Picture 4" descr="J4XB8525"/>
          <p:cNvPicPr>
            <a:picLocks noChangeAspect="1" noChangeArrowheads="1"/>
          </p:cNvPicPr>
          <p:nvPr/>
        </p:nvPicPr>
        <p:blipFill>
          <a:blip r:embed="rId2" cstate="print"/>
          <a:srcRect/>
          <a:stretch>
            <a:fillRect/>
          </a:stretch>
        </p:blipFill>
        <p:spPr bwMode="auto">
          <a:xfrm>
            <a:off x="7505701" y="4697414"/>
            <a:ext cx="2543175" cy="644525"/>
          </a:xfrm>
          <a:prstGeom prst="rect">
            <a:avLst/>
          </a:prstGeom>
          <a:noFill/>
          <a:ln w="9525">
            <a:noFill/>
            <a:miter lim="800000"/>
            <a:headEnd/>
            <a:tailEnd/>
          </a:ln>
        </p:spPr>
      </p:pic>
    </p:spTree>
    <p:extLst>
      <p:ext uri="{BB962C8B-B14F-4D97-AF65-F5344CB8AC3E}">
        <p14:creationId xmlns:p14="http://schemas.microsoft.com/office/powerpoint/2010/main" val="14993892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B98F3212-FB65-49E1-89F2-C98E4566E01C}" type="slidenum">
              <a:rPr lang="en-US" altLang="en-US" sz="1400"/>
              <a:pPr eaLnBrk="1" hangingPunct="1">
                <a:spcBef>
                  <a:spcPct val="0"/>
                </a:spcBef>
                <a:buFontTx/>
                <a:buNone/>
              </a:pPr>
              <a:t>17</a:t>
            </a:fld>
            <a:endParaRPr lang="en-US" altLang="en-US" sz="1400"/>
          </a:p>
        </p:txBody>
      </p:sp>
      <p:sp>
        <p:nvSpPr>
          <p:cNvPr id="11267" name="Rectangle 2"/>
          <p:cNvSpPr>
            <a:spLocks noGrp="1" noChangeArrowheads="1"/>
          </p:cNvSpPr>
          <p:nvPr>
            <p:ph type="title"/>
          </p:nvPr>
        </p:nvSpPr>
        <p:spPr/>
        <p:txBody>
          <a:bodyPr/>
          <a:lstStyle/>
          <a:p>
            <a:pPr eaLnBrk="1" hangingPunct="1"/>
            <a:r>
              <a:rPr lang="en-US" altLang="en-US"/>
              <a:t>Preliminary Question</a:t>
            </a:r>
          </a:p>
        </p:txBody>
      </p:sp>
      <p:sp>
        <p:nvSpPr>
          <p:cNvPr id="11268" name="Rectangle 3"/>
          <p:cNvSpPr>
            <a:spLocks noGrp="1" noChangeArrowheads="1"/>
          </p:cNvSpPr>
          <p:nvPr>
            <p:ph type="body" idx="1"/>
          </p:nvPr>
        </p:nvSpPr>
        <p:spPr>
          <a:xfrm>
            <a:off x="1981200" y="1600201"/>
            <a:ext cx="4743450" cy="4525963"/>
          </a:xfrm>
        </p:spPr>
        <p:txBody>
          <a:bodyPr/>
          <a:lstStyle/>
          <a:p>
            <a:pPr eaLnBrk="1" hangingPunct="1"/>
            <a:r>
              <a:rPr lang="en-US" altLang="en-US"/>
              <a:t>You stand on a building and throw three balls, each with the same initial speed but with directions as shown, what is their final velocity?</a:t>
            </a:r>
          </a:p>
        </p:txBody>
      </p:sp>
      <p:sp>
        <p:nvSpPr>
          <p:cNvPr id="11269" name="Rectangle 4"/>
          <p:cNvSpPr>
            <a:spLocks noChangeArrowheads="1"/>
          </p:cNvSpPr>
          <p:nvPr/>
        </p:nvSpPr>
        <p:spPr bwMode="auto">
          <a:xfrm>
            <a:off x="7715250" y="2324100"/>
            <a:ext cx="1695450" cy="2895600"/>
          </a:xfrm>
          <a:prstGeom prst="rect">
            <a:avLst/>
          </a:prstGeom>
          <a:solidFill>
            <a:schemeClr val="accent1"/>
          </a:solidFill>
          <a:ln w="9525">
            <a:solidFill>
              <a:schemeClr val="tx1"/>
            </a:solidFill>
            <a:miter lim="800000"/>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1270" name="Line 5"/>
          <p:cNvSpPr>
            <a:spLocks noChangeShapeType="1"/>
          </p:cNvSpPr>
          <p:nvPr/>
        </p:nvSpPr>
        <p:spPr bwMode="auto">
          <a:xfrm flipH="1" flipV="1">
            <a:off x="7410450" y="1905000"/>
            <a:ext cx="266700" cy="43815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271" name="Line 6"/>
          <p:cNvSpPr>
            <a:spLocks noChangeShapeType="1"/>
          </p:cNvSpPr>
          <p:nvPr/>
        </p:nvSpPr>
        <p:spPr bwMode="auto">
          <a:xfrm flipH="1" flipV="1">
            <a:off x="7181850" y="2343150"/>
            <a:ext cx="4953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272" name="Line 7"/>
          <p:cNvSpPr>
            <a:spLocks noChangeShapeType="1"/>
          </p:cNvSpPr>
          <p:nvPr/>
        </p:nvSpPr>
        <p:spPr bwMode="auto">
          <a:xfrm flipH="1">
            <a:off x="7448550" y="2343150"/>
            <a:ext cx="228600" cy="4572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Tree>
    <p:extLst>
      <p:ext uri="{BB962C8B-B14F-4D97-AF65-F5344CB8AC3E}">
        <p14:creationId xmlns:p14="http://schemas.microsoft.com/office/powerpoint/2010/main" val="11627850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8" name="Group 47"/>
          <p:cNvGrpSpPr/>
          <p:nvPr/>
        </p:nvGrpSpPr>
        <p:grpSpPr>
          <a:xfrm>
            <a:off x="5563281" y="2114583"/>
            <a:ext cx="2858080" cy="3126753"/>
            <a:chOff x="4104595" y="1788011"/>
            <a:chExt cx="2858080" cy="3126753"/>
          </a:xfrm>
        </p:grpSpPr>
        <p:sp>
          <p:nvSpPr>
            <p:cNvPr id="20" name="Freeform 19"/>
            <p:cNvSpPr/>
            <p:nvPr/>
          </p:nvSpPr>
          <p:spPr>
            <a:xfrm>
              <a:off x="4104595" y="2272529"/>
              <a:ext cx="2519362" cy="1895475"/>
            </a:xfrm>
            <a:custGeom>
              <a:avLst/>
              <a:gdLst>
                <a:gd name="connsiteX0" fmla="*/ 1947862 w 2519362"/>
                <a:gd name="connsiteY0" fmla="*/ 204787 h 1895475"/>
                <a:gd name="connsiteX1" fmla="*/ 1771650 w 2519362"/>
                <a:gd name="connsiteY1" fmla="*/ 109537 h 1895475"/>
                <a:gd name="connsiteX2" fmla="*/ 1714500 w 2519362"/>
                <a:gd name="connsiteY2" fmla="*/ 0 h 1895475"/>
                <a:gd name="connsiteX3" fmla="*/ 1647825 w 2519362"/>
                <a:gd name="connsiteY3" fmla="*/ 9525 h 1895475"/>
                <a:gd name="connsiteX4" fmla="*/ 1666875 w 2519362"/>
                <a:gd name="connsiteY4" fmla="*/ 80962 h 1895475"/>
                <a:gd name="connsiteX5" fmla="*/ 1576387 w 2519362"/>
                <a:gd name="connsiteY5" fmla="*/ 19050 h 1895475"/>
                <a:gd name="connsiteX6" fmla="*/ 1400175 w 2519362"/>
                <a:gd name="connsiteY6" fmla="*/ 76200 h 1895475"/>
                <a:gd name="connsiteX7" fmla="*/ 1104900 w 2519362"/>
                <a:gd name="connsiteY7" fmla="*/ 347662 h 1895475"/>
                <a:gd name="connsiteX8" fmla="*/ 828675 w 2519362"/>
                <a:gd name="connsiteY8" fmla="*/ 461962 h 1895475"/>
                <a:gd name="connsiteX9" fmla="*/ 319087 w 2519362"/>
                <a:gd name="connsiteY9" fmla="*/ 528637 h 1895475"/>
                <a:gd name="connsiteX10" fmla="*/ 0 w 2519362"/>
                <a:gd name="connsiteY10" fmla="*/ 652462 h 1895475"/>
                <a:gd name="connsiteX11" fmla="*/ 223837 w 2519362"/>
                <a:gd name="connsiteY11" fmla="*/ 938212 h 1895475"/>
                <a:gd name="connsiteX12" fmla="*/ 366712 w 2519362"/>
                <a:gd name="connsiteY12" fmla="*/ 1300162 h 1895475"/>
                <a:gd name="connsiteX13" fmla="*/ 661987 w 2519362"/>
                <a:gd name="connsiteY13" fmla="*/ 1543050 h 1895475"/>
                <a:gd name="connsiteX14" fmla="*/ 838200 w 2519362"/>
                <a:gd name="connsiteY14" fmla="*/ 1514475 h 1895475"/>
                <a:gd name="connsiteX15" fmla="*/ 976312 w 2519362"/>
                <a:gd name="connsiteY15" fmla="*/ 1509712 h 1895475"/>
                <a:gd name="connsiteX16" fmla="*/ 1066800 w 2519362"/>
                <a:gd name="connsiteY16" fmla="*/ 1576387 h 1895475"/>
                <a:gd name="connsiteX17" fmla="*/ 904875 w 2519362"/>
                <a:gd name="connsiteY17" fmla="*/ 1633537 h 1895475"/>
                <a:gd name="connsiteX18" fmla="*/ 885825 w 2519362"/>
                <a:gd name="connsiteY18" fmla="*/ 1733550 h 1895475"/>
                <a:gd name="connsiteX19" fmla="*/ 1100137 w 2519362"/>
                <a:gd name="connsiteY19" fmla="*/ 1790700 h 1895475"/>
                <a:gd name="connsiteX20" fmla="*/ 1319212 w 2519362"/>
                <a:gd name="connsiteY20" fmla="*/ 1785937 h 1895475"/>
                <a:gd name="connsiteX21" fmla="*/ 1495425 w 2519362"/>
                <a:gd name="connsiteY21" fmla="*/ 1833562 h 1895475"/>
                <a:gd name="connsiteX22" fmla="*/ 1619250 w 2519362"/>
                <a:gd name="connsiteY22" fmla="*/ 1895475 h 1895475"/>
                <a:gd name="connsiteX23" fmla="*/ 1814512 w 2519362"/>
                <a:gd name="connsiteY23" fmla="*/ 1695450 h 1895475"/>
                <a:gd name="connsiteX24" fmla="*/ 1995487 w 2519362"/>
                <a:gd name="connsiteY24" fmla="*/ 1495425 h 1895475"/>
                <a:gd name="connsiteX25" fmla="*/ 2233612 w 2519362"/>
                <a:gd name="connsiteY25" fmla="*/ 1223962 h 1895475"/>
                <a:gd name="connsiteX26" fmla="*/ 2395537 w 2519362"/>
                <a:gd name="connsiteY26" fmla="*/ 909637 h 1895475"/>
                <a:gd name="connsiteX27" fmla="*/ 2428875 w 2519362"/>
                <a:gd name="connsiteY27" fmla="*/ 628650 h 1895475"/>
                <a:gd name="connsiteX28" fmla="*/ 2519362 w 2519362"/>
                <a:gd name="connsiteY28" fmla="*/ 104775 h 1895475"/>
                <a:gd name="connsiteX29" fmla="*/ 2405062 w 2519362"/>
                <a:gd name="connsiteY29" fmla="*/ 47625 h 1895475"/>
                <a:gd name="connsiteX30" fmla="*/ 2343150 w 2519362"/>
                <a:gd name="connsiteY30" fmla="*/ 123825 h 1895475"/>
                <a:gd name="connsiteX31" fmla="*/ 2195512 w 2519362"/>
                <a:gd name="connsiteY31" fmla="*/ 214312 h 1895475"/>
                <a:gd name="connsiteX32" fmla="*/ 2143125 w 2519362"/>
                <a:gd name="connsiteY32" fmla="*/ 190500 h 1895475"/>
                <a:gd name="connsiteX33" fmla="*/ 2347912 w 2519362"/>
                <a:gd name="connsiteY33" fmla="*/ 61912 h 1895475"/>
                <a:gd name="connsiteX34" fmla="*/ 2338387 w 2519362"/>
                <a:gd name="connsiteY34" fmla="*/ 19050 h 1895475"/>
                <a:gd name="connsiteX35" fmla="*/ 2271712 w 2519362"/>
                <a:gd name="connsiteY35" fmla="*/ 23812 h 1895475"/>
                <a:gd name="connsiteX36" fmla="*/ 2162175 w 2519362"/>
                <a:gd name="connsiteY36" fmla="*/ 147637 h 1895475"/>
                <a:gd name="connsiteX37" fmla="*/ 2176462 w 2519362"/>
                <a:gd name="connsiteY37" fmla="*/ 28575 h 1895475"/>
                <a:gd name="connsiteX38" fmla="*/ 2028825 w 2519362"/>
                <a:gd name="connsiteY38" fmla="*/ 200025 h 1895475"/>
                <a:gd name="connsiteX39" fmla="*/ 1947862 w 2519362"/>
                <a:gd name="connsiteY39" fmla="*/ 204787 h 1895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19362" h="1895475">
                  <a:moveTo>
                    <a:pt x="1947862" y="204787"/>
                  </a:moveTo>
                  <a:lnTo>
                    <a:pt x="1771650" y="109537"/>
                  </a:lnTo>
                  <a:lnTo>
                    <a:pt x="1714500" y="0"/>
                  </a:lnTo>
                  <a:lnTo>
                    <a:pt x="1647825" y="9525"/>
                  </a:lnTo>
                  <a:lnTo>
                    <a:pt x="1666875" y="80962"/>
                  </a:lnTo>
                  <a:lnTo>
                    <a:pt x="1576387" y="19050"/>
                  </a:lnTo>
                  <a:lnTo>
                    <a:pt x="1400175" y="76200"/>
                  </a:lnTo>
                  <a:lnTo>
                    <a:pt x="1104900" y="347662"/>
                  </a:lnTo>
                  <a:lnTo>
                    <a:pt x="828675" y="461962"/>
                  </a:lnTo>
                  <a:lnTo>
                    <a:pt x="319087" y="528637"/>
                  </a:lnTo>
                  <a:lnTo>
                    <a:pt x="0" y="652462"/>
                  </a:lnTo>
                  <a:lnTo>
                    <a:pt x="223837" y="938212"/>
                  </a:lnTo>
                  <a:lnTo>
                    <a:pt x="366712" y="1300162"/>
                  </a:lnTo>
                  <a:lnTo>
                    <a:pt x="661987" y="1543050"/>
                  </a:lnTo>
                  <a:lnTo>
                    <a:pt x="838200" y="1514475"/>
                  </a:lnTo>
                  <a:lnTo>
                    <a:pt x="976312" y="1509712"/>
                  </a:lnTo>
                  <a:lnTo>
                    <a:pt x="1066800" y="1576387"/>
                  </a:lnTo>
                  <a:lnTo>
                    <a:pt x="904875" y="1633537"/>
                  </a:lnTo>
                  <a:lnTo>
                    <a:pt x="885825" y="1733550"/>
                  </a:lnTo>
                  <a:lnTo>
                    <a:pt x="1100137" y="1790700"/>
                  </a:lnTo>
                  <a:lnTo>
                    <a:pt x="1319212" y="1785937"/>
                  </a:lnTo>
                  <a:lnTo>
                    <a:pt x="1495425" y="1833562"/>
                  </a:lnTo>
                  <a:lnTo>
                    <a:pt x="1619250" y="1895475"/>
                  </a:lnTo>
                  <a:lnTo>
                    <a:pt x="1814512" y="1695450"/>
                  </a:lnTo>
                  <a:lnTo>
                    <a:pt x="1995487" y="1495425"/>
                  </a:lnTo>
                  <a:lnTo>
                    <a:pt x="2233612" y="1223962"/>
                  </a:lnTo>
                  <a:lnTo>
                    <a:pt x="2395537" y="909637"/>
                  </a:lnTo>
                  <a:lnTo>
                    <a:pt x="2428875" y="628650"/>
                  </a:lnTo>
                  <a:lnTo>
                    <a:pt x="2519362" y="104775"/>
                  </a:lnTo>
                  <a:lnTo>
                    <a:pt x="2405062" y="47625"/>
                  </a:lnTo>
                  <a:lnTo>
                    <a:pt x="2343150" y="123825"/>
                  </a:lnTo>
                  <a:lnTo>
                    <a:pt x="2195512" y="214312"/>
                  </a:lnTo>
                  <a:lnTo>
                    <a:pt x="2143125" y="190500"/>
                  </a:lnTo>
                  <a:lnTo>
                    <a:pt x="2347912" y="61912"/>
                  </a:lnTo>
                  <a:lnTo>
                    <a:pt x="2338387" y="19050"/>
                  </a:lnTo>
                  <a:lnTo>
                    <a:pt x="2271712" y="23812"/>
                  </a:lnTo>
                  <a:lnTo>
                    <a:pt x="2162175" y="147637"/>
                  </a:lnTo>
                  <a:lnTo>
                    <a:pt x="2176462" y="28575"/>
                  </a:lnTo>
                  <a:lnTo>
                    <a:pt x="2028825" y="200025"/>
                  </a:lnTo>
                  <a:lnTo>
                    <a:pt x="1947862" y="204787"/>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26"/>
            <p:cNvSpPr/>
            <p:nvPr/>
          </p:nvSpPr>
          <p:spPr>
            <a:xfrm>
              <a:off x="5071382" y="3272654"/>
              <a:ext cx="776289" cy="671512"/>
            </a:xfrm>
            <a:custGeom>
              <a:avLst/>
              <a:gdLst>
                <a:gd name="connsiteX0" fmla="*/ 752475 w 752475"/>
                <a:gd name="connsiteY0" fmla="*/ 0 h 466725"/>
                <a:gd name="connsiteX1" fmla="*/ 0 w 752475"/>
                <a:gd name="connsiteY1" fmla="*/ 466725 h 466725"/>
                <a:gd name="connsiteX2" fmla="*/ 366712 w 752475"/>
                <a:gd name="connsiteY2" fmla="*/ 442913 h 466725"/>
                <a:gd name="connsiteX3" fmla="*/ 752475 w 752475"/>
                <a:gd name="connsiteY3" fmla="*/ 0 h 466725"/>
                <a:gd name="connsiteX0" fmla="*/ 633413 w 633413"/>
                <a:gd name="connsiteY0" fmla="*/ 0 h 585787"/>
                <a:gd name="connsiteX1" fmla="*/ 0 w 633413"/>
                <a:gd name="connsiteY1" fmla="*/ 585787 h 585787"/>
                <a:gd name="connsiteX2" fmla="*/ 366712 w 633413"/>
                <a:gd name="connsiteY2" fmla="*/ 561975 h 585787"/>
                <a:gd name="connsiteX3" fmla="*/ 633413 w 633413"/>
                <a:gd name="connsiteY3" fmla="*/ 0 h 585787"/>
              </a:gdLst>
              <a:ahLst/>
              <a:cxnLst>
                <a:cxn ang="0">
                  <a:pos x="connsiteX0" y="connsiteY0"/>
                </a:cxn>
                <a:cxn ang="0">
                  <a:pos x="connsiteX1" y="connsiteY1"/>
                </a:cxn>
                <a:cxn ang="0">
                  <a:pos x="connsiteX2" y="connsiteY2"/>
                </a:cxn>
                <a:cxn ang="0">
                  <a:pos x="connsiteX3" y="connsiteY3"/>
                </a:cxn>
              </a:cxnLst>
              <a:rect l="l" t="t" r="r" b="b"/>
              <a:pathLst>
                <a:path w="633413" h="585787">
                  <a:moveTo>
                    <a:pt x="633413" y="0"/>
                  </a:moveTo>
                  <a:lnTo>
                    <a:pt x="0" y="585787"/>
                  </a:lnTo>
                  <a:lnTo>
                    <a:pt x="366712" y="561975"/>
                  </a:lnTo>
                  <a:lnTo>
                    <a:pt x="633413" y="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a:off x="4933270" y="2524941"/>
              <a:ext cx="752475" cy="466725"/>
            </a:xfrm>
            <a:custGeom>
              <a:avLst/>
              <a:gdLst>
                <a:gd name="connsiteX0" fmla="*/ 752475 w 752475"/>
                <a:gd name="connsiteY0" fmla="*/ 0 h 466725"/>
                <a:gd name="connsiteX1" fmla="*/ 0 w 752475"/>
                <a:gd name="connsiteY1" fmla="*/ 466725 h 466725"/>
                <a:gd name="connsiteX2" fmla="*/ 366712 w 752475"/>
                <a:gd name="connsiteY2" fmla="*/ 442913 h 466725"/>
                <a:gd name="connsiteX3" fmla="*/ 752475 w 752475"/>
                <a:gd name="connsiteY3" fmla="*/ 0 h 466725"/>
              </a:gdLst>
              <a:ahLst/>
              <a:cxnLst>
                <a:cxn ang="0">
                  <a:pos x="connsiteX0" y="connsiteY0"/>
                </a:cxn>
                <a:cxn ang="0">
                  <a:pos x="connsiteX1" y="connsiteY1"/>
                </a:cxn>
                <a:cxn ang="0">
                  <a:pos x="connsiteX2" y="connsiteY2"/>
                </a:cxn>
                <a:cxn ang="0">
                  <a:pos x="connsiteX3" y="connsiteY3"/>
                </a:cxn>
              </a:cxnLst>
              <a:rect l="l" t="t" r="r" b="b"/>
              <a:pathLst>
                <a:path w="752475" h="466725">
                  <a:moveTo>
                    <a:pt x="752475" y="0"/>
                  </a:moveTo>
                  <a:lnTo>
                    <a:pt x="0" y="466725"/>
                  </a:lnTo>
                  <a:lnTo>
                    <a:pt x="366712" y="442913"/>
                  </a:lnTo>
                  <a:lnTo>
                    <a:pt x="752475" y="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7"/>
            <p:cNvSpPr>
              <a:spLocks noChangeArrowheads="1"/>
            </p:cNvSpPr>
            <p:nvPr/>
          </p:nvSpPr>
          <p:spPr bwMode="auto">
            <a:xfrm rot="21294957" flipH="1">
              <a:off x="5679948" y="4667660"/>
              <a:ext cx="425780" cy="234923"/>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 name="Oval 11"/>
            <p:cNvSpPr>
              <a:spLocks noChangeArrowheads="1"/>
            </p:cNvSpPr>
            <p:nvPr/>
          </p:nvSpPr>
          <p:spPr bwMode="auto">
            <a:xfrm rot="21443586" flipH="1">
              <a:off x="5880280" y="1788011"/>
              <a:ext cx="436944" cy="513769"/>
            </a:xfrm>
            <a:prstGeom prst="ellipse">
              <a:avLst/>
            </a:prstGeom>
            <a:solidFill>
              <a:schemeClr val="tx2">
                <a:lumMod val="50000"/>
              </a:schemeClr>
            </a:solidFill>
            <a:ln w="9525" algn="ctr">
              <a:noFill/>
              <a:round/>
              <a:headEnd/>
              <a:tailEnd/>
            </a:ln>
          </p:spPr>
          <p:txBody>
            <a:bodyPr wrap="none" anchor="ctr"/>
            <a:lstStyle/>
            <a:p>
              <a:endParaRPr lang="en-US" dirty="0"/>
            </a:p>
          </p:txBody>
        </p:sp>
        <p:sp>
          <p:nvSpPr>
            <p:cNvPr id="9" name="Rectangle 15"/>
            <p:cNvSpPr>
              <a:spLocks noChangeArrowheads="1"/>
            </p:cNvSpPr>
            <p:nvPr/>
          </p:nvSpPr>
          <p:spPr bwMode="auto">
            <a:xfrm rot="20045024" flipH="1">
              <a:off x="6024868" y="3359660"/>
              <a:ext cx="297247" cy="689266"/>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0" name="Rectangle 17"/>
            <p:cNvSpPr>
              <a:spLocks noChangeArrowheads="1"/>
            </p:cNvSpPr>
            <p:nvPr/>
          </p:nvSpPr>
          <p:spPr bwMode="auto">
            <a:xfrm flipH="1">
              <a:off x="6364930" y="4695689"/>
              <a:ext cx="406400" cy="2190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 name="Rectangle 15"/>
            <p:cNvSpPr>
              <a:spLocks noChangeArrowheads="1"/>
            </p:cNvSpPr>
            <p:nvPr/>
          </p:nvSpPr>
          <p:spPr bwMode="auto">
            <a:xfrm rot="21060018" flipH="1">
              <a:off x="6271892" y="3994031"/>
              <a:ext cx="236538" cy="86959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3" name="Rectangle 15"/>
            <p:cNvSpPr>
              <a:spLocks noChangeArrowheads="1"/>
            </p:cNvSpPr>
            <p:nvPr/>
          </p:nvSpPr>
          <p:spPr bwMode="auto">
            <a:xfrm rot="631007" flipH="1">
              <a:off x="5673850" y="3420496"/>
              <a:ext cx="312890" cy="789782"/>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4" name="Rectangle 15"/>
            <p:cNvSpPr>
              <a:spLocks noChangeArrowheads="1"/>
            </p:cNvSpPr>
            <p:nvPr/>
          </p:nvSpPr>
          <p:spPr bwMode="auto">
            <a:xfrm rot="20081950" flipH="1">
              <a:off x="5784815" y="4111161"/>
              <a:ext cx="209037" cy="75494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5" name="Rectangle 14"/>
            <p:cNvSpPr>
              <a:spLocks noChangeArrowheads="1"/>
            </p:cNvSpPr>
            <p:nvPr/>
          </p:nvSpPr>
          <p:spPr bwMode="auto">
            <a:xfrm rot="19284302">
              <a:off x="6509584" y="2357901"/>
              <a:ext cx="252871" cy="70485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 name="Rectangle 7"/>
            <p:cNvSpPr>
              <a:spLocks noChangeArrowheads="1"/>
            </p:cNvSpPr>
            <p:nvPr/>
          </p:nvSpPr>
          <p:spPr bwMode="auto">
            <a:xfrm rot="10396229">
              <a:off x="6745333" y="2896432"/>
              <a:ext cx="217342" cy="41241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5" name="Rectangle 13"/>
            <p:cNvSpPr>
              <a:spLocks noChangeArrowheads="1"/>
            </p:cNvSpPr>
            <p:nvPr/>
          </p:nvSpPr>
          <p:spPr bwMode="auto">
            <a:xfrm rot="17370522">
              <a:off x="6684870" y="3276272"/>
              <a:ext cx="228184" cy="20963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7" name="Rectangle 14"/>
            <p:cNvSpPr>
              <a:spLocks noChangeArrowheads="1"/>
            </p:cNvSpPr>
            <p:nvPr/>
          </p:nvSpPr>
          <p:spPr bwMode="auto">
            <a:xfrm rot="1763045">
              <a:off x="5619946" y="2425667"/>
              <a:ext cx="252871" cy="53375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6" name="Freeform 15"/>
            <p:cNvSpPr/>
            <p:nvPr/>
          </p:nvSpPr>
          <p:spPr>
            <a:xfrm>
              <a:off x="5497559" y="2192655"/>
              <a:ext cx="1204912" cy="1252538"/>
            </a:xfrm>
            <a:custGeom>
              <a:avLst/>
              <a:gdLst>
                <a:gd name="connsiteX0" fmla="*/ 700087 w 1204912"/>
                <a:gd name="connsiteY0" fmla="*/ 0 h 1252538"/>
                <a:gd name="connsiteX1" fmla="*/ 1204912 w 1204912"/>
                <a:gd name="connsiteY1" fmla="*/ 366713 h 1252538"/>
                <a:gd name="connsiteX2" fmla="*/ 685800 w 1204912"/>
                <a:gd name="connsiteY2" fmla="*/ 804863 h 1252538"/>
                <a:gd name="connsiteX3" fmla="*/ 719137 w 1204912"/>
                <a:gd name="connsiteY3" fmla="*/ 1228725 h 1252538"/>
                <a:gd name="connsiteX4" fmla="*/ 238125 w 1204912"/>
                <a:gd name="connsiteY4" fmla="*/ 1252538 h 1252538"/>
                <a:gd name="connsiteX5" fmla="*/ 214312 w 1204912"/>
                <a:gd name="connsiteY5" fmla="*/ 904875 h 1252538"/>
                <a:gd name="connsiteX6" fmla="*/ 0 w 1204912"/>
                <a:gd name="connsiteY6" fmla="*/ 414338 h 1252538"/>
                <a:gd name="connsiteX7" fmla="*/ 204787 w 1204912"/>
                <a:gd name="connsiteY7" fmla="*/ 238125 h 1252538"/>
                <a:gd name="connsiteX8" fmla="*/ 500062 w 1204912"/>
                <a:gd name="connsiteY8" fmla="*/ 109538 h 1252538"/>
                <a:gd name="connsiteX9" fmla="*/ 481012 w 1204912"/>
                <a:gd name="connsiteY9" fmla="*/ 19050 h 1252538"/>
                <a:gd name="connsiteX10" fmla="*/ 762000 w 1204912"/>
                <a:gd name="connsiteY10" fmla="*/ 28575 h 1252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04912" h="1252538">
                  <a:moveTo>
                    <a:pt x="700087" y="0"/>
                  </a:moveTo>
                  <a:lnTo>
                    <a:pt x="1204912" y="366713"/>
                  </a:lnTo>
                  <a:lnTo>
                    <a:pt x="685800" y="804863"/>
                  </a:lnTo>
                  <a:lnTo>
                    <a:pt x="719137" y="1228725"/>
                  </a:lnTo>
                  <a:lnTo>
                    <a:pt x="238125" y="1252538"/>
                  </a:lnTo>
                  <a:lnTo>
                    <a:pt x="214312" y="904875"/>
                  </a:lnTo>
                  <a:lnTo>
                    <a:pt x="0" y="414338"/>
                  </a:lnTo>
                  <a:lnTo>
                    <a:pt x="204787" y="238125"/>
                  </a:lnTo>
                  <a:lnTo>
                    <a:pt x="500062" y="109538"/>
                  </a:lnTo>
                  <a:lnTo>
                    <a:pt x="481012" y="19050"/>
                  </a:lnTo>
                  <a:lnTo>
                    <a:pt x="762000" y="28575"/>
                  </a:lnTo>
                </a:path>
              </a:pathLst>
            </a:cu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0"/>
            <p:cNvSpPr/>
            <p:nvPr/>
          </p:nvSpPr>
          <p:spPr>
            <a:xfrm>
              <a:off x="5776232" y="2291579"/>
              <a:ext cx="252413" cy="219075"/>
            </a:xfrm>
            <a:custGeom>
              <a:avLst/>
              <a:gdLst>
                <a:gd name="connsiteX0" fmla="*/ 33338 w 252413"/>
                <a:gd name="connsiteY0" fmla="*/ 0 h 219075"/>
                <a:gd name="connsiteX1" fmla="*/ 252413 w 252413"/>
                <a:gd name="connsiteY1" fmla="*/ 219075 h 219075"/>
                <a:gd name="connsiteX2" fmla="*/ 47625 w 252413"/>
                <a:gd name="connsiteY2" fmla="*/ 128587 h 219075"/>
                <a:gd name="connsiteX3" fmla="*/ 0 w 252413"/>
                <a:gd name="connsiteY3" fmla="*/ 47625 h 219075"/>
                <a:gd name="connsiteX4" fmla="*/ 33338 w 252413"/>
                <a:gd name="connsiteY4" fmla="*/ 0 h 21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2413" h="219075">
                  <a:moveTo>
                    <a:pt x="33338" y="0"/>
                  </a:moveTo>
                  <a:lnTo>
                    <a:pt x="252413" y="219075"/>
                  </a:lnTo>
                  <a:lnTo>
                    <a:pt x="47625" y="128587"/>
                  </a:lnTo>
                  <a:lnTo>
                    <a:pt x="0" y="47625"/>
                  </a:lnTo>
                  <a:lnTo>
                    <a:pt x="33338"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p:cNvSpPr/>
            <p:nvPr/>
          </p:nvSpPr>
          <p:spPr>
            <a:xfrm>
              <a:off x="5538107" y="2296341"/>
              <a:ext cx="495300" cy="242888"/>
            </a:xfrm>
            <a:custGeom>
              <a:avLst/>
              <a:gdLst>
                <a:gd name="connsiteX0" fmla="*/ 133350 w 495300"/>
                <a:gd name="connsiteY0" fmla="*/ 0 h 242888"/>
                <a:gd name="connsiteX1" fmla="*/ 295275 w 495300"/>
                <a:gd name="connsiteY1" fmla="*/ 90488 h 242888"/>
                <a:gd name="connsiteX2" fmla="*/ 495300 w 495300"/>
                <a:gd name="connsiteY2" fmla="*/ 242888 h 242888"/>
                <a:gd name="connsiteX3" fmla="*/ 304800 w 495300"/>
                <a:gd name="connsiteY3" fmla="*/ 219075 h 242888"/>
                <a:gd name="connsiteX4" fmla="*/ 161925 w 495300"/>
                <a:gd name="connsiteY4" fmla="*/ 133350 h 242888"/>
                <a:gd name="connsiteX5" fmla="*/ 100013 w 495300"/>
                <a:gd name="connsiteY5" fmla="*/ 47625 h 242888"/>
                <a:gd name="connsiteX6" fmla="*/ 0 w 495300"/>
                <a:gd name="connsiteY6" fmla="*/ 52388 h 242888"/>
                <a:gd name="connsiteX7" fmla="*/ 133350 w 495300"/>
                <a:gd name="connsiteY7" fmla="*/ 0 h 242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95300" h="242888">
                  <a:moveTo>
                    <a:pt x="133350" y="0"/>
                  </a:moveTo>
                  <a:lnTo>
                    <a:pt x="295275" y="90488"/>
                  </a:lnTo>
                  <a:lnTo>
                    <a:pt x="495300" y="242888"/>
                  </a:lnTo>
                  <a:lnTo>
                    <a:pt x="304800" y="219075"/>
                  </a:lnTo>
                  <a:lnTo>
                    <a:pt x="161925" y="133350"/>
                  </a:lnTo>
                  <a:lnTo>
                    <a:pt x="100013" y="47625"/>
                  </a:lnTo>
                  <a:lnTo>
                    <a:pt x="0" y="52388"/>
                  </a:lnTo>
                  <a:lnTo>
                    <a:pt x="13335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22"/>
            <p:cNvSpPr/>
            <p:nvPr/>
          </p:nvSpPr>
          <p:spPr>
            <a:xfrm>
              <a:off x="6214382" y="2296341"/>
              <a:ext cx="266700" cy="214313"/>
            </a:xfrm>
            <a:custGeom>
              <a:avLst/>
              <a:gdLst>
                <a:gd name="connsiteX0" fmla="*/ 176213 w 266700"/>
                <a:gd name="connsiteY0" fmla="*/ 0 h 214313"/>
                <a:gd name="connsiteX1" fmla="*/ 0 w 266700"/>
                <a:gd name="connsiteY1" fmla="*/ 214313 h 214313"/>
                <a:gd name="connsiteX2" fmla="*/ 228600 w 266700"/>
                <a:gd name="connsiteY2" fmla="*/ 90488 h 214313"/>
                <a:gd name="connsiteX3" fmla="*/ 266700 w 266700"/>
                <a:gd name="connsiteY3" fmla="*/ 19050 h 214313"/>
                <a:gd name="connsiteX4" fmla="*/ 176213 w 266700"/>
                <a:gd name="connsiteY4" fmla="*/ 0 h 2143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6700" h="214313">
                  <a:moveTo>
                    <a:pt x="176213" y="0"/>
                  </a:moveTo>
                  <a:lnTo>
                    <a:pt x="0" y="214313"/>
                  </a:lnTo>
                  <a:lnTo>
                    <a:pt x="228600" y="90488"/>
                  </a:lnTo>
                  <a:lnTo>
                    <a:pt x="266700" y="19050"/>
                  </a:lnTo>
                  <a:lnTo>
                    <a:pt x="176213"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p:cNvSpPr/>
            <p:nvPr/>
          </p:nvSpPr>
          <p:spPr>
            <a:xfrm>
              <a:off x="6252482" y="2324916"/>
              <a:ext cx="361950" cy="185738"/>
            </a:xfrm>
            <a:custGeom>
              <a:avLst/>
              <a:gdLst>
                <a:gd name="connsiteX0" fmla="*/ 257175 w 361950"/>
                <a:gd name="connsiteY0" fmla="*/ 0 h 185738"/>
                <a:gd name="connsiteX1" fmla="*/ 0 w 361950"/>
                <a:gd name="connsiteY1" fmla="*/ 185738 h 185738"/>
                <a:gd name="connsiteX2" fmla="*/ 309563 w 361950"/>
                <a:gd name="connsiteY2" fmla="*/ 152400 h 185738"/>
                <a:gd name="connsiteX3" fmla="*/ 361950 w 361950"/>
                <a:gd name="connsiteY3" fmla="*/ 66675 h 185738"/>
                <a:gd name="connsiteX4" fmla="*/ 300038 w 361950"/>
                <a:gd name="connsiteY4" fmla="*/ 28575 h 185738"/>
                <a:gd name="connsiteX5" fmla="*/ 257175 w 361950"/>
                <a:gd name="connsiteY5" fmla="*/ 0 h 185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1950" h="185738">
                  <a:moveTo>
                    <a:pt x="257175" y="0"/>
                  </a:moveTo>
                  <a:lnTo>
                    <a:pt x="0" y="185738"/>
                  </a:lnTo>
                  <a:lnTo>
                    <a:pt x="309563" y="152400"/>
                  </a:lnTo>
                  <a:lnTo>
                    <a:pt x="361950" y="66675"/>
                  </a:lnTo>
                  <a:lnTo>
                    <a:pt x="300038" y="28575"/>
                  </a:lnTo>
                  <a:lnTo>
                    <a:pt x="257175"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a:spLocks noChangeArrowheads="1"/>
            </p:cNvSpPr>
            <p:nvPr/>
          </p:nvSpPr>
          <p:spPr bwMode="auto">
            <a:xfrm rot="12691974">
              <a:off x="5407072" y="2829756"/>
              <a:ext cx="217342" cy="41241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9" name="Rectangle 13"/>
            <p:cNvSpPr>
              <a:spLocks noChangeArrowheads="1"/>
            </p:cNvSpPr>
            <p:nvPr/>
          </p:nvSpPr>
          <p:spPr bwMode="auto">
            <a:xfrm rot="17370522">
              <a:off x="5208495" y="3185786"/>
              <a:ext cx="228184" cy="209639"/>
            </a:xfrm>
            <a:prstGeom prst="rect">
              <a:avLst/>
            </a:prstGeom>
            <a:solidFill>
              <a:schemeClr val="tx2">
                <a:lumMod val="50000"/>
              </a:schemeClr>
            </a:solidFill>
            <a:ln w="9525" algn="ctr">
              <a:noFill/>
              <a:miter lim="800000"/>
              <a:headEnd/>
              <a:tailEnd/>
            </a:ln>
          </p:spPr>
          <p:txBody>
            <a:bodyPr wrap="none" anchor="ctr"/>
            <a:lstStyle/>
            <a:p>
              <a:endParaRPr lang="en-US" dirty="0"/>
            </a:p>
          </p:txBody>
        </p:sp>
      </p:grpSp>
      <p:grpSp>
        <p:nvGrpSpPr>
          <p:cNvPr id="26" name="Group 25"/>
          <p:cNvGrpSpPr/>
          <p:nvPr/>
        </p:nvGrpSpPr>
        <p:grpSpPr>
          <a:xfrm>
            <a:off x="3810800" y="2361343"/>
            <a:ext cx="1052836" cy="2876952"/>
            <a:chOff x="1271541" y="2207348"/>
            <a:chExt cx="1216138" cy="3815140"/>
          </a:xfrm>
          <a:solidFill>
            <a:schemeClr val="tx2">
              <a:lumMod val="50000"/>
            </a:schemeClr>
          </a:solidFill>
        </p:grpSpPr>
        <p:sp>
          <p:nvSpPr>
            <p:cNvPr id="29" name="Oval 12"/>
            <p:cNvSpPr>
              <a:spLocks noChangeArrowheads="1"/>
            </p:cNvSpPr>
            <p:nvPr/>
          </p:nvSpPr>
          <p:spPr bwMode="auto">
            <a:xfrm flipH="1">
              <a:off x="1681044" y="2865611"/>
              <a:ext cx="420688" cy="1400456"/>
            </a:xfrm>
            <a:prstGeom prst="ellipse">
              <a:avLst/>
            </a:prstGeom>
            <a:grpFill/>
            <a:ln w="9525" algn="ctr">
              <a:noFill/>
              <a:round/>
              <a:headEnd/>
              <a:tailEnd/>
            </a:ln>
          </p:spPr>
          <p:txBody>
            <a:bodyPr wrap="none" anchor="ctr"/>
            <a:lstStyle/>
            <a:p>
              <a:endParaRPr lang="en-US" dirty="0"/>
            </a:p>
          </p:txBody>
        </p:sp>
        <p:sp>
          <p:nvSpPr>
            <p:cNvPr id="30" name="Rectangle 14"/>
            <p:cNvSpPr>
              <a:spLocks noChangeArrowheads="1"/>
            </p:cNvSpPr>
            <p:nvPr/>
          </p:nvSpPr>
          <p:spPr bwMode="auto">
            <a:xfrm rot="425131" flipH="1">
              <a:off x="2264942" y="3441499"/>
              <a:ext cx="169239" cy="704850"/>
            </a:xfrm>
            <a:prstGeom prst="rect">
              <a:avLst/>
            </a:prstGeom>
            <a:grpFill/>
            <a:ln w="9525" algn="ctr">
              <a:noFill/>
              <a:miter lim="800000"/>
              <a:headEnd/>
              <a:tailEnd/>
            </a:ln>
          </p:spPr>
          <p:txBody>
            <a:bodyPr wrap="none" anchor="ctr"/>
            <a:lstStyle/>
            <a:p>
              <a:endParaRPr lang="en-US" dirty="0"/>
            </a:p>
          </p:txBody>
        </p:sp>
        <p:sp>
          <p:nvSpPr>
            <p:cNvPr id="31" name="Rectangle 17"/>
            <p:cNvSpPr>
              <a:spLocks noChangeArrowheads="1"/>
            </p:cNvSpPr>
            <p:nvPr/>
          </p:nvSpPr>
          <p:spPr bwMode="auto">
            <a:xfrm flipH="1">
              <a:off x="1271541" y="5760992"/>
              <a:ext cx="448907" cy="205387"/>
            </a:xfrm>
            <a:prstGeom prst="rect">
              <a:avLst/>
            </a:prstGeom>
            <a:grpFill/>
            <a:ln w="9525" algn="ctr">
              <a:noFill/>
              <a:miter lim="800000"/>
              <a:headEnd/>
              <a:tailEnd/>
            </a:ln>
          </p:spPr>
          <p:txBody>
            <a:bodyPr wrap="none" anchor="ctr"/>
            <a:lstStyle/>
            <a:p>
              <a:endParaRPr lang="en-US" dirty="0"/>
            </a:p>
          </p:txBody>
        </p:sp>
        <p:sp>
          <p:nvSpPr>
            <p:cNvPr id="32" name="Oval 11"/>
            <p:cNvSpPr>
              <a:spLocks noChangeArrowheads="1"/>
            </p:cNvSpPr>
            <p:nvPr/>
          </p:nvSpPr>
          <p:spPr bwMode="auto">
            <a:xfrm flipH="1">
              <a:off x="1628646" y="2207348"/>
              <a:ext cx="496888" cy="692150"/>
            </a:xfrm>
            <a:prstGeom prst="ellipse">
              <a:avLst/>
            </a:prstGeom>
            <a:grpFill/>
            <a:ln w="9525" algn="ctr">
              <a:solidFill>
                <a:schemeClr val="bg1"/>
              </a:solidFill>
              <a:round/>
              <a:headEnd/>
              <a:tailEnd/>
            </a:ln>
          </p:spPr>
          <p:txBody>
            <a:bodyPr wrap="none" anchor="ctr"/>
            <a:lstStyle/>
            <a:p>
              <a:endParaRPr lang="en-US" dirty="0"/>
            </a:p>
          </p:txBody>
        </p:sp>
        <p:sp>
          <p:nvSpPr>
            <p:cNvPr id="33" name="Rectangle 32"/>
            <p:cNvSpPr>
              <a:spLocks noChangeArrowheads="1"/>
            </p:cNvSpPr>
            <p:nvPr/>
          </p:nvSpPr>
          <p:spPr bwMode="auto">
            <a:xfrm rot="8649417" flipH="1">
              <a:off x="2100794" y="2904963"/>
              <a:ext cx="183140" cy="701857"/>
            </a:xfrm>
            <a:prstGeom prst="rect">
              <a:avLst/>
            </a:prstGeom>
            <a:grpFill/>
            <a:ln w="9525" algn="ctr">
              <a:noFill/>
              <a:miter lim="800000"/>
              <a:headEnd/>
              <a:tailEnd/>
            </a:ln>
          </p:spPr>
          <p:txBody>
            <a:bodyPr wrap="none" anchor="ctr"/>
            <a:lstStyle/>
            <a:p>
              <a:endParaRPr lang="en-US" dirty="0"/>
            </a:p>
          </p:txBody>
        </p:sp>
        <p:sp>
          <p:nvSpPr>
            <p:cNvPr id="34" name="Rectangle 15"/>
            <p:cNvSpPr>
              <a:spLocks noChangeArrowheads="1"/>
            </p:cNvSpPr>
            <p:nvPr/>
          </p:nvSpPr>
          <p:spPr bwMode="auto">
            <a:xfrm rot="20522501" flipH="1">
              <a:off x="1956616" y="3998171"/>
              <a:ext cx="239713" cy="1019175"/>
            </a:xfrm>
            <a:prstGeom prst="rect">
              <a:avLst/>
            </a:prstGeom>
            <a:grpFill/>
            <a:ln w="9525" algn="ctr">
              <a:noFill/>
              <a:miter lim="800000"/>
              <a:headEnd/>
              <a:tailEnd/>
            </a:ln>
          </p:spPr>
          <p:txBody>
            <a:bodyPr wrap="none" anchor="ctr"/>
            <a:lstStyle/>
            <a:p>
              <a:endParaRPr lang="en-US" dirty="0"/>
            </a:p>
          </p:txBody>
        </p:sp>
        <p:sp>
          <p:nvSpPr>
            <p:cNvPr id="36" name="Rectangle 15"/>
            <p:cNvSpPr>
              <a:spLocks noChangeArrowheads="1"/>
            </p:cNvSpPr>
            <p:nvPr/>
          </p:nvSpPr>
          <p:spPr bwMode="auto">
            <a:xfrm flipH="1">
              <a:off x="2108045" y="4871561"/>
              <a:ext cx="236538" cy="1150927"/>
            </a:xfrm>
            <a:prstGeom prst="rect">
              <a:avLst/>
            </a:prstGeom>
            <a:grpFill/>
            <a:ln w="9525" algn="ctr">
              <a:noFill/>
              <a:miter lim="800000"/>
              <a:headEnd/>
              <a:tailEnd/>
            </a:ln>
          </p:spPr>
          <p:txBody>
            <a:bodyPr wrap="none" anchor="ctr"/>
            <a:lstStyle/>
            <a:p>
              <a:endParaRPr lang="en-US" dirty="0"/>
            </a:p>
          </p:txBody>
        </p:sp>
        <p:sp>
          <p:nvSpPr>
            <p:cNvPr id="37" name="Rectangle 36"/>
            <p:cNvSpPr>
              <a:spLocks noChangeArrowheads="1"/>
            </p:cNvSpPr>
            <p:nvPr/>
          </p:nvSpPr>
          <p:spPr bwMode="auto">
            <a:xfrm rot="335058" flipH="1">
              <a:off x="2127532" y="5806095"/>
              <a:ext cx="360147" cy="192590"/>
            </a:xfrm>
            <a:prstGeom prst="rect">
              <a:avLst/>
            </a:prstGeom>
            <a:grpFill/>
            <a:ln w="9525" algn="ctr">
              <a:noFill/>
              <a:miter lim="800000"/>
              <a:headEnd/>
              <a:tailEnd/>
            </a:ln>
          </p:spPr>
          <p:txBody>
            <a:bodyPr wrap="none" anchor="ctr"/>
            <a:lstStyle/>
            <a:p>
              <a:endParaRPr lang="en-US" dirty="0"/>
            </a:p>
          </p:txBody>
        </p:sp>
        <p:sp>
          <p:nvSpPr>
            <p:cNvPr id="38" name="Rectangle 15"/>
            <p:cNvSpPr>
              <a:spLocks noChangeArrowheads="1"/>
            </p:cNvSpPr>
            <p:nvPr/>
          </p:nvSpPr>
          <p:spPr bwMode="auto">
            <a:xfrm rot="631007" flipH="1">
              <a:off x="1551643" y="3961764"/>
              <a:ext cx="241300" cy="1019175"/>
            </a:xfrm>
            <a:prstGeom prst="rect">
              <a:avLst/>
            </a:prstGeom>
            <a:grpFill/>
            <a:ln w="9525" algn="ctr">
              <a:noFill/>
              <a:miter lim="800000"/>
              <a:headEnd/>
              <a:tailEnd/>
            </a:ln>
          </p:spPr>
          <p:txBody>
            <a:bodyPr wrap="none" anchor="ctr"/>
            <a:lstStyle/>
            <a:p>
              <a:endParaRPr lang="en-US" dirty="0"/>
            </a:p>
          </p:txBody>
        </p:sp>
        <p:sp>
          <p:nvSpPr>
            <p:cNvPr id="39" name="Rectangle 15"/>
            <p:cNvSpPr>
              <a:spLocks noChangeArrowheads="1"/>
            </p:cNvSpPr>
            <p:nvPr/>
          </p:nvSpPr>
          <p:spPr bwMode="auto">
            <a:xfrm flipH="1">
              <a:off x="1504795" y="4791106"/>
              <a:ext cx="209037" cy="1189088"/>
            </a:xfrm>
            <a:prstGeom prst="rect">
              <a:avLst/>
            </a:prstGeom>
            <a:grpFill/>
            <a:ln w="9525" algn="ctr">
              <a:noFill/>
              <a:miter lim="800000"/>
              <a:headEnd/>
              <a:tailEnd/>
            </a:ln>
          </p:spPr>
          <p:txBody>
            <a:bodyPr wrap="none" anchor="ctr"/>
            <a:lstStyle/>
            <a:p>
              <a:endParaRPr lang="en-US" dirty="0"/>
            </a:p>
          </p:txBody>
        </p:sp>
        <p:sp>
          <p:nvSpPr>
            <p:cNvPr id="40" name="Rectangle 13"/>
            <p:cNvSpPr>
              <a:spLocks noChangeArrowheads="1"/>
            </p:cNvSpPr>
            <p:nvPr/>
          </p:nvSpPr>
          <p:spPr bwMode="auto">
            <a:xfrm rot="1962196" flipH="1">
              <a:off x="2234737" y="4029462"/>
              <a:ext cx="151969" cy="300064"/>
            </a:xfrm>
            <a:prstGeom prst="rect">
              <a:avLst/>
            </a:prstGeom>
            <a:grpFill/>
            <a:ln w="9525" algn="ctr">
              <a:noFill/>
              <a:miter lim="800000"/>
              <a:headEnd/>
              <a:tailEnd/>
            </a:ln>
          </p:spPr>
          <p:txBody>
            <a:bodyPr wrap="none" anchor="ctr"/>
            <a:lstStyle/>
            <a:p>
              <a:endParaRPr lang="en-US" dirty="0"/>
            </a:p>
          </p:txBody>
        </p:sp>
        <p:sp>
          <p:nvSpPr>
            <p:cNvPr id="41" name="Rectangle 14"/>
            <p:cNvSpPr>
              <a:spLocks noChangeArrowheads="1"/>
            </p:cNvSpPr>
            <p:nvPr/>
          </p:nvSpPr>
          <p:spPr bwMode="auto">
            <a:xfrm flipH="1">
              <a:off x="1335946" y="3519047"/>
              <a:ext cx="169239" cy="704850"/>
            </a:xfrm>
            <a:prstGeom prst="rect">
              <a:avLst/>
            </a:prstGeom>
            <a:grpFill/>
            <a:ln w="9525" algn="ctr">
              <a:noFill/>
              <a:miter lim="800000"/>
              <a:headEnd/>
              <a:tailEnd/>
            </a:ln>
          </p:spPr>
          <p:txBody>
            <a:bodyPr wrap="none" anchor="ctr"/>
            <a:lstStyle/>
            <a:p>
              <a:endParaRPr lang="en-US" dirty="0"/>
            </a:p>
          </p:txBody>
        </p:sp>
        <p:sp>
          <p:nvSpPr>
            <p:cNvPr id="42" name="Rectangle 41"/>
            <p:cNvSpPr>
              <a:spLocks noChangeArrowheads="1"/>
            </p:cNvSpPr>
            <p:nvPr/>
          </p:nvSpPr>
          <p:spPr bwMode="auto">
            <a:xfrm rot="13003574" flipH="1">
              <a:off x="1543583" y="2933538"/>
              <a:ext cx="183140" cy="701857"/>
            </a:xfrm>
            <a:prstGeom prst="rect">
              <a:avLst/>
            </a:prstGeom>
            <a:grpFill/>
            <a:ln w="9525" algn="ctr">
              <a:noFill/>
              <a:miter lim="800000"/>
              <a:headEnd/>
              <a:tailEnd/>
            </a:ln>
          </p:spPr>
          <p:txBody>
            <a:bodyPr wrap="none" anchor="ctr"/>
            <a:lstStyle/>
            <a:p>
              <a:endParaRPr lang="en-US" dirty="0"/>
            </a:p>
          </p:txBody>
        </p:sp>
        <p:sp>
          <p:nvSpPr>
            <p:cNvPr id="43" name="Rectangle 13"/>
            <p:cNvSpPr>
              <a:spLocks noChangeArrowheads="1"/>
            </p:cNvSpPr>
            <p:nvPr/>
          </p:nvSpPr>
          <p:spPr bwMode="auto">
            <a:xfrm rot="9973782" flipH="1">
              <a:off x="1337532" y="4073113"/>
              <a:ext cx="143915" cy="300064"/>
            </a:xfrm>
            <a:prstGeom prst="rect">
              <a:avLst/>
            </a:prstGeom>
            <a:grpFill/>
            <a:ln w="9525" algn="ctr">
              <a:noFill/>
              <a:miter lim="800000"/>
              <a:headEnd/>
              <a:tailEnd/>
            </a:ln>
          </p:spPr>
          <p:txBody>
            <a:bodyPr wrap="none" anchor="ctr"/>
            <a:lstStyle/>
            <a:p>
              <a:endParaRPr lang="en-US" dirty="0"/>
            </a:p>
          </p:txBody>
        </p:sp>
      </p:grpSp>
      <p:sp>
        <p:nvSpPr>
          <p:cNvPr id="44" name="TextBox 43"/>
          <p:cNvSpPr txBox="1"/>
          <p:nvPr/>
        </p:nvSpPr>
        <p:spPr>
          <a:xfrm>
            <a:off x="3555674" y="5353594"/>
            <a:ext cx="1664558" cy="369332"/>
          </a:xfrm>
          <a:prstGeom prst="rect">
            <a:avLst/>
          </a:prstGeom>
          <a:noFill/>
        </p:spPr>
        <p:txBody>
          <a:bodyPr wrap="none" rtlCol="0">
            <a:spAutoFit/>
          </a:bodyPr>
          <a:lstStyle/>
          <a:p>
            <a:r>
              <a:rPr lang="en-US" dirty="0"/>
              <a:t>Normal Person</a:t>
            </a:r>
          </a:p>
        </p:txBody>
      </p:sp>
      <p:sp>
        <p:nvSpPr>
          <p:cNvPr id="46" name="TextBox 45"/>
          <p:cNvSpPr txBox="1"/>
          <p:nvPr/>
        </p:nvSpPr>
        <p:spPr>
          <a:xfrm>
            <a:off x="7035239" y="5361878"/>
            <a:ext cx="1504258" cy="369332"/>
          </a:xfrm>
          <a:prstGeom prst="rect">
            <a:avLst/>
          </a:prstGeom>
          <a:noFill/>
        </p:spPr>
        <p:txBody>
          <a:bodyPr wrap="none" rtlCol="0">
            <a:spAutoFit/>
          </a:bodyPr>
          <a:lstStyle/>
          <a:p>
            <a:r>
              <a:rPr lang="en-US" dirty="0"/>
              <a:t>Super Person</a:t>
            </a:r>
          </a:p>
        </p:txBody>
      </p:sp>
      <p:sp>
        <p:nvSpPr>
          <p:cNvPr id="2" name="Oval 1">
            <a:extLst>
              <a:ext uri="{FF2B5EF4-FFF2-40B4-BE49-F238E27FC236}">
                <a16:creationId xmlns:a16="http://schemas.microsoft.com/office/drawing/2014/main" id="{40D22681-D497-06DB-4047-66D7DC37CF7B}"/>
              </a:ext>
            </a:extLst>
          </p:cNvPr>
          <p:cNvSpPr/>
          <p:nvPr/>
        </p:nvSpPr>
        <p:spPr>
          <a:xfrm>
            <a:off x="4012361" y="3186740"/>
            <a:ext cx="650233" cy="83864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47198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18971" y="217715"/>
            <a:ext cx="5646058" cy="306251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p:cNvGrpSpPr/>
          <p:nvPr/>
        </p:nvGrpSpPr>
        <p:grpSpPr>
          <a:xfrm>
            <a:off x="3140892" y="1071156"/>
            <a:ext cx="5238206" cy="5786845"/>
            <a:chOff x="1616892" y="1071155"/>
            <a:chExt cx="5238206" cy="5786845"/>
          </a:xfrm>
        </p:grpSpPr>
        <p:pic>
          <p:nvPicPr>
            <p:cNvPr id="2055"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58" t="16605" r="-558" b="25816"/>
            <a:stretch/>
          </p:blipFill>
          <p:spPr bwMode="auto">
            <a:xfrm flipH="1">
              <a:off x="2500718" y="1319348"/>
              <a:ext cx="2342697" cy="470263"/>
            </a:xfrm>
            <a:prstGeom prst="rect">
              <a:avLst/>
            </a:prstGeom>
            <a:solidFill>
              <a:schemeClr val="bg1">
                <a:alpha val="79000"/>
              </a:schemeClr>
            </a:solidFill>
            <a:ln>
              <a:noFill/>
            </a:ln>
            <a:effectLst/>
          </p:spPr>
        </p:pic>
        <p:sp>
          <p:nvSpPr>
            <p:cNvPr id="128" name="Rectangle 127"/>
            <p:cNvSpPr/>
            <p:nvPr/>
          </p:nvSpPr>
          <p:spPr>
            <a:xfrm rot="18892869">
              <a:off x="2766288" y="1649564"/>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Rectangle 135"/>
            <p:cNvSpPr/>
            <p:nvPr/>
          </p:nvSpPr>
          <p:spPr>
            <a:xfrm>
              <a:off x="2795547" y="1487638"/>
              <a:ext cx="1943368" cy="66842"/>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tangle 128"/>
            <p:cNvSpPr/>
            <p:nvPr/>
          </p:nvSpPr>
          <p:spPr>
            <a:xfrm rot="13593565">
              <a:off x="2790099" y="1659089"/>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129"/>
            <p:cNvSpPr/>
            <p:nvPr/>
          </p:nvSpPr>
          <p:spPr>
            <a:xfrm rot="18892869">
              <a:off x="3504476" y="1640039"/>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Rectangle 130"/>
            <p:cNvSpPr/>
            <p:nvPr/>
          </p:nvSpPr>
          <p:spPr>
            <a:xfrm rot="13593565">
              <a:off x="3528287" y="1649564"/>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ectangle 131"/>
            <p:cNvSpPr/>
            <p:nvPr/>
          </p:nvSpPr>
          <p:spPr>
            <a:xfrm rot="18892869">
              <a:off x="4299813" y="1644801"/>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p:cNvSpPr/>
            <p:nvPr/>
          </p:nvSpPr>
          <p:spPr>
            <a:xfrm rot="13593565">
              <a:off x="4323624" y="1654326"/>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2557418" y="1815737"/>
              <a:ext cx="2534194" cy="491163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1616892" y="6740434"/>
              <a:ext cx="5238206" cy="117566"/>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1330" y="6254903"/>
              <a:ext cx="438785" cy="4771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Freeform 5"/>
            <p:cNvSpPr/>
            <p:nvPr/>
          </p:nvSpPr>
          <p:spPr>
            <a:xfrm>
              <a:off x="4686663" y="1515291"/>
              <a:ext cx="1810885" cy="4872446"/>
            </a:xfrm>
            <a:custGeom>
              <a:avLst/>
              <a:gdLst>
                <a:gd name="connsiteX0" fmla="*/ 1802675 w 1810885"/>
                <a:gd name="connsiteY0" fmla="*/ 4872446 h 4872446"/>
                <a:gd name="connsiteX1" fmla="*/ 1789612 w 1810885"/>
                <a:gd name="connsiteY1" fmla="*/ 2873829 h 4872446"/>
                <a:gd name="connsiteX2" fmla="*/ 1619795 w 1810885"/>
                <a:gd name="connsiteY2" fmla="*/ 600892 h 4872446"/>
                <a:gd name="connsiteX3" fmla="*/ 0 w 1810885"/>
                <a:gd name="connsiteY3" fmla="*/ 0 h 4872446"/>
              </a:gdLst>
              <a:ahLst/>
              <a:cxnLst>
                <a:cxn ang="0">
                  <a:pos x="connsiteX0" y="connsiteY0"/>
                </a:cxn>
                <a:cxn ang="0">
                  <a:pos x="connsiteX1" y="connsiteY1"/>
                </a:cxn>
                <a:cxn ang="0">
                  <a:pos x="connsiteX2" y="connsiteY2"/>
                </a:cxn>
                <a:cxn ang="0">
                  <a:pos x="connsiteX3" y="connsiteY3"/>
                </a:cxn>
              </a:cxnLst>
              <a:rect l="l" t="t" r="r" b="b"/>
              <a:pathLst>
                <a:path w="1810885" h="4872446">
                  <a:moveTo>
                    <a:pt x="1802675" y="4872446"/>
                  </a:moveTo>
                  <a:cubicBezTo>
                    <a:pt x="1811383" y="4229100"/>
                    <a:pt x="1820092" y="3585755"/>
                    <a:pt x="1789612" y="2873829"/>
                  </a:cubicBezTo>
                  <a:cubicBezTo>
                    <a:pt x="1759132" y="2161903"/>
                    <a:pt x="1918064" y="1079863"/>
                    <a:pt x="1619795" y="600892"/>
                  </a:cubicBezTo>
                  <a:cubicBezTo>
                    <a:pt x="1321526" y="121920"/>
                    <a:pt x="660763" y="60960"/>
                    <a:pt x="0" y="0"/>
                  </a:cubicBezTo>
                </a:path>
              </a:pathLst>
            </a:custGeom>
            <a:noFill/>
            <a:ln w="635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2693041" y="5887890"/>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4270830" y="5220020"/>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rot="19780565">
              <a:off x="3156153" y="5556081"/>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rot="1819435" flipH="1">
              <a:off x="3133741" y="4888210"/>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2751312" y="4574561"/>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4342548" y="3893245"/>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p:cNvSpPr/>
            <p:nvPr/>
          </p:nvSpPr>
          <p:spPr>
            <a:xfrm rot="19780565">
              <a:off x="3227871" y="4229306"/>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p:nvSpPr>
          <p:spPr>
            <a:xfrm rot="1819435" flipH="1">
              <a:off x="3205459" y="3574880"/>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p:cNvSpPr/>
            <p:nvPr/>
          </p:nvSpPr>
          <p:spPr>
            <a:xfrm>
              <a:off x="2823030" y="3261231"/>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4360476" y="2593362"/>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p:cNvSpPr/>
            <p:nvPr/>
          </p:nvSpPr>
          <p:spPr>
            <a:xfrm rot="19780565">
              <a:off x="3245799" y="2929423"/>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rot="1819435" flipH="1">
              <a:off x="3196494" y="2274997"/>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p:cNvSpPr/>
            <p:nvPr/>
          </p:nvSpPr>
          <p:spPr>
            <a:xfrm>
              <a:off x="2814065" y="1961348"/>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p:cNvSpPr/>
            <p:nvPr/>
          </p:nvSpPr>
          <p:spPr>
            <a:xfrm rot="1819435" flipH="1">
              <a:off x="3138223" y="6210504"/>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a:off x="2746830" y="561894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p:cNvSpPr/>
            <p:nvPr/>
          </p:nvSpPr>
          <p:spPr>
            <a:xfrm>
              <a:off x="3141277" y="562343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p:cNvSpPr/>
            <p:nvPr/>
          </p:nvSpPr>
          <p:spPr>
            <a:xfrm>
              <a:off x="2697524" y="5609985"/>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2805100" y="430561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p:cNvSpPr/>
            <p:nvPr/>
          </p:nvSpPr>
          <p:spPr>
            <a:xfrm>
              <a:off x="3199547" y="431010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p:cNvSpPr/>
            <p:nvPr/>
          </p:nvSpPr>
          <p:spPr>
            <a:xfrm>
              <a:off x="2755794" y="4296655"/>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p:cNvSpPr/>
            <p:nvPr/>
          </p:nvSpPr>
          <p:spPr>
            <a:xfrm>
              <a:off x="2876817" y="2978843"/>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p:cNvSpPr/>
            <p:nvPr/>
          </p:nvSpPr>
          <p:spPr>
            <a:xfrm>
              <a:off x="3271264" y="2983326"/>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p:cNvSpPr/>
            <p:nvPr/>
          </p:nvSpPr>
          <p:spPr>
            <a:xfrm>
              <a:off x="2827511" y="2969879"/>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p:cNvSpPr/>
            <p:nvPr/>
          </p:nvSpPr>
          <p:spPr>
            <a:xfrm>
              <a:off x="4427711" y="2337866"/>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p:cNvSpPr/>
            <p:nvPr/>
          </p:nvSpPr>
          <p:spPr>
            <a:xfrm>
              <a:off x="4822158" y="234234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p:cNvSpPr/>
            <p:nvPr/>
          </p:nvSpPr>
          <p:spPr>
            <a:xfrm>
              <a:off x="4378405" y="2328902"/>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p:cNvSpPr/>
            <p:nvPr/>
          </p:nvSpPr>
          <p:spPr>
            <a:xfrm>
              <a:off x="4405300" y="3633266"/>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4799747" y="363774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p:cNvSpPr/>
            <p:nvPr/>
          </p:nvSpPr>
          <p:spPr>
            <a:xfrm>
              <a:off x="4355994" y="3624302"/>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p:cNvSpPr/>
            <p:nvPr/>
          </p:nvSpPr>
          <p:spPr>
            <a:xfrm>
              <a:off x="4369441" y="4928666"/>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p:cNvSpPr/>
            <p:nvPr/>
          </p:nvSpPr>
          <p:spPr>
            <a:xfrm>
              <a:off x="4763888" y="493314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p:cNvSpPr/>
            <p:nvPr/>
          </p:nvSpPr>
          <p:spPr>
            <a:xfrm>
              <a:off x="4320135" y="4919702"/>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p:cNvSpPr/>
            <p:nvPr/>
          </p:nvSpPr>
          <p:spPr>
            <a:xfrm rot="1820704">
              <a:off x="3129035" y="4627718"/>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p:cNvSpPr/>
            <p:nvPr/>
          </p:nvSpPr>
          <p:spPr>
            <a:xfrm>
              <a:off x="3602959" y="455214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p:cNvSpPr/>
            <p:nvPr/>
          </p:nvSpPr>
          <p:spPr>
            <a:xfrm>
              <a:off x="4037747" y="4812124"/>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p:cNvSpPr/>
            <p:nvPr/>
          </p:nvSpPr>
          <p:spPr>
            <a:xfrm rot="1820704">
              <a:off x="3241093" y="3314389"/>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p:cNvSpPr/>
            <p:nvPr/>
          </p:nvSpPr>
          <p:spPr>
            <a:xfrm>
              <a:off x="3715017" y="323881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p:cNvSpPr/>
            <p:nvPr/>
          </p:nvSpPr>
          <p:spPr>
            <a:xfrm>
              <a:off x="4149805" y="3498795"/>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p:cNvSpPr/>
            <p:nvPr/>
          </p:nvSpPr>
          <p:spPr>
            <a:xfrm>
              <a:off x="3665711" y="1938937"/>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p:cNvSpPr/>
            <p:nvPr/>
          </p:nvSpPr>
          <p:spPr>
            <a:xfrm>
              <a:off x="4100499" y="2198913"/>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p:cNvSpPr/>
            <p:nvPr/>
          </p:nvSpPr>
          <p:spPr>
            <a:xfrm>
              <a:off x="3602958" y="5856513"/>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p:cNvSpPr/>
            <p:nvPr/>
          </p:nvSpPr>
          <p:spPr>
            <a:xfrm>
              <a:off x="4037746" y="611648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p:cNvGrpSpPr/>
            <p:nvPr/>
          </p:nvGrpSpPr>
          <p:grpSpPr>
            <a:xfrm flipH="1">
              <a:off x="3079727" y="5175195"/>
              <a:ext cx="1357790" cy="542365"/>
              <a:chOff x="816993" y="4693022"/>
              <a:chExt cx="1357790" cy="542365"/>
            </a:xfrm>
          </p:grpSpPr>
          <p:sp>
            <p:nvSpPr>
              <p:cNvPr id="56" name="Rectangle 55"/>
              <p:cNvSpPr/>
              <p:nvPr/>
            </p:nvSpPr>
            <p:spPr>
              <a:xfrm rot="1820704">
                <a:off x="816993" y="4768592"/>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p:cNvSpPr/>
              <p:nvPr/>
            </p:nvSpPr>
            <p:spPr>
              <a:xfrm>
                <a:off x="1290917" y="469302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p:cNvSpPr/>
              <p:nvPr/>
            </p:nvSpPr>
            <p:spPr>
              <a:xfrm>
                <a:off x="1725705" y="495299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0" name="Group 59"/>
            <p:cNvGrpSpPr/>
            <p:nvPr/>
          </p:nvGrpSpPr>
          <p:grpSpPr>
            <a:xfrm flipH="1">
              <a:off x="3137998" y="3875312"/>
              <a:ext cx="1357790" cy="542365"/>
              <a:chOff x="816993" y="4693022"/>
              <a:chExt cx="1357790" cy="542365"/>
            </a:xfrm>
          </p:grpSpPr>
          <p:sp>
            <p:nvSpPr>
              <p:cNvPr id="61" name="Rectangle 60"/>
              <p:cNvSpPr/>
              <p:nvPr/>
            </p:nvSpPr>
            <p:spPr>
              <a:xfrm rot="1820704">
                <a:off x="816993" y="4768592"/>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p:cNvSpPr/>
              <p:nvPr/>
            </p:nvSpPr>
            <p:spPr>
              <a:xfrm>
                <a:off x="1290917" y="469302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p:cNvSpPr/>
              <p:nvPr/>
            </p:nvSpPr>
            <p:spPr>
              <a:xfrm>
                <a:off x="1725705" y="495299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 name="Group 63"/>
            <p:cNvGrpSpPr/>
            <p:nvPr/>
          </p:nvGrpSpPr>
          <p:grpSpPr>
            <a:xfrm flipH="1">
              <a:off x="3223163" y="2561989"/>
              <a:ext cx="1357790" cy="542365"/>
              <a:chOff x="816993" y="4693022"/>
              <a:chExt cx="1357790" cy="542365"/>
            </a:xfrm>
          </p:grpSpPr>
          <p:sp>
            <p:nvSpPr>
              <p:cNvPr id="65" name="Rectangle 64"/>
              <p:cNvSpPr/>
              <p:nvPr/>
            </p:nvSpPr>
            <p:spPr>
              <a:xfrm rot="1820704">
                <a:off x="816993" y="4768592"/>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p:cNvSpPr/>
              <p:nvPr/>
            </p:nvSpPr>
            <p:spPr>
              <a:xfrm>
                <a:off x="1290917" y="469302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p:cNvSpPr/>
              <p:nvPr/>
            </p:nvSpPr>
            <p:spPr>
              <a:xfrm>
                <a:off x="1725705" y="495299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48" name="Group 2047"/>
            <p:cNvGrpSpPr/>
            <p:nvPr/>
          </p:nvGrpSpPr>
          <p:grpSpPr>
            <a:xfrm>
              <a:off x="3715016" y="5686182"/>
              <a:ext cx="268942" cy="603269"/>
              <a:chOff x="689354" y="3076303"/>
              <a:chExt cx="1317005" cy="2892341"/>
            </a:xfrm>
          </p:grpSpPr>
          <p:sp>
            <p:nvSpPr>
              <p:cNvPr id="69" name="Oval 12"/>
              <p:cNvSpPr>
                <a:spLocks noChangeArrowheads="1"/>
              </p:cNvSpPr>
              <p:nvPr/>
            </p:nvSpPr>
            <p:spPr bwMode="auto">
              <a:xfrm flipH="1">
                <a:off x="1350437" y="3567928"/>
                <a:ext cx="364198" cy="1056067"/>
              </a:xfrm>
              <a:prstGeom prst="ellipse">
                <a:avLst/>
              </a:prstGeom>
              <a:solidFill>
                <a:schemeClr val="tx2">
                  <a:lumMod val="50000"/>
                </a:schemeClr>
              </a:solidFill>
              <a:ln w="9525" algn="ctr">
                <a:noFill/>
                <a:round/>
                <a:headEnd/>
                <a:tailEnd/>
              </a:ln>
            </p:spPr>
            <p:txBody>
              <a:bodyPr wrap="none" anchor="ctr"/>
              <a:lstStyle/>
              <a:p>
                <a:endParaRPr lang="en-US" dirty="0"/>
              </a:p>
            </p:txBody>
          </p:sp>
          <p:sp>
            <p:nvSpPr>
              <p:cNvPr id="70" name="Rectangle 14"/>
              <p:cNvSpPr>
                <a:spLocks noChangeArrowheads="1"/>
              </p:cNvSpPr>
              <p:nvPr/>
            </p:nvSpPr>
            <p:spPr bwMode="auto">
              <a:xfrm rot="425131" flipH="1">
                <a:off x="1841642" y="4006962"/>
                <a:ext cx="146514" cy="53151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1" name="Rectangle 17"/>
              <p:cNvSpPr>
                <a:spLocks noChangeArrowheads="1"/>
              </p:cNvSpPr>
              <p:nvPr/>
            </p:nvSpPr>
            <p:spPr bwMode="auto">
              <a:xfrm flipH="1">
                <a:off x="689354" y="5419657"/>
                <a:ext cx="388629" cy="15488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2" name="Oval 11"/>
              <p:cNvSpPr>
                <a:spLocks noChangeArrowheads="1"/>
              </p:cNvSpPr>
              <p:nvPr/>
            </p:nvSpPr>
            <p:spPr bwMode="auto">
              <a:xfrm flipH="1">
                <a:off x="1290787" y="3076303"/>
                <a:ext cx="430166" cy="521942"/>
              </a:xfrm>
              <a:prstGeom prst="ellipse">
                <a:avLst/>
              </a:prstGeom>
              <a:solidFill>
                <a:schemeClr val="tx2">
                  <a:lumMod val="50000"/>
                </a:schemeClr>
              </a:solidFill>
              <a:ln w="9525" algn="ctr">
                <a:solidFill>
                  <a:schemeClr val="bg1"/>
                </a:solidFill>
                <a:round/>
                <a:headEnd/>
                <a:tailEnd/>
              </a:ln>
            </p:spPr>
            <p:txBody>
              <a:bodyPr wrap="none" anchor="ctr"/>
              <a:lstStyle/>
              <a:p>
                <a:endParaRPr lang="en-US" dirty="0"/>
              </a:p>
            </p:txBody>
          </p:sp>
          <p:sp>
            <p:nvSpPr>
              <p:cNvPr id="73" name="Rectangle 72"/>
              <p:cNvSpPr>
                <a:spLocks noChangeArrowheads="1"/>
              </p:cNvSpPr>
              <p:nvPr/>
            </p:nvSpPr>
            <p:spPr bwMode="auto">
              <a:xfrm rot="8649417" flipH="1">
                <a:off x="1699536" y="3602366"/>
                <a:ext cx="158548" cy="529262"/>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4" name="Rectangle 15"/>
              <p:cNvSpPr>
                <a:spLocks noChangeArrowheads="1"/>
              </p:cNvSpPr>
              <p:nvPr/>
            </p:nvSpPr>
            <p:spPr bwMode="auto">
              <a:xfrm rot="20522501" flipH="1">
                <a:off x="1574718" y="4426741"/>
                <a:ext cx="207525" cy="768548"/>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5" name="Rectangle 15"/>
              <p:cNvSpPr>
                <a:spLocks noChangeArrowheads="1"/>
              </p:cNvSpPr>
              <p:nvPr/>
            </p:nvSpPr>
            <p:spPr bwMode="auto">
              <a:xfrm rot="20814809" flipH="1">
                <a:off x="1767725" y="5090117"/>
                <a:ext cx="204776" cy="86790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6" name="Rectangle 75"/>
              <p:cNvSpPr>
                <a:spLocks noChangeArrowheads="1"/>
              </p:cNvSpPr>
              <p:nvPr/>
            </p:nvSpPr>
            <p:spPr bwMode="auto">
              <a:xfrm rot="335058" flipH="1">
                <a:off x="1641720" y="5823414"/>
                <a:ext cx="311787" cy="14523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7" name="Rectangle 15"/>
              <p:cNvSpPr>
                <a:spLocks noChangeArrowheads="1"/>
              </p:cNvSpPr>
              <p:nvPr/>
            </p:nvSpPr>
            <p:spPr bwMode="auto">
              <a:xfrm rot="3898404" flipH="1">
                <a:off x="1147925" y="4299275"/>
                <a:ext cx="208897" cy="76854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8" name="Rectangle 15"/>
              <p:cNvSpPr>
                <a:spLocks noChangeArrowheads="1"/>
              </p:cNvSpPr>
              <p:nvPr/>
            </p:nvSpPr>
            <p:spPr bwMode="auto">
              <a:xfrm flipH="1">
                <a:off x="869473" y="4685969"/>
                <a:ext cx="180969" cy="896678"/>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9" name="Rectangle 13"/>
              <p:cNvSpPr>
                <a:spLocks noChangeArrowheads="1"/>
              </p:cNvSpPr>
              <p:nvPr/>
            </p:nvSpPr>
            <p:spPr bwMode="auto">
              <a:xfrm rot="4229478" flipH="1">
                <a:off x="1830927" y="4463593"/>
                <a:ext cx="124590" cy="2262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0" name="Rectangle 14"/>
              <p:cNvSpPr>
                <a:spLocks noChangeArrowheads="1"/>
              </p:cNvSpPr>
              <p:nvPr/>
            </p:nvSpPr>
            <p:spPr bwMode="auto">
              <a:xfrm rot="2481570" flipH="1">
                <a:off x="1088984" y="4004854"/>
                <a:ext cx="146514" cy="53151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1" name="Rectangle 80"/>
              <p:cNvSpPr>
                <a:spLocks noChangeArrowheads="1"/>
              </p:cNvSpPr>
              <p:nvPr/>
            </p:nvSpPr>
            <p:spPr bwMode="auto">
              <a:xfrm rot="12397112" flipH="1">
                <a:off x="1340971" y="3623914"/>
                <a:ext cx="158548" cy="529262"/>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2" name="Rectangle 13"/>
              <p:cNvSpPr>
                <a:spLocks noChangeArrowheads="1"/>
              </p:cNvSpPr>
              <p:nvPr/>
            </p:nvSpPr>
            <p:spPr bwMode="auto">
              <a:xfrm rot="7497537" flipH="1">
                <a:off x="943356" y="4333834"/>
                <a:ext cx="124590" cy="226275"/>
              </a:xfrm>
              <a:prstGeom prst="rect">
                <a:avLst/>
              </a:prstGeom>
              <a:solidFill>
                <a:schemeClr val="tx2">
                  <a:lumMod val="50000"/>
                </a:schemeClr>
              </a:solidFill>
              <a:ln w="9525" algn="ctr">
                <a:noFill/>
                <a:miter lim="800000"/>
                <a:headEnd/>
                <a:tailEnd/>
              </a:ln>
            </p:spPr>
            <p:txBody>
              <a:bodyPr wrap="none" anchor="ctr"/>
              <a:lstStyle/>
              <a:p>
                <a:endParaRPr lang="en-US" dirty="0"/>
              </a:p>
            </p:txBody>
          </p:sp>
        </p:grpSp>
        <p:sp>
          <p:nvSpPr>
            <p:cNvPr id="53" name="Rectangle 52"/>
            <p:cNvSpPr/>
            <p:nvPr/>
          </p:nvSpPr>
          <p:spPr>
            <a:xfrm rot="1820704">
              <a:off x="3129034" y="5932083"/>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4" name="Group 83"/>
            <p:cNvGrpSpPr/>
            <p:nvPr/>
          </p:nvGrpSpPr>
          <p:grpSpPr>
            <a:xfrm>
              <a:off x="5758968" y="6197173"/>
              <a:ext cx="228602" cy="547538"/>
              <a:chOff x="1271541" y="2207348"/>
              <a:chExt cx="1216138" cy="3815140"/>
            </a:xfrm>
            <a:solidFill>
              <a:schemeClr val="tx2">
                <a:lumMod val="50000"/>
              </a:schemeClr>
            </a:solidFill>
          </p:grpSpPr>
          <p:sp>
            <p:nvSpPr>
              <p:cNvPr id="85" name="Oval 12"/>
              <p:cNvSpPr>
                <a:spLocks noChangeArrowheads="1"/>
              </p:cNvSpPr>
              <p:nvPr/>
            </p:nvSpPr>
            <p:spPr bwMode="auto">
              <a:xfrm flipH="1">
                <a:off x="1681044" y="2865611"/>
                <a:ext cx="420688" cy="1400456"/>
              </a:xfrm>
              <a:prstGeom prst="ellipse">
                <a:avLst/>
              </a:prstGeom>
              <a:grpFill/>
              <a:ln w="9525" algn="ctr">
                <a:noFill/>
                <a:round/>
                <a:headEnd/>
                <a:tailEnd/>
              </a:ln>
            </p:spPr>
            <p:txBody>
              <a:bodyPr wrap="none" anchor="ctr"/>
              <a:lstStyle/>
              <a:p>
                <a:endParaRPr lang="en-US" dirty="0"/>
              </a:p>
            </p:txBody>
          </p:sp>
          <p:sp>
            <p:nvSpPr>
              <p:cNvPr id="86" name="Rectangle 14"/>
              <p:cNvSpPr>
                <a:spLocks noChangeArrowheads="1"/>
              </p:cNvSpPr>
              <p:nvPr/>
            </p:nvSpPr>
            <p:spPr bwMode="auto">
              <a:xfrm rot="425131" flipH="1">
                <a:off x="2264942" y="3441499"/>
                <a:ext cx="169239" cy="704850"/>
              </a:xfrm>
              <a:prstGeom prst="rect">
                <a:avLst/>
              </a:prstGeom>
              <a:grpFill/>
              <a:ln w="9525" algn="ctr">
                <a:noFill/>
                <a:miter lim="800000"/>
                <a:headEnd/>
                <a:tailEnd/>
              </a:ln>
            </p:spPr>
            <p:txBody>
              <a:bodyPr wrap="none" anchor="ctr"/>
              <a:lstStyle/>
              <a:p>
                <a:endParaRPr lang="en-US" dirty="0"/>
              </a:p>
            </p:txBody>
          </p:sp>
          <p:sp>
            <p:nvSpPr>
              <p:cNvPr id="87" name="Rectangle 17"/>
              <p:cNvSpPr>
                <a:spLocks noChangeArrowheads="1"/>
              </p:cNvSpPr>
              <p:nvPr/>
            </p:nvSpPr>
            <p:spPr bwMode="auto">
              <a:xfrm flipH="1">
                <a:off x="1271541" y="5760992"/>
                <a:ext cx="448907" cy="205387"/>
              </a:xfrm>
              <a:prstGeom prst="rect">
                <a:avLst/>
              </a:prstGeom>
              <a:grpFill/>
              <a:ln w="9525" algn="ctr">
                <a:noFill/>
                <a:miter lim="800000"/>
                <a:headEnd/>
                <a:tailEnd/>
              </a:ln>
            </p:spPr>
            <p:txBody>
              <a:bodyPr wrap="none" anchor="ctr"/>
              <a:lstStyle/>
              <a:p>
                <a:endParaRPr lang="en-US" dirty="0"/>
              </a:p>
            </p:txBody>
          </p:sp>
          <p:sp>
            <p:nvSpPr>
              <p:cNvPr id="88" name="Oval 11"/>
              <p:cNvSpPr>
                <a:spLocks noChangeArrowheads="1"/>
              </p:cNvSpPr>
              <p:nvPr/>
            </p:nvSpPr>
            <p:spPr bwMode="auto">
              <a:xfrm flipH="1">
                <a:off x="1628646" y="2207348"/>
                <a:ext cx="496888" cy="692150"/>
              </a:xfrm>
              <a:prstGeom prst="ellipse">
                <a:avLst/>
              </a:prstGeom>
              <a:grpFill/>
              <a:ln w="9525" algn="ctr">
                <a:solidFill>
                  <a:schemeClr val="bg1"/>
                </a:solidFill>
                <a:round/>
                <a:headEnd/>
                <a:tailEnd/>
              </a:ln>
            </p:spPr>
            <p:txBody>
              <a:bodyPr wrap="none" anchor="ctr"/>
              <a:lstStyle/>
              <a:p>
                <a:endParaRPr lang="en-US" dirty="0"/>
              </a:p>
            </p:txBody>
          </p:sp>
          <p:sp>
            <p:nvSpPr>
              <p:cNvPr id="89" name="Rectangle 88"/>
              <p:cNvSpPr>
                <a:spLocks noChangeArrowheads="1"/>
              </p:cNvSpPr>
              <p:nvPr/>
            </p:nvSpPr>
            <p:spPr bwMode="auto">
              <a:xfrm rot="8649417" flipH="1">
                <a:off x="2100794" y="2904963"/>
                <a:ext cx="183140" cy="701857"/>
              </a:xfrm>
              <a:prstGeom prst="rect">
                <a:avLst/>
              </a:prstGeom>
              <a:grpFill/>
              <a:ln w="9525" algn="ctr">
                <a:noFill/>
                <a:miter lim="800000"/>
                <a:headEnd/>
                <a:tailEnd/>
              </a:ln>
            </p:spPr>
            <p:txBody>
              <a:bodyPr wrap="none" anchor="ctr"/>
              <a:lstStyle/>
              <a:p>
                <a:endParaRPr lang="en-US" dirty="0"/>
              </a:p>
            </p:txBody>
          </p:sp>
          <p:sp>
            <p:nvSpPr>
              <p:cNvPr id="90" name="Rectangle 15"/>
              <p:cNvSpPr>
                <a:spLocks noChangeArrowheads="1"/>
              </p:cNvSpPr>
              <p:nvPr/>
            </p:nvSpPr>
            <p:spPr bwMode="auto">
              <a:xfrm rot="20522501" flipH="1">
                <a:off x="1956616" y="3998171"/>
                <a:ext cx="239713" cy="1019175"/>
              </a:xfrm>
              <a:prstGeom prst="rect">
                <a:avLst/>
              </a:prstGeom>
              <a:grpFill/>
              <a:ln w="9525" algn="ctr">
                <a:noFill/>
                <a:miter lim="800000"/>
                <a:headEnd/>
                <a:tailEnd/>
              </a:ln>
            </p:spPr>
            <p:txBody>
              <a:bodyPr wrap="none" anchor="ctr"/>
              <a:lstStyle/>
              <a:p>
                <a:endParaRPr lang="en-US" dirty="0"/>
              </a:p>
            </p:txBody>
          </p:sp>
          <p:sp>
            <p:nvSpPr>
              <p:cNvPr id="91" name="Rectangle 15"/>
              <p:cNvSpPr>
                <a:spLocks noChangeArrowheads="1"/>
              </p:cNvSpPr>
              <p:nvPr/>
            </p:nvSpPr>
            <p:spPr bwMode="auto">
              <a:xfrm flipH="1">
                <a:off x="2108045" y="4871561"/>
                <a:ext cx="236538" cy="1150927"/>
              </a:xfrm>
              <a:prstGeom prst="rect">
                <a:avLst/>
              </a:prstGeom>
              <a:grpFill/>
              <a:ln w="9525" algn="ctr">
                <a:noFill/>
                <a:miter lim="800000"/>
                <a:headEnd/>
                <a:tailEnd/>
              </a:ln>
            </p:spPr>
            <p:txBody>
              <a:bodyPr wrap="none" anchor="ctr"/>
              <a:lstStyle/>
              <a:p>
                <a:endParaRPr lang="en-US" dirty="0"/>
              </a:p>
            </p:txBody>
          </p:sp>
          <p:sp>
            <p:nvSpPr>
              <p:cNvPr id="92" name="Rectangle 91"/>
              <p:cNvSpPr>
                <a:spLocks noChangeArrowheads="1"/>
              </p:cNvSpPr>
              <p:nvPr/>
            </p:nvSpPr>
            <p:spPr bwMode="auto">
              <a:xfrm rot="335058" flipH="1">
                <a:off x="2127532" y="5806095"/>
                <a:ext cx="360147" cy="192590"/>
              </a:xfrm>
              <a:prstGeom prst="rect">
                <a:avLst/>
              </a:prstGeom>
              <a:grpFill/>
              <a:ln w="9525" algn="ctr">
                <a:noFill/>
                <a:miter lim="800000"/>
                <a:headEnd/>
                <a:tailEnd/>
              </a:ln>
            </p:spPr>
            <p:txBody>
              <a:bodyPr wrap="none" anchor="ctr"/>
              <a:lstStyle/>
              <a:p>
                <a:endParaRPr lang="en-US" dirty="0"/>
              </a:p>
            </p:txBody>
          </p:sp>
          <p:sp>
            <p:nvSpPr>
              <p:cNvPr id="93" name="Rectangle 15"/>
              <p:cNvSpPr>
                <a:spLocks noChangeArrowheads="1"/>
              </p:cNvSpPr>
              <p:nvPr/>
            </p:nvSpPr>
            <p:spPr bwMode="auto">
              <a:xfrm rot="631007" flipH="1">
                <a:off x="1551643" y="3961764"/>
                <a:ext cx="241300" cy="1019175"/>
              </a:xfrm>
              <a:prstGeom prst="rect">
                <a:avLst/>
              </a:prstGeom>
              <a:grpFill/>
              <a:ln w="9525" algn="ctr">
                <a:noFill/>
                <a:miter lim="800000"/>
                <a:headEnd/>
                <a:tailEnd/>
              </a:ln>
            </p:spPr>
            <p:txBody>
              <a:bodyPr wrap="none" anchor="ctr"/>
              <a:lstStyle/>
              <a:p>
                <a:endParaRPr lang="en-US" dirty="0"/>
              </a:p>
            </p:txBody>
          </p:sp>
          <p:sp>
            <p:nvSpPr>
              <p:cNvPr id="94" name="Rectangle 15"/>
              <p:cNvSpPr>
                <a:spLocks noChangeArrowheads="1"/>
              </p:cNvSpPr>
              <p:nvPr/>
            </p:nvSpPr>
            <p:spPr bwMode="auto">
              <a:xfrm flipH="1">
                <a:off x="1504795" y="4791106"/>
                <a:ext cx="209037" cy="1189088"/>
              </a:xfrm>
              <a:prstGeom prst="rect">
                <a:avLst/>
              </a:prstGeom>
              <a:grpFill/>
              <a:ln w="9525" algn="ctr">
                <a:noFill/>
                <a:miter lim="800000"/>
                <a:headEnd/>
                <a:tailEnd/>
              </a:ln>
            </p:spPr>
            <p:txBody>
              <a:bodyPr wrap="none" anchor="ctr"/>
              <a:lstStyle/>
              <a:p>
                <a:endParaRPr lang="en-US" dirty="0"/>
              </a:p>
            </p:txBody>
          </p:sp>
          <p:sp>
            <p:nvSpPr>
              <p:cNvPr id="95" name="Rectangle 13"/>
              <p:cNvSpPr>
                <a:spLocks noChangeArrowheads="1"/>
              </p:cNvSpPr>
              <p:nvPr/>
            </p:nvSpPr>
            <p:spPr bwMode="auto">
              <a:xfrm rot="4229478" flipH="1">
                <a:off x="2241913" y="4066386"/>
                <a:ext cx="165219" cy="261372"/>
              </a:xfrm>
              <a:prstGeom prst="rect">
                <a:avLst/>
              </a:prstGeom>
              <a:grpFill/>
              <a:ln w="9525" algn="ctr">
                <a:noFill/>
                <a:miter lim="800000"/>
                <a:headEnd/>
                <a:tailEnd/>
              </a:ln>
            </p:spPr>
            <p:txBody>
              <a:bodyPr wrap="none" anchor="ctr"/>
              <a:lstStyle/>
              <a:p>
                <a:endParaRPr lang="en-US" dirty="0"/>
              </a:p>
            </p:txBody>
          </p:sp>
          <p:sp>
            <p:nvSpPr>
              <p:cNvPr id="96" name="Rectangle 14"/>
              <p:cNvSpPr>
                <a:spLocks noChangeArrowheads="1"/>
              </p:cNvSpPr>
              <p:nvPr/>
            </p:nvSpPr>
            <p:spPr bwMode="auto">
              <a:xfrm flipH="1">
                <a:off x="1450555" y="3508174"/>
                <a:ext cx="169239" cy="704850"/>
              </a:xfrm>
              <a:prstGeom prst="rect">
                <a:avLst/>
              </a:prstGeom>
              <a:grpFill/>
              <a:ln w="9525" algn="ctr">
                <a:noFill/>
                <a:miter lim="800000"/>
                <a:headEnd/>
                <a:tailEnd/>
              </a:ln>
            </p:spPr>
            <p:txBody>
              <a:bodyPr wrap="none" anchor="ctr"/>
              <a:lstStyle/>
              <a:p>
                <a:endParaRPr lang="en-US" dirty="0"/>
              </a:p>
            </p:txBody>
          </p:sp>
          <p:sp>
            <p:nvSpPr>
              <p:cNvPr id="97" name="Rectangle 96"/>
              <p:cNvSpPr>
                <a:spLocks noChangeArrowheads="1"/>
              </p:cNvSpPr>
              <p:nvPr/>
            </p:nvSpPr>
            <p:spPr bwMode="auto">
              <a:xfrm rot="11917476" flipH="1">
                <a:off x="1543582" y="2933538"/>
                <a:ext cx="183140" cy="701857"/>
              </a:xfrm>
              <a:prstGeom prst="rect">
                <a:avLst/>
              </a:prstGeom>
              <a:grpFill/>
              <a:ln w="9525" algn="ctr">
                <a:noFill/>
                <a:miter lim="800000"/>
                <a:headEnd/>
                <a:tailEnd/>
              </a:ln>
            </p:spPr>
            <p:txBody>
              <a:bodyPr wrap="none" anchor="ctr"/>
              <a:lstStyle/>
              <a:p>
                <a:endParaRPr lang="en-US" dirty="0"/>
              </a:p>
            </p:txBody>
          </p:sp>
          <p:sp>
            <p:nvSpPr>
              <p:cNvPr id="98" name="Rectangle 13"/>
              <p:cNvSpPr>
                <a:spLocks noChangeArrowheads="1"/>
              </p:cNvSpPr>
              <p:nvPr/>
            </p:nvSpPr>
            <p:spPr bwMode="auto">
              <a:xfrm rot="7497537" flipH="1">
                <a:off x="1403713" y="4071147"/>
                <a:ext cx="165219" cy="261372"/>
              </a:xfrm>
              <a:prstGeom prst="rect">
                <a:avLst/>
              </a:prstGeom>
              <a:grpFill/>
              <a:ln w="9525" algn="ctr">
                <a:noFill/>
                <a:miter lim="800000"/>
                <a:headEnd/>
                <a:tailEnd/>
              </a:ln>
            </p:spPr>
            <p:txBody>
              <a:bodyPr wrap="none" anchor="ctr"/>
              <a:lstStyle/>
              <a:p>
                <a:endParaRPr lang="en-US" dirty="0"/>
              </a:p>
            </p:txBody>
          </p:sp>
        </p:grpSp>
        <p:sp>
          <p:nvSpPr>
            <p:cNvPr id="2049" name="Freeform 2048"/>
            <p:cNvSpPr/>
            <p:nvPr/>
          </p:nvSpPr>
          <p:spPr>
            <a:xfrm>
              <a:off x="4051194" y="6237514"/>
              <a:ext cx="1479176" cy="265337"/>
            </a:xfrm>
            <a:custGeom>
              <a:avLst/>
              <a:gdLst>
                <a:gd name="connsiteX0" fmla="*/ 1479176 w 1479176"/>
                <a:gd name="connsiteY0" fmla="*/ 242047 h 265337"/>
                <a:gd name="connsiteX1" fmla="*/ 605117 w 1479176"/>
                <a:gd name="connsiteY1" fmla="*/ 242047 h 265337"/>
                <a:gd name="connsiteX2" fmla="*/ 0 w 1479176"/>
                <a:gd name="connsiteY2" fmla="*/ 0 h 265337"/>
              </a:gdLst>
              <a:ahLst/>
              <a:cxnLst>
                <a:cxn ang="0">
                  <a:pos x="connsiteX0" y="connsiteY0"/>
                </a:cxn>
                <a:cxn ang="0">
                  <a:pos x="connsiteX1" y="connsiteY1"/>
                </a:cxn>
                <a:cxn ang="0">
                  <a:pos x="connsiteX2" y="connsiteY2"/>
                </a:cxn>
              </a:cxnLst>
              <a:rect l="l" t="t" r="r" b="b"/>
              <a:pathLst>
                <a:path w="1479176" h="265337">
                  <a:moveTo>
                    <a:pt x="1479176" y="242047"/>
                  </a:moveTo>
                  <a:cubicBezTo>
                    <a:pt x="1165411" y="262217"/>
                    <a:pt x="851646" y="282388"/>
                    <a:pt x="605117" y="242047"/>
                  </a:cubicBezTo>
                  <a:cubicBezTo>
                    <a:pt x="358588" y="201706"/>
                    <a:pt x="0" y="0"/>
                    <a:pt x="0" y="0"/>
                  </a:cubicBezTo>
                </a:path>
              </a:pathLst>
            </a:cu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7" name="Rectangle 2056"/>
            <p:cNvSpPr/>
            <p:nvPr/>
          </p:nvSpPr>
          <p:spPr>
            <a:xfrm>
              <a:off x="2544355" y="1071155"/>
              <a:ext cx="2573384" cy="770708"/>
            </a:xfrm>
            <a:prstGeom prst="rect">
              <a:avLst/>
            </a:prstGeom>
            <a:solidFill>
              <a:schemeClr val="bg1">
                <a:alpha val="4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5" name="Group 104"/>
            <p:cNvGrpSpPr/>
            <p:nvPr/>
          </p:nvGrpSpPr>
          <p:grpSpPr>
            <a:xfrm>
              <a:off x="4554537" y="1319347"/>
              <a:ext cx="497886" cy="509452"/>
              <a:chOff x="4104595" y="1788011"/>
              <a:chExt cx="2858080" cy="3126753"/>
            </a:xfrm>
          </p:grpSpPr>
          <p:sp>
            <p:nvSpPr>
              <p:cNvPr id="106" name="Freeform 105"/>
              <p:cNvSpPr/>
              <p:nvPr/>
            </p:nvSpPr>
            <p:spPr>
              <a:xfrm>
                <a:off x="4104595" y="2272529"/>
                <a:ext cx="2519362" cy="1895475"/>
              </a:xfrm>
              <a:custGeom>
                <a:avLst/>
                <a:gdLst>
                  <a:gd name="connsiteX0" fmla="*/ 1947862 w 2519362"/>
                  <a:gd name="connsiteY0" fmla="*/ 204787 h 1895475"/>
                  <a:gd name="connsiteX1" fmla="*/ 1771650 w 2519362"/>
                  <a:gd name="connsiteY1" fmla="*/ 109537 h 1895475"/>
                  <a:gd name="connsiteX2" fmla="*/ 1714500 w 2519362"/>
                  <a:gd name="connsiteY2" fmla="*/ 0 h 1895475"/>
                  <a:gd name="connsiteX3" fmla="*/ 1647825 w 2519362"/>
                  <a:gd name="connsiteY3" fmla="*/ 9525 h 1895475"/>
                  <a:gd name="connsiteX4" fmla="*/ 1666875 w 2519362"/>
                  <a:gd name="connsiteY4" fmla="*/ 80962 h 1895475"/>
                  <a:gd name="connsiteX5" fmla="*/ 1576387 w 2519362"/>
                  <a:gd name="connsiteY5" fmla="*/ 19050 h 1895475"/>
                  <a:gd name="connsiteX6" fmla="*/ 1400175 w 2519362"/>
                  <a:gd name="connsiteY6" fmla="*/ 76200 h 1895475"/>
                  <a:gd name="connsiteX7" fmla="*/ 1104900 w 2519362"/>
                  <a:gd name="connsiteY7" fmla="*/ 347662 h 1895475"/>
                  <a:gd name="connsiteX8" fmla="*/ 828675 w 2519362"/>
                  <a:gd name="connsiteY8" fmla="*/ 461962 h 1895475"/>
                  <a:gd name="connsiteX9" fmla="*/ 319087 w 2519362"/>
                  <a:gd name="connsiteY9" fmla="*/ 528637 h 1895475"/>
                  <a:gd name="connsiteX10" fmla="*/ 0 w 2519362"/>
                  <a:gd name="connsiteY10" fmla="*/ 652462 h 1895475"/>
                  <a:gd name="connsiteX11" fmla="*/ 223837 w 2519362"/>
                  <a:gd name="connsiteY11" fmla="*/ 938212 h 1895475"/>
                  <a:gd name="connsiteX12" fmla="*/ 366712 w 2519362"/>
                  <a:gd name="connsiteY12" fmla="*/ 1300162 h 1895475"/>
                  <a:gd name="connsiteX13" fmla="*/ 661987 w 2519362"/>
                  <a:gd name="connsiteY13" fmla="*/ 1543050 h 1895475"/>
                  <a:gd name="connsiteX14" fmla="*/ 838200 w 2519362"/>
                  <a:gd name="connsiteY14" fmla="*/ 1514475 h 1895475"/>
                  <a:gd name="connsiteX15" fmla="*/ 976312 w 2519362"/>
                  <a:gd name="connsiteY15" fmla="*/ 1509712 h 1895475"/>
                  <a:gd name="connsiteX16" fmla="*/ 1066800 w 2519362"/>
                  <a:gd name="connsiteY16" fmla="*/ 1576387 h 1895475"/>
                  <a:gd name="connsiteX17" fmla="*/ 904875 w 2519362"/>
                  <a:gd name="connsiteY17" fmla="*/ 1633537 h 1895475"/>
                  <a:gd name="connsiteX18" fmla="*/ 885825 w 2519362"/>
                  <a:gd name="connsiteY18" fmla="*/ 1733550 h 1895475"/>
                  <a:gd name="connsiteX19" fmla="*/ 1100137 w 2519362"/>
                  <a:gd name="connsiteY19" fmla="*/ 1790700 h 1895475"/>
                  <a:gd name="connsiteX20" fmla="*/ 1319212 w 2519362"/>
                  <a:gd name="connsiteY20" fmla="*/ 1785937 h 1895475"/>
                  <a:gd name="connsiteX21" fmla="*/ 1495425 w 2519362"/>
                  <a:gd name="connsiteY21" fmla="*/ 1833562 h 1895475"/>
                  <a:gd name="connsiteX22" fmla="*/ 1619250 w 2519362"/>
                  <a:gd name="connsiteY22" fmla="*/ 1895475 h 1895475"/>
                  <a:gd name="connsiteX23" fmla="*/ 1814512 w 2519362"/>
                  <a:gd name="connsiteY23" fmla="*/ 1695450 h 1895475"/>
                  <a:gd name="connsiteX24" fmla="*/ 1995487 w 2519362"/>
                  <a:gd name="connsiteY24" fmla="*/ 1495425 h 1895475"/>
                  <a:gd name="connsiteX25" fmla="*/ 2233612 w 2519362"/>
                  <a:gd name="connsiteY25" fmla="*/ 1223962 h 1895475"/>
                  <a:gd name="connsiteX26" fmla="*/ 2395537 w 2519362"/>
                  <a:gd name="connsiteY26" fmla="*/ 909637 h 1895475"/>
                  <a:gd name="connsiteX27" fmla="*/ 2428875 w 2519362"/>
                  <a:gd name="connsiteY27" fmla="*/ 628650 h 1895475"/>
                  <a:gd name="connsiteX28" fmla="*/ 2519362 w 2519362"/>
                  <a:gd name="connsiteY28" fmla="*/ 104775 h 1895475"/>
                  <a:gd name="connsiteX29" fmla="*/ 2405062 w 2519362"/>
                  <a:gd name="connsiteY29" fmla="*/ 47625 h 1895475"/>
                  <a:gd name="connsiteX30" fmla="*/ 2343150 w 2519362"/>
                  <a:gd name="connsiteY30" fmla="*/ 123825 h 1895475"/>
                  <a:gd name="connsiteX31" fmla="*/ 2195512 w 2519362"/>
                  <a:gd name="connsiteY31" fmla="*/ 214312 h 1895475"/>
                  <a:gd name="connsiteX32" fmla="*/ 2143125 w 2519362"/>
                  <a:gd name="connsiteY32" fmla="*/ 190500 h 1895475"/>
                  <a:gd name="connsiteX33" fmla="*/ 2347912 w 2519362"/>
                  <a:gd name="connsiteY33" fmla="*/ 61912 h 1895475"/>
                  <a:gd name="connsiteX34" fmla="*/ 2338387 w 2519362"/>
                  <a:gd name="connsiteY34" fmla="*/ 19050 h 1895475"/>
                  <a:gd name="connsiteX35" fmla="*/ 2271712 w 2519362"/>
                  <a:gd name="connsiteY35" fmla="*/ 23812 h 1895475"/>
                  <a:gd name="connsiteX36" fmla="*/ 2162175 w 2519362"/>
                  <a:gd name="connsiteY36" fmla="*/ 147637 h 1895475"/>
                  <a:gd name="connsiteX37" fmla="*/ 2176462 w 2519362"/>
                  <a:gd name="connsiteY37" fmla="*/ 28575 h 1895475"/>
                  <a:gd name="connsiteX38" fmla="*/ 2028825 w 2519362"/>
                  <a:gd name="connsiteY38" fmla="*/ 200025 h 1895475"/>
                  <a:gd name="connsiteX39" fmla="*/ 1947862 w 2519362"/>
                  <a:gd name="connsiteY39" fmla="*/ 204787 h 1895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19362" h="1895475">
                    <a:moveTo>
                      <a:pt x="1947862" y="204787"/>
                    </a:moveTo>
                    <a:lnTo>
                      <a:pt x="1771650" y="109537"/>
                    </a:lnTo>
                    <a:lnTo>
                      <a:pt x="1714500" y="0"/>
                    </a:lnTo>
                    <a:lnTo>
                      <a:pt x="1647825" y="9525"/>
                    </a:lnTo>
                    <a:lnTo>
                      <a:pt x="1666875" y="80962"/>
                    </a:lnTo>
                    <a:lnTo>
                      <a:pt x="1576387" y="19050"/>
                    </a:lnTo>
                    <a:lnTo>
                      <a:pt x="1400175" y="76200"/>
                    </a:lnTo>
                    <a:lnTo>
                      <a:pt x="1104900" y="347662"/>
                    </a:lnTo>
                    <a:lnTo>
                      <a:pt x="828675" y="461962"/>
                    </a:lnTo>
                    <a:lnTo>
                      <a:pt x="319087" y="528637"/>
                    </a:lnTo>
                    <a:lnTo>
                      <a:pt x="0" y="652462"/>
                    </a:lnTo>
                    <a:lnTo>
                      <a:pt x="223837" y="938212"/>
                    </a:lnTo>
                    <a:lnTo>
                      <a:pt x="366712" y="1300162"/>
                    </a:lnTo>
                    <a:lnTo>
                      <a:pt x="661987" y="1543050"/>
                    </a:lnTo>
                    <a:lnTo>
                      <a:pt x="838200" y="1514475"/>
                    </a:lnTo>
                    <a:lnTo>
                      <a:pt x="976312" y="1509712"/>
                    </a:lnTo>
                    <a:lnTo>
                      <a:pt x="1066800" y="1576387"/>
                    </a:lnTo>
                    <a:lnTo>
                      <a:pt x="904875" y="1633537"/>
                    </a:lnTo>
                    <a:lnTo>
                      <a:pt x="885825" y="1733550"/>
                    </a:lnTo>
                    <a:lnTo>
                      <a:pt x="1100137" y="1790700"/>
                    </a:lnTo>
                    <a:lnTo>
                      <a:pt x="1319212" y="1785937"/>
                    </a:lnTo>
                    <a:lnTo>
                      <a:pt x="1495425" y="1833562"/>
                    </a:lnTo>
                    <a:lnTo>
                      <a:pt x="1619250" y="1895475"/>
                    </a:lnTo>
                    <a:lnTo>
                      <a:pt x="1814512" y="1695450"/>
                    </a:lnTo>
                    <a:lnTo>
                      <a:pt x="1995487" y="1495425"/>
                    </a:lnTo>
                    <a:lnTo>
                      <a:pt x="2233612" y="1223962"/>
                    </a:lnTo>
                    <a:lnTo>
                      <a:pt x="2395537" y="909637"/>
                    </a:lnTo>
                    <a:lnTo>
                      <a:pt x="2428875" y="628650"/>
                    </a:lnTo>
                    <a:lnTo>
                      <a:pt x="2519362" y="104775"/>
                    </a:lnTo>
                    <a:lnTo>
                      <a:pt x="2405062" y="47625"/>
                    </a:lnTo>
                    <a:lnTo>
                      <a:pt x="2343150" y="123825"/>
                    </a:lnTo>
                    <a:lnTo>
                      <a:pt x="2195512" y="214312"/>
                    </a:lnTo>
                    <a:lnTo>
                      <a:pt x="2143125" y="190500"/>
                    </a:lnTo>
                    <a:lnTo>
                      <a:pt x="2347912" y="61912"/>
                    </a:lnTo>
                    <a:lnTo>
                      <a:pt x="2338387" y="19050"/>
                    </a:lnTo>
                    <a:lnTo>
                      <a:pt x="2271712" y="23812"/>
                    </a:lnTo>
                    <a:lnTo>
                      <a:pt x="2162175" y="147637"/>
                    </a:lnTo>
                    <a:lnTo>
                      <a:pt x="2176462" y="28575"/>
                    </a:lnTo>
                    <a:lnTo>
                      <a:pt x="2028825" y="200025"/>
                    </a:lnTo>
                    <a:lnTo>
                      <a:pt x="1947862" y="204787"/>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Freeform 106"/>
              <p:cNvSpPr/>
              <p:nvPr/>
            </p:nvSpPr>
            <p:spPr>
              <a:xfrm>
                <a:off x="5071382" y="3272654"/>
                <a:ext cx="776289" cy="671512"/>
              </a:xfrm>
              <a:custGeom>
                <a:avLst/>
                <a:gdLst>
                  <a:gd name="connsiteX0" fmla="*/ 752475 w 752475"/>
                  <a:gd name="connsiteY0" fmla="*/ 0 h 466725"/>
                  <a:gd name="connsiteX1" fmla="*/ 0 w 752475"/>
                  <a:gd name="connsiteY1" fmla="*/ 466725 h 466725"/>
                  <a:gd name="connsiteX2" fmla="*/ 366712 w 752475"/>
                  <a:gd name="connsiteY2" fmla="*/ 442913 h 466725"/>
                  <a:gd name="connsiteX3" fmla="*/ 752475 w 752475"/>
                  <a:gd name="connsiteY3" fmla="*/ 0 h 466725"/>
                  <a:gd name="connsiteX0" fmla="*/ 633413 w 633413"/>
                  <a:gd name="connsiteY0" fmla="*/ 0 h 585787"/>
                  <a:gd name="connsiteX1" fmla="*/ 0 w 633413"/>
                  <a:gd name="connsiteY1" fmla="*/ 585787 h 585787"/>
                  <a:gd name="connsiteX2" fmla="*/ 366712 w 633413"/>
                  <a:gd name="connsiteY2" fmla="*/ 561975 h 585787"/>
                  <a:gd name="connsiteX3" fmla="*/ 633413 w 633413"/>
                  <a:gd name="connsiteY3" fmla="*/ 0 h 585787"/>
                </a:gdLst>
                <a:ahLst/>
                <a:cxnLst>
                  <a:cxn ang="0">
                    <a:pos x="connsiteX0" y="connsiteY0"/>
                  </a:cxn>
                  <a:cxn ang="0">
                    <a:pos x="connsiteX1" y="connsiteY1"/>
                  </a:cxn>
                  <a:cxn ang="0">
                    <a:pos x="connsiteX2" y="connsiteY2"/>
                  </a:cxn>
                  <a:cxn ang="0">
                    <a:pos x="connsiteX3" y="connsiteY3"/>
                  </a:cxn>
                </a:cxnLst>
                <a:rect l="l" t="t" r="r" b="b"/>
                <a:pathLst>
                  <a:path w="633413" h="585787">
                    <a:moveTo>
                      <a:pt x="633413" y="0"/>
                    </a:moveTo>
                    <a:lnTo>
                      <a:pt x="0" y="585787"/>
                    </a:lnTo>
                    <a:lnTo>
                      <a:pt x="366712" y="561975"/>
                    </a:lnTo>
                    <a:lnTo>
                      <a:pt x="633413" y="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Freeform 107"/>
              <p:cNvSpPr/>
              <p:nvPr/>
            </p:nvSpPr>
            <p:spPr>
              <a:xfrm>
                <a:off x="4933270" y="2524941"/>
                <a:ext cx="752475" cy="466725"/>
              </a:xfrm>
              <a:custGeom>
                <a:avLst/>
                <a:gdLst>
                  <a:gd name="connsiteX0" fmla="*/ 752475 w 752475"/>
                  <a:gd name="connsiteY0" fmla="*/ 0 h 466725"/>
                  <a:gd name="connsiteX1" fmla="*/ 0 w 752475"/>
                  <a:gd name="connsiteY1" fmla="*/ 466725 h 466725"/>
                  <a:gd name="connsiteX2" fmla="*/ 366712 w 752475"/>
                  <a:gd name="connsiteY2" fmla="*/ 442913 h 466725"/>
                  <a:gd name="connsiteX3" fmla="*/ 752475 w 752475"/>
                  <a:gd name="connsiteY3" fmla="*/ 0 h 466725"/>
                </a:gdLst>
                <a:ahLst/>
                <a:cxnLst>
                  <a:cxn ang="0">
                    <a:pos x="connsiteX0" y="connsiteY0"/>
                  </a:cxn>
                  <a:cxn ang="0">
                    <a:pos x="connsiteX1" y="connsiteY1"/>
                  </a:cxn>
                  <a:cxn ang="0">
                    <a:pos x="connsiteX2" y="connsiteY2"/>
                  </a:cxn>
                  <a:cxn ang="0">
                    <a:pos x="connsiteX3" y="connsiteY3"/>
                  </a:cxn>
                </a:cxnLst>
                <a:rect l="l" t="t" r="r" b="b"/>
                <a:pathLst>
                  <a:path w="752475" h="466725">
                    <a:moveTo>
                      <a:pt x="752475" y="0"/>
                    </a:moveTo>
                    <a:lnTo>
                      <a:pt x="0" y="466725"/>
                    </a:lnTo>
                    <a:lnTo>
                      <a:pt x="366712" y="442913"/>
                    </a:lnTo>
                    <a:lnTo>
                      <a:pt x="752475" y="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7"/>
              <p:cNvSpPr>
                <a:spLocks noChangeArrowheads="1"/>
              </p:cNvSpPr>
              <p:nvPr/>
            </p:nvSpPr>
            <p:spPr bwMode="auto">
              <a:xfrm rot="21294957" flipH="1">
                <a:off x="5679948" y="4667660"/>
                <a:ext cx="425780" cy="234923"/>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0" name="Oval 11"/>
              <p:cNvSpPr>
                <a:spLocks noChangeArrowheads="1"/>
              </p:cNvSpPr>
              <p:nvPr/>
            </p:nvSpPr>
            <p:spPr bwMode="auto">
              <a:xfrm rot="21443586" flipH="1">
                <a:off x="5880280" y="1788011"/>
                <a:ext cx="436944" cy="513769"/>
              </a:xfrm>
              <a:prstGeom prst="ellipse">
                <a:avLst/>
              </a:prstGeom>
              <a:solidFill>
                <a:schemeClr val="tx2">
                  <a:lumMod val="50000"/>
                </a:schemeClr>
              </a:solidFill>
              <a:ln w="9525" algn="ctr">
                <a:noFill/>
                <a:round/>
                <a:headEnd/>
                <a:tailEnd/>
              </a:ln>
            </p:spPr>
            <p:txBody>
              <a:bodyPr wrap="none" anchor="ctr"/>
              <a:lstStyle/>
              <a:p>
                <a:endParaRPr lang="en-US" dirty="0"/>
              </a:p>
            </p:txBody>
          </p:sp>
          <p:sp>
            <p:nvSpPr>
              <p:cNvPr id="111" name="Rectangle 15"/>
              <p:cNvSpPr>
                <a:spLocks noChangeArrowheads="1"/>
              </p:cNvSpPr>
              <p:nvPr/>
            </p:nvSpPr>
            <p:spPr bwMode="auto">
              <a:xfrm rot="20045024" flipH="1">
                <a:off x="6024868" y="3359660"/>
                <a:ext cx="297247" cy="689266"/>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2" name="Rectangle 17"/>
              <p:cNvSpPr>
                <a:spLocks noChangeArrowheads="1"/>
              </p:cNvSpPr>
              <p:nvPr/>
            </p:nvSpPr>
            <p:spPr bwMode="auto">
              <a:xfrm flipH="1">
                <a:off x="6364930" y="4695689"/>
                <a:ext cx="406400" cy="2190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3" name="Rectangle 15"/>
              <p:cNvSpPr>
                <a:spLocks noChangeArrowheads="1"/>
              </p:cNvSpPr>
              <p:nvPr/>
            </p:nvSpPr>
            <p:spPr bwMode="auto">
              <a:xfrm rot="21060018" flipH="1">
                <a:off x="6271892" y="3994031"/>
                <a:ext cx="236538" cy="86959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4" name="Rectangle 15"/>
              <p:cNvSpPr>
                <a:spLocks noChangeArrowheads="1"/>
              </p:cNvSpPr>
              <p:nvPr/>
            </p:nvSpPr>
            <p:spPr bwMode="auto">
              <a:xfrm rot="631007" flipH="1">
                <a:off x="5673850" y="3420496"/>
                <a:ext cx="312890" cy="789782"/>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5" name="Rectangle 15"/>
              <p:cNvSpPr>
                <a:spLocks noChangeArrowheads="1"/>
              </p:cNvSpPr>
              <p:nvPr/>
            </p:nvSpPr>
            <p:spPr bwMode="auto">
              <a:xfrm rot="20081950" flipH="1">
                <a:off x="5784815" y="4111161"/>
                <a:ext cx="209037" cy="75494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6" name="Rectangle 14"/>
              <p:cNvSpPr>
                <a:spLocks noChangeArrowheads="1"/>
              </p:cNvSpPr>
              <p:nvPr/>
            </p:nvSpPr>
            <p:spPr bwMode="auto">
              <a:xfrm rot="19284302">
                <a:off x="6509584" y="2357901"/>
                <a:ext cx="252871" cy="70485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7" name="Rectangle 116"/>
              <p:cNvSpPr>
                <a:spLocks noChangeArrowheads="1"/>
              </p:cNvSpPr>
              <p:nvPr/>
            </p:nvSpPr>
            <p:spPr bwMode="auto">
              <a:xfrm rot="10396229">
                <a:off x="6745333" y="2896432"/>
                <a:ext cx="217342" cy="41241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8" name="Rectangle 13"/>
              <p:cNvSpPr>
                <a:spLocks noChangeArrowheads="1"/>
              </p:cNvSpPr>
              <p:nvPr/>
            </p:nvSpPr>
            <p:spPr bwMode="auto">
              <a:xfrm rot="17370522">
                <a:off x="6684870" y="3276272"/>
                <a:ext cx="228184" cy="20963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9" name="Rectangle 14"/>
              <p:cNvSpPr>
                <a:spLocks noChangeArrowheads="1"/>
              </p:cNvSpPr>
              <p:nvPr/>
            </p:nvSpPr>
            <p:spPr bwMode="auto">
              <a:xfrm rot="1763045">
                <a:off x="5619946" y="2425667"/>
                <a:ext cx="252871" cy="53375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20" name="Freeform 119"/>
              <p:cNvSpPr/>
              <p:nvPr/>
            </p:nvSpPr>
            <p:spPr>
              <a:xfrm>
                <a:off x="5497559" y="2192655"/>
                <a:ext cx="1204912" cy="1252538"/>
              </a:xfrm>
              <a:custGeom>
                <a:avLst/>
                <a:gdLst>
                  <a:gd name="connsiteX0" fmla="*/ 700087 w 1204912"/>
                  <a:gd name="connsiteY0" fmla="*/ 0 h 1252538"/>
                  <a:gd name="connsiteX1" fmla="*/ 1204912 w 1204912"/>
                  <a:gd name="connsiteY1" fmla="*/ 366713 h 1252538"/>
                  <a:gd name="connsiteX2" fmla="*/ 685800 w 1204912"/>
                  <a:gd name="connsiteY2" fmla="*/ 804863 h 1252538"/>
                  <a:gd name="connsiteX3" fmla="*/ 719137 w 1204912"/>
                  <a:gd name="connsiteY3" fmla="*/ 1228725 h 1252538"/>
                  <a:gd name="connsiteX4" fmla="*/ 238125 w 1204912"/>
                  <a:gd name="connsiteY4" fmla="*/ 1252538 h 1252538"/>
                  <a:gd name="connsiteX5" fmla="*/ 214312 w 1204912"/>
                  <a:gd name="connsiteY5" fmla="*/ 904875 h 1252538"/>
                  <a:gd name="connsiteX6" fmla="*/ 0 w 1204912"/>
                  <a:gd name="connsiteY6" fmla="*/ 414338 h 1252538"/>
                  <a:gd name="connsiteX7" fmla="*/ 204787 w 1204912"/>
                  <a:gd name="connsiteY7" fmla="*/ 238125 h 1252538"/>
                  <a:gd name="connsiteX8" fmla="*/ 500062 w 1204912"/>
                  <a:gd name="connsiteY8" fmla="*/ 109538 h 1252538"/>
                  <a:gd name="connsiteX9" fmla="*/ 481012 w 1204912"/>
                  <a:gd name="connsiteY9" fmla="*/ 19050 h 1252538"/>
                  <a:gd name="connsiteX10" fmla="*/ 762000 w 1204912"/>
                  <a:gd name="connsiteY10" fmla="*/ 28575 h 1252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04912" h="1252538">
                    <a:moveTo>
                      <a:pt x="700087" y="0"/>
                    </a:moveTo>
                    <a:lnTo>
                      <a:pt x="1204912" y="366713"/>
                    </a:lnTo>
                    <a:lnTo>
                      <a:pt x="685800" y="804863"/>
                    </a:lnTo>
                    <a:lnTo>
                      <a:pt x="719137" y="1228725"/>
                    </a:lnTo>
                    <a:lnTo>
                      <a:pt x="238125" y="1252538"/>
                    </a:lnTo>
                    <a:lnTo>
                      <a:pt x="214312" y="904875"/>
                    </a:lnTo>
                    <a:lnTo>
                      <a:pt x="0" y="414338"/>
                    </a:lnTo>
                    <a:lnTo>
                      <a:pt x="204787" y="238125"/>
                    </a:lnTo>
                    <a:lnTo>
                      <a:pt x="500062" y="109538"/>
                    </a:lnTo>
                    <a:lnTo>
                      <a:pt x="481012" y="19050"/>
                    </a:lnTo>
                    <a:lnTo>
                      <a:pt x="762000" y="28575"/>
                    </a:lnTo>
                  </a:path>
                </a:pathLst>
              </a:cu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120"/>
              <p:cNvSpPr/>
              <p:nvPr/>
            </p:nvSpPr>
            <p:spPr>
              <a:xfrm>
                <a:off x="5776232" y="2291579"/>
                <a:ext cx="252413" cy="219075"/>
              </a:xfrm>
              <a:custGeom>
                <a:avLst/>
                <a:gdLst>
                  <a:gd name="connsiteX0" fmla="*/ 33338 w 252413"/>
                  <a:gd name="connsiteY0" fmla="*/ 0 h 219075"/>
                  <a:gd name="connsiteX1" fmla="*/ 252413 w 252413"/>
                  <a:gd name="connsiteY1" fmla="*/ 219075 h 219075"/>
                  <a:gd name="connsiteX2" fmla="*/ 47625 w 252413"/>
                  <a:gd name="connsiteY2" fmla="*/ 128587 h 219075"/>
                  <a:gd name="connsiteX3" fmla="*/ 0 w 252413"/>
                  <a:gd name="connsiteY3" fmla="*/ 47625 h 219075"/>
                  <a:gd name="connsiteX4" fmla="*/ 33338 w 252413"/>
                  <a:gd name="connsiteY4" fmla="*/ 0 h 21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2413" h="219075">
                    <a:moveTo>
                      <a:pt x="33338" y="0"/>
                    </a:moveTo>
                    <a:lnTo>
                      <a:pt x="252413" y="219075"/>
                    </a:lnTo>
                    <a:lnTo>
                      <a:pt x="47625" y="128587"/>
                    </a:lnTo>
                    <a:lnTo>
                      <a:pt x="0" y="47625"/>
                    </a:lnTo>
                    <a:lnTo>
                      <a:pt x="33338"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Freeform 121"/>
              <p:cNvSpPr/>
              <p:nvPr/>
            </p:nvSpPr>
            <p:spPr>
              <a:xfrm>
                <a:off x="5538107" y="2296341"/>
                <a:ext cx="495300" cy="242888"/>
              </a:xfrm>
              <a:custGeom>
                <a:avLst/>
                <a:gdLst>
                  <a:gd name="connsiteX0" fmla="*/ 133350 w 495300"/>
                  <a:gd name="connsiteY0" fmla="*/ 0 h 242888"/>
                  <a:gd name="connsiteX1" fmla="*/ 295275 w 495300"/>
                  <a:gd name="connsiteY1" fmla="*/ 90488 h 242888"/>
                  <a:gd name="connsiteX2" fmla="*/ 495300 w 495300"/>
                  <a:gd name="connsiteY2" fmla="*/ 242888 h 242888"/>
                  <a:gd name="connsiteX3" fmla="*/ 304800 w 495300"/>
                  <a:gd name="connsiteY3" fmla="*/ 219075 h 242888"/>
                  <a:gd name="connsiteX4" fmla="*/ 161925 w 495300"/>
                  <a:gd name="connsiteY4" fmla="*/ 133350 h 242888"/>
                  <a:gd name="connsiteX5" fmla="*/ 100013 w 495300"/>
                  <a:gd name="connsiteY5" fmla="*/ 47625 h 242888"/>
                  <a:gd name="connsiteX6" fmla="*/ 0 w 495300"/>
                  <a:gd name="connsiteY6" fmla="*/ 52388 h 242888"/>
                  <a:gd name="connsiteX7" fmla="*/ 133350 w 495300"/>
                  <a:gd name="connsiteY7" fmla="*/ 0 h 242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95300" h="242888">
                    <a:moveTo>
                      <a:pt x="133350" y="0"/>
                    </a:moveTo>
                    <a:lnTo>
                      <a:pt x="295275" y="90488"/>
                    </a:lnTo>
                    <a:lnTo>
                      <a:pt x="495300" y="242888"/>
                    </a:lnTo>
                    <a:lnTo>
                      <a:pt x="304800" y="219075"/>
                    </a:lnTo>
                    <a:lnTo>
                      <a:pt x="161925" y="133350"/>
                    </a:lnTo>
                    <a:lnTo>
                      <a:pt x="100013" y="47625"/>
                    </a:lnTo>
                    <a:lnTo>
                      <a:pt x="0" y="52388"/>
                    </a:lnTo>
                    <a:lnTo>
                      <a:pt x="13335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Freeform 122"/>
              <p:cNvSpPr/>
              <p:nvPr/>
            </p:nvSpPr>
            <p:spPr>
              <a:xfrm>
                <a:off x="6214382" y="2296341"/>
                <a:ext cx="266700" cy="214313"/>
              </a:xfrm>
              <a:custGeom>
                <a:avLst/>
                <a:gdLst>
                  <a:gd name="connsiteX0" fmla="*/ 176213 w 266700"/>
                  <a:gd name="connsiteY0" fmla="*/ 0 h 214313"/>
                  <a:gd name="connsiteX1" fmla="*/ 0 w 266700"/>
                  <a:gd name="connsiteY1" fmla="*/ 214313 h 214313"/>
                  <a:gd name="connsiteX2" fmla="*/ 228600 w 266700"/>
                  <a:gd name="connsiteY2" fmla="*/ 90488 h 214313"/>
                  <a:gd name="connsiteX3" fmla="*/ 266700 w 266700"/>
                  <a:gd name="connsiteY3" fmla="*/ 19050 h 214313"/>
                  <a:gd name="connsiteX4" fmla="*/ 176213 w 266700"/>
                  <a:gd name="connsiteY4" fmla="*/ 0 h 2143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6700" h="214313">
                    <a:moveTo>
                      <a:pt x="176213" y="0"/>
                    </a:moveTo>
                    <a:lnTo>
                      <a:pt x="0" y="214313"/>
                    </a:lnTo>
                    <a:lnTo>
                      <a:pt x="228600" y="90488"/>
                    </a:lnTo>
                    <a:lnTo>
                      <a:pt x="266700" y="19050"/>
                    </a:lnTo>
                    <a:lnTo>
                      <a:pt x="176213"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Freeform 123"/>
              <p:cNvSpPr/>
              <p:nvPr/>
            </p:nvSpPr>
            <p:spPr>
              <a:xfrm>
                <a:off x="6252482" y="2324916"/>
                <a:ext cx="361950" cy="185738"/>
              </a:xfrm>
              <a:custGeom>
                <a:avLst/>
                <a:gdLst>
                  <a:gd name="connsiteX0" fmla="*/ 257175 w 361950"/>
                  <a:gd name="connsiteY0" fmla="*/ 0 h 185738"/>
                  <a:gd name="connsiteX1" fmla="*/ 0 w 361950"/>
                  <a:gd name="connsiteY1" fmla="*/ 185738 h 185738"/>
                  <a:gd name="connsiteX2" fmla="*/ 309563 w 361950"/>
                  <a:gd name="connsiteY2" fmla="*/ 152400 h 185738"/>
                  <a:gd name="connsiteX3" fmla="*/ 361950 w 361950"/>
                  <a:gd name="connsiteY3" fmla="*/ 66675 h 185738"/>
                  <a:gd name="connsiteX4" fmla="*/ 300038 w 361950"/>
                  <a:gd name="connsiteY4" fmla="*/ 28575 h 185738"/>
                  <a:gd name="connsiteX5" fmla="*/ 257175 w 361950"/>
                  <a:gd name="connsiteY5" fmla="*/ 0 h 185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1950" h="185738">
                    <a:moveTo>
                      <a:pt x="257175" y="0"/>
                    </a:moveTo>
                    <a:lnTo>
                      <a:pt x="0" y="185738"/>
                    </a:lnTo>
                    <a:lnTo>
                      <a:pt x="309563" y="152400"/>
                    </a:lnTo>
                    <a:lnTo>
                      <a:pt x="361950" y="66675"/>
                    </a:lnTo>
                    <a:lnTo>
                      <a:pt x="300038" y="28575"/>
                    </a:lnTo>
                    <a:lnTo>
                      <a:pt x="257175"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124"/>
              <p:cNvSpPr>
                <a:spLocks noChangeArrowheads="1"/>
              </p:cNvSpPr>
              <p:nvPr/>
            </p:nvSpPr>
            <p:spPr bwMode="auto">
              <a:xfrm rot="12691974">
                <a:off x="5407072" y="2829756"/>
                <a:ext cx="217342" cy="41241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26" name="Rectangle 13"/>
              <p:cNvSpPr>
                <a:spLocks noChangeArrowheads="1"/>
              </p:cNvSpPr>
              <p:nvPr/>
            </p:nvSpPr>
            <p:spPr bwMode="auto">
              <a:xfrm rot="17370522">
                <a:off x="5208495" y="3185786"/>
                <a:ext cx="228184" cy="209639"/>
              </a:xfrm>
              <a:prstGeom prst="rect">
                <a:avLst/>
              </a:prstGeom>
              <a:solidFill>
                <a:schemeClr val="tx2">
                  <a:lumMod val="50000"/>
                </a:schemeClr>
              </a:solidFill>
              <a:ln w="9525" algn="ctr">
                <a:noFill/>
                <a:miter lim="800000"/>
                <a:headEnd/>
                <a:tailEnd/>
              </a:ln>
            </p:spPr>
            <p:txBody>
              <a:bodyPr wrap="none" anchor="ctr"/>
              <a:lstStyle/>
              <a:p>
                <a:endParaRPr lang="en-US" dirty="0"/>
              </a:p>
            </p:txBody>
          </p:sp>
        </p:grpSp>
        <p:sp>
          <p:nvSpPr>
            <p:cNvPr id="32" name="Rectangle 31"/>
            <p:cNvSpPr/>
            <p:nvPr/>
          </p:nvSpPr>
          <p:spPr>
            <a:xfrm>
              <a:off x="2854406" y="169240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p:cNvSpPr/>
            <p:nvPr/>
          </p:nvSpPr>
          <p:spPr>
            <a:xfrm>
              <a:off x="3248853" y="1696891"/>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p:cNvSpPr/>
            <p:nvPr/>
          </p:nvSpPr>
          <p:spPr>
            <a:xfrm rot="1820704">
              <a:off x="3191787" y="2014507"/>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062302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123.6.4.5</a:t>
            </a:r>
          </a:p>
        </p:txBody>
      </p:sp>
      <p:sp>
        <p:nvSpPr>
          <p:cNvPr id="3" name="Content Placeholder 2"/>
          <p:cNvSpPr>
            <a:spLocks noGrp="1"/>
          </p:cNvSpPr>
          <p:nvPr>
            <p:ph sz="half" idx="1"/>
          </p:nvPr>
        </p:nvSpPr>
        <p:spPr/>
        <p:txBody>
          <a:bodyPr/>
          <a:lstStyle/>
          <a:p>
            <a:pPr marL="0" indent="0">
              <a:buNone/>
            </a:pPr>
            <a:r>
              <a:rPr lang="en-US" dirty="0"/>
              <a:t>Super Person and Normal Person go from ground level to the top of a tall building. Which person has done more work?</a:t>
            </a:r>
          </a:p>
          <a:p>
            <a:pPr marL="514350" indent="-514350">
              <a:buAutoNum type="alphaLcParenR"/>
            </a:pPr>
            <a:r>
              <a:rPr lang="en-US" dirty="0"/>
              <a:t>Super Person</a:t>
            </a:r>
          </a:p>
          <a:p>
            <a:pPr marL="514350" indent="-514350">
              <a:buAutoNum type="alphaLcParenR"/>
            </a:pPr>
            <a:r>
              <a:rPr lang="en-US" dirty="0"/>
              <a:t>Normal Person</a:t>
            </a:r>
          </a:p>
          <a:p>
            <a:pPr marL="514350" indent="-514350">
              <a:buAutoNum type="alphaLcParenR"/>
            </a:pPr>
            <a:r>
              <a:rPr lang="en-US" dirty="0"/>
              <a:t>Both the same</a:t>
            </a:r>
          </a:p>
        </p:txBody>
      </p:sp>
      <p:sp>
        <p:nvSpPr>
          <p:cNvPr id="5" name="Slide Number Placeholder 4"/>
          <p:cNvSpPr>
            <a:spLocks noGrp="1"/>
          </p:cNvSpPr>
          <p:nvPr>
            <p:ph type="sldNum" sz="quarter" idx="12"/>
          </p:nvPr>
        </p:nvSpPr>
        <p:spPr/>
        <p:txBody>
          <a:bodyPr/>
          <a:lstStyle/>
          <a:p>
            <a:pPr>
              <a:defRPr/>
            </a:pPr>
            <a:fld id="{B1FAC045-A2BD-494E-A302-A17DACBEC634}" type="slidenum">
              <a:rPr lang="en-US" smtClean="0"/>
              <a:pPr>
                <a:defRPr/>
              </a:pPr>
              <a:t>20</a:t>
            </a:fld>
            <a:endParaRPr lang="en-US"/>
          </a:p>
        </p:txBody>
      </p:sp>
      <p:grpSp>
        <p:nvGrpSpPr>
          <p:cNvPr id="130" name="Group 129"/>
          <p:cNvGrpSpPr/>
          <p:nvPr/>
        </p:nvGrpSpPr>
        <p:grpSpPr>
          <a:xfrm>
            <a:off x="6856550" y="1611087"/>
            <a:ext cx="3013165" cy="3984171"/>
            <a:chOff x="1616892" y="1071155"/>
            <a:chExt cx="5238206" cy="5786845"/>
          </a:xfrm>
        </p:grpSpPr>
        <p:pic>
          <p:nvPicPr>
            <p:cNvPr id="6" name="Picture 4"/>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558" t="16605" r="-558" b="25816"/>
            <a:stretch/>
          </p:blipFill>
          <p:spPr bwMode="auto">
            <a:xfrm flipH="1">
              <a:off x="2500718" y="1319348"/>
              <a:ext cx="2342697" cy="470263"/>
            </a:xfrm>
            <a:prstGeom prst="rect">
              <a:avLst/>
            </a:prstGeom>
            <a:solidFill>
              <a:schemeClr val="bg1">
                <a:alpha val="79000"/>
              </a:schemeClr>
            </a:solidFill>
            <a:ln>
              <a:noFill/>
            </a:ln>
            <a:effectLst/>
          </p:spPr>
        </p:pic>
        <p:sp>
          <p:nvSpPr>
            <p:cNvPr id="7" name="Rectangle 6"/>
            <p:cNvSpPr/>
            <p:nvPr/>
          </p:nvSpPr>
          <p:spPr>
            <a:xfrm rot="18892869">
              <a:off x="2766288" y="1649564"/>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2795547" y="1487638"/>
              <a:ext cx="1943368" cy="66842"/>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rot="13593565">
              <a:off x="2790099" y="1659089"/>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rot="18892869">
              <a:off x="3504476" y="1640039"/>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rot="13593565">
              <a:off x="3528287" y="1649564"/>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rot="18892869">
              <a:off x="4299813" y="1644801"/>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rot="13593565">
              <a:off x="4323624" y="1654326"/>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2557418" y="1815737"/>
              <a:ext cx="2534194" cy="491163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p:cNvSpPr/>
            <p:nvPr/>
          </p:nvSpPr>
          <p:spPr>
            <a:xfrm>
              <a:off x="1616892" y="6740434"/>
              <a:ext cx="5238206" cy="117566"/>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1330" y="6254903"/>
              <a:ext cx="438785" cy="4771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Freeform 16"/>
            <p:cNvSpPr/>
            <p:nvPr/>
          </p:nvSpPr>
          <p:spPr>
            <a:xfrm>
              <a:off x="4686663" y="1515291"/>
              <a:ext cx="1810885" cy="4872446"/>
            </a:xfrm>
            <a:custGeom>
              <a:avLst/>
              <a:gdLst>
                <a:gd name="connsiteX0" fmla="*/ 1802675 w 1810885"/>
                <a:gd name="connsiteY0" fmla="*/ 4872446 h 4872446"/>
                <a:gd name="connsiteX1" fmla="*/ 1789612 w 1810885"/>
                <a:gd name="connsiteY1" fmla="*/ 2873829 h 4872446"/>
                <a:gd name="connsiteX2" fmla="*/ 1619795 w 1810885"/>
                <a:gd name="connsiteY2" fmla="*/ 600892 h 4872446"/>
                <a:gd name="connsiteX3" fmla="*/ 0 w 1810885"/>
                <a:gd name="connsiteY3" fmla="*/ 0 h 4872446"/>
              </a:gdLst>
              <a:ahLst/>
              <a:cxnLst>
                <a:cxn ang="0">
                  <a:pos x="connsiteX0" y="connsiteY0"/>
                </a:cxn>
                <a:cxn ang="0">
                  <a:pos x="connsiteX1" y="connsiteY1"/>
                </a:cxn>
                <a:cxn ang="0">
                  <a:pos x="connsiteX2" y="connsiteY2"/>
                </a:cxn>
                <a:cxn ang="0">
                  <a:pos x="connsiteX3" y="connsiteY3"/>
                </a:cxn>
              </a:cxnLst>
              <a:rect l="l" t="t" r="r" b="b"/>
              <a:pathLst>
                <a:path w="1810885" h="4872446">
                  <a:moveTo>
                    <a:pt x="1802675" y="4872446"/>
                  </a:moveTo>
                  <a:cubicBezTo>
                    <a:pt x="1811383" y="4229100"/>
                    <a:pt x="1820092" y="3585755"/>
                    <a:pt x="1789612" y="2873829"/>
                  </a:cubicBezTo>
                  <a:cubicBezTo>
                    <a:pt x="1759132" y="2161903"/>
                    <a:pt x="1918064" y="1079863"/>
                    <a:pt x="1619795" y="600892"/>
                  </a:cubicBezTo>
                  <a:cubicBezTo>
                    <a:pt x="1321526" y="121920"/>
                    <a:pt x="660763" y="60960"/>
                    <a:pt x="0" y="0"/>
                  </a:cubicBezTo>
                </a:path>
              </a:pathLst>
            </a:custGeom>
            <a:noFill/>
            <a:ln w="635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2693041" y="5887890"/>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p:cNvSpPr/>
            <p:nvPr/>
          </p:nvSpPr>
          <p:spPr>
            <a:xfrm>
              <a:off x="4270830" y="5220020"/>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rot="19780565">
              <a:off x="3156153" y="5556081"/>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p:cNvSpPr/>
            <p:nvPr/>
          </p:nvSpPr>
          <p:spPr>
            <a:xfrm rot="1819435" flipH="1">
              <a:off x="3133741" y="4888210"/>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p:cNvSpPr/>
            <p:nvPr/>
          </p:nvSpPr>
          <p:spPr>
            <a:xfrm>
              <a:off x="2751312" y="4574561"/>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a:off x="4342548" y="3893245"/>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p:cNvSpPr/>
            <p:nvPr/>
          </p:nvSpPr>
          <p:spPr>
            <a:xfrm rot="19780565">
              <a:off x="3227871" y="4229306"/>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p:cNvSpPr/>
            <p:nvPr/>
          </p:nvSpPr>
          <p:spPr>
            <a:xfrm rot="1819435" flipH="1">
              <a:off x="3205459" y="3574880"/>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2823030" y="3261231"/>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p:cNvSpPr/>
            <p:nvPr/>
          </p:nvSpPr>
          <p:spPr>
            <a:xfrm>
              <a:off x="4360476" y="2593362"/>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p:cNvSpPr/>
            <p:nvPr/>
          </p:nvSpPr>
          <p:spPr>
            <a:xfrm rot="19780565">
              <a:off x="3245799" y="2929423"/>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p:cNvSpPr/>
            <p:nvPr/>
          </p:nvSpPr>
          <p:spPr>
            <a:xfrm rot="1819435" flipH="1">
              <a:off x="3196494" y="2274997"/>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p:cNvSpPr/>
            <p:nvPr/>
          </p:nvSpPr>
          <p:spPr>
            <a:xfrm>
              <a:off x="2814065" y="1961348"/>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p:cNvSpPr/>
            <p:nvPr/>
          </p:nvSpPr>
          <p:spPr>
            <a:xfrm rot="1819435" flipH="1">
              <a:off x="3138223" y="6210504"/>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p:cNvSpPr/>
            <p:nvPr/>
          </p:nvSpPr>
          <p:spPr>
            <a:xfrm>
              <a:off x="2746830" y="561894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p:cNvSpPr/>
            <p:nvPr/>
          </p:nvSpPr>
          <p:spPr>
            <a:xfrm>
              <a:off x="3141277" y="562343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p:cNvSpPr/>
            <p:nvPr/>
          </p:nvSpPr>
          <p:spPr>
            <a:xfrm>
              <a:off x="2697524" y="5609985"/>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p:cNvSpPr/>
            <p:nvPr/>
          </p:nvSpPr>
          <p:spPr>
            <a:xfrm>
              <a:off x="2805100" y="430561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p:cNvSpPr/>
            <p:nvPr/>
          </p:nvSpPr>
          <p:spPr>
            <a:xfrm>
              <a:off x="3199547" y="431010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p:cNvSpPr/>
            <p:nvPr/>
          </p:nvSpPr>
          <p:spPr>
            <a:xfrm>
              <a:off x="2755794" y="4296655"/>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p:cNvSpPr/>
            <p:nvPr/>
          </p:nvSpPr>
          <p:spPr>
            <a:xfrm>
              <a:off x="2876817" y="2978843"/>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3271264" y="2983326"/>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p:cNvSpPr/>
            <p:nvPr/>
          </p:nvSpPr>
          <p:spPr>
            <a:xfrm>
              <a:off x="2827511" y="2969879"/>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p:cNvSpPr/>
            <p:nvPr/>
          </p:nvSpPr>
          <p:spPr>
            <a:xfrm>
              <a:off x="4427711" y="2337866"/>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p:cNvSpPr/>
            <p:nvPr/>
          </p:nvSpPr>
          <p:spPr>
            <a:xfrm>
              <a:off x="4822158" y="234234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p:cNvSpPr/>
            <p:nvPr/>
          </p:nvSpPr>
          <p:spPr>
            <a:xfrm>
              <a:off x="4378405" y="2328902"/>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p:cNvSpPr/>
            <p:nvPr/>
          </p:nvSpPr>
          <p:spPr>
            <a:xfrm>
              <a:off x="4405300" y="3633266"/>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p:cNvSpPr/>
            <p:nvPr/>
          </p:nvSpPr>
          <p:spPr>
            <a:xfrm>
              <a:off x="4799747" y="363774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p:cNvSpPr/>
            <p:nvPr/>
          </p:nvSpPr>
          <p:spPr>
            <a:xfrm>
              <a:off x="4355994" y="3624302"/>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p:cNvSpPr/>
            <p:nvPr/>
          </p:nvSpPr>
          <p:spPr>
            <a:xfrm>
              <a:off x="4369441" y="4928666"/>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p:cNvSpPr/>
            <p:nvPr/>
          </p:nvSpPr>
          <p:spPr>
            <a:xfrm>
              <a:off x="4763888" y="493314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p:cNvSpPr/>
            <p:nvPr/>
          </p:nvSpPr>
          <p:spPr>
            <a:xfrm>
              <a:off x="4320135" y="4919702"/>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p:cNvSpPr/>
            <p:nvPr/>
          </p:nvSpPr>
          <p:spPr>
            <a:xfrm rot="1820704">
              <a:off x="3129035" y="4627718"/>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p:cNvSpPr/>
            <p:nvPr/>
          </p:nvSpPr>
          <p:spPr>
            <a:xfrm>
              <a:off x="3602959" y="455214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p:cNvSpPr/>
            <p:nvPr/>
          </p:nvSpPr>
          <p:spPr>
            <a:xfrm>
              <a:off x="4037747" y="4812124"/>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p:cNvSpPr/>
            <p:nvPr/>
          </p:nvSpPr>
          <p:spPr>
            <a:xfrm rot="1820704">
              <a:off x="3241093" y="3314389"/>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p:cNvSpPr/>
            <p:nvPr/>
          </p:nvSpPr>
          <p:spPr>
            <a:xfrm>
              <a:off x="3715017" y="323881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p:cNvSpPr/>
            <p:nvPr/>
          </p:nvSpPr>
          <p:spPr>
            <a:xfrm>
              <a:off x="4149805" y="3498795"/>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p:cNvSpPr/>
            <p:nvPr/>
          </p:nvSpPr>
          <p:spPr>
            <a:xfrm>
              <a:off x="3665711" y="1938937"/>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p:cNvSpPr/>
            <p:nvPr/>
          </p:nvSpPr>
          <p:spPr>
            <a:xfrm>
              <a:off x="4100499" y="2198913"/>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p:cNvSpPr/>
            <p:nvPr/>
          </p:nvSpPr>
          <p:spPr>
            <a:xfrm>
              <a:off x="3602958" y="5856513"/>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p:cNvSpPr/>
            <p:nvPr/>
          </p:nvSpPr>
          <p:spPr>
            <a:xfrm>
              <a:off x="4037746" y="611648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p:cNvGrpSpPr/>
            <p:nvPr/>
          </p:nvGrpSpPr>
          <p:grpSpPr>
            <a:xfrm flipH="1">
              <a:off x="3079727" y="5175195"/>
              <a:ext cx="1357790" cy="542365"/>
              <a:chOff x="816993" y="4693022"/>
              <a:chExt cx="1357790" cy="542365"/>
            </a:xfrm>
          </p:grpSpPr>
          <p:sp>
            <p:nvSpPr>
              <p:cNvPr id="61" name="Rectangle 60"/>
              <p:cNvSpPr/>
              <p:nvPr/>
            </p:nvSpPr>
            <p:spPr>
              <a:xfrm rot="1820704">
                <a:off x="816993" y="4768592"/>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p:cNvSpPr/>
              <p:nvPr/>
            </p:nvSpPr>
            <p:spPr>
              <a:xfrm>
                <a:off x="1290917" y="469302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p:cNvSpPr/>
              <p:nvPr/>
            </p:nvSpPr>
            <p:spPr>
              <a:xfrm>
                <a:off x="1725705" y="495299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 name="Group 63"/>
            <p:cNvGrpSpPr/>
            <p:nvPr/>
          </p:nvGrpSpPr>
          <p:grpSpPr>
            <a:xfrm flipH="1">
              <a:off x="3137998" y="3875312"/>
              <a:ext cx="1357790" cy="542365"/>
              <a:chOff x="816993" y="4693022"/>
              <a:chExt cx="1357790" cy="542365"/>
            </a:xfrm>
          </p:grpSpPr>
          <p:sp>
            <p:nvSpPr>
              <p:cNvPr id="65" name="Rectangle 64"/>
              <p:cNvSpPr/>
              <p:nvPr/>
            </p:nvSpPr>
            <p:spPr>
              <a:xfrm rot="1820704">
                <a:off x="816993" y="4768592"/>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p:cNvSpPr/>
              <p:nvPr/>
            </p:nvSpPr>
            <p:spPr>
              <a:xfrm>
                <a:off x="1290917" y="469302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p:cNvSpPr/>
              <p:nvPr/>
            </p:nvSpPr>
            <p:spPr>
              <a:xfrm>
                <a:off x="1725705" y="495299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 name="Group 67"/>
            <p:cNvGrpSpPr/>
            <p:nvPr/>
          </p:nvGrpSpPr>
          <p:grpSpPr>
            <a:xfrm flipH="1">
              <a:off x="3223163" y="2561989"/>
              <a:ext cx="1357790" cy="542365"/>
              <a:chOff x="816993" y="4693022"/>
              <a:chExt cx="1357790" cy="542365"/>
            </a:xfrm>
          </p:grpSpPr>
          <p:sp>
            <p:nvSpPr>
              <p:cNvPr id="69" name="Rectangle 68"/>
              <p:cNvSpPr/>
              <p:nvPr/>
            </p:nvSpPr>
            <p:spPr>
              <a:xfrm rot="1820704">
                <a:off x="816993" y="4768592"/>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p:cNvSpPr/>
              <p:nvPr/>
            </p:nvSpPr>
            <p:spPr>
              <a:xfrm>
                <a:off x="1290917" y="469302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p:cNvSpPr/>
              <p:nvPr/>
            </p:nvSpPr>
            <p:spPr>
              <a:xfrm>
                <a:off x="1725705" y="495299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2" name="Group 71"/>
            <p:cNvGrpSpPr/>
            <p:nvPr/>
          </p:nvGrpSpPr>
          <p:grpSpPr>
            <a:xfrm>
              <a:off x="3715016" y="5686182"/>
              <a:ext cx="268942" cy="603269"/>
              <a:chOff x="689354" y="3076303"/>
              <a:chExt cx="1317005" cy="2892341"/>
            </a:xfrm>
          </p:grpSpPr>
          <p:sp>
            <p:nvSpPr>
              <p:cNvPr id="73" name="Oval 12"/>
              <p:cNvSpPr>
                <a:spLocks noChangeArrowheads="1"/>
              </p:cNvSpPr>
              <p:nvPr/>
            </p:nvSpPr>
            <p:spPr bwMode="auto">
              <a:xfrm flipH="1">
                <a:off x="1350437" y="3567928"/>
                <a:ext cx="364198" cy="1056067"/>
              </a:xfrm>
              <a:prstGeom prst="ellipse">
                <a:avLst/>
              </a:prstGeom>
              <a:solidFill>
                <a:schemeClr val="tx2">
                  <a:lumMod val="50000"/>
                </a:schemeClr>
              </a:solidFill>
              <a:ln w="9525" algn="ctr">
                <a:noFill/>
                <a:round/>
                <a:headEnd/>
                <a:tailEnd/>
              </a:ln>
            </p:spPr>
            <p:txBody>
              <a:bodyPr wrap="none" anchor="ctr"/>
              <a:lstStyle/>
              <a:p>
                <a:endParaRPr lang="en-US" dirty="0"/>
              </a:p>
            </p:txBody>
          </p:sp>
          <p:sp>
            <p:nvSpPr>
              <p:cNvPr id="74" name="Rectangle 14"/>
              <p:cNvSpPr>
                <a:spLocks noChangeArrowheads="1"/>
              </p:cNvSpPr>
              <p:nvPr/>
            </p:nvSpPr>
            <p:spPr bwMode="auto">
              <a:xfrm rot="425131" flipH="1">
                <a:off x="1841642" y="4006962"/>
                <a:ext cx="146514" cy="53151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5" name="Rectangle 17"/>
              <p:cNvSpPr>
                <a:spLocks noChangeArrowheads="1"/>
              </p:cNvSpPr>
              <p:nvPr/>
            </p:nvSpPr>
            <p:spPr bwMode="auto">
              <a:xfrm flipH="1">
                <a:off x="689354" y="5419657"/>
                <a:ext cx="388629" cy="15488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6" name="Oval 11"/>
              <p:cNvSpPr>
                <a:spLocks noChangeArrowheads="1"/>
              </p:cNvSpPr>
              <p:nvPr/>
            </p:nvSpPr>
            <p:spPr bwMode="auto">
              <a:xfrm flipH="1">
                <a:off x="1290787" y="3076303"/>
                <a:ext cx="430166" cy="521942"/>
              </a:xfrm>
              <a:prstGeom prst="ellipse">
                <a:avLst/>
              </a:prstGeom>
              <a:solidFill>
                <a:schemeClr val="tx2">
                  <a:lumMod val="50000"/>
                </a:schemeClr>
              </a:solidFill>
              <a:ln w="9525" algn="ctr">
                <a:solidFill>
                  <a:schemeClr val="bg1"/>
                </a:solidFill>
                <a:round/>
                <a:headEnd/>
                <a:tailEnd/>
              </a:ln>
            </p:spPr>
            <p:txBody>
              <a:bodyPr wrap="none" anchor="ctr"/>
              <a:lstStyle/>
              <a:p>
                <a:endParaRPr lang="en-US" dirty="0"/>
              </a:p>
            </p:txBody>
          </p:sp>
          <p:sp>
            <p:nvSpPr>
              <p:cNvPr id="77" name="Rectangle 76"/>
              <p:cNvSpPr>
                <a:spLocks noChangeArrowheads="1"/>
              </p:cNvSpPr>
              <p:nvPr/>
            </p:nvSpPr>
            <p:spPr bwMode="auto">
              <a:xfrm rot="8649417" flipH="1">
                <a:off x="1699536" y="3602366"/>
                <a:ext cx="158548" cy="529262"/>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8" name="Rectangle 15"/>
              <p:cNvSpPr>
                <a:spLocks noChangeArrowheads="1"/>
              </p:cNvSpPr>
              <p:nvPr/>
            </p:nvSpPr>
            <p:spPr bwMode="auto">
              <a:xfrm rot="20522501" flipH="1">
                <a:off x="1574718" y="4426741"/>
                <a:ext cx="207525" cy="768548"/>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9" name="Rectangle 15"/>
              <p:cNvSpPr>
                <a:spLocks noChangeArrowheads="1"/>
              </p:cNvSpPr>
              <p:nvPr/>
            </p:nvSpPr>
            <p:spPr bwMode="auto">
              <a:xfrm rot="20814809" flipH="1">
                <a:off x="1767725" y="5090117"/>
                <a:ext cx="204776" cy="86790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0" name="Rectangle 79"/>
              <p:cNvSpPr>
                <a:spLocks noChangeArrowheads="1"/>
              </p:cNvSpPr>
              <p:nvPr/>
            </p:nvSpPr>
            <p:spPr bwMode="auto">
              <a:xfrm rot="335058" flipH="1">
                <a:off x="1641720" y="5823414"/>
                <a:ext cx="311787" cy="14523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1" name="Rectangle 15"/>
              <p:cNvSpPr>
                <a:spLocks noChangeArrowheads="1"/>
              </p:cNvSpPr>
              <p:nvPr/>
            </p:nvSpPr>
            <p:spPr bwMode="auto">
              <a:xfrm rot="3898404" flipH="1">
                <a:off x="1147925" y="4299275"/>
                <a:ext cx="208897" cy="76854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2" name="Rectangle 15"/>
              <p:cNvSpPr>
                <a:spLocks noChangeArrowheads="1"/>
              </p:cNvSpPr>
              <p:nvPr/>
            </p:nvSpPr>
            <p:spPr bwMode="auto">
              <a:xfrm flipH="1">
                <a:off x="869473" y="4685969"/>
                <a:ext cx="180969" cy="896678"/>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3" name="Rectangle 13"/>
              <p:cNvSpPr>
                <a:spLocks noChangeArrowheads="1"/>
              </p:cNvSpPr>
              <p:nvPr/>
            </p:nvSpPr>
            <p:spPr bwMode="auto">
              <a:xfrm rot="4229478" flipH="1">
                <a:off x="1830927" y="4463593"/>
                <a:ext cx="124590" cy="2262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4" name="Rectangle 14"/>
              <p:cNvSpPr>
                <a:spLocks noChangeArrowheads="1"/>
              </p:cNvSpPr>
              <p:nvPr/>
            </p:nvSpPr>
            <p:spPr bwMode="auto">
              <a:xfrm rot="2481570" flipH="1">
                <a:off x="1088984" y="4004854"/>
                <a:ext cx="146514" cy="53151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5" name="Rectangle 84"/>
              <p:cNvSpPr>
                <a:spLocks noChangeArrowheads="1"/>
              </p:cNvSpPr>
              <p:nvPr/>
            </p:nvSpPr>
            <p:spPr bwMode="auto">
              <a:xfrm rot="12397112" flipH="1">
                <a:off x="1340971" y="3623914"/>
                <a:ext cx="158548" cy="529262"/>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6" name="Rectangle 13"/>
              <p:cNvSpPr>
                <a:spLocks noChangeArrowheads="1"/>
              </p:cNvSpPr>
              <p:nvPr/>
            </p:nvSpPr>
            <p:spPr bwMode="auto">
              <a:xfrm rot="7497537" flipH="1">
                <a:off x="943356" y="4333834"/>
                <a:ext cx="124590" cy="226275"/>
              </a:xfrm>
              <a:prstGeom prst="rect">
                <a:avLst/>
              </a:prstGeom>
              <a:solidFill>
                <a:schemeClr val="tx2">
                  <a:lumMod val="50000"/>
                </a:schemeClr>
              </a:solidFill>
              <a:ln w="9525" algn="ctr">
                <a:noFill/>
                <a:miter lim="800000"/>
                <a:headEnd/>
                <a:tailEnd/>
              </a:ln>
            </p:spPr>
            <p:txBody>
              <a:bodyPr wrap="none" anchor="ctr"/>
              <a:lstStyle/>
              <a:p>
                <a:endParaRPr lang="en-US" dirty="0"/>
              </a:p>
            </p:txBody>
          </p:sp>
        </p:grpSp>
        <p:sp>
          <p:nvSpPr>
            <p:cNvPr id="87" name="Rectangle 86"/>
            <p:cNvSpPr/>
            <p:nvPr/>
          </p:nvSpPr>
          <p:spPr>
            <a:xfrm rot="1820704">
              <a:off x="3129034" y="5932083"/>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8" name="Group 87"/>
            <p:cNvGrpSpPr/>
            <p:nvPr/>
          </p:nvGrpSpPr>
          <p:grpSpPr>
            <a:xfrm>
              <a:off x="5758968" y="6197173"/>
              <a:ext cx="228602" cy="547538"/>
              <a:chOff x="1271541" y="2207348"/>
              <a:chExt cx="1216138" cy="3815140"/>
            </a:xfrm>
            <a:solidFill>
              <a:schemeClr val="tx2">
                <a:lumMod val="50000"/>
              </a:schemeClr>
            </a:solidFill>
          </p:grpSpPr>
          <p:sp>
            <p:nvSpPr>
              <p:cNvPr id="89" name="Oval 12"/>
              <p:cNvSpPr>
                <a:spLocks noChangeArrowheads="1"/>
              </p:cNvSpPr>
              <p:nvPr/>
            </p:nvSpPr>
            <p:spPr bwMode="auto">
              <a:xfrm flipH="1">
                <a:off x="1681044" y="2865611"/>
                <a:ext cx="420688" cy="1400456"/>
              </a:xfrm>
              <a:prstGeom prst="ellipse">
                <a:avLst/>
              </a:prstGeom>
              <a:grpFill/>
              <a:ln w="9525" algn="ctr">
                <a:noFill/>
                <a:round/>
                <a:headEnd/>
                <a:tailEnd/>
              </a:ln>
            </p:spPr>
            <p:txBody>
              <a:bodyPr wrap="none" anchor="ctr"/>
              <a:lstStyle/>
              <a:p>
                <a:endParaRPr lang="en-US" dirty="0"/>
              </a:p>
            </p:txBody>
          </p:sp>
          <p:sp>
            <p:nvSpPr>
              <p:cNvPr id="90" name="Rectangle 14"/>
              <p:cNvSpPr>
                <a:spLocks noChangeArrowheads="1"/>
              </p:cNvSpPr>
              <p:nvPr/>
            </p:nvSpPr>
            <p:spPr bwMode="auto">
              <a:xfrm rot="425131" flipH="1">
                <a:off x="2264942" y="3441499"/>
                <a:ext cx="169239" cy="704850"/>
              </a:xfrm>
              <a:prstGeom prst="rect">
                <a:avLst/>
              </a:prstGeom>
              <a:grpFill/>
              <a:ln w="9525" algn="ctr">
                <a:noFill/>
                <a:miter lim="800000"/>
                <a:headEnd/>
                <a:tailEnd/>
              </a:ln>
            </p:spPr>
            <p:txBody>
              <a:bodyPr wrap="none" anchor="ctr"/>
              <a:lstStyle/>
              <a:p>
                <a:endParaRPr lang="en-US" dirty="0"/>
              </a:p>
            </p:txBody>
          </p:sp>
          <p:sp>
            <p:nvSpPr>
              <p:cNvPr id="91" name="Rectangle 17"/>
              <p:cNvSpPr>
                <a:spLocks noChangeArrowheads="1"/>
              </p:cNvSpPr>
              <p:nvPr/>
            </p:nvSpPr>
            <p:spPr bwMode="auto">
              <a:xfrm flipH="1">
                <a:off x="1271541" y="5760992"/>
                <a:ext cx="448907" cy="205387"/>
              </a:xfrm>
              <a:prstGeom prst="rect">
                <a:avLst/>
              </a:prstGeom>
              <a:grpFill/>
              <a:ln w="9525" algn="ctr">
                <a:noFill/>
                <a:miter lim="800000"/>
                <a:headEnd/>
                <a:tailEnd/>
              </a:ln>
            </p:spPr>
            <p:txBody>
              <a:bodyPr wrap="none" anchor="ctr"/>
              <a:lstStyle/>
              <a:p>
                <a:endParaRPr lang="en-US" dirty="0"/>
              </a:p>
            </p:txBody>
          </p:sp>
          <p:sp>
            <p:nvSpPr>
              <p:cNvPr id="92" name="Oval 11"/>
              <p:cNvSpPr>
                <a:spLocks noChangeArrowheads="1"/>
              </p:cNvSpPr>
              <p:nvPr/>
            </p:nvSpPr>
            <p:spPr bwMode="auto">
              <a:xfrm flipH="1">
                <a:off x="1628646" y="2207348"/>
                <a:ext cx="496888" cy="692150"/>
              </a:xfrm>
              <a:prstGeom prst="ellipse">
                <a:avLst/>
              </a:prstGeom>
              <a:grpFill/>
              <a:ln w="9525" algn="ctr">
                <a:solidFill>
                  <a:schemeClr val="bg1"/>
                </a:solidFill>
                <a:round/>
                <a:headEnd/>
                <a:tailEnd/>
              </a:ln>
            </p:spPr>
            <p:txBody>
              <a:bodyPr wrap="none" anchor="ctr"/>
              <a:lstStyle/>
              <a:p>
                <a:endParaRPr lang="en-US" dirty="0"/>
              </a:p>
            </p:txBody>
          </p:sp>
          <p:sp>
            <p:nvSpPr>
              <p:cNvPr id="93" name="Rectangle 92"/>
              <p:cNvSpPr>
                <a:spLocks noChangeArrowheads="1"/>
              </p:cNvSpPr>
              <p:nvPr/>
            </p:nvSpPr>
            <p:spPr bwMode="auto">
              <a:xfrm rot="8649417" flipH="1">
                <a:off x="2100794" y="2904963"/>
                <a:ext cx="183140" cy="701857"/>
              </a:xfrm>
              <a:prstGeom prst="rect">
                <a:avLst/>
              </a:prstGeom>
              <a:grpFill/>
              <a:ln w="9525" algn="ctr">
                <a:noFill/>
                <a:miter lim="800000"/>
                <a:headEnd/>
                <a:tailEnd/>
              </a:ln>
            </p:spPr>
            <p:txBody>
              <a:bodyPr wrap="none" anchor="ctr"/>
              <a:lstStyle/>
              <a:p>
                <a:endParaRPr lang="en-US" dirty="0"/>
              </a:p>
            </p:txBody>
          </p:sp>
          <p:sp>
            <p:nvSpPr>
              <p:cNvPr id="94" name="Rectangle 15"/>
              <p:cNvSpPr>
                <a:spLocks noChangeArrowheads="1"/>
              </p:cNvSpPr>
              <p:nvPr/>
            </p:nvSpPr>
            <p:spPr bwMode="auto">
              <a:xfrm rot="20522501" flipH="1">
                <a:off x="1956616" y="3998171"/>
                <a:ext cx="239713" cy="1019175"/>
              </a:xfrm>
              <a:prstGeom prst="rect">
                <a:avLst/>
              </a:prstGeom>
              <a:grpFill/>
              <a:ln w="9525" algn="ctr">
                <a:noFill/>
                <a:miter lim="800000"/>
                <a:headEnd/>
                <a:tailEnd/>
              </a:ln>
            </p:spPr>
            <p:txBody>
              <a:bodyPr wrap="none" anchor="ctr"/>
              <a:lstStyle/>
              <a:p>
                <a:endParaRPr lang="en-US" dirty="0"/>
              </a:p>
            </p:txBody>
          </p:sp>
          <p:sp>
            <p:nvSpPr>
              <p:cNvPr id="95" name="Rectangle 15"/>
              <p:cNvSpPr>
                <a:spLocks noChangeArrowheads="1"/>
              </p:cNvSpPr>
              <p:nvPr/>
            </p:nvSpPr>
            <p:spPr bwMode="auto">
              <a:xfrm flipH="1">
                <a:off x="2108045" y="4871561"/>
                <a:ext cx="236538" cy="1150927"/>
              </a:xfrm>
              <a:prstGeom prst="rect">
                <a:avLst/>
              </a:prstGeom>
              <a:grpFill/>
              <a:ln w="9525" algn="ctr">
                <a:noFill/>
                <a:miter lim="800000"/>
                <a:headEnd/>
                <a:tailEnd/>
              </a:ln>
            </p:spPr>
            <p:txBody>
              <a:bodyPr wrap="none" anchor="ctr"/>
              <a:lstStyle/>
              <a:p>
                <a:endParaRPr lang="en-US" dirty="0"/>
              </a:p>
            </p:txBody>
          </p:sp>
          <p:sp>
            <p:nvSpPr>
              <p:cNvPr id="96" name="Rectangle 95"/>
              <p:cNvSpPr>
                <a:spLocks noChangeArrowheads="1"/>
              </p:cNvSpPr>
              <p:nvPr/>
            </p:nvSpPr>
            <p:spPr bwMode="auto">
              <a:xfrm rot="335058" flipH="1">
                <a:off x="2127532" y="5806095"/>
                <a:ext cx="360147" cy="192590"/>
              </a:xfrm>
              <a:prstGeom prst="rect">
                <a:avLst/>
              </a:prstGeom>
              <a:grpFill/>
              <a:ln w="9525" algn="ctr">
                <a:noFill/>
                <a:miter lim="800000"/>
                <a:headEnd/>
                <a:tailEnd/>
              </a:ln>
            </p:spPr>
            <p:txBody>
              <a:bodyPr wrap="none" anchor="ctr"/>
              <a:lstStyle/>
              <a:p>
                <a:endParaRPr lang="en-US" dirty="0"/>
              </a:p>
            </p:txBody>
          </p:sp>
          <p:sp>
            <p:nvSpPr>
              <p:cNvPr id="97" name="Rectangle 15"/>
              <p:cNvSpPr>
                <a:spLocks noChangeArrowheads="1"/>
              </p:cNvSpPr>
              <p:nvPr/>
            </p:nvSpPr>
            <p:spPr bwMode="auto">
              <a:xfrm rot="631007" flipH="1">
                <a:off x="1551643" y="3961764"/>
                <a:ext cx="241300" cy="1019175"/>
              </a:xfrm>
              <a:prstGeom prst="rect">
                <a:avLst/>
              </a:prstGeom>
              <a:grpFill/>
              <a:ln w="9525" algn="ctr">
                <a:noFill/>
                <a:miter lim="800000"/>
                <a:headEnd/>
                <a:tailEnd/>
              </a:ln>
            </p:spPr>
            <p:txBody>
              <a:bodyPr wrap="none" anchor="ctr"/>
              <a:lstStyle/>
              <a:p>
                <a:endParaRPr lang="en-US" dirty="0"/>
              </a:p>
            </p:txBody>
          </p:sp>
          <p:sp>
            <p:nvSpPr>
              <p:cNvPr id="98" name="Rectangle 15"/>
              <p:cNvSpPr>
                <a:spLocks noChangeArrowheads="1"/>
              </p:cNvSpPr>
              <p:nvPr/>
            </p:nvSpPr>
            <p:spPr bwMode="auto">
              <a:xfrm flipH="1">
                <a:off x="1504795" y="4791106"/>
                <a:ext cx="209037" cy="1189088"/>
              </a:xfrm>
              <a:prstGeom prst="rect">
                <a:avLst/>
              </a:prstGeom>
              <a:grpFill/>
              <a:ln w="9525" algn="ctr">
                <a:noFill/>
                <a:miter lim="800000"/>
                <a:headEnd/>
                <a:tailEnd/>
              </a:ln>
            </p:spPr>
            <p:txBody>
              <a:bodyPr wrap="none" anchor="ctr"/>
              <a:lstStyle/>
              <a:p>
                <a:endParaRPr lang="en-US" dirty="0"/>
              </a:p>
            </p:txBody>
          </p:sp>
          <p:sp>
            <p:nvSpPr>
              <p:cNvPr id="99" name="Rectangle 13"/>
              <p:cNvSpPr>
                <a:spLocks noChangeArrowheads="1"/>
              </p:cNvSpPr>
              <p:nvPr/>
            </p:nvSpPr>
            <p:spPr bwMode="auto">
              <a:xfrm rot="4229478" flipH="1">
                <a:off x="2241913" y="4066386"/>
                <a:ext cx="165219" cy="261372"/>
              </a:xfrm>
              <a:prstGeom prst="rect">
                <a:avLst/>
              </a:prstGeom>
              <a:grpFill/>
              <a:ln w="9525" algn="ctr">
                <a:noFill/>
                <a:miter lim="800000"/>
                <a:headEnd/>
                <a:tailEnd/>
              </a:ln>
            </p:spPr>
            <p:txBody>
              <a:bodyPr wrap="none" anchor="ctr"/>
              <a:lstStyle/>
              <a:p>
                <a:endParaRPr lang="en-US" dirty="0"/>
              </a:p>
            </p:txBody>
          </p:sp>
          <p:sp>
            <p:nvSpPr>
              <p:cNvPr id="100" name="Rectangle 14"/>
              <p:cNvSpPr>
                <a:spLocks noChangeArrowheads="1"/>
              </p:cNvSpPr>
              <p:nvPr/>
            </p:nvSpPr>
            <p:spPr bwMode="auto">
              <a:xfrm flipH="1">
                <a:off x="1450555" y="3508174"/>
                <a:ext cx="169239" cy="704850"/>
              </a:xfrm>
              <a:prstGeom prst="rect">
                <a:avLst/>
              </a:prstGeom>
              <a:grpFill/>
              <a:ln w="9525" algn="ctr">
                <a:noFill/>
                <a:miter lim="800000"/>
                <a:headEnd/>
                <a:tailEnd/>
              </a:ln>
            </p:spPr>
            <p:txBody>
              <a:bodyPr wrap="none" anchor="ctr"/>
              <a:lstStyle/>
              <a:p>
                <a:endParaRPr lang="en-US" dirty="0"/>
              </a:p>
            </p:txBody>
          </p:sp>
          <p:sp>
            <p:nvSpPr>
              <p:cNvPr id="101" name="Rectangle 100"/>
              <p:cNvSpPr>
                <a:spLocks noChangeArrowheads="1"/>
              </p:cNvSpPr>
              <p:nvPr/>
            </p:nvSpPr>
            <p:spPr bwMode="auto">
              <a:xfrm rot="11917476" flipH="1">
                <a:off x="1543582" y="2933538"/>
                <a:ext cx="183140" cy="701857"/>
              </a:xfrm>
              <a:prstGeom prst="rect">
                <a:avLst/>
              </a:prstGeom>
              <a:grpFill/>
              <a:ln w="9525" algn="ctr">
                <a:noFill/>
                <a:miter lim="800000"/>
                <a:headEnd/>
                <a:tailEnd/>
              </a:ln>
            </p:spPr>
            <p:txBody>
              <a:bodyPr wrap="none" anchor="ctr"/>
              <a:lstStyle/>
              <a:p>
                <a:endParaRPr lang="en-US" dirty="0"/>
              </a:p>
            </p:txBody>
          </p:sp>
          <p:sp>
            <p:nvSpPr>
              <p:cNvPr id="102" name="Rectangle 13"/>
              <p:cNvSpPr>
                <a:spLocks noChangeArrowheads="1"/>
              </p:cNvSpPr>
              <p:nvPr/>
            </p:nvSpPr>
            <p:spPr bwMode="auto">
              <a:xfrm rot="7497537" flipH="1">
                <a:off x="1403713" y="4071147"/>
                <a:ext cx="165219" cy="261372"/>
              </a:xfrm>
              <a:prstGeom prst="rect">
                <a:avLst/>
              </a:prstGeom>
              <a:grpFill/>
              <a:ln w="9525" algn="ctr">
                <a:noFill/>
                <a:miter lim="800000"/>
                <a:headEnd/>
                <a:tailEnd/>
              </a:ln>
            </p:spPr>
            <p:txBody>
              <a:bodyPr wrap="none" anchor="ctr"/>
              <a:lstStyle/>
              <a:p>
                <a:endParaRPr lang="en-US" dirty="0"/>
              </a:p>
            </p:txBody>
          </p:sp>
        </p:grpSp>
        <p:sp>
          <p:nvSpPr>
            <p:cNvPr id="103" name="Freeform 102"/>
            <p:cNvSpPr/>
            <p:nvPr/>
          </p:nvSpPr>
          <p:spPr>
            <a:xfrm>
              <a:off x="4051194" y="6237514"/>
              <a:ext cx="1479176" cy="265337"/>
            </a:xfrm>
            <a:custGeom>
              <a:avLst/>
              <a:gdLst>
                <a:gd name="connsiteX0" fmla="*/ 1479176 w 1479176"/>
                <a:gd name="connsiteY0" fmla="*/ 242047 h 265337"/>
                <a:gd name="connsiteX1" fmla="*/ 605117 w 1479176"/>
                <a:gd name="connsiteY1" fmla="*/ 242047 h 265337"/>
                <a:gd name="connsiteX2" fmla="*/ 0 w 1479176"/>
                <a:gd name="connsiteY2" fmla="*/ 0 h 265337"/>
              </a:gdLst>
              <a:ahLst/>
              <a:cxnLst>
                <a:cxn ang="0">
                  <a:pos x="connsiteX0" y="connsiteY0"/>
                </a:cxn>
                <a:cxn ang="0">
                  <a:pos x="connsiteX1" y="connsiteY1"/>
                </a:cxn>
                <a:cxn ang="0">
                  <a:pos x="connsiteX2" y="connsiteY2"/>
                </a:cxn>
              </a:cxnLst>
              <a:rect l="l" t="t" r="r" b="b"/>
              <a:pathLst>
                <a:path w="1479176" h="265337">
                  <a:moveTo>
                    <a:pt x="1479176" y="242047"/>
                  </a:moveTo>
                  <a:cubicBezTo>
                    <a:pt x="1165411" y="262217"/>
                    <a:pt x="851646" y="282388"/>
                    <a:pt x="605117" y="242047"/>
                  </a:cubicBezTo>
                  <a:cubicBezTo>
                    <a:pt x="358588" y="201706"/>
                    <a:pt x="0" y="0"/>
                    <a:pt x="0" y="0"/>
                  </a:cubicBezTo>
                </a:path>
              </a:pathLst>
            </a:cu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Rectangle 103"/>
            <p:cNvSpPr/>
            <p:nvPr/>
          </p:nvSpPr>
          <p:spPr>
            <a:xfrm>
              <a:off x="2544355" y="1071155"/>
              <a:ext cx="2573384" cy="770708"/>
            </a:xfrm>
            <a:prstGeom prst="rect">
              <a:avLst/>
            </a:prstGeom>
            <a:solidFill>
              <a:schemeClr val="bg1">
                <a:alpha val="4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5" name="Group 104"/>
            <p:cNvGrpSpPr/>
            <p:nvPr/>
          </p:nvGrpSpPr>
          <p:grpSpPr>
            <a:xfrm>
              <a:off x="4554537" y="1319347"/>
              <a:ext cx="497886" cy="509452"/>
              <a:chOff x="4104595" y="1788011"/>
              <a:chExt cx="2858080" cy="3126753"/>
            </a:xfrm>
          </p:grpSpPr>
          <p:sp>
            <p:nvSpPr>
              <p:cNvPr id="106" name="Freeform 105"/>
              <p:cNvSpPr/>
              <p:nvPr/>
            </p:nvSpPr>
            <p:spPr>
              <a:xfrm>
                <a:off x="4104595" y="2272529"/>
                <a:ext cx="2519362" cy="1895475"/>
              </a:xfrm>
              <a:custGeom>
                <a:avLst/>
                <a:gdLst>
                  <a:gd name="connsiteX0" fmla="*/ 1947862 w 2519362"/>
                  <a:gd name="connsiteY0" fmla="*/ 204787 h 1895475"/>
                  <a:gd name="connsiteX1" fmla="*/ 1771650 w 2519362"/>
                  <a:gd name="connsiteY1" fmla="*/ 109537 h 1895475"/>
                  <a:gd name="connsiteX2" fmla="*/ 1714500 w 2519362"/>
                  <a:gd name="connsiteY2" fmla="*/ 0 h 1895475"/>
                  <a:gd name="connsiteX3" fmla="*/ 1647825 w 2519362"/>
                  <a:gd name="connsiteY3" fmla="*/ 9525 h 1895475"/>
                  <a:gd name="connsiteX4" fmla="*/ 1666875 w 2519362"/>
                  <a:gd name="connsiteY4" fmla="*/ 80962 h 1895475"/>
                  <a:gd name="connsiteX5" fmla="*/ 1576387 w 2519362"/>
                  <a:gd name="connsiteY5" fmla="*/ 19050 h 1895475"/>
                  <a:gd name="connsiteX6" fmla="*/ 1400175 w 2519362"/>
                  <a:gd name="connsiteY6" fmla="*/ 76200 h 1895475"/>
                  <a:gd name="connsiteX7" fmla="*/ 1104900 w 2519362"/>
                  <a:gd name="connsiteY7" fmla="*/ 347662 h 1895475"/>
                  <a:gd name="connsiteX8" fmla="*/ 828675 w 2519362"/>
                  <a:gd name="connsiteY8" fmla="*/ 461962 h 1895475"/>
                  <a:gd name="connsiteX9" fmla="*/ 319087 w 2519362"/>
                  <a:gd name="connsiteY9" fmla="*/ 528637 h 1895475"/>
                  <a:gd name="connsiteX10" fmla="*/ 0 w 2519362"/>
                  <a:gd name="connsiteY10" fmla="*/ 652462 h 1895475"/>
                  <a:gd name="connsiteX11" fmla="*/ 223837 w 2519362"/>
                  <a:gd name="connsiteY11" fmla="*/ 938212 h 1895475"/>
                  <a:gd name="connsiteX12" fmla="*/ 366712 w 2519362"/>
                  <a:gd name="connsiteY12" fmla="*/ 1300162 h 1895475"/>
                  <a:gd name="connsiteX13" fmla="*/ 661987 w 2519362"/>
                  <a:gd name="connsiteY13" fmla="*/ 1543050 h 1895475"/>
                  <a:gd name="connsiteX14" fmla="*/ 838200 w 2519362"/>
                  <a:gd name="connsiteY14" fmla="*/ 1514475 h 1895475"/>
                  <a:gd name="connsiteX15" fmla="*/ 976312 w 2519362"/>
                  <a:gd name="connsiteY15" fmla="*/ 1509712 h 1895475"/>
                  <a:gd name="connsiteX16" fmla="*/ 1066800 w 2519362"/>
                  <a:gd name="connsiteY16" fmla="*/ 1576387 h 1895475"/>
                  <a:gd name="connsiteX17" fmla="*/ 904875 w 2519362"/>
                  <a:gd name="connsiteY17" fmla="*/ 1633537 h 1895475"/>
                  <a:gd name="connsiteX18" fmla="*/ 885825 w 2519362"/>
                  <a:gd name="connsiteY18" fmla="*/ 1733550 h 1895475"/>
                  <a:gd name="connsiteX19" fmla="*/ 1100137 w 2519362"/>
                  <a:gd name="connsiteY19" fmla="*/ 1790700 h 1895475"/>
                  <a:gd name="connsiteX20" fmla="*/ 1319212 w 2519362"/>
                  <a:gd name="connsiteY20" fmla="*/ 1785937 h 1895475"/>
                  <a:gd name="connsiteX21" fmla="*/ 1495425 w 2519362"/>
                  <a:gd name="connsiteY21" fmla="*/ 1833562 h 1895475"/>
                  <a:gd name="connsiteX22" fmla="*/ 1619250 w 2519362"/>
                  <a:gd name="connsiteY22" fmla="*/ 1895475 h 1895475"/>
                  <a:gd name="connsiteX23" fmla="*/ 1814512 w 2519362"/>
                  <a:gd name="connsiteY23" fmla="*/ 1695450 h 1895475"/>
                  <a:gd name="connsiteX24" fmla="*/ 1995487 w 2519362"/>
                  <a:gd name="connsiteY24" fmla="*/ 1495425 h 1895475"/>
                  <a:gd name="connsiteX25" fmla="*/ 2233612 w 2519362"/>
                  <a:gd name="connsiteY25" fmla="*/ 1223962 h 1895475"/>
                  <a:gd name="connsiteX26" fmla="*/ 2395537 w 2519362"/>
                  <a:gd name="connsiteY26" fmla="*/ 909637 h 1895475"/>
                  <a:gd name="connsiteX27" fmla="*/ 2428875 w 2519362"/>
                  <a:gd name="connsiteY27" fmla="*/ 628650 h 1895475"/>
                  <a:gd name="connsiteX28" fmla="*/ 2519362 w 2519362"/>
                  <a:gd name="connsiteY28" fmla="*/ 104775 h 1895475"/>
                  <a:gd name="connsiteX29" fmla="*/ 2405062 w 2519362"/>
                  <a:gd name="connsiteY29" fmla="*/ 47625 h 1895475"/>
                  <a:gd name="connsiteX30" fmla="*/ 2343150 w 2519362"/>
                  <a:gd name="connsiteY30" fmla="*/ 123825 h 1895475"/>
                  <a:gd name="connsiteX31" fmla="*/ 2195512 w 2519362"/>
                  <a:gd name="connsiteY31" fmla="*/ 214312 h 1895475"/>
                  <a:gd name="connsiteX32" fmla="*/ 2143125 w 2519362"/>
                  <a:gd name="connsiteY32" fmla="*/ 190500 h 1895475"/>
                  <a:gd name="connsiteX33" fmla="*/ 2347912 w 2519362"/>
                  <a:gd name="connsiteY33" fmla="*/ 61912 h 1895475"/>
                  <a:gd name="connsiteX34" fmla="*/ 2338387 w 2519362"/>
                  <a:gd name="connsiteY34" fmla="*/ 19050 h 1895475"/>
                  <a:gd name="connsiteX35" fmla="*/ 2271712 w 2519362"/>
                  <a:gd name="connsiteY35" fmla="*/ 23812 h 1895475"/>
                  <a:gd name="connsiteX36" fmla="*/ 2162175 w 2519362"/>
                  <a:gd name="connsiteY36" fmla="*/ 147637 h 1895475"/>
                  <a:gd name="connsiteX37" fmla="*/ 2176462 w 2519362"/>
                  <a:gd name="connsiteY37" fmla="*/ 28575 h 1895475"/>
                  <a:gd name="connsiteX38" fmla="*/ 2028825 w 2519362"/>
                  <a:gd name="connsiteY38" fmla="*/ 200025 h 1895475"/>
                  <a:gd name="connsiteX39" fmla="*/ 1947862 w 2519362"/>
                  <a:gd name="connsiteY39" fmla="*/ 204787 h 1895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19362" h="1895475">
                    <a:moveTo>
                      <a:pt x="1947862" y="204787"/>
                    </a:moveTo>
                    <a:lnTo>
                      <a:pt x="1771650" y="109537"/>
                    </a:lnTo>
                    <a:lnTo>
                      <a:pt x="1714500" y="0"/>
                    </a:lnTo>
                    <a:lnTo>
                      <a:pt x="1647825" y="9525"/>
                    </a:lnTo>
                    <a:lnTo>
                      <a:pt x="1666875" y="80962"/>
                    </a:lnTo>
                    <a:lnTo>
                      <a:pt x="1576387" y="19050"/>
                    </a:lnTo>
                    <a:lnTo>
                      <a:pt x="1400175" y="76200"/>
                    </a:lnTo>
                    <a:lnTo>
                      <a:pt x="1104900" y="347662"/>
                    </a:lnTo>
                    <a:lnTo>
                      <a:pt x="828675" y="461962"/>
                    </a:lnTo>
                    <a:lnTo>
                      <a:pt x="319087" y="528637"/>
                    </a:lnTo>
                    <a:lnTo>
                      <a:pt x="0" y="652462"/>
                    </a:lnTo>
                    <a:lnTo>
                      <a:pt x="223837" y="938212"/>
                    </a:lnTo>
                    <a:lnTo>
                      <a:pt x="366712" y="1300162"/>
                    </a:lnTo>
                    <a:lnTo>
                      <a:pt x="661987" y="1543050"/>
                    </a:lnTo>
                    <a:lnTo>
                      <a:pt x="838200" y="1514475"/>
                    </a:lnTo>
                    <a:lnTo>
                      <a:pt x="976312" y="1509712"/>
                    </a:lnTo>
                    <a:lnTo>
                      <a:pt x="1066800" y="1576387"/>
                    </a:lnTo>
                    <a:lnTo>
                      <a:pt x="904875" y="1633537"/>
                    </a:lnTo>
                    <a:lnTo>
                      <a:pt x="885825" y="1733550"/>
                    </a:lnTo>
                    <a:lnTo>
                      <a:pt x="1100137" y="1790700"/>
                    </a:lnTo>
                    <a:lnTo>
                      <a:pt x="1319212" y="1785937"/>
                    </a:lnTo>
                    <a:lnTo>
                      <a:pt x="1495425" y="1833562"/>
                    </a:lnTo>
                    <a:lnTo>
                      <a:pt x="1619250" y="1895475"/>
                    </a:lnTo>
                    <a:lnTo>
                      <a:pt x="1814512" y="1695450"/>
                    </a:lnTo>
                    <a:lnTo>
                      <a:pt x="1995487" y="1495425"/>
                    </a:lnTo>
                    <a:lnTo>
                      <a:pt x="2233612" y="1223962"/>
                    </a:lnTo>
                    <a:lnTo>
                      <a:pt x="2395537" y="909637"/>
                    </a:lnTo>
                    <a:lnTo>
                      <a:pt x="2428875" y="628650"/>
                    </a:lnTo>
                    <a:lnTo>
                      <a:pt x="2519362" y="104775"/>
                    </a:lnTo>
                    <a:lnTo>
                      <a:pt x="2405062" y="47625"/>
                    </a:lnTo>
                    <a:lnTo>
                      <a:pt x="2343150" y="123825"/>
                    </a:lnTo>
                    <a:lnTo>
                      <a:pt x="2195512" y="214312"/>
                    </a:lnTo>
                    <a:lnTo>
                      <a:pt x="2143125" y="190500"/>
                    </a:lnTo>
                    <a:lnTo>
                      <a:pt x="2347912" y="61912"/>
                    </a:lnTo>
                    <a:lnTo>
                      <a:pt x="2338387" y="19050"/>
                    </a:lnTo>
                    <a:lnTo>
                      <a:pt x="2271712" y="23812"/>
                    </a:lnTo>
                    <a:lnTo>
                      <a:pt x="2162175" y="147637"/>
                    </a:lnTo>
                    <a:lnTo>
                      <a:pt x="2176462" y="28575"/>
                    </a:lnTo>
                    <a:lnTo>
                      <a:pt x="2028825" y="200025"/>
                    </a:lnTo>
                    <a:lnTo>
                      <a:pt x="1947862" y="204787"/>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Freeform 106"/>
              <p:cNvSpPr/>
              <p:nvPr/>
            </p:nvSpPr>
            <p:spPr>
              <a:xfrm>
                <a:off x="5071382" y="3272654"/>
                <a:ext cx="776289" cy="671512"/>
              </a:xfrm>
              <a:custGeom>
                <a:avLst/>
                <a:gdLst>
                  <a:gd name="connsiteX0" fmla="*/ 752475 w 752475"/>
                  <a:gd name="connsiteY0" fmla="*/ 0 h 466725"/>
                  <a:gd name="connsiteX1" fmla="*/ 0 w 752475"/>
                  <a:gd name="connsiteY1" fmla="*/ 466725 h 466725"/>
                  <a:gd name="connsiteX2" fmla="*/ 366712 w 752475"/>
                  <a:gd name="connsiteY2" fmla="*/ 442913 h 466725"/>
                  <a:gd name="connsiteX3" fmla="*/ 752475 w 752475"/>
                  <a:gd name="connsiteY3" fmla="*/ 0 h 466725"/>
                  <a:gd name="connsiteX0" fmla="*/ 633413 w 633413"/>
                  <a:gd name="connsiteY0" fmla="*/ 0 h 585787"/>
                  <a:gd name="connsiteX1" fmla="*/ 0 w 633413"/>
                  <a:gd name="connsiteY1" fmla="*/ 585787 h 585787"/>
                  <a:gd name="connsiteX2" fmla="*/ 366712 w 633413"/>
                  <a:gd name="connsiteY2" fmla="*/ 561975 h 585787"/>
                  <a:gd name="connsiteX3" fmla="*/ 633413 w 633413"/>
                  <a:gd name="connsiteY3" fmla="*/ 0 h 585787"/>
                </a:gdLst>
                <a:ahLst/>
                <a:cxnLst>
                  <a:cxn ang="0">
                    <a:pos x="connsiteX0" y="connsiteY0"/>
                  </a:cxn>
                  <a:cxn ang="0">
                    <a:pos x="connsiteX1" y="connsiteY1"/>
                  </a:cxn>
                  <a:cxn ang="0">
                    <a:pos x="connsiteX2" y="connsiteY2"/>
                  </a:cxn>
                  <a:cxn ang="0">
                    <a:pos x="connsiteX3" y="connsiteY3"/>
                  </a:cxn>
                </a:cxnLst>
                <a:rect l="l" t="t" r="r" b="b"/>
                <a:pathLst>
                  <a:path w="633413" h="585787">
                    <a:moveTo>
                      <a:pt x="633413" y="0"/>
                    </a:moveTo>
                    <a:lnTo>
                      <a:pt x="0" y="585787"/>
                    </a:lnTo>
                    <a:lnTo>
                      <a:pt x="366712" y="561975"/>
                    </a:lnTo>
                    <a:lnTo>
                      <a:pt x="633413" y="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Freeform 107"/>
              <p:cNvSpPr/>
              <p:nvPr/>
            </p:nvSpPr>
            <p:spPr>
              <a:xfrm>
                <a:off x="4933270" y="2524941"/>
                <a:ext cx="752475" cy="466725"/>
              </a:xfrm>
              <a:custGeom>
                <a:avLst/>
                <a:gdLst>
                  <a:gd name="connsiteX0" fmla="*/ 752475 w 752475"/>
                  <a:gd name="connsiteY0" fmla="*/ 0 h 466725"/>
                  <a:gd name="connsiteX1" fmla="*/ 0 w 752475"/>
                  <a:gd name="connsiteY1" fmla="*/ 466725 h 466725"/>
                  <a:gd name="connsiteX2" fmla="*/ 366712 w 752475"/>
                  <a:gd name="connsiteY2" fmla="*/ 442913 h 466725"/>
                  <a:gd name="connsiteX3" fmla="*/ 752475 w 752475"/>
                  <a:gd name="connsiteY3" fmla="*/ 0 h 466725"/>
                </a:gdLst>
                <a:ahLst/>
                <a:cxnLst>
                  <a:cxn ang="0">
                    <a:pos x="connsiteX0" y="connsiteY0"/>
                  </a:cxn>
                  <a:cxn ang="0">
                    <a:pos x="connsiteX1" y="connsiteY1"/>
                  </a:cxn>
                  <a:cxn ang="0">
                    <a:pos x="connsiteX2" y="connsiteY2"/>
                  </a:cxn>
                  <a:cxn ang="0">
                    <a:pos x="connsiteX3" y="connsiteY3"/>
                  </a:cxn>
                </a:cxnLst>
                <a:rect l="l" t="t" r="r" b="b"/>
                <a:pathLst>
                  <a:path w="752475" h="466725">
                    <a:moveTo>
                      <a:pt x="752475" y="0"/>
                    </a:moveTo>
                    <a:lnTo>
                      <a:pt x="0" y="466725"/>
                    </a:lnTo>
                    <a:lnTo>
                      <a:pt x="366712" y="442913"/>
                    </a:lnTo>
                    <a:lnTo>
                      <a:pt x="752475" y="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7"/>
              <p:cNvSpPr>
                <a:spLocks noChangeArrowheads="1"/>
              </p:cNvSpPr>
              <p:nvPr/>
            </p:nvSpPr>
            <p:spPr bwMode="auto">
              <a:xfrm rot="21294957" flipH="1">
                <a:off x="5679948" y="4667660"/>
                <a:ext cx="425780" cy="234923"/>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0" name="Oval 11"/>
              <p:cNvSpPr>
                <a:spLocks noChangeArrowheads="1"/>
              </p:cNvSpPr>
              <p:nvPr/>
            </p:nvSpPr>
            <p:spPr bwMode="auto">
              <a:xfrm rot="21443586" flipH="1">
                <a:off x="5880280" y="1788011"/>
                <a:ext cx="436944" cy="513769"/>
              </a:xfrm>
              <a:prstGeom prst="ellipse">
                <a:avLst/>
              </a:prstGeom>
              <a:solidFill>
                <a:schemeClr val="tx2">
                  <a:lumMod val="50000"/>
                </a:schemeClr>
              </a:solidFill>
              <a:ln w="9525" algn="ctr">
                <a:noFill/>
                <a:round/>
                <a:headEnd/>
                <a:tailEnd/>
              </a:ln>
            </p:spPr>
            <p:txBody>
              <a:bodyPr wrap="none" anchor="ctr"/>
              <a:lstStyle/>
              <a:p>
                <a:endParaRPr lang="en-US" dirty="0"/>
              </a:p>
            </p:txBody>
          </p:sp>
          <p:sp>
            <p:nvSpPr>
              <p:cNvPr id="111" name="Rectangle 15"/>
              <p:cNvSpPr>
                <a:spLocks noChangeArrowheads="1"/>
              </p:cNvSpPr>
              <p:nvPr/>
            </p:nvSpPr>
            <p:spPr bwMode="auto">
              <a:xfrm rot="20045024" flipH="1">
                <a:off x="6024868" y="3359660"/>
                <a:ext cx="297247" cy="689266"/>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2" name="Rectangle 17"/>
              <p:cNvSpPr>
                <a:spLocks noChangeArrowheads="1"/>
              </p:cNvSpPr>
              <p:nvPr/>
            </p:nvSpPr>
            <p:spPr bwMode="auto">
              <a:xfrm flipH="1">
                <a:off x="6364930" y="4695689"/>
                <a:ext cx="406400" cy="2190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3" name="Rectangle 15"/>
              <p:cNvSpPr>
                <a:spLocks noChangeArrowheads="1"/>
              </p:cNvSpPr>
              <p:nvPr/>
            </p:nvSpPr>
            <p:spPr bwMode="auto">
              <a:xfrm rot="21060018" flipH="1">
                <a:off x="6271892" y="3994031"/>
                <a:ext cx="236538" cy="86959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4" name="Rectangle 15"/>
              <p:cNvSpPr>
                <a:spLocks noChangeArrowheads="1"/>
              </p:cNvSpPr>
              <p:nvPr/>
            </p:nvSpPr>
            <p:spPr bwMode="auto">
              <a:xfrm rot="631007" flipH="1">
                <a:off x="5673850" y="3420496"/>
                <a:ext cx="312890" cy="789782"/>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5" name="Rectangle 15"/>
              <p:cNvSpPr>
                <a:spLocks noChangeArrowheads="1"/>
              </p:cNvSpPr>
              <p:nvPr/>
            </p:nvSpPr>
            <p:spPr bwMode="auto">
              <a:xfrm rot="20081950" flipH="1">
                <a:off x="5784815" y="4111161"/>
                <a:ext cx="209037" cy="75494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6" name="Rectangle 14"/>
              <p:cNvSpPr>
                <a:spLocks noChangeArrowheads="1"/>
              </p:cNvSpPr>
              <p:nvPr/>
            </p:nvSpPr>
            <p:spPr bwMode="auto">
              <a:xfrm rot="19284302">
                <a:off x="6509584" y="2357901"/>
                <a:ext cx="252871" cy="70485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7" name="Rectangle 116"/>
              <p:cNvSpPr>
                <a:spLocks noChangeArrowheads="1"/>
              </p:cNvSpPr>
              <p:nvPr/>
            </p:nvSpPr>
            <p:spPr bwMode="auto">
              <a:xfrm rot="10396229">
                <a:off x="6745333" y="2896432"/>
                <a:ext cx="217342" cy="41241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8" name="Rectangle 13"/>
              <p:cNvSpPr>
                <a:spLocks noChangeArrowheads="1"/>
              </p:cNvSpPr>
              <p:nvPr/>
            </p:nvSpPr>
            <p:spPr bwMode="auto">
              <a:xfrm rot="17370522">
                <a:off x="6684870" y="3276272"/>
                <a:ext cx="228184" cy="20963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9" name="Rectangle 14"/>
              <p:cNvSpPr>
                <a:spLocks noChangeArrowheads="1"/>
              </p:cNvSpPr>
              <p:nvPr/>
            </p:nvSpPr>
            <p:spPr bwMode="auto">
              <a:xfrm rot="1763045">
                <a:off x="5619946" y="2425667"/>
                <a:ext cx="252871" cy="53375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20" name="Freeform 119"/>
              <p:cNvSpPr/>
              <p:nvPr/>
            </p:nvSpPr>
            <p:spPr>
              <a:xfrm>
                <a:off x="5497559" y="2192655"/>
                <a:ext cx="1204912" cy="1252538"/>
              </a:xfrm>
              <a:custGeom>
                <a:avLst/>
                <a:gdLst>
                  <a:gd name="connsiteX0" fmla="*/ 700087 w 1204912"/>
                  <a:gd name="connsiteY0" fmla="*/ 0 h 1252538"/>
                  <a:gd name="connsiteX1" fmla="*/ 1204912 w 1204912"/>
                  <a:gd name="connsiteY1" fmla="*/ 366713 h 1252538"/>
                  <a:gd name="connsiteX2" fmla="*/ 685800 w 1204912"/>
                  <a:gd name="connsiteY2" fmla="*/ 804863 h 1252538"/>
                  <a:gd name="connsiteX3" fmla="*/ 719137 w 1204912"/>
                  <a:gd name="connsiteY3" fmla="*/ 1228725 h 1252538"/>
                  <a:gd name="connsiteX4" fmla="*/ 238125 w 1204912"/>
                  <a:gd name="connsiteY4" fmla="*/ 1252538 h 1252538"/>
                  <a:gd name="connsiteX5" fmla="*/ 214312 w 1204912"/>
                  <a:gd name="connsiteY5" fmla="*/ 904875 h 1252538"/>
                  <a:gd name="connsiteX6" fmla="*/ 0 w 1204912"/>
                  <a:gd name="connsiteY6" fmla="*/ 414338 h 1252538"/>
                  <a:gd name="connsiteX7" fmla="*/ 204787 w 1204912"/>
                  <a:gd name="connsiteY7" fmla="*/ 238125 h 1252538"/>
                  <a:gd name="connsiteX8" fmla="*/ 500062 w 1204912"/>
                  <a:gd name="connsiteY8" fmla="*/ 109538 h 1252538"/>
                  <a:gd name="connsiteX9" fmla="*/ 481012 w 1204912"/>
                  <a:gd name="connsiteY9" fmla="*/ 19050 h 1252538"/>
                  <a:gd name="connsiteX10" fmla="*/ 762000 w 1204912"/>
                  <a:gd name="connsiteY10" fmla="*/ 28575 h 1252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04912" h="1252538">
                    <a:moveTo>
                      <a:pt x="700087" y="0"/>
                    </a:moveTo>
                    <a:lnTo>
                      <a:pt x="1204912" y="366713"/>
                    </a:lnTo>
                    <a:lnTo>
                      <a:pt x="685800" y="804863"/>
                    </a:lnTo>
                    <a:lnTo>
                      <a:pt x="719137" y="1228725"/>
                    </a:lnTo>
                    <a:lnTo>
                      <a:pt x="238125" y="1252538"/>
                    </a:lnTo>
                    <a:lnTo>
                      <a:pt x="214312" y="904875"/>
                    </a:lnTo>
                    <a:lnTo>
                      <a:pt x="0" y="414338"/>
                    </a:lnTo>
                    <a:lnTo>
                      <a:pt x="204787" y="238125"/>
                    </a:lnTo>
                    <a:lnTo>
                      <a:pt x="500062" y="109538"/>
                    </a:lnTo>
                    <a:lnTo>
                      <a:pt x="481012" y="19050"/>
                    </a:lnTo>
                    <a:lnTo>
                      <a:pt x="762000" y="28575"/>
                    </a:lnTo>
                  </a:path>
                </a:pathLst>
              </a:cu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120"/>
              <p:cNvSpPr/>
              <p:nvPr/>
            </p:nvSpPr>
            <p:spPr>
              <a:xfrm>
                <a:off x="5776232" y="2291579"/>
                <a:ext cx="252413" cy="219075"/>
              </a:xfrm>
              <a:custGeom>
                <a:avLst/>
                <a:gdLst>
                  <a:gd name="connsiteX0" fmla="*/ 33338 w 252413"/>
                  <a:gd name="connsiteY0" fmla="*/ 0 h 219075"/>
                  <a:gd name="connsiteX1" fmla="*/ 252413 w 252413"/>
                  <a:gd name="connsiteY1" fmla="*/ 219075 h 219075"/>
                  <a:gd name="connsiteX2" fmla="*/ 47625 w 252413"/>
                  <a:gd name="connsiteY2" fmla="*/ 128587 h 219075"/>
                  <a:gd name="connsiteX3" fmla="*/ 0 w 252413"/>
                  <a:gd name="connsiteY3" fmla="*/ 47625 h 219075"/>
                  <a:gd name="connsiteX4" fmla="*/ 33338 w 252413"/>
                  <a:gd name="connsiteY4" fmla="*/ 0 h 21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2413" h="219075">
                    <a:moveTo>
                      <a:pt x="33338" y="0"/>
                    </a:moveTo>
                    <a:lnTo>
                      <a:pt x="252413" y="219075"/>
                    </a:lnTo>
                    <a:lnTo>
                      <a:pt x="47625" y="128587"/>
                    </a:lnTo>
                    <a:lnTo>
                      <a:pt x="0" y="47625"/>
                    </a:lnTo>
                    <a:lnTo>
                      <a:pt x="33338"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Freeform 121"/>
              <p:cNvSpPr/>
              <p:nvPr/>
            </p:nvSpPr>
            <p:spPr>
              <a:xfrm>
                <a:off x="5538107" y="2296341"/>
                <a:ext cx="495300" cy="242888"/>
              </a:xfrm>
              <a:custGeom>
                <a:avLst/>
                <a:gdLst>
                  <a:gd name="connsiteX0" fmla="*/ 133350 w 495300"/>
                  <a:gd name="connsiteY0" fmla="*/ 0 h 242888"/>
                  <a:gd name="connsiteX1" fmla="*/ 295275 w 495300"/>
                  <a:gd name="connsiteY1" fmla="*/ 90488 h 242888"/>
                  <a:gd name="connsiteX2" fmla="*/ 495300 w 495300"/>
                  <a:gd name="connsiteY2" fmla="*/ 242888 h 242888"/>
                  <a:gd name="connsiteX3" fmla="*/ 304800 w 495300"/>
                  <a:gd name="connsiteY3" fmla="*/ 219075 h 242888"/>
                  <a:gd name="connsiteX4" fmla="*/ 161925 w 495300"/>
                  <a:gd name="connsiteY4" fmla="*/ 133350 h 242888"/>
                  <a:gd name="connsiteX5" fmla="*/ 100013 w 495300"/>
                  <a:gd name="connsiteY5" fmla="*/ 47625 h 242888"/>
                  <a:gd name="connsiteX6" fmla="*/ 0 w 495300"/>
                  <a:gd name="connsiteY6" fmla="*/ 52388 h 242888"/>
                  <a:gd name="connsiteX7" fmla="*/ 133350 w 495300"/>
                  <a:gd name="connsiteY7" fmla="*/ 0 h 242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95300" h="242888">
                    <a:moveTo>
                      <a:pt x="133350" y="0"/>
                    </a:moveTo>
                    <a:lnTo>
                      <a:pt x="295275" y="90488"/>
                    </a:lnTo>
                    <a:lnTo>
                      <a:pt x="495300" y="242888"/>
                    </a:lnTo>
                    <a:lnTo>
                      <a:pt x="304800" y="219075"/>
                    </a:lnTo>
                    <a:lnTo>
                      <a:pt x="161925" y="133350"/>
                    </a:lnTo>
                    <a:lnTo>
                      <a:pt x="100013" y="47625"/>
                    </a:lnTo>
                    <a:lnTo>
                      <a:pt x="0" y="52388"/>
                    </a:lnTo>
                    <a:lnTo>
                      <a:pt x="13335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Freeform 122"/>
              <p:cNvSpPr/>
              <p:nvPr/>
            </p:nvSpPr>
            <p:spPr>
              <a:xfrm>
                <a:off x="6214382" y="2296341"/>
                <a:ext cx="266700" cy="214313"/>
              </a:xfrm>
              <a:custGeom>
                <a:avLst/>
                <a:gdLst>
                  <a:gd name="connsiteX0" fmla="*/ 176213 w 266700"/>
                  <a:gd name="connsiteY0" fmla="*/ 0 h 214313"/>
                  <a:gd name="connsiteX1" fmla="*/ 0 w 266700"/>
                  <a:gd name="connsiteY1" fmla="*/ 214313 h 214313"/>
                  <a:gd name="connsiteX2" fmla="*/ 228600 w 266700"/>
                  <a:gd name="connsiteY2" fmla="*/ 90488 h 214313"/>
                  <a:gd name="connsiteX3" fmla="*/ 266700 w 266700"/>
                  <a:gd name="connsiteY3" fmla="*/ 19050 h 214313"/>
                  <a:gd name="connsiteX4" fmla="*/ 176213 w 266700"/>
                  <a:gd name="connsiteY4" fmla="*/ 0 h 2143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6700" h="214313">
                    <a:moveTo>
                      <a:pt x="176213" y="0"/>
                    </a:moveTo>
                    <a:lnTo>
                      <a:pt x="0" y="214313"/>
                    </a:lnTo>
                    <a:lnTo>
                      <a:pt x="228600" y="90488"/>
                    </a:lnTo>
                    <a:lnTo>
                      <a:pt x="266700" y="19050"/>
                    </a:lnTo>
                    <a:lnTo>
                      <a:pt x="176213"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Freeform 123"/>
              <p:cNvSpPr/>
              <p:nvPr/>
            </p:nvSpPr>
            <p:spPr>
              <a:xfrm>
                <a:off x="6252482" y="2324916"/>
                <a:ext cx="361950" cy="185738"/>
              </a:xfrm>
              <a:custGeom>
                <a:avLst/>
                <a:gdLst>
                  <a:gd name="connsiteX0" fmla="*/ 257175 w 361950"/>
                  <a:gd name="connsiteY0" fmla="*/ 0 h 185738"/>
                  <a:gd name="connsiteX1" fmla="*/ 0 w 361950"/>
                  <a:gd name="connsiteY1" fmla="*/ 185738 h 185738"/>
                  <a:gd name="connsiteX2" fmla="*/ 309563 w 361950"/>
                  <a:gd name="connsiteY2" fmla="*/ 152400 h 185738"/>
                  <a:gd name="connsiteX3" fmla="*/ 361950 w 361950"/>
                  <a:gd name="connsiteY3" fmla="*/ 66675 h 185738"/>
                  <a:gd name="connsiteX4" fmla="*/ 300038 w 361950"/>
                  <a:gd name="connsiteY4" fmla="*/ 28575 h 185738"/>
                  <a:gd name="connsiteX5" fmla="*/ 257175 w 361950"/>
                  <a:gd name="connsiteY5" fmla="*/ 0 h 185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1950" h="185738">
                    <a:moveTo>
                      <a:pt x="257175" y="0"/>
                    </a:moveTo>
                    <a:lnTo>
                      <a:pt x="0" y="185738"/>
                    </a:lnTo>
                    <a:lnTo>
                      <a:pt x="309563" y="152400"/>
                    </a:lnTo>
                    <a:lnTo>
                      <a:pt x="361950" y="66675"/>
                    </a:lnTo>
                    <a:lnTo>
                      <a:pt x="300038" y="28575"/>
                    </a:lnTo>
                    <a:lnTo>
                      <a:pt x="257175"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124"/>
              <p:cNvSpPr>
                <a:spLocks noChangeArrowheads="1"/>
              </p:cNvSpPr>
              <p:nvPr/>
            </p:nvSpPr>
            <p:spPr bwMode="auto">
              <a:xfrm rot="12691974">
                <a:off x="5407072" y="2829756"/>
                <a:ext cx="217342" cy="41241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26" name="Rectangle 13"/>
              <p:cNvSpPr>
                <a:spLocks noChangeArrowheads="1"/>
              </p:cNvSpPr>
              <p:nvPr/>
            </p:nvSpPr>
            <p:spPr bwMode="auto">
              <a:xfrm rot="17370522">
                <a:off x="5208495" y="3185786"/>
                <a:ext cx="228184" cy="209639"/>
              </a:xfrm>
              <a:prstGeom prst="rect">
                <a:avLst/>
              </a:prstGeom>
              <a:solidFill>
                <a:schemeClr val="tx2">
                  <a:lumMod val="50000"/>
                </a:schemeClr>
              </a:solidFill>
              <a:ln w="9525" algn="ctr">
                <a:noFill/>
                <a:miter lim="800000"/>
                <a:headEnd/>
                <a:tailEnd/>
              </a:ln>
            </p:spPr>
            <p:txBody>
              <a:bodyPr wrap="none" anchor="ctr"/>
              <a:lstStyle/>
              <a:p>
                <a:endParaRPr lang="en-US" dirty="0"/>
              </a:p>
            </p:txBody>
          </p:sp>
        </p:grpSp>
        <p:sp>
          <p:nvSpPr>
            <p:cNvPr id="127" name="Rectangle 126"/>
            <p:cNvSpPr/>
            <p:nvPr/>
          </p:nvSpPr>
          <p:spPr>
            <a:xfrm>
              <a:off x="2854406" y="169240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p:cNvSpPr/>
            <p:nvPr/>
          </p:nvSpPr>
          <p:spPr>
            <a:xfrm>
              <a:off x="3248853" y="1696891"/>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tangle 128"/>
            <p:cNvSpPr/>
            <p:nvPr/>
          </p:nvSpPr>
          <p:spPr>
            <a:xfrm rot="1820704">
              <a:off x="3191787" y="2014507"/>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763971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6E838DF9-1001-420A-A325-FE3E1FDF3049}" type="slidenum">
              <a:rPr lang="en-US" altLang="en-US" sz="1400"/>
              <a:pPr eaLnBrk="1" hangingPunct="1">
                <a:spcBef>
                  <a:spcPct val="0"/>
                </a:spcBef>
                <a:buFontTx/>
                <a:buNone/>
              </a:pPr>
              <a:t>21</a:t>
            </a:fld>
            <a:endParaRPr lang="en-US" altLang="en-US" sz="1400"/>
          </a:p>
        </p:txBody>
      </p:sp>
      <p:sp>
        <p:nvSpPr>
          <p:cNvPr id="12291" name="Rectangle 2"/>
          <p:cNvSpPr>
            <a:spLocks noGrp="1" noChangeArrowheads="1"/>
          </p:cNvSpPr>
          <p:nvPr>
            <p:ph type="title"/>
          </p:nvPr>
        </p:nvSpPr>
        <p:spPr>
          <a:xfrm>
            <a:off x="838200" y="335365"/>
            <a:ext cx="10515600" cy="1325563"/>
          </a:xfrm>
        </p:spPr>
        <p:txBody>
          <a:bodyPr/>
          <a:lstStyle/>
          <a:p>
            <a:pPr eaLnBrk="1" hangingPunct="1"/>
            <a:r>
              <a:rPr lang="en-US" altLang="en-US"/>
              <a:t>Start with a non-uniform pipe</a:t>
            </a:r>
          </a:p>
        </p:txBody>
      </p:sp>
      <mc:AlternateContent xmlns:mc="http://schemas.openxmlformats.org/markup-compatibility/2006" xmlns:a14="http://schemas.microsoft.com/office/drawing/2010/main">
        <mc:Choice Requires="a14">
          <p:sp>
            <p:nvSpPr>
              <p:cNvPr id="12292" name="Rectangle 3"/>
              <p:cNvSpPr>
                <a:spLocks noGrp="1" noChangeArrowheads="1"/>
              </p:cNvSpPr>
              <p:nvPr>
                <p:ph type="body" idx="1"/>
              </p:nvPr>
            </p:nvSpPr>
            <p:spPr>
              <a:xfrm>
                <a:off x="155484" y="1731524"/>
                <a:ext cx="4616029" cy="4351338"/>
              </a:xfrm>
            </p:spPr>
            <p:txBody>
              <a:bodyPr/>
              <a:lstStyle/>
              <a:p>
                <a:pPr eaLnBrk="1" hangingPunct="1"/>
                <a:r>
                  <a:rPr lang="en-US" altLang="en-US" dirty="0"/>
                  <a:t>Forces</a:t>
                </a:r>
              </a:p>
              <a:p>
                <a:pPr lvl="1" eaLnBrk="1" hangingPunct="1"/>
                <a:r>
                  <a:rPr lang="en-US" altLang="en-US" dirty="0"/>
                  <a:t>On the LHS</a:t>
                </a:r>
              </a:p>
              <a:p>
                <a:pPr lvl="1" eaLnBrk="1" hangingPunct="1"/>
                <a:endParaRPr lang="en-US" altLang="en-US" dirty="0"/>
              </a:p>
              <a:p>
                <a:pPr marL="457200" lvl="1" indent="0">
                  <a:buNone/>
                </a:pPr>
                <a14:m>
                  <m:oMathPara xmlns:m="http://schemas.openxmlformats.org/officeDocument/2006/math">
                    <m:oMath>
                      <m:sSub>
                        <m:sSubPr>
                          <m:ctrlPr>
                            <a:rPr lang="en-US" altLang="en-US" i="1">
                              <a:latin typeface="Cambria Math" panose="02040503050406030204" pitchFamily="18" charset="0"/>
                            </a:rPr>
                          </m:ctrlPr>
                        </m:sSubPr>
                        <m:e>
                          <m:r>
                            <a:rPr lang="en-US" altLang="en-US" i="1">
                              <a:latin typeface="Cambria Math" panose="02040503050406030204" pitchFamily="18" charset="0"/>
                            </a:rPr>
                            <m:t>𝐹</m:t>
                          </m:r>
                        </m:e>
                        <m:sub>
                          <m:r>
                            <a:rPr lang="en-US" altLang="en-US" i="1">
                              <a:latin typeface="Cambria Math" panose="02040503050406030204" pitchFamily="18" charset="0"/>
                            </a:rPr>
                            <m:t>1</m:t>
                          </m:r>
                        </m:sub>
                      </m:sSub>
                      <m:r>
                        <a:rPr lang="en-US" altLang="en-US" i="1">
                          <a:latin typeface="Cambria Math" panose="02040503050406030204" pitchFamily="18" charset="0"/>
                        </a:rPr>
                        <m:t>=</m:t>
                      </m:r>
                      <m:sSub>
                        <m:sSubPr>
                          <m:ctrlPr>
                            <a:rPr lang="en-US" altLang="en-US" i="1">
                              <a:latin typeface="Cambria Math" panose="02040503050406030204" pitchFamily="18" charset="0"/>
                            </a:rPr>
                          </m:ctrlPr>
                        </m:sSubPr>
                        <m:e>
                          <m:r>
                            <a:rPr lang="en-US" altLang="en-US" i="1">
                              <a:latin typeface="Cambria Math" panose="02040503050406030204" pitchFamily="18" charset="0"/>
                            </a:rPr>
                            <m:t>𝑃</m:t>
                          </m:r>
                        </m:e>
                        <m:sub>
                          <m:r>
                            <a:rPr lang="en-US" altLang="en-US" i="1">
                              <a:latin typeface="Cambria Math" panose="02040503050406030204" pitchFamily="18" charset="0"/>
                            </a:rPr>
                            <m:t>1</m:t>
                          </m:r>
                        </m:sub>
                      </m:sSub>
                      <m:sSub>
                        <m:sSubPr>
                          <m:ctrlPr>
                            <a:rPr lang="en-US" altLang="en-US" i="1">
                              <a:latin typeface="Cambria Math" panose="02040503050406030204" pitchFamily="18" charset="0"/>
                            </a:rPr>
                          </m:ctrlPr>
                        </m:sSubPr>
                        <m:e>
                          <m:r>
                            <a:rPr lang="en-US" altLang="en-US" i="1">
                              <a:latin typeface="Cambria Math" panose="02040503050406030204" pitchFamily="18" charset="0"/>
                            </a:rPr>
                            <m:t>𝐴</m:t>
                          </m:r>
                        </m:e>
                        <m:sub>
                          <m:r>
                            <a:rPr lang="en-US" altLang="en-US" i="1">
                              <a:latin typeface="Cambria Math" panose="02040503050406030204" pitchFamily="18" charset="0"/>
                            </a:rPr>
                            <m:t>1</m:t>
                          </m:r>
                        </m:sub>
                      </m:sSub>
                      <m:acc>
                        <m:accPr>
                          <m:chr m:val="̂"/>
                          <m:ctrlPr>
                            <a:rPr lang="en-US" altLang="en-US" i="1">
                              <a:latin typeface="Cambria Math" panose="02040503050406030204" pitchFamily="18" charset="0"/>
                            </a:rPr>
                          </m:ctrlPr>
                        </m:accPr>
                        <m:e>
                          <m:r>
                            <a:rPr lang="en-US" altLang="en-US" i="1">
                              <a:latin typeface="Cambria Math" panose="02040503050406030204" pitchFamily="18" charset="0"/>
                            </a:rPr>
                            <m:t>𝑥</m:t>
                          </m:r>
                        </m:e>
                      </m:acc>
                    </m:oMath>
                  </m:oMathPara>
                </a14:m>
                <a:endParaRPr lang="en-US" altLang="en-US" dirty="0"/>
              </a:p>
              <a:p>
                <a:pPr lvl="1" eaLnBrk="1" hangingPunct="1"/>
                <a:endParaRPr lang="en-US" altLang="en-US" dirty="0"/>
              </a:p>
              <a:p>
                <a:pPr lvl="1" eaLnBrk="1" hangingPunct="1"/>
                <a:r>
                  <a:rPr lang="en-US" altLang="en-US" dirty="0"/>
                  <a:t>On the RHS</a:t>
                </a:r>
              </a:p>
              <a:p>
                <a:pPr lvl="1" eaLnBrk="1" hangingPunct="1"/>
                <a:endParaRPr lang="en-US" altLang="en-US" dirty="0"/>
              </a:p>
              <a:p>
                <a:pPr marL="457200" lvl="1" indent="0">
                  <a:buNone/>
                </a:pPr>
                <a14:m>
                  <m:oMathPara xmlns:m="http://schemas.openxmlformats.org/officeDocument/2006/math">
                    <m:oMath>
                      <m:sSub>
                        <m:sSubPr>
                          <m:ctrlPr>
                            <a:rPr lang="en-US" altLang="en-US" i="1">
                              <a:latin typeface="Cambria Math" panose="02040503050406030204" pitchFamily="18" charset="0"/>
                            </a:rPr>
                          </m:ctrlPr>
                        </m:sSubPr>
                        <m:e>
                          <m:r>
                            <a:rPr lang="en-US" altLang="en-US" i="1">
                              <a:latin typeface="Cambria Math" panose="02040503050406030204" pitchFamily="18" charset="0"/>
                            </a:rPr>
                            <m:t>𝐹</m:t>
                          </m:r>
                        </m:e>
                        <m:sub>
                          <m:r>
                            <a:rPr lang="en-US" altLang="en-US" b="0" i="1" smtClean="0">
                              <a:latin typeface="Cambria Math" panose="02040503050406030204" pitchFamily="18" charset="0"/>
                            </a:rPr>
                            <m:t>2</m:t>
                          </m:r>
                        </m:sub>
                      </m:sSub>
                      <m:r>
                        <a:rPr lang="en-US" altLang="en-US" i="1">
                          <a:latin typeface="Cambria Math" panose="02040503050406030204" pitchFamily="18" charset="0"/>
                        </a:rPr>
                        <m:t>=</m:t>
                      </m:r>
                      <m:sSub>
                        <m:sSubPr>
                          <m:ctrlPr>
                            <a:rPr lang="en-US" altLang="en-US" b="0" i="1" smtClean="0">
                              <a:latin typeface="Cambria Math" panose="02040503050406030204" pitchFamily="18" charset="0"/>
                            </a:rPr>
                          </m:ctrlPr>
                        </m:sSubPr>
                        <m:e>
                          <m:r>
                            <a:rPr lang="en-US" altLang="en-US" b="0" i="1" smtClean="0">
                              <a:latin typeface="Cambria Math" panose="02040503050406030204" pitchFamily="18" charset="0"/>
                            </a:rPr>
                            <m:t>−</m:t>
                          </m:r>
                          <m:r>
                            <a:rPr lang="en-US" altLang="en-US" i="1">
                              <a:latin typeface="Cambria Math" panose="02040503050406030204" pitchFamily="18" charset="0"/>
                            </a:rPr>
                            <m:t>𝑃</m:t>
                          </m:r>
                        </m:e>
                        <m:sub>
                          <m:r>
                            <a:rPr lang="en-US" altLang="en-US" b="0" i="1" smtClean="0">
                              <a:latin typeface="Cambria Math" panose="02040503050406030204" pitchFamily="18" charset="0"/>
                            </a:rPr>
                            <m:t>2</m:t>
                          </m:r>
                        </m:sub>
                      </m:sSub>
                      <m:sSub>
                        <m:sSubPr>
                          <m:ctrlPr>
                            <a:rPr lang="en-US" altLang="en-US" i="1">
                              <a:latin typeface="Cambria Math" panose="02040503050406030204" pitchFamily="18" charset="0"/>
                            </a:rPr>
                          </m:ctrlPr>
                        </m:sSubPr>
                        <m:e>
                          <m:r>
                            <a:rPr lang="en-US" altLang="en-US" i="1">
                              <a:latin typeface="Cambria Math" panose="02040503050406030204" pitchFamily="18" charset="0"/>
                            </a:rPr>
                            <m:t>𝐴</m:t>
                          </m:r>
                        </m:e>
                        <m:sub>
                          <m:r>
                            <a:rPr lang="en-US" altLang="en-US" b="0" i="1" smtClean="0">
                              <a:latin typeface="Cambria Math" panose="02040503050406030204" pitchFamily="18" charset="0"/>
                            </a:rPr>
                            <m:t>2</m:t>
                          </m:r>
                        </m:sub>
                      </m:sSub>
                      <m:acc>
                        <m:accPr>
                          <m:chr m:val="̂"/>
                          <m:ctrlPr>
                            <a:rPr lang="en-US" altLang="en-US" i="1">
                              <a:latin typeface="Cambria Math" panose="02040503050406030204" pitchFamily="18" charset="0"/>
                            </a:rPr>
                          </m:ctrlPr>
                        </m:accPr>
                        <m:e>
                          <m:r>
                            <a:rPr lang="en-US" altLang="en-US" i="1">
                              <a:latin typeface="Cambria Math" panose="02040503050406030204" pitchFamily="18" charset="0"/>
                            </a:rPr>
                            <m:t>𝑥</m:t>
                          </m:r>
                        </m:e>
                      </m:acc>
                    </m:oMath>
                  </m:oMathPara>
                </a14:m>
                <a:endParaRPr lang="en-US" altLang="en-US" dirty="0"/>
              </a:p>
              <a:p>
                <a:pPr marL="457200" lvl="1" indent="0" eaLnBrk="1" hangingPunct="1">
                  <a:buNone/>
                </a:pPr>
                <a:endParaRPr lang="en-US" altLang="en-US" dirty="0"/>
              </a:p>
            </p:txBody>
          </p:sp>
        </mc:Choice>
        <mc:Fallback xmlns="">
          <p:sp>
            <p:nvSpPr>
              <p:cNvPr id="12292" name="Rectangle 3"/>
              <p:cNvSpPr>
                <a:spLocks noGrp="1" noRot="1" noChangeAspect="1" noMove="1" noResize="1" noEditPoints="1" noAdjustHandles="1" noChangeArrowheads="1" noChangeShapeType="1" noTextEdit="1"/>
              </p:cNvSpPr>
              <p:nvPr>
                <p:ph type="body" idx="1"/>
              </p:nvPr>
            </p:nvSpPr>
            <p:spPr>
              <a:xfrm>
                <a:off x="155484" y="1731524"/>
                <a:ext cx="4616029" cy="4351338"/>
              </a:xfrm>
              <a:blipFill>
                <a:blip r:embed="rId2"/>
                <a:stretch>
                  <a:fillRect l="-2378" t="-2381"/>
                </a:stretch>
              </a:blipFill>
            </p:spPr>
            <p:txBody>
              <a:bodyPr/>
              <a:lstStyle/>
              <a:p>
                <a:r>
                  <a:rPr lang="en-US">
                    <a:noFill/>
                  </a:rPr>
                  <a:t> </a:t>
                </a:r>
              </a:p>
            </p:txBody>
          </p:sp>
        </mc:Fallback>
      </mc:AlternateContent>
      <p:sp>
        <p:nvSpPr>
          <p:cNvPr id="12319" name="Freeform 8"/>
          <p:cNvSpPr>
            <a:spLocks/>
          </p:cNvSpPr>
          <p:nvPr/>
        </p:nvSpPr>
        <p:spPr bwMode="auto">
          <a:xfrm rot="11245516">
            <a:off x="6361553" y="2304145"/>
            <a:ext cx="2935288" cy="2350679"/>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3200"/>
          </a:p>
        </p:txBody>
      </p:sp>
      <p:sp>
        <p:nvSpPr>
          <p:cNvPr id="12325" name="AutoShape 11"/>
          <p:cNvSpPr>
            <a:spLocks noChangeArrowheads="1"/>
          </p:cNvSpPr>
          <p:nvPr/>
        </p:nvSpPr>
        <p:spPr bwMode="auto">
          <a:xfrm rot="21597935" flipH="1">
            <a:off x="6147172" y="4447959"/>
            <a:ext cx="349284" cy="293738"/>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a:p>
        </p:txBody>
      </p:sp>
      <p:sp>
        <p:nvSpPr>
          <p:cNvPr id="12326" name="Arc 12"/>
          <p:cNvSpPr>
            <a:spLocks/>
          </p:cNvSpPr>
          <p:nvPr/>
        </p:nvSpPr>
        <p:spPr bwMode="auto">
          <a:xfrm rot="21384279" flipH="1">
            <a:off x="6407916" y="4460539"/>
            <a:ext cx="58576" cy="257020"/>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solidFill>
            <a:srgbClr val="C0C0C0"/>
          </a:solidFill>
          <a:ln w="9525">
            <a:solidFill>
              <a:srgbClr val="000000"/>
            </a:solidFill>
            <a:prstDash val="sysDot"/>
            <a:round/>
            <a:headEnd/>
            <a:tailEnd/>
          </a:ln>
        </p:spPr>
        <p:txBody>
          <a:bodyPr wrap="none" anchor="ctr"/>
          <a:lstStyle/>
          <a:p>
            <a:endParaRPr lang="en-US" sz="3200"/>
          </a:p>
        </p:txBody>
      </p:sp>
      <p:sp>
        <p:nvSpPr>
          <p:cNvPr id="12322" name="Freeform 13"/>
          <p:cNvSpPr>
            <a:spLocks/>
          </p:cNvSpPr>
          <p:nvPr/>
        </p:nvSpPr>
        <p:spPr bwMode="auto">
          <a:xfrm rot="11245516">
            <a:off x="6293462" y="3121344"/>
            <a:ext cx="2930241" cy="1817420"/>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3200"/>
          </a:p>
        </p:txBody>
      </p:sp>
      <p:sp>
        <p:nvSpPr>
          <p:cNvPr id="12323" name="Oval 14"/>
          <p:cNvSpPr>
            <a:spLocks noChangeArrowheads="1"/>
          </p:cNvSpPr>
          <p:nvPr/>
        </p:nvSpPr>
        <p:spPr bwMode="auto">
          <a:xfrm rot="11157739">
            <a:off x="9322323" y="2526606"/>
            <a:ext cx="114300" cy="787894"/>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a:p>
        </p:txBody>
      </p:sp>
      <p:sp>
        <p:nvSpPr>
          <p:cNvPr id="12324" name="AutoShape 15"/>
          <p:cNvSpPr>
            <a:spLocks noChangeArrowheads="1"/>
          </p:cNvSpPr>
          <p:nvPr/>
        </p:nvSpPr>
        <p:spPr bwMode="auto">
          <a:xfrm rot="384639">
            <a:off x="9165479" y="2495152"/>
            <a:ext cx="262505" cy="811034"/>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a:p>
        </p:txBody>
      </p:sp>
      <p:sp>
        <p:nvSpPr>
          <p:cNvPr id="12298" name="Line 17"/>
          <p:cNvSpPr>
            <a:spLocks noChangeShapeType="1"/>
          </p:cNvSpPr>
          <p:nvPr/>
        </p:nvSpPr>
        <p:spPr bwMode="auto">
          <a:xfrm flipH="1">
            <a:off x="9434227" y="2144207"/>
            <a:ext cx="1798" cy="312136"/>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sz="3200"/>
          </a:p>
        </p:txBody>
      </p:sp>
      <p:sp>
        <p:nvSpPr>
          <p:cNvPr id="12299" name="Line 18"/>
          <p:cNvSpPr>
            <a:spLocks noChangeShapeType="1"/>
          </p:cNvSpPr>
          <p:nvPr/>
        </p:nvSpPr>
        <p:spPr bwMode="auto">
          <a:xfrm>
            <a:off x="9021636" y="2345645"/>
            <a:ext cx="221284" cy="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en-US" sz="3200"/>
          </a:p>
        </p:txBody>
      </p:sp>
      <p:sp>
        <p:nvSpPr>
          <p:cNvPr id="12300" name="Text Box 19"/>
          <p:cNvSpPr txBox="1">
            <a:spLocks noChangeArrowheads="1"/>
          </p:cNvSpPr>
          <p:nvPr/>
        </p:nvSpPr>
        <p:spPr bwMode="auto">
          <a:xfrm>
            <a:off x="9083758" y="1731524"/>
            <a:ext cx="726773" cy="461664"/>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400" i="1" dirty="0">
                <a:sym typeface="Symbol" pitchFamily="18" charset="2"/>
              </a:rPr>
              <a:t>x</a:t>
            </a:r>
            <a:r>
              <a:rPr lang="en-US" altLang="en-US" sz="2400" i="1" baseline="-25000" dirty="0">
                <a:sym typeface="Symbol" pitchFamily="18" charset="2"/>
              </a:rPr>
              <a:t>2</a:t>
            </a:r>
            <a:endParaRPr lang="en-US" altLang="en-US" sz="2400" i="1" dirty="0">
              <a:sym typeface="Symbol" pitchFamily="18" charset="2"/>
            </a:endParaRPr>
          </a:p>
        </p:txBody>
      </p:sp>
      <p:sp>
        <p:nvSpPr>
          <p:cNvPr id="12301" name="Line 20"/>
          <p:cNvSpPr>
            <a:spLocks noChangeShapeType="1"/>
          </p:cNvSpPr>
          <p:nvPr/>
        </p:nvSpPr>
        <p:spPr bwMode="auto">
          <a:xfrm flipH="1">
            <a:off x="9446314" y="2345645"/>
            <a:ext cx="221284" cy="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en-US" sz="3200"/>
          </a:p>
        </p:txBody>
      </p:sp>
      <p:sp>
        <p:nvSpPr>
          <p:cNvPr id="12302" name="Line 21"/>
          <p:cNvSpPr>
            <a:spLocks noChangeShapeType="1"/>
          </p:cNvSpPr>
          <p:nvPr/>
        </p:nvSpPr>
        <p:spPr bwMode="auto">
          <a:xfrm>
            <a:off x="6240658" y="3793142"/>
            <a:ext cx="6509" cy="573659"/>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sz="3200"/>
          </a:p>
        </p:txBody>
      </p:sp>
      <p:sp>
        <p:nvSpPr>
          <p:cNvPr id="12303" name="Line 22"/>
          <p:cNvSpPr>
            <a:spLocks noChangeShapeType="1"/>
          </p:cNvSpPr>
          <p:nvPr/>
        </p:nvSpPr>
        <p:spPr bwMode="auto">
          <a:xfrm>
            <a:off x="6579180" y="3809707"/>
            <a:ext cx="6509" cy="573659"/>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sz="3200"/>
          </a:p>
        </p:txBody>
      </p:sp>
      <p:sp>
        <p:nvSpPr>
          <p:cNvPr id="12304" name="Line 23"/>
          <p:cNvSpPr>
            <a:spLocks noChangeShapeType="1"/>
          </p:cNvSpPr>
          <p:nvPr/>
        </p:nvSpPr>
        <p:spPr bwMode="auto">
          <a:xfrm>
            <a:off x="6246727" y="4062560"/>
            <a:ext cx="318253" cy="6609"/>
          </a:xfrm>
          <a:prstGeom prst="line">
            <a:avLst/>
          </a:prstGeom>
          <a:noFill/>
          <a:ln w="9525">
            <a:solidFill>
              <a:schemeClr val="tx1"/>
            </a:solidFill>
            <a:prstDash val="dash"/>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3200"/>
          </a:p>
        </p:txBody>
      </p:sp>
      <p:sp>
        <p:nvSpPr>
          <p:cNvPr id="12305" name="Text Box 24"/>
          <p:cNvSpPr txBox="1">
            <a:spLocks noChangeArrowheads="1"/>
          </p:cNvSpPr>
          <p:nvPr/>
        </p:nvSpPr>
        <p:spPr bwMode="auto">
          <a:xfrm>
            <a:off x="6117331" y="3357711"/>
            <a:ext cx="709416" cy="461664"/>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400" i="1" dirty="0">
                <a:sym typeface="Symbol" pitchFamily="18" charset="2"/>
              </a:rPr>
              <a:t>x</a:t>
            </a:r>
            <a:r>
              <a:rPr lang="en-US" altLang="en-US" sz="2400" i="1" baseline="-25000" dirty="0">
                <a:sym typeface="Symbol" pitchFamily="18" charset="2"/>
              </a:rPr>
              <a:t>1</a:t>
            </a:r>
            <a:endParaRPr lang="en-US" altLang="en-US" sz="2400" i="1" dirty="0">
              <a:sym typeface="Symbol" pitchFamily="18" charset="2"/>
            </a:endParaRPr>
          </a:p>
        </p:txBody>
      </p:sp>
      <p:sp>
        <p:nvSpPr>
          <p:cNvPr id="12306" name="Line 25"/>
          <p:cNvSpPr>
            <a:spLocks noChangeShapeType="1"/>
          </p:cNvSpPr>
          <p:nvPr/>
        </p:nvSpPr>
        <p:spPr bwMode="auto">
          <a:xfrm>
            <a:off x="5809809" y="5344105"/>
            <a:ext cx="425215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3200"/>
          </a:p>
        </p:txBody>
      </p:sp>
      <p:sp>
        <p:nvSpPr>
          <p:cNvPr id="12307" name="Line 26"/>
          <p:cNvSpPr>
            <a:spLocks noChangeShapeType="1"/>
          </p:cNvSpPr>
          <p:nvPr/>
        </p:nvSpPr>
        <p:spPr bwMode="auto">
          <a:xfrm rot="5400000" flipH="1">
            <a:off x="5797087" y="4942376"/>
            <a:ext cx="718595" cy="18605"/>
          </a:xfrm>
          <a:prstGeom prst="line">
            <a:avLst/>
          </a:prstGeom>
          <a:noFill/>
          <a:ln w="9525">
            <a:solidFill>
              <a:schemeClr val="tx1"/>
            </a:solidFill>
            <a:prstDash val="dash"/>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3200"/>
          </a:p>
        </p:txBody>
      </p:sp>
      <p:sp>
        <p:nvSpPr>
          <p:cNvPr id="12308" name="Line 27"/>
          <p:cNvSpPr>
            <a:spLocks noChangeShapeType="1"/>
          </p:cNvSpPr>
          <p:nvPr/>
        </p:nvSpPr>
        <p:spPr bwMode="auto">
          <a:xfrm rot="5400000" flipH="1">
            <a:off x="8311634" y="4112731"/>
            <a:ext cx="2371356" cy="25137"/>
          </a:xfrm>
          <a:prstGeom prst="line">
            <a:avLst/>
          </a:prstGeom>
          <a:noFill/>
          <a:ln w="9525">
            <a:solidFill>
              <a:schemeClr val="tx1"/>
            </a:solidFill>
            <a:prstDash val="dash"/>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3200"/>
          </a:p>
        </p:txBody>
      </p:sp>
      <p:sp>
        <p:nvSpPr>
          <p:cNvPr id="12309" name="Text Box 28"/>
          <p:cNvSpPr txBox="1">
            <a:spLocks noChangeArrowheads="1"/>
          </p:cNvSpPr>
          <p:nvPr/>
        </p:nvSpPr>
        <p:spPr bwMode="auto">
          <a:xfrm>
            <a:off x="5704799" y="4691949"/>
            <a:ext cx="535859"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400" i="1" dirty="0">
                <a:sym typeface="Symbol" pitchFamily="18" charset="2"/>
              </a:rPr>
              <a:t>y</a:t>
            </a:r>
            <a:r>
              <a:rPr lang="en-US" altLang="en-US" sz="2400" i="1" baseline="-25000" dirty="0">
                <a:sym typeface="Symbol" pitchFamily="18" charset="2"/>
              </a:rPr>
              <a:t>1</a:t>
            </a:r>
            <a:endParaRPr lang="en-US" altLang="en-US" sz="2400" i="1" dirty="0">
              <a:sym typeface="Symbol" pitchFamily="18" charset="2"/>
            </a:endParaRPr>
          </a:p>
        </p:txBody>
      </p:sp>
      <p:sp>
        <p:nvSpPr>
          <p:cNvPr id="12310" name="Text Box 29"/>
          <p:cNvSpPr txBox="1">
            <a:spLocks noChangeArrowheads="1"/>
          </p:cNvSpPr>
          <p:nvPr/>
        </p:nvSpPr>
        <p:spPr bwMode="auto">
          <a:xfrm>
            <a:off x="9003740" y="3966799"/>
            <a:ext cx="553216"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400" i="1" dirty="0">
                <a:sym typeface="Symbol" pitchFamily="18" charset="2"/>
              </a:rPr>
              <a:t>y</a:t>
            </a:r>
            <a:r>
              <a:rPr lang="en-US" altLang="en-US" sz="2400" i="1" baseline="-25000" dirty="0">
                <a:sym typeface="Symbol" pitchFamily="18" charset="2"/>
              </a:rPr>
              <a:t>2</a:t>
            </a:r>
            <a:endParaRPr lang="en-US" altLang="en-US" sz="2400" i="1" dirty="0">
              <a:sym typeface="Symbol" pitchFamily="18" charset="2"/>
            </a:endParaRPr>
          </a:p>
        </p:txBody>
      </p:sp>
      <p:sp>
        <p:nvSpPr>
          <p:cNvPr id="12311" name="Line 30"/>
          <p:cNvSpPr>
            <a:spLocks noChangeShapeType="1"/>
          </p:cNvSpPr>
          <p:nvPr/>
        </p:nvSpPr>
        <p:spPr bwMode="auto">
          <a:xfrm>
            <a:off x="6399914" y="4586324"/>
            <a:ext cx="503317"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3200"/>
          </a:p>
        </p:txBody>
      </p:sp>
      <p:sp>
        <p:nvSpPr>
          <p:cNvPr id="12312" name="Line 31"/>
          <p:cNvSpPr>
            <a:spLocks noChangeShapeType="1"/>
          </p:cNvSpPr>
          <p:nvPr/>
        </p:nvSpPr>
        <p:spPr bwMode="auto">
          <a:xfrm>
            <a:off x="9409431" y="3129195"/>
            <a:ext cx="295049"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3200"/>
          </a:p>
        </p:txBody>
      </p:sp>
      <p:sp>
        <p:nvSpPr>
          <p:cNvPr id="12313" name="Text Box 32"/>
          <p:cNvSpPr txBox="1">
            <a:spLocks noChangeArrowheads="1"/>
          </p:cNvSpPr>
          <p:nvPr/>
        </p:nvSpPr>
        <p:spPr bwMode="auto">
          <a:xfrm>
            <a:off x="9543375" y="3107440"/>
            <a:ext cx="553216"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400" i="1" dirty="0">
                <a:solidFill>
                  <a:srgbClr val="FF0000"/>
                </a:solidFill>
                <a:sym typeface="Symbol" pitchFamily="18" charset="2"/>
              </a:rPr>
              <a:t>v</a:t>
            </a:r>
            <a:r>
              <a:rPr lang="en-US" altLang="en-US" sz="2400" i="1" baseline="-25000" dirty="0">
                <a:solidFill>
                  <a:srgbClr val="FF0000"/>
                </a:solidFill>
                <a:sym typeface="Symbol" pitchFamily="18" charset="2"/>
              </a:rPr>
              <a:t>2</a:t>
            </a:r>
            <a:endParaRPr lang="en-US" altLang="en-US" sz="2400" i="1" dirty="0">
              <a:solidFill>
                <a:srgbClr val="FF0000"/>
              </a:solidFill>
              <a:sym typeface="Symbol" pitchFamily="18" charset="2"/>
            </a:endParaRPr>
          </a:p>
        </p:txBody>
      </p:sp>
      <p:sp>
        <p:nvSpPr>
          <p:cNvPr id="12314" name="Text Box 33"/>
          <p:cNvSpPr txBox="1">
            <a:spLocks noChangeArrowheads="1"/>
          </p:cNvSpPr>
          <p:nvPr/>
        </p:nvSpPr>
        <p:spPr bwMode="auto">
          <a:xfrm>
            <a:off x="6522810" y="4603804"/>
            <a:ext cx="553216"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400" i="1" dirty="0">
                <a:solidFill>
                  <a:srgbClr val="FF0000"/>
                </a:solidFill>
                <a:sym typeface="Symbol" pitchFamily="18" charset="2"/>
              </a:rPr>
              <a:t>v</a:t>
            </a:r>
            <a:r>
              <a:rPr lang="en-US" altLang="en-US" sz="2400" i="1" baseline="-25000" dirty="0">
                <a:solidFill>
                  <a:srgbClr val="FF0000"/>
                </a:solidFill>
                <a:sym typeface="Symbol" pitchFamily="18" charset="2"/>
              </a:rPr>
              <a:t>1</a:t>
            </a:r>
            <a:endParaRPr lang="en-US" altLang="en-US" sz="2400" i="1" dirty="0">
              <a:solidFill>
                <a:srgbClr val="FF0000"/>
              </a:solidFill>
              <a:sym typeface="Symbol" pitchFamily="18" charset="2"/>
            </a:endParaRPr>
          </a:p>
        </p:txBody>
      </p:sp>
      <p:sp>
        <p:nvSpPr>
          <p:cNvPr id="12315" name="Line 34"/>
          <p:cNvSpPr>
            <a:spLocks noChangeShapeType="1"/>
          </p:cNvSpPr>
          <p:nvPr/>
        </p:nvSpPr>
        <p:spPr bwMode="auto">
          <a:xfrm>
            <a:off x="5522579" y="4571097"/>
            <a:ext cx="520671" cy="0"/>
          </a:xfrm>
          <a:prstGeom prst="line">
            <a:avLst/>
          </a:prstGeom>
          <a:noFill/>
          <a:ln w="28575">
            <a:solidFill>
              <a:srgbClr val="0070C0"/>
            </a:solidFill>
            <a:round/>
            <a:headEnd/>
            <a:tailEnd type="triangle" w="med" len="med"/>
          </a:ln>
          <a:extLst>
            <a:ext uri="{909E8E84-426E-40DD-AFC4-6F175D3DCCD1}">
              <a14:hiddenFill xmlns:a14="http://schemas.microsoft.com/office/drawing/2010/main">
                <a:noFill/>
              </a14:hiddenFill>
            </a:ext>
          </a:extLst>
        </p:spPr>
        <p:txBody>
          <a:bodyPr/>
          <a:lstStyle/>
          <a:p>
            <a:endParaRPr lang="en-US" sz="3200"/>
          </a:p>
        </p:txBody>
      </p:sp>
      <p:sp>
        <p:nvSpPr>
          <p:cNvPr id="12318" name="Line 37"/>
          <p:cNvSpPr>
            <a:spLocks noChangeShapeType="1"/>
          </p:cNvSpPr>
          <p:nvPr/>
        </p:nvSpPr>
        <p:spPr bwMode="auto">
          <a:xfrm flipH="1">
            <a:off x="9471987" y="2834801"/>
            <a:ext cx="364470" cy="0"/>
          </a:xfrm>
          <a:prstGeom prst="line">
            <a:avLst/>
          </a:prstGeom>
          <a:noFill/>
          <a:ln w="28575">
            <a:solidFill>
              <a:srgbClr val="0070C0"/>
            </a:solidFill>
            <a:round/>
            <a:headEnd/>
            <a:tailEnd type="triangle" w="med" len="med"/>
          </a:ln>
          <a:extLst>
            <a:ext uri="{909E8E84-426E-40DD-AFC4-6F175D3DCCD1}">
              <a14:hiddenFill xmlns:a14="http://schemas.microsoft.com/office/drawing/2010/main">
                <a:noFill/>
              </a14:hiddenFill>
            </a:ext>
          </a:extLst>
        </p:spPr>
        <p:txBody>
          <a:bodyPr/>
          <a:lstStyle/>
          <a:p>
            <a:endParaRPr lang="en-US" sz="320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958E8BB-9A4F-0082-3FC5-83027BBAFDA9}"/>
                  </a:ext>
                </a:extLst>
              </p:cNvPr>
              <p:cNvSpPr txBox="1"/>
              <p:nvPr/>
            </p:nvSpPr>
            <p:spPr>
              <a:xfrm>
                <a:off x="3836016" y="4340265"/>
                <a:ext cx="1697653" cy="461664"/>
              </a:xfrm>
              <a:prstGeom prst="rect">
                <a:avLst/>
              </a:prstGeom>
              <a:noFill/>
            </p:spPr>
            <p:txBody>
              <a:bodyPr wrap="square">
                <a:spAutoFit/>
              </a:bodyPr>
              <a:lstStyle/>
              <a:p>
                <a:pPr/>
                <a14:m>
                  <m:oMathPara xmlns:m="http://schemas.openxmlformats.org/officeDocument/2006/math">
                    <m:oMath>
                      <m:sSub>
                        <m:sSubPr>
                          <m:ctrlPr>
                            <a:rPr lang="en-US" altLang="en-US" sz="2400" i="1">
                              <a:solidFill>
                                <a:srgbClr val="0070C0"/>
                              </a:solidFill>
                              <a:latin typeface="Cambria Math" panose="02040503050406030204" pitchFamily="18" charset="0"/>
                            </a:rPr>
                          </m:ctrlPr>
                        </m:sSubPr>
                        <m:e>
                          <m:r>
                            <a:rPr lang="en-US" altLang="en-US" sz="2400" i="1">
                              <a:solidFill>
                                <a:srgbClr val="0070C0"/>
                              </a:solidFill>
                              <a:latin typeface="Cambria Math" panose="02040503050406030204" pitchFamily="18" charset="0"/>
                            </a:rPr>
                            <m:t>𝐹</m:t>
                          </m:r>
                        </m:e>
                        <m:sub>
                          <m:r>
                            <a:rPr lang="en-US" altLang="en-US" sz="2400" i="1">
                              <a:solidFill>
                                <a:srgbClr val="0070C0"/>
                              </a:solidFill>
                              <a:latin typeface="Cambria Math" panose="02040503050406030204" pitchFamily="18" charset="0"/>
                            </a:rPr>
                            <m:t>1</m:t>
                          </m:r>
                        </m:sub>
                      </m:sSub>
                      <m:r>
                        <a:rPr lang="en-US" altLang="en-US" sz="2400" i="1">
                          <a:solidFill>
                            <a:srgbClr val="0070C0"/>
                          </a:solidFill>
                          <a:latin typeface="Cambria Math" panose="02040503050406030204" pitchFamily="18" charset="0"/>
                        </a:rPr>
                        <m:t>=</m:t>
                      </m:r>
                      <m:sSub>
                        <m:sSubPr>
                          <m:ctrlPr>
                            <a:rPr lang="en-US" altLang="en-US" sz="2400" i="1">
                              <a:solidFill>
                                <a:srgbClr val="0070C0"/>
                              </a:solidFill>
                              <a:latin typeface="Cambria Math" panose="02040503050406030204" pitchFamily="18" charset="0"/>
                            </a:rPr>
                          </m:ctrlPr>
                        </m:sSubPr>
                        <m:e>
                          <m:r>
                            <a:rPr lang="en-US" altLang="en-US" sz="2400" i="1">
                              <a:solidFill>
                                <a:srgbClr val="0070C0"/>
                              </a:solidFill>
                              <a:latin typeface="Cambria Math" panose="02040503050406030204" pitchFamily="18" charset="0"/>
                            </a:rPr>
                            <m:t>𝑃</m:t>
                          </m:r>
                        </m:e>
                        <m:sub>
                          <m:r>
                            <a:rPr lang="en-US" altLang="en-US" sz="2400" i="1">
                              <a:solidFill>
                                <a:srgbClr val="0070C0"/>
                              </a:solidFill>
                              <a:latin typeface="Cambria Math" panose="02040503050406030204" pitchFamily="18" charset="0"/>
                            </a:rPr>
                            <m:t>1</m:t>
                          </m:r>
                        </m:sub>
                      </m:sSub>
                      <m:sSub>
                        <m:sSubPr>
                          <m:ctrlPr>
                            <a:rPr lang="en-US" altLang="en-US" sz="2400" i="1">
                              <a:solidFill>
                                <a:srgbClr val="0070C0"/>
                              </a:solidFill>
                              <a:latin typeface="Cambria Math" panose="02040503050406030204" pitchFamily="18" charset="0"/>
                            </a:rPr>
                          </m:ctrlPr>
                        </m:sSubPr>
                        <m:e>
                          <m:r>
                            <a:rPr lang="en-US" altLang="en-US" sz="2400" i="1">
                              <a:solidFill>
                                <a:srgbClr val="0070C0"/>
                              </a:solidFill>
                              <a:latin typeface="Cambria Math" panose="02040503050406030204" pitchFamily="18" charset="0"/>
                            </a:rPr>
                            <m:t>𝐴</m:t>
                          </m:r>
                        </m:e>
                        <m:sub>
                          <m:r>
                            <a:rPr lang="en-US" altLang="en-US" sz="2400" i="1">
                              <a:solidFill>
                                <a:srgbClr val="0070C0"/>
                              </a:solidFill>
                              <a:latin typeface="Cambria Math" panose="02040503050406030204" pitchFamily="18" charset="0"/>
                            </a:rPr>
                            <m:t>1</m:t>
                          </m:r>
                        </m:sub>
                      </m:sSub>
                      <m:acc>
                        <m:accPr>
                          <m:chr m:val="̂"/>
                          <m:ctrlPr>
                            <a:rPr lang="en-US" altLang="en-US" sz="2400" i="1">
                              <a:solidFill>
                                <a:srgbClr val="0070C0"/>
                              </a:solidFill>
                              <a:latin typeface="Cambria Math" panose="02040503050406030204" pitchFamily="18" charset="0"/>
                            </a:rPr>
                          </m:ctrlPr>
                        </m:accPr>
                        <m:e>
                          <m:r>
                            <a:rPr lang="en-US" altLang="en-US" sz="2400" i="1">
                              <a:solidFill>
                                <a:srgbClr val="0070C0"/>
                              </a:solidFill>
                              <a:latin typeface="Cambria Math" panose="02040503050406030204" pitchFamily="18" charset="0"/>
                            </a:rPr>
                            <m:t>𝑥</m:t>
                          </m:r>
                        </m:e>
                      </m:acc>
                    </m:oMath>
                  </m:oMathPara>
                </a14:m>
                <a:endParaRPr lang="en-US" sz="2400" dirty="0"/>
              </a:p>
            </p:txBody>
          </p:sp>
        </mc:Choice>
        <mc:Fallback xmlns="">
          <p:sp>
            <p:nvSpPr>
              <p:cNvPr id="3" name="TextBox 2">
                <a:extLst>
                  <a:ext uri="{FF2B5EF4-FFF2-40B4-BE49-F238E27FC236}">
                    <a16:creationId xmlns:a16="http://schemas.microsoft.com/office/drawing/2014/main" id="{B958E8BB-9A4F-0082-3FC5-83027BBAFDA9}"/>
                  </a:ext>
                </a:extLst>
              </p:cNvPr>
              <p:cNvSpPr txBox="1">
                <a:spLocks noRot="1" noChangeAspect="1" noMove="1" noResize="1" noEditPoints="1" noAdjustHandles="1" noChangeArrowheads="1" noChangeShapeType="1" noTextEdit="1"/>
              </p:cNvSpPr>
              <p:nvPr/>
            </p:nvSpPr>
            <p:spPr>
              <a:xfrm>
                <a:off x="3836016" y="4340265"/>
                <a:ext cx="1697653" cy="461664"/>
              </a:xfrm>
              <a:prstGeom prst="rect">
                <a:avLst/>
              </a:prstGeom>
              <a:blipFill>
                <a:blip r:embed="rId3"/>
                <a:stretch>
                  <a:fillRect t="-5263" r="-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DB25C9E-8C22-42B3-1680-9BF360CF146E}"/>
                  </a:ext>
                </a:extLst>
              </p:cNvPr>
              <p:cNvSpPr txBox="1"/>
              <p:nvPr/>
            </p:nvSpPr>
            <p:spPr>
              <a:xfrm>
                <a:off x="9370082" y="2540044"/>
                <a:ext cx="2432757" cy="461664"/>
              </a:xfrm>
              <a:prstGeom prst="rect">
                <a:avLst/>
              </a:prstGeom>
              <a:noFill/>
            </p:spPr>
            <p:txBody>
              <a:bodyPr wrap="square">
                <a:spAutoFit/>
              </a:bodyPr>
              <a:lstStyle/>
              <a:p>
                <a:pPr marL="457200" lvl="1" indent="0">
                  <a:buNone/>
                </a:pPr>
                <a14:m>
                  <m:oMathPara xmlns:m="http://schemas.openxmlformats.org/officeDocument/2006/math">
                    <m:oMath>
                      <m:sSub>
                        <m:sSubPr>
                          <m:ctrlPr>
                            <a:rPr lang="en-US" altLang="en-US" sz="2400" i="1">
                              <a:solidFill>
                                <a:srgbClr val="0070C0"/>
                              </a:solidFill>
                              <a:latin typeface="Cambria Math" panose="02040503050406030204" pitchFamily="18" charset="0"/>
                            </a:rPr>
                          </m:ctrlPr>
                        </m:sSubPr>
                        <m:e>
                          <m:r>
                            <a:rPr lang="en-US" altLang="en-US" sz="2400" i="1">
                              <a:solidFill>
                                <a:srgbClr val="0070C0"/>
                              </a:solidFill>
                              <a:latin typeface="Cambria Math" panose="02040503050406030204" pitchFamily="18" charset="0"/>
                            </a:rPr>
                            <m:t>𝐹</m:t>
                          </m:r>
                        </m:e>
                        <m:sub>
                          <m:r>
                            <a:rPr lang="en-US" altLang="en-US" sz="2400" b="0" i="1" smtClean="0">
                              <a:solidFill>
                                <a:srgbClr val="0070C0"/>
                              </a:solidFill>
                              <a:latin typeface="Cambria Math" panose="02040503050406030204" pitchFamily="18" charset="0"/>
                            </a:rPr>
                            <m:t>2</m:t>
                          </m:r>
                        </m:sub>
                      </m:sSub>
                      <m:r>
                        <a:rPr lang="en-US" altLang="en-US" sz="2400" i="1">
                          <a:solidFill>
                            <a:srgbClr val="0070C0"/>
                          </a:solidFill>
                          <a:latin typeface="Cambria Math" panose="02040503050406030204" pitchFamily="18" charset="0"/>
                        </a:rPr>
                        <m:t>=</m:t>
                      </m:r>
                      <m:sSub>
                        <m:sSubPr>
                          <m:ctrlPr>
                            <a:rPr lang="en-US" altLang="en-US" sz="2400" b="0" i="1" smtClean="0">
                              <a:solidFill>
                                <a:srgbClr val="0070C0"/>
                              </a:solidFill>
                              <a:latin typeface="Cambria Math" panose="02040503050406030204" pitchFamily="18" charset="0"/>
                            </a:rPr>
                          </m:ctrlPr>
                        </m:sSubPr>
                        <m:e>
                          <m:r>
                            <a:rPr lang="en-US" altLang="en-US" sz="2400" b="0" i="1" smtClean="0">
                              <a:solidFill>
                                <a:srgbClr val="0070C0"/>
                              </a:solidFill>
                              <a:latin typeface="Cambria Math" panose="02040503050406030204" pitchFamily="18" charset="0"/>
                            </a:rPr>
                            <m:t>−</m:t>
                          </m:r>
                          <m:r>
                            <a:rPr lang="en-US" altLang="en-US" sz="2400" i="1">
                              <a:solidFill>
                                <a:srgbClr val="0070C0"/>
                              </a:solidFill>
                              <a:latin typeface="Cambria Math" panose="02040503050406030204" pitchFamily="18" charset="0"/>
                            </a:rPr>
                            <m:t>𝑃</m:t>
                          </m:r>
                        </m:e>
                        <m:sub>
                          <m:r>
                            <a:rPr lang="en-US" altLang="en-US" sz="2400" b="0" i="1" smtClean="0">
                              <a:solidFill>
                                <a:srgbClr val="0070C0"/>
                              </a:solidFill>
                              <a:latin typeface="Cambria Math" panose="02040503050406030204" pitchFamily="18" charset="0"/>
                            </a:rPr>
                            <m:t>2</m:t>
                          </m:r>
                        </m:sub>
                      </m:sSub>
                      <m:sSub>
                        <m:sSubPr>
                          <m:ctrlPr>
                            <a:rPr lang="en-US" altLang="en-US" sz="2400" i="1">
                              <a:solidFill>
                                <a:srgbClr val="0070C0"/>
                              </a:solidFill>
                              <a:latin typeface="Cambria Math" panose="02040503050406030204" pitchFamily="18" charset="0"/>
                            </a:rPr>
                          </m:ctrlPr>
                        </m:sSubPr>
                        <m:e>
                          <m:r>
                            <a:rPr lang="en-US" altLang="en-US" sz="2400" i="1">
                              <a:solidFill>
                                <a:srgbClr val="0070C0"/>
                              </a:solidFill>
                              <a:latin typeface="Cambria Math" panose="02040503050406030204" pitchFamily="18" charset="0"/>
                            </a:rPr>
                            <m:t>𝐴</m:t>
                          </m:r>
                        </m:e>
                        <m:sub>
                          <m:r>
                            <a:rPr lang="en-US" altLang="en-US" sz="2400" b="0" i="1" smtClean="0">
                              <a:solidFill>
                                <a:srgbClr val="0070C0"/>
                              </a:solidFill>
                              <a:latin typeface="Cambria Math" panose="02040503050406030204" pitchFamily="18" charset="0"/>
                            </a:rPr>
                            <m:t>2</m:t>
                          </m:r>
                        </m:sub>
                      </m:sSub>
                      <m:acc>
                        <m:accPr>
                          <m:chr m:val="̂"/>
                          <m:ctrlPr>
                            <a:rPr lang="en-US" altLang="en-US" sz="2400" i="1">
                              <a:solidFill>
                                <a:srgbClr val="0070C0"/>
                              </a:solidFill>
                              <a:latin typeface="Cambria Math" panose="02040503050406030204" pitchFamily="18" charset="0"/>
                            </a:rPr>
                          </m:ctrlPr>
                        </m:accPr>
                        <m:e>
                          <m:r>
                            <a:rPr lang="en-US" altLang="en-US" sz="2400" i="1">
                              <a:solidFill>
                                <a:srgbClr val="0070C0"/>
                              </a:solidFill>
                              <a:latin typeface="Cambria Math" panose="02040503050406030204" pitchFamily="18" charset="0"/>
                            </a:rPr>
                            <m:t>𝑥</m:t>
                          </m:r>
                        </m:e>
                      </m:acc>
                    </m:oMath>
                  </m:oMathPara>
                </a14:m>
                <a:endParaRPr lang="en-US" altLang="en-US" sz="3200" dirty="0">
                  <a:solidFill>
                    <a:srgbClr val="0070C0"/>
                  </a:solidFill>
                </a:endParaRPr>
              </a:p>
            </p:txBody>
          </p:sp>
        </mc:Choice>
        <mc:Fallback xmlns="">
          <p:sp>
            <p:nvSpPr>
              <p:cNvPr id="5" name="TextBox 4">
                <a:extLst>
                  <a:ext uri="{FF2B5EF4-FFF2-40B4-BE49-F238E27FC236}">
                    <a16:creationId xmlns:a16="http://schemas.microsoft.com/office/drawing/2014/main" id="{1DB25C9E-8C22-42B3-1680-9BF360CF146E}"/>
                  </a:ext>
                </a:extLst>
              </p:cNvPr>
              <p:cNvSpPr txBox="1">
                <a:spLocks noRot="1" noChangeAspect="1" noMove="1" noResize="1" noEditPoints="1" noAdjustHandles="1" noChangeArrowheads="1" noChangeShapeType="1" noTextEdit="1"/>
              </p:cNvSpPr>
              <p:nvPr/>
            </p:nvSpPr>
            <p:spPr>
              <a:xfrm>
                <a:off x="9370082" y="2540044"/>
                <a:ext cx="2432757" cy="461664"/>
              </a:xfrm>
              <a:prstGeom prst="rect">
                <a:avLst/>
              </a:prstGeom>
              <a:blipFill>
                <a:blip r:embed="rId4"/>
                <a:stretch>
                  <a:fillRect t="-5333" r="-13534"/>
                </a:stretch>
              </a:blipFill>
            </p:spPr>
            <p:txBody>
              <a:bodyPr/>
              <a:lstStyle/>
              <a:p>
                <a:r>
                  <a:rPr lang="en-US">
                    <a:noFill/>
                  </a:rPr>
                  <a:t> </a:t>
                </a:r>
              </a:p>
            </p:txBody>
          </p:sp>
        </mc:Fallback>
      </mc:AlternateContent>
      <p:sp>
        <p:nvSpPr>
          <p:cNvPr id="4" name="Line 17">
            <a:extLst>
              <a:ext uri="{FF2B5EF4-FFF2-40B4-BE49-F238E27FC236}">
                <a16:creationId xmlns:a16="http://schemas.microsoft.com/office/drawing/2014/main" id="{286734F6-1FE9-894E-16CF-3018B80D42BE}"/>
              </a:ext>
            </a:extLst>
          </p:cNvPr>
          <p:cNvSpPr>
            <a:spLocks noChangeShapeType="1"/>
          </p:cNvSpPr>
          <p:nvPr/>
        </p:nvSpPr>
        <p:spPr bwMode="auto">
          <a:xfrm flipH="1">
            <a:off x="9242920" y="2217281"/>
            <a:ext cx="0" cy="239062"/>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sz="3200"/>
          </a:p>
        </p:txBody>
      </p:sp>
    </p:spTree>
    <p:extLst>
      <p:ext uri="{BB962C8B-B14F-4D97-AF65-F5344CB8AC3E}">
        <p14:creationId xmlns:p14="http://schemas.microsoft.com/office/powerpoint/2010/main" val="15829741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Number Placeholder 6"/>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66550E5E-B849-4BF2-9A92-34A990F53F63}" type="slidenum">
              <a:rPr lang="en-US" altLang="en-US" sz="1400"/>
              <a:pPr eaLnBrk="1" hangingPunct="1">
                <a:spcBef>
                  <a:spcPct val="0"/>
                </a:spcBef>
                <a:buFontTx/>
                <a:buNone/>
              </a:pPr>
              <a:t>22</a:t>
            </a:fld>
            <a:endParaRPr lang="en-US" altLang="en-US" sz="1400"/>
          </a:p>
        </p:txBody>
      </p:sp>
      <p:sp>
        <p:nvSpPr>
          <p:cNvPr id="13315" name="Rectangle 2"/>
          <p:cNvSpPr>
            <a:spLocks noGrp="1" noChangeArrowheads="1"/>
          </p:cNvSpPr>
          <p:nvPr>
            <p:ph type="title"/>
          </p:nvPr>
        </p:nvSpPr>
        <p:spPr/>
        <p:txBody>
          <a:bodyPr/>
          <a:lstStyle/>
          <a:p>
            <a:pPr eaLnBrk="1" hangingPunct="1"/>
            <a:r>
              <a:rPr lang="en-US" altLang="en-US" b="1"/>
              <a:t>Work done in </a:t>
            </a:r>
            <a:r>
              <a:rPr lang="en-US" altLang="en-US" b="1">
                <a:sym typeface="Symbol" pitchFamily="18" charset="2"/>
              </a:rPr>
              <a:t>t</a:t>
            </a:r>
          </a:p>
        </p:txBody>
      </p:sp>
      <p:sp>
        <p:nvSpPr>
          <p:cNvPr id="13316" name="Rectangle 3"/>
          <p:cNvSpPr>
            <a:spLocks noGrp="1" noChangeArrowheads="1"/>
          </p:cNvSpPr>
          <p:nvPr>
            <p:ph type="body" sz="half" idx="1"/>
          </p:nvPr>
        </p:nvSpPr>
        <p:spPr>
          <a:xfrm>
            <a:off x="1981200" y="1600201"/>
            <a:ext cx="3638550" cy="4525963"/>
          </a:xfrm>
        </p:spPr>
        <p:txBody>
          <a:bodyPr/>
          <a:lstStyle/>
          <a:p>
            <a:pPr eaLnBrk="1" hangingPunct="1"/>
            <a:r>
              <a:rPr lang="en-US" altLang="en-US" sz="1800"/>
              <a:t>Recall from Statics or PH 121</a:t>
            </a:r>
          </a:p>
          <a:p>
            <a:pPr eaLnBrk="1" hangingPunct="1"/>
            <a:endParaRPr lang="en-US" altLang="en-US" sz="1800"/>
          </a:p>
          <a:p>
            <a:pPr eaLnBrk="1" hangingPunct="1"/>
            <a:endParaRPr lang="en-US" altLang="en-US" sz="1800"/>
          </a:p>
          <a:p>
            <a:pPr eaLnBrk="1" hangingPunct="1"/>
            <a:r>
              <a:rPr lang="en-US" altLang="en-US" sz="1800"/>
              <a:t>For the LHS</a:t>
            </a:r>
          </a:p>
          <a:p>
            <a:pPr eaLnBrk="1" hangingPunct="1"/>
            <a:endParaRPr lang="en-US" altLang="en-US" sz="1800"/>
          </a:p>
          <a:p>
            <a:pPr eaLnBrk="1" hangingPunct="1"/>
            <a:endParaRPr lang="en-US" altLang="en-US" sz="1800"/>
          </a:p>
          <a:p>
            <a:pPr eaLnBrk="1" hangingPunct="1"/>
            <a:r>
              <a:rPr lang="en-US" altLang="en-US" sz="1800"/>
              <a:t>For the RHS</a:t>
            </a:r>
          </a:p>
          <a:p>
            <a:pPr eaLnBrk="1" hangingPunct="1"/>
            <a:endParaRPr lang="en-US" altLang="en-US" sz="1800"/>
          </a:p>
          <a:p>
            <a:pPr eaLnBrk="1" hangingPunct="1"/>
            <a:endParaRPr lang="en-US" altLang="en-US" sz="1800"/>
          </a:p>
          <a:p>
            <a:pPr eaLnBrk="1" hangingPunct="1"/>
            <a:endParaRPr lang="en-US" altLang="en-US" sz="1800"/>
          </a:p>
          <a:p>
            <a:pPr eaLnBrk="1" hangingPunct="1"/>
            <a:r>
              <a:rPr lang="en-US" altLang="en-US" sz="1800"/>
              <a:t>Define a volume, </a:t>
            </a:r>
            <a:r>
              <a:rPr lang="en-US" altLang="en-US" sz="1800" i="1"/>
              <a:t>V (</a:t>
            </a:r>
            <a:r>
              <a:rPr lang="en-US" altLang="en-US" sz="1200"/>
              <a:t>Note that this volume is NOT the volume of the entire segment. It is just the part that is </a:t>
            </a:r>
            <a:r>
              <a:rPr lang="en-US" altLang="en-US" sz="1200">
                <a:sym typeface="Symbol" pitchFamily="18" charset="2"/>
              </a:rPr>
              <a:t>x</a:t>
            </a:r>
            <a:r>
              <a:rPr lang="en-US" altLang="en-US" sz="1200" baseline="-25000">
                <a:sym typeface="Symbol" pitchFamily="18" charset="2"/>
              </a:rPr>
              <a:t>1</a:t>
            </a:r>
            <a:r>
              <a:rPr lang="en-US" altLang="en-US" sz="1200">
                <a:sym typeface="Symbol" pitchFamily="18" charset="2"/>
              </a:rPr>
              <a:t> long</a:t>
            </a:r>
            <a:r>
              <a:rPr lang="en-US" altLang="en-US" sz="1200"/>
              <a:t> )</a:t>
            </a:r>
          </a:p>
        </p:txBody>
      </p:sp>
      <p:sp>
        <p:nvSpPr>
          <p:cNvPr id="13317" name="Rectangle 4"/>
          <p:cNvSpPr>
            <a:spLocks noGrp="1" noChangeArrowheads="1"/>
          </p:cNvSpPr>
          <p:nvPr>
            <p:ph type="body" sz="half" idx="2"/>
          </p:nvPr>
        </p:nvSpPr>
        <p:spPr>
          <a:xfrm>
            <a:off x="6172200" y="4184651"/>
            <a:ext cx="4038600" cy="1941513"/>
          </a:xfrm>
        </p:spPr>
        <p:txBody>
          <a:bodyPr/>
          <a:lstStyle/>
          <a:p>
            <a:pPr eaLnBrk="1" hangingPunct="1"/>
            <a:r>
              <a:rPr lang="en-US" altLang="en-US" sz="1800"/>
              <a:t>So</a:t>
            </a:r>
          </a:p>
          <a:p>
            <a:pPr eaLnBrk="1" hangingPunct="1"/>
            <a:endParaRPr lang="en-US" altLang="en-US" sz="1800"/>
          </a:p>
          <a:p>
            <a:pPr eaLnBrk="1" hangingPunct="1"/>
            <a:endParaRPr lang="en-US" altLang="en-US" sz="1800"/>
          </a:p>
          <a:p>
            <a:pPr eaLnBrk="1" hangingPunct="1"/>
            <a:r>
              <a:rPr lang="en-US" altLang="en-US" sz="1800"/>
              <a:t>The total work done is</a:t>
            </a:r>
          </a:p>
        </p:txBody>
      </p:sp>
      <p:grpSp>
        <p:nvGrpSpPr>
          <p:cNvPr id="13318" name="Group 5"/>
          <p:cNvGrpSpPr>
            <a:grpSpLocks/>
          </p:cNvGrpSpPr>
          <p:nvPr/>
        </p:nvGrpSpPr>
        <p:grpSpPr bwMode="auto">
          <a:xfrm>
            <a:off x="6643688" y="1197770"/>
            <a:ext cx="3324225" cy="2027237"/>
            <a:chOff x="3202" y="1155"/>
            <a:chExt cx="2094" cy="1277"/>
          </a:xfrm>
        </p:grpSpPr>
        <p:grpSp>
          <p:nvGrpSpPr>
            <p:cNvPr id="13331" name="Group 6"/>
            <p:cNvGrpSpPr>
              <a:grpSpLocks/>
            </p:cNvGrpSpPr>
            <p:nvPr/>
          </p:nvGrpSpPr>
          <p:grpSpPr bwMode="auto">
            <a:xfrm>
              <a:off x="3497" y="1487"/>
              <a:ext cx="1480" cy="804"/>
              <a:chOff x="755" y="3239"/>
              <a:chExt cx="1480" cy="804"/>
            </a:xfrm>
          </p:grpSpPr>
          <p:sp>
            <p:nvSpPr>
              <p:cNvPr id="13354" name="Freeform 7"/>
              <p:cNvSpPr>
                <a:spLocks/>
              </p:cNvSpPr>
              <p:nvPr/>
            </p:nvSpPr>
            <p:spPr bwMode="auto">
              <a:xfrm rot="-10354484">
                <a:off x="819" y="3239"/>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3355" name="Group 8"/>
              <p:cNvGrpSpPr>
                <a:grpSpLocks/>
              </p:cNvGrpSpPr>
              <p:nvPr/>
            </p:nvGrpSpPr>
            <p:grpSpPr bwMode="auto">
              <a:xfrm>
                <a:off x="755" y="3327"/>
                <a:ext cx="1480" cy="716"/>
                <a:chOff x="755" y="3327"/>
                <a:chExt cx="1480" cy="716"/>
              </a:xfrm>
            </p:grpSpPr>
            <p:grpSp>
              <p:nvGrpSpPr>
                <p:cNvPr id="13356" name="Group 9"/>
                <p:cNvGrpSpPr>
                  <a:grpSpLocks/>
                </p:cNvGrpSpPr>
                <p:nvPr/>
              </p:nvGrpSpPr>
              <p:grpSpPr bwMode="auto">
                <a:xfrm>
                  <a:off x="755" y="3861"/>
                  <a:ext cx="161" cy="93"/>
                  <a:chOff x="707" y="2868"/>
                  <a:chExt cx="161" cy="96"/>
                </a:xfrm>
              </p:grpSpPr>
              <p:sp>
                <p:nvSpPr>
                  <p:cNvPr id="13360" name="AutoShape 10"/>
                  <p:cNvSpPr>
                    <a:spLocks noChangeArrowheads="1"/>
                  </p:cNvSpPr>
                  <p:nvPr/>
                </p:nvSpPr>
                <p:spPr bwMode="auto">
                  <a:xfrm rot="213656" flipH="1">
                    <a:off x="707" y="2868"/>
                    <a:ext cx="161" cy="9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3361" name="Arc 11"/>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solidFill>
                    <a:srgbClr val="C0C0C0"/>
                  </a:solidFill>
                  <a:ln>
                    <a:noFill/>
                  </a:ln>
                  <a:extLs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a:p>
                </p:txBody>
              </p:sp>
            </p:grpSp>
            <p:sp>
              <p:nvSpPr>
                <p:cNvPr id="13357" name="Freeform 12"/>
                <p:cNvSpPr>
                  <a:spLocks/>
                </p:cNvSpPr>
                <p:nvPr/>
              </p:nvSpPr>
              <p:spPr bwMode="auto">
                <a:xfrm rot="-10354484">
                  <a:off x="799" y="3485"/>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3358" name="Oval 13"/>
                <p:cNvSpPr>
                  <a:spLocks noChangeArrowheads="1"/>
                </p:cNvSpPr>
                <p:nvPr/>
              </p:nvSpPr>
              <p:spPr bwMode="auto">
                <a:xfrm rot="-10354484">
                  <a:off x="2179" y="3327"/>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3359" name="AutoShape 14"/>
                <p:cNvSpPr>
                  <a:spLocks noChangeArrowheads="1"/>
                </p:cNvSpPr>
                <p:nvPr/>
              </p:nvSpPr>
              <p:spPr bwMode="auto">
                <a:xfrm rot="384639">
                  <a:off x="2111" y="3327"/>
                  <a:ext cx="121" cy="24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grpSp>
        <p:sp>
          <p:nvSpPr>
            <p:cNvPr id="13332" name="Line 15"/>
            <p:cNvSpPr>
              <a:spLocks noChangeShapeType="1"/>
            </p:cNvSpPr>
            <p:nvPr/>
          </p:nvSpPr>
          <p:spPr bwMode="auto">
            <a:xfrm>
              <a:off x="4873" y="1375"/>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3" name="Line 16"/>
            <p:cNvSpPr>
              <a:spLocks noChangeShapeType="1"/>
            </p:cNvSpPr>
            <p:nvPr/>
          </p:nvSpPr>
          <p:spPr bwMode="auto">
            <a:xfrm>
              <a:off x="4969" y="1381"/>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4" name="Line 17"/>
            <p:cNvSpPr>
              <a:spLocks noChangeShapeType="1"/>
            </p:cNvSpPr>
            <p:nvPr/>
          </p:nvSpPr>
          <p:spPr bwMode="auto">
            <a:xfrm>
              <a:off x="4770" y="1477"/>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35" name="Text Box 18"/>
            <p:cNvSpPr txBox="1">
              <a:spLocks noChangeArrowheads="1"/>
            </p:cNvSpPr>
            <p:nvPr/>
          </p:nvSpPr>
          <p:spPr bwMode="auto">
            <a:xfrm>
              <a:off x="4765" y="1155"/>
              <a:ext cx="335"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x</a:t>
              </a:r>
              <a:r>
                <a:rPr lang="en-US" altLang="en-US" sz="1400" i="1" baseline="-25000">
                  <a:sym typeface="Symbol" pitchFamily="18" charset="2"/>
                </a:rPr>
                <a:t>2</a:t>
              </a:r>
              <a:endParaRPr lang="en-US" altLang="en-US" sz="1400" i="1">
                <a:sym typeface="Symbol" pitchFamily="18" charset="2"/>
              </a:endParaRPr>
            </a:p>
          </p:txBody>
        </p:sp>
        <p:sp>
          <p:nvSpPr>
            <p:cNvPr id="13336" name="Line 19"/>
            <p:cNvSpPr>
              <a:spLocks noChangeShapeType="1"/>
            </p:cNvSpPr>
            <p:nvPr/>
          </p:nvSpPr>
          <p:spPr bwMode="auto">
            <a:xfrm flipH="1">
              <a:off x="4970" y="1471"/>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37" name="Line 20"/>
            <p:cNvSpPr>
              <a:spLocks noChangeShapeType="1"/>
            </p:cNvSpPr>
            <p:nvPr/>
          </p:nvSpPr>
          <p:spPr bwMode="auto">
            <a:xfrm>
              <a:off x="3504" y="1904"/>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8" name="Line 21"/>
            <p:cNvSpPr>
              <a:spLocks noChangeShapeType="1"/>
            </p:cNvSpPr>
            <p:nvPr/>
          </p:nvSpPr>
          <p:spPr bwMode="auto">
            <a:xfrm>
              <a:off x="3636" y="1910"/>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9" name="Line 22"/>
            <p:cNvSpPr>
              <a:spLocks noChangeShapeType="1"/>
            </p:cNvSpPr>
            <p:nvPr/>
          </p:nvSpPr>
          <p:spPr bwMode="auto">
            <a:xfrm>
              <a:off x="3495" y="2006"/>
              <a:ext cx="138" cy="2"/>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40" name="Text Box 23"/>
            <p:cNvSpPr txBox="1">
              <a:spLocks noChangeArrowheads="1"/>
            </p:cNvSpPr>
            <p:nvPr/>
          </p:nvSpPr>
          <p:spPr bwMode="auto">
            <a:xfrm>
              <a:off x="3450" y="1674"/>
              <a:ext cx="327"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x</a:t>
              </a:r>
              <a:r>
                <a:rPr lang="en-US" altLang="en-US" sz="1400" i="1" baseline="-25000">
                  <a:sym typeface="Symbol" pitchFamily="18" charset="2"/>
                </a:rPr>
                <a:t>1</a:t>
              </a:r>
              <a:endParaRPr lang="en-US" altLang="en-US" sz="1400" i="1">
                <a:sym typeface="Symbol" pitchFamily="18" charset="2"/>
              </a:endParaRPr>
            </a:p>
          </p:txBody>
        </p:sp>
        <p:sp>
          <p:nvSpPr>
            <p:cNvPr id="13341" name="Line 24"/>
            <p:cNvSpPr>
              <a:spLocks noChangeShapeType="1"/>
            </p:cNvSpPr>
            <p:nvPr/>
          </p:nvSpPr>
          <p:spPr bwMode="auto">
            <a:xfrm>
              <a:off x="3336" y="2432"/>
              <a:ext cx="196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2" name="Line 25"/>
            <p:cNvSpPr>
              <a:spLocks noChangeShapeType="1"/>
            </p:cNvSpPr>
            <p:nvPr/>
          </p:nvSpPr>
          <p:spPr bwMode="auto">
            <a:xfrm rot="5400000" flipH="1">
              <a:off x="3348" y="2292"/>
              <a:ext cx="248" cy="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43" name="Line 26"/>
            <p:cNvSpPr>
              <a:spLocks noChangeShapeType="1"/>
            </p:cNvSpPr>
            <p:nvPr/>
          </p:nvSpPr>
          <p:spPr bwMode="auto">
            <a:xfrm rot="5400000" flipH="1">
              <a:off x="4404" y="2044"/>
              <a:ext cx="744" cy="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44" name="Text Box 27"/>
            <p:cNvSpPr txBox="1">
              <a:spLocks noChangeArrowheads="1"/>
            </p:cNvSpPr>
            <p:nvPr/>
          </p:nvSpPr>
          <p:spPr bwMode="auto">
            <a:xfrm>
              <a:off x="3202" y="2210"/>
              <a:ext cx="247"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y</a:t>
              </a:r>
              <a:r>
                <a:rPr lang="en-US" altLang="en-US" sz="1400" i="1" baseline="-25000">
                  <a:sym typeface="Symbol" pitchFamily="18" charset="2"/>
                </a:rPr>
                <a:t>1</a:t>
              </a:r>
              <a:endParaRPr lang="en-US" altLang="en-US" sz="1400" i="1">
                <a:sym typeface="Symbol" pitchFamily="18" charset="2"/>
              </a:endParaRPr>
            </a:p>
          </p:txBody>
        </p:sp>
        <p:sp>
          <p:nvSpPr>
            <p:cNvPr id="13345" name="Text Box 28"/>
            <p:cNvSpPr txBox="1">
              <a:spLocks noChangeArrowheads="1"/>
            </p:cNvSpPr>
            <p:nvPr/>
          </p:nvSpPr>
          <p:spPr bwMode="auto">
            <a:xfrm>
              <a:off x="4498" y="2098"/>
              <a:ext cx="255"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y</a:t>
              </a:r>
              <a:r>
                <a:rPr lang="en-US" altLang="en-US" sz="1400" i="1" baseline="-25000">
                  <a:sym typeface="Symbol" pitchFamily="18" charset="2"/>
                </a:rPr>
                <a:t>2</a:t>
              </a:r>
              <a:endParaRPr lang="en-US" altLang="en-US" sz="1400" i="1">
                <a:sym typeface="Symbol" pitchFamily="18" charset="2"/>
              </a:endParaRPr>
            </a:p>
          </p:txBody>
        </p:sp>
        <p:sp>
          <p:nvSpPr>
            <p:cNvPr id="13346" name="Line 29"/>
            <p:cNvSpPr>
              <a:spLocks noChangeShapeType="1"/>
            </p:cNvSpPr>
            <p:nvPr/>
          </p:nvSpPr>
          <p:spPr bwMode="auto">
            <a:xfrm>
              <a:off x="3576" y="2320"/>
              <a:ext cx="232"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47" name="Line 30"/>
            <p:cNvSpPr>
              <a:spLocks noChangeShapeType="1"/>
            </p:cNvSpPr>
            <p:nvPr/>
          </p:nvSpPr>
          <p:spPr bwMode="auto">
            <a:xfrm>
              <a:off x="4896" y="1904"/>
              <a:ext cx="136"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48" name="Text Box 31"/>
            <p:cNvSpPr txBox="1">
              <a:spLocks noChangeArrowheads="1"/>
            </p:cNvSpPr>
            <p:nvPr/>
          </p:nvSpPr>
          <p:spPr bwMode="auto">
            <a:xfrm>
              <a:off x="4930" y="1890"/>
              <a:ext cx="255"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olidFill>
                    <a:srgbClr val="FF0000"/>
                  </a:solidFill>
                  <a:sym typeface="Symbol" pitchFamily="18" charset="2"/>
                </a:rPr>
                <a:t>v</a:t>
              </a:r>
              <a:r>
                <a:rPr lang="en-US" altLang="en-US" sz="1400" i="1" baseline="-25000">
                  <a:solidFill>
                    <a:srgbClr val="FF0000"/>
                  </a:solidFill>
                  <a:sym typeface="Symbol" pitchFamily="18" charset="2"/>
                </a:rPr>
                <a:t>2</a:t>
              </a:r>
              <a:endParaRPr lang="en-US" altLang="en-US" sz="1400" i="1">
                <a:solidFill>
                  <a:srgbClr val="FF0000"/>
                </a:solidFill>
                <a:sym typeface="Symbol" pitchFamily="18" charset="2"/>
              </a:endParaRPr>
            </a:p>
          </p:txBody>
        </p:sp>
        <p:sp>
          <p:nvSpPr>
            <p:cNvPr id="13349" name="Text Box 32"/>
            <p:cNvSpPr txBox="1">
              <a:spLocks noChangeArrowheads="1"/>
            </p:cNvSpPr>
            <p:nvPr/>
          </p:nvSpPr>
          <p:spPr bwMode="auto">
            <a:xfrm>
              <a:off x="3778" y="2226"/>
              <a:ext cx="255"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olidFill>
                    <a:srgbClr val="FF0000"/>
                  </a:solidFill>
                  <a:sym typeface="Symbol" pitchFamily="18" charset="2"/>
                </a:rPr>
                <a:t>v</a:t>
              </a:r>
              <a:r>
                <a:rPr lang="en-US" altLang="en-US" sz="1400" i="1" baseline="-25000">
                  <a:solidFill>
                    <a:srgbClr val="FF0000"/>
                  </a:solidFill>
                  <a:sym typeface="Symbol" pitchFamily="18" charset="2"/>
                </a:rPr>
                <a:t>1</a:t>
              </a:r>
              <a:endParaRPr lang="en-US" altLang="en-US" sz="1400" i="1">
                <a:solidFill>
                  <a:srgbClr val="FF0000"/>
                </a:solidFill>
                <a:sym typeface="Symbol" pitchFamily="18" charset="2"/>
              </a:endParaRPr>
            </a:p>
          </p:txBody>
        </p:sp>
        <p:sp>
          <p:nvSpPr>
            <p:cNvPr id="13350" name="Line 33"/>
            <p:cNvSpPr>
              <a:spLocks noChangeShapeType="1"/>
            </p:cNvSpPr>
            <p:nvPr/>
          </p:nvSpPr>
          <p:spPr bwMode="auto">
            <a:xfrm>
              <a:off x="3224" y="2152"/>
              <a:ext cx="240" cy="0"/>
            </a:xfrm>
            <a:prstGeom prst="line">
              <a:avLst/>
            </a:prstGeom>
            <a:noFill/>
            <a:ln w="28575">
              <a:solidFill>
                <a:srgbClr val="3366FF"/>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53" name="Line 36"/>
            <p:cNvSpPr>
              <a:spLocks noChangeShapeType="1"/>
            </p:cNvSpPr>
            <p:nvPr/>
          </p:nvSpPr>
          <p:spPr bwMode="auto">
            <a:xfrm flipH="1">
              <a:off x="5014" y="1696"/>
              <a:ext cx="168" cy="0"/>
            </a:xfrm>
            <a:prstGeom prst="line">
              <a:avLst/>
            </a:prstGeom>
            <a:noFill/>
            <a:ln w="28575">
              <a:solidFill>
                <a:srgbClr val="3366FF"/>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graphicFrame>
        <p:nvGraphicFramePr>
          <p:cNvPr id="13319" name="Object 37"/>
          <p:cNvGraphicFramePr>
            <a:graphicFrameLocks noChangeAspect="1"/>
          </p:cNvGraphicFramePr>
          <p:nvPr/>
        </p:nvGraphicFramePr>
        <p:xfrm>
          <a:off x="3387725" y="2149476"/>
          <a:ext cx="927100" cy="276225"/>
        </p:xfrm>
        <a:graphic>
          <a:graphicData uri="http://schemas.openxmlformats.org/presentationml/2006/ole">
            <mc:AlternateContent xmlns:mc="http://schemas.openxmlformats.org/markup-compatibility/2006">
              <mc:Choice xmlns:v="urn:schemas-microsoft-com:vml" Requires="v">
                <p:oleObj name="Equation" r:id="rId2" imgW="596641" imgH="177723" progId="Equation.3">
                  <p:embed/>
                </p:oleObj>
              </mc:Choice>
              <mc:Fallback>
                <p:oleObj name="Equation" r:id="rId2" imgW="596641" imgH="177723" progId="Equation.3">
                  <p:embed/>
                  <p:pic>
                    <p:nvPicPr>
                      <p:cNvPr id="13319" name="Object 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87725" y="2149476"/>
                        <a:ext cx="927100"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3320" name="Object 38"/>
          <p:cNvGraphicFramePr>
            <a:graphicFrameLocks noChangeAspect="1"/>
          </p:cNvGraphicFramePr>
          <p:nvPr/>
        </p:nvGraphicFramePr>
        <p:xfrm>
          <a:off x="3260726" y="3208338"/>
          <a:ext cx="1089025" cy="298450"/>
        </p:xfrm>
        <a:graphic>
          <a:graphicData uri="http://schemas.openxmlformats.org/presentationml/2006/ole">
            <mc:AlternateContent xmlns:mc="http://schemas.openxmlformats.org/markup-compatibility/2006">
              <mc:Choice xmlns:v="urn:schemas-microsoft-com:vml" Requires="v">
                <p:oleObj name="Equation" r:id="rId4" imgW="787058" imgH="215806" progId="Equation.3">
                  <p:embed/>
                </p:oleObj>
              </mc:Choice>
              <mc:Fallback>
                <p:oleObj name="Equation" r:id="rId4" imgW="787058" imgH="215806" progId="Equation.3">
                  <p:embed/>
                  <p:pic>
                    <p:nvPicPr>
                      <p:cNvPr id="13320" name="Object 3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60726" y="3208338"/>
                        <a:ext cx="1089025" cy="29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3321" name="Object 39"/>
          <p:cNvGraphicFramePr>
            <a:graphicFrameLocks noChangeAspect="1"/>
          </p:cNvGraphicFramePr>
          <p:nvPr/>
        </p:nvGraphicFramePr>
        <p:xfrm>
          <a:off x="3244850" y="4284664"/>
          <a:ext cx="1309688" cy="325437"/>
        </p:xfrm>
        <a:graphic>
          <a:graphicData uri="http://schemas.openxmlformats.org/presentationml/2006/ole">
            <mc:AlternateContent xmlns:mc="http://schemas.openxmlformats.org/markup-compatibility/2006">
              <mc:Choice xmlns:v="urn:schemas-microsoft-com:vml" Requires="v">
                <p:oleObj name="Equation" r:id="rId6" imgW="939392" imgH="215806" progId="Equation.3">
                  <p:embed/>
                </p:oleObj>
              </mc:Choice>
              <mc:Fallback>
                <p:oleObj name="Equation" r:id="rId6" imgW="939392" imgH="215806" progId="Equation.3">
                  <p:embed/>
                  <p:pic>
                    <p:nvPicPr>
                      <p:cNvPr id="13321" name="Object 39"/>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244850" y="4284664"/>
                        <a:ext cx="1309688"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3322" name="Object 40"/>
          <p:cNvGraphicFramePr>
            <a:graphicFrameLocks noChangeAspect="1"/>
          </p:cNvGraphicFramePr>
          <p:nvPr/>
        </p:nvGraphicFramePr>
        <p:xfrm>
          <a:off x="3216276" y="5743576"/>
          <a:ext cx="1050925" cy="365125"/>
        </p:xfrm>
        <a:graphic>
          <a:graphicData uri="http://schemas.openxmlformats.org/presentationml/2006/ole">
            <mc:AlternateContent xmlns:mc="http://schemas.openxmlformats.org/markup-compatibility/2006">
              <mc:Choice xmlns:v="urn:schemas-microsoft-com:vml" Requires="v">
                <p:oleObj name="Equation" r:id="rId8" imgW="622030" imgH="215806" progId="Equation.3">
                  <p:embed/>
                </p:oleObj>
              </mc:Choice>
              <mc:Fallback>
                <p:oleObj name="Equation" r:id="rId8" imgW="622030" imgH="215806" progId="Equation.3">
                  <p:embed/>
                  <p:pic>
                    <p:nvPicPr>
                      <p:cNvPr id="13322" name="Object 40"/>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216276" y="5743576"/>
                        <a:ext cx="1050925"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3323" name="Object 41"/>
          <p:cNvGraphicFramePr>
            <a:graphicFrameLocks noChangeAspect="1"/>
          </p:cNvGraphicFramePr>
          <p:nvPr/>
        </p:nvGraphicFramePr>
        <p:xfrm>
          <a:off x="7315201" y="3716339"/>
          <a:ext cx="1844675" cy="346075"/>
        </p:xfrm>
        <a:graphic>
          <a:graphicData uri="http://schemas.openxmlformats.org/presentationml/2006/ole">
            <mc:AlternateContent xmlns:mc="http://schemas.openxmlformats.org/markup-compatibility/2006">
              <mc:Choice xmlns:v="urn:schemas-microsoft-com:vml" Requires="v">
                <p:oleObj name="Equation" r:id="rId10" imgW="1143000" imgH="215900" progId="Equation.3">
                  <p:embed/>
                </p:oleObj>
              </mc:Choice>
              <mc:Fallback>
                <p:oleObj name="Equation" r:id="rId10" imgW="1143000" imgH="215900" progId="Equation.3">
                  <p:embed/>
                  <p:pic>
                    <p:nvPicPr>
                      <p:cNvPr id="13323" name="Object 41"/>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315201" y="3716339"/>
                        <a:ext cx="1844675" cy="346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3324" name="Object 42"/>
          <p:cNvGraphicFramePr>
            <a:graphicFrameLocks noChangeAspect="1"/>
          </p:cNvGraphicFramePr>
          <p:nvPr/>
        </p:nvGraphicFramePr>
        <p:xfrm>
          <a:off x="7253288" y="4675188"/>
          <a:ext cx="819150" cy="309562"/>
        </p:xfrm>
        <a:graphic>
          <a:graphicData uri="http://schemas.openxmlformats.org/presentationml/2006/ole">
            <mc:AlternateContent xmlns:mc="http://schemas.openxmlformats.org/markup-compatibility/2006">
              <mc:Choice xmlns:v="urn:schemas-microsoft-com:vml" Requires="v">
                <p:oleObj name="Equation" r:id="rId12" imgW="571252" imgH="215806" progId="Equation.3">
                  <p:embed/>
                </p:oleObj>
              </mc:Choice>
              <mc:Fallback>
                <p:oleObj name="Equation" r:id="rId12" imgW="571252" imgH="215806" progId="Equation.3">
                  <p:embed/>
                  <p:pic>
                    <p:nvPicPr>
                      <p:cNvPr id="13324" name="Object 42"/>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7253288" y="4675188"/>
                        <a:ext cx="819150" cy="309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3325" name="Object 43"/>
          <p:cNvGraphicFramePr>
            <a:graphicFrameLocks noChangeAspect="1"/>
          </p:cNvGraphicFramePr>
          <p:nvPr/>
        </p:nvGraphicFramePr>
        <p:xfrm>
          <a:off x="8809038" y="4686300"/>
          <a:ext cx="855662" cy="304800"/>
        </p:xfrm>
        <a:graphic>
          <a:graphicData uri="http://schemas.openxmlformats.org/presentationml/2006/ole">
            <mc:AlternateContent xmlns:mc="http://schemas.openxmlformats.org/markup-compatibility/2006">
              <mc:Choice xmlns:v="urn:schemas-microsoft-com:vml" Requires="v">
                <p:oleObj name="Equation" r:id="rId14" imgW="685502" imgH="215806" progId="Equation.3">
                  <p:embed/>
                </p:oleObj>
              </mc:Choice>
              <mc:Fallback>
                <p:oleObj name="Equation" r:id="rId14" imgW="685502" imgH="215806" progId="Equation.3">
                  <p:embed/>
                  <p:pic>
                    <p:nvPicPr>
                      <p:cNvPr id="13325" name="Object 43"/>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8809038" y="4686300"/>
                        <a:ext cx="855662"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3326" name="Object 44"/>
          <p:cNvGraphicFramePr>
            <a:graphicFrameLocks noChangeAspect="1"/>
          </p:cNvGraphicFramePr>
          <p:nvPr/>
        </p:nvGraphicFramePr>
        <p:xfrm>
          <a:off x="7720013" y="5645150"/>
          <a:ext cx="1217612" cy="279400"/>
        </p:xfrm>
        <a:graphic>
          <a:graphicData uri="http://schemas.openxmlformats.org/presentationml/2006/ole">
            <mc:AlternateContent xmlns:mc="http://schemas.openxmlformats.org/markup-compatibility/2006">
              <mc:Choice xmlns:v="urn:schemas-microsoft-com:vml" Requires="v">
                <p:oleObj name="Equation" r:id="rId16" imgW="939392" imgH="215806" progId="Equation.3">
                  <p:embed/>
                </p:oleObj>
              </mc:Choice>
              <mc:Fallback>
                <p:oleObj name="Equation" r:id="rId16" imgW="939392" imgH="215806" progId="Equation.3">
                  <p:embed/>
                  <p:pic>
                    <p:nvPicPr>
                      <p:cNvPr id="13326" name="Object 44"/>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7720013" y="5645150"/>
                        <a:ext cx="1217612" cy="27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3327" name="Rectangle 45"/>
          <p:cNvSpPr>
            <a:spLocks noChangeArrowheads="1"/>
          </p:cNvSpPr>
          <p:nvPr/>
        </p:nvSpPr>
        <p:spPr bwMode="auto">
          <a:xfrm>
            <a:off x="1524000" y="-339725"/>
            <a:ext cx="2713038"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200">
                <a:cs typeface="Times New Roman" pitchFamily="18" charset="0"/>
              </a:rPr>
              <a:t>From statics or PH121 we remember </a:t>
            </a:r>
            <a:endParaRPr lang="en-US" altLang="en-US" sz="1100"/>
          </a:p>
          <a:p>
            <a:pPr>
              <a:spcBef>
                <a:spcPct val="0"/>
              </a:spcBef>
              <a:buFontTx/>
              <a:buNone/>
            </a:pPr>
            <a:endParaRPr lang="en-US" altLang="en-US" sz="1800"/>
          </a:p>
        </p:txBody>
      </p:sp>
      <p:sp>
        <p:nvSpPr>
          <p:cNvPr id="13328" name="Rectangle 46"/>
          <p:cNvSpPr>
            <a:spLocks noChangeArrowheads="1"/>
          </p:cNvSpPr>
          <p:nvPr/>
        </p:nvSpPr>
        <p:spPr bwMode="auto">
          <a:xfrm>
            <a:off x="1524001" y="7011472"/>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3329" name="Line 47"/>
          <p:cNvSpPr>
            <a:spLocks noChangeShapeType="1"/>
          </p:cNvSpPr>
          <p:nvPr/>
        </p:nvSpPr>
        <p:spPr bwMode="auto">
          <a:xfrm>
            <a:off x="5676900" y="1504950"/>
            <a:ext cx="0" cy="443865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0" name="Line 48"/>
          <p:cNvSpPr>
            <a:spLocks noChangeShapeType="1"/>
          </p:cNvSpPr>
          <p:nvPr/>
        </p:nvSpPr>
        <p:spPr bwMode="auto">
          <a:xfrm flipV="1">
            <a:off x="5676900" y="3543300"/>
            <a:ext cx="470535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457D501-C544-1336-84BF-9593302FF166}"/>
                  </a:ext>
                </a:extLst>
              </p:cNvPr>
              <p:cNvSpPr txBox="1"/>
              <p:nvPr/>
            </p:nvSpPr>
            <p:spPr>
              <a:xfrm>
                <a:off x="5560038" y="2617987"/>
                <a:ext cx="1242254" cy="307777"/>
              </a:xfrm>
              <a:prstGeom prst="rect">
                <a:avLst/>
              </a:prstGeom>
              <a:noFill/>
            </p:spPr>
            <p:txBody>
              <a:bodyPr wrap="square">
                <a:spAutoFit/>
              </a:bodyPr>
              <a:lstStyle/>
              <a:p>
                <a:pPr/>
                <a14:m>
                  <m:oMathPara xmlns:m="http://schemas.openxmlformats.org/officeDocument/2006/math">
                    <m:oMath>
                      <m:sSub>
                        <m:sSubPr>
                          <m:ctrlPr>
                            <a:rPr lang="en-US" altLang="en-US" sz="1400" i="1">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𝐹</m:t>
                          </m:r>
                        </m:e>
                        <m:sub>
                          <m:r>
                            <a:rPr lang="en-US" altLang="en-US" sz="1400" i="1">
                              <a:solidFill>
                                <a:srgbClr val="0070C0"/>
                              </a:solidFill>
                              <a:latin typeface="Cambria Math" panose="02040503050406030204" pitchFamily="18" charset="0"/>
                            </a:rPr>
                            <m:t>1</m:t>
                          </m:r>
                        </m:sub>
                      </m:sSub>
                      <m:r>
                        <a:rPr lang="en-US" altLang="en-US" sz="1400" i="1">
                          <a:solidFill>
                            <a:srgbClr val="0070C0"/>
                          </a:solidFill>
                          <a:latin typeface="Cambria Math" panose="02040503050406030204" pitchFamily="18" charset="0"/>
                        </a:rPr>
                        <m:t>=</m:t>
                      </m:r>
                      <m:sSub>
                        <m:sSubPr>
                          <m:ctrlPr>
                            <a:rPr lang="en-US" altLang="en-US" sz="1400" i="1">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𝑃</m:t>
                          </m:r>
                        </m:e>
                        <m:sub>
                          <m:r>
                            <a:rPr lang="en-US" altLang="en-US" sz="1400" i="1">
                              <a:solidFill>
                                <a:srgbClr val="0070C0"/>
                              </a:solidFill>
                              <a:latin typeface="Cambria Math" panose="02040503050406030204" pitchFamily="18" charset="0"/>
                            </a:rPr>
                            <m:t>1</m:t>
                          </m:r>
                        </m:sub>
                      </m:sSub>
                      <m:sSub>
                        <m:sSubPr>
                          <m:ctrlPr>
                            <a:rPr lang="en-US" altLang="en-US" sz="1400" i="1">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𝐴</m:t>
                          </m:r>
                        </m:e>
                        <m:sub>
                          <m:r>
                            <a:rPr lang="en-US" altLang="en-US" sz="1400" i="1">
                              <a:solidFill>
                                <a:srgbClr val="0070C0"/>
                              </a:solidFill>
                              <a:latin typeface="Cambria Math" panose="02040503050406030204" pitchFamily="18" charset="0"/>
                            </a:rPr>
                            <m:t>1</m:t>
                          </m:r>
                        </m:sub>
                      </m:sSub>
                      <m:acc>
                        <m:accPr>
                          <m:chr m:val="̂"/>
                          <m:ctrlPr>
                            <a:rPr lang="en-US" altLang="en-US" sz="1400" i="1">
                              <a:solidFill>
                                <a:srgbClr val="0070C0"/>
                              </a:solidFill>
                              <a:latin typeface="Cambria Math" panose="02040503050406030204" pitchFamily="18" charset="0"/>
                            </a:rPr>
                          </m:ctrlPr>
                        </m:accPr>
                        <m:e>
                          <m:r>
                            <a:rPr lang="en-US" altLang="en-US" sz="1400" i="1">
                              <a:solidFill>
                                <a:srgbClr val="0070C0"/>
                              </a:solidFill>
                              <a:latin typeface="Cambria Math" panose="02040503050406030204" pitchFamily="18" charset="0"/>
                            </a:rPr>
                            <m:t>𝑥</m:t>
                          </m:r>
                        </m:e>
                      </m:acc>
                    </m:oMath>
                  </m:oMathPara>
                </a14:m>
                <a:endParaRPr lang="en-US" sz="1400" dirty="0"/>
              </a:p>
            </p:txBody>
          </p:sp>
        </mc:Choice>
        <mc:Fallback xmlns="">
          <p:sp>
            <p:nvSpPr>
              <p:cNvPr id="2" name="TextBox 1">
                <a:extLst>
                  <a:ext uri="{FF2B5EF4-FFF2-40B4-BE49-F238E27FC236}">
                    <a16:creationId xmlns:a16="http://schemas.microsoft.com/office/drawing/2014/main" id="{5457D501-C544-1336-84BF-9593302FF166}"/>
                  </a:ext>
                </a:extLst>
              </p:cNvPr>
              <p:cNvSpPr txBox="1">
                <a:spLocks noRot="1" noChangeAspect="1" noMove="1" noResize="1" noEditPoints="1" noAdjustHandles="1" noChangeArrowheads="1" noChangeShapeType="1" noTextEdit="1"/>
              </p:cNvSpPr>
              <p:nvPr/>
            </p:nvSpPr>
            <p:spPr>
              <a:xfrm>
                <a:off x="5560038" y="2617987"/>
                <a:ext cx="1242254" cy="307777"/>
              </a:xfrm>
              <a:prstGeom prst="rect">
                <a:avLst/>
              </a:prstGeom>
              <a:blipFill>
                <a:blip r:embed="rId18"/>
                <a:stretch>
                  <a:fillRect r="-686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23E9FFE-0493-E450-46BD-676D059F1498}"/>
                  </a:ext>
                </a:extLst>
              </p:cNvPr>
              <p:cNvSpPr txBox="1"/>
              <p:nvPr/>
            </p:nvSpPr>
            <p:spPr>
              <a:xfrm>
                <a:off x="9332407" y="1914293"/>
                <a:ext cx="1780163" cy="307777"/>
              </a:xfrm>
              <a:prstGeom prst="rect">
                <a:avLst/>
              </a:prstGeom>
              <a:noFill/>
            </p:spPr>
            <p:txBody>
              <a:bodyPr wrap="square">
                <a:spAutoFit/>
              </a:bodyPr>
              <a:lstStyle/>
              <a:p>
                <a:pPr marL="457200" lvl="1" indent="0">
                  <a:buNone/>
                </a:pPr>
                <a14:m>
                  <m:oMathPara xmlns:m="http://schemas.openxmlformats.org/officeDocument/2006/math">
                    <m:oMath>
                      <m:sSub>
                        <m:sSubPr>
                          <m:ctrlPr>
                            <a:rPr lang="en-US" altLang="en-US" sz="1400" i="1">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𝐹</m:t>
                          </m:r>
                        </m:e>
                        <m:sub>
                          <m:r>
                            <a:rPr lang="en-US" altLang="en-US" sz="1400" b="0" i="1" smtClean="0">
                              <a:solidFill>
                                <a:srgbClr val="0070C0"/>
                              </a:solidFill>
                              <a:latin typeface="Cambria Math" panose="02040503050406030204" pitchFamily="18" charset="0"/>
                            </a:rPr>
                            <m:t>2</m:t>
                          </m:r>
                        </m:sub>
                      </m:sSub>
                      <m:r>
                        <a:rPr lang="en-US" altLang="en-US" sz="1400" i="1">
                          <a:solidFill>
                            <a:srgbClr val="0070C0"/>
                          </a:solidFill>
                          <a:latin typeface="Cambria Math" panose="02040503050406030204" pitchFamily="18" charset="0"/>
                        </a:rPr>
                        <m:t>=</m:t>
                      </m:r>
                      <m:sSub>
                        <m:sSubPr>
                          <m:ctrlPr>
                            <a:rPr lang="en-US" altLang="en-US" sz="1400" b="0" i="1" smtClean="0">
                              <a:solidFill>
                                <a:srgbClr val="0070C0"/>
                              </a:solidFill>
                              <a:latin typeface="Cambria Math" panose="02040503050406030204" pitchFamily="18" charset="0"/>
                            </a:rPr>
                          </m:ctrlPr>
                        </m:sSubPr>
                        <m:e>
                          <m:r>
                            <a:rPr lang="en-US" altLang="en-US" sz="1400" b="0" i="1" smtClean="0">
                              <a:solidFill>
                                <a:srgbClr val="0070C0"/>
                              </a:solidFill>
                              <a:latin typeface="Cambria Math" panose="02040503050406030204" pitchFamily="18" charset="0"/>
                            </a:rPr>
                            <m:t>−</m:t>
                          </m:r>
                          <m:r>
                            <a:rPr lang="en-US" altLang="en-US" sz="1400" i="1">
                              <a:solidFill>
                                <a:srgbClr val="0070C0"/>
                              </a:solidFill>
                              <a:latin typeface="Cambria Math" panose="02040503050406030204" pitchFamily="18" charset="0"/>
                            </a:rPr>
                            <m:t>𝑃</m:t>
                          </m:r>
                        </m:e>
                        <m:sub>
                          <m:r>
                            <a:rPr lang="en-US" altLang="en-US" sz="1400" b="0" i="1" smtClean="0">
                              <a:solidFill>
                                <a:srgbClr val="0070C0"/>
                              </a:solidFill>
                              <a:latin typeface="Cambria Math" panose="02040503050406030204" pitchFamily="18" charset="0"/>
                            </a:rPr>
                            <m:t>2</m:t>
                          </m:r>
                        </m:sub>
                      </m:sSub>
                      <m:sSub>
                        <m:sSubPr>
                          <m:ctrlPr>
                            <a:rPr lang="en-US" altLang="en-US" sz="1400" i="1">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𝐴</m:t>
                          </m:r>
                        </m:e>
                        <m:sub>
                          <m:r>
                            <a:rPr lang="en-US" altLang="en-US" sz="1400" b="0" i="1" smtClean="0">
                              <a:solidFill>
                                <a:srgbClr val="0070C0"/>
                              </a:solidFill>
                              <a:latin typeface="Cambria Math" panose="02040503050406030204" pitchFamily="18" charset="0"/>
                            </a:rPr>
                            <m:t>2</m:t>
                          </m:r>
                        </m:sub>
                      </m:sSub>
                      <m:acc>
                        <m:accPr>
                          <m:chr m:val="̂"/>
                          <m:ctrlPr>
                            <a:rPr lang="en-US" altLang="en-US" sz="1400" i="1">
                              <a:solidFill>
                                <a:srgbClr val="0070C0"/>
                              </a:solidFill>
                              <a:latin typeface="Cambria Math" panose="02040503050406030204" pitchFamily="18" charset="0"/>
                            </a:rPr>
                          </m:ctrlPr>
                        </m:accPr>
                        <m:e>
                          <m:r>
                            <a:rPr lang="en-US" altLang="en-US" sz="1400" i="1">
                              <a:solidFill>
                                <a:srgbClr val="0070C0"/>
                              </a:solidFill>
                              <a:latin typeface="Cambria Math" panose="02040503050406030204" pitchFamily="18" charset="0"/>
                            </a:rPr>
                            <m:t>𝑥</m:t>
                          </m:r>
                        </m:e>
                      </m:acc>
                    </m:oMath>
                  </m:oMathPara>
                </a14:m>
                <a:endParaRPr lang="en-US" altLang="en-US" dirty="0">
                  <a:solidFill>
                    <a:srgbClr val="0070C0"/>
                  </a:solidFill>
                </a:endParaRPr>
              </a:p>
            </p:txBody>
          </p:sp>
        </mc:Choice>
        <mc:Fallback xmlns="">
          <p:sp>
            <p:nvSpPr>
              <p:cNvPr id="3" name="TextBox 2">
                <a:extLst>
                  <a:ext uri="{FF2B5EF4-FFF2-40B4-BE49-F238E27FC236}">
                    <a16:creationId xmlns:a16="http://schemas.microsoft.com/office/drawing/2014/main" id="{923E9FFE-0493-E450-46BD-676D059F1498}"/>
                  </a:ext>
                </a:extLst>
              </p:cNvPr>
              <p:cNvSpPr txBox="1">
                <a:spLocks noRot="1" noChangeAspect="1" noMove="1" noResize="1" noEditPoints="1" noAdjustHandles="1" noChangeArrowheads="1" noChangeShapeType="1" noTextEdit="1"/>
              </p:cNvSpPr>
              <p:nvPr/>
            </p:nvSpPr>
            <p:spPr>
              <a:xfrm>
                <a:off x="9332407" y="1914293"/>
                <a:ext cx="1780163" cy="307777"/>
              </a:xfrm>
              <a:prstGeom prst="rect">
                <a:avLst/>
              </a:prstGeom>
              <a:blipFill>
                <a:blip r:embed="rId19"/>
                <a:stretch>
                  <a:fillRect r="-2397"/>
                </a:stretch>
              </a:blipFill>
            </p:spPr>
            <p:txBody>
              <a:bodyPr/>
              <a:lstStyle/>
              <a:p>
                <a:r>
                  <a:rPr lang="en-US">
                    <a:noFill/>
                  </a:rPr>
                  <a:t> </a:t>
                </a:r>
              </a:p>
            </p:txBody>
          </p:sp>
        </mc:Fallback>
      </mc:AlternateContent>
    </p:spTree>
    <p:extLst>
      <p:ext uri="{BB962C8B-B14F-4D97-AF65-F5344CB8AC3E}">
        <p14:creationId xmlns:p14="http://schemas.microsoft.com/office/powerpoint/2010/main" val="9927580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0841D450-E4DC-4A96-AE4A-5D4BFDC2DBF3}" type="slidenum">
              <a:rPr lang="en-US" altLang="en-US" sz="1400"/>
              <a:pPr eaLnBrk="1" hangingPunct="1">
                <a:spcBef>
                  <a:spcPct val="0"/>
                </a:spcBef>
                <a:buFontTx/>
                <a:buNone/>
              </a:pPr>
              <a:t>23</a:t>
            </a:fld>
            <a:endParaRPr lang="en-US" altLang="en-US" sz="1400"/>
          </a:p>
        </p:txBody>
      </p:sp>
      <p:sp>
        <p:nvSpPr>
          <p:cNvPr id="14339" name="Rectangle 2"/>
          <p:cNvSpPr>
            <a:spLocks noGrp="1" noChangeArrowheads="1"/>
          </p:cNvSpPr>
          <p:nvPr>
            <p:ph type="title"/>
          </p:nvPr>
        </p:nvSpPr>
        <p:spPr/>
        <p:txBody>
          <a:bodyPr/>
          <a:lstStyle/>
          <a:p>
            <a:pPr eaLnBrk="1" hangingPunct="1"/>
            <a:r>
              <a:rPr lang="en-US" altLang="en-US"/>
              <a:t>Kinetic Energy</a:t>
            </a:r>
          </a:p>
        </p:txBody>
      </p:sp>
      <p:sp>
        <p:nvSpPr>
          <p:cNvPr id="14340" name="Rectangle 3"/>
          <p:cNvSpPr>
            <a:spLocks noGrp="1" noChangeArrowheads="1"/>
          </p:cNvSpPr>
          <p:nvPr>
            <p:ph type="body" idx="1"/>
          </p:nvPr>
        </p:nvSpPr>
        <p:spPr>
          <a:xfrm>
            <a:off x="1981201" y="1600201"/>
            <a:ext cx="4818063" cy="4525963"/>
          </a:xfrm>
        </p:spPr>
        <p:txBody>
          <a:bodyPr/>
          <a:lstStyle/>
          <a:p>
            <a:pPr eaLnBrk="1" hangingPunct="1">
              <a:lnSpc>
                <a:spcPct val="90000"/>
              </a:lnSpc>
            </a:pPr>
            <a:r>
              <a:rPr lang="en-US" altLang="en-US" sz="2400"/>
              <a:t>If we think about the energy of the segment, we will realize that after time </a:t>
            </a:r>
            <a:r>
              <a:rPr lang="en-US" altLang="en-US" sz="2400" i="1">
                <a:sym typeface="Symbol" pitchFamily="18" charset="2"/>
              </a:rPr>
              <a:t>t</a:t>
            </a:r>
            <a:r>
              <a:rPr lang="en-US" altLang="en-US" sz="2400"/>
              <a:t> it is as though most of the fluid did not move.</a:t>
            </a:r>
          </a:p>
          <a:p>
            <a:pPr eaLnBrk="1" hangingPunct="1">
              <a:lnSpc>
                <a:spcPct val="90000"/>
              </a:lnSpc>
            </a:pPr>
            <a:r>
              <a:rPr lang="en-US" altLang="en-US" sz="2400"/>
              <a:t> We can't tell one part of the fluid from another. </a:t>
            </a:r>
          </a:p>
          <a:p>
            <a:pPr eaLnBrk="1" hangingPunct="1">
              <a:lnSpc>
                <a:spcPct val="90000"/>
              </a:lnSpc>
            </a:pPr>
            <a:r>
              <a:rPr lang="en-US" altLang="en-US" sz="2400"/>
              <a:t>The shaded region in is occupied before and after </a:t>
            </a:r>
            <a:r>
              <a:rPr lang="en-US" altLang="en-US" sz="2400" i="1">
                <a:sym typeface="Symbol" pitchFamily="18" charset="2"/>
              </a:rPr>
              <a:t>t</a:t>
            </a:r>
            <a:r>
              <a:rPr lang="en-US" altLang="en-US" sz="2400"/>
              <a:t> </a:t>
            </a:r>
          </a:p>
          <a:p>
            <a:pPr eaLnBrk="1" hangingPunct="1">
              <a:lnSpc>
                <a:spcPct val="90000"/>
              </a:lnSpc>
            </a:pPr>
            <a:r>
              <a:rPr lang="en-US" altLang="en-US" sz="2400"/>
              <a:t>We can treat this problem as if we moved fluid from region 1 to region 2 and left the rest of the segment alone!</a:t>
            </a:r>
          </a:p>
        </p:txBody>
      </p:sp>
      <p:grpSp>
        <p:nvGrpSpPr>
          <p:cNvPr id="14341" name="Group 4"/>
          <p:cNvGrpSpPr>
            <a:grpSpLocks/>
          </p:cNvGrpSpPr>
          <p:nvPr/>
        </p:nvGrpSpPr>
        <p:grpSpPr bwMode="auto">
          <a:xfrm>
            <a:off x="7323139" y="1811338"/>
            <a:ext cx="2644775" cy="1276350"/>
            <a:chOff x="3434" y="1927"/>
            <a:chExt cx="1666" cy="804"/>
          </a:xfrm>
        </p:grpSpPr>
        <p:grpSp>
          <p:nvGrpSpPr>
            <p:cNvPr id="14349" name="Group 5"/>
            <p:cNvGrpSpPr>
              <a:grpSpLocks/>
            </p:cNvGrpSpPr>
            <p:nvPr/>
          </p:nvGrpSpPr>
          <p:grpSpPr bwMode="auto">
            <a:xfrm>
              <a:off x="3494" y="2546"/>
              <a:ext cx="161" cy="96"/>
              <a:chOff x="707" y="2868"/>
              <a:chExt cx="161" cy="96"/>
            </a:xfrm>
          </p:grpSpPr>
          <p:sp>
            <p:nvSpPr>
              <p:cNvPr id="14366" name="AutoShape 6"/>
              <p:cNvSpPr>
                <a:spLocks noChangeArrowheads="1"/>
              </p:cNvSpPr>
              <p:nvPr/>
            </p:nvSpPr>
            <p:spPr bwMode="auto">
              <a:xfrm rot="213656" flipH="1">
                <a:off x="707" y="2868"/>
                <a:ext cx="161" cy="96"/>
              </a:xfrm>
              <a:prstGeom prst="flowChartMagneticDrum">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4367" name="Arc 7"/>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solidFill>
                <a:schemeClr val="bg1"/>
              </a:solidFill>
              <a:ln>
                <a:noFill/>
              </a:ln>
              <a:extLs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a:p>
            </p:txBody>
          </p:sp>
        </p:grpSp>
        <p:sp>
          <p:nvSpPr>
            <p:cNvPr id="14350" name="Freeform 8"/>
            <p:cNvSpPr>
              <a:spLocks/>
            </p:cNvSpPr>
            <p:nvPr/>
          </p:nvSpPr>
          <p:spPr bwMode="auto">
            <a:xfrm>
              <a:off x="3498" y="2003"/>
              <a:ext cx="1407" cy="642"/>
            </a:xfrm>
            <a:custGeom>
              <a:avLst/>
              <a:gdLst>
                <a:gd name="T0" fmla="*/ 126 w 1407"/>
                <a:gd name="T1" fmla="*/ 546 h 642"/>
                <a:gd name="T2" fmla="*/ 222 w 1407"/>
                <a:gd name="T3" fmla="*/ 546 h 642"/>
                <a:gd name="T4" fmla="*/ 336 w 1407"/>
                <a:gd name="T5" fmla="*/ 525 h 642"/>
                <a:gd name="T6" fmla="*/ 441 w 1407"/>
                <a:gd name="T7" fmla="*/ 507 h 642"/>
                <a:gd name="T8" fmla="*/ 537 w 1407"/>
                <a:gd name="T9" fmla="*/ 480 h 642"/>
                <a:gd name="T10" fmla="*/ 618 w 1407"/>
                <a:gd name="T11" fmla="*/ 444 h 642"/>
                <a:gd name="T12" fmla="*/ 678 w 1407"/>
                <a:gd name="T13" fmla="*/ 402 h 642"/>
                <a:gd name="T14" fmla="*/ 759 w 1407"/>
                <a:gd name="T15" fmla="*/ 315 h 642"/>
                <a:gd name="T16" fmla="*/ 834 w 1407"/>
                <a:gd name="T17" fmla="*/ 216 h 642"/>
                <a:gd name="T18" fmla="*/ 924 w 1407"/>
                <a:gd name="T19" fmla="*/ 102 h 642"/>
                <a:gd name="T20" fmla="*/ 990 w 1407"/>
                <a:gd name="T21" fmla="*/ 57 h 642"/>
                <a:gd name="T22" fmla="*/ 1080 w 1407"/>
                <a:gd name="T23" fmla="*/ 24 h 642"/>
                <a:gd name="T24" fmla="*/ 1161 w 1407"/>
                <a:gd name="T25" fmla="*/ 9 h 642"/>
                <a:gd name="T26" fmla="*/ 1242 w 1407"/>
                <a:gd name="T27" fmla="*/ 0 h 642"/>
                <a:gd name="T28" fmla="*/ 1332 w 1407"/>
                <a:gd name="T29" fmla="*/ 6 h 642"/>
                <a:gd name="T30" fmla="*/ 1389 w 1407"/>
                <a:gd name="T31" fmla="*/ 6 h 642"/>
                <a:gd name="T32" fmla="*/ 1407 w 1407"/>
                <a:gd name="T33" fmla="*/ 18 h 642"/>
                <a:gd name="T34" fmla="*/ 1407 w 1407"/>
                <a:gd name="T35" fmla="*/ 90 h 642"/>
                <a:gd name="T36" fmla="*/ 1404 w 1407"/>
                <a:gd name="T37" fmla="*/ 135 h 642"/>
                <a:gd name="T38" fmla="*/ 1395 w 1407"/>
                <a:gd name="T39" fmla="*/ 192 h 642"/>
                <a:gd name="T40" fmla="*/ 1377 w 1407"/>
                <a:gd name="T41" fmla="*/ 243 h 642"/>
                <a:gd name="T42" fmla="*/ 1263 w 1407"/>
                <a:gd name="T43" fmla="*/ 249 h 642"/>
                <a:gd name="T44" fmla="*/ 1170 w 1407"/>
                <a:gd name="T45" fmla="*/ 243 h 642"/>
                <a:gd name="T46" fmla="*/ 1077 w 1407"/>
                <a:gd name="T47" fmla="*/ 252 h 642"/>
                <a:gd name="T48" fmla="*/ 1014 w 1407"/>
                <a:gd name="T49" fmla="*/ 267 h 642"/>
                <a:gd name="T50" fmla="*/ 963 w 1407"/>
                <a:gd name="T51" fmla="*/ 285 h 642"/>
                <a:gd name="T52" fmla="*/ 897 w 1407"/>
                <a:gd name="T53" fmla="*/ 315 h 642"/>
                <a:gd name="T54" fmla="*/ 843 w 1407"/>
                <a:gd name="T55" fmla="*/ 375 h 642"/>
                <a:gd name="T56" fmla="*/ 768 w 1407"/>
                <a:gd name="T57" fmla="*/ 447 h 642"/>
                <a:gd name="T58" fmla="*/ 717 w 1407"/>
                <a:gd name="T59" fmla="*/ 498 h 642"/>
                <a:gd name="T60" fmla="*/ 669 w 1407"/>
                <a:gd name="T61" fmla="*/ 540 h 642"/>
                <a:gd name="T62" fmla="*/ 621 w 1407"/>
                <a:gd name="T63" fmla="*/ 564 h 642"/>
                <a:gd name="T64" fmla="*/ 564 w 1407"/>
                <a:gd name="T65" fmla="*/ 588 h 642"/>
                <a:gd name="T66" fmla="*/ 477 w 1407"/>
                <a:gd name="T67" fmla="*/ 606 h 642"/>
                <a:gd name="T68" fmla="*/ 375 w 1407"/>
                <a:gd name="T69" fmla="*/ 627 h 642"/>
                <a:gd name="T70" fmla="*/ 273 w 1407"/>
                <a:gd name="T71" fmla="*/ 636 h 642"/>
                <a:gd name="T72" fmla="*/ 171 w 1407"/>
                <a:gd name="T73" fmla="*/ 642 h 642"/>
                <a:gd name="T74" fmla="*/ 66 w 1407"/>
                <a:gd name="T75" fmla="*/ 636 h 642"/>
                <a:gd name="T76" fmla="*/ 15 w 1407"/>
                <a:gd name="T77" fmla="*/ 630 h 642"/>
                <a:gd name="T78" fmla="*/ 0 w 1407"/>
                <a:gd name="T79" fmla="*/ 606 h 642"/>
                <a:gd name="T80" fmla="*/ 3 w 1407"/>
                <a:gd name="T81" fmla="*/ 573 h 642"/>
                <a:gd name="T82" fmla="*/ 9 w 1407"/>
                <a:gd name="T83" fmla="*/ 543 h 642"/>
                <a:gd name="T84" fmla="*/ 57 w 1407"/>
                <a:gd name="T85" fmla="*/ 546 h 642"/>
                <a:gd name="T86" fmla="*/ 180 w 1407"/>
                <a:gd name="T87" fmla="*/ 549 h 642"/>
                <a:gd name="T88" fmla="*/ 204 w 1407"/>
                <a:gd name="T89" fmla="*/ 546 h 642"/>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07"/>
                <a:gd name="T136" fmla="*/ 0 h 642"/>
                <a:gd name="T137" fmla="*/ 1407 w 1407"/>
                <a:gd name="T138" fmla="*/ 642 h 642"/>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07" h="642">
                  <a:moveTo>
                    <a:pt x="126" y="546"/>
                  </a:moveTo>
                  <a:lnTo>
                    <a:pt x="222" y="546"/>
                  </a:lnTo>
                  <a:lnTo>
                    <a:pt x="336" y="525"/>
                  </a:lnTo>
                  <a:lnTo>
                    <a:pt x="441" y="507"/>
                  </a:lnTo>
                  <a:lnTo>
                    <a:pt x="537" y="480"/>
                  </a:lnTo>
                  <a:lnTo>
                    <a:pt x="618" y="444"/>
                  </a:lnTo>
                  <a:lnTo>
                    <a:pt x="678" y="402"/>
                  </a:lnTo>
                  <a:lnTo>
                    <a:pt x="759" y="315"/>
                  </a:lnTo>
                  <a:lnTo>
                    <a:pt x="834" y="216"/>
                  </a:lnTo>
                  <a:lnTo>
                    <a:pt x="924" y="102"/>
                  </a:lnTo>
                  <a:lnTo>
                    <a:pt x="990" y="57"/>
                  </a:lnTo>
                  <a:lnTo>
                    <a:pt x="1080" y="24"/>
                  </a:lnTo>
                  <a:lnTo>
                    <a:pt x="1161" y="9"/>
                  </a:lnTo>
                  <a:lnTo>
                    <a:pt x="1242" y="0"/>
                  </a:lnTo>
                  <a:lnTo>
                    <a:pt x="1332" y="6"/>
                  </a:lnTo>
                  <a:lnTo>
                    <a:pt x="1389" y="6"/>
                  </a:lnTo>
                  <a:lnTo>
                    <a:pt x="1407" y="18"/>
                  </a:lnTo>
                  <a:lnTo>
                    <a:pt x="1407" y="90"/>
                  </a:lnTo>
                  <a:lnTo>
                    <a:pt x="1404" y="135"/>
                  </a:lnTo>
                  <a:lnTo>
                    <a:pt x="1395" y="192"/>
                  </a:lnTo>
                  <a:lnTo>
                    <a:pt x="1377" y="243"/>
                  </a:lnTo>
                  <a:lnTo>
                    <a:pt x="1263" y="249"/>
                  </a:lnTo>
                  <a:lnTo>
                    <a:pt x="1170" y="243"/>
                  </a:lnTo>
                  <a:lnTo>
                    <a:pt x="1077" y="252"/>
                  </a:lnTo>
                  <a:lnTo>
                    <a:pt x="1014" y="267"/>
                  </a:lnTo>
                  <a:lnTo>
                    <a:pt x="963" y="285"/>
                  </a:lnTo>
                  <a:lnTo>
                    <a:pt x="897" y="315"/>
                  </a:lnTo>
                  <a:lnTo>
                    <a:pt x="843" y="375"/>
                  </a:lnTo>
                  <a:lnTo>
                    <a:pt x="768" y="447"/>
                  </a:lnTo>
                  <a:lnTo>
                    <a:pt x="717" y="498"/>
                  </a:lnTo>
                  <a:lnTo>
                    <a:pt x="669" y="540"/>
                  </a:lnTo>
                  <a:lnTo>
                    <a:pt x="621" y="564"/>
                  </a:lnTo>
                  <a:lnTo>
                    <a:pt x="564" y="588"/>
                  </a:lnTo>
                  <a:lnTo>
                    <a:pt x="477" y="606"/>
                  </a:lnTo>
                  <a:lnTo>
                    <a:pt x="375" y="627"/>
                  </a:lnTo>
                  <a:lnTo>
                    <a:pt x="273" y="636"/>
                  </a:lnTo>
                  <a:lnTo>
                    <a:pt x="171" y="642"/>
                  </a:lnTo>
                  <a:lnTo>
                    <a:pt x="66" y="636"/>
                  </a:lnTo>
                  <a:lnTo>
                    <a:pt x="15" y="630"/>
                  </a:lnTo>
                  <a:lnTo>
                    <a:pt x="0" y="606"/>
                  </a:lnTo>
                  <a:lnTo>
                    <a:pt x="3" y="573"/>
                  </a:lnTo>
                  <a:lnTo>
                    <a:pt x="9" y="543"/>
                  </a:lnTo>
                  <a:lnTo>
                    <a:pt x="57" y="546"/>
                  </a:lnTo>
                  <a:lnTo>
                    <a:pt x="180" y="549"/>
                  </a:lnTo>
                  <a:lnTo>
                    <a:pt x="204" y="546"/>
                  </a:lnTo>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4351" name="Freeform 9"/>
            <p:cNvSpPr>
              <a:spLocks/>
            </p:cNvSpPr>
            <p:nvPr/>
          </p:nvSpPr>
          <p:spPr bwMode="auto">
            <a:xfrm rot="-10354484">
              <a:off x="3538" y="2173"/>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4352" name="Freeform 10"/>
            <p:cNvSpPr>
              <a:spLocks/>
            </p:cNvSpPr>
            <p:nvPr/>
          </p:nvSpPr>
          <p:spPr bwMode="auto">
            <a:xfrm rot="-10354484">
              <a:off x="3558" y="1927"/>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4353" name="Oval 11"/>
            <p:cNvSpPr>
              <a:spLocks noChangeArrowheads="1"/>
            </p:cNvSpPr>
            <p:nvPr/>
          </p:nvSpPr>
          <p:spPr bwMode="auto">
            <a:xfrm rot="-10354484">
              <a:off x="4918" y="2015"/>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4354" name="Oval 12"/>
            <p:cNvSpPr>
              <a:spLocks noChangeArrowheads="1"/>
            </p:cNvSpPr>
            <p:nvPr/>
          </p:nvSpPr>
          <p:spPr bwMode="auto">
            <a:xfrm rot="-10354484">
              <a:off x="4849" y="2009"/>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nvGrpSpPr>
            <p:cNvPr id="14355" name="Group 13"/>
            <p:cNvGrpSpPr>
              <a:grpSpLocks/>
            </p:cNvGrpSpPr>
            <p:nvPr/>
          </p:nvGrpSpPr>
          <p:grpSpPr bwMode="auto">
            <a:xfrm>
              <a:off x="3473" y="2552"/>
              <a:ext cx="161" cy="93"/>
              <a:chOff x="707" y="2868"/>
              <a:chExt cx="161" cy="96"/>
            </a:xfrm>
          </p:grpSpPr>
          <p:sp>
            <p:nvSpPr>
              <p:cNvPr id="14364" name="AutoShape 14"/>
              <p:cNvSpPr>
                <a:spLocks noChangeArrowheads="1"/>
              </p:cNvSpPr>
              <p:nvPr/>
            </p:nvSpPr>
            <p:spPr bwMode="auto">
              <a:xfrm rot="213656" flipH="1">
                <a:off x="707" y="2868"/>
                <a:ext cx="161" cy="96"/>
              </a:xfrm>
              <a:prstGeom prst="flowChartMagneticDrum">
                <a:avLst/>
              </a:prstGeom>
              <a:solidFill>
                <a:schemeClr val="bg1"/>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4365" name="Arc 15"/>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a:p>
            </p:txBody>
          </p:sp>
        </p:grpSp>
        <p:sp>
          <p:nvSpPr>
            <p:cNvPr id="14356" name="Line 16"/>
            <p:cNvSpPr>
              <a:spLocks noChangeShapeType="1"/>
            </p:cNvSpPr>
            <p:nvPr/>
          </p:nvSpPr>
          <p:spPr bwMode="auto">
            <a:xfrm>
              <a:off x="3488" y="2336"/>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357" name="Line 17"/>
            <p:cNvSpPr>
              <a:spLocks noChangeShapeType="1"/>
            </p:cNvSpPr>
            <p:nvPr/>
          </p:nvSpPr>
          <p:spPr bwMode="auto">
            <a:xfrm>
              <a:off x="3620" y="2342"/>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358" name="Line 18"/>
            <p:cNvSpPr>
              <a:spLocks noChangeShapeType="1"/>
            </p:cNvSpPr>
            <p:nvPr/>
          </p:nvSpPr>
          <p:spPr bwMode="auto">
            <a:xfrm>
              <a:off x="3479" y="2438"/>
              <a:ext cx="138" cy="2"/>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4359" name="Text Box 19"/>
            <p:cNvSpPr txBox="1">
              <a:spLocks noChangeArrowheads="1"/>
            </p:cNvSpPr>
            <p:nvPr/>
          </p:nvSpPr>
          <p:spPr bwMode="auto">
            <a:xfrm>
              <a:off x="3434" y="2106"/>
              <a:ext cx="327"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x</a:t>
              </a:r>
              <a:r>
                <a:rPr lang="en-US" altLang="en-US" sz="1400" i="1" baseline="-25000">
                  <a:sym typeface="Symbol" pitchFamily="18" charset="2"/>
                </a:rPr>
                <a:t>1</a:t>
              </a:r>
              <a:endParaRPr lang="en-US" altLang="en-US" sz="1400" i="1">
                <a:sym typeface="Symbol" pitchFamily="18" charset="2"/>
              </a:endParaRPr>
            </a:p>
          </p:txBody>
        </p:sp>
        <p:sp>
          <p:nvSpPr>
            <p:cNvPr id="14360" name="Text Box 20"/>
            <p:cNvSpPr txBox="1">
              <a:spLocks noChangeArrowheads="1"/>
            </p:cNvSpPr>
            <p:nvPr/>
          </p:nvSpPr>
          <p:spPr bwMode="auto">
            <a:xfrm>
              <a:off x="4765" y="2523"/>
              <a:ext cx="335"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x</a:t>
              </a:r>
              <a:r>
                <a:rPr lang="en-US" altLang="en-US" sz="1400" i="1" baseline="-25000">
                  <a:sym typeface="Symbol" pitchFamily="18" charset="2"/>
                </a:rPr>
                <a:t>2</a:t>
              </a:r>
              <a:endParaRPr lang="en-US" altLang="en-US" sz="1400" i="1">
                <a:sym typeface="Symbol" pitchFamily="18" charset="2"/>
              </a:endParaRPr>
            </a:p>
          </p:txBody>
        </p:sp>
        <p:sp>
          <p:nvSpPr>
            <p:cNvPr id="14361" name="Line 21"/>
            <p:cNvSpPr>
              <a:spLocks noChangeShapeType="1"/>
            </p:cNvSpPr>
            <p:nvPr/>
          </p:nvSpPr>
          <p:spPr bwMode="auto">
            <a:xfrm>
              <a:off x="4840" y="2328"/>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362" name="Line 22"/>
            <p:cNvSpPr>
              <a:spLocks noChangeShapeType="1"/>
            </p:cNvSpPr>
            <p:nvPr/>
          </p:nvSpPr>
          <p:spPr bwMode="auto">
            <a:xfrm>
              <a:off x="4939" y="2334"/>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363" name="Line 23"/>
            <p:cNvSpPr>
              <a:spLocks noChangeShapeType="1"/>
            </p:cNvSpPr>
            <p:nvPr/>
          </p:nvSpPr>
          <p:spPr bwMode="auto">
            <a:xfrm flipV="1">
              <a:off x="4831" y="2429"/>
              <a:ext cx="108" cy="1"/>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grpSp>
      <p:sp>
        <p:nvSpPr>
          <p:cNvPr id="14342" name="Rectangle 24"/>
          <p:cNvSpPr>
            <a:spLocks noChangeArrowheads="1"/>
          </p:cNvSpPr>
          <p:nvPr/>
        </p:nvSpPr>
        <p:spPr bwMode="auto">
          <a:xfrm>
            <a:off x="1524001" y="303954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4343" name="Object 25"/>
          <p:cNvGraphicFramePr>
            <a:graphicFrameLocks noChangeAspect="1"/>
          </p:cNvGraphicFramePr>
          <p:nvPr/>
        </p:nvGraphicFramePr>
        <p:xfrm>
          <a:off x="7521576" y="3848100"/>
          <a:ext cx="2309813" cy="712788"/>
        </p:xfrm>
        <a:graphic>
          <a:graphicData uri="http://schemas.openxmlformats.org/presentationml/2006/ole">
            <mc:AlternateContent xmlns:mc="http://schemas.openxmlformats.org/markup-compatibility/2006">
              <mc:Choice xmlns:v="urn:schemas-microsoft-com:vml" Requires="v">
                <p:oleObj name="Equation" r:id="rId2" imgW="1269449" imgH="393529" progId="Equation.3">
                  <p:embed/>
                </p:oleObj>
              </mc:Choice>
              <mc:Fallback>
                <p:oleObj name="Equation" r:id="rId2" imgW="1269449" imgH="393529" progId="Equation.3">
                  <p:embed/>
                  <p:pic>
                    <p:nvPicPr>
                      <p:cNvPr id="14343" name="Object 2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21576" y="3848100"/>
                        <a:ext cx="2309813" cy="71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4344" name="Freeform 26"/>
          <p:cNvSpPr>
            <a:spLocks/>
          </p:cNvSpPr>
          <p:nvPr/>
        </p:nvSpPr>
        <p:spPr bwMode="auto">
          <a:xfrm>
            <a:off x="7707314" y="1144588"/>
            <a:ext cx="1857375" cy="1352550"/>
          </a:xfrm>
          <a:custGeom>
            <a:avLst/>
            <a:gdLst>
              <a:gd name="T0" fmla="*/ 0 w 1170"/>
              <a:gd name="T1" fmla="*/ 2147483647 h 852"/>
              <a:gd name="T2" fmla="*/ 2147483647 w 1170"/>
              <a:gd name="T3" fmla="*/ 2147483647 h 852"/>
              <a:gd name="T4" fmla="*/ 2147483647 w 1170"/>
              <a:gd name="T5" fmla="*/ 2147483647 h 852"/>
              <a:gd name="T6" fmla="*/ 2147483647 w 1170"/>
              <a:gd name="T7" fmla="*/ 2147483647 h 852"/>
              <a:gd name="T8" fmla="*/ 2147483647 w 1170"/>
              <a:gd name="T9" fmla="*/ 2147483647 h 852"/>
              <a:gd name="T10" fmla="*/ 0 60000 65536"/>
              <a:gd name="T11" fmla="*/ 0 60000 65536"/>
              <a:gd name="T12" fmla="*/ 0 60000 65536"/>
              <a:gd name="T13" fmla="*/ 0 60000 65536"/>
              <a:gd name="T14" fmla="*/ 0 60000 65536"/>
              <a:gd name="T15" fmla="*/ 0 w 1170"/>
              <a:gd name="T16" fmla="*/ 0 h 852"/>
              <a:gd name="T17" fmla="*/ 1170 w 1170"/>
              <a:gd name="T18" fmla="*/ 852 h 852"/>
            </a:gdLst>
            <a:ahLst/>
            <a:cxnLst>
              <a:cxn ang="T10">
                <a:pos x="T0" y="T1"/>
              </a:cxn>
              <a:cxn ang="T11">
                <a:pos x="T2" y="T3"/>
              </a:cxn>
              <a:cxn ang="T12">
                <a:pos x="T4" y="T5"/>
              </a:cxn>
              <a:cxn ang="T13">
                <a:pos x="T6" y="T7"/>
              </a:cxn>
              <a:cxn ang="T14">
                <a:pos x="T8" y="T9"/>
              </a:cxn>
            </a:cxnLst>
            <a:rect l="T15" t="T16" r="T17" b="T18"/>
            <a:pathLst>
              <a:path w="1170" h="852">
                <a:moveTo>
                  <a:pt x="0" y="852"/>
                </a:moveTo>
                <a:cubicBezTo>
                  <a:pt x="27" y="794"/>
                  <a:pt x="55" y="737"/>
                  <a:pt x="128" y="623"/>
                </a:cubicBezTo>
                <a:cubicBezTo>
                  <a:pt x="201" y="509"/>
                  <a:pt x="339" y="263"/>
                  <a:pt x="439" y="166"/>
                </a:cubicBezTo>
                <a:cubicBezTo>
                  <a:pt x="539" y="69"/>
                  <a:pt x="609" y="0"/>
                  <a:pt x="731" y="38"/>
                </a:cubicBezTo>
                <a:cubicBezTo>
                  <a:pt x="853" y="76"/>
                  <a:pt x="1109" y="342"/>
                  <a:pt x="1170" y="394"/>
                </a:cubicBezTo>
              </a:path>
            </a:pathLst>
          </a:custGeom>
          <a:noFill/>
          <a:ln w="9525">
            <a:solidFill>
              <a:srgbClr val="0070C0"/>
            </a:solidFill>
            <a:prstDash val="dash"/>
            <a:round/>
            <a:headEnd type="triangl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4345" name="Line 27"/>
          <p:cNvSpPr>
            <a:spLocks noChangeShapeType="1"/>
          </p:cNvSpPr>
          <p:nvPr/>
        </p:nvSpPr>
        <p:spPr bwMode="auto">
          <a:xfrm flipV="1">
            <a:off x="9580564" y="4548189"/>
            <a:ext cx="14287" cy="261937"/>
          </a:xfrm>
          <a:prstGeom prst="line">
            <a:avLst/>
          </a:prstGeom>
          <a:noFill/>
          <a:ln w="9525">
            <a:solidFill>
              <a:srgbClr val="0070C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4346" name="Text Box 28"/>
          <p:cNvSpPr txBox="1">
            <a:spLocks noChangeArrowheads="1"/>
          </p:cNvSpPr>
          <p:nvPr/>
        </p:nvSpPr>
        <p:spPr bwMode="auto">
          <a:xfrm>
            <a:off x="9050338" y="4949826"/>
            <a:ext cx="1187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solidFill>
                  <a:srgbClr val="0070C0"/>
                </a:solidFill>
              </a:rPr>
              <a:t>Before </a:t>
            </a:r>
            <a:r>
              <a:rPr lang="en-US" altLang="en-US" sz="1800" i="1">
                <a:solidFill>
                  <a:srgbClr val="0070C0"/>
                </a:solidFill>
                <a:sym typeface="Symbol" pitchFamily="18" charset="2"/>
              </a:rPr>
              <a:t>t</a:t>
            </a:r>
            <a:r>
              <a:rPr lang="en-US" altLang="en-US" sz="1800">
                <a:solidFill>
                  <a:srgbClr val="0070C0"/>
                </a:solidFill>
              </a:rPr>
              <a:t> </a:t>
            </a:r>
          </a:p>
        </p:txBody>
      </p:sp>
      <p:sp>
        <p:nvSpPr>
          <p:cNvPr id="14347" name="Text Box 29"/>
          <p:cNvSpPr txBox="1">
            <a:spLocks noChangeArrowheads="1"/>
          </p:cNvSpPr>
          <p:nvPr/>
        </p:nvSpPr>
        <p:spPr bwMode="auto">
          <a:xfrm>
            <a:off x="7896225" y="4949826"/>
            <a:ext cx="9969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solidFill>
                  <a:srgbClr val="0070C0"/>
                </a:solidFill>
              </a:rPr>
              <a:t>After </a:t>
            </a:r>
            <a:r>
              <a:rPr lang="en-US" altLang="en-US" sz="1800" i="1">
                <a:solidFill>
                  <a:srgbClr val="0070C0"/>
                </a:solidFill>
                <a:sym typeface="Symbol" pitchFamily="18" charset="2"/>
              </a:rPr>
              <a:t>t</a:t>
            </a:r>
            <a:r>
              <a:rPr lang="en-US" altLang="en-US" sz="1800">
                <a:solidFill>
                  <a:srgbClr val="0070C0"/>
                </a:solidFill>
              </a:rPr>
              <a:t> </a:t>
            </a:r>
          </a:p>
        </p:txBody>
      </p:sp>
      <p:sp>
        <p:nvSpPr>
          <p:cNvPr id="14348" name="Line 30"/>
          <p:cNvSpPr>
            <a:spLocks noChangeShapeType="1"/>
          </p:cNvSpPr>
          <p:nvPr/>
        </p:nvSpPr>
        <p:spPr bwMode="auto">
          <a:xfrm flipV="1">
            <a:off x="8470900" y="4549775"/>
            <a:ext cx="14288" cy="261938"/>
          </a:xfrm>
          <a:prstGeom prst="line">
            <a:avLst/>
          </a:prstGeom>
          <a:noFill/>
          <a:ln w="9525">
            <a:solidFill>
              <a:srgbClr val="0070C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Tree>
    <p:extLst>
      <p:ext uri="{BB962C8B-B14F-4D97-AF65-F5344CB8AC3E}">
        <p14:creationId xmlns:p14="http://schemas.microsoft.com/office/powerpoint/2010/main" val="18796998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4097B9B6-F5BF-4433-8919-CFE7E741EA40}" type="slidenum">
              <a:rPr lang="en-US" altLang="en-US" sz="1400"/>
              <a:pPr eaLnBrk="1" hangingPunct="1">
                <a:spcBef>
                  <a:spcPct val="0"/>
                </a:spcBef>
                <a:buFontTx/>
                <a:buNone/>
              </a:pPr>
              <a:t>24</a:t>
            </a:fld>
            <a:endParaRPr lang="en-US" altLang="en-US" sz="1400"/>
          </a:p>
        </p:txBody>
      </p:sp>
      <p:sp>
        <p:nvSpPr>
          <p:cNvPr id="15363" name="Rectangle 2"/>
          <p:cNvSpPr>
            <a:spLocks noGrp="1" noChangeArrowheads="1"/>
          </p:cNvSpPr>
          <p:nvPr>
            <p:ph type="title"/>
          </p:nvPr>
        </p:nvSpPr>
        <p:spPr/>
        <p:txBody>
          <a:bodyPr/>
          <a:lstStyle/>
          <a:p>
            <a:pPr eaLnBrk="1" hangingPunct="1"/>
            <a:r>
              <a:rPr lang="en-US" altLang="en-US"/>
              <a:t>Potential Energy</a:t>
            </a:r>
          </a:p>
        </p:txBody>
      </p:sp>
      <p:sp>
        <p:nvSpPr>
          <p:cNvPr id="15364" name="Rectangle 3"/>
          <p:cNvSpPr>
            <a:spLocks noGrp="1" noChangeArrowheads="1"/>
          </p:cNvSpPr>
          <p:nvPr>
            <p:ph type="body" idx="1"/>
          </p:nvPr>
        </p:nvSpPr>
        <p:spPr>
          <a:xfrm>
            <a:off x="1981200" y="1600201"/>
            <a:ext cx="3468688" cy="4525963"/>
          </a:xfrm>
        </p:spPr>
        <p:txBody>
          <a:bodyPr/>
          <a:lstStyle/>
          <a:p>
            <a:pPr eaLnBrk="1" hangingPunct="1"/>
            <a:r>
              <a:rPr lang="en-US" altLang="en-US"/>
              <a:t>We can treat the change in gravitational potential energy like we did for kinetic energy.</a:t>
            </a:r>
          </a:p>
          <a:p>
            <a:pPr eaLnBrk="1" hangingPunct="1"/>
            <a:r>
              <a:rPr lang="en-US" altLang="en-US"/>
              <a:t> We work as though we moved a mass </a:t>
            </a:r>
            <a:r>
              <a:rPr lang="en-US" altLang="en-US" i="1"/>
              <a:t>m=m</a:t>
            </a:r>
            <a:r>
              <a:rPr lang="en-US" altLang="en-US" i="1" baseline="-25000"/>
              <a:t>1</a:t>
            </a:r>
            <a:r>
              <a:rPr lang="en-US" altLang="en-US" i="1"/>
              <a:t>=m</a:t>
            </a:r>
            <a:r>
              <a:rPr lang="en-US" altLang="en-US" i="1" baseline="-25000"/>
              <a:t>2</a:t>
            </a:r>
            <a:r>
              <a:rPr lang="en-US" altLang="en-US"/>
              <a:t>   from y</a:t>
            </a:r>
            <a:r>
              <a:rPr lang="en-US" altLang="en-US" i="1" baseline="-25000"/>
              <a:t>1 </a:t>
            </a:r>
            <a:r>
              <a:rPr lang="en-US" altLang="en-US"/>
              <a:t>to y</a:t>
            </a:r>
            <a:r>
              <a:rPr lang="en-US" altLang="en-US" i="1" baseline="-25000"/>
              <a:t>2</a:t>
            </a:r>
          </a:p>
        </p:txBody>
      </p:sp>
      <p:sp>
        <p:nvSpPr>
          <p:cNvPr id="15366" name="Rectangle 36"/>
          <p:cNvSpPr>
            <a:spLocks noChangeArrowheads="1"/>
          </p:cNvSpPr>
          <p:nvPr/>
        </p:nvSpPr>
        <p:spPr bwMode="auto">
          <a:xfrm>
            <a:off x="1524001" y="307764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5367" name="Object 37"/>
          <p:cNvGraphicFramePr>
            <a:graphicFrameLocks noChangeAspect="1"/>
          </p:cNvGraphicFramePr>
          <p:nvPr/>
        </p:nvGraphicFramePr>
        <p:xfrm>
          <a:off x="7077075" y="4013200"/>
          <a:ext cx="2808288" cy="515938"/>
        </p:xfrm>
        <a:graphic>
          <a:graphicData uri="http://schemas.openxmlformats.org/presentationml/2006/ole">
            <mc:AlternateContent xmlns:mc="http://schemas.openxmlformats.org/markup-compatibility/2006">
              <mc:Choice xmlns:v="urn:schemas-microsoft-com:vml" Requires="v">
                <p:oleObj name="Equation" r:id="rId2" imgW="1167893" imgH="215806" progId="Equation.3">
                  <p:embed/>
                </p:oleObj>
              </mc:Choice>
              <mc:Fallback>
                <p:oleObj name="Equation" r:id="rId2" imgW="1167893" imgH="215806" progId="Equation.3">
                  <p:embed/>
                  <p:pic>
                    <p:nvPicPr>
                      <p:cNvPr id="15367" name="Object 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77075" y="4013200"/>
                        <a:ext cx="2808288" cy="515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5368" name="Line 38"/>
          <p:cNvSpPr>
            <a:spLocks noChangeShapeType="1"/>
          </p:cNvSpPr>
          <p:nvPr/>
        </p:nvSpPr>
        <p:spPr bwMode="auto">
          <a:xfrm flipV="1">
            <a:off x="9580564" y="4548189"/>
            <a:ext cx="14287" cy="261937"/>
          </a:xfrm>
          <a:prstGeom prst="line">
            <a:avLst/>
          </a:prstGeom>
          <a:noFill/>
          <a:ln w="9525">
            <a:solidFill>
              <a:srgbClr val="0070C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5369" name="Text Box 39"/>
          <p:cNvSpPr txBox="1">
            <a:spLocks noChangeArrowheads="1"/>
          </p:cNvSpPr>
          <p:nvPr/>
        </p:nvSpPr>
        <p:spPr bwMode="auto">
          <a:xfrm>
            <a:off x="9050338" y="4949826"/>
            <a:ext cx="1187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solidFill>
                  <a:srgbClr val="0070C0"/>
                </a:solidFill>
              </a:rPr>
              <a:t>Before </a:t>
            </a:r>
            <a:r>
              <a:rPr lang="en-US" altLang="en-US" sz="1800" i="1">
                <a:solidFill>
                  <a:srgbClr val="0070C0"/>
                </a:solidFill>
                <a:sym typeface="Symbol" pitchFamily="18" charset="2"/>
              </a:rPr>
              <a:t>t</a:t>
            </a:r>
            <a:r>
              <a:rPr lang="en-US" altLang="en-US" sz="1800">
                <a:solidFill>
                  <a:srgbClr val="0070C0"/>
                </a:solidFill>
              </a:rPr>
              <a:t> </a:t>
            </a:r>
          </a:p>
        </p:txBody>
      </p:sp>
      <p:sp>
        <p:nvSpPr>
          <p:cNvPr id="15370" name="Text Box 40"/>
          <p:cNvSpPr txBox="1">
            <a:spLocks noChangeArrowheads="1"/>
          </p:cNvSpPr>
          <p:nvPr/>
        </p:nvSpPr>
        <p:spPr bwMode="auto">
          <a:xfrm>
            <a:off x="7896225" y="4949826"/>
            <a:ext cx="9969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solidFill>
                  <a:srgbClr val="0070C0"/>
                </a:solidFill>
              </a:rPr>
              <a:t>After </a:t>
            </a:r>
            <a:r>
              <a:rPr lang="en-US" altLang="en-US" sz="1800" i="1">
                <a:solidFill>
                  <a:srgbClr val="0070C0"/>
                </a:solidFill>
                <a:sym typeface="Symbol" pitchFamily="18" charset="2"/>
              </a:rPr>
              <a:t>t</a:t>
            </a:r>
            <a:r>
              <a:rPr lang="en-US" altLang="en-US" sz="1800">
                <a:solidFill>
                  <a:srgbClr val="0070C0"/>
                </a:solidFill>
              </a:rPr>
              <a:t> </a:t>
            </a:r>
          </a:p>
        </p:txBody>
      </p:sp>
      <p:sp>
        <p:nvSpPr>
          <p:cNvPr id="15371" name="Line 41"/>
          <p:cNvSpPr>
            <a:spLocks noChangeShapeType="1"/>
          </p:cNvSpPr>
          <p:nvPr/>
        </p:nvSpPr>
        <p:spPr bwMode="auto">
          <a:xfrm flipV="1">
            <a:off x="8470900" y="4549775"/>
            <a:ext cx="14288" cy="261938"/>
          </a:xfrm>
          <a:prstGeom prst="line">
            <a:avLst/>
          </a:prstGeom>
          <a:noFill/>
          <a:ln w="9525">
            <a:solidFill>
              <a:srgbClr val="0070C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nvGrpSpPr>
          <p:cNvPr id="2" name="Group 7">
            <a:extLst>
              <a:ext uri="{FF2B5EF4-FFF2-40B4-BE49-F238E27FC236}">
                <a16:creationId xmlns:a16="http://schemas.microsoft.com/office/drawing/2014/main" id="{C29480F7-B5A8-6BF0-2881-67618630CF9D}"/>
              </a:ext>
            </a:extLst>
          </p:cNvPr>
          <p:cNvGrpSpPr>
            <a:grpSpLocks/>
          </p:cNvGrpSpPr>
          <p:nvPr/>
        </p:nvGrpSpPr>
        <p:grpSpPr bwMode="auto">
          <a:xfrm>
            <a:off x="7197180" y="1944690"/>
            <a:ext cx="2349500" cy="1276350"/>
            <a:chOff x="755" y="3239"/>
            <a:chExt cx="1480" cy="804"/>
          </a:xfrm>
        </p:grpSpPr>
        <p:sp>
          <p:nvSpPr>
            <p:cNvPr id="3" name="Freeform 8">
              <a:extLst>
                <a:ext uri="{FF2B5EF4-FFF2-40B4-BE49-F238E27FC236}">
                  <a16:creationId xmlns:a16="http://schemas.microsoft.com/office/drawing/2014/main" id="{789743FB-57A3-5476-4AFA-27C44A90D24D}"/>
                </a:ext>
              </a:extLst>
            </p:cNvPr>
            <p:cNvSpPr>
              <a:spLocks/>
            </p:cNvSpPr>
            <p:nvPr/>
          </p:nvSpPr>
          <p:spPr bwMode="auto">
            <a:xfrm rot="-10354484">
              <a:off x="819" y="3239"/>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4" name="Group 9">
              <a:extLst>
                <a:ext uri="{FF2B5EF4-FFF2-40B4-BE49-F238E27FC236}">
                  <a16:creationId xmlns:a16="http://schemas.microsoft.com/office/drawing/2014/main" id="{0BC6D7BC-E387-87CB-2D2A-CF3AE3AD83AD}"/>
                </a:ext>
              </a:extLst>
            </p:cNvPr>
            <p:cNvGrpSpPr>
              <a:grpSpLocks/>
            </p:cNvGrpSpPr>
            <p:nvPr/>
          </p:nvGrpSpPr>
          <p:grpSpPr bwMode="auto">
            <a:xfrm>
              <a:off x="755" y="3327"/>
              <a:ext cx="1480" cy="716"/>
              <a:chOff x="755" y="3327"/>
              <a:chExt cx="1480" cy="716"/>
            </a:xfrm>
          </p:grpSpPr>
          <p:grpSp>
            <p:nvGrpSpPr>
              <p:cNvPr id="5" name="Group 10">
                <a:extLst>
                  <a:ext uri="{FF2B5EF4-FFF2-40B4-BE49-F238E27FC236}">
                    <a16:creationId xmlns:a16="http://schemas.microsoft.com/office/drawing/2014/main" id="{A0C5385E-0E08-A928-6F98-C5BEEF02355D}"/>
                  </a:ext>
                </a:extLst>
              </p:cNvPr>
              <p:cNvGrpSpPr>
                <a:grpSpLocks/>
              </p:cNvGrpSpPr>
              <p:nvPr/>
            </p:nvGrpSpPr>
            <p:grpSpPr bwMode="auto">
              <a:xfrm>
                <a:off x="755" y="3861"/>
                <a:ext cx="161" cy="93"/>
                <a:chOff x="707" y="2868"/>
                <a:chExt cx="161" cy="96"/>
              </a:xfrm>
            </p:grpSpPr>
            <p:sp>
              <p:nvSpPr>
                <p:cNvPr id="9" name="AutoShape 11">
                  <a:extLst>
                    <a:ext uri="{FF2B5EF4-FFF2-40B4-BE49-F238E27FC236}">
                      <a16:creationId xmlns:a16="http://schemas.microsoft.com/office/drawing/2014/main" id="{43937B6D-3703-1D25-AC67-160AADD90B19}"/>
                    </a:ext>
                  </a:extLst>
                </p:cNvPr>
                <p:cNvSpPr>
                  <a:spLocks noChangeArrowheads="1"/>
                </p:cNvSpPr>
                <p:nvPr/>
              </p:nvSpPr>
              <p:spPr bwMode="auto">
                <a:xfrm rot="213656" flipH="1">
                  <a:off x="707" y="2868"/>
                  <a:ext cx="161" cy="9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0" name="Arc 12">
                  <a:extLst>
                    <a:ext uri="{FF2B5EF4-FFF2-40B4-BE49-F238E27FC236}">
                      <a16:creationId xmlns:a16="http://schemas.microsoft.com/office/drawing/2014/main" id="{BAC749D9-6B4B-E26C-6256-3499AA6446DF}"/>
                    </a:ext>
                  </a:extLst>
                </p:cNvPr>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solidFill>
                  <a:srgbClr val="C0C0C0"/>
                </a:solidFill>
                <a:ln>
                  <a:noFill/>
                </a:ln>
                <a:extLs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a:p>
              </p:txBody>
            </p:sp>
          </p:grpSp>
          <p:sp>
            <p:nvSpPr>
              <p:cNvPr id="6" name="Freeform 13">
                <a:extLst>
                  <a:ext uri="{FF2B5EF4-FFF2-40B4-BE49-F238E27FC236}">
                    <a16:creationId xmlns:a16="http://schemas.microsoft.com/office/drawing/2014/main" id="{8B4F5C28-D96F-6666-7761-10C53C9632CB}"/>
                  </a:ext>
                </a:extLst>
              </p:cNvPr>
              <p:cNvSpPr>
                <a:spLocks/>
              </p:cNvSpPr>
              <p:nvPr/>
            </p:nvSpPr>
            <p:spPr bwMode="auto">
              <a:xfrm rot="-10354484">
                <a:off x="799" y="3485"/>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7" name="Oval 14">
                <a:extLst>
                  <a:ext uri="{FF2B5EF4-FFF2-40B4-BE49-F238E27FC236}">
                    <a16:creationId xmlns:a16="http://schemas.microsoft.com/office/drawing/2014/main" id="{8B8FEF30-0D3D-FCB1-E886-8C15C1102505}"/>
                  </a:ext>
                </a:extLst>
              </p:cNvPr>
              <p:cNvSpPr>
                <a:spLocks noChangeArrowheads="1"/>
              </p:cNvSpPr>
              <p:nvPr/>
            </p:nvSpPr>
            <p:spPr bwMode="auto">
              <a:xfrm rot="-10354484">
                <a:off x="2179" y="3327"/>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8" name="AutoShape 15">
                <a:extLst>
                  <a:ext uri="{FF2B5EF4-FFF2-40B4-BE49-F238E27FC236}">
                    <a16:creationId xmlns:a16="http://schemas.microsoft.com/office/drawing/2014/main" id="{802494E4-892B-5E8E-54AF-77566263A14D}"/>
                  </a:ext>
                </a:extLst>
              </p:cNvPr>
              <p:cNvSpPr>
                <a:spLocks noChangeArrowheads="1"/>
              </p:cNvSpPr>
              <p:nvPr/>
            </p:nvSpPr>
            <p:spPr bwMode="auto">
              <a:xfrm rot="384639">
                <a:off x="2111" y="3327"/>
                <a:ext cx="121" cy="24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grpSp>
      <p:sp>
        <p:nvSpPr>
          <p:cNvPr id="11" name="Line 16">
            <a:extLst>
              <a:ext uri="{FF2B5EF4-FFF2-40B4-BE49-F238E27FC236}">
                <a16:creationId xmlns:a16="http://schemas.microsoft.com/office/drawing/2014/main" id="{C7AA47AE-8F91-3396-4CE3-EBD31BA894E8}"/>
              </a:ext>
            </a:extLst>
          </p:cNvPr>
          <p:cNvSpPr>
            <a:spLocks noChangeShapeType="1"/>
          </p:cNvSpPr>
          <p:nvPr/>
        </p:nvSpPr>
        <p:spPr bwMode="auto">
          <a:xfrm>
            <a:off x="9381580" y="1766890"/>
            <a:ext cx="4763" cy="2762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 name="Line 17">
            <a:extLst>
              <a:ext uri="{FF2B5EF4-FFF2-40B4-BE49-F238E27FC236}">
                <a16:creationId xmlns:a16="http://schemas.microsoft.com/office/drawing/2014/main" id="{E5943CCD-6016-4CB1-17C7-2B3AB1F084EA}"/>
              </a:ext>
            </a:extLst>
          </p:cNvPr>
          <p:cNvSpPr>
            <a:spLocks noChangeShapeType="1"/>
          </p:cNvSpPr>
          <p:nvPr/>
        </p:nvSpPr>
        <p:spPr bwMode="auto">
          <a:xfrm>
            <a:off x="9533980" y="1776415"/>
            <a:ext cx="4763" cy="2762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 name="Line 18">
            <a:extLst>
              <a:ext uri="{FF2B5EF4-FFF2-40B4-BE49-F238E27FC236}">
                <a16:creationId xmlns:a16="http://schemas.microsoft.com/office/drawing/2014/main" id="{5C904C24-A5FE-DDD5-C8A0-A1F4D8CA3F58}"/>
              </a:ext>
            </a:extLst>
          </p:cNvPr>
          <p:cNvSpPr>
            <a:spLocks noChangeShapeType="1"/>
          </p:cNvSpPr>
          <p:nvPr/>
        </p:nvSpPr>
        <p:spPr bwMode="auto">
          <a:xfrm>
            <a:off x="9218067" y="1928815"/>
            <a:ext cx="16192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4" name="Text Box 19">
            <a:extLst>
              <a:ext uri="{FF2B5EF4-FFF2-40B4-BE49-F238E27FC236}">
                <a16:creationId xmlns:a16="http://schemas.microsoft.com/office/drawing/2014/main" id="{5DBEE6B7-CF02-4DA8-2E79-3AE6DF16252C}"/>
              </a:ext>
            </a:extLst>
          </p:cNvPr>
          <p:cNvSpPr txBox="1">
            <a:spLocks noChangeArrowheads="1"/>
          </p:cNvSpPr>
          <p:nvPr/>
        </p:nvSpPr>
        <p:spPr bwMode="auto">
          <a:xfrm>
            <a:off x="9210130" y="1417640"/>
            <a:ext cx="531813" cy="30480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x</a:t>
            </a:r>
            <a:r>
              <a:rPr lang="en-US" altLang="en-US" sz="1400" i="1" baseline="-25000">
                <a:sym typeface="Symbol" pitchFamily="18" charset="2"/>
              </a:rPr>
              <a:t>2</a:t>
            </a:r>
            <a:endParaRPr lang="en-US" altLang="en-US" sz="1400" i="1">
              <a:sym typeface="Symbol" pitchFamily="18" charset="2"/>
            </a:endParaRPr>
          </a:p>
        </p:txBody>
      </p:sp>
      <p:sp>
        <p:nvSpPr>
          <p:cNvPr id="15" name="Line 20">
            <a:extLst>
              <a:ext uri="{FF2B5EF4-FFF2-40B4-BE49-F238E27FC236}">
                <a16:creationId xmlns:a16="http://schemas.microsoft.com/office/drawing/2014/main" id="{5898F6AD-09F5-2812-7C71-675D16FBB715}"/>
              </a:ext>
            </a:extLst>
          </p:cNvPr>
          <p:cNvSpPr>
            <a:spLocks noChangeShapeType="1"/>
          </p:cNvSpPr>
          <p:nvPr/>
        </p:nvSpPr>
        <p:spPr bwMode="auto">
          <a:xfrm flipH="1">
            <a:off x="9535567" y="1919290"/>
            <a:ext cx="16192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6" name="Line 21">
            <a:extLst>
              <a:ext uri="{FF2B5EF4-FFF2-40B4-BE49-F238E27FC236}">
                <a16:creationId xmlns:a16="http://schemas.microsoft.com/office/drawing/2014/main" id="{B866328F-13C3-F5AF-199A-1250C667F0F2}"/>
              </a:ext>
            </a:extLst>
          </p:cNvPr>
          <p:cNvSpPr>
            <a:spLocks noChangeShapeType="1"/>
          </p:cNvSpPr>
          <p:nvPr/>
        </p:nvSpPr>
        <p:spPr bwMode="auto">
          <a:xfrm>
            <a:off x="7208292" y="2606677"/>
            <a:ext cx="4763" cy="2762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 name="Line 22">
            <a:extLst>
              <a:ext uri="{FF2B5EF4-FFF2-40B4-BE49-F238E27FC236}">
                <a16:creationId xmlns:a16="http://schemas.microsoft.com/office/drawing/2014/main" id="{C8B6818F-7C3A-1A44-1626-0DB6B349DD0C}"/>
              </a:ext>
            </a:extLst>
          </p:cNvPr>
          <p:cNvSpPr>
            <a:spLocks noChangeShapeType="1"/>
          </p:cNvSpPr>
          <p:nvPr/>
        </p:nvSpPr>
        <p:spPr bwMode="auto">
          <a:xfrm>
            <a:off x="7417842" y="2616202"/>
            <a:ext cx="4763" cy="2762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 name="Line 23">
            <a:extLst>
              <a:ext uri="{FF2B5EF4-FFF2-40B4-BE49-F238E27FC236}">
                <a16:creationId xmlns:a16="http://schemas.microsoft.com/office/drawing/2014/main" id="{C6C44168-298A-EC55-1AEB-C3F7D2CA163D}"/>
              </a:ext>
            </a:extLst>
          </p:cNvPr>
          <p:cNvSpPr>
            <a:spLocks noChangeShapeType="1"/>
          </p:cNvSpPr>
          <p:nvPr/>
        </p:nvSpPr>
        <p:spPr bwMode="auto">
          <a:xfrm>
            <a:off x="7194005" y="2768602"/>
            <a:ext cx="219075" cy="3175"/>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9" name="Text Box 24">
            <a:extLst>
              <a:ext uri="{FF2B5EF4-FFF2-40B4-BE49-F238E27FC236}">
                <a16:creationId xmlns:a16="http://schemas.microsoft.com/office/drawing/2014/main" id="{9859B7AF-ACEF-6F53-0C3E-787F2CED9DBB}"/>
              </a:ext>
            </a:extLst>
          </p:cNvPr>
          <p:cNvSpPr txBox="1">
            <a:spLocks noChangeArrowheads="1"/>
          </p:cNvSpPr>
          <p:nvPr/>
        </p:nvSpPr>
        <p:spPr bwMode="auto">
          <a:xfrm>
            <a:off x="7122567" y="2241552"/>
            <a:ext cx="519113" cy="30480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x</a:t>
            </a:r>
            <a:r>
              <a:rPr lang="en-US" altLang="en-US" sz="1400" i="1" baseline="-25000">
                <a:sym typeface="Symbol" pitchFamily="18" charset="2"/>
              </a:rPr>
              <a:t>1</a:t>
            </a:r>
            <a:endParaRPr lang="en-US" altLang="en-US" sz="1400" i="1">
              <a:sym typeface="Symbol" pitchFamily="18" charset="2"/>
            </a:endParaRPr>
          </a:p>
        </p:txBody>
      </p:sp>
      <p:sp>
        <p:nvSpPr>
          <p:cNvPr id="20" name="Line 25">
            <a:extLst>
              <a:ext uri="{FF2B5EF4-FFF2-40B4-BE49-F238E27FC236}">
                <a16:creationId xmlns:a16="http://schemas.microsoft.com/office/drawing/2014/main" id="{E5EEA6D4-156A-435B-3835-315FD17D3662}"/>
              </a:ext>
            </a:extLst>
          </p:cNvPr>
          <p:cNvSpPr>
            <a:spLocks noChangeShapeType="1"/>
          </p:cNvSpPr>
          <p:nvPr/>
        </p:nvSpPr>
        <p:spPr bwMode="auto">
          <a:xfrm>
            <a:off x="6941592" y="3444877"/>
            <a:ext cx="31115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 name="Line 26">
            <a:extLst>
              <a:ext uri="{FF2B5EF4-FFF2-40B4-BE49-F238E27FC236}">
                <a16:creationId xmlns:a16="http://schemas.microsoft.com/office/drawing/2014/main" id="{59B19F39-8B89-DFDE-F34F-E86895E6C36E}"/>
              </a:ext>
            </a:extLst>
          </p:cNvPr>
          <p:cNvSpPr>
            <a:spLocks noChangeShapeType="1"/>
          </p:cNvSpPr>
          <p:nvPr/>
        </p:nvSpPr>
        <p:spPr bwMode="auto">
          <a:xfrm rot="5400000" flipH="1">
            <a:off x="6960642" y="3222627"/>
            <a:ext cx="393700" cy="12700"/>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2" name="Line 27">
            <a:extLst>
              <a:ext uri="{FF2B5EF4-FFF2-40B4-BE49-F238E27FC236}">
                <a16:creationId xmlns:a16="http://schemas.microsoft.com/office/drawing/2014/main" id="{742C2E03-5DEC-66DE-DF90-40BCD15637E7}"/>
              </a:ext>
            </a:extLst>
          </p:cNvPr>
          <p:cNvSpPr>
            <a:spLocks noChangeShapeType="1"/>
          </p:cNvSpPr>
          <p:nvPr/>
        </p:nvSpPr>
        <p:spPr bwMode="auto">
          <a:xfrm rot="5400000" flipH="1">
            <a:off x="8637042" y="2828927"/>
            <a:ext cx="1181100" cy="12700"/>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3" name="Text Box 28">
            <a:extLst>
              <a:ext uri="{FF2B5EF4-FFF2-40B4-BE49-F238E27FC236}">
                <a16:creationId xmlns:a16="http://schemas.microsoft.com/office/drawing/2014/main" id="{3C22C1A1-5DEE-D6D6-6588-B808FA70C894}"/>
              </a:ext>
            </a:extLst>
          </p:cNvPr>
          <p:cNvSpPr txBox="1">
            <a:spLocks noChangeArrowheads="1"/>
          </p:cNvSpPr>
          <p:nvPr/>
        </p:nvSpPr>
        <p:spPr bwMode="auto">
          <a:xfrm>
            <a:off x="6728867" y="3092452"/>
            <a:ext cx="392113"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y</a:t>
            </a:r>
            <a:r>
              <a:rPr lang="en-US" altLang="en-US" sz="1400" i="1" baseline="-25000">
                <a:sym typeface="Symbol" pitchFamily="18" charset="2"/>
              </a:rPr>
              <a:t>1</a:t>
            </a:r>
            <a:endParaRPr lang="en-US" altLang="en-US" sz="1400" i="1">
              <a:sym typeface="Symbol" pitchFamily="18" charset="2"/>
            </a:endParaRPr>
          </a:p>
        </p:txBody>
      </p:sp>
      <p:sp>
        <p:nvSpPr>
          <p:cNvPr id="24" name="Text Box 29">
            <a:extLst>
              <a:ext uri="{FF2B5EF4-FFF2-40B4-BE49-F238E27FC236}">
                <a16:creationId xmlns:a16="http://schemas.microsoft.com/office/drawing/2014/main" id="{848C613D-DB9C-CAA2-E0A6-1173AB3FD87D}"/>
              </a:ext>
            </a:extLst>
          </p:cNvPr>
          <p:cNvSpPr txBox="1">
            <a:spLocks noChangeArrowheads="1"/>
          </p:cNvSpPr>
          <p:nvPr/>
        </p:nvSpPr>
        <p:spPr bwMode="auto">
          <a:xfrm>
            <a:off x="8786267" y="2914652"/>
            <a:ext cx="404813"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y</a:t>
            </a:r>
            <a:r>
              <a:rPr lang="en-US" altLang="en-US" sz="1400" i="1" baseline="-25000">
                <a:sym typeface="Symbol" pitchFamily="18" charset="2"/>
              </a:rPr>
              <a:t>2</a:t>
            </a:r>
            <a:endParaRPr lang="en-US" altLang="en-US" sz="1400" i="1">
              <a:sym typeface="Symbol" pitchFamily="18" charset="2"/>
            </a:endParaRPr>
          </a:p>
        </p:txBody>
      </p:sp>
      <p:sp>
        <p:nvSpPr>
          <p:cNvPr id="25" name="Line 30">
            <a:extLst>
              <a:ext uri="{FF2B5EF4-FFF2-40B4-BE49-F238E27FC236}">
                <a16:creationId xmlns:a16="http://schemas.microsoft.com/office/drawing/2014/main" id="{DA7B1D86-78B6-CBA0-3A47-2F872B51A8A0}"/>
              </a:ext>
            </a:extLst>
          </p:cNvPr>
          <p:cNvSpPr>
            <a:spLocks noChangeShapeType="1"/>
          </p:cNvSpPr>
          <p:nvPr/>
        </p:nvSpPr>
        <p:spPr bwMode="auto">
          <a:xfrm>
            <a:off x="7322592" y="3267077"/>
            <a:ext cx="368300"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6" name="Line 31">
            <a:extLst>
              <a:ext uri="{FF2B5EF4-FFF2-40B4-BE49-F238E27FC236}">
                <a16:creationId xmlns:a16="http://schemas.microsoft.com/office/drawing/2014/main" id="{552BB58C-F149-5F53-E991-6F676E221F54}"/>
              </a:ext>
            </a:extLst>
          </p:cNvPr>
          <p:cNvSpPr>
            <a:spLocks noChangeShapeType="1"/>
          </p:cNvSpPr>
          <p:nvPr/>
        </p:nvSpPr>
        <p:spPr bwMode="auto">
          <a:xfrm>
            <a:off x="9418092" y="2606677"/>
            <a:ext cx="215900"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7" name="Text Box 32">
            <a:extLst>
              <a:ext uri="{FF2B5EF4-FFF2-40B4-BE49-F238E27FC236}">
                <a16:creationId xmlns:a16="http://schemas.microsoft.com/office/drawing/2014/main" id="{79180FDD-B5F9-5EED-B507-93680C5BC025}"/>
              </a:ext>
            </a:extLst>
          </p:cNvPr>
          <p:cNvSpPr txBox="1">
            <a:spLocks noChangeArrowheads="1"/>
          </p:cNvSpPr>
          <p:nvPr/>
        </p:nvSpPr>
        <p:spPr bwMode="auto">
          <a:xfrm>
            <a:off x="9472067" y="2584452"/>
            <a:ext cx="404813"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olidFill>
                  <a:srgbClr val="FF0000"/>
                </a:solidFill>
                <a:sym typeface="Symbol" pitchFamily="18" charset="2"/>
              </a:rPr>
              <a:t>v</a:t>
            </a:r>
            <a:r>
              <a:rPr lang="en-US" altLang="en-US" sz="1400" i="1" baseline="-25000">
                <a:solidFill>
                  <a:srgbClr val="FF0000"/>
                </a:solidFill>
                <a:sym typeface="Symbol" pitchFamily="18" charset="2"/>
              </a:rPr>
              <a:t>2</a:t>
            </a:r>
            <a:endParaRPr lang="en-US" altLang="en-US" sz="1400" i="1">
              <a:solidFill>
                <a:srgbClr val="FF0000"/>
              </a:solidFill>
              <a:sym typeface="Symbol" pitchFamily="18" charset="2"/>
            </a:endParaRPr>
          </a:p>
        </p:txBody>
      </p:sp>
      <p:sp>
        <p:nvSpPr>
          <p:cNvPr id="28" name="Text Box 33">
            <a:extLst>
              <a:ext uri="{FF2B5EF4-FFF2-40B4-BE49-F238E27FC236}">
                <a16:creationId xmlns:a16="http://schemas.microsoft.com/office/drawing/2014/main" id="{0AC8EEED-8255-2EC3-6A95-D7FA78F3BD8A}"/>
              </a:ext>
            </a:extLst>
          </p:cNvPr>
          <p:cNvSpPr txBox="1">
            <a:spLocks noChangeArrowheads="1"/>
          </p:cNvSpPr>
          <p:nvPr/>
        </p:nvSpPr>
        <p:spPr bwMode="auto">
          <a:xfrm>
            <a:off x="7643267" y="3117852"/>
            <a:ext cx="404813"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olidFill>
                  <a:srgbClr val="FF0000"/>
                </a:solidFill>
                <a:sym typeface="Symbol" pitchFamily="18" charset="2"/>
              </a:rPr>
              <a:t>v</a:t>
            </a:r>
            <a:r>
              <a:rPr lang="en-US" altLang="en-US" sz="1400" i="1" baseline="-25000">
                <a:solidFill>
                  <a:srgbClr val="FF0000"/>
                </a:solidFill>
                <a:sym typeface="Symbol" pitchFamily="18" charset="2"/>
              </a:rPr>
              <a:t>1</a:t>
            </a:r>
            <a:endParaRPr lang="en-US" altLang="en-US" sz="1400" i="1">
              <a:solidFill>
                <a:srgbClr val="FF0000"/>
              </a:solidFill>
              <a:sym typeface="Symbol" pitchFamily="18" charset="2"/>
            </a:endParaRPr>
          </a:p>
        </p:txBody>
      </p:sp>
      <p:sp>
        <p:nvSpPr>
          <p:cNvPr id="29" name="Line 34">
            <a:extLst>
              <a:ext uri="{FF2B5EF4-FFF2-40B4-BE49-F238E27FC236}">
                <a16:creationId xmlns:a16="http://schemas.microsoft.com/office/drawing/2014/main" id="{D8AE6D05-302E-7CBC-CE6E-9F51A0E1D892}"/>
              </a:ext>
            </a:extLst>
          </p:cNvPr>
          <p:cNvSpPr>
            <a:spLocks noChangeShapeType="1"/>
          </p:cNvSpPr>
          <p:nvPr/>
        </p:nvSpPr>
        <p:spPr bwMode="auto">
          <a:xfrm>
            <a:off x="6763792" y="3000377"/>
            <a:ext cx="381000" cy="0"/>
          </a:xfrm>
          <a:prstGeom prst="line">
            <a:avLst/>
          </a:prstGeom>
          <a:noFill/>
          <a:ln w="28575">
            <a:solidFill>
              <a:srgbClr val="0070C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30" name="Line 37">
            <a:extLst>
              <a:ext uri="{FF2B5EF4-FFF2-40B4-BE49-F238E27FC236}">
                <a16:creationId xmlns:a16="http://schemas.microsoft.com/office/drawing/2014/main" id="{9E886F32-9FB6-3487-A484-0C94446A51B9}"/>
              </a:ext>
            </a:extLst>
          </p:cNvPr>
          <p:cNvSpPr>
            <a:spLocks noChangeShapeType="1"/>
          </p:cNvSpPr>
          <p:nvPr/>
        </p:nvSpPr>
        <p:spPr bwMode="auto">
          <a:xfrm flipH="1">
            <a:off x="9571850" y="2288300"/>
            <a:ext cx="266700" cy="0"/>
          </a:xfrm>
          <a:prstGeom prst="line">
            <a:avLst/>
          </a:prstGeom>
          <a:noFill/>
          <a:ln w="28575">
            <a:solidFill>
              <a:srgbClr val="0070C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5887F72E-90EB-1D6C-89DB-A2EBDCB778A4}"/>
                  </a:ext>
                </a:extLst>
              </p:cNvPr>
              <p:cNvSpPr txBox="1"/>
              <p:nvPr/>
            </p:nvSpPr>
            <p:spPr>
              <a:xfrm>
                <a:off x="5637182" y="2835243"/>
                <a:ext cx="1242254" cy="307777"/>
              </a:xfrm>
              <a:prstGeom prst="rect">
                <a:avLst/>
              </a:prstGeom>
              <a:noFill/>
            </p:spPr>
            <p:txBody>
              <a:bodyPr wrap="square">
                <a:spAutoFit/>
              </a:bodyPr>
              <a:lstStyle/>
              <a:p>
                <a:pPr/>
                <a14:m>
                  <m:oMathPara xmlns:m="http://schemas.openxmlformats.org/officeDocument/2006/math">
                    <m:oMath>
                      <m:sSub>
                        <m:sSubPr>
                          <m:ctrlPr>
                            <a:rPr lang="en-US" altLang="en-US" sz="1400" i="1">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𝐹</m:t>
                          </m:r>
                        </m:e>
                        <m:sub>
                          <m:r>
                            <a:rPr lang="en-US" altLang="en-US" sz="1400" i="1">
                              <a:solidFill>
                                <a:srgbClr val="0070C0"/>
                              </a:solidFill>
                              <a:latin typeface="Cambria Math" panose="02040503050406030204" pitchFamily="18" charset="0"/>
                            </a:rPr>
                            <m:t>1</m:t>
                          </m:r>
                        </m:sub>
                      </m:sSub>
                      <m:r>
                        <a:rPr lang="en-US" altLang="en-US" sz="1400" i="1">
                          <a:solidFill>
                            <a:srgbClr val="0070C0"/>
                          </a:solidFill>
                          <a:latin typeface="Cambria Math" panose="02040503050406030204" pitchFamily="18" charset="0"/>
                        </a:rPr>
                        <m:t>=</m:t>
                      </m:r>
                      <m:sSub>
                        <m:sSubPr>
                          <m:ctrlPr>
                            <a:rPr lang="en-US" altLang="en-US" sz="1400" i="1">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𝑃</m:t>
                          </m:r>
                        </m:e>
                        <m:sub>
                          <m:r>
                            <a:rPr lang="en-US" altLang="en-US" sz="1400" i="1">
                              <a:solidFill>
                                <a:srgbClr val="0070C0"/>
                              </a:solidFill>
                              <a:latin typeface="Cambria Math" panose="02040503050406030204" pitchFamily="18" charset="0"/>
                            </a:rPr>
                            <m:t>1</m:t>
                          </m:r>
                        </m:sub>
                      </m:sSub>
                      <m:sSub>
                        <m:sSubPr>
                          <m:ctrlPr>
                            <a:rPr lang="en-US" altLang="en-US" sz="1400" i="1">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𝐴</m:t>
                          </m:r>
                        </m:e>
                        <m:sub>
                          <m:r>
                            <a:rPr lang="en-US" altLang="en-US" sz="1400" i="1">
                              <a:solidFill>
                                <a:srgbClr val="0070C0"/>
                              </a:solidFill>
                              <a:latin typeface="Cambria Math" panose="02040503050406030204" pitchFamily="18" charset="0"/>
                            </a:rPr>
                            <m:t>1</m:t>
                          </m:r>
                        </m:sub>
                      </m:sSub>
                      <m:acc>
                        <m:accPr>
                          <m:chr m:val="̂"/>
                          <m:ctrlPr>
                            <a:rPr lang="en-US" altLang="en-US" sz="1400" i="1">
                              <a:solidFill>
                                <a:srgbClr val="0070C0"/>
                              </a:solidFill>
                              <a:latin typeface="Cambria Math" panose="02040503050406030204" pitchFamily="18" charset="0"/>
                            </a:rPr>
                          </m:ctrlPr>
                        </m:accPr>
                        <m:e>
                          <m:r>
                            <a:rPr lang="en-US" altLang="en-US" sz="1400" i="1">
                              <a:solidFill>
                                <a:srgbClr val="0070C0"/>
                              </a:solidFill>
                              <a:latin typeface="Cambria Math" panose="02040503050406030204" pitchFamily="18" charset="0"/>
                            </a:rPr>
                            <m:t>𝑥</m:t>
                          </m:r>
                        </m:e>
                      </m:acc>
                    </m:oMath>
                  </m:oMathPara>
                </a14:m>
                <a:endParaRPr lang="en-US" sz="1400" dirty="0"/>
              </a:p>
            </p:txBody>
          </p:sp>
        </mc:Choice>
        <mc:Fallback xmlns="">
          <p:sp>
            <p:nvSpPr>
              <p:cNvPr id="31" name="TextBox 30">
                <a:extLst>
                  <a:ext uri="{FF2B5EF4-FFF2-40B4-BE49-F238E27FC236}">
                    <a16:creationId xmlns:a16="http://schemas.microsoft.com/office/drawing/2014/main" id="{5887F72E-90EB-1D6C-89DB-A2EBDCB778A4}"/>
                  </a:ext>
                </a:extLst>
              </p:cNvPr>
              <p:cNvSpPr txBox="1">
                <a:spLocks noRot="1" noChangeAspect="1" noMove="1" noResize="1" noEditPoints="1" noAdjustHandles="1" noChangeArrowheads="1" noChangeShapeType="1" noTextEdit="1"/>
              </p:cNvSpPr>
              <p:nvPr/>
            </p:nvSpPr>
            <p:spPr>
              <a:xfrm>
                <a:off x="5637182" y="2835243"/>
                <a:ext cx="1242254" cy="307777"/>
              </a:xfrm>
              <a:prstGeom prst="rect">
                <a:avLst/>
              </a:prstGeom>
              <a:blipFill>
                <a:blip r:embed="rId4"/>
                <a:stretch>
                  <a:fillRect r="-63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C439021D-A732-9B0A-D162-8B5516E32499}"/>
                  </a:ext>
                </a:extLst>
              </p:cNvPr>
              <p:cNvSpPr txBox="1"/>
              <p:nvPr/>
            </p:nvSpPr>
            <p:spPr>
              <a:xfrm>
                <a:off x="9386343" y="2128504"/>
                <a:ext cx="1780163" cy="307777"/>
              </a:xfrm>
              <a:prstGeom prst="rect">
                <a:avLst/>
              </a:prstGeom>
              <a:noFill/>
            </p:spPr>
            <p:txBody>
              <a:bodyPr wrap="square">
                <a:spAutoFit/>
              </a:bodyPr>
              <a:lstStyle/>
              <a:p>
                <a:pPr marL="457200" lvl="1" indent="0">
                  <a:buNone/>
                </a:pPr>
                <a14:m>
                  <m:oMathPara xmlns:m="http://schemas.openxmlformats.org/officeDocument/2006/math">
                    <m:oMath>
                      <m:sSub>
                        <m:sSubPr>
                          <m:ctrlPr>
                            <a:rPr lang="en-US" altLang="en-US" sz="1400" i="1">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𝐹</m:t>
                          </m:r>
                        </m:e>
                        <m:sub>
                          <m:r>
                            <a:rPr lang="en-US" altLang="en-US" sz="1400" b="0" i="1" smtClean="0">
                              <a:solidFill>
                                <a:srgbClr val="0070C0"/>
                              </a:solidFill>
                              <a:latin typeface="Cambria Math" panose="02040503050406030204" pitchFamily="18" charset="0"/>
                            </a:rPr>
                            <m:t>2</m:t>
                          </m:r>
                        </m:sub>
                      </m:sSub>
                      <m:r>
                        <a:rPr lang="en-US" altLang="en-US" sz="1400" i="1">
                          <a:solidFill>
                            <a:srgbClr val="0070C0"/>
                          </a:solidFill>
                          <a:latin typeface="Cambria Math" panose="02040503050406030204" pitchFamily="18" charset="0"/>
                        </a:rPr>
                        <m:t>=</m:t>
                      </m:r>
                      <m:sSub>
                        <m:sSubPr>
                          <m:ctrlPr>
                            <a:rPr lang="en-US" altLang="en-US" sz="1400" b="0" i="1" smtClean="0">
                              <a:solidFill>
                                <a:srgbClr val="0070C0"/>
                              </a:solidFill>
                              <a:latin typeface="Cambria Math" panose="02040503050406030204" pitchFamily="18" charset="0"/>
                            </a:rPr>
                          </m:ctrlPr>
                        </m:sSubPr>
                        <m:e>
                          <m:r>
                            <a:rPr lang="en-US" altLang="en-US" sz="1400" b="0" i="1" smtClean="0">
                              <a:solidFill>
                                <a:srgbClr val="0070C0"/>
                              </a:solidFill>
                              <a:latin typeface="Cambria Math" panose="02040503050406030204" pitchFamily="18" charset="0"/>
                            </a:rPr>
                            <m:t>−</m:t>
                          </m:r>
                          <m:r>
                            <a:rPr lang="en-US" altLang="en-US" sz="1400" i="1">
                              <a:solidFill>
                                <a:srgbClr val="0070C0"/>
                              </a:solidFill>
                              <a:latin typeface="Cambria Math" panose="02040503050406030204" pitchFamily="18" charset="0"/>
                            </a:rPr>
                            <m:t>𝑃</m:t>
                          </m:r>
                        </m:e>
                        <m:sub>
                          <m:r>
                            <a:rPr lang="en-US" altLang="en-US" sz="1400" b="0" i="1" smtClean="0">
                              <a:solidFill>
                                <a:srgbClr val="0070C0"/>
                              </a:solidFill>
                              <a:latin typeface="Cambria Math" panose="02040503050406030204" pitchFamily="18" charset="0"/>
                            </a:rPr>
                            <m:t>2</m:t>
                          </m:r>
                        </m:sub>
                      </m:sSub>
                      <m:sSub>
                        <m:sSubPr>
                          <m:ctrlPr>
                            <a:rPr lang="en-US" altLang="en-US" sz="1400" i="1">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𝐴</m:t>
                          </m:r>
                        </m:e>
                        <m:sub>
                          <m:r>
                            <a:rPr lang="en-US" altLang="en-US" sz="1400" b="0" i="1" smtClean="0">
                              <a:solidFill>
                                <a:srgbClr val="0070C0"/>
                              </a:solidFill>
                              <a:latin typeface="Cambria Math" panose="02040503050406030204" pitchFamily="18" charset="0"/>
                            </a:rPr>
                            <m:t>2</m:t>
                          </m:r>
                        </m:sub>
                      </m:sSub>
                      <m:acc>
                        <m:accPr>
                          <m:chr m:val="̂"/>
                          <m:ctrlPr>
                            <a:rPr lang="en-US" altLang="en-US" sz="1400" i="1">
                              <a:solidFill>
                                <a:srgbClr val="0070C0"/>
                              </a:solidFill>
                              <a:latin typeface="Cambria Math" panose="02040503050406030204" pitchFamily="18" charset="0"/>
                            </a:rPr>
                          </m:ctrlPr>
                        </m:accPr>
                        <m:e>
                          <m:r>
                            <a:rPr lang="en-US" altLang="en-US" sz="1400" i="1">
                              <a:solidFill>
                                <a:srgbClr val="0070C0"/>
                              </a:solidFill>
                              <a:latin typeface="Cambria Math" panose="02040503050406030204" pitchFamily="18" charset="0"/>
                            </a:rPr>
                            <m:t>𝑥</m:t>
                          </m:r>
                        </m:e>
                      </m:acc>
                    </m:oMath>
                  </m:oMathPara>
                </a14:m>
                <a:endParaRPr lang="en-US" altLang="en-US" dirty="0">
                  <a:solidFill>
                    <a:srgbClr val="0070C0"/>
                  </a:solidFill>
                </a:endParaRPr>
              </a:p>
            </p:txBody>
          </p:sp>
        </mc:Choice>
        <mc:Fallback xmlns="">
          <p:sp>
            <p:nvSpPr>
              <p:cNvPr id="32" name="TextBox 31">
                <a:extLst>
                  <a:ext uri="{FF2B5EF4-FFF2-40B4-BE49-F238E27FC236}">
                    <a16:creationId xmlns:a16="http://schemas.microsoft.com/office/drawing/2014/main" id="{C439021D-A732-9B0A-D162-8B5516E32499}"/>
                  </a:ext>
                </a:extLst>
              </p:cNvPr>
              <p:cNvSpPr txBox="1">
                <a:spLocks noRot="1" noChangeAspect="1" noMove="1" noResize="1" noEditPoints="1" noAdjustHandles="1" noChangeArrowheads="1" noChangeShapeType="1" noTextEdit="1"/>
              </p:cNvSpPr>
              <p:nvPr/>
            </p:nvSpPr>
            <p:spPr>
              <a:xfrm>
                <a:off x="9386343" y="2128504"/>
                <a:ext cx="1780163" cy="307777"/>
              </a:xfrm>
              <a:prstGeom prst="rect">
                <a:avLst/>
              </a:prstGeom>
              <a:blipFill>
                <a:blip r:embed="rId5"/>
                <a:stretch>
                  <a:fillRect r="-2397"/>
                </a:stretch>
              </a:blipFill>
            </p:spPr>
            <p:txBody>
              <a:bodyPr/>
              <a:lstStyle/>
              <a:p>
                <a:r>
                  <a:rPr lang="en-US">
                    <a:noFill/>
                  </a:rPr>
                  <a:t> </a:t>
                </a:r>
              </a:p>
            </p:txBody>
          </p:sp>
        </mc:Fallback>
      </mc:AlternateContent>
    </p:spTree>
    <p:extLst>
      <p:ext uri="{BB962C8B-B14F-4D97-AF65-F5344CB8AC3E}">
        <p14:creationId xmlns:p14="http://schemas.microsoft.com/office/powerpoint/2010/main" val="8480098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EEE905AF-FB02-408C-9977-260A00CF7B66}" type="slidenum">
              <a:rPr lang="en-US" altLang="en-US" sz="1400"/>
              <a:pPr eaLnBrk="1" hangingPunct="1">
                <a:spcBef>
                  <a:spcPct val="0"/>
                </a:spcBef>
                <a:buFontTx/>
                <a:buNone/>
              </a:pPr>
              <a:t>25</a:t>
            </a:fld>
            <a:endParaRPr lang="en-US" altLang="en-US" sz="1400"/>
          </a:p>
        </p:txBody>
      </p:sp>
      <p:sp>
        <p:nvSpPr>
          <p:cNvPr id="16387" name="Rectangle 2"/>
          <p:cNvSpPr>
            <a:spLocks noGrp="1" noChangeArrowheads="1"/>
          </p:cNvSpPr>
          <p:nvPr>
            <p:ph type="title"/>
          </p:nvPr>
        </p:nvSpPr>
        <p:spPr/>
        <p:txBody>
          <a:bodyPr/>
          <a:lstStyle/>
          <a:p>
            <a:pPr eaLnBrk="1" hangingPunct="1"/>
            <a:r>
              <a:rPr lang="en-US" altLang="en-US" sz="3200"/>
              <a:t>Total Work Done On The System</a:t>
            </a:r>
          </a:p>
        </p:txBody>
      </p:sp>
      <p:sp>
        <p:nvSpPr>
          <p:cNvPr id="16388" name="Rectangle 3"/>
          <p:cNvSpPr>
            <a:spLocks noGrp="1" noChangeArrowheads="1"/>
          </p:cNvSpPr>
          <p:nvPr>
            <p:ph type="body" idx="1"/>
          </p:nvPr>
        </p:nvSpPr>
        <p:spPr>
          <a:xfrm>
            <a:off x="1981200" y="1931989"/>
            <a:ext cx="8229600" cy="3800475"/>
          </a:xfrm>
        </p:spPr>
        <p:txBody>
          <a:bodyPr/>
          <a:lstStyle/>
          <a:p>
            <a:pPr eaLnBrk="1" hangingPunct="1"/>
            <a:r>
              <a:rPr lang="en-US" altLang="en-US" sz="2400"/>
              <a:t>This is just</a:t>
            </a:r>
          </a:p>
          <a:p>
            <a:pPr eaLnBrk="1" hangingPunct="1"/>
            <a:endParaRPr lang="en-US" altLang="en-US" sz="2400"/>
          </a:p>
          <a:p>
            <a:pPr eaLnBrk="1" hangingPunct="1"/>
            <a:endParaRPr lang="en-US" altLang="en-US" sz="2400"/>
          </a:p>
          <a:p>
            <a:pPr eaLnBrk="1" hangingPunct="1"/>
            <a:endParaRPr lang="en-US" altLang="en-US" sz="2400"/>
          </a:p>
          <a:p>
            <a:pPr eaLnBrk="1" hangingPunct="1"/>
            <a:r>
              <a:rPr lang="en-US" altLang="en-US" sz="2400"/>
              <a:t>Divide by V and use</a:t>
            </a:r>
          </a:p>
          <a:p>
            <a:pPr eaLnBrk="1" hangingPunct="1"/>
            <a:endParaRPr lang="en-US" altLang="en-US" sz="2400"/>
          </a:p>
          <a:p>
            <a:pPr eaLnBrk="1" hangingPunct="1"/>
            <a:endParaRPr lang="en-US" altLang="en-US" sz="2400"/>
          </a:p>
          <a:p>
            <a:pPr eaLnBrk="1" hangingPunct="1"/>
            <a:r>
              <a:rPr lang="en-US" altLang="en-US" sz="2400"/>
              <a:t>Sometimes we write this as</a:t>
            </a:r>
          </a:p>
          <a:p>
            <a:pPr eaLnBrk="1" hangingPunct="1"/>
            <a:endParaRPr lang="en-US" altLang="en-US" sz="2400"/>
          </a:p>
        </p:txBody>
      </p:sp>
      <p:sp>
        <p:nvSpPr>
          <p:cNvPr id="16389" name="Rectangle 4"/>
          <p:cNvSpPr>
            <a:spLocks noChangeArrowheads="1"/>
          </p:cNvSpPr>
          <p:nvPr/>
        </p:nvSpPr>
        <p:spPr bwMode="auto">
          <a:xfrm>
            <a:off x="1524001" y="-184666"/>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6390" name="Object 5"/>
          <p:cNvGraphicFramePr>
            <a:graphicFrameLocks noChangeAspect="1"/>
          </p:cNvGraphicFramePr>
          <p:nvPr/>
        </p:nvGraphicFramePr>
        <p:xfrm>
          <a:off x="4841876" y="1490664"/>
          <a:ext cx="2068513" cy="407987"/>
        </p:xfrm>
        <a:graphic>
          <a:graphicData uri="http://schemas.openxmlformats.org/presentationml/2006/ole">
            <mc:AlternateContent xmlns:mc="http://schemas.openxmlformats.org/markup-compatibility/2006">
              <mc:Choice xmlns:v="urn:schemas-microsoft-com:vml" Requires="v">
                <p:oleObj name="Equation" r:id="rId2" imgW="901309" imgH="177723" progId="Equation.3">
                  <p:embed/>
                </p:oleObj>
              </mc:Choice>
              <mc:Fallback>
                <p:oleObj name="Equation" r:id="rId2" imgW="901309" imgH="177723" progId="Equation.3">
                  <p:embed/>
                  <p:pic>
                    <p:nvPicPr>
                      <p:cNvPr id="16390"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41876" y="1490664"/>
                        <a:ext cx="2068513" cy="407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6391" name="Rectangle 6"/>
          <p:cNvSpPr>
            <a:spLocks noChangeArrowheads="1"/>
          </p:cNvSpPr>
          <p:nvPr/>
        </p:nvSpPr>
        <p:spPr bwMode="auto">
          <a:xfrm>
            <a:off x="1524001" y="303954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6392" name="Object 7"/>
          <p:cNvGraphicFramePr>
            <a:graphicFrameLocks noChangeAspect="1"/>
          </p:cNvGraphicFramePr>
          <p:nvPr/>
        </p:nvGraphicFramePr>
        <p:xfrm>
          <a:off x="3836988" y="2300288"/>
          <a:ext cx="4538662" cy="696912"/>
        </p:xfrm>
        <a:graphic>
          <a:graphicData uri="http://schemas.openxmlformats.org/presentationml/2006/ole">
            <mc:AlternateContent xmlns:mc="http://schemas.openxmlformats.org/markup-compatibility/2006">
              <mc:Choice xmlns:v="urn:schemas-microsoft-com:vml" Requires="v">
                <p:oleObj name="Equation" r:id="rId4" imgW="2552700" imgH="393700" progId="Equation.3">
                  <p:embed/>
                </p:oleObj>
              </mc:Choice>
              <mc:Fallback>
                <p:oleObj name="Equation" r:id="rId4" imgW="2552700" imgH="393700" progId="Equation.3">
                  <p:embed/>
                  <p:pic>
                    <p:nvPicPr>
                      <p:cNvPr id="16392"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36988" y="2300288"/>
                        <a:ext cx="4538662" cy="696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6393" name="Text Box 8"/>
          <p:cNvSpPr txBox="1">
            <a:spLocks noChangeArrowheads="1"/>
          </p:cNvSpPr>
          <p:nvPr/>
        </p:nvSpPr>
        <p:spPr bwMode="auto">
          <a:xfrm>
            <a:off x="3933825" y="3290888"/>
            <a:ext cx="463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solidFill>
                  <a:schemeClr val="bg2"/>
                </a:solidFill>
              </a:rPr>
              <a:t>W </a:t>
            </a:r>
          </a:p>
        </p:txBody>
      </p:sp>
      <p:sp>
        <p:nvSpPr>
          <p:cNvPr id="16394" name="Line 9"/>
          <p:cNvSpPr>
            <a:spLocks noChangeShapeType="1"/>
          </p:cNvSpPr>
          <p:nvPr/>
        </p:nvSpPr>
        <p:spPr bwMode="auto">
          <a:xfrm flipV="1">
            <a:off x="4130675" y="2957514"/>
            <a:ext cx="0" cy="261937"/>
          </a:xfrm>
          <a:prstGeom prst="line">
            <a:avLst/>
          </a:prstGeom>
          <a:noFill/>
          <a:ln w="9525">
            <a:solidFill>
              <a:schemeClr val="bg2"/>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6395" name="Text Box 10"/>
          <p:cNvSpPr txBox="1">
            <a:spLocks noChangeArrowheads="1"/>
          </p:cNvSpPr>
          <p:nvPr/>
        </p:nvSpPr>
        <p:spPr bwMode="auto">
          <a:xfrm>
            <a:off x="5775325" y="3236913"/>
            <a:ext cx="5397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solidFill>
                  <a:schemeClr val="bg2"/>
                </a:solidFill>
                <a:sym typeface="Symbol" pitchFamily="18" charset="2"/>
              </a:rPr>
              <a:t>K</a:t>
            </a:r>
            <a:r>
              <a:rPr lang="en-US" altLang="en-US" sz="1800">
                <a:solidFill>
                  <a:schemeClr val="bg2"/>
                </a:solidFill>
              </a:rPr>
              <a:t> </a:t>
            </a:r>
          </a:p>
        </p:txBody>
      </p:sp>
      <p:sp>
        <p:nvSpPr>
          <p:cNvPr id="16396" name="Line 11"/>
          <p:cNvSpPr>
            <a:spLocks noChangeShapeType="1"/>
          </p:cNvSpPr>
          <p:nvPr/>
        </p:nvSpPr>
        <p:spPr bwMode="auto">
          <a:xfrm flipV="1">
            <a:off x="5972175" y="3033714"/>
            <a:ext cx="0" cy="261937"/>
          </a:xfrm>
          <a:prstGeom prst="line">
            <a:avLst/>
          </a:prstGeom>
          <a:noFill/>
          <a:ln w="9525">
            <a:solidFill>
              <a:schemeClr val="bg2"/>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6397" name="Freeform 12"/>
          <p:cNvSpPr>
            <a:spLocks/>
          </p:cNvSpPr>
          <p:nvPr/>
        </p:nvSpPr>
        <p:spPr bwMode="auto">
          <a:xfrm>
            <a:off x="5143500" y="2882900"/>
            <a:ext cx="1727200" cy="152400"/>
          </a:xfrm>
          <a:custGeom>
            <a:avLst/>
            <a:gdLst>
              <a:gd name="T0" fmla="*/ 0 w 1088"/>
              <a:gd name="T1" fmla="*/ 0 h 96"/>
              <a:gd name="T2" fmla="*/ 0 w 1088"/>
              <a:gd name="T3" fmla="*/ 2147483647 h 96"/>
              <a:gd name="T4" fmla="*/ 2147483647 w 1088"/>
              <a:gd name="T5" fmla="*/ 2147483647 h 96"/>
              <a:gd name="T6" fmla="*/ 2147483647 w 1088"/>
              <a:gd name="T7" fmla="*/ 2147483647 h 96"/>
              <a:gd name="T8" fmla="*/ 0 60000 65536"/>
              <a:gd name="T9" fmla="*/ 0 60000 65536"/>
              <a:gd name="T10" fmla="*/ 0 60000 65536"/>
              <a:gd name="T11" fmla="*/ 0 60000 65536"/>
              <a:gd name="T12" fmla="*/ 0 w 1088"/>
              <a:gd name="T13" fmla="*/ 0 h 96"/>
              <a:gd name="T14" fmla="*/ 1088 w 1088"/>
              <a:gd name="T15" fmla="*/ 96 h 96"/>
            </a:gdLst>
            <a:ahLst/>
            <a:cxnLst>
              <a:cxn ang="T8">
                <a:pos x="T0" y="T1"/>
              </a:cxn>
              <a:cxn ang="T9">
                <a:pos x="T2" y="T3"/>
              </a:cxn>
              <a:cxn ang="T10">
                <a:pos x="T4" y="T5"/>
              </a:cxn>
              <a:cxn ang="T11">
                <a:pos x="T6" y="T7"/>
              </a:cxn>
            </a:cxnLst>
            <a:rect l="T12" t="T13" r="T14" b="T15"/>
            <a:pathLst>
              <a:path w="1088" h="96">
                <a:moveTo>
                  <a:pt x="0" y="0"/>
                </a:moveTo>
                <a:lnTo>
                  <a:pt x="0" y="96"/>
                </a:lnTo>
                <a:lnTo>
                  <a:pt x="1088" y="88"/>
                </a:lnTo>
                <a:lnTo>
                  <a:pt x="1080" y="16"/>
                </a:lnTo>
              </a:path>
            </a:pathLst>
          </a:custGeom>
          <a:noFill/>
          <a:ln w="9525">
            <a:solidFill>
              <a:schemeClr val="bg2"/>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6398" name="Text Box 13"/>
          <p:cNvSpPr txBox="1">
            <a:spLocks noChangeArrowheads="1"/>
          </p:cNvSpPr>
          <p:nvPr/>
        </p:nvSpPr>
        <p:spPr bwMode="auto">
          <a:xfrm>
            <a:off x="7743825" y="3224213"/>
            <a:ext cx="5524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solidFill>
                  <a:schemeClr val="bg2"/>
                </a:solidFill>
                <a:sym typeface="Symbol" pitchFamily="18" charset="2"/>
              </a:rPr>
              <a:t>U</a:t>
            </a:r>
            <a:r>
              <a:rPr lang="en-US" altLang="en-US" sz="1800">
                <a:solidFill>
                  <a:schemeClr val="bg2"/>
                </a:solidFill>
              </a:rPr>
              <a:t> </a:t>
            </a:r>
          </a:p>
        </p:txBody>
      </p:sp>
      <p:sp>
        <p:nvSpPr>
          <p:cNvPr id="16399" name="Line 14"/>
          <p:cNvSpPr>
            <a:spLocks noChangeShapeType="1"/>
          </p:cNvSpPr>
          <p:nvPr/>
        </p:nvSpPr>
        <p:spPr bwMode="auto">
          <a:xfrm flipV="1">
            <a:off x="7940675" y="3021014"/>
            <a:ext cx="0" cy="261937"/>
          </a:xfrm>
          <a:prstGeom prst="line">
            <a:avLst/>
          </a:prstGeom>
          <a:noFill/>
          <a:ln w="9525">
            <a:solidFill>
              <a:schemeClr val="bg2"/>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6400" name="Freeform 15"/>
          <p:cNvSpPr>
            <a:spLocks/>
          </p:cNvSpPr>
          <p:nvPr/>
        </p:nvSpPr>
        <p:spPr bwMode="auto">
          <a:xfrm>
            <a:off x="7112000" y="2870200"/>
            <a:ext cx="1727200" cy="152400"/>
          </a:xfrm>
          <a:custGeom>
            <a:avLst/>
            <a:gdLst>
              <a:gd name="T0" fmla="*/ 0 w 1088"/>
              <a:gd name="T1" fmla="*/ 0 h 96"/>
              <a:gd name="T2" fmla="*/ 0 w 1088"/>
              <a:gd name="T3" fmla="*/ 2147483647 h 96"/>
              <a:gd name="T4" fmla="*/ 2147483647 w 1088"/>
              <a:gd name="T5" fmla="*/ 2147483647 h 96"/>
              <a:gd name="T6" fmla="*/ 2147483647 w 1088"/>
              <a:gd name="T7" fmla="*/ 2147483647 h 96"/>
              <a:gd name="T8" fmla="*/ 0 60000 65536"/>
              <a:gd name="T9" fmla="*/ 0 60000 65536"/>
              <a:gd name="T10" fmla="*/ 0 60000 65536"/>
              <a:gd name="T11" fmla="*/ 0 60000 65536"/>
              <a:gd name="T12" fmla="*/ 0 w 1088"/>
              <a:gd name="T13" fmla="*/ 0 h 96"/>
              <a:gd name="T14" fmla="*/ 1088 w 1088"/>
              <a:gd name="T15" fmla="*/ 96 h 96"/>
            </a:gdLst>
            <a:ahLst/>
            <a:cxnLst>
              <a:cxn ang="T8">
                <a:pos x="T0" y="T1"/>
              </a:cxn>
              <a:cxn ang="T9">
                <a:pos x="T2" y="T3"/>
              </a:cxn>
              <a:cxn ang="T10">
                <a:pos x="T4" y="T5"/>
              </a:cxn>
              <a:cxn ang="T11">
                <a:pos x="T6" y="T7"/>
              </a:cxn>
            </a:cxnLst>
            <a:rect l="T12" t="T13" r="T14" b="T15"/>
            <a:pathLst>
              <a:path w="1088" h="96">
                <a:moveTo>
                  <a:pt x="0" y="0"/>
                </a:moveTo>
                <a:lnTo>
                  <a:pt x="0" y="96"/>
                </a:lnTo>
                <a:lnTo>
                  <a:pt x="1088" y="88"/>
                </a:lnTo>
                <a:lnTo>
                  <a:pt x="1080" y="16"/>
                </a:lnTo>
              </a:path>
            </a:pathLst>
          </a:custGeom>
          <a:noFill/>
          <a:ln w="9525">
            <a:solidFill>
              <a:schemeClr val="bg2"/>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6401" name="Rectangle 16"/>
          <p:cNvSpPr>
            <a:spLocks noChangeArrowheads="1"/>
          </p:cNvSpPr>
          <p:nvPr/>
        </p:nvSpPr>
        <p:spPr bwMode="auto">
          <a:xfrm>
            <a:off x="1524001" y="3049072"/>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6402" name="Object 17"/>
          <p:cNvGraphicFramePr>
            <a:graphicFrameLocks noChangeAspect="1"/>
          </p:cNvGraphicFramePr>
          <p:nvPr/>
        </p:nvGraphicFramePr>
        <p:xfrm>
          <a:off x="5287963" y="3703639"/>
          <a:ext cx="596900" cy="528637"/>
        </p:xfrm>
        <a:graphic>
          <a:graphicData uri="http://schemas.openxmlformats.org/presentationml/2006/ole">
            <mc:AlternateContent xmlns:mc="http://schemas.openxmlformats.org/markup-compatibility/2006">
              <mc:Choice xmlns:v="urn:schemas-microsoft-com:vml" Requires="v">
                <p:oleObj name="Equation" r:id="rId6" imgW="444307" imgH="393529" progId="Equation.3">
                  <p:embed/>
                </p:oleObj>
              </mc:Choice>
              <mc:Fallback>
                <p:oleObj name="Equation" r:id="rId6" imgW="444307" imgH="393529" progId="Equation.3">
                  <p:embed/>
                  <p:pic>
                    <p:nvPicPr>
                      <p:cNvPr id="16402" name="Object 17"/>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287963" y="3703639"/>
                        <a:ext cx="596900" cy="528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6403" name="Rectangle 18"/>
          <p:cNvSpPr>
            <a:spLocks noChangeArrowheads="1"/>
          </p:cNvSpPr>
          <p:nvPr/>
        </p:nvSpPr>
        <p:spPr bwMode="auto">
          <a:xfrm>
            <a:off x="1524001" y="303954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6404" name="Object 19"/>
          <p:cNvGraphicFramePr>
            <a:graphicFrameLocks noChangeAspect="1"/>
          </p:cNvGraphicFramePr>
          <p:nvPr/>
        </p:nvGraphicFramePr>
        <p:xfrm>
          <a:off x="3751263" y="4230689"/>
          <a:ext cx="4222750" cy="731837"/>
        </p:xfrm>
        <a:graphic>
          <a:graphicData uri="http://schemas.openxmlformats.org/presentationml/2006/ole">
            <mc:AlternateContent xmlns:mc="http://schemas.openxmlformats.org/markup-compatibility/2006">
              <mc:Choice xmlns:v="urn:schemas-microsoft-com:vml" Requires="v">
                <p:oleObj name="Equation" r:id="rId8" imgW="2260600" imgH="393700" progId="Equation.3">
                  <p:embed/>
                </p:oleObj>
              </mc:Choice>
              <mc:Fallback>
                <p:oleObj name="Equation" r:id="rId8" imgW="2260600" imgH="393700" progId="Equation.3">
                  <p:embed/>
                  <p:pic>
                    <p:nvPicPr>
                      <p:cNvPr id="16404" name="Object 19"/>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751263" y="4230689"/>
                        <a:ext cx="4222750"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6405" name="Rectangle 20"/>
          <p:cNvSpPr>
            <a:spLocks noChangeArrowheads="1"/>
          </p:cNvSpPr>
          <p:nvPr/>
        </p:nvSpPr>
        <p:spPr bwMode="auto">
          <a:xfrm>
            <a:off x="1524001" y="303954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6406" name="Object 21"/>
          <p:cNvGraphicFramePr>
            <a:graphicFrameLocks noChangeAspect="1"/>
          </p:cNvGraphicFramePr>
          <p:nvPr/>
        </p:nvGraphicFramePr>
        <p:xfrm>
          <a:off x="4479925" y="5434013"/>
          <a:ext cx="3371850" cy="787400"/>
        </p:xfrm>
        <a:graphic>
          <a:graphicData uri="http://schemas.openxmlformats.org/presentationml/2006/ole">
            <mc:AlternateContent xmlns:mc="http://schemas.openxmlformats.org/markup-compatibility/2006">
              <mc:Choice xmlns:v="urn:schemas-microsoft-com:vml" Requires="v">
                <p:oleObj name="Equation" r:id="rId10" imgW="1675673" imgH="393529" progId="Equation.3">
                  <p:embed/>
                </p:oleObj>
              </mc:Choice>
              <mc:Fallback>
                <p:oleObj name="Equation" r:id="rId10" imgW="1675673" imgH="393529" progId="Equation.3">
                  <p:embed/>
                  <p:pic>
                    <p:nvPicPr>
                      <p:cNvPr id="16406" name="Object 21"/>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4479925" y="5434013"/>
                        <a:ext cx="3371850" cy="787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35705711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Number Placeholder 5"/>
          <p:cNvSpPr>
            <a:spLocks noGrp="1"/>
          </p:cNvSpPr>
          <p:nvPr>
            <p:ph type="sldNum" sz="quarter" idx="12"/>
          </p:nvPr>
        </p:nvSpPr>
        <p:spPr>
          <a:noFill/>
        </p:spPr>
        <p:txBody>
          <a:bodyPr/>
          <a:lstStyle/>
          <a:p>
            <a:fld id="{24AC0608-BEB2-4E54-B6EA-974B1282AB5A}" type="slidenum">
              <a:rPr lang="en-US" smtClean="0"/>
              <a:pPr/>
              <a:t>26</a:t>
            </a:fld>
            <a:endParaRPr lang="en-US"/>
          </a:p>
        </p:txBody>
      </p:sp>
      <p:sp>
        <p:nvSpPr>
          <p:cNvPr id="62467" name="Rectangle 2"/>
          <p:cNvSpPr>
            <a:spLocks noGrp="1" noChangeArrowheads="1"/>
          </p:cNvSpPr>
          <p:nvPr>
            <p:ph type="title"/>
          </p:nvPr>
        </p:nvSpPr>
        <p:spPr/>
        <p:txBody>
          <a:bodyPr/>
          <a:lstStyle/>
          <a:p>
            <a:pPr eaLnBrk="1" hangingPunct="1"/>
            <a:r>
              <a:rPr lang="en-US"/>
              <a:t>Question 123.6.7</a:t>
            </a:r>
          </a:p>
        </p:txBody>
      </p:sp>
      <p:sp>
        <p:nvSpPr>
          <p:cNvPr id="62468" name="Rectangle 3"/>
          <p:cNvSpPr>
            <a:spLocks noGrp="1" noChangeArrowheads="1"/>
          </p:cNvSpPr>
          <p:nvPr>
            <p:ph type="body" idx="1"/>
          </p:nvPr>
        </p:nvSpPr>
        <p:spPr/>
        <p:txBody>
          <a:bodyPr/>
          <a:lstStyle/>
          <a:p>
            <a:pPr marL="609600" indent="-609600">
              <a:buNone/>
            </a:pPr>
            <a:r>
              <a:rPr lang="en-US"/>
              <a:t>Blood flows through a coronary artery that is partially blocked by deposits along the artery wall. Through which part of the artery is the flow speed largest? </a:t>
            </a:r>
          </a:p>
          <a:p>
            <a:pPr marL="609600" indent="-609600">
              <a:buFontTx/>
              <a:buAutoNum type="alphaLcParenR"/>
            </a:pPr>
            <a:r>
              <a:rPr lang="en-US"/>
              <a:t>The narrow part. </a:t>
            </a:r>
          </a:p>
          <a:p>
            <a:pPr marL="609600" indent="-609600">
              <a:buFontTx/>
              <a:buAutoNum type="alphaLcParenR"/>
            </a:pPr>
            <a:r>
              <a:rPr lang="en-US"/>
              <a:t>The wide part.</a:t>
            </a:r>
          </a:p>
          <a:p>
            <a:pPr marL="609600" indent="-609600">
              <a:buFontTx/>
              <a:buAutoNum type="alphaLcParenR"/>
            </a:pPr>
            <a:r>
              <a:rPr lang="en-US"/>
              <a:t>The flux is the same in both parts.</a:t>
            </a:r>
          </a:p>
        </p:txBody>
      </p:sp>
      <p:pic>
        <p:nvPicPr>
          <p:cNvPr id="62469" name="Picture 4" descr="J4XAZY0J"/>
          <p:cNvPicPr>
            <a:picLocks noChangeAspect="1" noChangeArrowheads="1"/>
          </p:cNvPicPr>
          <p:nvPr/>
        </p:nvPicPr>
        <p:blipFill>
          <a:blip r:embed="rId2" cstate="print"/>
          <a:srcRect/>
          <a:stretch>
            <a:fillRect/>
          </a:stretch>
        </p:blipFill>
        <p:spPr bwMode="auto">
          <a:xfrm>
            <a:off x="7677151" y="3897314"/>
            <a:ext cx="2392363" cy="606425"/>
          </a:xfrm>
          <a:prstGeom prst="rect">
            <a:avLst/>
          </a:prstGeom>
          <a:noFill/>
          <a:ln w="9525">
            <a:noFill/>
            <a:miter lim="800000"/>
            <a:headEnd/>
            <a:tailEnd/>
          </a:ln>
        </p:spPr>
      </p:pic>
    </p:spTree>
    <p:extLst>
      <p:ext uri="{BB962C8B-B14F-4D97-AF65-F5344CB8AC3E}">
        <p14:creationId xmlns:p14="http://schemas.microsoft.com/office/powerpoint/2010/main" val="9607031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Slide Number Placeholder 5"/>
          <p:cNvSpPr>
            <a:spLocks noGrp="1"/>
          </p:cNvSpPr>
          <p:nvPr>
            <p:ph type="sldNum" sz="quarter" idx="12"/>
          </p:nvPr>
        </p:nvSpPr>
        <p:spPr>
          <a:noFill/>
        </p:spPr>
        <p:txBody>
          <a:bodyPr/>
          <a:lstStyle/>
          <a:p>
            <a:fld id="{1A65C177-1FCB-42C8-BA8F-96DE88E82F95}" type="slidenum">
              <a:rPr lang="en-US" smtClean="0"/>
              <a:pPr/>
              <a:t>27</a:t>
            </a:fld>
            <a:endParaRPr lang="en-US"/>
          </a:p>
        </p:txBody>
      </p:sp>
      <p:sp>
        <p:nvSpPr>
          <p:cNvPr id="64515" name="Rectangle 2"/>
          <p:cNvSpPr>
            <a:spLocks noGrp="1" noChangeArrowheads="1"/>
          </p:cNvSpPr>
          <p:nvPr>
            <p:ph type="title"/>
          </p:nvPr>
        </p:nvSpPr>
        <p:spPr/>
        <p:txBody>
          <a:bodyPr/>
          <a:lstStyle/>
          <a:p>
            <a:pPr eaLnBrk="1" hangingPunct="1"/>
            <a:r>
              <a:rPr lang="en-US"/>
              <a:t>Question 123.6.9</a:t>
            </a:r>
          </a:p>
        </p:txBody>
      </p:sp>
      <p:sp>
        <p:nvSpPr>
          <p:cNvPr id="64516" name="Rectangle 3"/>
          <p:cNvSpPr>
            <a:spLocks noGrp="1" noChangeArrowheads="1"/>
          </p:cNvSpPr>
          <p:nvPr>
            <p:ph type="body" idx="1"/>
          </p:nvPr>
        </p:nvSpPr>
        <p:spPr>
          <a:xfrm>
            <a:off x="1828800" y="1243013"/>
            <a:ext cx="3390900" cy="4525962"/>
          </a:xfrm>
        </p:spPr>
        <p:txBody>
          <a:bodyPr/>
          <a:lstStyle/>
          <a:p>
            <a:pPr marL="0" indent="0">
              <a:buNone/>
            </a:pPr>
            <a:r>
              <a:rPr lang="en-US" sz="2000"/>
              <a:t>Prairie dogs ventilate their burrows by building a mound around one entrance, which is open to a stream of air when wind blows from any direction. A second entrance is open to almost stagnant air. How does this construction create an air flow through the burrow?</a:t>
            </a:r>
          </a:p>
        </p:txBody>
      </p:sp>
      <p:sp>
        <p:nvSpPr>
          <p:cNvPr id="64517" name="Text Box 4"/>
          <p:cNvSpPr txBox="1">
            <a:spLocks noChangeArrowheads="1"/>
          </p:cNvSpPr>
          <p:nvPr/>
        </p:nvSpPr>
        <p:spPr bwMode="auto">
          <a:xfrm>
            <a:off x="5405438" y="2965450"/>
            <a:ext cx="5022850" cy="3113088"/>
          </a:xfrm>
          <a:prstGeom prst="rect">
            <a:avLst/>
          </a:prstGeom>
          <a:noFill/>
          <a:ln w="9525">
            <a:noFill/>
            <a:miter lim="800000"/>
            <a:headEnd/>
            <a:tailEnd/>
          </a:ln>
        </p:spPr>
        <p:txBody>
          <a:bodyPr>
            <a:spAutoFit/>
          </a:bodyPr>
          <a:lstStyle/>
          <a:p>
            <a:pPr marL="342900" indent="-342900">
              <a:buFontTx/>
              <a:buAutoNum type="alphaLcParenR"/>
            </a:pPr>
            <a:r>
              <a:rPr lang="en-US"/>
              <a:t>The wind blows directly into the lower hole and out the upper hole</a:t>
            </a:r>
          </a:p>
          <a:p>
            <a:pPr marL="342900" indent="-342900">
              <a:buFontTx/>
              <a:buAutoNum type="alphaLcParenR"/>
            </a:pPr>
            <a:r>
              <a:rPr lang="en-US"/>
              <a:t>The upper hole is in the wind path, and therefore wind directly enters the upper hole and exits the lower hole</a:t>
            </a:r>
          </a:p>
          <a:p>
            <a:pPr marL="342900" indent="-342900">
              <a:buFontTx/>
              <a:buAutoNum type="alphaLcParenR"/>
            </a:pPr>
            <a:r>
              <a:rPr lang="en-US"/>
              <a:t>The wind blows faster over the lower hole making a low pressure that creates air flow in the burrow</a:t>
            </a:r>
          </a:p>
          <a:p>
            <a:pPr marL="342900" indent="-342900">
              <a:buFontTx/>
              <a:buAutoNum type="alphaLcParenR"/>
            </a:pPr>
            <a:r>
              <a:rPr lang="en-US"/>
              <a:t>The wind blows faster over the upper hole, making a low pressure that creates air flow in the burrow</a:t>
            </a:r>
          </a:p>
        </p:txBody>
      </p:sp>
      <p:sp>
        <p:nvSpPr>
          <p:cNvPr id="3" name="Rectangle 2">
            <a:extLst>
              <a:ext uri="{FF2B5EF4-FFF2-40B4-BE49-F238E27FC236}">
                <a16:creationId xmlns:a16="http://schemas.microsoft.com/office/drawing/2014/main" id="{E0C5908C-3404-B6F4-4165-9070732C0644}"/>
              </a:ext>
            </a:extLst>
          </p:cNvPr>
          <p:cNvSpPr/>
          <p:nvPr/>
        </p:nvSpPr>
        <p:spPr>
          <a:xfrm>
            <a:off x="6077415" y="410810"/>
            <a:ext cx="5631365" cy="24372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Freeform: Shape 3">
            <a:extLst>
              <a:ext uri="{FF2B5EF4-FFF2-40B4-BE49-F238E27FC236}">
                <a16:creationId xmlns:a16="http://schemas.microsoft.com/office/drawing/2014/main" id="{94069C55-12A6-3920-7FBC-0BBE1E770E56}"/>
              </a:ext>
            </a:extLst>
          </p:cNvPr>
          <p:cNvSpPr/>
          <p:nvPr/>
        </p:nvSpPr>
        <p:spPr>
          <a:xfrm>
            <a:off x="6077415" y="702527"/>
            <a:ext cx="5631365" cy="2118732"/>
          </a:xfrm>
          <a:custGeom>
            <a:avLst/>
            <a:gdLst>
              <a:gd name="csX0" fmla="*/ 0 w 5631365"/>
              <a:gd name="csY0" fmla="*/ 1304693 h 2118732"/>
              <a:gd name="csX1" fmla="*/ 992458 w 5631365"/>
              <a:gd name="csY1" fmla="*/ 1215483 h 2118732"/>
              <a:gd name="csX2" fmla="*/ 1973765 w 5631365"/>
              <a:gd name="csY2" fmla="*/ 981307 h 2118732"/>
              <a:gd name="csX3" fmla="*/ 2999678 w 5631365"/>
              <a:gd name="csY3" fmla="*/ 702527 h 2118732"/>
              <a:gd name="csX4" fmla="*/ 3389970 w 5631365"/>
              <a:gd name="csY4" fmla="*/ 323385 h 2118732"/>
              <a:gd name="csX5" fmla="*/ 3668751 w 5631365"/>
              <a:gd name="csY5" fmla="*/ 22302 h 2118732"/>
              <a:gd name="csX6" fmla="*/ 4427034 w 5631365"/>
              <a:gd name="csY6" fmla="*/ 0 h 2118732"/>
              <a:gd name="csX7" fmla="*/ 4895385 w 5631365"/>
              <a:gd name="csY7" fmla="*/ 178419 h 2118732"/>
              <a:gd name="csX8" fmla="*/ 5341434 w 5631365"/>
              <a:gd name="csY8" fmla="*/ 557561 h 2118732"/>
              <a:gd name="csX9" fmla="*/ 5631365 w 5631365"/>
              <a:gd name="csY9" fmla="*/ 702527 h 2118732"/>
              <a:gd name="csX10" fmla="*/ 5631365 w 5631365"/>
              <a:gd name="csY10" fmla="*/ 2107580 h 2118732"/>
              <a:gd name="csX11" fmla="*/ 0 w 5631365"/>
              <a:gd name="csY11" fmla="*/ 2118732 h 2118732"/>
              <a:gd name="csX12" fmla="*/ 0 w 5631365"/>
              <a:gd name="csY12" fmla="*/ 1304693 h 21187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631365" h="2118732">
                <a:moveTo>
                  <a:pt x="0" y="1304693"/>
                </a:moveTo>
                <a:lnTo>
                  <a:pt x="992458" y="1215483"/>
                </a:lnTo>
                <a:lnTo>
                  <a:pt x="1973765" y="981307"/>
                </a:lnTo>
                <a:lnTo>
                  <a:pt x="2999678" y="702527"/>
                </a:lnTo>
                <a:lnTo>
                  <a:pt x="3389970" y="323385"/>
                </a:lnTo>
                <a:lnTo>
                  <a:pt x="3668751" y="22302"/>
                </a:lnTo>
                <a:lnTo>
                  <a:pt x="4427034" y="0"/>
                </a:lnTo>
                <a:lnTo>
                  <a:pt x="4895385" y="178419"/>
                </a:lnTo>
                <a:lnTo>
                  <a:pt x="5341434" y="557561"/>
                </a:lnTo>
                <a:lnTo>
                  <a:pt x="5631365" y="702527"/>
                </a:lnTo>
                <a:lnTo>
                  <a:pt x="5631365" y="2107580"/>
                </a:lnTo>
                <a:lnTo>
                  <a:pt x="0" y="2118732"/>
                </a:lnTo>
                <a:lnTo>
                  <a:pt x="0" y="1304693"/>
                </a:lnTo>
                <a:close/>
              </a:path>
            </a:pathLst>
          </a:cu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Shape 4">
            <a:extLst>
              <a:ext uri="{FF2B5EF4-FFF2-40B4-BE49-F238E27FC236}">
                <a16:creationId xmlns:a16="http://schemas.microsoft.com/office/drawing/2014/main" id="{8254017A-43D9-D290-AD04-E4C6FE00C8DB}"/>
              </a:ext>
            </a:extLst>
          </p:cNvPr>
          <p:cNvSpPr/>
          <p:nvPr/>
        </p:nvSpPr>
        <p:spPr>
          <a:xfrm>
            <a:off x="6478859" y="691376"/>
            <a:ext cx="4003287" cy="2029522"/>
          </a:xfrm>
          <a:custGeom>
            <a:avLst/>
            <a:gdLst>
              <a:gd name="csX0" fmla="*/ 602165 w 4003287"/>
              <a:gd name="csY0" fmla="*/ 1260087 h 2029522"/>
              <a:gd name="csX1" fmla="*/ 780585 w 4003287"/>
              <a:gd name="csY1" fmla="*/ 1483112 h 2029522"/>
              <a:gd name="csX2" fmla="*/ 1483112 w 4003287"/>
              <a:gd name="csY2" fmla="*/ 1538868 h 2029522"/>
              <a:gd name="csX3" fmla="*/ 2308302 w 4003287"/>
              <a:gd name="csY3" fmla="*/ 1550019 h 2029522"/>
              <a:gd name="csX4" fmla="*/ 2899317 w 4003287"/>
              <a:gd name="csY4" fmla="*/ 1226634 h 2029522"/>
              <a:gd name="csX5" fmla="*/ 3367668 w 4003287"/>
              <a:gd name="csY5" fmla="*/ 836341 h 2029522"/>
              <a:gd name="csX6" fmla="*/ 3412273 w 4003287"/>
              <a:gd name="csY6" fmla="*/ 0 h 2029522"/>
              <a:gd name="csX7" fmla="*/ 4003287 w 4003287"/>
              <a:gd name="csY7" fmla="*/ 33453 h 2029522"/>
              <a:gd name="csX8" fmla="*/ 3902926 w 4003287"/>
              <a:gd name="csY8" fmla="*/ 992458 h 2029522"/>
              <a:gd name="csX9" fmla="*/ 3624146 w 4003287"/>
              <a:gd name="csY9" fmla="*/ 1572322 h 2029522"/>
              <a:gd name="csX10" fmla="*/ 2743200 w 4003287"/>
              <a:gd name="csY10" fmla="*/ 1962614 h 2029522"/>
              <a:gd name="csX11" fmla="*/ 1839951 w 4003287"/>
              <a:gd name="csY11" fmla="*/ 2029522 h 2029522"/>
              <a:gd name="csX12" fmla="*/ 657921 w 4003287"/>
              <a:gd name="csY12" fmla="*/ 1984917 h 2029522"/>
              <a:gd name="csX13" fmla="*/ 223024 w 4003287"/>
              <a:gd name="csY13" fmla="*/ 1672683 h 2029522"/>
              <a:gd name="csX14" fmla="*/ 0 w 4003287"/>
              <a:gd name="csY14" fmla="*/ 1282390 h 2029522"/>
              <a:gd name="csX15" fmla="*/ 657921 w 4003287"/>
              <a:gd name="csY15" fmla="*/ 1215483 h 20295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003287" h="2029522">
                <a:moveTo>
                  <a:pt x="602165" y="1260087"/>
                </a:moveTo>
                <a:lnTo>
                  <a:pt x="780585" y="1483112"/>
                </a:lnTo>
                <a:lnTo>
                  <a:pt x="1483112" y="1538868"/>
                </a:lnTo>
                <a:lnTo>
                  <a:pt x="2308302" y="1550019"/>
                </a:lnTo>
                <a:lnTo>
                  <a:pt x="2899317" y="1226634"/>
                </a:lnTo>
                <a:lnTo>
                  <a:pt x="3367668" y="836341"/>
                </a:lnTo>
                <a:lnTo>
                  <a:pt x="3412273" y="0"/>
                </a:lnTo>
                <a:lnTo>
                  <a:pt x="4003287" y="33453"/>
                </a:lnTo>
                <a:lnTo>
                  <a:pt x="3902926" y="992458"/>
                </a:lnTo>
                <a:lnTo>
                  <a:pt x="3624146" y="1572322"/>
                </a:lnTo>
                <a:lnTo>
                  <a:pt x="2743200" y="1962614"/>
                </a:lnTo>
                <a:lnTo>
                  <a:pt x="1839951" y="2029522"/>
                </a:lnTo>
                <a:lnTo>
                  <a:pt x="657921" y="1984917"/>
                </a:lnTo>
                <a:lnTo>
                  <a:pt x="223024" y="1672683"/>
                </a:lnTo>
                <a:lnTo>
                  <a:pt x="0" y="1282390"/>
                </a:lnTo>
                <a:lnTo>
                  <a:pt x="657921" y="1215483"/>
                </a:lnTo>
              </a:path>
            </a:pathLst>
          </a:cu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 name="Picture 1" descr="File:Black Tailed Prairie Dog (NIH BioArt 584).svg">
            <a:extLst>
              <a:ext uri="{FF2B5EF4-FFF2-40B4-BE49-F238E27FC236}">
                <a16:creationId xmlns:a16="http://schemas.microsoft.com/office/drawing/2014/main" id="{0D723BDF-0DDF-51E7-5021-2419E882E166}"/>
              </a:ext>
            </a:extLst>
          </p:cNvPr>
          <p:cNvPicPr>
            <a:picLocks noChangeAspect="1"/>
          </p:cNvPicPr>
          <p:nvPr/>
        </p:nvPicPr>
        <p:blipFill>
          <a:blip r:embed="rId2"/>
          <a:stretch>
            <a:fillRect/>
          </a:stretch>
        </p:blipFill>
        <p:spPr>
          <a:xfrm>
            <a:off x="6785226" y="691376"/>
            <a:ext cx="1516856" cy="1516856"/>
          </a:xfrm>
          <a:prstGeom prst="rect">
            <a:avLst/>
          </a:prstGeom>
        </p:spPr>
      </p:pic>
      <p:sp>
        <p:nvSpPr>
          <p:cNvPr id="6" name="Freeform: Shape 5">
            <a:extLst>
              <a:ext uri="{FF2B5EF4-FFF2-40B4-BE49-F238E27FC236}">
                <a16:creationId xmlns:a16="http://schemas.microsoft.com/office/drawing/2014/main" id="{49ED085A-A228-6BA3-CCE4-FB334DCA37E0}"/>
              </a:ext>
            </a:extLst>
          </p:cNvPr>
          <p:cNvSpPr/>
          <p:nvPr/>
        </p:nvSpPr>
        <p:spPr>
          <a:xfrm>
            <a:off x="6846848" y="724442"/>
            <a:ext cx="3311912" cy="1694985"/>
          </a:xfrm>
          <a:custGeom>
            <a:avLst/>
            <a:gdLst>
              <a:gd name="csX0" fmla="*/ 3144644 w 3311912"/>
              <a:gd name="csY0" fmla="*/ 33454 h 1694985"/>
              <a:gd name="csX1" fmla="*/ 3166946 w 3311912"/>
              <a:gd name="csY1" fmla="*/ 557561 h 1694985"/>
              <a:gd name="csX2" fmla="*/ 3010829 w 3311912"/>
              <a:gd name="csY2" fmla="*/ 1070517 h 1694985"/>
              <a:gd name="csX3" fmla="*/ 2531326 w 3311912"/>
              <a:gd name="csY3" fmla="*/ 1460810 h 1694985"/>
              <a:gd name="csX4" fmla="*/ 1717287 w 3311912"/>
              <a:gd name="csY4" fmla="*/ 1661532 h 1694985"/>
              <a:gd name="csX5" fmla="*/ 903248 w 3311912"/>
              <a:gd name="csY5" fmla="*/ 1694985 h 1694985"/>
              <a:gd name="csX6" fmla="*/ 457200 w 3311912"/>
              <a:gd name="csY6" fmla="*/ 1639229 h 1694985"/>
              <a:gd name="csX7" fmla="*/ 78058 w 3311912"/>
              <a:gd name="csY7" fmla="*/ 1516566 h 1694985"/>
              <a:gd name="csX8" fmla="*/ 0 w 3311912"/>
              <a:gd name="csY8" fmla="*/ 1193181 h 1694985"/>
              <a:gd name="csX9" fmla="*/ 178419 w 3311912"/>
              <a:gd name="csY9" fmla="*/ 1159727 h 1694985"/>
              <a:gd name="csX10" fmla="*/ 401444 w 3311912"/>
              <a:gd name="csY10" fmla="*/ 1471961 h 1694985"/>
              <a:gd name="csX11" fmla="*/ 1260087 w 3311912"/>
              <a:gd name="csY11" fmla="*/ 1516566 h 1694985"/>
              <a:gd name="csX12" fmla="*/ 1951463 w 3311912"/>
              <a:gd name="csY12" fmla="*/ 1527717 h 1694985"/>
              <a:gd name="csX13" fmla="*/ 2910468 w 3311912"/>
              <a:gd name="csY13" fmla="*/ 858643 h 1694985"/>
              <a:gd name="csX14" fmla="*/ 3021980 w 3311912"/>
              <a:gd name="csY14" fmla="*/ 11151 h 1694985"/>
              <a:gd name="csX15" fmla="*/ 3311912 w 3311912"/>
              <a:gd name="csY15" fmla="*/ 0 h 16949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311912" h="1694985">
                <a:moveTo>
                  <a:pt x="3144644" y="33454"/>
                </a:moveTo>
                <a:lnTo>
                  <a:pt x="3166946" y="557561"/>
                </a:lnTo>
                <a:lnTo>
                  <a:pt x="3010829" y="1070517"/>
                </a:lnTo>
                <a:lnTo>
                  <a:pt x="2531326" y="1460810"/>
                </a:lnTo>
                <a:lnTo>
                  <a:pt x="1717287" y="1661532"/>
                </a:lnTo>
                <a:lnTo>
                  <a:pt x="903248" y="1694985"/>
                </a:lnTo>
                <a:lnTo>
                  <a:pt x="457200" y="1639229"/>
                </a:lnTo>
                <a:lnTo>
                  <a:pt x="78058" y="1516566"/>
                </a:lnTo>
                <a:lnTo>
                  <a:pt x="0" y="1193181"/>
                </a:lnTo>
                <a:lnTo>
                  <a:pt x="178419" y="1159727"/>
                </a:lnTo>
                <a:lnTo>
                  <a:pt x="401444" y="1471961"/>
                </a:lnTo>
                <a:lnTo>
                  <a:pt x="1260087" y="1516566"/>
                </a:lnTo>
                <a:lnTo>
                  <a:pt x="1951463" y="1527717"/>
                </a:lnTo>
                <a:lnTo>
                  <a:pt x="2910468" y="858643"/>
                </a:lnTo>
                <a:lnTo>
                  <a:pt x="3021980" y="11151"/>
                </a:lnTo>
                <a:lnTo>
                  <a:pt x="3311912" y="0"/>
                </a:lnTo>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reeform: Shape 6">
            <a:extLst>
              <a:ext uri="{FF2B5EF4-FFF2-40B4-BE49-F238E27FC236}">
                <a16:creationId xmlns:a16="http://schemas.microsoft.com/office/drawing/2014/main" id="{97079F85-C9B5-9D50-6851-93A68AA2E1E5}"/>
              </a:ext>
            </a:extLst>
          </p:cNvPr>
          <p:cNvSpPr/>
          <p:nvPr/>
        </p:nvSpPr>
        <p:spPr>
          <a:xfrm>
            <a:off x="6490010" y="713678"/>
            <a:ext cx="4025590" cy="2007220"/>
          </a:xfrm>
          <a:custGeom>
            <a:avLst/>
            <a:gdLst>
              <a:gd name="csX0" fmla="*/ 200722 w 4025590"/>
              <a:gd name="csY0" fmla="*/ 1248937 h 2007220"/>
              <a:gd name="csX1" fmla="*/ 0 w 4025590"/>
              <a:gd name="csY1" fmla="*/ 1248937 h 2007220"/>
              <a:gd name="csX2" fmla="*/ 189570 w 4025590"/>
              <a:gd name="csY2" fmla="*/ 1683834 h 2007220"/>
              <a:gd name="csX3" fmla="*/ 702527 w 4025590"/>
              <a:gd name="csY3" fmla="*/ 1973766 h 2007220"/>
              <a:gd name="csX4" fmla="*/ 1806497 w 4025590"/>
              <a:gd name="csY4" fmla="*/ 2007220 h 2007220"/>
              <a:gd name="csX5" fmla="*/ 2798956 w 4025590"/>
              <a:gd name="csY5" fmla="*/ 1973766 h 2007220"/>
              <a:gd name="csX6" fmla="*/ 3624146 w 4025590"/>
              <a:gd name="csY6" fmla="*/ 1561171 h 2007220"/>
              <a:gd name="csX7" fmla="*/ 3969834 w 4025590"/>
              <a:gd name="csY7" fmla="*/ 847493 h 2007220"/>
              <a:gd name="csX8" fmla="*/ 4025590 w 4025590"/>
              <a:gd name="csY8" fmla="*/ 0 h 2007220"/>
              <a:gd name="csX9" fmla="*/ 3858322 w 4025590"/>
              <a:gd name="csY9" fmla="*/ 0 h 2007220"/>
              <a:gd name="csX10" fmla="*/ 3836019 w 4025590"/>
              <a:gd name="csY10" fmla="*/ 646771 h 2007220"/>
              <a:gd name="csX11" fmla="*/ 3702205 w 4025590"/>
              <a:gd name="csY11" fmla="*/ 1182029 h 2007220"/>
              <a:gd name="csX12" fmla="*/ 3445727 w 4025590"/>
              <a:gd name="csY12" fmla="*/ 1527717 h 2007220"/>
              <a:gd name="csX13" fmla="*/ 2754351 w 4025590"/>
              <a:gd name="csY13" fmla="*/ 1828800 h 2007220"/>
              <a:gd name="csX14" fmla="*/ 1817649 w 4025590"/>
              <a:gd name="csY14" fmla="*/ 1940312 h 2007220"/>
              <a:gd name="csX15" fmla="*/ 880946 w 4025590"/>
              <a:gd name="csY15" fmla="*/ 1895707 h 2007220"/>
              <a:gd name="csX16" fmla="*/ 345688 w 4025590"/>
              <a:gd name="csY16" fmla="*/ 1717288 h 2007220"/>
              <a:gd name="csX17" fmla="*/ 144966 w 4025590"/>
              <a:gd name="csY17" fmla="*/ 1360449 h 2007220"/>
              <a:gd name="csX18" fmla="*/ 89210 w 4025590"/>
              <a:gd name="csY18" fmla="*/ 1204332 h 2007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025590" h="2007220">
                <a:moveTo>
                  <a:pt x="200722" y="1248937"/>
                </a:moveTo>
                <a:lnTo>
                  <a:pt x="0" y="1248937"/>
                </a:lnTo>
                <a:lnTo>
                  <a:pt x="189570" y="1683834"/>
                </a:lnTo>
                <a:lnTo>
                  <a:pt x="702527" y="1973766"/>
                </a:lnTo>
                <a:lnTo>
                  <a:pt x="1806497" y="2007220"/>
                </a:lnTo>
                <a:lnTo>
                  <a:pt x="2798956" y="1973766"/>
                </a:lnTo>
                <a:lnTo>
                  <a:pt x="3624146" y="1561171"/>
                </a:lnTo>
                <a:lnTo>
                  <a:pt x="3969834" y="847493"/>
                </a:lnTo>
                <a:lnTo>
                  <a:pt x="4025590" y="0"/>
                </a:lnTo>
                <a:lnTo>
                  <a:pt x="3858322" y="0"/>
                </a:lnTo>
                <a:lnTo>
                  <a:pt x="3836019" y="646771"/>
                </a:lnTo>
                <a:lnTo>
                  <a:pt x="3702205" y="1182029"/>
                </a:lnTo>
                <a:lnTo>
                  <a:pt x="3445727" y="1527717"/>
                </a:lnTo>
                <a:lnTo>
                  <a:pt x="2754351" y="1828800"/>
                </a:lnTo>
                <a:lnTo>
                  <a:pt x="1817649" y="1940312"/>
                </a:lnTo>
                <a:lnTo>
                  <a:pt x="880946" y="1895707"/>
                </a:lnTo>
                <a:lnTo>
                  <a:pt x="345688" y="1717288"/>
                </a:lnTo>
                <a:lnTo>
                  <a:pt x="144966" y="1360449"/>
                </a:lnTo>
                <a:lnTo>
                  <a:pt x="89210" y="1204332"/>
                </a:lnTo>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318283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Slide Number Placeholder 5"/>
          <p:cNvSpPr>
            <a:spLocks noGrp="1"/>
          </p:cNvSpPr>
          <p:nvPr>
            <p:ph type="sldNum" sz="quarter" idx="12"/>
          </p:nvPr>
        </p:nvSpPr>
        <p:spPr>
          <a:noFill/>
        </p:spPr>
        <p:txBody>
          <a:bodyPr/>
          <a:lstStyle/>
          <a:p>
            <a:fld id="{50C98B92-412E-467D-B4EB-5423DCEC85E0}" type="slidenum">
              <a:rPr lang="en-US" smtClean="0"/>
              <a:pPr/>
              <a:t>28</a:t>
            </a:fld>
            <a:endParaRPr lang="en-US"/>
          </a:p>
        </p:txBody>
      </p:sp>
      <p:sp>
        <p:nvSpPr>
          <p:cNvPr id="65539" name="Rectangle 2"/>
          <p:cNvSpPr>
            <a:spLocks noGrp="1" noChangeArrowheads="1"/>
          </p:cNvSpPr>
          <p:nvPr>
            <p:ph type="title"/>
          </p:nvPr>
        </p:nvSpPr>
        <p:spPr/>
        <p:txBody>
          <a:bodyPr/>
          <a:lstStyle/>
          <a:p>
            <a:pPr eaLnBrk="1" hangingPunct="1"/>
            <a:r>
              <a:rPr lang="en-US"/>
              <a:t>Question 123.6.10</a:t>
            </a:r>
          </a:p>
        </p:txBody>
      </p:sp>
      <p:sp>
        <p:nvSpPr>
          <p:cNvPr id="65540" name="Rectangle 3"/>
          <p:cNvSpPr>
            <a:spLocks noGrp="1" noChangeArrowheads="1"/>
          </p:cNvSpPr>
          <p:nvPr>
            <p:ph type="body" idx="1"/>
          </p:nvPr>
        </p:nvSpPr>
        <p:spPr/>
        <p:txBody>
          <a:bodyPr/>
          <a:lstStyle/>
          <a:p>
            <a:pPr marL="609600" indent="-609600">
              <a:lnSpc>
                <a:spcPct val="80000"/>
              </a:lnSpc>
              <a:buNone/>
            </a:pPr>
            <a:r>
              <a:rPr lang="en-US"/>
              <a:t>When you golf, you want to put a spin on the ball because</a:t>
            </a:r>
          </a:p>
          <a:p>
            <a:pPr marL="609600" indent="-609600">
              <a:lnSpc>
                <a:spcPct val="80000"/>
              </a:lnSpc>
              <a:buFontTx/>
              <a:buAutoNum type="alphaLcParenR"/>
            </a:pPr>
            <a:r>
              <a:rPr lang="en-US"/>
              <a:t>The spin pushes down the air on the bottom of the ball, causing the ball to lift and therefore travel farther</a:t>
            </a:r>
          </a:p>
          <a:p>
            <a:pPr marL="609600" indent="-609600">
              <a:lnSpc>
                <a:spcPct val="80000"/>
              </a:lnSpc>
              <a:buFontTx/>
              <a:buAutoNum type="alphaLcParenR"/>
            </a:pPr>
            <a:r>
              <a:rPr lang="en-US"/>
              <a:t>The spin makes the ball fly straighter like a football because it stabilizes its angular momentum</a:t>
            </a:r>
          </a:p>
          <a:p>
            <a:pPr marL="609600" indent="-609600">
              <a:lnSpc>
                <a:spcPct val="80000"/>
              </a:lnSpc>
              <a:buFontTx/>
              <a:buAutoNum type="alphaLcParenR"/>
            </a:pPr>
            <a:r>
              <a:rPr lang="en-US"/>
              <a:t>You don’t want to do this because the ball will curve to the side because the air on one side will be less dense than the other because of the spin</a:t>
            </a:r>
          </a:p>
        </p:txBody>
      </p:sp>
    </p:spTree>
    <p:extLst>
      <p:ext uri="{BB962C8B-B14F-4D97-AF65-F5344CB8AC3E}">
        <p14:creationId xmlns:p14="http://schemas.microsoft.com/office/powerpoint/2010/main" val="38701467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689FCDB2-8074-45F2-A351-DC5A6A094BDF}" type="slidenum">
              <a:rPr lang="en-US" altLang="en-US" sz="1400"/>
              <a:pPr eaLnBrk="1" hangingPunct="1">
                <a:spcBef>
                  <a:spcPct val="0"/>
                </a:spcBef>
                <a:buFontTx/>
                <a:buNone/>
              </a:pPr>
              <a:t>29</a:t>
            </a:fld>
            <a:endParaRPr lang="en-US" altLang="en-US" sz="1400"/>
          </a:p>
        </p:txBody>
      </p:sp>
      <p:sp>
        <p:nvSpPr>
          <p:cNvPr id="7171" name="Rectangle 2"/>
          <p:cNvSpPr>
            <a:spLocks noGrp="1" noChangeArrowheads="1"/>
          </p:cNvSpPr>
          <p:nvPr>
            <p:ph type="title"/>
          </p:nvPr>
        </p:nvSpPr>
        <p:spPr/>
        <p:txBody>
          <a:bodyPr/>
          <a:lstStyle/>
          <a:p>
            <a:pPr eaLnBrk="1" hangingPunct="1"/>
            <a:r>
              <a:rPr lang="en-US" altLang="en-US"/>
              <a:t>Concept Question</a:t>
            </a:r>
          </a:p>
        </p:txBody>
      </p:sp>
      <p:sp>
        <p:nvSpPr>
          <p:cNvPr id="7172" name="Rectangle 28"/>
          <p:cNvSpPr>
            <a:spLocks noGrp="1" noChangeArrowheads="1"/>
          </p:cNvSpPr>
          <p:nvPr>
            <p:ph type="body" idx="1"/>
          </p:nvPr>
        </p:nvSpPr>
        <p:spPr>
          <a:xfrm>
            <a:off x="1722582" y="1258455"/>
            <a:ext cx="3856182" cy="4525963"/>
          </a:xfrm>
        </p:spPr>
        <p:txBody>
          <a:bodyPr>
            <a:normAutofit fontScale="92500" lnSpcReduction="10000"/>
          </a:bodyPr>
          <a:lstStyle/>
          <a:p>
            <a:pPr eaLnBrk="1" hangingPunct="1">
              <a:buFontTx/>
              <a:buNone/>
            </a:pPr>
            <a:r>
              <a:rPr lang="en-US" altLang="en-US" sz="2000" dirty="0"/>
              <a:t>In the picture there is a soldier who has been wounded. He is being given medication by IV. In the IV tube there is a flow regulator (shown in the call out). The device slows the flow of the IV solution. What would happen if the flow were too fast?</a:t>
            </a:r>
          </a:p>
          <a:p>
            <a:pPr marL="457200" indent="-457200">
              <a:buFont typeface="+mj-lt"/>
              <a:buAutoNum type="alphaLcParenR"/>
            </a:pPr>
            <a:r>
              <a:rPr lang="en-US" altLang="en-US" sz="2000" dirty="0"/>
              <a:t>The soldier would get better quicker</a:t>
            </a:r>
          </a:p>
          <a:p>
            <a:pPr marL="457200" indent="-457200">
              <a:buFont typeface="+mj-lt"/>
              <a:buAutoNum type="alphaLcParenR"/>
            </a:pPr>
            <a:r>
              <a:rPr lang="en-US" altLang="en-US" sz="2000" dirty="0"/>
              <a:t>The soldier’s vein would collapse.</a:t>
            </a:r>
          </a:p>
          <a:p>
            <a:pPr marL="457200" indent="-457200">
              <a:buFont typeface="+mj-lt"/>
              <a:buAutoNum type="alphaLcParenR"/>
            </a:pPr>
            <a:r>
              <a:rPr lang="en-US" altLang="en-US" sz="2000" dirty="0"/>
              <a:t>The soldier would be given super powers</a:t>
            </a:r>
          </a:p>
          <a:p>
            <a:pPr marL="457200" indent="-457200">
              <a:buFont typeface="+mj-lt"/>
              <a:buAutoNum type="alphaLcParenR"/>
            </a:pPr>
            <a:r>
              <a:rPr lang="en-US" altLang="en-US" sz="2000" dirty="0"/>
              <a:t>Nothing at all, the flow rate is not important.</a:t>
            </a:r>
          </a:p>
        </p:txBody>
      </p:sp>
      <p:pic>
        <p:nvPicPr>
          <p:cNvPr id="25602" name="Picture 2" descr="https://upload.wikimedia.org/wikipedia/commons/thumb/8/80/Intravenous_in_Kunar.jpg/800px-Intravenous_in_Kunar.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697334" y="2360436"/>
            <a:ext cx="2795176" cy="4192765"/>
          </a:xfrm>
          <a:prstGeom prst="rect">
            <a:avLst/>
          </a:prstGeom>
          <a:noFill/>
          <a:extLst>
            <a:ext uri="{909E8E84-426E-40DD-AFC4-6F175D3DCCD1}">
              <a14:hiddenFill xmlns:a14="http://schemas.microsoft.com/office/drawing/2010/main">
                <a:solidFill>
                  <a:srgbClr val="FFFFFF"/>
                </a:solidFill>
              </a14:hiddenFill>
            </a:ext>
          </a:extLst>
        </p:spPr>
      </p:pic>
      <p:pic>
        <p:nvPicPr>
          <p:cNvPr id="25604" name="Picture 4" descr="https://upload.wikimedia.org/wikipedia/commons/thumb/b/ba/Infuusdebietregelaar.jpg/800px-Infuusdebietregelaar.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42072" y="1985818"/>
            <a:ext cx="1549736" cy="2066960"/>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Connector 3"/>
          <p:cNvCxnSpPr/>
          <p:nvPr/>
        </p:nvCxnSpPr>
        <p:spPr>
          <a:xfrm flipH="1" flipV="1">
            <a:off x="7361383" y="1995057"/>
            <a:ext cx="849745" cy="133927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flipH="1">
            <a:off x="7389092" y="3759201"/>
            <a:ext cx="794327" cy="27709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7897091" y="3334327"/>
            <a:ext cx="314036" cy="38792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title"/>
          </p:nvPr>
        </p:nvSpPr>
        <p:spPr/>
        <p:txBody>
          <a:bodyPr/>
          <a:lstStyle/>
          <a:p>
            <a:endParaRPr lang="en-US" altLang="en-US"/>
          </a:p>
        </p:txBody>
      </p:sp>
      <p:sp>
        <p:nvSpPr>
          <p:cNvPr id="409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a:t>Winter 2007</a:t>
            </a:r>
          </a:p>
        </p:txBody>
      </p:sp>
      <p:sp>
        <p:nvSpPr>
          <p:cNvPr id="4100" name="Footer Placeholder 4"/>
          <p:cNvSpPr>
            <a:spLocks noGrp="1"/>
          </p:cNvSpPr>
          <p:nvPr>
            <p:ph type="ftr"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a:t>R. Todd Lines</a:t>
            </a:r>
          </a:p>
        </p:txBody>
      </p:sp>
      <p:sp>
        <p:nvSpPr>
          <p:cNvPr id="4101"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FF435F6E-04C9-4A59-AEC8-D8AA20E5684B}" type="slidenum">
              <a:rPr lang="en-US" altLang="en-US" sz="1400"/>
              <a:pPr eaLnBrk="1" hangingPunct="1">
                <a:spcBef>
                  <a:spcPct val="0"/>
                </a:spcBef>
                <a:buFontTx/>
                <a:buNone/>
              </a:pPr>
              <a:t>30</a:t>
            </a:fld>
            <a:endParaRPr lang="en-US" altLang="en-US" sz="1400"/>
          </a:p>
        </p:txBody>
      </p:sp>
      <p:pic>
        <p:nvPicPr>
          <p:cNvPr id="4102" name="Picture 2" descr="File:Streamlines around a NACA 0012.sv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95538" y="1843088"/>
            <a:ext cx="8312150" cy="4514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03" name="TextBox 6"/>
          <p:cNvSpPr txBox="1">
            <a:spLocks noChangeArrowheads="1"/>
          </p:cNvSpPr>
          <p:nvPr/>
        </p:nvSpPr>
        <p:spPr bwMode="auto">
          <a:xfrm>
            <a:off x="5592763" y="4368800"/>
            <a:ext cx="18526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t>Higher Pressure</a:t>
            </a:r>
          </a:p>
        </p:txBody>
      </p:sp>
      <p:sp>
        <p:nvSpPr>
          <p:cNvPr id="4104" name="TextBox 9"/>
          <p:cNvSpPr txBox="1">
            <a:spLocks noChangeArrowheads="1"/>
          </p:cNvSpPr>
          <p:nvPr/>
        </p:nvSpPr>
        <p:spPr bwMode="auto">
          <a:xfrm>
            <a:off x="5651501" y="3360738"/>
            <a:ext cx="180022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t>Lower Pressure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4EB4C20-CE84-6570-C8A9-90B731AD38E6}"/>
              </a:ext>
            </a:extLst>
          </p:cNvPr>
          <p:cNvSpPr/>
          <p:nvPr/>
        </p:nvSpPr>
        <p:spPr>
          <a:xfrm>
            <a:off x="6093674" y="716214"/>
            <a:ext cx="5938576" cy="3622324"/>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a:extLst>
              <a:ext uri="{FF2B5EF4-FFF2-40B4-BE49-F238E27FC236}">
                <a16:creationId xmlns:a16="http://schemas.microsoft.com/office/drawing/2014/main" id="{A907CD1D-A47F-D4AE-CB7E-1181A86893F6}"/>
              </a:ext>
            </a:extLst>
          </p:cNvPr>
          <p:cNvCxnSpPr>
            <a:cxnSpLocks/>
            <a:stCxn id="8" idx="1"/>
            <a:endCxn id="8" idx="3"/>
          </p:cNvCxnSpPr>
          <p:nvPr/>
        </p:nvCxnSpPr>
        <p:spPr>
          <a:xfrm>
            <a:off x="6093674" y="2527376"/>
            <a:ext cx="5938576" cy="0"/>
          </a:xfrm>
          <a:prstGeom prst="line">
            <a:avLst/>
          </a:prstGeom>
          <a:ln w="76200">
            <a:solidFill>
              <a:schemeClr val="bg1">
                <a:lumMod val="75000"/>
              </a:schemeClr>
            </a:solidFill>
            <a:prstDash val="dash"/>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DEAC3A7D-7066-2739-5C09-C016047A5568}"/>
              </a:ext>
            </a:extLst>
          </p:cNvPr>
          <p:cNvSpPr>
            <a:spLocks noGrp="1"/>
          </p:cNvSpPr>
          <p:nvPr>
            <p:ph type="title"/>
          </p:nvPr>
        </p:nvSpPr>
        <p:spPr>
          <a:xfrm>
            <a:off x="838200" y="57313"/>
            <a:ext cx="10515600" cy="1325563"/>
          </a:xfrm>
        </p:spPr>
        <p:txBody>
          <a:bodyPr/>
          <a:lstStyle/>
          <a:p>
            <a:r>
              <a:rPr lang="en-US" dirty="0"/>
              <a:t>Question</a:t>
            </a:r>
          </a:p>
        </p:txBody>
      </p:sp>
      <p:sp>
        <p:nvSpPr>
          <p:cNvPr id="3" name="Content Placeholder 2">
            <a:extLst>
              <a:ext uri="{FF2B5EF4-FFF2-40B4-BE49-F238E27FC236}">
                <a16:creationId xmlns:a16="http://schemas.microsoft.com/office/drawing/2014/main" id="{68896943-4917-4D2A-0358-0C562756EAEA}"/>
              </a:ext>
            </a:extLst>
          </p:cNvPr>
          <p:cNvSpPr>
            <a:spLocks noGrp="1"/>
          </p:cNvSpPr>
          <p:nvPr>
            <p:ph idx="1"/>
          </p:nvPr>
        </p:nvSpPr>
        <p:spPr>
          <a:xfrm>
            <a:off x="425530" y="1178397"/>
            <a:ext cx="5255474" cy="5032375"/>
          </a:xfrm>
        </p:spPr>
        <p:txBody>
          <a:bodyPr>
            <a:normAutofit fontScale="85000" lnSpcReduction="20000"/>
          </a:bodyPr>
          <a:lstStyle/>
          <a:p>
            <a:pPr marL="0" indent="0">
              <a:buNone/>
            </a:pPr>
            <a:r>
              <a:rPr lang="en-US" dirty="0"/>
              <a:t>My wife always tells me that she feels like our car is being sucked into the semi-trucks as we go down the freeway. Knowing Bernoulli’s law, what should I tell her?</a:t>
            </a:r>
          </a:p>
          <a:p>
            <a:pPr marL="514350" indent="-514350">
              <a:buFont typeface="+mj-lt"/>
              <a:buAutoNum type="alphaLcParenR"/>
            </a:pPr>
            <a:r>
              <a:rPr lang="en-US" dirty="0"/>
              <a:t>You are crazy dear, that can’t be true</a:t>
            </a:r>
          </a:p>
          <a:p>
            <a:pPr marL="514350" indent="-514350">
              <a:buFont typeface="+mj-lt"/>
              <a:buAutoNum type="alphaLcParenR"/>
            </a:pPr>
            <a:r>
              <a:rPr lang="en-US" dirty="0"/>
              <a:t>The narrow space between the truck and the car makes the air go faster, making a lower pressure, you are being pushed toward the truck.</a:t>
            </a:r>
          </a:p>
          <a:p>
            <a:pPr marL="514350" indent="-514350">
              <a:buFont typeface="+mj-lt"/>
              <a:buAutoNum type="alphaLcParenR"/>
            </a:pPr>
            <a:r>
              <a:rPr lang="en-US" dirty="0"/>
              <a:t>Big trucks carry large magnets, the car is attracted to the magnets</a:t>
            </a:r>
          </a:p>
          <a:p>
            <a:pPr marL="514350" indent="-514350">
              <a:buFont typeface="+mj-lt"/>
              <a:buAutoNum type="alphaLcParenR"/>
            </a:pPr>
            <a:r>
              <a:rPr lang="en-US" dirty="0"/>
              <a:t>This is Idaho, the wind always blows you into the neighboring lane.</a:t>
            </a:r>
          </a:p>
          <a:p>
            <a:pPr marL="514350" indent="-514350">
              <a:buFont typeface="+mj-lt"/>
              <a:buAutoNum type="alphaLcParenR"/>
            </a:pPr>
            <a:endParaRPr lang="en-US" dirty="0"/>
          </a:p>
        </p:txBody>
      </p:sp>
      <p:pic>
        <p:nvPicPr>
          <p:cNvPr id="7" name="Graphic 6">
            <a:extLst>
              <a:ext uri="{FF2B5EF4-FFF2-40B4-BE49-F238E27FC236}">
                <a16:creationId xmlns:a16="http://schemas.microsoft.com/office/drawing/2014/main" id="{66386E50-1B53-8948-739F-29475C5A964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407499" y="1134057"/>
            <a:ext cx="5310925" cy="975476"/>
          </a:xfrm>
          <a:prstGeom prst="rect">
            <a:avLst/>
          </a:prstGeom>
        </p:spPr>
      </p:pic>
      <p:pic>
        <p:nvPicPr>
          <p:cNvPr id="14" name="Graphic 13">
            <a:extLst>
              <a:ext uri="{FF2B5EF4-FFF2-40B4-BE49-F238E27FC236}">
                <a16:creationId xmlns:a16="http://schemas.microsoft.com/office/drawing/2014/main" id="{0196C5D1-C9F4-2AE6-7F21-49F6B716E9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52109" y="3051957"/>
            <a:ext cx="1381125" cy="762000"/>
          </a:xfrm>
          <a:prstGeom prst="rect">
            <a:avLst/>
          </a:prstGeom>
        </p:spPr>
      </p:pic>
      <p:sp>
        <p:nvSpPr>
          <p:cNvPr id="15" name="TextBox 14">
            <a:extLst>
              <a:ext uri="{FF2B5EF4-FFF2-40B4-BE49-F238E27FC236}">
                <a16:creationId xmlns:a16="http://schemas.microsoft.com/office/drawing/2014/main" id="{F672EA42-BEF2-7F74-225A-6FE6CCE52EFE}"/>
              </a:ext>
            </a:extLst>
          </p:cNvPr>
          <p:cNvSpPr txBox="1"/>
          <p:nvPr/>
        </p:nvSpPr>
        <p:spPr>
          <a:xfrm>
            <a:off x="10064346" y="2682625"/>
            <a:ext cx="1329916" cy="369332"/>
          </a:xfrm>
          <a:prstGeom prst="rect">
            <a:avLst/>
          </a:prstGeom>
          <a:noFill/>
        </p:spPr>
        <p:txBody>
          <a:bodyPr wrap="none" rtlCol="0">
            <a:spAutoFit/>
          </a:bodyPr>
          <a:lstStyle/>
          <a:p>
            <a:r>
              <a:rPr lang="en-US" dirty="0">
                <a:solidFill>
                  <a:schemeClr val="bg1"/>
                </a:solidFill>
              </a:rPr>
              <a:t>Sister Lines</a:t>
            </a:r>
          </a:p>
        </p:txBody>
      </p:sp>
      <p:cxnSp>
        <p:nvCxnSpPr>
          <p:cNvPr id="17" name="Straight Arrow Connector 16">
            <a:extLst>
              <a:ext uri="{FF2B5EF4-FFF2-40B4-BE49-F238E27FC236}">
                <a16:creationId xmlns:a16="http://schemas.microsoft.com/office/drawing/2014/main" id="{3E828B0C-B28A-842F-092C-8D2429A977F9}"/>
              </a:ext>
            </a:extLst>
          </p:cNvPr>
          <p:cNvCxnSpPr/>
          <p:nvPr/>
        </p:nvCxnSpPr>
        <p:spPr>
          <a:xfrm flipH="1">
            <a:off x="9282102" y="2856409"/>
            <a:ext cx="782244" cy="391882"/>
          </a:xfrm>
          <a:prstGeom prst="straightConnector1">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6022065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67E55E-9591-25B6-BD0D-D1D2AD61680C}"/>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C7A45FF8-D379-725F-E666-D7016395AFE2}"/>
              </a:ext>
            </a:extLst>
          </p:cNvPr>
          <p:cNvSpPr>
            <a:spLocks noGrp="1"/>
          </p:cNvSpPr>
          <p:nvPr>
            <p:ph idx="1"/>
          </p:nvPr>
        </p:nvSpPr>
        <p:spPr>
          <a:xfrm>
            <a:off x="1981200" y="1600201"/>
            <a:ext cx="4416552" cy="4525963"/>
          </a:xfrm>
        </p:spPr>
        <p:txBody>
          <a:bodyPr/>
          <a:lstStyle/>
          <a:p>
            <a:pPr marL="0" indent="0">
              <a:buNone/>
            </a:pPr>
            <a:r>
              <a:rPr lang="en-US" dirty="0"/>
              <a:t>Water is flowing down a river. Is the water velocity largest at the top or the bottom or the middle?</a:t>
            </a:r>
          </a:p>
          <a:p>
            <a:pPr marL="514350" indent="-514350">
              <a:buAutoNum type="alphaLcParenR"/>
            </a:pPr>
            <a:r>
              <a:rPr lang="en-US" dirty="0"/>
              <a:t>Top</a:t>
            </a:r>
          </a:p>
          <a:p>
            <a:pPr marL="514350" indent="-514350">
              <a:buAutoNum type="alphaLcParenR"/>
            </a:pPr>
            <a:r>
              <a:rPr lang="en-US" dirty="0"/>
              <a:t>Bottom</a:t>
            </a:r>
          </a:p>
          <a:p>
            <a:pPr marL="514350" indent="-514350">
              <a:buAutoNum type="alphaLcParenR"/>
            </a:pPr>
            <a:r>
              <a:rPr lang="en-US" dirty="0"/>
              <a:t>Middle</a:t>
            </a:r>
          </a:p>
        </p:txBody>
      </p:sp>
      <p:grpSp>
        <p:nvGrpSpPr>
          <p:cNvPr id="35" name="Group 34">
            <a:extLst>
              <a:ext uri="{FF2B5EF4-FFF2-40B4-BE49-F238E27FC236}">
                <a16:creationId xmlns:a16="http://schemas.microsoft.com/office/drawing/2014/main" id="{85833E50-1887-18B6-6948-10390DBF2A54}"/>
              </a:ext>
            </a:extLst>
          </p:cNvPr>
          <p:cNvGrpSpPr/>
          <p:nvPr/>
        </p:nvGrpSpPr>
        <p:grpSpPr>
          <a:xfrm>
            <a:off x="6889664" y="2121408"/>
            <a:ext cx="3019384" cy="2203534"/>
            <a:chOff x="-11008" y="836164"/>
            <a:chExt cx="9166016" cy="5783922"/>
          </a:xfrm>
        </p:grpSpPr>
        <p:sp>
          <p:nvSpPr>
            <p:cNvPr id="4" name="Rectangle 3">
              <a:extLst>
                <a:ext uri="{FF2B5EF4-FFF2-40B4-BE49-F238E27FC236}">
                  <a16:creationId xmlns:a16="http://schemas.microsoft.com/office/drawing/2014/main" id="{946C2F66-65BA-6B20-80DF-109D9CE62297}"/>
                </a:ext>
              </a:extLst>
            </p:cNvPr>
            <p:cNvSpPr/>
            <p:nvPr/>
          </p:nvSpPr>
          <p:spPr>
            <a:xfrm>
              <a:off x="0" y="1852906"/>
              <a:ext cx="9155008" cy="1021514"/>
            </a:xfrm>
            <a:prstGeom prst="rect">
              <a:avLst/>
            </a:prstGeom>
            <a:solidFill>
              <a:srgbClr val="9CDC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921DE28B-6B3C-3D50-FC8E-8A9C5D6B5579}"/>
                </a:ext>
              </a:extLst>
            </p:cNvPr>
            <p:cNvSpPr/>
            <p:nvPr/>
          </p:nvSpPr>
          <p:spPr>
            <a:xfrm>
              <a:off x="0" y="836164"/>
              <a:ext cx="9155008" cy="1021514"/>
            </a:xfrm>
            <a:prstGeom prst="rect">
              <a:avLst/>
            </a:prstGeom>
            <a:solidFill>
              <a:srgbClr val="C1E9E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Rectangle 5">
              <a:extLst>
                <a:ext uri="{FF2B5EF4-FFF2-40B4-BE49-F238E27FC236}">
                  <a16:creationId xmlns:a16="http://schemas.microsoft.com/office/drawing/2014/main" id="{1DE0A8AB-0F6E-02FF-00AC-69376BF37C4F}"/>
                </a:ext>
              </a:extLst>
            </p:cNvPr>
            <p:cNvSpPr/>
            <p:nvPr/>
          </p:nvSpPr>
          <p:spPr>
            <a:xfrm>
              <a:off x="-11008" y="2868308"/>
              <a:ext cx="9155008" cy="1021514"/>
            </a:xfrm>
            <a:prstGeom prst="rect">
              <a:avLst/>
            </a:prstGeom>
            <a:solidFill>
              <a:srgbClr val="7DD1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0E1E8A-CD0F-179F-AAA5-550776268CDC}"/>
                </a:ext>
              </a:extLst>
            </p:cNvPr>
            <p:cNvSpPr/>
            <p:nvPr/>
          </p:nvSpPr>
          <p:spPr>
            <a:xfrm>
              <a:off x="0" y="3883045"/>
              <a:ext cx="9155008" cy="1021514"/>
            </a:xfrm>
            <a:prstGeom prst="rect">
              <a:avLst/>
            </a:prstGeom>
            <a:solidFill>
              <a:srgbClr val="52C2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6BBB93D-E205-5DD8-75BF-2ABC13FD0C4F}"/>
                </a:ext>
              </a:extLst>
            </p:cNvPr>
            <p:cNvSpPr/>
            <p:nvPr/>
          </p:nvSpPr>
          <p:spPr>
            <a:xfrm>
              <a:off x="-11008" y="4903227"/>
              <a:ext cx="9155008" cy="1021514"/>
            </a:xfrm>
            <a:prstGeom prst="rect">
              <a:avLst/>
            </a:prstGeom>
            <a:solidFill>
              <a:srgbClr val="49C9B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aseline="-25000" dirty="0">
                <a:solidFill>
                  <a:schemeClr val="tx2"/>
                </a:solidFill>
              </a:endParaRPr>
            </a:p>
          </p:txBody>
        </p:sp>
        <p:grpSp>
          <p:nvGrpSpPr>
            <p:cNvPr id="34" name="Group 33">
              <a:extLst>
                <a:ext uri="{FF2B5EF4-FFF2-40B4-BE49-F238E27FC236}">
                  <a16:creationId xmlns:a16="http://schemas.microsoft.com/office/drawing/2014/main" id="{AD42F2F5-9521-5E04-3398-412FE74D248C}"/>
                </a:ext>
              </a:extLst>
            </p:cNvPr>
            <p:cNvGrpSpPr/>
            <p:nvPr/>
          </p:nvGrpSpPr>
          <p:grpSpPr>
            <a:xfrm>
              <a:off x="138344" y="5755057"/>
              <a:ext cx="8445259" cy="865029"/>
              <a:chOff x="138344" y="5755057"/>
              <a:chExt cx="8445259" cy="865029"/>
            </a:xfrm>
          </p:grpSpPr>
          <p:sp>
            <p:nvSpPr>
              <p:cNvPr id="9" name="Freeform 11">
                <a:extLst>
                  <a:ext uri="{FF2B5EF4-FFF2-40B4-BE49-F238E27FC236}">
                    <a16:creationId xmlns:a16="http://schemas.microsoft.com/office/drawing/2014/main" id="{532E57B8-8627-E30F-B8DD-EFE09951134E}"/>
                  </a:ext>
                </a:extLst>
              </p:cNvPr>
              <p:cNvSpPr/>
              <p:nvPr/>
            </p:nvSpPr>
            <p:spPr>
              <a:xfrm>
                <a:off x="393192" y="5755057"/>
                <a:ext cx="8190411" cy="431074"/>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10">
                <a:extLst>
                  <a:ext uri="{FF2B5EF4-FFF2-40B4-BE49-F238E27FC236}">
                    <a16:creationId xmlns:a16="http://schemas.microsoft.com/office/drawing/2014/main" id="{215A198C-0C97-7809-97CF-B4340E198747}"/>
                  </a:ext>
                </a:extLst>
              </p:cNvPr>
              <p:cNvSpPr/>
              <p:nvPr/>
            </p:nvSpPr>
            <p:spPr>
              <a:xfrm flipH="1">
                <a:off x="138344" y="6189012"/>
                <a:ext cx="8190411" cy="431074"/>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12">
                <a:extLst>
                  <a:ext uri="{FF2B5EF4-FFF2-40B4-BE49-F238E27FC236}">
                    <a16:creationId xmlns:a16="http://schemas.microsoft.com/office/drawing/2014/main" id="{FABBEB7E-AC8A-2EFA-C5EE-68347E5A49FF}"/>
                  </a:ext>
                </a:extLst>
              </p:cNvPr>
              <p:cNvSpPr/>
              <p:nvPr/>
            </p:nvSpPr>
            <p:spPr>
              <a:xfrm flipH="1">
                <a:off x="356059" y="6014840"/>
                <a:ext cx="4406536" cy="407125"/>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3">
                <a:extLst>
                  <a:ext uri="{FF2B5EF4-FFF2-40B4-BE49-F238E27FC236}">
                    <a16:creationId xmlns:a16="http://schemas.microsoft.com/office/drawing/2014/main" id="{C4179F45-CB5B-81CD-4D88-F1AAD3FFB079}"/>
                  </a:ext>
                </a:extLst>
              </p:cNvPr>
              <p:cNvSpPr/>
              <p:nvPr/>
            </p:nvSpPr>
            <p:spPr>
              <a:xfrm flipV="1">
                <a:off x="4536171" y="6075800"/>
                <a:ext cx="3596640" cy="359230"/>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 name="Group 4">
              <a:extLst>
                <a:ext uri="{FF2B5EF4-FFF2-40B4-BE49-F238E27FC236}">
                  <a16:creationId xmlns:a16="http://schemas.microsoft.com/office/drawing/2014/main" id="{912E2041-D2CA-D74A-8636-7C3307D47593}"/>
                </a:ext>
              </a:extLst>
            </p:cNvPr>
            <p:cNvGrpSpPr/>
            <p:nvPr/>
          </p:nvGrpSpPr>
          <p:grpSpPr>
            <a:xfrm flipH="1">
              <a:off x="685799" y="3032547"/>
              <a:ext cx="1924371" cy="539041"/>
              <a:chOff x="1653309" y="1182255"/>
              <a:chExt cx="914400" cy="508000"/>
            </a:xfrm>
            <a:solidFill>
              <a:schemeClr val="bg2">
                <a:lumMod val="25000"/>
              </a:schemeClr>
            </a:solidFill>
          </p:grpSpPr>
          <p:sp>
            <p:nvSpPr>
              <p:cNvPr id="21" name="Oval 20">
                <a:extLst>
                  <a:ext uri="{FF2B5EF4-FFF2-40B4-BE49-F238E27FC236}">
                    <a16:creationId xmlns:a16="http://schemas.microsoft.com/office/drawing/2014/main" id="{F3137BC0-0395-92C4-BC76-3D6B40367CD8}"/>
                  </a:ext>
                </a:extLst>
              </p:cNvPr>
              <p:cNvSpPr/>
              <p:nvPr/>
            </p:nvSpPr>
            <p:spPr>
              <a:xfrm>
                <a:off x="1662545" y="1191491"/>
                <a:ext cx="544946" cy="397164"/>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6">
                <a:extLst>
                  <a:ext uri="{FF2B5EF4-FFF2-40B4-BE49-F238E27FC236}">
                    <a16:creationId xmlns:a16="http://schemas.microsoft.com/office/drawing/2014/main" id="{018687F4-BC1D-B7D9-2088-DBF5B0198216}"/>
                  </a:ext>
                </a:extLst>
              </p:cNvPr>
              <p:cNvSpPr/>
              <p:nvPr/>
            </p:nvSpPr>
            <p:spPr>
              <a:xfrm>
                <a:off x="2087418" y="1182255"/>
                <a:ext cx="480291" cy="406400"/>
              </a:xfrm>
              <a:custGeom>
                <a:avLst/>
                <a:gdLst>
                  <a:gd name="connsiteX0" fmla="*/ 83127 w 480291"/>
                  <a:gd name="connsiteY0" fmla="*/ 110836 h 406400"/>
                  <a:gd name="connsiteX1" fmla="*/ 230909 w 480291"/>
                  <a:gd name="connsiteY1" fmla="*/ 92363 h 406400"/>
                  <a:gd name="connsiteX2" fmla="*/ 480291 w 480291"/>
                  <a:gd name="connsiteY2" fmla="*/ 0 h 406400"/>
                  <a:gd name="connsiteX3" fmla="*/ 314037 w 480291"/>
                  <a:gd name="connsiteY3" fmla="*/ 157018 h 406400"/>
                  <a:gd name="connsiteX4" fmla="*/ 277091 w 480291"/>
                  <a:gd name="connsiteY4" fmla="*/ 277090 h 406400"/>
                  <a:gd name="connsiteX5" fmla="*/ 387927 w 480291"/>
                  <a:gd name="connsiteY5" fmla="*/ 406400 h 406400"/>
                  <a:gd name="connsiteX6" fmla="*/ 129309 w 480291"/>
                  <a:gd name="connsiteY6" fmla="*/ 304800 h 406400"/>
                  <a:gd name="connsiteX7" fmla="*/ 129309 w 480291"/>
                  <a:gd name="connsiteY7" fmla="*/ 304800 h 406400"/>
                  <a:gd name="connsiteX8" fmla="*/ 0 w 480291"/>
                  <a:gd name="connsiteY8" fmla="*/ 277090 h 406400"/>
                  <a:gd name="connsiteX9" fmla="*/ 9237 w 480291"/>
                  <a:gd name="connsiteY9" fmla="*/ 110836 h 406400"/>
                  <a:gd name="connsiteX10" fmla="*/ 83127 w 480291"/>
                  <a:gd name="connsiteY10" fmla="*/ 110836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0291" h="406400">
                    <a:moveTo>
                      <a:pt x="83127" y="110836"/>
                    </a:moveTo>
                    <a:lnTo>
                      <a:pt x="230909" y="92363"/>
                    </a:lnTo>
                    <a:lnTo>
                      <a:pt x="480291" y="0"/>
                    </a:lnTo>
                    <a:lnTo>
                      <a:pt x="314037" y="157018"/>
                    </a:lnTo>
                    <a:lnTo>
                      <a:pt x="277091" y="277090"/>
                    </a:lnTo>
                    <a:lnTo>
                      <a:pt x="387927" y="406400"/>
                    </a:lnTo>
                    <a:lnTo>
                      <a:pt x="129309" y="304800"/>
                    </a:lnTo>
                    <a:lnTo>
                      <a:pt x="129309" y="304800"/>
                    </a:lnTo>
                    <a:lnTo>
                      <a:pt x="0" y="277090"/>
                    </a:lnTo>
                    <a:lnTo>
                      <a:pt x="9237" y="110836"/>
                    </a:lnTo>
                    <a:lnTo>
                      <a:pt x="83127" y="110836"/>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7">
                <a:extLst>
                  <a:ext uri="{FF2B5EF4-FFF2-40B4-BE49-F238E27FC236}">
                    <a16:creationId xmlns:a16="http://schemas.microsoft.com/office/drawing/2014/main" id="{0926613D-71FC-11FC-F642-0D2BFC0562E1}"/>
                  </a:ext>
                </a:extLst>
              </p:cNvPr>
              <p:cNvSpPr/>
              <p:nvPr/>
            </p:nvSpPr>
            <p:spPr>
              <a:xfrm>
                <a:off x="1828800" y="1514764"/>
                <a:ext cx="138545" cy="175491"/>
              </a:xfrm>
              <a:custGeom>
                <a:avLst/>
                <a:gdLst>
                  <a:gd name="connsiteX0" fmla="*/ 0 w 138545"/>
                  <a:gd name="connsiteY0" fmla="*/ 0 h 175491"/>
                  <a:gd name="connsiteX1" fmla="*/ 73891 w 138545"/>
                  <a:gd name="connsiteY1" fmla="*/ 138545 h 175491"/>
                  <a:gd name="connsiteX2" fmla="*/ 138545 w 138545"/>
                  <a:gd name="connsiteY2" fmla="*/ 175491 h 175491"/>
                  <a:gd name="connsiteX3" fmla="*/ 110836 w 138545"/>
                  <a:gd name="connsiteY3" fmla="*/ 73891 h 175491"/>
                  <a:gd name="connsiteX4" fmla="*/ 101600 w 138545"/>
                  <a:gd name="connsiteY4" fmla="*/ 9236 h 175491"/>
                  <a:gd name="connsiteX5" fmla="*/ 0 w 138545"/>
                  <a:gd name="connsiteY5" fmla="*/ 0 h 175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8545" h="175491">
                    <a:moveTo>
                      <a:pt x="0" y="0"/>
                    </a:moveTo>
                    <a:lnTo>
                      <a:pt x="73891" y="138545"/>
                    </a:lnTo>
                    <a:lnTo>
                      <a:pt x="138545" y="175491"/>
                    </a:lnTo>
                    <a:lnTo>
                      <a:pt x="110836" y="73891"/>
                    </a:lnTo>
                    <a:lnTo>
                      <a:pt x="101600" y="9236"/>
                    </a:lnTo>
                    <a:lnTo>
                      <a:pt x="0"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8">
                <a:extLst>
                  <a:ext uri="{FF2B5EF4-FFF2-40B4-BE49-F238E27FC236}">
                    <a16:creationId xmlns:a16="http://schemas.microsoft.com/office/drawing/2014/main" id="{0487DFD0-0A17-B0FC-16E3-D5EFB96BAA56}"/>
                  </a:ext>
                </a:extLst>
              </p:cNvPr>
              <p:cNvSpPr/>
              <p:nvPr/>
            </p:nvSpPr>
            <p:spPr>
              <a:xfrm>
                <a:off x="2018144" y="1445500"/>
                <a:ext cx="138545" cy="175491"/>
              </a:xfrm>
              <a:custGeom>
                <a:avLst/>
                <a:gdLst>
                  <a:gd name="connsiteX0" fmla="*/ 0 w 138545"/>
                  <a:gd name="connsiteY0" fmla="*/ 0 h 175491"/>
                  <a:gd name="connsiteX1" fmla="*/ 73891 w 138545"/>
                  <a:gd name="connsiteY1" fmla="*/ 138545 h 175491"/>
                  <a:gd name="connsiteX2" fmla="*/ 138545 w 138545"/>
                  <a:gd name="connsiteY2" fmla="*/ 175491 h 175491"/>
                  <a:gd name="connsiteX3" fmla="*/ 110836 w 138545"/>
                  <a:gd name="connsiteY3" fmla="*/ 73891 h 175491"/>
                  <a:gd name="connsiteX4" fmla="*/ 101600 w 138545"/>
                  <a:gd name="connsiteY4" fmla="*/ 9236 h 175491"/>
                  <a:gd name="connsiteX5" fmla="*/ 0 w 138545"/>
                  <a:gd name="connsiteY5" fmla="*/ 0 h 175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8545" h="175491">
                    <a:moveTo>
                      <a:pt x="0" y="0"/>
                    </a:moveTo>
                    <a:lnTo>
                      <a:pt x="73891" y="138545"/>
                    </a:lnTo>
                    <a:lnTo>
                      <a:pt x="138545" y="175491"/>
                    </a:lnTo>
                    <a:lnTo>
                      <a:pt x="110836" y="73891"/>
                    </a:lnTo>
                    <a:lnTo>
                      <a:pt x="101600" y="9236"/>
                    </a:lnTo>
                    <a:lnTo>
                      <a:pt x="0"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9">
                <a:extLst>
                  <a:ext uri="{FF2B5EF4-FFF2-40B4-BE49-F238E27FC236}">
                    <a16:creationId xmlns:a16="http://schemas.microsoft.com/office/drawing/2014/main" id="{2A719A11-E7BB-934E-A9C2-652DB6E71CEA}"/>
                  </a:ext>
                </a:extLst>
              </p:cNvPr>
              <p:cNvSpPr/>
              <p:nvPr/>
            </p:nvSpPr>
            <p:spPr>
              <a:xfrm>
                <a:off x="1773382" y="1182255"/>
                <a:ext cx="267854" cy="92363"/>
              </a:xfrm>
              <a:custGeom>
                <a:avLst/>
                <a:gdLst>
                  <a:gd name="connsiteX0" fmla="*/ 0 w 267854"/>
                  <a:gd name="connsiteY0" fmla="*/ 83127 h 92363"/>
                  <a:gd name="connsiteX1" fmla="*/ 55418 w 267854"/>
                  <a:gd name="connsiteY1" fmla="*/ 0 h 92363"/>
                  <a:gd name="connsiteX2" fmla="*/ 267854 w 267854"/>
                  <a:gd name="connsiteY2" fmla="*/ 0 h 92363"/>
                  <a:gd name="connsiteX3" fmla="*/ 230909 w 267854"/>
                  <a:gd name="connsiteY3" fmla="*/ 92363 h 92363"/>
                  <a:gd name="connsiteX4" fmla="*/ 0 w 267854"/>
                  <a:gd name="connsiteY4" fmla="*/ 83127 h 92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7854" h="92363">
                    <a:moveTo>
                      <a:pt x="0" y="83127"/>
                    </a:moveTo>
                    <a:lnTo>
                      <a:pt x="55418" y="0"/>
                    </a:lnTo>
                    <a:lnTo>
                      <a:pt x="267854" y="0"/>
                    </a:lnTo>
                    <a:lnTo>
                      <a:pt x="230909" y="92363"/>
                    </a:lnTo>
                    <a:lnTo>
                      <a:pt x="0" y="83127"/>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190A4BBE-7D8A-22E0-78C1-D633174991D8}"/>
                  </a:ext>
                </a:extLst>
              </p:cNvPr>
              <p:cNvSpPr/>
              <p:nvPr/>
            </p:nvSpPr>
            <p:spPr>
              <a:xfrm>
                <a:off x="1653309" y="1311564"/>
                <a:ext cx="258618" cy="18472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4">
              <a:extLst>
                <a:ext uri="{FF2B5EF4-FFF2-40B4-BE49-F238E27FC236}">
                  <a16:creationId xmlns:a16="http://schemas.microsoft.com/office/drawing/2014/main" id="{BED2C888-C60A-0262-EBEE-B0408EEE72EC}"/>
                </a:ext>
              </a:extLst>
            </p:cNvPr>
            <p:cNvGrpSpPr/>
            <p:nvPr/>
          </p:nvGrpSpPr>
          <p:grpSpPr>
            <a:xfrm>
              <a:off x="6273956" y="4481564"/>
              <a:ext cx="1123540" cy="431074"/>
              <a:chOff x="1653309" y="1182255"/>
              <a:chExt cx="914400" cy="508000"/>
            </a:xfrm>
            <a:solidFill>
              <a:schemeClr val="bg2">
                <a:lumMod val="25000"/>
              </a:schemeClr>
            </a:solidFill>
          </p:grpSpPr>
          <p:sp>
            <p:nvSpPr>
              <p:cNvPr id="28" name="Oval 27">
                <a:extLst>
                  <a:ext uri="{FF2B5EF4-FFF2-40B4-BE49-F238E27FC236}">
                    <a16:creationId xmlns:a16="http://schemas.microsoft.com/office/drawing/2014/main" id="{8C90E74A-EE9F-32FA-F948-49436DAB7FFE}"/>
                  </a:ext>
                </a:extLst>
              </p:cNvPr>
              <p:cNvSpPr/>
              <p:nvPr/>
            </p:nvSpPr>
            <p:spPr>
              <a:xfrm>
                <a:off x="1662545" y="1191491"/>
                <a:ext cx="544946" cy="397164"/>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6">
                <a:extLst>
                  <a:ext uri="{FF2B5EF4-FFF2-40B4-BE49-F238E27FC236}">
                    <a16:creationId xmlns:a16="http://schemas.microsoft.com/office/drawing/2014/main" id="{170F6423-ECC1-69B4-B087-26E16F225E60}"/>
                  </a:ext>
                </a:extLst>
              </p:cNvPr>
              <p:cNvSpPr/>
              <p:nvPr/>
            </p:nvSpPr>
            <p:spPr>
              <a:xfrm>
                <a:off x="2087418" y="1182255"/>
                <a:ext cx="480291" cy="406400"/>
              </a:xfrm>
              <a:custGeom>
                <a:avLst/>
                <a:gdLst>
                  <a:gd name="connsiteX0" fmla="*/ 83127 w 480291"/>
                  <a:gd name="connsiteY0" fmla="*/ 110836 h 406400"/>
                  <a:gd name="connsiteX1" fmla="*/ 230909 w 480291"/>
                  <a:gd name="connsiteY1" fmla="*/ 92363 h 406400"/>
                  <a:gd name="connsiteX2" fmla="*/ 480291 w 480291"/>
                  <a:gd name="connsiteY2" fmla="*/ 0 h 406400"/>
                  <a:gd name="connsiteX3" fmla="*/ 314037 w 480291"/>
                  <a:gd name="connsiteY3" fmla="*/ 157018 h 406400"/>
                  <a:gd name="connsiteX4" fmla="*/ 277091 w 480291"/>
                  <a:gd name="connsiteY4" fmla="*/ 277090 h 406400"/>
                  <a:gd name="connsiteX5" fmla="*/ 387927 w 480291"/>
                  <a:gd name="connsiteY5" fmla="*/ 406400 h 406400"/>
                  <a:gd name="connsiteX6" fmla="*/ 129309 w 480291"/>
                  <a:gd name="connsiteY6" fmla="*/ 304800 h 406400"/>
                  <a:gd name="connsiteX7" fmla="*/ 129309 w 480291"/>
                  <a:gd name="connsiteY7" fmla="*/ 304800 h 406400"/>
                  <a:gd name="connsiteX8" fmla="*/ 0 w 480291"/>
                  <a:gd name="connsiteY8" fmla="*/ 277090 h 406400"/>
                  <a:gd name="connsiteX9" fmla="*/ 9237 w 480291"/>
                  <a:gd name="connsiteY9" fmla="*/ 110836 h 406400"/>
                  <a:gd name="connsiteX10" fmla="*/ 83127 w 480291"/>
                  <a:gd name="connsiteY10" fmla="*/ 110836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0291" h="406400">
                    <a:moveTo>
                      <a:pt x="83127" y="110836"/>
                    </a:moveTo>
                    <a:lnTo>
                      <a:pt x="230909" y="92363"/>
                    </a:lnTo>
                    <a:lnTo>
                      <a:pt x="480291" y="0"/>
                    </a:lnTo>
                    <a:lnTo>
                      <a:pt x="314037" y="157018"/>
                    </a:lnTo>
                    <a:lnTo>
                      <a:pt x="277091" y="277090"/>
                    </a:lnTo>
                    <a:lnTo>
                      <a:pt x="387927" y="406400"/>
                    </a:lnTo>
                    <a:lnTo>
                      <a:pt x="129309" y="304800"/>
                    </a:lnTo>
                    <a:lnTo>
                      <a:pt x="129309" y="304800"/>
                    </a:lnTo>
                    <a:lnTo>
                      <a:pt x="0" y="277090"/>
                    </a:lnTo>
                    <a:lnTo>
                      <a:pt x="9237" y="110836"/>
                    </a:lnTo>
                    <a:lnTo>
                      <a:pt x="83127" y="110836"/>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7">
                <a:extLst>
                  <a:ext uri="{FF2B5EF4-FFF2-40B4-BE49-F238E27FC236}">
                    <a16:creationId xmlns:a16="http://schemas.microsoft.com/office/drawing/2014/main" id="{5D5DB404-1C55-0FB0-747F-788F9FD21BF6}"/>
                  </a:ext>
                </a:extLst>
              </p:cNvPr>
              <p:cNvSpPr/>
              <p:nvPr/>
            </p:nvSpPr>
            <p:spPr>
              <a:xfrm>
                <a:off x="1828800" y="1514764"/>
                <a:ext cx="138545" cy="175491"/>
              </a:xfrm>
              <a:custGeom>
                <a:avLst/>
                <a:gdLst>
                  <a:gd name="connsiteX0" fmla="*/ 0 w 138545"/>
                  <a:gd name="connsiteY0" fmla="*/ 0 h 175491"/>
                  <a:gd name="connsiteX1" fmla="*/ 73891 w 138545"/>
                  <a:gd name="connsiteY1" fmla="*/ 138545 h 175491"/>
                  <a:gd name="connsiteX2" fmla="*/ 138545 w 138545"/>
                  <a:gd name="connsiteY2" fmla="*/ 175491 h 175491"/>
                  <a:gd name="connsiteX3" fmla="*/ 110836 w 138545"/>
                  <a:gd name="connsiteY3" fmla="*/ 73891 h 175491"/>
                  <a:gd name="connsiteX4" fmla="*/ 101600 w 138545"/>
                  <a:gd name="connsiteY4" fmla="*/ 9236 h 175491"/>
                  <a:gd name="connsiteX5" fmla="*/ 0 w 138545"/>
                  <a:gd name="connsiteY5" fmla="*/ 0 h 175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8545" h="175491">
                    <a:moveTo>
                      <a:pt x="0" y="0"/>
                    </a:moveTo>
                    <a:lnTo>
                      <a:pt x="73891" y="138545"/>
                    </a:lnTo>
                    <a:lnTo>
                      <a:pt x="138545" y="175491"/>
                    </a:lnTo>
                    <a:lnTo>
                      <a:pt x="110836" y="73891"/>
                    </a:lnTo>
                    <a:lnTo>
                      <a:pt x="101600" y="9236"/>
                    </a:lnTo>
                    <a:lnTo>
                      <a:pt x="0"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8">
                <a:extLst>
                  <a:ext uri="{FF2B5EF4-FFF2-40B4-BE49-F238E27FC236}">
                    <a16:creationId xmlns:a16="http://schemas.microsoft.com/office/drawing/2014/main" id="{7B7B9453-C22A-64AA-3267-F5A5E2881AC8}"/>
                  </a:ext>
                </a:extLst>
              </p:cNvPr>
              <p:cNvSpPr/>
              <p:nvPr/>
            </p:nvSpPr>
            <p:spPr>
              <a:xfrm>
                <a:off x="2018144" y="1445500"/>
                <a:ext cx="138545" cy="175491"/>
              </a:xfrm>
              <a:custGeom>
                <a:avLst/>
                <a:gdLst>
                  <a:gd name="connsiteX0" fmla="*/ 0 w 138545"/>
                  <a:gd name="connsiteY0" fmla="*/ 0 h 175491"/>
                  <a:gd name="connsiteX1" fmla="*/ 73891 w 138545"/>
                  <a:gd name="connsiteY1" fmla="*/ 138545 h 175491"/>
                  <a:gd name="connsiteX2" fmla="*/ 138545 w 138545"/>
                  <a:gd name="connsiteY2" fmla="*/ 175491 h 175491"/>
                  <a:gd name="connsiteX3" fmla="*/ 110836 w 138545"/>
                  <a:gd name="connsiteY3" fmla="*/ 73891 h 175491"/>
                  <a:gd name="connsiteX4" fmla="*/ 101600 w 138545"/>
                  <a:gd name="connsiteY4" fmla="*/ 9236 h 175491"/>
                  <a:gd name="connsiteX5" fmla="*/ 0 w 138545"/>
                  <a:gd name="connsiteY5" fmla="*/ 0 h 175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8545" h="175491">
                    <a:moveTo>
                      <a:pt x="0" y="0"/>
                    </a:moveTo>
                    <a:lnTo>
                      <a:pt x="73891" y="138545"/>
                    </a:lnTo>
                    <a:lnTo>
                      <a:pt x="138545" y="175491"/>
                    </a:lnTo>
                    <a:lnTo>
                      <a:pt x="110836" y="73891"/>
                    </a:lnTo>
                    <a:lnTo>
                      <a:pt x="101600" y="9236"/>
                    </a:lnTo>
                    <a:lnTo>
                      <a:pt x="0"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9">
                <a:extLst>
                  <a:ext uri="{FF2B5EF4-FFF2-40B4-BE49-F238E27FC236}">
                    <a16:creationId xmlns:a16="http://schemas.microsoft.com/office/drawing/2014/main" id="{57AA2AC4-48D5-4AAF-9376-9A996AAB35A8}"/>
                  </a:ext>
                </a:extLst>
              </p:cNvPr>
              <p:cNvSpPr/>
              <p:nvPr/>
            </p:nvSpPr>
            <p:spPr>
              <a:xfrm>
                <a:off x="1773382" y="1182255"/>
                <a:ext cx="267854" cy="92363"/>
              </a:xfrm>
              <a:custGeom>
                <a:avLst/>
                <a:gdLst>
                  <a:gd name="connsiteX0" fmla="*/ 0 w 267854"/>
                  <a:gd name="connsiteY0" fmla="*/ 83127 h 92363"/>
                  <a:gd name="connsiteX1" fmla="*/ 55418 w 267854"/>
                  <a:gd name="connsiteY1" fmla="*/ 0 h 92363"/>
                  <a:gd name="connsiteX2" fmla="*/ 267854 w 267854"/>
                  <a:gd name="connsiteY2" fmla="*/ 0 h 92363"/>
                  <a:gd name="connsiteX3" fmla="*/ 230909 w 267854"/>
                  <a:gd name="connsiteY3" fmla="*/ 92363 h 92363"/>
                  <a:gd name="connsiteX4" fmla="*/ 0 w 267854"/>
                  <a:gd name="connsiteY4" fmla="*/ 83127 h 92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7854" h="92363">
                    <a:moveTo>
                      <a:pt x="0" y="83127"/>
                    </a:moveTo>
                    <a:lnTo>
                      <a:pt x="55418" y="0"/>
                    </a:lnTo>
                    <a:lnTo>
                      <a:pt x="267854" y="0"/>
                    </a:lnTo>
                    <a:lnTo>
                      <a:pt x="230909" y="92363"/>
                    </a:lnTo>
                    <a:lnTo>
                      <a:pt x="0" y="83127"/>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F0106F79-28D9-38A7-5DA1-52A8F7158D0B}"/>
                  </a:ext>
                </a:extLst>
              </p:cNvPr>
              <p:cNvSpPr/>
              <p:nvPr/>
            </p:nvSpPr>
            <p:spPr>
              <a:xfrm>
                <a:off x="1653309" y="1311564"/>
                <a:ext cx="258618" cy="18472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20016052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7191B-FFD0-1765-EF6E-C28C7DEE1720}"/>
            </a:ext>
          </a:extLst>
        </p:cNvPr>
        <p:cNvGrpSpPr/>
        <p:nvPr/>
      </p:nvGrpSpPr>
      <p:grpSpPr>
        <a:xfrm>
          <a:off x="0" y="0"/>
          <a:ext cx="0" cy="0"/>
          <a:chOff x="0" y="0"/>
          <a:chExt cx="0" cy="0"/>
        </a:xfrm>
      </p:grpSpPr>
      <p:sp>
        <p:nvSpPr>
          <p:cNvPr id="69" name="Rectangle 68">
            <a:extLst>
              <a:ext uri="{FF2B5EF4-FFF2-40B4-BE49-F238E27FC236}">
                <a16:creationId xmlns:a16="http://schemas.microsoft.com/office/drawing/2014/main" id="{381278CF-4592-9A3C-176E-449A068A37FC}"/>
              </a:ext>
            </a:extLst>
          </p:cNvPr>
          <p:cNvSpPr/>
          <p:nvPr/>
        </p:nvSpPr>
        <p:spPr>
          <a:xfrm>
            <a:off x="1524000" y="1852906"/>
            <a:ext cx="9155008" cy="1021514"/>
          </a:xfrm>
          <a:prstGeom prst="rect">
            <a:avLst/>
          </a:prstGeom>
          <a:solidFill>
            <a:srgbClr val="9CDC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C127A035-E7AA-5569-5991-10629702BEF5}"/>
              </a:ext>
            </a:extLst>
          </p:cNvPr>
          <p:cNvSpPr/>
          <p:nvPr/>
        </p:nvSpPr>
        <p:spPr>
          <a:xfrm>
            <a:off x="1524000" y="836164"/>
            <a:ext cx="9155008" cy="1021514"/>
          </a:xfrm>
          <a:prstGeom prst="rect">
            <a:avLst/>
          </a:prstGeom>
          <a:solidFill>
            <a:srgbClr val="C1E9E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 name="Rectangle 67">
            <a:extLst>
              <a:ext uri="{FF2B5EF4-FFF2-40B4-BE49-F238E27FC236}">
                <a16:creationId xmlns:a16="http://schemas.microsoft.com/office/drawing/2014/main" id="{ED2280D8-1367-D680-0CC3-444B8E4387EA}"/>
              </a:ext>
            </a:extLst>
          </p:cNvPr>
          <p:cNvSpPr/>
          <p:nvPr/>
        </p:nvSpPr>
        <p:spPr>
          <a:xfrm>
            <a:off x="1512992" y="2868308"/>
            <a:ext cx="9155008" cy="1021514"/>
          </a:xfrm>
          <a:prstGeom prst="rect">
            <a:avLst/>
          </a:prstGeom>
          <a:solidFill>
            <a:srgbClr val="7DD1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AFDDFB98-1B23-3038-6D0E-A3F1337D62D5}"/>
              </a:ext>
            </a:extLst>
          </p:cNvPr>
          <p:cNvSpPr/>
          <p:nvPr/>
        </p:nvSpPr>
        <p:spPr>
          <a:xfrm>
            <a:off x="1524000" y="3883045"/>
            <a:ext cx="9155008" cy="1021514"/>
          </a:xfrm>
          <a:prstGeom prst="rect">
            <a:avLst/>
          </a:prstGeom>
          <a:solidFill>
            <a:srgbClr val="52C2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a:extLst>
              <a:ext uri="{FF2B5EF4-FFF2-40B4-BE49-F238E27FC236}">
                <a16:creationId xmlns:a16="http://schemas.microsoft.com/office/drawing/2014/main" id="{2520B8C1-733E-B1C7-41C4-4D3940D7CA3D}"/>
              </a:ext>
            </a:extLst>
          </p:cNvPr>
          <p:cNvSpPr/>
          <p:nvPr/>
        </p:nvSpPr>
        <p:spPr>
          <a:xfrm>
            <a:off x="1512992" y="4903227"/>
            <a:ext cx="9155008" cy="1021514"/>
          </a:xfrm>
          <a:prstGeom prst="rect">
            <a:avLst/>
          </a:prstGeom>
          <a:solidFill>
            <a:srgbClr val="49C9B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aseline="-25000" dirty="0">
              <a:solidFill>
                <a:schemeClr val="tx2"/>
              </a:solidFill>
            </a:endParaRPr>
          </a:p>
        </p:txBody>
      </p:sp>
      <p:sp>
        <p:nvSpPr>
          <p:cNvPr id="28" name="Freeform 11">
            <a:extLst>
              <a:ext uri="{FF2B5EF4-FFF2-40B4-BE49-F238E27FC236}">
                <a16:creationId xmlns:a16="http://schemas.microsoft.com/office/drawing/2014/main" id="{96EBDD8A-342C-D4E8-5BF7-6954B70E5C3E}"/>
              </a:ext>
            </a:extLst>
          </p:cNvPr>
          <p:cNvSpPr/>
          <p:nvPr/>
        </p:nvSpPr>
        <p:spPr>
          <a:xfrm>
            <a:off x="1917193" y="5755057"/>
            <a:ext cx="8190411" cy="431074"/>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10">
            <a:extLst>
              <a:ext uri="{FF2B5EF4-FFF2-40B4-BE49-F238E27FC236}">
                <a16:creationId xmlns:a16="http://schemas.microsoft.com/office/drawing/2014/main" id="{286236E0-361D-A3DB-0B65-94BAF966F885}"/>
              </a:ext>
            </a:extLst>
          </p:cNvPr>
          <p:cNvSpPr/>
          <p:nvPr/>
        </p:nvSpPr>
        <p:spPr>
          <a:xfrm flipH="1">
            <a:off x="1662345" y="6189012"/>
            <a:ext cx="8190411" cy="431074"/>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12">
            <a:extLst>
              <a:ext uri="{FF2B5EF4-FFF2-40B4-BE49-F238E27FC236}">
                <a16:creationId xmlns:a16="http://schemas.microsoft.com/office/drawing/2014/main" id="{25A098F0-617D-DBE7-53F9-BC5091A2B7F6}"/>
              </a:ext>
            </a:extLst>
          </p:cNvPr>
          <p:cNvSpPr/>
          <p:nvPr/>
        </p:nvSpPr>
        <p:spPr>
          <a:xfrm flipH="1">
            <a:off x="1880059" y="6014841"/>
            <a:ext cx="4406536" cy="407125"/>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13">
            <a:extLst>
              <a:ext uri="{FF2B5EF4-FFF2-40B4-BE49-F238E27FC236}">
                <a16:creationId xmlns:a16="http://schemas.microsoft.com/office/drawing/2014/main" id="{5E647A61-A7B5-B406-C535-ADBEEE821B19}"/>
              </a:ext>
            </a:extLst>
          </p:cNvPr>
          <p:cNvSpPr/>
          <p:nvPr/>
        </p:nvSpPr>
        <p:spPr>
          <a:xfrm flipV="1">
            <a:off x="6060171" y="6075800"/>
            <a:ext cx="3596640" cy="359230"/>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2" name="Straight Arrow Connector 71">
            <a:extLst>
              <a:ext uri="{FF2B5EF4-FFF2-40B4-BE49-F238E27FC236}">
                <a16:creationId xmlns:a16="http://schemas.microsoft.com/office/drawing/2014/main" id="{F1587094-E955-D51E-D43B-F77F11E598D4}"/>
              </a:ext>
            </a:extLst>
          </p:cNvPr>
          <p:cNvCxnSpPr>
            <a:cxnSpLocks/>
          </p:cNvCxnSpPr>
          <p:nvPr/>
        </p:nvCxnSpPr>
        <p:spPr>
          <a:xfrm flipV="1">
            <a:off x="5224532" y="5458926"/>
            <a:ext cx="267964" cy="5923"/>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75" name="TextBox 74">
            <a:extLst>
              <a:ext uri="{FF2B5EF4-FFF2-40B4-BE49-F238E27FC236}">
                <a16:creationId xmlns:a16="http://schemas.microsoft.com/office/drawing/2014/main" id="{97539B10-4913-2063-B090-1D68FCA44441}"/>
              </a:ext>
            </a:extLst>
          </p:cNvPr>
          <p:cNvSpPr txBox="1"/>
          <p:nvPr/>
        </p:nvSpPr>
        <p:spPr>
          <a:xfrm>
            <a:off x="4469927" y="5117802"/>
            <a:ext cx="966522" cy="523220"/>
          </a:xfrm>
          <a:prstGeom prst="rect">
            <a:avLst/>
          </a:prstGeom>
          <a:noFill/>
        </p:spPr>
        <p:txBody>
          <a:bodyPr wrap="square">
            <a:spAutoFit/>
          </a:bodyPr>
          <a:lstStyle/>
          <a:p>
            <a:pPr algn="ctr"/>
            <a:r>
              <a:rPr lang="en-US" sz="2800" dirty="0" err="1">
                <a:solidFill>
                  <a:schemeClr val="tx2"/>
                </a:solidFill>
              </a:rPr>
              <a:t>v</a:t>
            </a:r>
            <a:r>
              <a:rPr lang="en-US" sz="2800" baseline="-25000" dirty="0" err="1">
                <a:solidFill>
                  <a:schemeClr val="tx2"/>
                </a:solidFill>
              </a:rPr>
              <a:t>b</a:t>
            </a:r>
            <a:endParaRPr lang="en-US" sz="2800" baseline="-25000" dirty="0">
              <a:solidFill>
                <a:schemeClr val="tx2"/>
              </a:solidFill>
            </a:endParaRPr>
          </a:p>
        </p:txBody>
      </p:sp>
      <p:sp>
        <p:nvSpPr>
          <p:cNvPr id="76" name="TextBox 75">
            <a:extLst>
              <a:ext uri="{FF2B5EF4-FFF2-40B4-BE49-F238E27FC236}">
                <a16:creationId xmlns:a16="http://schemas.microsoft.com/office/drawing/2014/main" id="{922B0E3E-4462-389A-1B8B-06C1553FC8DD}"/>
              </a:ext>
            </a:extLst>
          </p:cNvPr>
          <p:cNvSpPr txBox="1"/>
          <p:nvPr/>
        </p:nvSpPr>
        <p:spPr>
          <a:xfrm>
            <a:off x="4197268" y="1002443"/>
            <a:ext cx="1325474" cy="523220"/>
          </a:xfrm>
          <a:prstGeom prst="rect">
            <a:avLst/>
          </a:prstGeom>
          <a:noFill/>
        </p:spPr>
        <p:txBody>
          <a:bodyPr wrap="square">
            <a:spAutoFit/>
          </a:bodyPr>
          <a:lstStyle/>
          <a:p>
            <a:pPr algn="ctr"/>
            <a:r>
              <a:rPr lang="en-US" sz="2800" dirty="0" err="1">
                <a:solidFill>
                  <a:schemeClr val="tx2"/>
                </a:solidFill>
              </a:rPr>
              <a:t>v</a:t>
            </a:r>
            <a:r>
              <a:rPr lang="en-US" sz="2800" baseline="-25000" dirty="0" err="1">
                <a:solidFill>
                  <a:schemeClr val="tx2"/>
                </a:solidFill>
              </a:rPr>
              <a:t>t</a:t>
            </a:r>
            <a:endParaRPr lang="en-US" sz="2800" baseline="-25000" dirty="0">
              <a:solidFill>
                <a:schemeClr val="tx2"/>
              </a:solidFill>
            </a:endParaRPr>
          </a:p>
        </p:txBody>
      </p:sp>
      <p:cxnSp>
        <p:nvCxnSpPr>
          <p:cNvPr id="77" name="Straight Arrow Connector 76">
            <a:extLst>
              <a:ext uri="{FF2B5EF4-FFF2-40B4-BE49-F238E27FC236}">
                <a16:creationId xmlns:a16="http://schemas.microsoft.com/office/drawing/2014/main" id="{1AD0C94D-1F17-DC98-4A2A-5955DBC03D24}"/>
              </a:ext>
            </a:extLst>
          </p:cNvPr>
          <p:cNvCxnSpPr>
            <a:cxnSpLocks/>
          </p:cNvCxnSpPr>
          <p:nvPr/>
        </p:nvCxnSpPr>
        <p:spPr>
          <a:xfrm flipV="1">
            <a:off x="5157566" y="4320447"/>
            <a:ext cx="584317" cy="5684"/>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BD16681E-4E48-23E9-69C4-BBFB8F287700}"/>
              </a:ext>
            </a:extLst>
          </p:cNvPr>
          <p:cNvCxnSpPr>
            <a:cxnSpLocks/>
          </p:cNvCxnSpPr>
          <p:nvPr/>
        </p:nvCxnSpPr>
        <p:spPr>
          <a:xfrm>
            <a:off x="5161926" y="3483864"/>
            <a:ext cx="903457"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A0209D2A-C5E5-1032-D486-9EC39EB20A7B}"/>
              </a:ext>
            </a:extLst>
          </p:cNvPr>
          <p:cNvCxnSpPr>
            <a:cxnSpLocks/>
          </p:cNvCxnSpPr>
          <p:nvPr/>
        </p:nvCxnSpPr>
        <p:spPr>
          <a:xfrm>
            <a:off x="5184374" y="2395606"/>
            <a:ext cx="1121939"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6FEE4276-7984-49D9-3079-A576314D7690}"/>
              </a:ext>
            </a:extLst>
          </p:cNvPr>
          <p:cNvCxnSpPr>
            <a:cxnSpLocks/>
          </p:cNvCxnSpPr>
          <p:nvPr/>
        </p:nvCxnSpPr>
        <p:spPr>
          <a:xfrm>
            <a:off x="5184374" y="1346921"/>
            <a:ext cx="1603509"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grpSp>
        <p:nvGrpSpPr>
          <p:cNvPr id="2" name="Group 4">
            <a:extLst>
              <a:ext uri="{FF2B5EF4-FFF2-40B4-BE49-F238E27FC236}">
                <a16:creationId xmlns:a16="http://schemas.microsoft.com/office/drawing/2014/main" id="{46EEE382-EE47-15D2-79E1-8E2911FC60DE}"/>
              </a:ext>
            </a:extLst>
          </p:cNvPr>
          <p:cNvGrpSpPr/>
          <p:nvPr/>
        </p:nvGrpSpPr>
        <p:grpSpPr>
          <a:xfrm flipH="1">
            <a:off x="2209800" y="3032548"/>
            <a:ext cx="1924371" cy="539041"/>
            <a:chOff x="1653309" y="1182255"/>
            <a:chExt cx="914400" cy="508000"/>
          </a:xfrm>
          <a:solidFill>
            <a:schemeClr val="bg2">
              <a:lumMod val="25000"/>
            </a:schemeClr>
          </a:solidFill>
        </p:grpSpPr>
        <p:sp>
          <p:nvSpPr>
            <p:cNvPr id="3" name="Oval 2">
              <a:extLst>
                <a:ext uri="{FF2B5EF4-FFF2-40B4-BE49-F238E27FC236}">
                  <a16:creationId xmlns:a16="http://schemas.microsoft.com/office/drawing/2014/main" id="{33F037F7-E97E-D3C3-6630-D96125DE8241}"/>
                </a:ext>
              </a:extLst>
            </p:cNvPr>
            <p:cNvSpPr/>
            <p:nvPr/>
          </p:nvSpPr>
          <p:spPr>
            <a:xfrm>
              <a:off x="1662545" y="1191491"/>
              <a:ext cx="544946" cy="397164"/>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6">
              <a:extLst>
                <a:ext uri="{FF2B5EF4-FFF2-40B4-BE49-F238E27FC236}">
                  <a16:creationId xmlns:a16="http://schemas.microsoft.com/office/drawing/2014/main" id="{1EE0BB57-D783-830C-9E3E-F8A0810F93DC}"/>
                </a:ext>
              </a:extLst>
            </p:cNvPr>
            <p:cNvSpPr/>
            <p:nvPr/>
          </p:nvSpPr>
          <p:spPr>
            <a:xfrm>
              <a:off x="2087418" y="1182255"/>
              <a:ext cx="480291" cy="406400"/>
            </a:xfrm>
            <a:custGeom>
              <a:avLst/>
              <a:gdLst>
                <a:gd name="connsiteX0" fmla="*/ 83127 w 480291"/>
                <a:gd name="connsiteY0" fmla="*/ 110836 h 406400"/>
                <a:gd name="connsiteX1" fmla="*/ 230909 w 480291"/>
                <a:gd name="connsiteY1" fmla="*/ 92363 h 406400"/>
                <a:gd name="connsiteX2" fmla="*/ 480291 w 480291"/>
                <a:gd name="connsiteY2" fmla="*/ 0 h 406400"/>
                <a:gd name="connsiteX3" fmla="*/ 314037 w 480291"/>
                <a:gd name="connsiteY3" fmla="*/ 157018 h 406400"/>
                <a:gd name="connsiteX4" fmla="*/ 277091 w 480291"/>
                <a:gd name="connsiteY4" fmla="*/ 277090 h 406400"/>
                <a:gd name="connsiteX5" fmla="*/ 387927 w 480291"/>
                <a:gd name="connsiteY5" fmla="*/ 406400 h 406400"/>
                <a:gd name="connsiteX6" fmla="*/ 129309 w 480291"/>
                <a:gd name="connsiteY6" fmla="*/ 304800 h 406400"/>
                <a:gd name="connsiteX7" fmla="*/ 129309 w 480291"/>
                <a:gd name="connsiteY7" fmla="*/ 304800 h 406400"/>
                <a:gd name="connsiteX8" fmla="*/ 0 w 480291"/>
                <a:gd name="connsiteY8" fmla="*/ 277090 h 406400"/>
                <a:gd name="connsiteX9" fmla="*/ 9237 w 480291"/>
                <a:gd name="connsiteY9" fmla="*/ 110836 h 406400"/>
                <a:gd name="connsiteX10" fmla="*/ 83127 w 480291"/>
                <a:gd name="connsiteY10" fmla="*/ 110836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0291" h="406400">
                  <a:moveTo>
                    <a:pt x="83127" y="110836"/>
                  </a:moveTo>
                  <a:lnTo>
                    <a:pt x="230909" y="92363"/>
                  </a:lnTo>
                  <a:lnTo>
                    <a:pt x="480291" y="0"/>
                  </a:lnTo>
                  <a:lnTo>
                    <a:pt x="314037" y="157018"/>
                  </a:lnTo>
                  <a:lnTo>
                    <a:pt x="277091" y="277090"/>
                  </a:lnTo>
                  <a:lnTo>
                    <a:pt x="387927" y="406400"/>
                  </a:lnTo>
                  <a:lnTo>
                    <a:pt x="129309" y="304800"/>
                  </a:lnTo>
                  <a:lnTo>
                    <a:pt x="129309" y="304800"/>
                  </a:lnTo>
                  <a:lnTo>
                    <a:pt x="0" y="277090"/>
                  </a:lnTo>
                  <a:lnTo>
                    <a:pt x="9237" y="110836"/>
                  </a:lnTo>
                  <a:lnTo>
                    <a:pt x="83127" y="110836"/>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a:extLst>
                <a:ext uri="{FF2B5EF4-FFF2-40B4-BE49-F238E27FC236}">
                  <a16:creationId xmlns:a16="http://schemas.microsoft.com/office/drawing/2014/main" id="{09F31CCD-CEB4-9423-8F50-64A5F1E63063}"/>
                </a:ext>
              </a:extLst>
            </p:cNvPr>
            <p:cNvSpPr/>
            <p:nvPr/>
          </p:nvSpPr>
          <p:spPr>
            <a:xfrm>
              <a:off x="1828800" y="1514764"/>
              <a:ext cx="138545" cy="175491"/>
            </a:xfrm>
            <a:custGeom>
              <a:avLst/>
              <a:gdLst>
                <a:gd name="connsiteX0" fmla="*/ 0 w 138545"/>
                <a:gd name="connsiteY0" fmla="*/ 0 h 175491"/>
                <a:gd name="connsiteX1" fmla="*/ 73891 w 138545"/>
                <a:gd name="connsiteY1" fmla="*/ 138545 h 175491"/>
                <a:gd name="connsiteX2" fmla="*/ 138545 w 138545"/>
                <a:gd name="connsiteY2" fmla="*/ 175491 h 175491"/>
                <a:gd name="connsiteX3" fmla="*/ 110836 w 138545"/>
                <a:gd name="connsiteY3" fmla="*/ 73891 h 175491"/>
                <a:gd name="connsiteX4" fmla="*/ 101600 w 138545"/>
                <a:gd name="connsiteY4" fmla="*/ 9236 h 175491"/>
                <a:gd name="connsiteX5" fmla="*/ 0 w 138545"/>
                <a:gd name="connsiteY5" fmla="*/ 0 h 175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8545" h="175491">
                  <a:moveTo>
                    <a:pt x="0" y="0"/>
                  </a:moveTo>
                  <a:lnTo>
                    <a:pt x="73891" y="138545"/>
                  </a:lnTo>
                  <a:lnTo>
                    <a:pt x="138545" y="175491"/>
                  </a:lnTo>
                  <a:lnTo>
                    <a:pt x="110836" y="73891"/>
                  </a:lnTo>
                  <a:lnTo>
                    <a:pt x="101600" y="9236"/>
                  </a:lnTo>
                  <a:lnTo>
                    <a:pt x="0"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8">
              <a:extLst>
                <a:ext uri="{FF2B5EF4-FFF2-40B4-BE49-F238E27FC236}">
                  <a16:creationId xmlns:a16="http://schemas.microsoft.com/office/drawing/2014/main" id="{EAEDB4E0-0689-F483-2313-24916F791115}"/>
                </a:ext>
              </a:extLst>
            </p:cNvPr>
            <p:cNvSpPr/>
            <p:nvPr/>
          </p:nvSpPr>
          <p:spPr>
            <a:xfrm>
              <a:off x="2018144" y="1445500"/>
              <a:ext cx="138545" cy="175491"/>
            </a:xfrm>
            <a:custGeom>
              <a:avLst/>
              <a:gdLst>
                <a:gd name="connsiteX0" fmla="*/ 0 w 138545"/>
                <a:gd name="connsiteY0" fmla="*/ 0 h 175491"/>
                <a:gd name="connsiteX1" fmla="*/ 73891 w 138545"/>
                <a:gd name="connsiteY1" fmla="*/ 138545 h 175491"/>
                <a:gd name="connsiteX2" fmla="*/ 138545 w 138545"/>
                <a:gd name="connsiteY2" fmla="*/ 175491 h 175491"/>
                <a:gd name="connsiteX3" fmla="*/ 110836 w 138545"/>
                <a:gd name="connsiteY3" fmla="*/ 73891 h 175491"/>
                <a:gd name="connsiteX4" fmla="*/ 101600 w 138545"/>
                <a:gd name="connsiteY4" fmla="*/ 9236 h 175491"/>
                <a:gd name="connsiteX5" fmla="*/ 0 w 138545"/>
                <a:gd name="connsiteY5" fmla="*/ 0 h 175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8545" h="175491">
                  <a:moveTo>
                    <a:pt x="0" y="0"/>
                  </a:moveTo>
                  <a:lnTo>
                    <a:pt x="73891" y="138545"/>
                  </a:lnTo>
                  <a:lnTo>
                    <a:pt x="138545" y="175491"/>
                  </a:lnTo>
                  <a:lnTo>
                    <a:pt x="110836" y="73891"/>
                  </a:lnTo>
                  <a:lnTo>
                    <a:pt x="101600" y="9236"/>
                  </a:lnTo>
                  <a:lnTo>
                    <a:pt x="0"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9">
              <a:extLst>
                <a:ext uri="{FF2B5EF4-FFF2-40B4-BE49-F238E27FC236}">
                  <a16:creationId xmlns:a16="http://schemas.microsoft.com/office/drawing/2014/main" id="{E588D481-202E-79D7-3C85-E0284698D359}"/>
                </a:ext>
              </a:extLst>
            </p:cNvPr>
            <p:cNvSpPr/>
            <p:nvPr/>
          </p:nvSpPr>
          <p:spPr>
            <a:xfrm>
              <a:off x="1773382" y="1182255"/>
              <a:ext cx="267854" cy="92363"/>
            </a:xfrm>
            <a:custGeom>
              <a:avLst/>
              <a:gdLst>
                <a:gd name="connsiteX0" fmla="*/ 0 w 267854"/>
                <a:gd name="connsiteY0" fmla="*/ 83127 h 92363"/>
                <a:gd name="connsiteX1" fmla="*/ 55418 w 267854"/>
                <a:gd name="connsiteY1" fmla="*/ 0 h 92363"/>
                <a:gd name="connsiteX2" fmla="*/ 267854 w 267854"/>
                <a:gd name="connsiteY2" fmla="*/ 0 h 92363"/>
                <a:gd name="connsiteX3" fmla="*/ 230909 w 267854"/>
                <a:gd name="connsiteY3" fmla="*/ 92363 h 92363"/>
                <a:gd name="connsiteX4" fmla="*/ 0 w 267854"/>
                <a:gd name="connsiteY4" fmla="*/ 83127 h 92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7854" h="92363">
                  <a:moveTo>
                    <a:pt x="0" y="83127"/>
                  </a:moveTo>
                  <a:lnTo>
                    <a:pt x="55418" y="0"/>
                  </a:lnTo>
                  <a:lnTo>
                    <a:pt x="267854" y="0"/>
                  </a:lnTo>
                  <a:lnTo>
                    <a:pt x="230909" y="92363"/>
                  </a:lnTo>
                  <a:lnTo>
                    <a:pt x="0" y="83127"/>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EB65D5BA-352D-2846-ACB5-FE1F66C4DEFE}"/>
                </a:ext>
              </a:extLst>
            </p:cNvPr>
            <p:cNvSpPr/>
            <p:nvPr/>
          </p:nvSpPr>
          <p:spPr>
            <a:xfrm>
              <a:off x="1653309" y="1311564"/>
              <a:ext cx="258618" cy="18472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3" name="Group 4">
            <a:extLst>
              <a:ext uri="{FF2B5EF4-FFF2-40B4-BE49-F238E27FC236}">
                <a16:creationId xmlns:a16="http://schemas.microsoft.com/office/drawing/2014/main" id="{14620EC2-F36D-970F-15C1-020AC0814BD2}"/>
              </a:ext>
            </a:extLst>
          </p:cNvPr>
          <p:cNvGrpSpPr/>
          <p:nvPr/>
        </p:nvGrpSpPr>
        <p:grpSpPr>
          <a:xfrm>
            <a:off x="7797956" y="4481564"/>
            <a:ext cx="1123540" cy="431074"/>
            <a:chOff x="1653309" y="1182255"/>
            <a:chExt cx="914400" cy="508000"/>
          </a:xfrm>
          <a:solidFill>
            <a:schemeClr val="bg2">
              <a:lumMod val="25000"/>
            </a:schemeClr>
          </a:solidFill>
        </p:grpSpPr>
        <p:sp>
          <p:nvSpPr>
            <p:cNvPr id="36" name="Oval 35">
              <a:extLst>
                <a:ext uri="{FF2B5EF4-FFF2-40B4-BE49-F238E27FC236}">
                  <a16:creationId xmlns:a16="http://schemas.microsoft.com/office/drawing/2014/main" id="{7C7D9ED5-5EDE-A996-3290-167494740B8D}"/>
                </a:ext>
              </a:extLst>
            </p:cNvPr>
            <p:cNvSpPr/>
            <p:nvPr/>
          </p:nvSpPr>
          <p:spPr>
            <a:xfrm>
              <a:off x="1662545" y="1191491"/>
              <a:ext cx="544946" cy="397164"/>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6">
              <a:extLst>
                <a:ext uri="{FF2B5EF4-FFF2-40B4-BE49-F238E27FC236}">
                  <a16:creationId xmlns:a16="http://schemas.microsoft.com/office/drawing/2014/main" id="{54A30F27-F2B8-E03B-34F1-DBA0F6F19BB3}"/>
                </a:ext>
              </a:extLst>
            </p:cNvPr>
            <p:cNvSpPr/>
            <p:nvPr/>
          </p:nvSpPr>
          <p:spPr>
            <a:xfrm>
              <a:off x="2087418" y="1182255"/>
              <a:ext cx="480291" cy="406400"/>
            </a:xfrm>
            <a:custGeom>
              <a:avLst/>
              <a:gdLst>
                <a:gd name="connsiteX0" fmla="*/ 83127 w 480291"/>
                <a:gd name="connsiteY0" fmla="*/ 110836 h 406400"/>
                <a:gd name="connsiteX1" fmla="*/ 230909 w 480291"/>
                <a:gd name="connsiteY1" fmla="*/ 92363 h 406400"/>
                <a:gd name="connsiteX2" fmla="*/ 480291 w 480291"/>
                <a:gd name="connsiteY2" fmla="*/ 0 h 406400"/>
                <a:gd name="connsiteX3" fmla="*/ 314037 w 480291"/>
                <a:gd name="connsiteY3" fmla="*/ 157018 h 406400"/>
                <a:gd name="connsiteX4" fmla="*/ 277091 w 480291"/>
                <a:gd name="connsiteY4" fmla="*/ 277090 h 406400"/>
                <a:gd name="connsiteX5" fmla="*/ 387927 w 480291"/>
                <a:gd name="connsiteY5" fmla="*/ 406400 h 406400"/>
                <a:gd name="connsiteX6" fmla="*/ 129309 w 480291"/>
                <a:gd name="connsiteY6" fmla="*/ 304800 h 406400"/>
                <a:gd name="connsiteX7" fmla="*/ 129309 w 480291"/>
                <a:gd name="connsiteY7" fmla="*/ 304800 h 406400"/>
                <a:gd name="connsiteX8" fmla="*/ 0 w 480291"/>
                <a:gd name="connsiteY8" fmla="*/ 277090 h 406400"/>
                <a:gd name="connsiteX9" fmla="*/ 9237 w 480291"/>
                <a:gd name="connsiteY9" fmla="*/ 110836 h 406400"/>
                <a:gd name="connsiteX10" fmla="*/ 83127 w 480291"/>
                <a:gd name="connsiteY10" fmla="*/ 110836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0291" h="406400">
                  <a:moveTo>
                    <a:pt x="83127" y="110836"/>
                  </a:moveTo>
                  <a:lnTo>
                    <a:pt x="230909" y="92363"/>
                  </a:lnTo>
                  <a:lnTo>
                    <a:pt x="480291" y="0"/>
                  </a:lnTo>
                  <a:lnTo>
                    <a:pt x="314037" y="157018"/>
                  </a:lnTo>
                  <a:lnTo>
                    <a:pt x="277091" y="277090"/>
                  </a:lnTo>
                  <a:lnTo>
                    <a:pt x="387927" y="406400"/>
                  </a:lnTo>
                  <a:lnTo>
                    <a:pt x="129309" y="304800"/>
                  </a:lnTo>
                  <a:lnTo>
                    <a:pt x="129309" y="304800"/>
                  </a:lnTo>
                  <a:lnTo>
                    <a:pt x="0" y="277090"/>
                  </a:lnTo>
                  <a:lnTo>
                    <a:pt x="9237" y="110836"/>
                  </a:lnTo>
                  <a:lnTo>
                    <a:pt x="83127" y="110836"/>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7">
              <a:extLst>
                <a:ext uri="{FF2B5EF4-FFF2-40B4-BE49-F238E27FC236}">
                  <a16:creationId xmlns:a16="http://schemas.microsoft.com/office/drawing/2014/main" id="{6F72357C-E244-72FB-CE55-D7979891E20A}"/>
                </a:ext>
              </a:extLst>
            </p:cNvPr>
            <p:cNvSpPr/>
            <p:nvPr/>
          </p:nvSpPr>
          <p:spPr>
            <a:xfrm>
              <a:off x="1828800" y="1514764"/>
              <a:ext cx="138545" cy="175491"/>
            </a:xfrm>
            <a:custGeom>
              <a:avLst/>
              <a:gdLst>
                <a:gd name="connsiteX0" fmla="*/ 0 w 138545"/>
                <a:gd name="connsiteY0" fmla="*/ 0 h 175491"/>
                <a:gd name="connsiteX1" fmla="*/ 73891 w 138545"/>
                <a:gd name="connsiteY1" fmla="*/ 138545 h 175491"/>
                <a:gd name="connsiteX2" fmla="*/ 138545 w 138545"/>
                <a:gd name="connsiteY2" fmla="*/ 175491 h 175491"/>
                <a:gd name="connsiteX3" fmla="*/ 110836 w 138545"/>
                <a:gd name="connsiteY3" fmla="*/ 73891 h 175491"/>
                <a:gd name="connsiteX4" fmla="*/ 101600 w 138545"/>
                <a:gd name="connsiteY4" fmla="*/ 9236 h 175491"/>
                <a:gd name="connsiteX5" fmla="*/ 0 w 138545"/>
                <a:gd name="connsiteY5" fmla="*/ 0 h 175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8545" h="175491">
                  <a:moveTo>
                    <a:pt x="0" y="0"/>
                  </a:moveTo>
                  <a:lnTo>
                    <a:pt x="73891" y="138545"/>
                  </a:lnTo>
                  <a:lnTo>
                    <a:pt x="138545" y="175491"/>
                  </a:lnTo>
                  <a:lnTo>
                    <a:pt x="110836" y="73891"/>
                  </a:lnTo>
                  <a:lnTo>
                    <a:pt x="101600" y="9236"/>
                  </a:lnTo>
                  <a:lnTo>
                    <a:pt x="0"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Freeform 8">
              <a:extLst>
                <a:ext uri="{FF2B5EF4-FFF2-40B4-BE49-F238E27FC236}">
                  <a16:creationId xmlns:a16="http://schemas.microsoft.com/office/drawing/2014/main" id="{1DB24351-987D-8B2C-67DD-D9D7C00CED9F}"/>
                </a:ext>
              </a:extLst>
            </p:cNvPr>
            <p:cNvSpPr/>
            <p:nvPr/>
          </p:nvSpPr>
          <p:spPr>
            <a:xfrm>
              <a:off x="2018144" y="1445500"/>
              <a:ext cx="138545" cy="175491"/>
            </a:xfrm>
            <a:custGeom>
              <a:avLst/>
              <a:gdLst>
                <a:gd name="connsiteX0" fmla="*/ 0 w 138545"/>
                <a:gd name="connsiteY0" fmla="*/ 0 h 175491"/>
                <a:gd name="connsiteX1" fmla="*/ 73891 w 138545"/>
                <a:gd name="connsiteY1" fmla="*/ 138545 h 175491"/>
                <a:gd name="connsiteX2" fmla="*/ 138545 w 138545"/>
                <a:gd name="connsiteY2" fmla="*/ 175491 h 175491"/>
                <a:gd name="connsiteX3" fmla="*/ 110836 w 138545"/>
                <a:gd name="connsiteY3" fmla="*/ 73891 h 175491"/>
                <a:gd name="connsiteX4" fmla="*/ 101600 w 138545"/>
                <a:gd name="connsiteY4" fmla="*/ 9236 h 175491"/>
                <a:gd name="connsiteX5" fmla="*/ 0 w 138545"/>
                <a:gd name="connsiteY5" fmla="*/ 0 h 175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8545" h="175491">
                  <a:moveTo>
                    <a:pt x="0" y="0"/>
                  </a:moveTo>
                  <a:lnTo>
                    <a:pt x="73891" y="138545"/>
                  </a:lnTo>
                  <a:lnTo>
                    <a:pt x="138545" y="175491"/>
                  </a:lnTo>
                  <a:lnTo>
                    <a:pt x="110836" y="73891"/>
                  </a:lnTo>
                  <a:lnTo>
                    <a:pt x="101600" y="9236"/>
                  </a:lnTo>
                  <a:lnTo>
                    <a:pt x="0"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Freeform 9">
              <a:extLst>
                <a:ext uri="{FF2B5EF4-FFF2-40B4-BE49-F238E27FC236}">
                  <a16:creationId xmlns:a16="http://schemas.microsoft.com/office/drawing/2014/main" id="{FB426DA2-3B80-B668-9DF3-F7AA10FDFF0D}"/>
                </a:ext>
              </a:extLst>
            </p:cNvPr>
            <p:cNvSpPr/>
            <p:nvPr/>
          </p:nvSpPr>
          <p:spPr>
            <a:xfrm>
              <a:off x="1773382" y="1182255"/>
              <a:ext cx="267854" cy="92363"/>
            </a:xfrm>
            <a:custGeom>
              <a:avLst/>
              <a:gdLst>
                <a:gd name="connsiteX0" fmla="*/ 0 w 267854"/>
                <a:gd name="connsiteY0" fmla="*/ 83127 h 92363"/>
                <a:gd name="connsiteX1" fmla="*/ 55418 w 267854"/>
                <a:gd name="connsiteY1" fmla="*/ 0 h 92363"/>
                <a:gd name="connsiteX2" fmla="*/ 267854 w 267854"/>
                <a:gd name="connsiteY2" fmla="*/ 0 h 92363"/>
                <a:gd name="connsiteX3" fmla="*/ 230909 w 267854"/>
                <a:gd name="connsiteY3" fmla="*/ 92363 h 92363"/>
                <a:gd name="connsiteX4" fmla="*/ 0 w 267854"/>
                <a:gd name="connsiteY4" fmla="*/ 83127 h 92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7854" h="92363">
                  <a:moveTo>
                    <a:pt x="0" y="83127"/>
                  </a:moveTo>
                  <a:lnTo>
                    <a:pt x="55418" y="0"/>
                  </a:lnTo>
                  <a:lnTo>
                    <a:pt x="267854" y="0"/>
                  </a:lnTo>
                  <a:lnTo>
                    <a:pt x="230909" y="92363"/>
                  </a:lnTo>
                  <a:lnTo>
                    <a:pt x="0" y="83127"/>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50EF6321-6816-7CB3-7D5E-ADA8BAF1EE60}"/>
                </a:ext>
              </a:extLst>
            </p:cNvPr>
            <p:cNvSpPr/>
            <p:nvPr/>
          </p:nvSpPr>
          <p:spPr>
            <a:xfrm>
              <a:off x="1653309" y="1311564"/>
              <a:ext cx="258618" cy="18472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8936037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6C076-67EA-A2B8-FE81-171AABB3ED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B58850-2F72-FFB8-4CB5-04458A9D4FCF}"/>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0470406A-7789-9C25-64A2-FA8AA3F7F2E0}"/>
              </a:ext>
            </a:extLst>
          </p:cNvPr>
          <p:cNvSpPr>
            <a:spLocks noGrp="1"/>
          </p:cNvSpPr>
          <p:nvPr>
            <p:ph idx="1"/>
          </p:nvPr>
        </p:nvSpPr>
        <p:spPr>
          <a:xfrm>
            <a:off x="1981200" y="1600201"/>
            <a:ext cx="4416552" cy="4525963"/>
          </a:xfrm>
        </p:spPr>
        <p:txBody>
          <a:bodyPr/>
          <a:lstStyle/>
          <a:p>
            <a:pPr marL="0" indent="0">
              <a:buNone/>
            </a:pPr>
            <a:r>
              <a:rPr lang="en-US" dirty="0"/>
              <a:t>We found that the water at the top of the river was fastest (at least for laminar flow). Does this work for air as well?</a:t>
            </a:r>
          </a:p>
          <a:p>
            <a:pPr marL="514350" indent="-514350">
              <a:buAutoNum type="alphaLcParenR"/>
            </a:pPr>
            <a:r>
              <a:rPr lang="en-US" dirty="0"/>
              <a:t>Yes</a:t>
            </a:r>
          </a:p>
          <a:p>
            <a:pPr marL="514350" indent="-514350">
              <a:buAutoNum type="alphaLcParenR"/>
            </a:pPr>
            <a:r>
              <a:rPr lang="en-US" dirty="0"/>
              <a:t>No</a:t>
            </a:r>
          </a:p>
          <a:p>
            <a:pPr marL="514350" indent="-514350">
              <a:buAutoNum type="alphaLcParenR"/>
            </a:pPr>
            <a:r>
              <a:rPr lang="en-US" dirty="0"/>
              <a:t>Kind of</a:t>
            </a:r>
          </a:p>
        </p:txBody>
      </p:sp>
      <p:sp>
        <p:nvSpPr>
          <p:cNvPr id="13" name="Rectangle 12">
            <a:extLst>
              <a:ext uri="{FF2B5EF4-FFF2-40B4-BE49-F238E27FC236}">
                <a16:creationId xmlns:a16="http://schemas.microsoft.com/office/drawing/2014/main" id="{4136645B-9CA7-FDF1-CA19-2B7CDD6C693F}"/>
              </a:ext>
            </a:extLst>
          </p:cNvPr>
          <p:cNvSpPr/>
          <p:nvPr/>
        </p:nvSpPr>
        <p:spPr>
          <a:xfrm>
            <a:off x="7140244" y="2759259"/>
            <a:ext cx="3070556" cy="429546"/>
          </a:xfrm>
          <a:prstGeom prst="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A7689F8-F085-BE56-D999-D493561CAB06}"/>
              </a:ext>
            </a:extLst>
          </p:cNvPr>
          <p:cNvSpPr/>
          <p:nvPr/>
        </p:nvSpPr>
        <p:spPr>
          <a:xfrm>
            <a:off x="7140244" y="2331720"/>
            <a:ext cx="3070556" cy="429546"/>
          </a:xfrm>
          <a:prstGeom prst="rect">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62006F2-9121-BDFC-0A84-B73C6B6DC4B7}"/>
              </a:ext>
            </a:extLst>
          </p:cNvPr>
          <p:cNvSpPr/>
          <p:nvPr/>
        </p:nvSpPr>
        <p:spPr>
          <a:xfrm>
            <a:off x="7136552" y="3186235"/>
            <a:ext cx="3070556" cy="429546"/>
          </a:xfrm>
          <a:prstGeom prst="rect">
            <a:avLst/>
          </a:prstGeom>
          <a:solidFill>
            <a:srgbClr val="B8D0E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B16E281-F394-CE26-D95B-A40166AB4212}"/>
              </a:ext>
            </a:extLst>
          </p:cNvPr>
          <p:cNvSpPr/>
          <p:nvPr/>
        </p:nvSpPr>
        <p:spPr>
          <a:xfrm>
            <a:off x="7140244" y="3612931"/>
            <a:ext cx="3070556" cy="429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73CEA5E-AA5E-8972-7D9C-4D520263276C}"/>
              </a:ext>
            </a:extLst>
          </p:cNvPr>
          <p:cNvSpPr/>
          <p:nvPr/>
        </p:nvSpPr>
        <p:spPr>
          <a:xfrm>
            <a:off x="7136552" y="4041916"/>
            <a:ext cx="3070556" cy="429546"/>
          </a:xfrm>
          <a:prstGeom prst="rect">
            <a:avLst/>
          </a:prstGeom>
          <a:solidFill>
            <a:srgbClr val="E4EDF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aseline="-25000" dirty="0">
              <a:solidFill>
                <a:schemeClr val="tx2"/>
              </a:solidFill>
            </a:endParaRPr>
          </a:p>
        </p:txBody>
      </p:sp>
      <p:sp>
        <p:nvSpPr>
          <p:cNvPr id="18" name="Freeform 11">
            <a:extLst>
              <a:ext uri="{FF2B5EF4-FFF2-40B4-BE49-F238E27FC236}">
                <a16:creationId xmlns:a16="http://schemas.microsoft.com/office/drawing/2014/main" id="{3246E8E3-8175-2534-2C32-06CA74A85C2B}"/>
              </a:ext>
            </a:extLst>
          </p:cNvPr>
          <p:cNvSpPr/>
          <p:nvPr/>
        </p:nvSpPr>
        <p:spPr>
          <a:xfrm>
            <a:off x="7272119" y="4400110"/>
            <a:ext cx="2747034" cy="181266"/>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0">
            <a:extLst>
              <a:ext uri="{FF2B5EF4-FFF2-40B4-BE49-F238E27FC236}">
                <a16:creationId xmlns:a16="http://schemas.microsoft.com/office/drawing/2014/main" id="{3E4608FC-D2A9-0AC3-C429-E4A6A7ED15CA}"/>
              </a:ext>
            </a:extLst>
          </p:cNvPr>
          <p:cNvSpPr/>
          <p:nvPr/>
        </p:nvSpPr>
        <p:spPr>
          <a:xfrm flipH="1">
            <a:off x="7186644" y="4582588"/>
            <a:ext cx="2747034" cy="181266"/>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12">
            <a:extLst>
              <a:ext uri="{FF2B5EF4-FFF2-40B4-BE49-F238E27FC236}">
                <a16:creationId xmlns:a16="http://schemas.microsoft.com/office/drawing/2014/main" id="{774A1D13-AA12-B1B4-75FC-3A65382EFDF9}"/>
              </a:ext>
            </a:extLst>
          </p:cNvPr>
          <p:cNvSpPr/>
          <p:nvPr/>
        </p:nvSpPr>
        <p:spPr>
          <a:xfrm flipH="1">
            <a:off x="7259665" y="4509349"/>
            <a:ext cx="1477936" cy="171196"/>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13">
            <a:extLst>
              <a:ext uri="{FF2B5EF4-FFF2-40B4-BE49-F238E27FC236}">
                <a16:creationId xmlns:a16="http://schemas.microsoft.com/office/drawing/2014/main" id="{104A7EA3-17E9-3EF3-FEE7-77D552172FD3}"/>
              </a:ext>
            </a:extLst>
          </p:cNvPr>
          <p:cNvSpPr/>
          <p:nvPr/>
        </p:nvSpPr>
        <p:spPr>
          <a:xfrm flipV="1">
            <a:off x="8661659" y="4534982"/>
            <a:ext cx="1206300" cy="151056"/>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 name="Group 37">
            <a:extLst>
              <a:ext uri="{FF2B5EF4-FFF2-40B4-BE49-F238E27FC236}">
                <a16:creationId xmlns:a16="http://schemas.microsoft.com/office/drawing/2014/main" id="{264992D5-6B67-495A-5616-2045F9DABB5E}"/>
              </a:ext>
            </a:extLst>
          </p:cNvPr>
          <p:cNvGrpSpPr/>
          <p:nvPr/>
        </p:nvGrpSpPr>
        <p:grpSpPr>
          <a:xfrm rot="20961902">
            <a:off x="7653840" y="4294883"/>
            <a:ext cx="100065" cy="299839"/>
            <a:chOff x="5063149" y="2854270"/>
            <a:chExt cx="575157" cy="1466234"/>
          </a:xfrm>
        </p:grpSpPr>
        <p:sp>
          <p:nvSpPr>
            <p:cNvPr id="39" name="Rectangle 15">
              <a:extLst>
                <a:ext uri="{FF2B5EF4-FFF2-40B4-BE49-F238E27FC236}">
                  <a16:creationId xmlns:a16="http://schemas.microsoft.com/office/drawing/2014/main" id="{B361D33E-EB30-2D62-10F5-FEB284982998}"/>
                </a:ext>
              </a:extLst>
            </p:cNvPr>
            <p:cNvSpPr>
              <a:spLocks noChangeArrowheads="1"/>
            </p:cNvSpPr>
            <p:nvPr/>
          </p:nvSpPr>
          <p:spPr bwMode="auto">
            <a:xfrm rot="20644678" flipH="1">
              <a:off x="5237882" y="3681402"/>
              <a:ext cx="107389" cy="376627"/>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40" name="Rectangle 15">
              <a:extLst>
                <a:ext uri="{FF2B5EF4-FFF2-40B4-BE49-F238E27FC236}">
                  <a16:creationId xmlns:a16="http://schemas.microsoft.com/office/drawing/2014/main" id="{B1146FB6-051E-D377-C788-6CD9BD261603}"/>
                </a:ext>
              </a:extLst>
            </p:cNvPr>
            <p:cNvSpPr>
              <a:spLocks noChangeArrowheads="1"/>
            </p:cNvSpPr>
            <p:nvPr/>
          </p:nvSpPr>
          <p:spPr bwMode="auto">
            <a:xfrm rot="20948418" flipH="1">
              <a:off x="5294458" y="3940873"/>
              <a:ext cx="113533" cy="35182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41" name="Rectangle 14">
              <a:extLst>
                <a:ext uri="{FF2B5EF4-FFF2-40B4-BE49-F238E27FC236}">
                  <a16:creationId xmlns:a16="http://schemas.microsoft.com/office/drawing/2014/main" id="{9C981119-F78A-A50A-F863-0062B3FC5483}"/>
                </a:ext>
              </a:extLst>
            </p:cNvPr>
            <p:cNvSpPr>
              <a:spLocks noChangeArrowheads="1"/>
            </p:cNvSpPr>
            <p:nvPr/>
          </p:nvSpPr>
          <p:spPr bwMode="auto">
            <a:xfrm rot="4972790" flipH="1">
              <a:off x="5429802" y="3287524"/>
              <a:ext cx="64164" cy="266147"/>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42" name="Oval 12">
              <a:extLst>
                <a:ext uri="{FF2B5EF4-FFF2-40B4-BE49-F238E27FC236}">
                  <a16:creationId xmlns:a16="http://schemas.microsoft.com/office/drawing/2014/main" id="{7EAD614B-7B9A-D41A-E454-5A410BC57E20}"/>
                </a:ext>
              </a:extLst>
            </p:cNvPr>
            <p:cNvSpPr>
              <a:spLocks noChangeArrowheads="1"/>
            </p:cNvSpPr>
            <p:nvPr/>
          </p:nvSpPr>
          <p:spPr bwMode="auto">
            <a:xfrm rot="528198" flipH="1">
              <a:off x="5092673" y="3242154"/>
              <a:ext cx="257923" cy="546784"/>
            </a:xfrm>
            <a:prstGeom prst="ellipse">
              <a:avLst/>
            </a:prstGeom>
            <a:solidFill>
              <a:srgbClr val="002060"/>
            </a:solidFill>
            <a:ln w="9525" algn="ctr">
              <a:noFill/>
              <a:round/>
              <a:headEnd/>
              <a:tailEnd/>
            </a:ln>
          </p:spPr>
          <p:txBody>
            <a:bodyPr wrap="none" anchor="ctr"/>
            <a:lstStyle/>
            <a:p>
              <a:endParaRPr lang="en-US" dirty="0"/>
            </a:p>
          </p:txBody>
        </p:sp>
        <p:sp>
          <p:nvSpPr>
            <p:cNvPr id="43" name="Rectangle 14">
              <a:extLst>
                <a:ext uri="{FF2B5EF4-FFF2-40B4-BE49-F238E27FC236}">
                  <a16:creationId xmlns:a16="http://schemas.microsoft.com/office/drawing/2014/main" id="{83808759-E260-BE32-1061-9A807C287511}"/>
                </a:ext>
              </a:extLst>
            </p:cNvPr>
            <p:cNvSpPr>
              <a:spLocks noChangeArrowheads="1"/>
            </p:cNvSpPr>
            <p:nvPr/>
          </p:nvSpPr>
          <p:spPr bwMode="auto">
            <a:xfrm rot="18614817" flipH="1">
              <a:off x="5259327" y="3270466"/>
              <a:ext cx="114403" cy="260471"/>
            </a:xfrm>
            <a:prstGeom prst="rect">
              <a:avLst/>
            </a:prstGeom>
            <a:solidFill>
              <a:schemeClr val="tx2">
                <a:lumMod val="75000"/>
              </a:schemeClr>
            </a:solidFill>
            <a:ln w="9525" algn="ctr">
              <a:noFill/>
              <a:miter lim="800000"/>
              <a:headEnd/>
              <a:tailEnd/>
            </a:ln>
          </p:spPr>
          <p:txBody>
            <a:bodyPr wrap="none" anchor="ctr"/>
            <a:lstStyle/>
            <a:p>
              <a:endParaRPr lang="en-US" dirty="0"/>
            </a:p>
          </p:txBody>
        </p:sp>
        <p:sp>
          <p:nvSpPr>
            <p:cNvPr id="44" name="Oval 11">
              <a:extLst>
                <a:ext uri="{FF2B5EF4-FFF2-40B4-BE49-F238E27FC236}">
                  <a16:creationId xmlns:a16="http://schemas.microsoft.com/office/drawing/2014/main" id="{5FB073A3-8E1B-C20C-4C7B-DE08AD03C244}"/>
                </a:ext>
              </a:extLst>
            </p:cNvPr>
            <p:cNvSpPr>
              <a:spLocks noChangeArrowheads="1"/>
            </p:cNvSpPr>
            <p:nvPr/>
          </p:nvSpPr>
          <p:spPr bwMode="auto">
            <a:xfrm rot="20290183" flipH="1">
              <a:off x="5079184" y="2854270"/>
              <a:ext cx="359459" cy="438048"/>
            </a:xfrm>
            <a:prstGeom prst="ellipse">
              <a:avLst/>
            </a:prstGeom>
            <a:solidFill>
              <a:srgbClr val="002060"/>
            </a:solidFill>
            <a:ln w="9525" algn="ctr">
              <a:solidFill>
                <a:schemeClr val="bg1"/>
              </a:solidFill>
              <a:round/>
              <a:headEnd/>
              <a:tailEnd/>
            </a:ln>
          </p:spPr>
          <p:txBody>
            <a:bodyPr wrap="none" anchor="ctr"/>
            <a:lstStyle/>
            <a:p>
              <a:endParaRPr lang="en-US" dirty="0"/>
            </a:p>
          </p:txBody>
        </p:sp>
        <p:sp>
          <p:nvSpPr>
            <p:cNvPr id="45" name="Rectangle 44">
              <a:extLst>
                <a:ext uri="{FF2B5EF4-FFF2-40B4-BE49-F238E27FC236}">
                  <a16:creationId xmlns:a16="http://schemas.microsoft.com/office/drawing/2014/main" id="{68BB7A00-87ED-16D8-214B-74175BDAB68C}"/>
                </a:ext>
              </a:extLst>
            </p:cNvPr>
            <p:cNvSpPr>
              <a:spLocks noChangeArrowheads="1"/>
            </p:cNvSpPr>
            <p:nvPr/>
          </p:nvSpPr>
          <p:spPr bwMode="auto">
            <a:xfrm rot="3819322" flipH="1">
              <a:off x="5462222" y="3297371"/>
              <a:ext cx="88795" cy="263372"/>
            </a:xfrm>
            <a:prstGeom prst="rect">
              <a:avLst/>
            </a:prstGeom>
            <a:solidFill>
              <a:schemeClr val="tx2">
                <a:lumMod val="75000"/>
              </a:schemeClr>
            </a:solidFill>
            <a:ln w="9525" algn="ctr">
              <a:noFill/>
              <a:miter lim="800000"/>
              <a:headEnd/>
              <a:tailEnd/>
            </a:ln>
          </p:spPr>
          <p:txBody>
            <a:bodyPr wrap="none" anchor="ctr"/>
            <a:lstStyle/>
            <a:p>
              <a:endParaRPr lang="en-US" dirty="0"/>
            </a:p>
          </p:txBody>
        </p:sp>
        <p:sp>
          <p:nvSpPr>
            <p:cNvPr id="46" name="Rectangle 17">
              <a:extLst>
                <a:ext uri="{FF2B5EF4-FFF2-40B4-BE49-F238E27FC236}">
                  <a16:creationId xmlns:a16="http://schemas.microsoft.com/office/drawing/2014/main" id="{8FD73B91-456C-EAE9-D59A-DCF6C3852160}"/>
                </a:ext>
              </a:extLst>
            </p:cNvPr>
            <p:cNvSpPr>
              <a:spLocks noChangeArrowheads="1"/>
            </p:cNvSpPr>
            <p:nvPr/>
          </p:nvSpPr>
          <p:spPr bwMode="auto">
            <a:xfrm rot="21338708" flipH="1">
              <a:off x="5311872" y="4200836"/>
              <a:ext cx="199481" cy="101189"/>
            </a:xfrm>
            <a:prstGeom prst="rect">
              <a:avLst/>
            </a:prstGeom>
            <a:solidFill>
              <a:schemeClr val="tx2">
                <a:lumMod val="50000"/>
              </a:schemeClr>
            </a:solidFill>
            <a:ln w="9525" algn="ctr">
              <a:noFill/>
              <a:miter lim="800000"/>
              <a:headEnd/>
              <a:tailEnd/>
            </a:ln>
          </p:spPr>
          <p:txBody>
            <a:bodyPr wrap="none" anchor="ctr"/>
            <a:lstStyle/>
            <a:p>
              <a:endParaRPr lang="en-US" dirty="0"/>
            </a:p>
          </p:txBody>
        </p:sp>
        <p:grpSp>
          <p:nvGrpSpPr>
            <p:cNvPr id="47" name="Group 46">
              <a:extLst>
                <a:ext uri="{FF2B5EF4-FFF2-40B4-BE49-F238E27FC236}">
                  <a16:creationId xmlns:a16="http://schemas.microsoft.com/office/drawing/2014/main" id="{06237E1B-55C9-B494-4A08-BB025AFF080F}"/>
                </a:ext>
              </a:extLst>
            </p:cNvPr>
            <p:cNvGrpSpPr/>
            <p:nvPr/>
          </p:nvGrpSpPr>
          <p:grpSpPr>
            <a:xfrm rot="445581">
              <a:off x="5063149" y="3688211"/>
              <a:ext cx="255129" cy="632293"/>
              <a:chOff x="5127630" y="3699794"/>
              <a:chExt cx="255129" cy="632293"/>
            </a:xfrm>
          </p:grpSpPr>
          <p:sp>
            <p:nvSpPr>
              <p:cNvPr id="48" name="Rectangle 17">
                <a:extLst>
                  <a:ext uri="{FF2B5EF4-FFF2-40B4-BE49-F238E27FC236}">
                    <a16:creationId xmlns:a16="http://schemas.microsoft.com/office/drawing/2014/main" id="{CD540531-A7C6-F69F-9ABB-E6B920EE6EE1}"/>
                  </a:ext>
                </a:extLst>
              </p:cNvPr>
              <p:cNvSpPr>
                <a:spLocks noChangeArrowheads="1"/>
              </p:cNvSpPr>
              <p:nvPr/>
            </p:nvSpPr>
            <p:spPr bwMode="auto">
              <a:xfrm flipH="1">
                <a:off x="5168689" y="4233580"/>
                <a:ext cx="214070" cy="94748"/>
              </a:xfrm>
              <a:prstGeom prst="rect">
                <a:avLst/>
              </a:prstGeom>
              <a:solidFill>
                <a:srgbClr val="002060"/>
              </a:solidFill>
              <a:ln w="9525" algn="ctr">
                <a:noFill/>
                <a:miter lim="800000"/>
                <a:headEnd/>
                <a:tailEnd/>
              </a:ln>
            </p:spPr>
            <p:txBody>
              <a:bodyPr wrap="none" anchor="ctr"/>
              <a:lstStyle/>
              <a:p>
                <a:endParaRPr lang="en-US" dirty="0"/>
              </a:p>
            </p:txBody>
          </p:sp>
          <p:sp>
            <p:nvSpPr>
              <p:cNvPr id="49" name="Rectangle 15">
                <a:extLst>
                  <a:ext uri="{FF2B5EF4-FFF2-40B4-BE49-F238E27FC236}">
                    <a16:creationId xmlns:a16="http://schemas.microsoft.com/office/drawing/2014/main" id="{1F415738-353B-A26A-AB39-08343BED93D7}"/>
                  </a:ext>
                </a:extLst>
              </p:cNvPr>
              <p:cNvSpPr>
                <a:spLocks noChangeArrowheads="1"/>
              </p:cNvSpPr>
              <p:nvPr/>
            </p:nvSpPr>
            <p:spPr bwMode="auto">
              <a:xfrm rot="20864567" flipH="1">
                <a:off x="5134516" y="3699794"/>
                <a:ext cx="125925" cy="328498"/>
              </a:xfrm>
              <a:prstGeom prst="rect">
                <a:avLst/>
              </a:prstGeom>
              <a:solidFill>
                <a:srgbClr val="002060"/>
              </a:solidFill>
              <a:ln w="9525" algn="ctr">
                <a:noFill/>
                <a:miter lim="800000"/>
                <a:headEnd/>
                <a:tailEnd/>
              </a:ln>
            </p:spPr>
            <p:txBody>
              <a:bodyPr wrap="none" anchor="ctr"/>
              <a:lstStyle/>
              <a:p>
                <a:endParaRPr lang="en-US" dirty="0"/>
              </a:p>
            </p:txBody>
          </p:sp>
          <p:sp>
            <p:nvSpPr>
              <p:cNvPr id="50" name="Rectangle 15">
                <a:extLst>
                  <a:ext uri="{FF2B5EF4-FFF2-40B4-BE49-F238E27FC236}">
                    <a16:creationId xmlns:a16="http://schemas.microsoft.com/office/drawing/2014/main" id="{58BAADF0-486D-53A9-6565-2EBFF4B0F2DC}"/>
                  </a:ext>
                </a:extLst>
              </p:cNvPr>
              <p:cNvSpPr>
                <a:spLocks noChangeArrowheads="1"/>
              </p:cNvSpPr>
              <p:nvPr/>
            </p:nvSpPr>
            <p:spPr bwMode="auto">
              <a:xfrm rot="858641" flipH="1">
                <a:off x="5127630" y="3961297"/>
                <a:ext cx="122317" cy="370790"/>
              </a:xfrm>
              <a:prstGeom prst="rect">
                <a:avLst/>
              </a:prstGeom>
              <a:solidFill>
                <a:srgbClr val="002060"/>
              </a:solidFill>
              <a:ln w="9525" algn="ctr">
                <a:noFill/>
                <a:miter lim="800000"/>
                <a:headEnd/>
                <a:tailEnd/>
              </a:ln>
            </p:spPr>
            <p:txBody>
              <a:bodyPr wrap="none" anchor="ctr"/>
              <a:lstStyle/>
              <a:p>
                <a:endParaRPr lang="en-US" dirty="0"/>
              </a:p>
            </p:txBody>
          </p:sp>
        </p:grpSp>
      </p:grpSp>
      <p:grpSp>
        <p:nvGrpSpPr>
          <p:cNvPr id="51" name="Group 50">
            <a:extLst>
              <a:ext uri="{FF2B5EF4-FFF2-40B4-BE49-F238E27FC236}">
                <a16:creationId xmlns:a16="http://schemas.microsoft.com/office/drawing/2014/main" id="{5B20CBDF-39C7-0588-A94B-19F42F07185D}"/>
              </a:ext>
            </a:extLst>
          </p:cNvPr>
          <p:cNvGrpSpPr/>
          <p:nvPr/>
        </p:nvGrpSpPr>
        <p:grpSpPr>
          <a:xfrm>
            <a:off x="7351531" y="3910299"/>
            <a:ext cx="212831" cy="701906"/>
            <a:chOff x="629959" y="4590225"/>
            <a:chExt cx="634567" cy="1669221"/>
          </a:xfrm>
        </p:grpSpPr>
        <p:sp>
          <p:nvSpPr>
            <p:cNvPr id="52" name="Rectangle 15">
              <a:extLst>
                <a:ext uri="{FF2B5EF4-FFF2-40B4-BE49-F238E27FC236}">
                  <a16:creationId xmlns:a16="http://schemas.microsoft.com/office/drawing/2014/main" id="{6C5E33C8-91A0-CAC0-8D9E-A5827011EF82}"/>
                </a:ext>
              </a:extLst>
            </p:cNvPr>
            <p:cNvSpPr>
              <a:spLocks noChangeArrowheads="1"/>
            </p:cNvSpPr>
            <p:nvPr/>
          </p:nvSpPr>
          <p:spPr bwMode="auto">
            <a:xfrm rot="965892" flipH="1">
              <a:off x="813690" y="5734448"/>
              <a:ext cx="157613" cy="45886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53" name="Rectangle 15">
              <a:extLst>
                <a:ext uri="{FF2B5EF4-FFF2-40B4-BE49-F238E27FC236}">
                  <a16:creationId xmlns:a16="http://schemas.microsoft.com/office/drawing/2014/main" id="{E14052F7-2B47-271F-BD59-47272BAC00C3}"/>
                </a:ext>
              </a:extLst>
            </p:cNvPr>
            <p:cNvSpPr>
              <a:spLocks noChangeArrowheads="1"/>
            </p:cNvSpPr>
            <p:nvPr/>
          </p:nvSpPr>
          <p:spPr bwMode="auto">
            <a:xfrm rot="21008483" flipH="1">
              <a:off x="819370" y="5373846"/>
              <a:ext cx="173347" cy="43116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54" name="Rectangle 17">
              <a:extLst>
                <a:ext uri="{FF2B5EF4-FFF2-40B4-BE49-F238E27FC236}">
                  <a16:creationId xmlns:a16="http://schemas.microsoft.com/office/drawing/2014/main" id="{76FDF016-70CC-CAF5-8A04-EC020E64713C}"/>
                </a:ext>
              </a:extLst>
            </p:cNvPr>
            <p:cNvSpPr>
              <a:spLocks noChangeArrowheads="1"/>
            </p:cNvSpPr>
            <p:nvPr/>
          </p:nvSpPr>
          <p:spPr bwMode="auto">
            <a:xfrm rot="10800000" flipH="1">
              <a:off x="749276" y="6100400"/>
              <a:ext cx="297026" cy="139562"/>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55" name="Rectangle 15">
              <a:extLst>
                <a:ext uri="{FF2B5EF4-FFF2-40B4-BE49-F238E27FC236}">
                  <a16:creationId xmlns:a16="http://schemas.microsoft.com/office/drawing/2014/main" id="{48747CBE-8CA4-F8B5-A98E-3AEE4F537785}"/>
                </a:ext>
              </a:extLst>
            </p:cNvPr>
            <p:cNvSpPr>
              <a:spLocks noChangeArrowheads="1"/>
            </p:cNvSpPr>
            <p:nvPr/>
          </p:nvSpPr>
          <p:spPr bwMode="auto">
            <a:xfrm rot="21369840" flipH="1">
              <a:off x="804695" y="5377774"/>
              <a:ext cx="175604" cy="431161"/>
            </a:xfrm>
            <a:prstGeom prst="rect">
              <a:avLst/>
            </a:prstGeom>
            <a:solidFill>
              <a:srgbClr val="002060"/>
            </a:solidFill>
            <a:ln w="9525" algn="ctr">
              <a:noFill/>
              <a:miter lim="800000"/>
              <a:headEnd/>
              <a:tailEnd/>
            </a:ln>
          </p:spPr>
          <p:txBody>
            <a:bodyPr wrap="none" anchor="ctr"/>
            <a:lstStyle/>
            <a:p>
              <a:endParaRPr lang="en-US" dirty="0"/>
            </a:p>
          </p:txBody>
        </p:sp>
        <p:sp>
          <p:nvSpPr>
            <p:cNvPr id="56" name="Rectangle 55">
              <a:extLst>
                <a:ext uri="{FF2B5EF4-FFF2-40B4-BE49-F238E27FC236}">
                  <a16:creationId xmlns:a16="http://schemas.microsoft.com/office/drawing/2014/main" id="{D9ED5665-0165-B0E3-26DB-A9D5468BE39D}"/>
                </a:ext>
              </a:extLst>
            </p:cNvPr>
            <p:cNvSpPr>
              <a:spLocks noChangeArrowheads="1"/>
            </p:cNvSpPr>
            <p:nvPr/>
          </p:nvSpPr>
          <p:spPr bwMode="auto">
            <a:xfrm rot="403088" flipH="1">
              <a:off x="799240" y="5745699"/>
              <a:ext cx="160327" cy="474075"/>
            </a:xfrm>
            <a:prstGeom prst="rect">
              <a:avLst/>
            </a:prstGeom>
            <a:solidFill>
              <a:srgbClr val="002060"/>
            </a:solidFill>
            <a:ln w="9525" algn="ctr">
              <a:noFill/>
              <a:miter lim="800000"/>
              <a:headEnd/>
              <a:tailEnd/>
            </a:ln>
          </p:spPr>
          <p:txBody>
            <a:bodyPr wrap="none" anchor="ctr"/>
            <a:lstStyle/>
            <a:p>
              <a:endParaRPr lang="en-US" dirty="0"/>
            </a:p>
          </p:txBody>
        </p:sp>
        <p:sp>
          <p:nvSpPr>
            <p:cNvPr id="57" name="Rectangle 17">
              <a:extLst>
                <a:ext uri="{FF2B5EF4-FFF2-40B4-BE49-F238E27FC236}">
                  <a16:creationId xmlns:a16="http://schemas.microsoft.com/office/drawing/2014/main" id="{86395CA6-4971-7D3E-F8FC-607F5DB9996D}"/>
                </a:ext>
              </a:extLst>
            </p:cNvPr>
            <p:cNvSpPr>
              <a:spLocks noChangeArrowheads="1"/>
            </p:cNvSpPr>
            <p:nvPr/>
          </p:nvSpPr>
          <p:spPr bwMode="auto">
            <a:xfrm rot="11040023" flipH="1">
              <a:off x="768082" y="6138625"/>
              <a:ext cx="287410" cy="120821"/>
            </a:xfrm>
            <a:prstGeom prst="rect">
              <a:avLst/>
            </a:prstGeom>
            <a:solidFill>
              <a:srgbClr val="002060"/>
            </a:solidFill>
            <a:ln w="9525" algn="ctr">
              <a:noFill/>
              <a:miter lim="800000"/>
              <a:headEnd/>
              <a:tailEnd/>
            </a:ln>
          </p:spPr>
          <p:txBody>
            <a:bodyPr wrap="none" anchor="ctr"/>
            <a:lstStyle/>
            <a:p>
              <a:endParaRPr lang="en-US" dirty="0"/>
            </a:p>
          </p:txBody>
        </p:sp>
        <p:grpSp>
          <p:nvGrpSpPr>
            <p:cNvPr id="58" name="Group 57">
              <a:extLst>
                <a:ext uri="{FF2B5EF4-FFF2-40B4-BE49-F238E27FC236}">
                  <a16:creationId xmlns:a16="http://schemas.microsoft.com/office/drawing/2014/main" id="{69B7134A-949E-9E5F-6FE1-292E0A651DF7}"/>
                </a:ext>
              </a:extLst>
            </p:cNvPr>
            <p:cNvGrpSpPr/>
            <p:nvPr/>
          </p:nvGrpSpPr>
          <p:grpSpPr>
            <a:xfrm rot="21054332">
              <a:off x="629959" y="4590225"/>
              <a:ext cx="634567" cy="826788"/>
              <a:chOff x="679483" y="4626863"/>
              <a:chExt cx="634567" cy="826788"/>
            </a:xfrm>
          </p:grpSpPr>
          <p:sp>
            <p:nvSpPr>
              <p:cNvPr id="59" name="Rectangle 14">
                <a:extLst>
                  <a:ext uri="{FF2B5EF4-FFF2-40B4-BE49-F238E27FC236}">
                    <a16:creationId xmlns:a16="http://schemas.microsoft.com/office/drawing/2014/main" id="{E3BD127E-B913-539A-7374-6FD59CFFCF72}"/>
                  </a:ext>
                </a:extLst>
              </p:cNvPr>
              <p:cNvSpPr>
                <a:spLocks noChangeArrowheads="1"/>
              </p:cNvSpPr>
              <p:nvPr/>
            </p:nvSpPr>
            <p:spPr bwMode="auto">
              <a:xfrm rot="3808838" flipH="1">
                <a:off x="1051925" y="4715348"/>
                <a:ext cx="122177" cy="402073"/>
              </a:xfrm>
              <a:prstGeom prst="rect">
                <a:avLst/>
              </a:prstGeom>
              <a:solidFill>
                <a:schemeClr val="accent1">
                  <a:lumMod val="50000"/>
                </a:schemeClr>
              </a:solidFill>
              <a:ln w="9525" algn="ctr">
                <a:noFill/>
                <a:miter lim="800000"/>
                <a:headEnd/>
                <a:tailEnd/>
              </a:ln>
            </p:spPr>
            <p:txBody>
              <a:bodyPr wrap="none" anchor="ctr"/>
              <a:lstStyle/>
              <a:p>
                <a:endParaRPr lang="en-US" dirty="0"/>
              </a:p>
            </p:txBody>
          </p:sp>
          <p:sp>
            <p:nvSpPr>
              <p:cNvPr id="60" name="Oval 11">
                <a:extLst>
                  <a:ext uri="{FF2B5EF4-FFF2-40B4-BE49-F238E27FC236}">
                    <a16:creationId xmlns:a16="http://schemas.microsoft.com/office/drawing/2014/main" id="{EC546EA1-6F3B-560A-6AE4-03A829EB8D4D}"/>
                  </a:ext>
                </a:extLst>
              </p:cNvPr>
              <p:cNvSpPr>
                <a:spLocks noChangeArrowheads="1"/>
              </p:cNvSpPr>
              <p:nvPr/>
            </p:nvSpPr>
            <p:spPr bwMode="auto">
              <a:xfrm rot="159126" flipH="1">
                <a:off x="796547" y="4627985"/>
                <a:ext cx="243644" cy="292814"/>
              </a:xfrm>
              <a:prstGeom prst="ellipse">
                <a:avLst/>
              </a:prstGeom>
              <a:solidFill>
                <a:srgbClr val="002060"/>
              </a:solidFill>
              <a:ln w="9525" algn="ctr">
                <a:solidFill>
                  <a:schemeClr val="bg1"/>
                </a:solidFill>
                <a:round/>
                <a:headEnd/>
                <a:tailEnd/>
              </a:ln>
            </p:spPr>
            <p:txBody>
              <a:bodyPr wrap="none" anchor="ctr"/>
              <a:lstStyle/>
              <a:p>
                <a:endParaRPr lang="en-US" dirty="0"/>
              </a:p>
            </p:txBody>
          </p:sp>
          <p:sp>
            <p:nvSpPr>
              <p:cNvPr id="61" name="Oval 60">
                <a:extLst>
                  <a:ext uri="{FF2B5EF4-FFF2-40B4-BE49-F238E27FC236}">
                    <a16:creationId xmlns:a16="http://schemas.microsoft.com/office/drawing/2014/main" id="{EFBCDBF1-E789-2B6F-EF91-ED8A77217FEB}"/>
                  </a:ext>
                </a:extLst>
              </p:cNvPr>
              <p:cNvSpPr/>
              <p:nvPr/>
            </p:nvSpPr>
            <p:spPr>
              <a:xfrm>
                <a:off x="741004" y="4884368"/>
                <a:ext cx="324047" cy="303943"/>
              </a:xfrm>
              <a:prstGeom prst="ellipse">
                <a:avLst/>
              </a:prstGeom>
              <a:solidFill>
                <a:srgbClr val="002060"/>
              </a:solidFill>
              <a:ln w="9525" algn="ctr">
                <a:noFill/>
                <a:round/>
                <a:headEnd/>
                <a:tailEnd/>
              </a:ln>
            </p:spPr>
            <p:txBody>
              <a:bodyPr wrap="none" anchor="ctr"/>
              <a:lstStyle/>
              <a:p>
                <a:endParaRPr lang="en-US" dirty="0"/>
              </a:p>
            </p:txBody>
          </p:sp>
          <p:sp>
            <p:nvSpPr>
              <p:cNvPr id="62" name="Oval 12">
                <a:extLst>
                  <a:ext uri="{FF2B5EF4-FFF2-40B4-BE49-F238E27FC236}">
                    <a16:creationId xmlns:a16="http://schemas.microsoft.com/office/drawing/2014/main" id="{68C37FDD-9360-EB04-E52B-4B348D229E6C}"/>
                  </a:ext>
                </a:extLst>
              </p:cNvPr>
              <p:cNvSpPr>
                <a:spLocks noChangeArrowheads="1"/>
              </p:cNvSpPr>
              <p:nvPr/>
            </p:nvSpPr>
            <p:spPr bwMode="auto">
              <a:xfrm rot="321597" flipH="1">
                <a:off x="722158" y="4881495"/>
                <a:ext cx="321024" cy="572156"/>
              </a:xfrm>
              <a:prstGeom prst="ellipse">
                <a:avLst/>
              </a:prstGeom>
              <a:solidFill>
                <a:srgbClr val="002060"/>
              </a:solidFill>
              <a:ln w="9525" algn="ctr">
                <a:noFill/>
                <a:round/>
                <a:headEnd/>
                <a:tailEnd/>
              </a:ln>
            </p:spPr>
            <p:txBody>
              <a:bodyPr wrap="none" anchor="ctr"/>
              <a:lstStyle/>
              <a:p>
                <a:endParaRPr lang="en-US" dirty="0"/>
              </a:p>
            </p:txBody>
          </p:sp>
          <p:sp>
            <p:nvSpPr>
              <p:cNvPr id="63" name="Rectangle 14">
                <a:extLst>
                  <a:ext uri="{FF2B5EF4-FFF2-40B4-BE49-F238E27FC236}">
                    <a16:creationId xmlns:a16="http://schemas.microsoft.com/office/drawing/2014/main" id="{6E190801-0314-25F4-6BDF-01AA35589D60}"/>
                  </a:ext>
                </a:extLst>
              </p:cNvPr>
              <p:cNvSpPr>
                <a:spLocks noChangeArrowheads="1"/>
              </p:cNvSpPr>
              <p:nvPr/>
            </p:nvSpPr>
            <p:spPr bwMode="auto">
              <a:xfrm rot="2703047" flipH="1">
                <a:off x="764078" y="4909229"/>
                <a:ext cx="148869" cy="318059"/>
              </a:xfrm>
              <a:prstGeom prst="rect">
                <a:avLst/>
              </a:prstGeom>
              <a:solidFill>
                <a:schemeClr val="accent1">
                  <a:lumMod val="50000"/>
                </a:schemeClr>
              </a:solidFill>
              <a:ln w="9525" algn="ctr">
                <a:noFill/>
                <a:miter lim="800000"/>
                <a:headEnd/>
                <a:tailEnd/>
              </a:ln>
            </p:spPr>
            <p:txBody>
              <a:bodyPr wrap="none" anchor="ctr"/>
              <a:lstStyle/>
              <a:p>
                <a:endParaRPr lang="en-US" dirty="0"/>
              </a:p>
            </p:txBody>
          </p:sp>
          <p:sp>
            <p:nvSpPr>
              <p:cNvPr id="64" name="Rectangle 63">
                <a:extLst>
                  <a:ext uri="{FF2B5EF4-FFF2-40B4-BE49-F238E27FC236}">
                    <a16:creationId xmlns:a16="http://schemas.microsoft.com/office/drawing/2014/main" id="{6D983796-337C-1D88-F9DF-6BB8BF78C5D3}"/>
                  </a:ext>
                </a:extLst>
              </p:cNvPr>
              <p:cNvSpPr>
                <a:spLocks noChangeArrowheads="1"/>
              </p:cNvSpPr>
              <p:nvPr/>
            </p:nvSpPr>
            <p:spPr bwMode="auto">
              <a:xfrm rot="8506483" flipH="1">
                <a:off x="753922" y="5071699"/>
                <a:ext cx="109639" cy="325580"/>
              </a:xfrm>
              <a:prstGeom prst="rect">
                <a:avLst/>
              </a:prstGeom>
              <a:solidFill>
                <a:schemeClr val="accent1">
                  <a:lumMod val="50000"/>
                </a:schemeClr>
              </a:solidFill>
              <a:ln w="9525" algn="ctr">
                <a:noFill/>
                <a:miter lim="800000"/>
                <a:headEnd/>
                <a:tailEnd/>
              </a:ln>
            </p:spPr>
            <p:txBody>
              <a:bodyPr wrap="none" anchor="ctr"/>
              <a:lstStyle/>
              <a:p>
                <a:endParaRPr lang="en-US" dirty="0"/>
              </a:p>
            </p:txBody>
          </p:sp>
          <p:sp>
            <p:nvSpPr>
              <p:cNvPr id="65" name="Rectangle 13">
                <a:extLst>
                  <a:ext uri="{FF2B5EF4-FFF2-40B4-BE49-F238E27FC236}">
                    <a16:creationId xmlns:a16="http://schemas.microsoft.com/office/drawing/2014/main" id="{0B6A32F8-DF8A-874F-96C2-67F202048559}"/>
                  </a:ext>
                </a:extLst>
              </p:cNvPr>
              <p:cNvSpPr>
                <a:spLocks noChangeArrowheads="1"/>
              </p:cNvSpPr>
              <p:nvPr/>
            </p:nvSpPr>
            <p:spPr bwMode="auto">
              <a:xfrm rot="4229478" flipH="1">
                <a:off x="825498" y="5318183"/>
                <a:ext cx="141327" cy="111151"/>
              </a:xfrm>
              <a:prstGeom prst="rect">
                <a:avLst/>
              </a:prstGeom>
              <a:solidFill>
                <a:schemeClr val="accent1">
                  <a:lumMod val="50000"/>
                </a:schemeClr>
              </a:solidFill>
              <a:ln w="9525" algn="ctr">
                <a:noFill/>
                <a:miter lim="800000"/>
                <a:headEnd/>
                <a:tailEnd/>
              </a:ln>
            </p:spPr>
            <p:txBody>
              <a:bodyPr wrap="none" anchor="ctr"/>
              <a:lstStyle/>
              <a:p>
                <a:endParaRPr lang="en-US" dirty="0"/>
              </a:p>
            </p:txBody>
          </p:sp>
          <p:sp>
            <p:nvSpPr>
              <p:cNvPr id="66" name="Rectangle 65">
                <a:extLst>
                  <a:ext uri="{FF2B5EF4-FFF2-40B4-BE49-F238E27FC236}">
                    <a16:creationId xmlns:a16="http://schemas.microsoft.com/office/drawing/2014/main" id="{E1E00A56-D93E-3D42-D8B5-5BDCC1D849B4}"/>
                  </a:ext>
                </a:extLst>
              </p:cNvPr>
              <p:cNvSpPr>
                <a:spLocks noChangeArrowheads="1"/>
              </p:cNvSpPr>
              <p:nvPr/>
            </p:nvSpPr>
            <p:spPr bwMode="auto">
              <a:xfrm rot="8676597" flipH="1">
                <a:off x="1157666" y="4633700"/>
                <a:ext cx="89475" cy="242687"/>
              </a:xfrm>
              <a:prstGeom prst="rect">
                <a:avLst/>
              </a:prstGeom>
              <a:solidFill>
                <a:schemeClr val="accent1">
                  <a:lumMod val="50000"/>
                </a:schemeClr>
              </a:solidFill>
              <a:ln w="9525" algn="ctr">
                <a:noFill/>
                <a:miter lim="800000"/>
                <a:headEnd/>
                <a:tailEnd/>
              </a:ln>
            </p:spPr>
            <p:txBody>
              <a:bodyPr wrap="none" anchor="ctr"/>
              <a:lstStyle/>
              <a:p>
                <a:endParaRPr lang="en-US" dirty="0"/>
              </a:p>
            </p:txBody>
          </p:sp>
          <p:sp>
            <p:nvSpPr>
              <p:cNvPr id="67" name="Rectangle 13">
                <a:extLst>
                  <a:ext uri="{FF2B5EF4-FFF2-40B4-BE49-F238E27FC236}">
                    <a16:creationId xmlns:a16="http://schemas.microsoft.com/office/drawing/2014/main" id="{3FC8DDB5-2546-9EC8-7B6A-FBB5E7D7902D}"/>
                  </a:ext>
                </a:extLst>
              </p:cNvPr>
              <p:cNvSpPr>
                <a:spLocks noChangeArrowheads="1"/>
              </p:cNvSpPr>
              <p:nvPr/>
            </p:nvSpPr>
            <p:spPr bwMode="auto">
              <a:xfrm rot="4229478" flipH="1">
                <a:off x="1057159" y="4589836"/>
                <a:ext cx="69279" cy="143333"/>
              </a:xfrm>
              <a:prstGeom prst="rect">
                <a:avLst/>
              </a:prstGeom>
              <a:solidFill>
                <a:schemeClr val="accent1">
                  <a:lumMod val="50000"/>
                </a:schemeClr>
              </a:solidFill>
              <a:ln w="9525" algn="ctr">
                <a:noFill/>
                <a:miter lim="800000"/>
                <a:headEnd/>
                <a:tailEnd/>
              </a:ln>
            </p:spPr>
            <p:txBody>
              <a:bodyPr wrap="none" anchor="ctr"/>
              <a:lstStyle/>
              <a:p>
                <a:endParaRPr lang="en-US" dirty="0"/>
              </a:p>
            </p:txBody>
          </p:sp>
        </p:grpSp>
      </p:grpSp>
      <p:grpSp>
        <p:nvGrpSpPr>
          <p:cNvPr id="68" name="Group 67">
            <a:extLst>
              <a:ext uri="{FF2B5EF4-FFF2-40B4-BE49-F238E27FC236}">
                <a16:creationId xmlns:a16="http://schemas.microsoft.com/office/drawing/2014/main" id="{93CF665F-3616-D7BE-FD51-9C3007404E7D}"/>
              </a:ext>
            </a:extLst>
          </p:cNvPr>
          <p:cNvGrpSpPr/>
          <p:nvPr/>
        </p:nvGrpSpPr>
        <p:grpSpPr>
          <a:xfrm flipH="1">
            <a:off x="8649081" y="4560050"/>
            <a:ext cx="128868" cy="156855"/>
            <a:chOff x="6825343" y="1110343"/>
            <a:chExt cx="1937658" cy="2079171"/>
          </a:xfrm>
        </p:grpSpPr>
        <p:sp>
          <p:nvSpPr>
            <p:cNvPr id="69" name="Freeform 30">
              <a:extLst>
                <a:ext uri="{FF2B5EF4-FFF2-40B4-BE49-F238E27FC236}">
                  <a16:creationId xmlns:a16="http://schemas.microsoft.com/office/drawing/2014/main" id="{ED6689E7-99C8-3CD1-4A5E-986644D0B68E}"/>
                </a:ext>
              </a:extLst>
            </p:cNvPr>
            <p:cNvSpPr/>
            <p:nvPr/>
          </p:nvSpPr>
          <p:spPr>
            <a:xfrm>
              <a:off x="6901543" y="1110343"/>
              <a:ext cx="1861458" cy="1828800"/>
            </a:xfrm>
            <a:custGeom>
              <a:avLst/>
              <a:gdLst>
                <a:gd name="connsiteX0" fmla="*/ 0 w 1839686"/>
                <a:gd name="connsiteY0" fmla="*/ 870857 h 1828800"/>
                <a:gd name="connsiteX1" fmla="*/ 849086 w 1839686"/>
                <a:gd name="connsiteY1" fmla="*/ 903514 h 1828800"/>
                <a:gd name="connsiteX2" fmla="*/ 1077686 w 1839686"/>
                <a:gd name="connsiteY2" fmla="*/ 1208314 h 1828800"/>
                <a:gd name="connsiteX3" fmla="*/ 838200 w 1839686"/>
                <a:gd name="connsiteY3" fmla="*/ 1654628 h 1828800"/>
                <a:gd name="connsiteX4" fmla="*/ 1219200 w 1839686"/>
                <a:gd name="connsiteY4" fmla="*/ 1828800 h 1828800"/>
                <a:gd name="connsiteX5" fmla="*/ 1611086 w 1839686"/>
                <a:gd name="connsiteY5" fmla="*/ 1480457 h 1828800"/>
                <a:gd name="connsiteX6" fmla="*/ 1796143 w 1839686"/>
                <a:gd name="connsiteY6" fmla="*/ 1273628 h 1828800"/>
                <a:gd name="connsiteX7" fmla="*/ 1839686 w 1839686"/>
                <a:gd name="connsiteY7" fmla="*/ 859971 h 1828800"/>
                <a:gd name="connsiteX8" fmla="*/ 1730829 w 1839686"/>
                <a:gd name="connsiteY8" fmla="*/ 402771 h 1828800"/>
                <a:gd name="connsiteX9" fmla="*/ 1295400 w 1839686"/>
                <a:gd name="connsiteY9" fmla="*/ 32657 h 1828800"/>
                <a:gd name="connsiteX10" fmla="*/ 816429 w 1839686"/>
                <a:gd name="connsiteY10" fmla="*/ 0 h 1828800"/>
                <a:gd name="connsiteX11" fmla="*/ 337457 w 1839686"/>
                <a:gd name="connsiteY11" fmla="*/ 228600 h 1828800"/>
                <a:gd name="connsiteX12" fmla="*/ 130629 w 1839686"/>
                <a:gd name="connsiteY12" fmla="*/ 609600 h 1828800"/>
                <a:gd name="connsiteX13" fmla="*/ 0 w 1839686"/>
                <a:gd name="connsiteY13" fmla="*/ 870857 h 1828800"/>
                <a:gd name="connsiteX0" fmla="*/ 0 w 1839686"/>
                <a:gd name="connsiteY0" fmla="*/ 870857 h 1828800"/>
                <a:gd name="connsiteX1" fmla="*/ 849086 w 1839686"/>
                <a:gd name="connsiteY1" fmla="*/ 903514 h 1828800"/>
                <a:gd name="connsiteX2" fmla="*/ 1077686 w 1839686"/>
                <a:gd name="connsiteY2" fmla="*/ 1208314 h 1828800"/>
                <a:gd name="connsiteX3" fmla="*/ 838200 w 1839686"/>
                <a:gd name="connsiteY3" fmla="*/ 1654628 h 1828800"/>
                <a:gd name="connsiteX4" fmla="*/ 1219200 w 1839686"/>
                <a:gd name="connsiteY4" fmla="*/ 1828800 h 1828800"/>
                <a:gd name="connsiteX5" fmla="*/ 1687286 w 1839686"/>
                <a:gd name="connsiteY5" fmla="*/ 1534885 h 1828800"/>
                <a:gd name="connsiteX6" fmla="*/ 1796143 w 1839686"/>
                <a:gd name="connsiteY6" fmla="*/ 1273628 h 1828800"/>
                <a:gd name="connsiteX7" fmla="*/ 1839686 w 1839686"/>
                <a:gd name="connsiteY7" fmla="*/ 859971 h 1828800"/>
                <a:gd name="connsiteX8" fmla="*/ 1730829 w 1839686"/>
                <a:gd name="connsiteY8" fmla="*/ 402771 h 1828800"/>
                <a:gd name="connsiteX9" fmla="*/ 1295400 w 1839686"/>
                <a:gd name="connsiteY9" fmla="*/ 32657 h 1828800"/>
                <a:gd name="connsiteX10" fmla="*/ 816429 w 1839686"/>
                <a:gd name="connsiteY10" fmla="*/ 0 h 1828800"/>
                <a:gd name="connsiteX11" fmla="*/ 337457 w 1839686"/>
                <a:gd name="connsiteY11" fmla="*/ 228600 h 1828800"/>
                <a:gd name="connsiteX12" fmla="*/ 130629 w 1839686"/>
                <a:gd name="connsiteY12" fmla="*/ 609600 h 1828800"/>
                <a:gd name="connsiteX13" fmla="*/ 0 w 1839686"/>
                <a:gd name="connsiteY13" fmla="*/ 870857 h 1828800"/>
                <a:gd name="connsiteX0" fmla="*/ 0 w 1839686"/>
                <a:gd name="connsiteY0" fmla="*/ 870857 h 1828800"/>
                <a:gd name="connsiteX1" fmla="*/ 849086 w 1839686"/>
                <a:gd name="connsiteY1" fmla="*/ 903514 h 1828800"/>
                <a:gd name="connsiteX2" fmla="*/ 1077686 w 1839686"/>
                <a:gd name="connsiteY2" fmla="*/ 1208314 h 1828800"/>
                <a:gd name="connsiteX3" fmla="*/ 838200 w 1839686"/>
                <a:gd name="connsiteY3" fmla="*/ 1654628 h 1828800"/>
                <a:gd name="connsiteX4" fmla="*/ 1219200 w 1839686"/>
                <a:gd name="connsiteY4" fmla="*/ 1828800 h 1828800"/>
                <a:gd name="connsiteX5" fmla="*/ 1719943 w 1839686"/>
                <a:gd name="connsiteY5" fmla="*/ 1556656 h 1828800"/>
                <a:gd name="connsiteX6" fmla="*/ 1796143 w 1839686"/>
                <a:gd name="connsiteY6" fmla="*/ 1273628 h 1828800"/>
                <a:gd name="connsiteX7" fmla="*/ 1839686 w 1839686"/>
                <a:gd name="connsiteY7" fmla="*/ 859971 h 1828800"/>
                <a:gd name="connsiteX8" fmla="*/ 1730829 w 1839686"/>
                <a:gd name="connsiteY8" fmla="*/ 402771 h 1828800"/>
                <a:gd name="connsiteX9" fmla="*/ 1295400 w 1839686"/>
                <a:gd name="connsiteY9" fmla="*/ 32657 h 1828800"/>
                <a:gd name="connsiteX10" fmla="*/ 816429 w 1839686"/>
                <a:gd name="connsiteY10" fmla="*/ 0 h 1828800"/>
                <a:gd name="connsiteX11" fmla="*/ 337457 w 1839686"/>
                <a:gd name="connsiteY11" fmla="*/ 228600 h 1828800"/>
                <a:gd name="connsiteX12" fmla="*/ 130629 w 1839686"/>
                <a:gd name="connsiteY12" fmla="*/ 609600 h 1828800"/>
                <a:gd name="connsiteX13" fmla="*/ 0 w 1839686"/>
                <a:gd name="connsiteY13" fmla="*/ 870857 h 1828800"/>
                <a:gd name="connsiteX0" fmla="*/ 0 w 1861458"/>
                <a:gd name="connsiteY0" fmla="*/ 870857 h 1828800"/>
                <a:gd name="connsiteX1" fmla="*/ 849086 w 1861458"/>
                <a:gd name="connsiteY1" fmla="*/ 903514 h 1828800"/>
                <a:gd name="connsiteX2" fmla="*/ 1077686 w 1861458"/>
                <a:gd name="connsiteY2" fmla="*/ 1208314 h 1828800"/>
                <a:gd name="connsiteX3" fmla="*/ 838200 w 1861458"/>
                <a:gd name="connsiteY3" fmla="*/ 1654628 h 1828800"/>
                <a:gd name="connsiteX4" fmla="*/ 1219200 w 1861458"/>
                <a:gd name="connsiteY4" fmla="*/ 1828800 h 1828800"/>
                <a:gd name="connsiteX5" fmla="*/ 1719943 w 1861458"/>
                <a:gd name="connsiteY5" fmla="*/ 1556656 h 1828800"/>
                <a:gd name="connsiteX6" fmla="*/ 1861458 w 1861458"/>
                <a:gd name="connsiteY6" fmla="*/ 1436914 h 1828800"/>
                <a:gd name="connsiteX7" fmla="*/ 1839686 w 1861458"/>
                <a:gd name="connsiteY7" fmla="*/ 859971 h 1828800"/>
                <a:gd name="connsiteX8" fmla="*/ 1730829 w 1861458"/>
                <a:gd name="connsiteY8" fmla="*/ 402771 h 1828800"/>
                <a:gd name="connsiteX9" fmla="*/ 1295400 w 1861458"/>
                <a:gd name="connsiteY9" fmla="*/ 32657 h 1828800"/>
                <a:gd name="connsiteX10" fmla="*/ 816429 w 1861458"/>
                <a:gd name="connsiteY10" fmla="*/ 0 h 1828800"/>
                <a:gd name="connsiteX11" fmla="*/ 337457 w 1861458"/>
                <a:gd name="connsiteY11" fmla="*/ 228600 h 1828800"/>
                <a:gd name="connsiteX12" fmla="*/ 130629 w 1861458"/>
                <a:gd name="connsiteY12" fmla="*/ 609600 h 1828800"/>
                <a:gd name="connsiteX13" fmla="*/ 0 w 1861458"/>
                <a:gd name="connsiteY13" fmla="*/ 870857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61458" h="1828800">
                  <a:moveTo>
                    <a:pt x="0" y="870857"/>
                  </a:moveTo>
                  <a:lnTo>
                    <a:pt x="849086" y="903514"/>
                  </a:lnTo>
                  <a:lnTo>
                    <a:pt x="1077686" y="1208314"/>
                  </a:lnTo>
                  <a:lnTo>
                    <a:pt x="838200" y="1654628"/>
                  </a:lnTo>
                  <a:lnTo>
                    <a:pt x="1219200" y="1828800"/>
                  </a:lnTo>
                  <a:lnTo>
                    <a:pt x="1719943" y="1556656"/>
                  </a:lnTo>
                  <a:lnTo>
                    <a:pt x="1861458" y="1436914"/>
                  </a:lnTo>
                  <a:lnTo>
                    <a:pt x="1839686" y="859971"/>
                  </a:lnTo>
                  <a:lnTo>
                    <a:pt x="1730829" y="402771"/>
                  </a:lnTo>
                  <a:lnTo>
                    <a:pt x="1295400" y="32657"/>
                  </a:lnTo>
                  <a:lnTo>
                    <a:pt x="816429" y="0"/>
                  </a:lnTo>
                  <a:lnTo>
                    <a:pt x="337457" y="228600"/>
                  </a:lnTo>
                  <a:lnTo>
                    <a:pt x="130629" y="609600"/>
                  </a:lnTo>
                  <a:lnTo>
                    <a:pt x="0" y="870857"/>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0" name="Freeform 31">
              <a:extLst>
                <a:ext uri="{FF2B5EF4-FFF2-40B4-BE49-F238E27FC236}">
                  <a16:creationId xmlns:a16="http://schemas.microsoft.com/office/drawing/2014/main" id="{B38AB412-C97D-8E10-E83B-020074279300}"/>
                </a:ext>
              </a:extLst>
            </p:cNvPr>
            <p:cNvSpPr/>
            <p:nvPr/>
          </p:nvSpPr>
          <p:spPr>
            <a:xfrm>
              <a:off x="6890657" y="1981200"/>
              <a:ext cx="936172" cy="174171"/>
            </a:xfrm>
            <a:custGeom>
              <a:avLst/>
              <a:gdLst>
                <a:gd name="connsiteX0" fmla="*/ 97972 w 936172"/>
                <a:gd name="connsiteY0" fmla="*/ 87086 h 174171"/>
                <a:gd name="connsiteX1" fmla="*/ 936172 w 936172"/>
                <a:gd name="connsiteY1" fmla="*/ 174171 h 174171"/>
                <a:gd name="connsiteX2" fmla="*/ 914400 w 936172"/>
                <a:gd name="connsiteY2" fmla="*/ 76200 h 174171"/>
                <a:gd name="connsiteX3" fmla="*/ 87086 w 936172"/>
                <a:gd name="connsiteY3" fmla="*/ 0 h 174171"/>
                <a:gd name="connsiteX4" fmla="*/ 0 w 936172"/>
                <a:gd name="connsiteY4" fmla="*/ 43543 h 1741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6172" h="174171">
                  <a:moveTo>
                    <a:pt x="97972" y="87086"/>
                  </a:moveTo>
                  <a:lnTo>
                    <a:pt x="936172" y="174171"/>
                  </a:lnTo>
                  <a:lnTo>
                    <a:pt x="914400" y="76200"/>
                  </a:lnTo>
                  <a:lnTo>
                    <a:pt x="87086" y="0"/>
                  </a:lnTo>
                  <a:lnTo>
                    <a:pt x="0" y="43543"/>
                  </a:lnTo>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Freeform 32">
              <a:extLst>
                <a:ext uri="{FF2B5EF4-FFF2-40B4-BE49-F238E27FC236}">
                  <a16:creationId xmlns:a16="http://schemas.microsoft.com/office/drawing/2014/main" id="{C26E485A-AE74-584A-6D45-42C9D5CFA697}"/>
                </a:ext>
              </a:extLst>
            </p:cNvPr>
            <p:cNvSpPr/>
            <p:nvPr/>
          </p:nvSpPr>
          <p:spPr>
            <a:xfrm>
              <a:off x="6955971" y="2024743"/>
              <a:ext cx="283029" cy="1153886"/>
            </a:xfrm>
            <a:custGeom>
              <a:avLst/>
              <a:gdLst>
                <a:gd name="connsiteX0" fmla="*/ 0 w 283029"/>
                <a:gd name="connsiteY0" fmla="*/ 43543 h 1153886"/>
                <a:gd name="connsiteX1" fmla="*/ 108858 w 283029"/>
                <a:gd name="connsiteY1" fmla="*/ 598714 h 1153886"/>
                <a:gd name="connsiteX2" fmla="*/ 130629 w 283029"/>
                <a:gd name="connsiteY2" fmla="*/ 979714 h 1153886"/>
                <a:gd name="connsiteX3" fmla="*/ 228600 w 283029"/>
                <a:gd name="connsiteY3" fmla="*/ 1153886 h 1153886"/>
                <a:gd name="connsiteX4" fmla="*/ 283029 w 283029"/>
                <a:gd name="connsiteY4" fmla="*/ 1132114 h 1153886"/>
                <a:gd name="connsiteX5" fmla="*/ 174172 w 283029"/>
                <a:gd name="connsiteY5" fmla="*/ 805543 h 1153886"/>
                <a:gd name="connsiteX6" fmla="*/ 174172 w 283029"/>
                <a:gd name="connsiteY6" fmla="*/ 576943 h 1153886"/>
                <a:gd name="connsiteX7" fmla="*/ 87086 w 283029"/>
                <a:gd name="connsiteY7" fmla="*/ 0 h 1153886"/>
                <a:gd name="connsiteX8" fmla="*/ 0 w 283029"/>
                <a:gd name="connsiteY8" fmla="*/ 43543 h 1153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3029" h="1153886">
                  <a:moveTo>
                    <a:pt x="0" y="43543"/>
                  </a:moveTo>
                  <a:lnTo>
                    <a:pt x="108858" y="598714"/>
                  </a:lnTo>
                  <a:lnTo>
                    <a:pt x="130629" y="979714"/>
                  </a:lnTo>
                  <a:lnTo>
                    <a:pt x="228600" y="1153886"/>
                  </a:lnTo>
                  <a:lnTo>
                    <a:pt x="283029" y="1132114"/>
                  </a:lnTo>
                  <a:lnTo>
                    <a:pt x="174172" y="805543"/>
                  </a:lnTo>
                  <a:lnTo>
                    <a:pt x="174172" y="576943"/>
                  </a:lnTo>
                  <a:lnTo>
                    <a:pt x="87086" y="0"/>
                  </a:lnTo>
                  <a:lnTo>
                    <a:pt x="0" y="43543"/>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 name="Freeform 33">
              <a:extLst>
                <a:ext uri="{FF2B5EF4-FFF2-40B4-BE49-F238E27FC236}">
                  <a16:creationId xmlns:a16="http://schemas.microsoft.com/office/drawing/2014/main" id="{4FC10DDE-EB16-16D2-0748-22674D7C38B0}"/>
                </a:ext>
              </a:extLst>
            </p:cNvPr>
            <p:cNvSpPr/>
            <p:nvPr/>
          </p:nvSpPr>
          <p:spPr>
            <a:xfrm>
              <a:off x="6825343" y="2438400"/>
              <a:ext cx="1088571" cy="206829"/>
            </a:xfrm>
            <a:custGeom>
              <a:avLst/>
              <a:gdLst>
                <a:gd name="connsiteX0" fmla="*/ 1012371 w 1088571"/>
                <a:gd name="connsiteY0" fmla="*/ 97971 h 206829"/>
                <a:gd name="connsiteX1" fmla="*/ 511628 w 1088571"/>
                <a:gd name="connsiteY1" fmla="*/ 130629 h 206829"/>
                <a:gd name="connsiteX2" fmla="*/ 195943 w 1088571"/>
                <a:gd name="connsiteY2" fmla="*/ 119743 h 206829"/>
                <a:gd name="connsiteX3" fmla="*/ 43543 w 1088571"/>
                <a:gd name="connsiteY3" fmla="*/ 87086 h 206829"/>
                <a:gd name="connsiteX4" fmla="*/ 163286 w 1088571"/>
                <a:gd name="connsiteY4" fmla="*/ 32657 h 206829"/>
                <a:gd name="connsiteX5" fmla="*/ 163286 w 1088571"/>
                <a:gd name="connsiteY5" fmla="*/ 0 h 206829"/>
                <a:gd name="connsiteX6" fmla="*/ 0 w 1088571"/>
                <a:gd name="connsiteY6" fmla="*/ 76200 h 206829"/>
                <a:gd name="connsiteX7" fmla="*/ 0 w 1088571"/>
                <a:gd name="connsiteY7" fmla="*/ 119743 h 206829"/>
                <a:gd name="connsiteX8" fmla="*/ 185057 w 1088571"/>
                <a:gd name="connsiteY8" fmla="*/ 185057 h 206829"/>
                <a:gd name="connsiteX9" fmla="*/ 511628 w 1088571"/>
                <a:gd name="connsiteY9" fmla="*/ 185057 h 206829"/>
                <a:gd name="connsiteX10" fmla="*/ 925286 w 1088571"/>
                <a:gd name="connsiteY10" fmla="*/ 195943 h 206829"/>
                <a:gd name="connsiteX11" fmla="*/ 1088571 w 1088571"/>
                <a:gd name="connsiteY11" fmla="*/ 206829 h 206829"/>
                <a:gd name="connsiteX12" fmla="*/ 1066800 w 1088571"/>
                <a:gd name="connsiteY12" fmla="*/ 152400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88571" h="206829">
                  <a:moveTo>
                    <a:pt x="1012371" y="97971"/>
                  </a:moveTo>
                  <a:lnTo>
                    <a:pt x="511628" y="130629"/>
                  </a:lnTo>
                  <a:lnTo>
                    <a:pt x="195943" y="119743"/>
                  </a:lnTo>
                  <a:lnTo>
                    <a:pt x="43543" y="87086"/>
                  </a:lnTo>
                  <a:lnTo>
                    <a:pt x="163286" y="32657"/>
                  </a:lnTo>
                  <a:lnTo>
                    <a:pt x="163286" y="0"/>
                  </a:lnTo>
                  <a:lnTo>
                    <a:pt x="0" y="76200"/>
                  </a:lnTo>
                  <a:lnTo>
                    <a:pt x="0" y="119743"/>
                  </a:lnTo>
                  <a:lnTo>
                    <a:pt x="185057" y="185057"/>
                  </a:lnTo>
                  <a:lnTo>
                    <a:pt x="511628" y="185057"/>
                  </a:lnTo>
                  <a:lnTo>
                    <a:pt x="925286" y="195943"/>
                  </a:lnTo>
                  <a:lnTo>
                    <a:pt x="1088571" y="206829"/>
                  </a:lnTo>
                  <a:lnTo>
                    <a:pt x="1066800" y="152400"/>
                  </a:lnTo>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3" name="Freeform 34">
              <a:extLst>
                <a:ext uri="{FF2B5EF4-FFF2-40B4-BE49-F238E27FC236}">
                  <a16:creationId xmlns:a16="http://schemas.microsoft.com/office/drawing/2014/main" id="{A15C87FF-C6E3-5EAA-656C-502D89549148}"/>
                </a:ext>
              </a:extLst>
            </p:cNvPr>
            <p:cNvSpPr/>
            <p:nvPr/>
          </p:nvSpPr>
          <p:spPr>
            <a:xfrm>
              <a:off x="6825343" y="2514600"/>
              <a:ext cx="195943" cy="631371"/>
            </a:xfrm>
            <a:custGeom>
              <a:avLst/>
              <a:gdLst>
                <a:gd name="connsiteX0" fmla="*/ 10886 w 195943"/>
                <a:gd name="connsiteY0" fmla="*/ 0 h 631371"/>
                <a:gd name="connsiteX1" fmla="*/ 32657 w 195943"/>
                <a:gd name="connsiteY1" fmla="*/ 326571 h 631371"/>
                <a:gd name="connsiteX2" fmla="*/ 195943 w 195943"/>
                <a:gd name="connsiteY2" fmla="*/ 609600 h 631371"/>
                <a:gd name="connsiteX3" fmla="*/ 119743 w 195943"/>
                <a:gd name="connsiteY3" fmla="*/ 631371 h 631371"/>
                <a:gd name="connsiteX4" fmla="*/ 0 w 195943"/>
                <a:gd name="connsiteY4" fmla="*/ 326571 h 631371"/>
                <a:gd name="connsiteX5" fmla="*/ 10886 w 195943"/>
                <a:gd name="connsiteY5" fmla="*/ 0 h 6313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5943" h="631371">
                  <a:moveTo>
                    <a:pt x="10886" y="0"/>
                  </a:moveTo>
                  <a:lnTo>
                    <a:pt x="32657" y="326571"/>
                  </a:lnTo>
                  <a:lnTo>
                    <a:pt x="195943" y="609600"/>
                  </a:lnTo>
                  <a:lnTo>
                    <a:pt x="119743" y="631371"/>
                  </a:lnTo>
                  <a:lnTo>
                    <a:pt x="0" y="326571"/>
                  </a:lnTo>
                  <a:lnTo>
                    <a:pt x="10886" y="0"/>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4" name="Freeform 35">
              <a:extLst>
                <a:ext uri="{FF2B5EF4-FFF2-40B4-BE49-F238E27FC236}">
                  <a16:creationId xmlns:a16="http://schemas.microsoft.com/office/drawing/2014/main" id="{020214D9-0EA9-D904-82E9-F4570E3B89C2}"/>
                </a:ext>
              </a:extLst>
            </p:cNvPr>
            <p:cNvSpPr/>
            <p:nvPr/>
          </p:nvSpPr>
          <p:spPr>
            <a:xfrm>
              <a:off x="6977743" y="2645229"/>
              <a:ext cx="1055914" cy="544285"/>
            </a:xfrm>
            <a:custGeom>
              <a:avLst/>
              <a:gdLst>
                <a:gd name="connsiteX0" fmla="*/ 261257 w 1055914"/>
                <a:gd name="connsiteY0" fmla="*/ 54428 h 544285"/>
                <a:gd name="connsiteX1" fmla="*/ 65314 w 1055914"/>
                <a:gd name="connsiteY1" fmla="*/ 402771 h 544285"/>
                <a:gd name="connsiteX2" fmla="*/ 141514 w 1055914"/>
                <a:gd name="connsiteY2" fmla="*/ 457200 h 544285"/>
                <a:gd name="connsiteX3" fmla="*/ 522514 w 1055914"/>
                <a:gd name="connsiteY3" fmla="*/ 446314 h 544285"/>
                <a:gd name="connsiteX4" fmla="*/ 881743 w 1055914"/>
                <a:gd name="connsiteY4" fmla="*/ 315685 h 544285"/>
                <a:gd name="connsiteX5" fmla="*/ 1055914 w 1055914"/>
                <a:gd name="connsiteY5" fmla="*/ 228600 h 544285"/>
                <a:gd name="connsiteX6" fmla="*/ 1055914 w 1055914"/>
                <a:gd name="connsiteY6" fmla="*/ 228600 h 544285"/>
                <a:gd name="connsiteX7" fmla="*/ 674914 w 1055914"/>
                <a:gd name="connsiteY7" fmla="*/ 457200 h 544285"/>
                <a:gd name="connsiteX8" fmla="*/ 315686 w 1055914"/>
                <a:gd name="connsiteY8" fmla="*/ 544285 h 544285"/>
                <a:gd name="connsiteX9" fmla="*/ 32657 w 1055914"/>
                <a:gd name="connsiteY9" fmla="*/ 511628 h 544285"/>
                <a:gd name="connsiteX10" fmla="*/ 0 w 1055914"/>
                <a:gd name="connsiteY10" fmla="*/ 435428 h 544285"/>
                <a:gd name="connsiteX11" fmla="*/ 32657 w 1055914"/>
                <a:gd name="connsiteY11" fmla="*/ 304800 h 544285"/>
                <a:gd name="connsiteX12" fmla="*/ 261257 w 1055914"/>
                <a:gd name="connsiteY12" fmla="*/ 0 h 544285"/>
                <a:gd name="connsiteX13" fmla="*/ 261257 w 1055914"/>
                <a:gd name="connsiteY13" fmla="*/ 54428 h 544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55914" h="544285">
                  <a:moveTo>
                    <a:pt x="261257" y="54428"/>
                  </a:moveTo>
                  <a:lnTo>
                    <a:pt x="65314" y="402771"/>
                  </a:lnTo>
                  <a:lnTo>
                    <a:pt x="141514" y="457200"/>
                  </a:lnTo>
                  <a:lnTo>
                    <a:pt x="522514" y="446314"/>
                  </a:lnTo>
                  <a:lnTo>
                    <a:pt x="881743" y="315685"/>
                  </a:lnTo>
                  <a:lnTo>
                    <a:pt x="1055914" y="228600"/>
                  </a:lnTo>
                  <a:lnTo>
                    <a:pt x="1055914" y="228600"/>
                  </a:lnTo>
                  <a:lnTo>
                    <a:pt x="674914" y="457200"/>
                  </a:lnTo>
                  <a:lnTo>
                    <a:pt x="315686" y="544285"/>
                  </a:lnTo>
                  <a:lnTo>
                    <a:pt x="32657" y="511628"/>
                  </a:lnTo>
                  <a:lnTo>
                    <a:pt x="0" y="435428"/>
                  </a:lnTo>
                  <a:lnTo>
                    <a:pt x="32657" y="304800"/>
                  </a:lnTo>
                  <a:lnTo>
                    <a:pt x="261257" y="0"/>
                  </a:lnTo>
                  <a:lnTo>
                    <a:pt x="261257" y="54428"/>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5" name="Freeform 36">
              <a:extLst>
                <a:ext uri="{FF2B5EF4-FFF2-40B4-BE49-F238E27FC236}">
                  <a16:creationId xmlns:a16="http://schemas.microsoft.com/office/drawing/2014/main" id="{97A95D0F-15BE-D828-C357-DEDE1BF19B70}"/>
                </a:ext>
              </a:extLst>
            </p:cNvPr>
            <p:cNvSpPr/>
            <p:nvPr/>
          </p:nvSpPr>
          <p:spPr>
            <a:xfrm>
              <a:off x="7609114" y="2133600"/>
              <a:ext cx="206829" cy="979714"/>
            </a:xfrm>
            <a:custGeom>
              <a:avLst/>
              <a:gdLst>
                <a:gd name="connsiteX0" fmla="*/ 119743 w 206829"/>
                <a:gd name="connsiteY0" fmla="*/ 10886 h 979714"/>
                <a:gd name="connsiteX1" fmla="*/ 0 w 206829"/>
                <a:gd name="connsiteY1" fmla="*/ 979714 h 979714"/>
                <a:gd name="connsiteX2" fmla="*/ 119743 w 206829"/>
                <a:gd name="connsiteY2" fmla="*/ 936171 h 979714"/>
                <a:gd name="connsiteX3" fmla="*/ 206829 w 206829"/>
                <a:gd name="connsiteY3" fmla="*/ 0 h 979714"/>
                <a:gd name="connsiteX4" fmla="*/ 119743 w 206829"/>
                <a:gd name="connsiteY4" fmla="*/ 10886 h 9797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6829" h="979714">
                  <a:moveTo>
                    <a:pt x="119743" y="10886"/>
                  </a:moveTo>
                  <a:lnTo>
                    <a:pt x="0" y="979714"/>
                  </a:lnTo>
                  <a:lnTo>
                    <a:pt x="119743" y="936171"/>
                  </a:lnTo>
                  <a:lnTo>
                    <a:pt x="206829" y="0"/>
                  </a:lnTo>
                  <a:lnTo>
                    <a:pt x="119743" y="10886"/>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6" name="Freeform: Shape 75">
            <a:extLst>
              <a:ext uri="{FF2B5EF4-FFF2-40B4-BE49-F238E27FC236}">
                <a16:creationId xmlns:a16="http://schemas.microsoft.com/office/drawing/2014/main" id="{D12B5099-01B9-873F-E460-06585804431B}"/>
              </a:ext>
            </a:extLst>
          </p:cNvPr>
          <p:cNvSpPr/>
          <p:nvPr/>
        </p:nvSpPr>
        <p:spPr>
          <a:xfrm>
            <a:off x="9060102" y="2422535"/>
            <a:ext cx="239215" cy="196097"/>
          </a:xfrm>
          <a:custGeom>
            <a:avLst/>
            <a:gdLst>
              <a:gd name="connsiteX0" fmla="*/ 0 w 713232"/>
              <a:gd name="connsiteY0" fmla="*/ 27432 h 466344"/>
              <a:gd name="connsiteX1" fmla="*/ 219456 w 713232"/>
              <a:gd name="connsiteY1" fmla="*/ 27432 h 466344"/>
              <a:gd name="connsiteX2" fmla="*/ 320040 w 713232"/>
              <a:gd name="connsiteY2" fmla="*/ 0 h 466344"/>
              <a:gd name="connsiteX3" fmla="*/ 475488 w 713232"/>
              <a:gd name="connsiteY3" fmla="*/ 256032 h 466344"/>
              <a:gd name="connsiteX4" fmla="*/ 713232 w 713232"/>
              <a:gd name="connsiteY4" fmla="*/ 466344 h 466344"/>
              <a:gd name="connsiteX5" fmla="*/ 0 w 713232"/>
              <a:gd name="connsiteY5" fmla="*/ 27432 h 466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13232" h="466344">
                <a:moveTo>
                  <a:pt x="0" y="27432"/>
                </a:moveTo>
                <a:lnTo>
                  <a:pt x="219456" y="27432"/>
                </a:lnTo>
                <a:lnTo>
                  <a:pt x="320040" y="0"/>
                </a:lnTo>
                <a:lnTo>
                  <a:pt x="475488" y="256032"/>
                </a:lnTo>
                <a:lnTo>
                  <a:pt x="713232" y="466344"/>
                </a:lnTo>
                <a:lnTo>
                  <a:pt x="0" y="27432"/>
                </a:lnTo>
                <a:close/>
              </a:path>
            </a:pathLst>
          </a:cu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Freeform: Shape 76">
            <a:extLst>
              <a:ext uri="{FF2B5EF4-FFF2-40B4-BE49-F238E27FC236}">
                <a16:creationId xmlns:a16="http://schemas.microsoft.com/office/drawing/2014/main" id="{FC968113-3F3D-9A8D-7631-887E8D0FBA66}"/>
              </a:ext>
            </a:extLst>
          </p:cNvPr>
          <p:cNvSpPr/>
          <p:nvPr/>
        </p:nvSpPr>
        <p:spPr>
          <a:xfrm>
            <a:off x="9299316" y="2606856"/>
            <a:ext cx="610306" cy="249928"/>
          </a:xfrm>
          <a:custGeom>
            <a:avLst/>
            <a:gdLst>
              <a:gd name="connsiteX0" fmla="*/ 0 w 1819656"/>
              <a:gd name="connsiteY0" fmla="*/ 36576 h 594360"/>
              <a:gd name="connsiteX1" fmla="*/ 466344 w 1819656"/>
              <a:gd name="connsiteY1" fmla="*/ 0 h 594360"/>
              <a:gd name="connsiteX2" fmla="*/ 749808 w 1819656"/>
              <a:gd name="connsiteY2" fmla="*/ 237744 h 594360"/>
              <a:gd name="connsiteX3" fmla="*/ 896112 w 1819656"/>
              <a:gd name="connsiteY3" fmla="*/ 594360 h 594360"/>
              <a:gd name="connsiteX4" fmla="*/ 1819656 w 1819656"/>
              <a:gd name="connsiteY4" fmla="*/ 576072 h 594360"/>
              <a:gd name="connsiteX0" fmla="*/ 0 w 1819656"/>
              <a:gd name="connsiteY0" fmla="*/ 36576 h 594360"/>
              <a:gd name="connsiteX1" fmla="*/ 466344 w 1819656"/>
              <a:gd name="connsiteY1" fmla="*/ 0 h 594360"/>
              <a:gd name="connsiteX2" fmla="*/ 749808 w 1819656"/>
              <a:gd name="connsiteY2" fmla="*/ 237744 h 594360"/>
              <a:gd name="connsiteX3" fmla="*/ 896112 w 1819656"/>
              <a:gd name="connsiteY3" fmla="*/ 594360 h 594360"/>
              <a:gd name="connsiteX4" fmla="*/ 1819656 w 1819656"/>
              <a:gd name="connsiteY4" fmla="*/ 576072 h 594360"/>
              <a:gd name="connsiteX0" fmla="*/ 0 w 1819656"/>
              <a:gd name="connsiteY0" fmla="*/ 36576 h 594360"/>
              <a:gd name="connsiteX1" fmla="*/ 466344 w 1819656"/>
              <a:gd name="connsiteY1" fmla="*/ 0 h 594360"/>
              <a:gd name="connsiteX2" fmla="*/ 749808 w 1819656"/>
              <a:gd name="connsiteY2" fmla="*/ 237744 h 594360"/>
              <a:gd name="connsiteX3" fmla="*/ 896112 w 1819656"/>
              <a:gd name="connsiteY3" fmla="*/ 594360 h 594360"/>
              <a:gd name="connsiteX4" fmla="*/ 1819656 w 1819656"/>
              <a:gd name="connsiteY4" fmla="*/ 576072 h 594360"/>
              <a:gd name="connsiteX0" fmla="*/ 0 w 1819656"/>
              <a:gd name="connsiteY0" fmla="*/ 36576 h 594360"/>
              <a:gd name="connsiteX1" fmla="*/ 466344 w 1819656"/>
              <a:gd name="connsiteY1" fmla="*/ 0 h 594360"/>
              <a:gd name="connsiteX2" fmla="*/ 749808 w 1819656"/>
              <a:gd name="connsiteY2" fmla="*/ 237744 h 594360"/>
              <a:gd name="connsiteX3" fmla="*/ 896112 w 1819656"/>
              <a:gd name="connsiteY3" fmla="*/ 594360 h 594360"/>
              <a:gd name="connsiteX4" fmla="*/ 1819656 w 1819656"/>
              <a:gd name="connsiteY4" fmla="*/ 576072 h 594360"/>
              <a:gd name="connsiteX0" fmla="*/ 0 w 1819656"/>
              <a:gd name="connsiteY0" fmla="*/ 36576 h 594360"/>
              <a:gd name="connsiteX1" fmla="*/ 466344 w 1819656"/>
              <a:gd name="connsiteY1" fmla="*/ 0 h 594360"/>
              <a:gd name="connsiteX2" fmla="*/ 749808 w 1819656"/>
              <a:gd name="connsiteY2" fmla="*/ 237744 h 594360"/>
              <a:gd name="connsiteX3" fmla="*/ 896112 w 1819656"/>
              <a:gd name="connsiteY3" fmla="*/ 594360 h 594360"/>
              <a:gd name="connsiteX4" fmla="*/ 1819656 w 1819656"/>
              <a:gd name="connsiteY4" fmla="*/ 576072 h 5943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19656" h="594360">
                <a:moveTo>
                  <a:pt x="0" y="36576"/>
                </a:moveTo>
                <a:lnTo>
                  <a:pt x="466344" y="0"/>
                </a:lnTo>
                <a:cubicBezTo>
                  <a:pt x="707136" y="79248"/>
                  <a:pt x="655320" y="158496"/>
                  <a:pt x="749808" y="237744"/>
                </a:cubicBezTo>
                <a:cubicBezTo>
                  <a:pt x="789432" y="457200"/>
                  <a:pt x="701040" y="429768"/>
                  <a:pt x="896112" y="594360"/>
                </a:cubicBezTo>
                <a:lnTo>
                  <a:pt x="1819656" y="576072"/>
                </a:lnTo>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Freeform: Shape 77">
            <a:extLst>
              <a:ext uri="{FF2B5EF4-FFF2-40B4-BE49-F238E27FC236}">
                <a16:creationId xmlns:a16="http://schemas.microsoft.com/office/drawing/2014/main" id="{E0C10963-EEEE-F0A2-63E1-D1582EF8D4E7}"/>
              </a:ext>
            </a:extLst>
          </p:cNvPr>
          <p:cNvSpPr/>
          <p:nvPr/>
        </p:nvSpPr>
        <p:spPr>
          <a:xfrm>
            <a:off x="7750550" y="2506886"/>
            <a:ext cx="1386222" cy="1876381"/>
          </a:xfrm>
          <a:custGeom>
            <a:avLst/>
            <a:gdLst>
              <a:gd name="connsiteX0" fmla="*/ 0 w 4178808"/>
              <a:gd name="connsiteY0" fmla="*/ 4453128 h 4453128"/>
              <a:gd name="connsiteX1" fmla="*/ 4178808 w 4178808"/>
              <a:gd name="connsiteY1" fmla="*/ 0 h 4453128"/>
              <a:gd name="connsiteX0" fmla="*/ 0 w 4178808"/>
              <a:gd name="connsiteY0" fmla="*/ 4453128 h 4453128"/>
              <a:gd name="connsiteX1" fmla="*/ 4178808 w 4178808"/>
              <a:gd name="connsiteY1" fmla="*/ 0 h 4453128"/>
              <a:gd name="connsiteX0" fmla="*/ 0 w 4178808"/>
              <a:gd name="connsiteY0" fmla="*/ 4453128 h 4453128"/>
              <a:gd name="connsiteX1" fmla="*/ 4178808 w 4178808"/>
              <a:gd name="connsiteY1" fmla="*/ 0 h 4453128"/>
            </a:gdLst>
            <a:ahLst/>
            <a:cxnLst>
              <a:cxn ang="0">
                <a:pos x="connsiteX0" y="connsiteY0"/>
              </a:cxn>
              <a:cxn ang="0">
                <a:pos x="connsiteX1" y="connsiteY1"/>
              </a:cxn>
            </a:cxnLst>
            <a:rect l="l" t="t" r="r" b="b"/>
            <a:pathLst>
              <a:path w="4178808" h="4453128">
                <a:moveTo>
                  <a:pt x="0" y="4453128"/>
                </a:moveTo>
                <a:cubicBezTo>
                  <a:pt x="1575816" y="3041904"/>
                  <a:pt x="2840736" y="1969008"/>
                  <a:pt x="4178808" y="0"/>
                </a:cubicBezTo>
              </a:path>
            </a:pathLst>
          </a:cu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323220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Rectangle 68">
            <a:extLst>
              <a:ext uri="{FF2B5EF4-FFF2-40B4-BE49-F238E27FC236}">
                <a16:creationId xmlns:a16="http://schemas.microsoft.com/office/drawing/2014/main" id="{321D8BF6-CA4E-CE81-9564-D01DA92AF7F5}"/>
              </a:ext>
            </a:extLst>
          </p:cNvPr>
          <p:cNvSpPr/>
          <p:nvPr/>
        </p:nvSpPr>
        <p:spPr>
          <a:xfrm>
            <a:off x="1524000" y="1852906"/>
            <a:ext cx="9155008" cy="1021514"/>
          </a:xfrm>
          <a:prstGeom prst="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D1E38641-B6EC-C5AE-DA39-5FBE42E3E632}"/>
              </a:ext>
            </a:extLst>
          </p:cNvPr>
          <p:cNvSpPr/>
          <p:nvPr/>
        </p:nvSpPr>
        <p:spPr>
          <a:xfrm>
            <a:off x="1524000" y="836164"/>
            <a:ext cx="9155008" cy="1021514"/>
          </a:xfrm>
          <a:prstGeom prst="rect">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51B22AF3-DDEE-CF77-8219-F9F1B9D06A30}"/>
              </a:ext>
            </a:extLst>
          </p:cNvPr>
          <p:cNvSpPr/>
          <p:nvPr/>
        </p:nvSpPr>
        <p:spPr>
          <a:xfrm>
            <a:off x="1512992" y="2868308"/>
            <a:ext cx="9155008" cy="1021514"/>
          </a:xfrm>
          <a:prstGeom prst="rect">
            <a:avLst/>
          </a:prstGeom>
          <a:solidFill>
            <a:srgbClr val="B8D0E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2C0C8249-C38B-11B0-3F5A-60BECD8ABF3F}"/>
              </a:ext>
            </a:extLst>
          </p:cNvPr>
          <p:cNvSpPr/>
          <p:nvPr/>
        </p:nvSpPr>
        <p:spPr>
          <a:xfrm>
            <a:off x="1524000" y="3883045"/>
            <a:ext cx="9155008" cy="1021514"/>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a:extLst>
              <a:ext uri="{FF2B5EF4-FFF2-40B4-BE49-F238E27FC236}">
                <a16:creationId xmlns:a16="http://schemas.microsoft.com/office/drawing/2014/main" id="{EEE1C949-D2A9-B20B-719B-4F2200A5AE2E}"/>
              </a:ext>
            </a:extLst>
          </p:cNvPr>
          <p:cNvSpPr/>
          <p:nvPr/>
        </p:nvSpPr>
        <p:spPr>
          <a:xfrm>
            <a:off x="1512992" y="4903227"/>
            <a:ext cx="9155008" cy="1021514"/>
          </a:xfrm>
          <a:prstGeom prst="rect">
            <a:avLst/>
          </a:prstGeom>
          <a:solidFill>
            <a:srgbClr val="E4EDF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aseline="-25000" dirty="0">
              <a:solidFill>
                <a:schemeClr val="tx2"/>
              </a:solidFill>
            </a:endParaRPr>
          </a:p>
        </p:txBody>
      </p:sp>
      <p:sp>
        <p:nvSpPr>
          <p:cNvPr id="28" name="Freeform 11">
            <a:extLst>
              <a:ext uri="{FF2B5EF4-FFF2-40B4-BE49-F238E27FC236}">
                <a16:creationId xmlns:a16="http://schemas.microsoft.com/office/drawing/2014/main" id="{F7C0194A-C504-F973-46DF-EC5D0476825F}"/>
              </a:ext>
            </a:extLst>
          </p:cNvPr>
          <p:cNvSpPr/>
          <p:nvPr/>
        </p:nvSpPr>
        <p:spPr>
          <a:xfrm>
            <a:off x="1917193" y="5755057"/>
            <a:ext cx="8190411" cy="431074"/>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10">
            <a:extLst>
              <a:ext uri="{FF2B5EF4-FFF2-40B4-BE49-F238E27FC236}">
                <a16:creationId xmlns:a16="http://schemas.microsoft.com/office/drawing/2014/main" id="{AA0C26DE-B66E-5B62-89C3-A2A83E1CBDDE}"/>
              </a:ext>
            </a:extLst>
          </p:cNvPr>
          <p:cNvSpPr/>
          <p:nvPr/>
        </p:nvSpPr>
        <p:spPr>
          <a:xfrm flipH="1">
            <a:off x="1662345" y="6189012"/>
            <a:ext cx="8190411" cy="431074"/>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12">
            <a:extLst>
              <a:ext uri="{FF2B5EF4-FFF2-40B4-BE49-F238E27FC236}">
                <a16:creationId xmlns:a16="http://schemas.microsoft.com/office/drawing/2014/main" id="{44411227-9B7C-5D0C-4EE4-0F5A574F1014}"/>
              </a:ext>
            </a:extLst>
          </p:cNvPr>
          <p:cNvSpPr/>
          <p:nvPr/>
        </p:nvSpPr>
        <p:spPr>
          <a:xfrm flipH="1">
            <a:off x="1880059" y="6014841"/>
            <a:ext cx="4406536" cy="407125"/>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13">
            <a:extLst>
              <a:ext uri="{FF2B5EF4-FFF2-40B4-BE49-F238E27FC236}">
                <a16:creationId xmlns:a16="http://schemas.microsoft.com/office/drawing/2014/main" id="{1D0CE1C6-E1E9-38F5-FDD4-E8BB427BB536}"/>
              </a:ext>
            </a:extLst>
          </p:cNvPr>
          <p:cNvSpPr/>
          <p:nvPr/>
        </p:nvSpPr>
        <p:spPr>
          <a:xfrm flipV="1">
            <a:off x="6060171" y="6075800"/>
            <a:ext cx="3596640" cy="359230"/>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4" name="Group 53">
            <a:extLst>
              <a:ext uri="{FF2B5EF4-FFF2-40B4-BE49-F238E27FC236}">
                <a16:creationId xmlns:a16="http://schemas.microsoft.com/office/drawing/2014/main" id="{CE96AC71-CD39-AA06-5CA9-21E8E3EB340E}"/>
              </a:ext>
            </a:extLst>
          </p:cNvPr>
          <p:cNvGrpSpPr/>
          <p:nvPr/>
        </p:nvGrpSpPr>
        <p:grpSpPr>
          <a:xfrm rot="20961902">
            <a:off x="3055309" y="5504813"/>
            <a:ext cx="298350" cy="713055"/>
            <a:chOff x="5063149" y="2854270"/>
            <a:chExt cx="575157" cy="1466234"/>
          </a:xfrm>
        </p:grpSpPr>
        <p:sp>
          <p:nvSpPr>
            <p:cNvPr id="34" name="Rectangle 15">
              <a:extLst>
                <a:ext uri="{FF2B5EF4-FFF2-40B4-BE49-F238E27FC236}">
                  <a16:creationId xmlns:a16="http://schemas.microsoft.com/office/drawing/2014/main" id="{695A3993-836B-0F9A-5ECE-F6E09597B190}"/>
                </a:ext>
              </a:extLst>
            </p:cNvPr>
            <p:cNvSpPr>
              <a:spLocks noChangeArrowheads="1"/>
            </p:cNvSpPr>
            <p:nvPr/>
          </p:nvSpPr>
          <p:spPr bwMode="auto">
            <a:xfrm rot="20644678" flipH="1">
              <a:off x="5237882" y="3681402"/>
              <a:ext cx="107389" cy="376627"/>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5" name="Rectangle 15">
              <a:extLst>
                <a:ext uri="{FF2B5EF4-FFF2-40B4-BE49-F238E27FC236}">
                  <a16:creationId xmlns:a16="http://schemas.microsoft.com/office/drawing/2014/main" id="{42B63A6D-A68B-490B-3EEC-34978362EEEB}"/>
                </a:ext>
              </a:extLst>
            </p:cNvPr>
            <p:cNvSpPr>
              <a:spLocks noChangeArrowheads="1"/>
            </p:cNvSpPr>
            <p:nvPr/>
          </p:nvSpPr>
          <p:spPr bwMode="auto">
            <a:xfrm rot="20948418" flipH="1">
              <a:off x="5294458" y="3940873"/>
              <a:ext cx="113533" cy="35182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7" name="Rectangle 14">
              <a:extLst>
                <a:ext uri="{FF2B5EF4-FFF2-40B4-BE49-F238E27FC236}">
                  <a16:creationId xmlns:a16="http://schemas.microsoft.com/office/drawing/2014/main" id="{E05D9497-3B11-991B-05DB-D7045945FCB1}"/>
                </a:ext>
              </a:extLst>
            </p:cNvPr>
            <p:cNvSpPr>
              <a:spLocks noChangeArrowheads="1"/>
            </p:cNvSpPr>
            <p:nvPr/>
          </p:nvSpPr>
          <p:spPr bwMode="auto">
            <a:xfrm rot="4972790" flipH="1">
              <a:off x="5429802" y="3287524"/>
              <a:ext cx="64164" cy="266147"/>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8" name="Oval 12">
              <a:extLst>
                <a:ext uri="{FF2B5EF4-FFF2-40B4-BE49-F238E27FC236}">
                  <a16:creationId xmlns:a16="http://schemas.microsoft.com/office/drawing/2014/main" id="{33DB0DB5-7E44-BF2B-4330-92A4B88E16E4}"/>
                </a:ext>
              </a:extLst>
            </p:cNvPr>
            <p:cNvSpPr>
              <a:spLocks noChangeArrowheads="1"/>
            </p:cNvSpPr>
            <p:nvPr/>
          </p:nvSpPr>
          <p:spPr bwMode="auto">
            <a:xfrm rot="528198" flipH="1">
              <a:off x="5092673" y="3242154"/>
              <a:ext cx="257923" cy="546784"/>
            </a:xfrm>
            <a:prstGeom prst="ellipse">
              <a:avLst/>
            </a:prstGeom>
            <a:solidFill>
              <a:srgbClr val="002060"/>
            </a:solidFill>
            <a:ln w="9525" algn="ctr">
              <a:noFill/>
              <a:round/>
              <a:headEnd/>
              <a:tailEnd/>
            </a:ln>
          </p:spPr>
          <p:txBody>
            <a:bodyPr wrap="none" anchor="ctr"/>
            <a:lstStyle/>
            <a:p>
              <a:endParaRPr lang="en-US" dirty="0"/>
            </a:p>
          </p:txBody>
        </p:sp>
        <p:sp>
          <p:nvSpPr>
            <p:cNvPr id="39" name="Rectangle 14">
              <a:extLst>
                <a:ext uri="{FF2B5EF4-FFF2-40B4-BE49-F238E27FC236}">
                  <a16:creationId xmlns:a16="http://schemas.microsoft.com/office/drawing/2014/main" id="{0D2E3C3C-FE90-3F05-4158-2154DABF4E40}"/>
                </a:ext>
              </a:extLst>
            </p:cNvPr>
            <p:cNvSpPr>
              <a:spLocks noChangeArrowheads="1"/>
            </p:cNvSpPr>
            <p:nvPr/>
          </p:nvSpPr>
          <p:spPr bwMode="auto">
            <a:xfrm rot="18614817" flipH="1">
              <a:off x="5259327" y="3270466"/>
              <a:ext cx="114403" cy="260471"/>
            </a:xfrm>
            <a:prstGeom prst="rect">
              <a:avLst/>
            </a:prstGeom>
            <a:solidFill>
              <a:schemeClr val="tx2">
                <a:lumMod val="75000"/>
              </a:schemeClr>
            </a:solidFill>
            <a:ln w="9525" algn="ctr">
              <a:noFill/>
              <a:miter lim="800000"/>
              <a:headEnd/>
              <a:tailEnd/>
            </a:ln>
          </p:spPr>
          <p:txBody>
            <a:bodyPr wrap="none" anchor="ctr"/>
            <a:lstStyle/>
            <a:p>
              <a:endParaRPr lang="en-US" dirty="0"/>
            </a:p>
          </p:txBody>
        </p:sp>
        <p:sp>
          <p:nvSpPr>
            <p:cNvPr id="41" name="Oval 11">
              <a:extLst>
                <a:ext uri="{FF2B5EF4-FFF2-40B4-BE49-F238E27FC236}">
                  <a16:creationId xmlns:a16="http://schemas.microsoft.com/office/drawing/2014/main" id="{0972F8BA-391D-B1D4-C95A-517B4B79DFC2}"/>
                </a:ext>
              </a:extLst>
            </p:cNvPr>
            <p:cNvSpPr>
              <a:spLocks noChangeArrowheads="1"/>
            </p:cNvSpPr>
            <p:nvPr/>
          </p:nvSpPr>
          <p:spPr bwMode="auto">
            <a:xfrm rot="20290183" flipH="1">
              <a:off x="5079184" y="2854270"/>
              <a:ext cx="359459" cy="438048"/>
            </a:xfrm>
            <a:prstGeom prst="ellipse">
              <a:avLst/>
            </a:prstGeom>
            <a:solidFill>
              <a:srgbClr val="002060"/>
            </a:solidFill>
            <a:ln w="9525" algn="ctr">
              <a:solidFill>
                <a:schemeClr val="bg1"/>
              </a:solidFill>
              <a:round/>
              <a:headEnd/>
              <a:tailEnd/>
            </a:ln>
          </p:spPr>
          <p:txBody>
            <a:bodyPr wrap="none" anchor="ctr"/>
            <a:lstStyle/>
            <a:p>
              <a:endParaRPr lang="en-US" dirty="0"/>
            </a:p>
          </p:txBody>
        </p:sp>
        <p:sp>
          <p:nvSpPr>
            <p:cNvPr id="42" name="Rectangle 41">
              <a:extLst>
                <a:ext uri="{FF2B5EF4-FFF2-40B4-BE49-F238E27FC236}">
                  <a16:creationId xmlns:a16="http://schemas.microsoft.com/office/drawing/2014/main" id="{0342A339-3631-3FF6-49BA-D34CD4F6A99F}"/>
                </a:ext>
              </a:extLst>
            </p:cNvPr>
            <p:cNvSpPr>
              <a:spLocks noChangeArrowheads="1"/>
            </p:cNvSpPr>
            <p:nvPr/>
          </p:nvSpPr>
          <p:spPr bwMode="auto">
            <a:xfrm rot="3819322" flipH="1">
              <a:off x="5462222" y="3297371"/>
              <a:ext cx="88795" cy="263372"/>
            </a:xfrm>
            <a:prstGeom prst="rect">
              <a:avLst/>
            </a:prstGeom>
            <a:solidFill>
              <a:schemeClr val="tx2">
                <a:lumMod val="75000"/>
              </a:schemeClr>
            </a:solidFill>
            <a:ln w="9525" algn="ctr">
              <a:noFill/>
              <a:miter lim="800000"/>
              <a:headEnd/>
              <a:tailEnd/>
            </a:ln>
          </p:spPr>
          <p:txBody>
            <a:bodyPr wrap="none" anchor="ctr"/>
            <a:lstStyle/>
            <a:p>
              <a:endParaRPr lang="en-US" dirty="0"/>
            </a:p>
          </p:txBody>
        </p:sp>
        <p:sp>
          <p:nvSpPr>
            <p:cNvPr id="43" name="Rectangle 17">
              <a:extLst>
                <a:ext uri="{FF2B5EF4-FFF2-40B4-BE49-F238E27FC236}">
                  <a16:creationId xmlns:a16="http://schemas.microsoft.com/office/drawing/2014/main" id="{5CC166A6-D84D-E4B6-9CF1-4B2F9CC4E5AB}"/>
                </a:ext>
              </a:extLst>
            </p:cNvPr>
            <p:cNvSpPr>
              <a:spLocks noChangeArrowheads="1"/>
            </p:cNvSpPr>
            <p:nvPr/>
          </p:nvSpPr>
          <p:spPr bwMode="auto">
            <a:xfrm rot="21338708" flipH="1">
              <a:off x="5311872" y="4200836"/>
              <a:ext cx="199481" cy="101189"/>
            </a:xfrm>
            <a:prstGeom prst="rect">
              <a:avLst/>
            </a:prstGeom>
            <a:solidFill>
              <a:schemeClr val="tx2">
                <a:lumMod val="50000"/>
              </a:schemeClr>
            </a:solidFill>
            <a:ln w="9525" algn="ctr">
              <a:noFill/>
              <a:miter lim="800000"/>
              <a:headEnd/>
              <a:tailEnd/>
            </a:ln>
          </p:spPr>
          <p:txBody>
            <a:bodyPr wrap="none" anchor="ctr"/>
            <a:lstStyle/>
            <a:p>
              <a:endParaRPr lang="en-US" dirty="0"/>
            </a:p>
          </p:txBody>
        </p:sp>
        <p:grpSp>
          <p:nvGrpSpPr>
            <p:cNvPr id="50" name="Group 49">
              <a:extLst>
                <a:ext uri="{FF2B5EF4-FFF2-40B4-BE49-F238E27FC236}">
                  <a16:creationId xmlns:a16="http://schemas.microsoft.com/office/drawing/2014/main" id="{7F4EC91B-095D-F031-325E-C0691252D67E}"/>
                </a:ext>
              </a:extLst>
            </p:cNvPr>
            <p:cNvGrpSpPr/>
            <p:nvPr/>
          </p:nvGrpSpPr>
          <p:grpSpPr>
            <a:xfrm rot="445581">
              <a:off x="5063149" y="3688211"/>
              <a:ext cx="255129" cy="632293"/>
              <a:chOff x="5127630" y="3699794"/>
              <a:chExt cx="255129" cy="632293"/>
            </a:xfrm>
          </p:grpSpPr>
          <p:sp>
            <p:nvSpPr>
              <p:cNvPr id="40" name="Rectangle 17">
                <a:extLst>
                  <a:ext uri="{FF2B5EF4-FFF2-40B4-BE49-F238E27FC236}">
                    <a16:creationId xmlns:a16="http://schemas.microsoft.com/office/drawing/2014/main" id="{E43B14A3-3100-1787-74AE-2284765C711C}"/>
                  </a:ext>
                </a:extLst>
              </p:cNvPr>
              <p:cNvSpPr>
                <a:spLocks noChangeArrowheads="1"/>
              </p:cNvSpPr>
              <p:nvPr/>
            </p:nvSpPr>
            <p:spPr bwMode="auto">
              <a:xfrm flipH="1">
                <a:off x="5168689" y="4233580"/>
                <a:ext cx="214070" cy="94748"/>
              </a:xfrm>
              <a:prstGeom prst="rect">
                <a:avLst/>
              </a:prstGeom>
              <a:solidFill>
                <a:srgbClr val="002060"/>
              </a:solidFill>
              <a:ln w="9525" algn="ctr">
                <a:noFill/>
                <a:miter lim="800000"/>
                <a:headEnd/>
                <a:tailEnd/>
              </a:ln>
            </p:spPr>
            <p:txBody>
              <a:bodyPr wrap="none" anchor="ctr"/>
              <a:lstStyle/>
              <a:p>
                <a:endParaRPr lang="en-US" dirty="0"/>
              </a:p>
            </p:txBody>
          </p:sp>
          <p:sp>
            <p:nvSpPr>
              <p:cNvPr id="45" name="Rectangle 15">
                <a:extLst>
                  <a:ext uri="{FF2B5EF4-FFF2-40B4-BE49-F238E27FC236}">
                    <a16:creationId xmlns:a16="http://schemas.microsoft.com/office/drawing/2014/main" id="{929F8126-8B1C-2098-A802-5D510E20C635}"/>
                  </a:ext>
                </a:extLst>
              </p:cNvPr>
              <p:cNvSpPr>
                <a:spLocks noChangeArrowheads="1"/>
              </p:cNvSpPr>
              <p:nvPr/>
            </p:nvSpPr>
            <p:spPr bwMode="auto">
              <a:xfrm rot="20864567" flipH="1">
                <a:off x="5134516" y="3699794"/>
                <a:ext cx="125925" cy="328498"/>
              </a:xfrm>
              <a:prstGeom prst="rect">
                <a:avLst/>
              </a:prstGeom>
              <a:solidFill>
                <a:srgbClr val="002060"/>
              </a:solidFill>
              <a:ln w="9525" algn="ctr">
                <a:noFill/>
                <a:miter lim="800000"/>
                <a:headEnd/>
                <a:tailEnd/>
              </a:ln>
            </p:spPr>
            <p:txBody>
              <a:bodyPr wrap="none" anchor="ctr"/>
              <a:lstStyle/>
              <a:p>
                <a:endParaRPr lang="en-US" dirty="0"/>
              </a:p>
            </p:txBody>
          </p:sp>
          <p:sp>
            <p:nvSpPr>
              <p:cNvPr id="46" name="Rectangle 15">
                <a:extLst>
                  <a:ext uri="{FF2B5EF4-FFF2-40B4-BE49-F238E27FC236}">
                    <a16:creationId xmlns:a16="http://schemas.microsoft.com/office/drawing/2014/main" id="{941428BF-1044-1A44-7087-0CAF31774867}"/>
                  </a:ext>
                </a:extLst>
              </p:cNvPr>
              <p:cNvSpPr>
                <a:spLocks noChangeArrowheads="1"/>
              </p:cNvSpPr>
              <p:nvPr/>
            </p:nvSpPr>
            <p:spPr bwMode="auto">
              <a:xfrm rot="858641" flipH="1">
                <a:off x="5127630" y="3961297"/>
                <a:ext cx="122317" cy="370790"/>
              </a:xfrm>
              <a:prstGeom prst="rect">
                <a:avLst/>
              </a:prstGeom>
              <a:solidFill>
                <a:srgbClr val="002060"/>
              </a:solidFill>
              <a:ln w="9525" algn="ctr">
                <a:noFill/>
                <a:miter lim="800000"/>
                <a:headEnd/>
                <a:tailEnd/>
              </a:ln>
            </p:spPr>
            <p:txBody>
              <a:bodyPr wrap="none" anchor="ctr"/>
              <a:lstStyle/>
              <a:p>
                <a:endParaRPr lang="en-US" dirty="0"/>
              </a:p>
            </p:txBody>
          </p:sp>
        </p:grpSp>
      </p:grpSp>
      <p:grpSp>
        <p:nvGrpSpPr>
          <p:cNvPr id="88" name="Group 87">
            <a:extLst>
              <a:ext uri="{FF2B5EF4-FFF2-40B4-BE49-F238E27FC236}">
                <a16:creationId xmlns:a16="http://schemas.microsoft.com/office/drawing/2014/main" id="{FDF9559D-79EC-2802-4C55-A242CCB4CF7A}"/>
              </a:ext>
            </a:extLst>
          </p:cNvPr>
          <p:cNvGrpSpPr/>
          <p:nvPr/>
        </p:nvGrpSpPr>
        <p:grpSpPr>
          <a:xfrm>
            <a:off x="2153960" y="4590226"/>
            <a:ext cx="634567" cy="1669221"/>
            <a:chOff x="629959" y="4590225"/>
            <a:chExt cx="634567" cy="1669221"/>
          </a:xfrm>
        </p:grpSpPr>
        <p:sp>
          <p:nvSpPr>
            <p:cNvPr id="4" name="Rectangle 15">
              <a:extLst>
                <a:ext uri="{FF2B5EF4-FFF2-40B4-BE49-F238E27FC236}">
                  <a16:creationId xmlns:a16="http://schemas.microsoft.com/office/drawing/2014/main" id="{925FEA0D-CC19-9781-955F-C24627B20FE0}"/>
                </a:ext>
              </a:extLst>
            </p:cNvPr>
            <p:cNvSpPr>
              <a:spLocks noChangeArrowheads="1"/>
            </p:cNvSpPr>
            <p:nvPr/>
          </p:nvSpPr>
          <p:spPr bwMode="auto">
            <a:xfrm rot="965892" flipH="1">
              <a:off x="813690" y="5734448"/>
              <a:ext cx="157613" cy="45886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5" name="Rectangle 15">
              <a:extLst>
                <a:ext uri="{FF2B5EF4-FFF2-40B4-BE49-F238E27FC236}">
                  <a16:creationId xmlns:a16="http://schemas.microsoft.com/office/drawing/2014/main" id="{79E3388A-690A-91CF-918F-F3294341DB11}"/>
                </a:ext>
              </a:extLst>
            </p:cNvPr>
            <p:cNvSpPr>
              <a:spLocks noChangeArrowheads="1"/>
            </p:cNvSpPr>
            <p:nvPr/>
          </p:nvSpPr>
          <p:spPr bwMode="auto">
            <a:xfrm rot="21008483" flipH="1">
              <a:off x="819370" y="5373846"/>
              <a:ext cx="173347" cy="43116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3" name="Rectangle 17">
              <a:extLst>
                <a:ext uri="{FF2B5EF4-FFF2-40B4-BE49-F238E27FC236}">
                  <a16:creationId xmlns:a16="http://schemas.microsoft.com/office/drawing/2014/main" id="{B1D8C6C4-2A6A-7447-0586-BCD7DD811E97}"/>
                </a:ext>
              </a:extLst>
            </p:cNvPr>
            <p:cNvSpPr>
              <a:spLocks noChangeArrowheads="1"/>
            </p:cNvSpPr>
            <p:nvPr/>
          </p:nvSpPr>
          <p:spPr bwMode="auto">
            <a:xfrm rot="10800000" flipH="1">
              <a:off x="749276" y="6100400"/>
              <a:ext cx="297026" cy="139562"/>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5" name="Rectangle 15">
              <a:extLst>
                <a:ext uri="{FF2B5EF4-FFF2-40B4-BE49-F238E27FC236}">
                  <a16:creationId xmlns:a16="http://schemas.microsoft.com/office/drawing/2014/main" id="{14B3D986-C942-3100-7A0B-AC4101AA3FCD}"/>
                </a:ext>
              </a:extLst>
            </p:cNvPr>
            <p:cNvSpPr>
              <a:spLocks noChangeArrowheads="1"/>
            </p:cNvSpPr>
            <p:nvPr/>
          </p:nvSpPr>
          <p:spPr bwMode="auto">
            <a:xfrm rot="21369840" flipH="1">
              <a:off x="804695" y="5377774"/>
              <a:ext cx="175604" cy="431161"/>
            </a:xfrm>
            <a:prstGeom prst="rect">
              <a:avLst/>
            </a:prstGeom>
            <a:solidFill>
              <a:srgbClr val="002060"/>
            </a:solidFill>
            <a:ln w="9525" algn="ctr">
              <a:noFill/>
              <a:miter lim="800000"/>
              <a:headEnd/>
              <a:tailEnd/>
            </a:ln>
          </p:spPr>
          <p:txBody>
            <a:bodyPr wrap="none" anchor="ctr"/>
            <a:lstStyle/>
            <a:p>
              <a:endParaRPr lang="en-US" dirty="0"/>
            </a:p>
          </p:txBody>
        </p:sp>
        <p:sp>
          <p:nvSpPr>
            <p:cNvPr id="16" name="Rectangle 15">
              <a:extLst>
                <a:ext uri="{FF2B5EF4-FFF2-40B4-BE49-F238E27FC236}">
                  <a16:creationId xmlns:a16="http://schemas.microsoft.com/office/drawing/2014/main" id="{DF8D4DC5-F937-3053-42FA-57FED387D6D1}"/>
                </a:ext>
              </a:extLst>
            </p:cNvPr>
            <p:cNvSpPr>
              <a:spLocks noChangeArrowheads="1"/>
            </p:cNvSpPr>
            <p:nvPr/>
          </p:nvSpPr>
          <p:spPr bwMode="auto">
            <a:xfrm rot="403088" flipH="1">
              <a:off x="799240" y="5745699"/>
              <a:ext cx="160327" cy="474075"/>
            </a:xfrm>
            <a:prstGeom prst="rect">
              <a:avLst/>
            </a:prstGeom>
            <a:solidFill>
              <a:srgbClr val="002060"/>
            </a:solidFill>
            <a:ln w="9525" algn="ctr">
              <a:noFill/>
              <a:miter lim="800000"/>
              <a:headEnd/>
              <a:tailEnd/>
            </a:ln>
          </p:spPr>
          <p:txBody>
            <a:bodyPr wrap="none" anchor="ctr"/>
            <a:lstStyle/>
            <a:p>
              <a:endParaRPr lang="en-US" dirty="0"/>
            </a:p>
          </p:txBody>
        </p:sp>
        <p:sp>
          <p:nvSpPr>
            <p:cNvPr id="27" name="Rectangle 17">
              <a:extLst>
                <a:ext uri="{FF2B5EF4-FFF2-40B4-BE49-F238E27FC236}">
                  <a16:creationId xmlns:a16="http://schemas.microsoft.com/office/drawing/2014/main" id="{9F4DD3FA-7B3B-B797-5E49-BD3E33B15C0C}"/>
                </a:ext>
              </a:extLst>
            </p:cNvPr>
            <p:cNvSpPr>
              <a:spLocks noChangeArrowheads="1"/>
            </p:cNvSpPr>
            <p:nvPr/>
          </p:nvSpPr>
          <p:spPr bwMode="auto">
            <a:xfrm rot="11040023" flipH="1">
              <a:off x="768082" y="6138625"/>
              <a:ext cx="287410" cy="120821"/>
            </a:xfrm>
            <a:prstGeom prst="rect">
              <a:avLst/>
            </a:prstGeom>
            <a:solidFill>
              <a:srgbClr val="002060"/>
            </a:solidFill>
            <a:ln w="9525" algn="ctr">
              <a:noFill/>
              <a:miter lim="800000"/>
              <a:headEnd/>
              <a:tailEnd/>
            </a:ln>
          </p:spPr>
          <p:txBody>
            <a:bodyPr wrap="none" anchor="ctr"/>
            <a:lstStyle/>
            <a:p>
              <a:endParaRPr lang="en-US" dirty="0"/>
            </a:p>
          </p:txBody>
        </p:sp>
        <p:grpSp>
          <p:nvGrpSpPr>
            <p:cNvPr id="87" name="Group 86">
              <a:extLst>
                <a:ext uri="{FF2B5EF4-FFF2-40B4-BE49-F238E27FC236}">
                  <a16:creationId xmlns:a16="http://schemas.microsoft.com/office/drawing/2014/main" id="{66E997E3-717B-A87F-A0F0-CDD92031C675}"/>
                </a:ext>
              </a:extLst>
            </p:cNvPr>
            <p:cNvGrpSpPr/>
            <p:nvPr/>
          </p:nvGrpSpPr>
          <p:grpSpPr>
            <a:xfrm rot="21054332">
              <a:off x="629959" y="4590225"/>
              <a:ext cx="634567" cy="826788"/>
              <a:chOff x="679483" y="4626863"/>
              <a:chExt cx="634567" cy="826788"/>
            </a:xfrm>
          </p:grpSpPr>
          <p:sp>
            <p:nvSpPr>
              <p:cNvPr id="53" name="Rectangle 14">
                <a:extLst>
                  <a:ext uri="{FF2B5EF4-FFF2-40B4-BE49-F238E27FC236}">
                    <a16:creationId xmlns:a16="http://schemas.microsoft.com/office/drawing/2014/main" id="{B299340C-1833-0269-C670-7374B4C32831}"/>
                  </a:ext>
                </a:extLst>
              </p:cNvPr>
              <p:cNvSpPr>
                <a:spLocks noChangeArrowheads="1"/>
              </p:cNvSpPr>
              <p:nvPr/>
            </p:nvSpPr>
            <p:spPr bwMode="auto">
              <a:xfrm rot="3808838" flipH="1">
                <a:off x="1051925" y="4715348"/>
                <a:ext cx="122177" cy="402073"/>
              </a:xfrm>
              <a:prstGeom prst="rect">
                <a:avLst/>
              </a:prstGeom>
              <a:solidFill>
                <a:schemeClr val="accent1">
                  <a:lumMod val="50000"/>
                </a:schemeClr>
              </a:solidFill>
              <a:ln w="9525" algn="ctr">
                <a:noFill/>
                <a:miter lim="800000"/>
                <a:headEnd/>
                <a:tailEnd/>
              </a:ln>
            </p:spPr>
            <p:txBody>
              <a:bodyPr wrap="none" anchor="ctr"/>
              <a:lstStyle/>
              <a:p>
                <a:endParaRPr lang="en-US" dirty="0"/>
              </a:p>
            </p:txBody>
          </p:sp>
          <p:sp>
            <p:nvSpPr>
              <p:cNvPr id="11" name="Oval 11">
                <a:extLst>
                  <a:ext uri="{FF2B5EF4-FFF2-40B4-BE49-F238E27FC236}">
                    <a16:creationId xmlns:a16="http://schemas.microsoft.com/office/drawing/2014/main" id="{B593C538-2273-563F-D8BB-59F8C860D8BA}"/>
                  </a:ext>
                </a:extLst>
              </p:cNvPr>
              <p:cNvSpPr>
                <a:spLocks noChangeArrowheads="1"/>
              </p:cNvSpPr>
              <p:nvPr/>
            </p:nvSpPr>
            <p:spPr bwMode="auto">
              <a:xfrm rot="159126" flipH="1">
                <a:off x="796547" y="4627985"/>
                <a:ext cx="243644" cy="292814"/>
              </a:xfrm>
              <a:prstGeom prst="ellipse">
                <a:avLst/>
              </a:prstGeom>
              <a:solidFill>
                <a:srgbClr val="002060"/>
              </a:solidFill>
              <a:ln w="9525" algn="ctr">
                <a:solidFill>
                  <a:schemeClr val="bg1"/>
                </a:solidFill>
                <a:round/>
                <a:headEnd/>
                <a:tailEnd/>
              </a:ln>
            </p:spPr>
            <p:txBody>
              <a:bodyPr wrap="none" anchor="ctr"/>
              <a:lstStyle/>
              <a:p>
                <a:endParaRPr lang="en-US" dirty="0"/>
              </a:p>
            </p:txBody>
          </p:sp>
          <p:sp>
            <p:nvSpPr>
              <p:cNvPr id="7" name="Oval 6">
                <a:extLst>
                  <a:ext uri="{FF2B5EF4-FFF2-40B4-BE49-F238E27FC236}">
                    <a16:creationId xmlns:a16="http://schemas.microsoft.com/office/drawing/2014/main" id="{D4FDE7CB-04DE-363A-3618-3D28846C32E6}"/>
                  </a:ext>
                </a:extLst>
              </p:cNvPr>
              <p:cNvSpPr/>
              <p:nvPr/>
            </p:nvSpPr>
            <p:spPr>
              <a:xfrm>
                <a:off x="741004" y="4884368"/>
                <a:ext cx="324047" cy="303943"/>
              </a:xfrm>
              <a:prstGeom prst="ellipse">
                <a:avLst/>
              </a:prstGeom>
              <a:solidFill>
                <a:srgbClr val="002060"/>
              </a:solidFill>
              <a:ln w="9525" algn="ctr">
                <a:noFill/>
                <a:round/>
                <a:headEnd/>
                <a:tailEnd/>
              </a:ln>
            </p:spPr>
            <p:txBody>
              <a:bodyPr wrap="none" anchor="ctr"/>
              <a:lstStyle/>
              <a:p>
                <a:endParaRPr lang="en-US" dirty="0"/>
              </a:p>
            </p:txBody>
          </p:sp>
          <p:sp>
            <p:nvSpPr>
              <p:cNvPr id="9" name="Oval 12">
                <a:extLst>
                  <a:ext uri="{FF2B5EF4-FFF2-40B4-BE49-F238E27FC236}">
                    <a16:creationId xmlns:a16="http://schemas.microsoft.com/office/drawing/2014/main" id="{DAEFCDF9-B11F-3731-9141-F12899735E73}"/>
                  </a:ext>
                </a:extLst>
              </p:cNvPr>
              <p:cNvSpPr>
                <a:spLocks noChangeArrowheads="1"/>
              </p:cNvSpPr>
              <p:nvPr/>
            </p:nvSpPr>
            <p:spPr bwMode="auto">
              <a:xfrm rot="321597" flipH="1">
                <a:off x="722158" y="4881495"/>
                <a:ext cx="321024" cy="572156"/>
              </a:xfrm>
              <a:prstGeom prst="ellipse">
                <a:avLst/>
              </a:prstGeom>
              <a:solidFill>
                <a:srgbClr val="002060"/>
              </a:solidFill>
              <a:ln w="9525" algn="ctr">
                <a:noFill/>
                <a:round/>
                <a:headEnd/>
                <a:tailEnd/>
              </a:ln>
            </p:spPr>
            <p:txBody>
              <a:bodyPr wrap="none" anchor="ctr"/>
              <a:lstStyle/>
              <a:p>
                <a:endParaRPr lang="en-US" dirty="0"/>
              </a:p>
            </p:txBody>
          </p:sp>
          <p:sp>
            <p:nvSpPr>
              <p:cNvPr id="10" name="Rectangle 14">
                <a:extLst>
                  <a:ext uri="{FF2B5EF4-FFF2-40B4-BE49-F238E27FC236}">
                    <a16:creationId xmlns:a16="http://schemas.microsoft.com/office/drawing/2014/main" id="{CEE5F339-8780-BB59-54ED-D22E79356FCE}"/>
                  </a:ext>
                </a:extLst>
              </p:cNvPr>
              <p:cNvSpPr>
                <a:spLocks noChangeArrowheads="1"/>
              </p:cNvSpPr>
              <p:nvPr/>
            </p:nvSpPr>
            <p:spPr bwMode="auto">
              <a:xfrm rot="2703047" flipH="1">
                <a:off x="764078" y="4909229"/>
                <a:ext cx="148869" cy="318059"/>
              </a:xfrm>
              <a:prstGeom prst="rect">
                <a:avLst/>
              </a:prstGeom>
              <a:solidFill>
                <a:schemeClr val="accent1">
                  <a:lumMod val="50000"/>
                </a:schemeClr>
              </a:solidFill>
              <a:ln w="9525" algn="ctr">
                <a:noFill/>
                <a:miter lim="800000"/>
                <a:headEnd/>
                <a:tailEnd/>
              </a:ln>
            </p:spPr>
            <p:txBody>
              <a:bodyPr wrap="none" anchor="ctr"/>
              <a:lstStyle/>
              <a:p>
                <a:endParaRPr lang="en-US" dirty="0"/>
              </a:p>
            </p:txBody>
          </p:sp>
          <p:sp>
            <p:nvSpPr>
              <p:cNvPr id="12" name="Rectangle 11">
                <a:extLst>
                  <a:ext uri="{FF2B5EF4-FFF2-40B4-BE49-F238E27FC236}">
                    <a16:creationId xmlns:a16="http://schemas.microsoft.com/office/drawing/2014/main" id="{8ADEBB6F-09DD-003E-5E1E-1E7C49C58169}"/>
                  </a:ext>
                </a:extLst>
              </p:cNvPr>
              <p:cNvSpPr>
                <a:spLocks noChangeArrowheads="1"/>
              </p:cNvSpPr>
              <p:nvPr/>
            </p:nvSpPr>
            <p:spPr bwMode="auto">
              <a:xfrm rot="8506483" flipH="1">
                <a:off x="753922" y="5071699"/>
                <a:ext cx="109639" cy="325580"/>
              </a:xfrm>
              <a:prstGeom prst="rect">
                <a:avLst/>
              </a:prstGeom>
              <a:solidFill>
                <a:schemeClr val="accent1">
                  <a:lumMod val="50000"/>
                </a:schemeClr>
              </a:solidFill>
              <a:ln w="9525" algn="ctr">
                <a:noFill/>
                <a:miter lim="800000"/>
                <a:headEnd/>
                <a:tailEnd/>
              </a:ln>
            </p:spPr>
            <p:txBody>
              <a:bodyPr wrap="none" anchor="ctr"/>
              <a:lstStyle/>
              <a:p>
                <a:endParaRPr lang="en-US" dirty="0"/>
              </a:p>
            </p:txBody>
          </p:sp>
          <p:sp>
            <p:nvSpPr>
              <p:cNvPr id="17" name="Rectangle 13">
                <a:extLst>
                  <a:ext uri="{FF2B5EF4-FFF2-40B4-BE49-F238E27FC236}">
                    <a16:creationId xmlns:a16="http://schemas.microsoft.com/office/drawing/2014/main" id="{DB7ED3CB-6D94-F0ED-75BE-CBCE8420CE63}"/>
                  </a:ext>
                </a:extLst>
              </p:cNvPr>
              <p:cNvSpPr>
                <a:spLocks noChangeArrowheads="1"/>
              </p:cNvSpPr>
              <p:nvPr/>
            </p:nvSpPr>
            <p:spPr bwMode="auto">
              <a:xfrm rot="4229478" flipH="1">
                <a:off x="825498" y="5318183"/>
                <a:ext cx="141327" cy="111151"/>
              </a:xfrm>
              <a:prstGeom prst="rect">
                <a:avLst/>
              </a:prstGeom>
              <a:solidFill>
                <a:schemeClr val="accent1">
                  <a:lumMod val="50000"/>
                </a:schemeClr>
              </a:solidFill>
              <a:ln w="9525" algn="ctr">
                <a:noFill/>
                <a:miter lim="800000"/>
                <a:headEnd/>
                <a:tailEnd/>
              </a:ln>
            </p:spPr>
            <p:txBody>
              <a:bodyPr wrap="none" anchor="ctr"/>
              <a:lstStyle/>
              <a:p>
                <a:endParaRPr lang="en-US" dirty="0"/>
              </a:p>
            </p:txBody>
          </p:sp>
          <p:sp>
            <p:nvSpPr>
              <p:cNvPr id="51" name="Rectangle 50">
                <a:extLst>
                  <a:ext uri="{FF2B5EF4-FFF2-40B4-BE49-F238E27FC236}">
                    <a16:creationId xmlns:a16="http://schemas.microsoft.com/office/drawing/2014/main" id="{DB37606A-8A4F-273C-85DE-8EB09A839C84}"/>
                  </a:ext>
                </a:extLst>
              </p:cNvPr>
              <p:cNvSpPr>
                <a:spLocks noChangeArrowheads="1"/>
              </p:cNvSpPr>
              <p:nvPr/>
            </p:nvSpPr>
            <p:spPr bwMode="auto">
              <a:xfrm rot="8676597" flipH="1">
                <a:off x="1157666" y="4633700"/>
                <a:ext cx="89475" cy="242687"/>
              </a:xfrm>
              <a:prstGeom prst="rect">
                <a:avLst/>
              </a:prstGeom>
              <a:solidFill>
                <a:schemeClr val="accent1">
                  <a:lumMod val="50000"/>
                </a:schemeClr>
              </a:solidFill>
              <a:ln w="9525" algn="ctr">
                <a:noFill/>
                <a:miter lim="800000"/>
                <a:headEnd/>
                <a:tailEnd/>
              </a:ln>
            </p:spPr>
            <p:txBody>
              <a:bodyPr wrap="none" anchor="ctr"/>
              <a:lstStyle/>
              <a:p>
                <a:endParaRPr lang="en-US" dirty="0"/>
              </a:p>
            </p:txBody>
          </p:sp>
          <p:sp>
            <p:nvSpPr>
              <p:cNvPr id="52" name="Rectangle 13">
                <a:extLst>
                  <a:ext uri="{FF2B5EF4-FFF2-40B4-BE49-F238E27FC236}">
                    <a16:creationId xmlns:a16="http://schemas.microsoft.com/office/drawing/2014/main" id="{7002E1B4-9B59-09F5-C9F2-CA700513FB06}"/>
                  </a:ext>
                </a:extLst>
              </p:cNvPr>
              <p:cNvSpPr>
                <a:spLocks noChangeArrowheads="1"/>
              </p:cNvSpPr>
              <p:nvPr/>
            </p:nvSpPr>
            <p:spPr bwMode="auto">
              <a:xfrm rot="4229478" flipH="1">
                <a:off x="1057159" y="4589836"/>
                <a:ext cx="69279" cy="143333"/>
              </a:xfrm>
              <a:prstGeom prst="rect">
                <a:avLst/>
              </a:prstGeom>
              <a:solidFill>
                <a:schemeClr val="accent1">
                  <a:lumMod val="50000"/>
                </a:schemeClr>
              </a:solidFill>
              <a:ln w="9525" algn="ctr">
                <a:noFill/>
                <a:miter lim="800000"/>
                <a:headEnd/>
                <a:tailEnd/>
              </a:ln>
            </p:spPr>
            <p:txBody>
              <a:bodyPr wrap="none" anchor="ctr"/>
              <a:lstStyle/>
              <a:p>
                <a:endParaRPr lang="en-US" dirty="0"/>
              </a:p>
            </p:txBody>
          </p:sp>
        </p:grpSp>
      </p:grpSp>
      <p:grpSp>
        <p:nvGrpSpPr>
          <p:cNvPr id="18" name="Group 17">
            <a:extLst>
              <a:ext uri="{FF2B5EF4-FFF2-40B4-BE49-F238E27FC236}">
                <a16:creationId xmlns:a16="http://schemas.microsoft.com/office/drawing/2014/main" id="{DF036605-72B5-E0E4-475B-C711FD084F0A}"/>
              </a:ext>
            </a:extLst>
          </p:cNvPr>
          <p:cNvGrpSpPr/>
          <p:nvPr/>
        </p:nvGrpSpPr>
        <p:grpSpPr>
          <a:xfrm flipH="1">
            <a:off x="6022670" y="6135412"/>
            <a:ext cx="384226" cy="373021"/>
            <a:chOff x="6825343" y="1110343"/>
            <a:chExt cx="1937658" cy="2079171"/>
          </a:xfrm>
        </p:grpSpPr>
        <p:sp>
          <p:nvSpPr>
            <p:cNvPr id="19" name="Freeform 30">
              <a:extLst>
                <a:ext uri="{FF2B5EF4-FFF2-40B4-BE49-F238E27FC236}">
                  <a16:creationId xmlns:a16="http://schemas.microsoft.com/office/drawing/2014/main" id="{458D3C03-6DD2-9751-4BA4-2B68632C86F2}"/>
                </a:ext>
              </a:extLst>
            </p:cNvPr>
            <p:cNvSpPr/>
            <p:nvPr/>
          </p:nvSpPr>
          <p:spPr>
            <a:xfrm>
              <a:off x="6901543" y="1110343"/>
              <a:ext cx="1861458" cy="1828800"/>
            </a:xfrm>
            <a:custGeom>
              <a:avLst/>
              <a:gdLst>
                <a:gd name="connsiteX0" fmla="*/ 0 w 1839686"/>
                <a:gd name="connsiteY0" fmla="*/ 870857 h 1828800"/>
                <a:gd name="connsiteX1" fmla="*/ 849086 w 1839686"/>
                <a:gd name="connsiteY1" fmla="*/ 903514 h 1828800"/>
                <a:gd name="connsiteX2" fmla="*/ 1077686 w 1839686"/>
                <a:gd name="connsiteY2" fmla="*/ 1208314 h 1828800"/>
                <a:gd name="connsiteX3" fmla="*/ 838200 w 1839686"/>
                <a:gd name="connsiteY3" fmla="*/ 1654628 h 1828800"/>
                <a:gd name="connsiteX4" fmla="*/ 1219200 w 1839686"/>
                <a:gd name="connsiteY4" fmla="*/ 1828800 h 1828800"/>
                <a:gd name="connsiteX5" fmla="*/ 1611086 w 1839686"/>
                <a:gd name="connsiteY5" fmla="*/ 1480457 h 1828800"/>
                <a:gd name="connsiteX6" fmla="*/ 1796143 w 1839686"/>
                <a:gd name="connsiteY6" fmla="*/ 1273628 h 1828800"/>
                <a:gd name="connsiteX7" fmla="*/ 1839686 w 1839686"/>
                <a:gd name="connsiteY7" fmla="*/ 859971 h 1828800"/>
                <a:gd name="connsiteX8" fmla="*/ 1730829 w 1839686"/>
                <a:gd name="connsiteY8" fmla="*/ 402771 h 1828800"/>
                <a:gd name="connsiteX9" fmla="*/ 1295400 w 1839686"/>
                <a:gd name="connsiteY9" fmla="*/ 32657 h 1828800"/>
                <a:gd name="connsiteX10" fmla="*/ 816429 w 1839686"/>
                <a:gd name="connsiteY10" fmla="*/ 0 h 1828800"/>
                <a:gd name="connsiteX11" fmla="*/ 337457 w 1839686"/>
                <a:gd name="connsiteY11" fmla="*/ 228600 h 1828800"/>
                <a:gd name="connsiteX12" fmla="*/ 130629 w 1839686"/>
                <a:gd name="connsiteY12" fmla="*/ 609600 h 1828800"/>
                <a:gd name="connsiteX13" fmla="*/ 0 w 1839686"/>
                <a:gd name="connsiteY13" fmla="*/ 870857 h 1828800"/>
                <a:gd name="connsiteX0" fmla="*/ 0 w 1839686"/>
                <a:gd name="connsiteY0" fmla="*/ 870857 h 1828800"/>
                <a:gd name="connsiteX1" fmla="*/ 849086 w 1839686"/>
                <a:gd name="connsiteY1" fmla="*/ 903514 h 1828800"/>
                <a:gd name="connsiteX2" fmla="*/ 1077686 w 1839686"/>
                <a:gd name="connsiteY2" fmla="*/ 1208314 h 1828800"/>
                <a:gd name="connsiteX3" fmla="*/ 838200 w 1839686"/>
                <a:gd name="connsiteY3" fmla="*/ 1654628 h 1828800"/>
                <a:gd name="connsiteX4" fmla="*/ 1219200 w 1839686"/>
                <a:gd name="connsiteY4" fmla="*/ 1828800 h 1828800"/>
                <a:gd name="connsiteX5" fmla="*/ 1687286 w 1839686"/>
                <a:gd name="connsiteY5" fmla="*/ 1534885 h 1828800"/>
                <a:gd name="connsiteX6" fmla="*/ 1796143 w 1839686"/>
                <a:gd name="connsiteY6" fmla="*/ 1273628 h 1828800"/>
                <a:gd name="connsiteX7" fmla="*/ 1839686 w 1839686"/>
                <a:gd name="connsiteY7" fmla="*/ 859971 h 1828800"/>
                <a:gd name="connsiteX8" fmla="*/ 1730829 w 1839686"/>
                <a:gd name="connsiteY8" fmla="*/ 402771 h 1828800"/>
                <a:gd name="connsiteX9" fmla="*/ 1295400 w 1839686"/>
                <a:gd name="connsiteY9" fmla="*/ 32657 h 1828800"/>
                <a:gd name="connsiteX10" fmla="*/ 816429 w 1839686"/>
                <a:gd name="connsiteY10" fmla="*/ 0 h 1828800"/>
                <a:gd name="connsiteX11" fmla="*/ 337457 w 1839686"/>
                <a:gd name="connsiteY11" fmla="*/ 228600 h 1828800"/>
                <a:gd name="connsiteX12" fmla="*/ 130629 w 1839686"/>
                <a:gd name="connsiteY12" fmla="*/ 609600 h 1828800"/>
                <a:gd name="connsiteX13" fmla="*/ 0 w 1839686"/>
                <a:gd name="connsiteY13" fmla="*/ 870857 h 1828800"/>
                <a:gd name="connsiteX0" fmla="*/ 0 w 1839686"/>
                <a:gd name="connsiteY0" fmla="*/ 870857 h 1828800"/>
                <a:gd name="connsiteX1" fmla="*/ 849086 w 1839686"/>
                <a:gd name="connsiteY1" fmla="*/ 903514 h 1828800"/>
                <a:gd name="connsiteX2" fmla="*/ 1077686 w 1839686"/>
                <a:gd name="connsiteY2" fmla="*/ 1208314 h 1828800"/>
                <a:gd name="connsiteX3" fmla="*/ 838200 w 1839686"/>
                <a:gd name="connsiteY3" fmla="*/ 1654628 h 1828800"/>
                <a:gd name="connsiteX4" fmla="*/ 1219200 w 1839686"/>
                <a:gd name="connsiteY4" fmla="*/ 1828800 h 1828800"/>
                <a:gd name="connsiteX5" fmla="*/ 1719943 w 1839686"/>
                <a:gd name="connsiteY5" fmla="*/ 1556656 h 1828800"/>
                <a:gd name="connsiteX6" fmla="*/ 1796143 w 1839686"/>
                <a:gd name="connsiteY6" fmla="*/ 1273628 h 1828800"/>
                <a:gd name="connsiteX7" fmla="*/ 1839686 w 1839686"/>
                <a:gd name="connsiteY7" fmla="*/ 859971 h 1828800"/>
                <a:gd name="connsiteX8" fmla="*/ 1730829 w 1839686"/>
                <a:gd name="connsiteY8" fmla="*/ 402771 h 1828800"/>
                <a:gd name="connsiteX9" fmla="*/ 1295400 w 1839686"/>
                <a:gd name="connsiteY9" fmla="*/ 32657 h 1828800"/>
                <a:gd name="connsiteX10" fmla="*/ 816429 w 1839686"/>
                <a:gd name="connsiteY10" fmla="*/ 0 h 1828800"/>
                <a:gd name="connsiteX11" fmla="*/ 337457 w 1839686"/>
                <a:gd name="connsiteY11" fmla="*/ 228600 h 1828800"/>
                <a:gd name="connsiteX12" fmla="*/ 130629 w 1839686"/>
                <a:gd name="connsiteY12" fmla="*/ 609600 h 1828800"/>
                <a:gd name="connsiteX13" fmla="*/ 0 w 1839686"/>
                <a:gd name="connsiteY13" fmla="*/ 870857 h 1828800"/>
                <a:gd name="connsiteX0" fmla="*/ 0 w 1861458"/>
                <a:gd name="connsiteY0" fmla="*/ 870857 h 1828800"/>
                <a:gd name="connsiteX1" fmla="*/ 849086 w 1861458"/>
                <a:gd name="connsiteY1" fmla="*/ 903514 h 1828800"/>
                <a:gd name="connsiteX2" fmla="*/ 1077686 w 1861458"/>
                <a:gd name="connsiteY2" fmla="*/ 1208314 h 1828800"/>
                <a:gd name="connsiteX3" fmla="*/ 838200 w 1861458"/>
                <a:gd name="connsiteY3" fmla="*/ 1654628 h 1828800"/>
                <a:gd name="connsiteX4" fmla="*/ 1219200 w 1861458"/>
                <a:gd name="connsiteY4" fmla="*/ 1828800 h 1828800"/>
                <a:gd name="connsiteX5" fmla="*/ 1719943 w 1861458"/>
                <a:gd name="connsiteY5" fmla="*/ 1556656 h 1828800"/>
                <a:gd name="connsiteX6" fmla="*/ 1861458 w 1861458"/>
                <a:gd name="connsiteY6" fmla="*/ 1436914 h 1828800"/>
                <a:gd name="connsiteX7" fmla="*/ 1839686 w 1861458"/>
                <a:gd name="connsiteY7" fmla="*/ 859971 h 1828800"/>
                <a:gd name="connsiteX8" fmla="*/ 1730829 w 1861458"/>
                <a:gd name="connsiteY8" fmla="*/ 402771 h 1828800"/>
                <a:gd name="connsiteX9" fmla="*/ 1295400 w 1861458"/>
                <a:gd name="connsiteY9" fmla="*/ 32657 h 1828800"/>
                <a:gd name="connsiteX10" fmla="*/ 816429 w 1861458"/>
                <a:gd name="connsiteY10" fmla="*/ 0 h 1828800"/>
                <a:gd name="connsiteX11" fmla="*/ 337457 w 1861458"/>
                <a:gd name="connsiteY11" fmla="*/ 228600 h 1828800"/>
                <a:gd name="connsiteX12" fmla="*/ 130629 w 1861458"/>
                <a:gd name="connsiteY12" fmla="*/ 609600 h 1828800"/>
                <a:gd name="connsiteX13" fmla="*/ 0 w 1861458"/>
                <a:gd name="connsiteY13" fmla="*/ 870857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61458" h="1828800">
                  <a:moveTo>
                    <a:pt x="0" y="870857"/>
                  </a:moveTo>
                  <a:lnTo>
                    <a:pt x="849086" y="903514"/>
                  </a:lnTo>
                  <a:lnTo>
                    <a:pt x="1077686" y="1208314"/>
                  </a:lnTo>
                  <a:lnTo>
                    <a:pt x="838200" y="1654628"/>
                  </a:lnTo>
                  <a:lnTo>
                    <a:pt x="1219200" y="1828800"/>
                  </a:lnTo>
                  <a:lnTo>
                    <a:pt x="1719943" y="1556656"/>
                  </a:lnTo>
                  <a:lnTo>
                    <a:pt x="1861458" y="1436914"/>
                  </a:lnTo>
                  <a:lnTo>
                    <a:pt x="1839686" y="859971"/>
                  </a:lnTo>
                  <a:lnTo>
                    <a:pt x="1730829" y="402771"/>
                  </a:lnTo>
                  <a:lnTo>
                    <a:pt x="1295400" y="32657"/>
                  </a:lnTo>
                  <a:lnTo>
                    <a:pt x="816429" y="0"/>
                  </a:lnTo>
                  <a:lnTo>
                    <a:pt x="337457" y="228600"/>
                  </a:lnTo>
                  <a:lnTo>
                    <a:pt x="130629" y="609600"/>
                  </a:lnTo>
                  <a:lnTo>
                    <a:pt x="0" y="870857"/>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31">
              <a:extLst>
                <a:ext uri="{FF2B5EF4-FFF2-40B4-BE49-F238E27FC236}">
                  <a16:creationId xmlns:a16="http://schemas.microsoft.com/office/drawing/2014/main" id="{5160B618-7C10-C791-33C8-9534402BFAEB}"/>
                </a:ext>
              </a:extLst>
            </p:cNvPr>
            <p:cNvSpPr/>
            <p:nvPr/>
          </p:nvSpPr>
          <p:spPr>
            <a:xfrm>
              <a:off x="6890657" y="1981200"/>
              <a:ext cx="936172" cy="174171"/>
            </a:xfrm>
            <a:custGeom>
              <a:avLst/>
              <a:gdLst>
                <a:gd name="connsiteX0" fmla="*/ 97972 w 936172"/>
                <a:gd name="connsiteY0" fmla="*/ 87086 h 174171"/>
                <a:gd name="connsiteX1" fmla="*/ 936172 w 936172"/>
                <a:gd name="connsiteY1" fmla="*/ 174171 h 174171"/>
                <a:gd name="connsiteX2" fmla="*/ 914400 w 936172"/>
                <a:gd name="connsiteY2" fmla="*/ 76200 h 174171"/>
                <a:gd name="connsiteX3" fmla="*/ 87086 w 936172"/>
                <a:gd name="connsiteY3" fmla="*/ 0 h 174171"/>
                <a:gd name="connsiteX4" fmla="*/ 0 w 936172"/>
                <a:gd name="connsiteY4" fmla="*/ 43543 h 1741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6172" h="174171">
                  <a:moveTo>
                    <a:pt x="97972" y="87086"/>
                  </a:moveTo>
                  <a:lnTo>
                    <a:pt x="936172" y="174171"/>
                  </a:lnTo>
                  <a:lnTo>
                    <a:pt x="914400" y="76200"/>
                  </a:lnTo>
                  <a:lnTo>
                    <a:pt x="87086" y="0"/>
                  </a:lnTo>
                  <a:lnTo>
                    <a:pt x="0" y="43543"/>
                  </a:lnTo>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32">
              <a:extLst>
                <a:ext uri="{FF2B5EF4-FFF2-40B4-BE49-F238E27FC236}">
                  <a16:creationId xmlns:a16="http://schemas.microsoft.com/office/drawing/2014/main" id="{7ECD3981-BB5F-B747-9E46-7C42284DADF4}"/>
                </a:ext>
              </a:extLst>
            </p:cNvPr>
            <p:cNvSpPr/>
            <p:nvPr/>
          </p:nvSpPr>
          <p:spPr>
            <a:xfrm>
              <a:off x="6955971" y="2024743"/>
              <a:ext cx="283029" cy="1153886"/>
            </a:xfrm>
            <a:custGeom>
              <a:avLst/>
              <a:gdLst>
                <a:gd name="connsiteX0" fmla="*/ 0 w 283029"/>
                <a:gd name="connsiteY0" fmla="*/ 43543 h 1153886"/>
                <a:gd name="connsiteX1" fmla="*/ 108858 w 283029"/>
                <a:gd name="connsiteY1" fmla="*/ 598714 h 1153886"/>
                <a:gd name="connsiteX2" fmla="*/ 130629 w 283029"/>
                <a:gd name="connsiteY2" fmla="*/ 979714 h 1153886"/>
                <a:gd name="connsiteX3" fmla="*/ 228600 w 283029"/>
                <a:gd name="connsiteY3" fmla="*/ 1153886 h 1153886"/>
                <a:gd name="connsiteX4" fmla="*/ 283029 w 283029"/>
                <a:gd name="connsiteY4" fmla="*/ 1132114 h 1153886"/>
                <a:gd name="connsiteX5" fmla="*/ 174172 w 283029"/>
                <a:gd name="connsiteY5" fmla="*/ 805543 h 1153886"/>
                <a:gd name="connsiteX6" fmla="*/ 174172 w 283029"/>
                <a:gd name="connsiteY6" fmla="*/ 576943 h 1153886"/>
                <a:gd name="connsiteX7" fmla="*/ 87086 w 283029"/>
                <a:gd name="connsiteY7" fmla="*/ 0 h 1153886"/>
                <a:gd name="connsiteX8" fmla="*/ 0 w 283029"/>
                <a:gd name="connsiteY8" fmla="*/ 43543 h 1153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3029" h="1153886">
                  <a:moveTo>
                    <a:pt x="0" y="43543"/>
                  </a:moveTo>
                  <a:lnTo>
                    <a:pt x="108858" y="598714"/>
                  </a:lnTo>
                  <a:lnTo>
                    <a:pt x="130629" y="979714"/>
                  </a:lnTo>
                  <a:lnTo>
                    <a:pt x="228600" y="1153886"/>
                  </a:lnTo>
                  <a:lnTo>
                    <a:pt x="283029" y="1132114"/>
                  </a:lnTo>
                  <a:lnTo>
                    <a:pt x="174172" y="805543"/>
                  </a:lnTo>
                  <a:lnTo>
                    <a:pt x="174172" y="576943"/>
                  </a:lnTo>
                  <a:lnTo>
                    <a:pt x="87086" y="0"/>
                  </a:lnTo>
                  <a:lnTo>
                    <a:pt x="0" y="43543"/>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Freeform 33">
              <a:extLst>
                <a:ext uri="{FF2B5EF4-FFF2-40B4-BE49-F238E27FC236}">
                  <a16:creationId xmlns:a16="http://schemas.microsoft.com/office/drawing/2014/main" id="{50A101AC-67B1-62E8-E53A-AE187DFBC0D2}"/>
                </a:ext>
              </a:extLst>
            </p:cNvPr>
            <p:cNvSpPr/>
            <p:nvPr/>
          </p:nvSpPr>
          <p:spPr>
            <a:xfrm>
              <a:off x="6825343" y="2438400"/>
              <a:ext cx="1088571" cy="206829"/>
            </a:xfrm>
            <a:custGeom>
              <a:avLst/>
              <a:gdLst>
                <a:gd name="connsiteX0" fmla="*/ 1012371 w 1088571"/>
                <a:gd name="connsiteY0" fmla="*/ 97971 h 206829"/>
                <a:gd name="connsiteX1" fmla="*/ 511628 w 1088571"/>
                <a:gd name="connsiteY1" fmla="*/ 130629 h 206829"/>
                <a:gd name="connsiteX2" fmla="*/ 195943 w 1088571"/>
                <a:gd name="connsiteY2" fmla="*/ 119743 h 206829"/>
                <a:gd name="connsiteX3" fmla="*/ 43543 w 1088571"/>
                <a:gd name="connsiteY3" fmla="*/ 87086 h 206829"/>
                <a:gd name="connsiteX4" fmla="*/ 163286 w 1088571"/>
                <a:gd name="connsiteY4" fmla="*/ 32657 h 206829"/>
                <a:gd name="connsiteX5" fmla="*/ 163286 w 1088571"/>
                <a:gd name="connsiteY5" fmla="*/ 0 h 206829"/>
                <a:gd name="connsiteX6" fmla="*/ 0 w 1088571"/>
                <a:gd name="connsiteY6" fmla="*/ 76200 h 206829"/>
                <a:gd name="connsiteX7" fmla="*/ 0 w 1088571"/>
                <a:gd name="connsiteY7" fmla="*/ 119743 h 206829"/>
                <a:gd name="connsiteX8" fmla="*/ 185057 w 1088571"/>
                <a:gd name="connsiteY8" fmla="*/ 185057 h 206829"/>
                <a:gd name="connsiteX9" fmla="*/ 511628 w 1088571"/>
                <a:gd name="connsiteY9" fmla="*/ 185057 h 206829"/>
                <a:gd name="connsiteX10" fmla="*/ 925286 w 1088571"/>
                <a:gd name="connsiteY10" fmla="*/ 195943 h 206829"/>
                <a:gd name="connsiteX11" fmla="*/ 1088571 w 1088571"/>
                <a:gd name="connsiteY11" fmla="*/ 206829 h 206829"/>
                <a:gd name="connsiteX12" fmla="*/ 1066800 w 1088571"/>
                <a:gd name="connsiteY12" fmla="*/ 152400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88571" h="206829">
                  <a:moveTo>
                    <a:pt x="1012371" y="97971"/>
                  </a:moveTo>
                  <a:lnTo>
                    <a:pt x="511628" y="130629"/>
                  </a:lnTo>
                  <a:lnTo>
                    <a:pt x="195943" y="119743"/>
                  </a:lnTo>
                  <a:lnTo>
                    <a:pt x="43543" y="87086"/>
                  </a:lnTo>
                  <a:lnTo>
                    <a:pt x="163286" y="32657"/>
                  </a:lnTo>
                  <a:lnTo>
                    <a:pt x="163286" y="0"/>
                  </a:lnTo>
                  <a:lnTo>
                    <a:pt x="0" y="76200"/>
                  </a:lnTo>
                  <a:lnTo>
                    <a:pt x="0" y="119743"/>
                  </a:lnTo>
                  <a:lnTo>
                    <a:pt x="185057" y="185057"/>
                  </a:lnTo>
                  <a:lnTo>
                    <a:pt x="511628" y="185057"/>
                  </a:lnTo>
                  <a:lnTo>
                    <a:pt x="925286" y="195943"/>
                  </a:lnTo>
                  <a:lnTo>
                    <a:pt x="1088571" y="206829"/>
                  </a:lnTo>
                  <a:lnTo>
                    <a:pt x="1066800" y="152400"/>
                  </a:lnTo>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Freeform 34">
              <a:extLst>
                <a:ext uri="{FF2B5EF4-FFF2-40B4-BE49-F238E27FC236}">
                  <a16:creationId xmlns:a16="http://schemas.microsoft.com/office/drawing/2014/main" id="{A909AEC1-4869-9ECB-600E-8A1A18AA45F7}"/>
                </a:ext>
              </a:extLst>
            </p:cNvPr>
            <p:cNvSpPr/>
            <p:nvPr/>
          </p:nvSpPr>
          <p:spPr>
            <a:xfrm>
              <a:off x="6825343" y="2514600"/>
              <a:ext cx="195943" cy="631371"/>
            </a:xfrm>
            <a:custGeom>
              <a:avLst/>
              <a:gdLst>
                <a:gd name="connsiteX0" fmla="*/ 10886 w 195943"/>
                <a:gd name="connsiteY0" fmla="*/ 0 h 631371"/>
                <a:gd name="connsiteX1" fmla="*/ 32657 w 195943"/>
                <a:gd name="connsiteY1" fmla="*/ 326571 h 631371"/>
                <a:gd name="connsiteX2" fmla="*/ 195943 w 195943"/>
                <a:gd name="connsiteY2" fmla="*/ 609600 h 631371"/>
                <a:gd name="connsiteX3" fmla="*/ 119743 w 195943"/>
                <a:gd name="connsiteY3" fmla="*/ 631371 h 631371"/>
                <a:gd name="connsiteX4" fmla="*/ 0 w 195943"/>
                <a:gd name="connsiteY4" fmla="*/ 326571 h 631371"/>
                <a:gd name="connsiteX5" fmla="*/ 10886 w 195943"/>
                <a:gd name="connsiteY5" fmla="*/ 0 h 6313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5943" h="631371">
                  <a:moveTo>
                    <a:pt x="10886" y="0"/>
                  </a:moveTo>
                  <a:lnTo>
                    <a:pt x="32657" y="326571"/>
                  </a:lnTo>
                  <a:lnTo>
                    <a:pt x="195943" y="609600"/>
                  </a:lnTo>
                  <a:lnTo>
                    <a:pt x="119743" y="631371"/>
                  </a:lnTo>
                  <a:lnTo>
                    <a:pt x="0" y="326571"/>
                  </a:lnTo>
                  <a:lnTo>
                    <a:pt x="10886" y="0"/>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Freeform 35">
              <a:extLst>
                <a:ext uri="{FF2B5EF4-FFF2-40B4-BE49-F238E27FC236}">
                  <a16:creationId xmlns:a16="http://schemas.microsoft.com/office/drawing/2014/main" id="{936FF6C2-15CD-BDB2-935C-1F7046422238}"/>
                </a:ext>
              </a:extLst>
            </p:cNvPr>
            <p:cNvSpPr/>
            <p:nvPr/>
          </p:nvSpPr>
          <p:spPr>
            <a:xfrm>
              <a:off x="6977743" y="2645229"/>
              <a:ext cx="1055914" cy="544285"/>
            </a:xfrm>
            <a:custGeom>
              <a:avLst/>
              <a:gdLst>
                <a:gd name="connsiteX0" fmla="*/ 261257 w 1055914"/>
                <a:gd name="connsiteY0" fmla="*/ 54428 h 544285"/>
                <a:gd name="connsiteX1" fmla="*/ 65314 w 1055914"/>
                <a:gd name="connsiteY1" fmla="*/ 402771 h 544285"/>
                <a:gd name="connsiteX2" fmla="*/ 141514 w 1055914"/>
                <a:gd name="connsiteY2" fmla="*/ 457200 h 544285"/>
                <a:gd name="connsiteX3" fmla="*/ 522514 w 1055914"/>
                <a:gd name="connsiteY3" fmla="*/ 446314 h 544285"/>
                <a:gd name="connsiteX4" fmla="*/ 881743 w 1055914"/>
                <a:gd name="connsiteY4" fmla="*/ 315685 h 544285"/>
                <a:gd name="connsiteX5" fmla="*/ 1055914 w 1055914"/>
                <a:gd name="connsiteY5" fmla="*/ 228600 h 544285"/>
                <a:gd name="connsiteX6" fmla="*/ 1055914 w 1055914"/>
                <a:gd name="connsiteY6" fmla="*/ 228600 h 544285"/>
                <a:gd name="connsiteX7" fmla="*/ 674914 w 1055914"/>
                <a:gd name="connsiteY7" fmla="*/ 457200 h 544285"/>
                <a:gd name="connsiteX8" fmla="*/ 315686 w 1055914"/>
                <a:gd name="connsiteY8" fmla="*/ 544285 h 544285"/>
                <a:gd name="connsiteX9" fmla="*/ 32657 w 1055914"/>
                <a:gd name="connsiteY9" fmla="*/ 511628 h 544285"/>
                <a:gd name="connsiteX10" fmla="*/ 0 w 1055914"/>
                <a:gd name="connsiteY10" fmla="*/ 435428 h 544285"/>
                <a:gd name="connsiteX11" fmla="*/ 32657 w 1055914"/>
                <a:gd name="connsiteY11" fmla="*/ 304800 h 544285"/>
                <a:gd name="connsiteX12" fmla="*/ 261257 w 1055914"/>
                <a:gd name="connsiteY12" fmla="*/ 0 h 544285"/>
                <a:gd name="connsiteX13" fmla="*/ 261257 w 1055914"/>
                <a:gd name="connsiteY13" fmla="*/ 54428 h 544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55914" h="544285">
                  <a:moveTo>
                    <a:pt x="261257" y="54428"/>
                  </a:moveTo>
                  <a:lnTo>
                    <a:pt x="65314" y="402771"/>
                  </a:lnTo>
                  <a:lnTo>
                    <a:pt x="141514" y="457200"/>
                  </a:lnTo>
                  <a:lnTo>
                    <a:pt x="522514" y="446314"/>
                  </a:lnTo>
                  <a:lnTo>
                    <a:pt x="881743" y="315685"/>
                  </a:lnTo>
                  <a:lnTo>
                    <a:pt x="1055914" y="228600"/>
                  </a:lnTo>
                  <a:lnTo>
                    <a:pt x="1055914" y="228600"/>
                  </a:lnTo>
                  <a:lnTo>
                    <a:pt x="674914" y="457200"/>
                  </a:lnTo>
                  <a:lnTo>
                    <a:pt x="315686" y="544285"/>
                  </a:lnTo>
                  <a:lnTo>
                    <a:pt x="32657" y="511628"/>
                  </a:lnTo>
                  <a:lnTo>
                    <a:pt x="0" y="435428"/>
                  </a:lnTo>
                  <a:lnTo>
                    <a:pt x="32657" y="304800"/>
                  </a:lnTo>
                  <a:lnTo>
                    <a:pt x="261257" y="0"/>
                  </a:lnTo>
                  <a:lnTo>
                    <a:pt x="261257" y="54428"/>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Freeform 36">
              <a:extLst>
                <a:ext uri="{FF2B5EF4-FFF2-40B4-BE49-F238E27FC236}">
                  <a16:creationId xmlns:a16="http://schemas.microsoft.com/office/drawing/2014/main" id="{E61089F0-0ED4-3BA1-4C54-19867375DE87}"/>
                </a:ext>
              </a:extLst>
            </p:cNvPr>
            <p:cNvSpPr/>
            <p:nvPr/>
          </p:nvSpPr>
          <p:spPr>
            <a:xfrm>
              <a:off x="7609114" y="2133600"/>
              <a:ext cx="206829" cy="979714"/>
            </a:xfrm>
            <a:custGeom>
              <a:avLst/>
              <a:gdLst>
                <a:gd name="connsiteX0" fmla="*/ 119743 w 206829"/>
                <a:gd name="connsiteY0" fmla="*/ 10886 h 979714"/>
                <a:gd name="connsiteX1" fmla="*/ 0 w 206829"/>
                <a:gd name="connsiteY1" fmla="*/ 979714 h 979714"/>
                <a:gd name="connsiteX2" fmla="*/ 119743 w 206829"/>
                <a:gd name="connsiteY2" fmla="*/ 936171 h 979714"/>
                <a:gd name="connsiteX3" fmla="*/ 206829 w 206829"/>
                <a:gd name="connsiteY3" fmla="*/ 0 h 979714"/>
                <a:gd name="connsiteX4" fmla="*/ 119743 w 206829"/>
                <a:gd name="connsiteY4" fmla="*/ 10886 h 9797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6829" h="979714">
                  <a:moveTo>
                    <a:pt x="119743" y="10886"/>
                  </a:moveTo>
                  <a:lnTo>
                    <a:pt x="0" y="979714"/>
                  </a:lnTo>
                  <a:lnTo>
                    <a:pt x="119743" y="936171"/>
                  </a:lnTo>
                  <a:lnTo>
                    <a:pt x="206829" y="0"/>
                  </a:lnTo>
                  <a:lnTo>
                    <a:pt x="119743" y="10886"/>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59" name="Freeform: Shape 58">
            <a:extLst>
              <a:ext uri="{FF2B5EF4-FFF2-40B4-BE49-F238E27FC236}">
                <a16:creationId xmlns:a16="http://schemas.microsoft.com/office/drawing/2014/main" id="{08382407-A695-1AFF-0728-38E59A6A284B}"/>
              </a:ext>
            </a:extLst>
          </p:cNvPr>
          <p:cNvSpPr/>
          <p:nvPr/>
        </p:nvSpPr>
        <p:spPr>
          <a:xfrm>
            <a:off x="7248144" y="1052131"/>
            <a:ext cx="713232" cy="466344"/>
          </a:xfrm>
          <a:custGeom>
            <a:avLst/>
            <a:gdLst>
              <a:gd name="connsiteX0" fmla="*/ 0 w 713232"/>
              <a:gd name="connsiteY0" fmla="*/ 27432 h 466344"/>
              <a:gd name="connsiteX1" fmla="*/ 219456 w 713232"/>
              <a:gd name="connsiteY1" fmla="*/ 27432 h 466344"/>
              <a:gd name="connsiteX2" fmla="*/ 320040 w 713232"/>
              <a:gd name="connsiteY2" fmla="*/ 0 h 466344"/>
              <a:gd name="connsiteX3" fmla="*/ 475488 w 713232"/>
              <a:gd name="connsiteY3" fmla="*/ 256032 h 466344"/>
              <a:gd name="connsiteX4" fmla="*/ 713232 w 713232"/>
              <a:gd name="connsiteY4" fmla="*/ 466344 h 466344"/>
              <a:gd name="connsiteX5" fmla="*/ 0 w 713232"/>
              <a:gd name="connsiteY5" fmla="*/ 27432 h 466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13232" h="466344">
                <a:moveTo>
                  <a:pt x="0" y="27432"/>
                </a:moveTo>
                <a:lnTo>
                  <a:pt x="219456" y="27432"/>
                </a:lnTo>
                <a:lnTo>
                  <a:pt x="320040" y="0"/>
                </a:lnTo>
                <a:lnTo>
                  <a:pt x="475488" y="256032"/>
                </a:lnTo>
                <a:lnTo>
                  <a:pt x="713232" y="466344"/>
                </a:lnTo>
                <a:lnTo>
                  <a:pt x="0" y="27432"/>
                </a:lnTo>
                <a:close/>
              </a:path>
            </a:pathLst>
          </a:cu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Freeform: Shape 59">
            <a:extLst>
              <a:ext uri="{FF2B5EF4-FFF2-40B4-BE49-F238E27FC236}">
                <a16:creationId xmlns:a16="http://schemas.microsoft.com/office/drawing/2014/main" id="{04CF6433-EB79-82F6-CB13-AE61B5815458}"/>
              </a:ext>
            </a:extLst>
          </p:cNvPr>
          <p:cNvSpPr/>
          <p:nvPr/>
        </p:nvSpPr>
        <p:spPr>
          <a:xfrm>
            <a:off x="7961376" y="1490472"/>
            <a:ext cx="1819656" cy="594360"/>
          </a:xfrm>
          <a:custGeom>
            <a:avLst/>
            <a:gdLst>
              <a:gd name="connsiteX0" fmla="*/ 0 w 1819656"/>
              <a:gd name="connsiteY0" fmla="*/ 36576 h 594360"/>
              <a:gd name="connsiteX1" fmla="*/ 466344 w 1819656"/>
              <a:gd name="connsiteY1" fmla="*/ 0 h 594360"/>
              <a:gd name="connsiteX2" fmla="*/ 749808 w 1819656"/>
              <a:gd name="connsiteY2" fmla="*/ 237744 h 594360"/>
              <a:gd name="connsiteX3" fmla="*/ 896112 w 1819656"/>
              <a:gd name="connsiteY3" fmla="*/ 594360 h 594360"/>
              <a:gd name="connsiteX4" fmla="*/ 1819656 w 1819656"/>
              <a:gd name="connsiteY4" fmla="*/ 576072 h 594360"/>
              <a:gd name="connsiteX0" fmla="*/ 0 w 1819656"/>
              <a:gd name="connsiteY0" fmla="*/ 36576 h 594360"/>
              <a:gd name="connsiteX1" fmla="*/ 466344 w 1819656"/>
              <a:gd name="connsiteY1" fmla="*/ 0 h 594360"/>
              <a:gd name="connsiteX2" fmla="*/ 749808 w 1819656"/>
              <a:gd name="connsiteY2" fmla="*/ 237744 h 594360"/>
              <a:gd name="connsiteX3" fmla="*/ 896112 w 1819656"/>
              <a:gd name="connsiteY3" fmla="*/ 594360 h 594360"/>
              <a:gd name="connsiteX4" fmla="*/ 1819656 w 1819656"/>
              <a:gd name="connsiteY4" fmla="*/ 576072 h 594360"/>
              <a:gd name="connsiteX0" fmla="*/ 0 w 1819656"/>
              <a:gd name="connsiteY0" fmla="*/ 36576 h 594360"/>
              <a:gd name="connsiteX1" fmla="*/ 466344 w 1819656"/>
              <a:gd name="connsiteY1" fmla="*/ 0 h 594360"/>
              <a:gd name="connsiteX2" fmla="*/ 749808 w 1819656"/>
              <a:gd name="connsiteY2" fmla="*/ 237744 h 594360"/>
              <a:gd name="connsiteX3" fmla="*/ 896112 w 1819656"/>
              <a:gd name="connsiteY3" fmla="*/ 594360 h 594360"/>
              <a:gd name="connsiteX4" fmla="*/ 1819656 w 1819656"/>
              <a:gd name="connsiteY4" fmla="*/ 576072 h 594360"/>
              <a:gd name="connsiteX0" fmla="*/ 0 w 1819656"/>
              <a:gd name="connsiteY0" fmla="*/ 36576 h 594360"/>
              <a:gd name="connsiteX1" fmla="*/ 466344 w 1819656"/>
              <a:gd name="connsiteY1" fmla="*/ 0 h 594360"/>
              <a:gd name="connsiteX2" fmla="*/ 749808 w 1819656"/>
              <a:gd name="connsiteY2" fmla="*/ 237744 h 594360"/>
              <a:gd name="connsiteX3" fmla="*/ 896112 w 1819656"/>
              <a:gd name="connsiteY3" fmla="*/ 594360 h 594360"/>
              <a:gd name="connsiteX4" fmla="*/ 1819656 w 1819656"/>
              <a:gd name="connsiteY4" fmla="*/ 576072 h 594360"/>
              <a:gd name="connsiteX0" fmla="*/ 0 w 1819656"/>
              <a:gd name="connsiteY0" fmla="*/ 36576 h 594360"/>
              <a:gd name="connsiteX1" fmla="*/ 466344 w 1819656"/>
              <a:gd name="connsiteY1" fmla="*/ 0 h 594360"/>
              <a:gd name="connsiteX2" fmla="*/ 749808 w 1819656"/>
              <a:gd name="connsiteY2" fmla="*/ 237744 h 594360"/>
              <a:gd name="connsiteX3" fmla="*/ 896112 w 1819656"/>
              <a:gd name="connsiteY3" fmla="*/ 594360 h 594360"/>
              <a:gd name="connsiteX4" fmla="*/ 1819656 w 1819656"/>
              <a:gd name="connsiteY4" fmla="*/ 576072 h 5943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19656" h="594360">
                <a:moveTo>
                  <a:pt x="0" y="36576"/>
                </a:moveTo>
                <a:lnTo>
                  <a:pt x="466344" y="0"/>
                </a:lnTo>
                <a:cubicBezTo>
                  <a:pt x="707136" y="79248"/>
                  <a:pt x="655320" y="158496"/>
                  <a:pt x="749808" y="237744"/>
                </a:cubicBezTo>
                <a:cubicBezTo>
                  <a:pt x="789432" y="457200"/>
                  <a:pt x="701040" y="429768"/>
                  <a:pt x="896112" y="594360"/>
                </a:cubicBezTo>
                <a:lnTo>
                  <a:pt x="1819656" y="576072"/>
                </a:lnTo>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Shape 64">
            <a:extLst>
              <a:ext uri="{FF2B5EF4-FFF2-40B4-BE49-F238E27FC236}">
                <a16:creationId xmlns:a16="http://schemas.microsoft.com/office/drawing/2014/main" id="{1F53F7C6-A4E0-0351-6B6B-329842033B1F}"/>
              </a:ext>
            </a:extLst>
          </p:cNvPr>
          <p:cNvSpPr/>
          <p:nvPr/>
        </p:nvSpPr>
        <p:spPr>
          <a:xfrm>
            <a:off x="3343656" y="1252728"/>
            <a:ext cx="4133088" cy="4462272"/>
          </a:xfrm>
          <a:custGeom>
            <a:avLst/>
            <a:gdLst>
              <a:gd name="connsiteX0" fmla="*/ 0 w 4178808"/>
              <a:gd name="connsiteY0" fmla="*/ 4453128 h 4453128"/>
              <a:gd name="connsiteX1" fmla="*/ 4178808 w 4178808"/>
              <a:gd name="connsiteY1" fmla="*/ 0 h 4453128"/>
              <a:gd name="connsiteX0" fmla="*/ 0 w 4178808"/>
              <a:gd name="connsiteY0" fmla="*/ 4453128 h 4453128"/>
              <a:gd name="connsiteX1" fmla="*/ 4178808 w 4178808"/>
              <a:gd name="connsiteY1" fmla="*/ 0 h 4453128"/>
              <a:gd name="connsiteX0" fmla="*/ 0 w 4178808"/>
              <a:gd name="connsiteY0" fmla="*/ 4453128 h 4453128"/>
              <a:gd name="connsiteX1" fmla="*/ 4178808 w 4178808"/>
              <a:gd name="connsiteY1" fmla="*/ 0 h 4453128"/>
            </a:gdLst>
            <a:ahLst/>
            <a:cxnLst>
              <a:cxn ang="0">
                <a:pos x="connsiteX0" y="connsiteY0"/>
              </a:cxn>
              <a:cxn ang="0">
                <a:pos x="connsiteX1" y="connsiteY1"/>
              </a:cxn>
            </a:cxnLst>
            <a:rect l="l" t="t" r="r" b="b"/>
            <a:pathLst>
              <a:path w="4178808" h="4453128">
                <a:moveTo>
                  <a:pt x="0" y="4453128"/>
                </a:moveTo>
                <a:cubicBezTo>
                  <a:pt x="1575816" y="3041904"/>
                  <a:pt x="2840736" y="1969008"/>
                  <a:pt x="4178808" y="0"/>
                </a:cubicBezTo>
              </a:path>
            </a:pathLst>
          </a:cu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2" name="Straight Arrow Connector 71">
            <a:extLst>
              <a:ext uri="{FF2B5EF4-FFF2-40B4-BE49-F238E27FC236}">
                <a16:creationId xmlns:a16="http://schemas.microsoft.com/office/drawing/2014/main" id="{7A8291A6-45BF-4A56-2258-59C90348AF9A}"/>
              </a:ext>
            </a:extLst>
          </p:cNvPr>
          <p:cNvCxnSpPr>
            <a:cxnSpLocks/>
          </p:cNvCxnSpPr>
          <p:nvPr/>
        </p:nvCxnSpPr>
        <p:spPr>
          <a:xfrm flipV="1">
            <a:off x="5224532" y="5458926"/>
            <a:ext cx="267964" cy="5923"/>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75" name="TextBox 74">
            <a:extLst>
              <a:ext uri="{FF2B5EF4-FFF2-40B4-BE49-F238E27FC236}">
                <a16:creationId xmlns:a16="http://schemas.microsoft.com/office/drawing/2014/main" id="{B415D21B-93FE-82C6-0FE2-60FCF9F98D4F}"/>
              </a:ext>
            </a:extLst>
          </p:cNvPr>
          <p:cNvSpPr txBox="1"/>
          <p:nvPr/>
        </p:nvSpPr>
        <p:spPr>
          <a:xfrm>
            <a:off x="4469927" y="5117802"/>
            <a:ext cx="966522" cy="523220"/>
          </a:xfrm>
          <a:prstGeom prst="rect">
            <a:avLst/>
          </a:prstGeom>
          <a:noFill/>
        </p:spPr>
        <p:txBody>
          <a:bodyPr wrap="square">
            <a:spAutoFit/>
          </a:bodyPr>
          <a:lstStyle/>
          <a:p>
            <a:pPr algn="ctr"/>
            <a:r>
              <a:rPr lang="en-US" sz="2800" dirty="0" err="1">
                <a:solidFill>
                  <a:schemeClr val="tx2"/>
                </a:solidFill>
              </a:rPr>
              <a:t>v</a:t>
            </a:r>
            <a:r>
              <a:rPr lang="en-US" sz="2800" baseline="-25000" dirty="0" err="1">
                <a:solidFill>
                  <a:schemeClr val="tx2"/>
                </a:solidFill>
              </a:rPr>
              <a:t>b</a:t>
            </a:r>
            <a:endParaRPr lang="en-US" sz="2800" baseline="-25000" dirty="0">
              <a:solidFill>
                <a:schemeClr val="tx2"/>
              </a:solidFill>
            </a:endParaRPr>
          </a:p>
        </p:txBody>
      </p:sp>
      <p:sp>
        <p:nvSpPr>
          <p:cNvPr id="76" name="TextBox 75">
            <a:extLst>
              <a:ext uri="{FF2B5EF4-FFF2-40B4-BE49-F238E27FC236}">
                <a16:creationId xmlns:a16="http://schemas.microsoft.com/office/drawing/2014/main" id="{02DC6790-4C6E-7074-C4E3-04951FB740B3}"/>
              </a:ext>
            </a:extLst>
          </p:cNvPr>
          <p:cNvSpPr txBox="1"/>
          <p:nvPr/>
        </p:nvSpPr>
        <p:spPr>
          <a:xfrm>
            <a:off x="4197268" y="1002443"/>
            <a:ext cx="1325474" cy="523220"/>
          </a:xfrm>
          <a:prstGeom prst="rect">
            <a:avLst/>
          </a:prstGeom>
          <a:noFill/>
        </p:spPr>
        <p:txBody>
          <a:bodyPr wrap="square">
            <a:spAutoFit/>
          </a:bodyPr>
          <a:lstStyle/>
          <a:p>
            <a:pPr algn="ctr"/>
            <a:r>
              <a:rPr lang="en-US" sz="2800" dirty="0" err="1">
                <a:solidFill>
                  <a:schemeClr val="tx2"/>
                </a:solidFill>
              </a:rPr>
              <a:t>v</a:t>
            </a:r>
            <a:r>
              <a:rPr lang="en-US" sz="2800" baseline="-25000" dirty="0" err="1">
                <a:solidFill>
                  <a:schemeClr val="tx2"/>
                </a:solidFill>
              </a:rPr>
              <a:t>t</a:t>
            </a:r>
            <a:endParaRPr lang="en-US" sz="2800" baseline="-25000" dirty="0">
              <a:solidFill>
                <a:schemeClr val="tx2"/>
              </a:solidFill>
            </a:endParaRPr>
          </a:p>
        </p:txBody>
      </p:sp>
      <p:cxnSp>
        <p:nvCxnSpPr>
          <p:cNvPr id="77" name="Straight Arrow Connector 76">
            <a:extLst>
              <a:ext uri="{FF2B5EF4-FFF2-40B4-BE49-F238E27FC236}">
                <a16:creationId xmlns:a16="http://schemas.microsoft.com/office/drawing/2014/main" id="{4DDBBFE2-EF44-DBE6-7B31-268E71D29229}"/>
              </a:ext>
            </a:extLst>
          </p:cNvPr>
          <p:cNvCxnSpPr>
            <a:cxnSpLocks/>
          </p:cNvCxnSpPr>
          <p:nvPr/>
        </p:nvCxnSpPr>
        <p:spPr>
          <a:xfrm flipV="1">
            <a:off x="5157566" y="4320447"/>
            <a:ext cx="584317" cy="5684"/>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3B75E58D-F245-7ABC-6598-885A764E39F7}"/>
              </a:ext>
            </a:extLst>
          </p:cNvPr>
          <p:cNvCxnSpPr>
            <a:cxnSpLocks/>
          </p:cNvCxnSpPr>
          <p:nvPr/>
        </p:nvCxnSpPr>
        <p:spPr>
          <a:xfrm>
            <a:off x="5161926" y="3483864"/>
            <a:ext cx="903457"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97028083-7E73-238C-53A2-B84E7239F596}"/>
              </a:ext>
            </a:extLst>
          </p:cNvPr>
          <p:cNvCxnSpPr>
            <a:cxnSpLocks/>
          </p:cNvCxnSpPr>
          <p:nvPr/>
        </p:nvCxnSpPr>
        <p:spPr>
          <a:xfrm>
            <a:off x="5184374" y="2395606"/>
            <a:ext cx="1121939"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5203F62C-C6B0-6609-E30D-C56C4978949D}"/>
              </a:ext>
            </a:extLst>
          </p:cNvPr>
          <p:cNvCxnSpPr>
            <a:cxnSpLocks/>
          </p:cNvCxnSpPr>
          <p:nvPr/>
        </p:nvCxnSpPr>
        <p:spPr>
          <a:xfrm>
            <a:off x="5184374" y="1346921"/>
            <a:ext cx="1603509"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019827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BA8AA-8A16-1A38-DC2E-0B6A791C346C}"/>
              </a:ext>
            </a:extLst>
          </p:cNvPr>
          <p:cNvSpPr>
            <a:spLocks noGrp="1"/>
          </p:cNvSpPr>
          <p:nvPr>
            <p:ph type="title"/>
          </p:nvPr>
        </p:nvSpPr>
        <p:spPr/>
        <p:txBody>
          <a:bodyPr/>
          <a:lstStyle/>
          <a:p>
            <a:endParaRPr lang="en-US"/>
          </a:p>
        </p:txBody>
      </p:sp>
      <p:pic>
        <p:nvPicPr>
          <p:cNvPr id="5" name="Content Placeholder 4" descr="A landscape with a green field and mountains in the background&#10;&#10;AI-generated content may be incorrect.">
            <a:extLst>
              <a:ext uri="{FF2B5EF4-FFF2-40B4-BE49-F238E27FC236}">
                <a16:creationId xmlns:a16="http://schemas.microsoft.com/office/drawing/2014/main" id="{AC8D40AF-1719-A56F-65E4-EAFBC738FD60}"/>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17035" t="19390" r="17072" b="5499"/>
          <a:stretch/>
        </p:blipFill>
        <p:spPr>
          <a:xfrm>
            <a:off x="1524000" y="0"/>
            <a:ext cx="9144000" cy="6948714"/>
          </a:xfrm>
        </p:spPr>
      </p:pic>
    </p:spTree>
    <p:extLst>
      <p:ext uri="{BB962C8B-B14F-4D97-AF65-F5344CB8AC3E}">
        <p14:creationId xmlns:p14="http://schemas.microsoft.com/office/powerpoint/2010/main" val="30838349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be 3">
            <a:extLst>
              <a:ext uri="{FF2B5EF4-FFF2-40B4-BE49-F238E27FC236}">
                <a16:creationId xmlns:a16="http://schemas.microsoft.com/office/drawing/2014/main" id="{06902695-297E-EC30-6337-6EF27AB9DCC2}"/>
              </a:ext>
            </a:extLst>
          </p:cNvPr>
          <p:cNvSpPr/>
          <p:nvPr/>
        </p:nvSpPr>
        <p:spPr>
          <a:xfrm>
            <a:off x="3645408" y="2926080"/>
            <a:ext cx="3456432" cy="1179576"/>
          </a:xfrm>
          <a:prstGeom prst="cube">
            <a:avLst>
              <a:gd name="adj" fmla="val 93346"/>
            </a:avLst>
          </a:prstGeom>
          <a:solidFill>
            <a:schemeClr val="bg1">
              <a:lumMod val="5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ube 4">
            <a:extLst>
              <a:ext uri="{FF2B5EF4-FFF2-40B4-BE49-F238E27FC236}">
                <a16:creationId xmlns:a16="http://schemas.microsoft.com/office/drawing/2014/main" id="{A1AC6621-64C7-BE89-AEFD-66DDEA588E88}"/>
              </a:ext>
            </a:extLst>
          </p:cNvPr>
          <p:cNvSpPr/>
          <p:nvPr/>
        </p:nvSpPr>
        <p:spPr>
          <a:xfrm>
            <a:off x="3645408" y="2831592"/>
            <a:ext cx="3456432" cy="1179576"/>
          </a:xfrm>
          <a:prstGeom prst="cube">
            <a:avLst>
              <a:gd name="adj" fmla="val 93346"/>
            </a:avLst>
          </a:prstGeom>
          <a:solidFill>
            <a:schemeClr val="tx2">
              <a:lumMod val="75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be 5">
            <a:extLst>
              <a:ext uri="{FF2B5EF4-FFF2-40B4-BE49-F238E27FC236}">
                <a16:creationId xmlns:a16="http://schemas.microsoft.com/office/drawing/2014/main" id="{9CC5F9BA-B2CA-972C-E304-BCFBAFCE348A}"/>
              </a:ext>
            </a:extLst>
          </p:cNvPr>
          <p:cNvSpPr/>
          <p:nvPr/>
        </p:nvSpPr>
        <p:spPr>
          <a:xfrm>
            <a:off x="3745992" y="2759964"/>
            <a:ext cx="3456432" cy="1179576"/>
          </a:xfrm>
          <a:prstGeom prst="cube">
            <a:avLst>
              <a:gd name="adj" fmla="val 93346"/>
            </a:avLst>
          </a:prstGeom>
          <a:solidFill>
            <a:schemeClr val="tx2">
              <a:lumMod val="60000"/>
              <a:lumOff val="4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be 6">
            <a:extLst>
              <a:ext uri="{FF2B5EF4-FFF2-40B4-BE49-F238E27FC236}">
                <a16:creationId xmlns:a16="http://schemas.microsoft.com/office/drawing/2014/main" id="{9FAE4B82-7690-AF02-BED0-7E1AED236FE5}"/>
              </a:ext>
            </a:extLst>
          </p:cNvPr>
          <p:cNvSpPr/>
          <p:nvPr/>
        </p:nvSpPr>
        <p:spPr>
          <a:xfrm>
            <a:off x="3942588" y="2688336"/>
            <a:ext cx="3456432" cy="1179576"/>
          </a:xfrm>
          <a:prstGeom prst="cube">
            <a:avLst>
              <a:gd name="adj" fmla="val 93346"/>
            </a:avLst>
          </a:prstGeom>
          <a:solidFill>
            <a:schemeClr val="tx2">
              <a:lumMod val="40000"/>
              <a:lumOff val="6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be 7">
            <a:extLst>
              <a:ext uri="{FF2B5EF4-FFF2-40B4-BE49-F238E27FC236}">
                <a16:creationId xmlns:a16="http://schemas.microsoft.com/office/drawing/2014/main" id="{43A7B154-8887-831F-4417-2A870054FA65}"/>
              </a:ext>
            </a:extLst>
          </p:cNvPr>
          <p:cNvSpPr/>
          <p:nvPr/>
        </p:nvSpPr>
        <p:spPr>
          <a:xfrm>
            <a:off x="4212336" y="2618232"/>
            <a:ext cx="3456432" cy="1179576"/>
          </a:xfrm>
          <a:prstGeom prst="cube">
            <a:avLst>
              <a:gd name="adj" fmla="val 93346"/>
            </a:avLst>
          </a:prstGeom>
          <a:solidFill>
            <a:schemeClr val="tx2">
              <a:lumMod val="20000"/>
              <a:lumOff val="8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be 8">
            <a:extLst>
              <a:ext uri="{FF2B5EF4-FFF2-40B4-BE49-F238E27FC236}">
                <a16:creationId xmlns:a16="http://schemas.microsoft.com/office/drawing/2014/main" id="{0F41D16B-E87B-777C-F8CC-5CDACC5DA7D1}"/>
              </a:ext>
            </a:extLst>
          </p:cNvPr>
          <p:cNvSpPr/>
          <p:nvPr/>
        </p:nvSpPr>
        <p:spPr>
          <a:xfrm>
            <a:off x="4450080" y="2528316"/>
            <a:ext cx="3456432" cy="1179576"/>
          </a:xfrm>
          <a:prstGeom prst="cube">
            <a:avLst>
              <a:gd name="adj" fmla="val 93346"/>
            </a:avLst>
          </a:prstGeom>
          <a:solidFill>
            <a:schemeClr val="bg1">
              <a:lumMod val="5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7CEA8ED-8DC4-9F77-64AC-D2E955B41123}"/>
              </a:ext>
            </a:extLst>
          </p:cNvPr>
          <p:cNvSpPr txBox="1"/>
          <p:nvPr/>
        </p:nvSpPr>
        <p:spPr>
          <a:xfrm>
            <a:off x="3082963" y="3797808"/>
            <a:ext cx="535724" cy="369332"/>
          </a:xfrm>
          <a:prstGeom prst="rect">
            <a:avLst/>
          </a:prstGeom>
          <a:noFill/>
        </p:spPr>
        <p:txBody>
          <a:bodyPr wrap="none" rtlCol="0">
            <a:spAutoFit/>
          </a:bodyPr>
          <a:lstStyle/>
          <a:p>
            <a:r>
              <a:rPr lang="en-US" dirty="0">
                <a:solidFill>
                  <a:srgbClr val="00B050"/>
                </a:solidFill>
              </a:rPr>
              <a:t>v=0</a:t>
            </a:r>
          </a:p>
        </p:txBody>
      </p:sp>
      <p:cxnSp>
        <p:nvCxnSpPr>
          <p:cNvPr id="12" name="Straight Arrow Connector 11">
            <a:extLst>
              <a:ext uri="{FF2B5EF4-FFF2-40B4-BE49-F238E27FC236}">
                <a16:creationId xmlns:a16="http://schemas.microsoft.com/office/drawing/2014/main" id="{A1D03BBB-4A49-F9E8-C386-C9FB61688EE5}"/>
              </a:ext>
            </a:extLst>
          </p:cNvPr>
          <p:cNvCxnSpPr>
            <a:cxnSpLocks/>
          </p:cNvCxnSpPr>
          <p:nvPr/>
        </p:nvCxnSpPr>
        <p:spPr>
          <a:xfrm flipV="1">
            <a:off x="6671291" y="3743765"/>
            <a:ext cx="502831" cy="10550"/>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60C90FCD-8AD6-1483-29D3-0F3FA2A37BD1}"/>
              </a:ext>
            </a:extLst>
          </p:cNvPr>
          <p:cNvSpPr txBox="1"/>
          <p:nvPr/>
        </p:nvSpPr>
        <p:spPr>
          <a:xfrm>
            <a:off x="7142162" y="3555730"/>
            <a:ext cx="288862" cy="369332"/>
          </a:xfrm>
          <a:prstGeom prst="rect">
            <a:avLst/>
          </a:prstGeom>
          <a:noFill/>
        </p:spPr>
        <p:txBody>
          <a:bodyPr wrap="none" rtlCol="0">
            <a:spAutoFit/>
          </a:bodyPr>
          <a:lstStyle/>
          <a:p>
            <a:r>
              <a:rPr lang="en-US" dirty="0">
                <a:solidFill>
                  <a:srgbClr val="00B050"/>
                </a:solidFill>
              </a:rPr>
              <a:t>v</a:t>
            </a:r>
          </a:p>
        </p:txBody>
      </p:sp>
      <p:sp>
        <p:nvSpPr>
          <p:cNvPr id="15" name="TextBox 14">
            <a:extLst>
              <a:ext uri="{FF2B5EF4-FFF2-40B4-BE49-F238E27FC236}">
                <a16:creationId xmlns:a16="http://schemas.microsoft.com/office/drawing/2014/main" id="{C7B07F62-B2E3-622F-9DCA-DA1EDA718BC5}"/>
              </a:ext>
            </a:extLst>
          </p:cNvPr>
          <p:cNvSpPr txBox="1"/>
          <p:nvPr/>
        </p:nvSpPr>
        <p:spPr>
          <a:xfrm>
            <a:off x="5940552" y="2759965"/>
            <a:ext cx="342900" cy="461665"/>
          </a:xfrm>
          <a:prstGeom prst="rect">
            <a:avLst/>
          </a:prstGeom>
          <a:noFill/>
        </p:spPr>
        <p:txBody>
          <a:bodyPr wrap="square" rtlCol="0">
            <a:spAutoFit/>
          </a:bodyPr>
          <a:lstStyle/>
          <a:p>
            <a:r>
              <a:rPr lang="en-US" sz="2400" dirty="0"/>
              <a:t>A</a:t>
            </a:r>
          </a:p>
        </p:txBody>
      </p:sp>
      <p:cxnSp>
        <p:nvCxnSpPr>
          <p:cNvPr id="17" name="Straight Arrow Connector 16">
            <a:extLst>
              <a:ext uri="{FF2B5EF4-FFF2-40B4-BE49-F238E27FC236}">
                <a16:creationId xmlns:a16="http://schemas.microsoft.com/office/drawing/2014/main" id="{171740F3-E708-7412-3F1F-4BEC92D18D73}"/>
              </a:ext>
            </a:extLst>
          </p:cNvPr>
          <p:cNvCxnSpPr/>
          <p:nvPr/>
        </p:nvCxnSpPr>
        <p:spPr>
          <a:xfrm>
            <a:off x="7339584" y="3108960"/>
            <a:ext cx="566928"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166C6AA-602E-1B6D-67FB-98682B71D332}"/>
              </a:ext>
            </a:extLst>
          </p:cNvPr>
          <p:cNvSpPr txBox="1"/>
          <p:nvPr/>
        </p:nvSpPr>
        <p:spPr>
          <a:xfrm>
            <a:off x="7880010" y="2935224"/>
            <a:ext cx="306494" cy="369332"/>
          </a:xfrm>
          <a:prstGeom prst="rect">
            <a:avLst/>
          </a:prstGeom>
          <a:noFill/>
        </p:spPr>
        <p:txBody>
          <a:bodyPr wrap="none" rtlCol="0">
            <a:spAutoFit/>
          </a:bodyPr>
          <a:lstStyle/>
          <a:p>
            <a:r>
              <a:rPr lang="en-US" dirty="0">
                <a:solidFill>
                  <a:srgbClr val="FF0000"/>
                </a:solidFill>
              </a:rPr>
              <a:t>F</a:t>
            </a:r>
          </a:p>
        </p:txBody>
      </p:sp>
      <p:cxnSp>
        <p:nvCxnSpPr>
          <p:cNvPr id="20" name="Straight Arrow Connector 19">
            <a:extLst>
              <a:ext uri="{FF2B5EF4-FFF2-40B4-BE49-F238E27FC236}">
                <a16:creationId xmlns:a16="http://schemas.microsoft.com/office/drawing/2014/main" id="{1CD1205B-8B9B-098A-0D21-8F2C758510C7}"/>
              </a:ext>
            </a:extLst>
          </p:cNvPr>
          <p:cNvCxnSpPr>
            <a:cxnSpLocks/>
          </p:cNvCxnSpPr>
          <p:nvPr/>
        </p:nvCxnSpPr>
        <p:spPr>
          <a:xfrm>
            <a:off x="5154168" y="3698748"/>
            <a:ext cx="0" cy="312420"/>
          </a:xfrm>
          <a:prstGeom prst="straightConnector1">
            <a:avLst/>
          </a:prstGeom>
          <a:ln>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6EFA5398-EBB6-8B1C-EB46-C01374ECBE2C}"/>
              </a:ext>
            </a:extLst>
          </p:cNvPr>
          <p:cNvSpPr txBox="1"/>
          <p:nvPr/>
        </p:nvSpPr>
        <p:spPr>
          <a:xfrm>
            <a:off x="4916424" y="4082796"/>
            <a:ext cx="557784" cy="369332"/>
          </a:xfrm>
          <a:prstGeom prst="rect">
            <a:avLst/>
          </a:prstGeom>
          <a:noFill/>
        </p:spPr>
        <p:txBody>
          <a:bodyPr wrap="square" rtlCol="0">
            <a:spAutoFit/>
          </a:bodyPr>
          <a:lstStyle/>
          <a:p>
            <a:r>
              <a:rPr lang="en-US" dirty="0">
                <a:solidFill>
                  <a:schemeClr val="accent6"/>
                </a:solidFill>
                <a:sym typeface="Symbol" panose="05050102010706020507" pitchFamily="18" charset="2"/>
              </a:rPr>
              <a:t>y</a:t>
            </a:r>
            <a:endParaRPr lang="en-US" dirty="0">
              <a:solidFill>
                <a:schemeClr val="accent6"/>
              </a:solidFill>
            </a:endParaRPr>
          </a:p>
        </p:txBody>
      </p:sp>
    </p:spTree>
    <p:extLst>
      <p:ext uri="{BB962C8B-B14F-4D97-AF65-F5344CB8AC3E}">
        <p14:creationId xmlns:p14="http://schemas.microsoft.com/office/powerpoint/2010/main" val="375940310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C3D9E-E8A2-3BCA-4232-82310071882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E31413E-91BD-F697-A647-7337931A0F62}"/>
              </a:ext>
            </a:extLst>
          </p:cNvPr>
          <p:cNvSpPr>
            <a:spLocks noGrp="1"/>
          </p:cNvSpPr>
          <p:nvPr>
            <p:ph idx="1"/>
          </p:nvPr>
        </p:nvSpPr>
        <p:spPr>
          <a:xfrm>
            <a:off x="1981200" y="4760965"/>
            <a:ext cx="8229600" cy="1365199"/>
          </a:xfrm>
        </p:spPr>
        <p:txBody>
          <a:bodyPr>
            <a:normAutofit fontScale="47500" lnSpcReduction="20000"/>
          </a:bodyPr>
          <a:lstStyle/>
          <a:p>
            <a:pPr marL="0" indent="0">
              <a:buNone/>
            </a:pPr>
            <a:r>
              <a:rPr lang="en-US" b="0" i="0" dirty="0">
                <a:solidFill>
                  <a:srgbClr val="202122"/>
                </a:solidFill>
                <a:effectLst/>
                <a:latin typeface="Arial" panose="020B0604020202020204" pitchFamily="34" charset="0"/>
              </a:rPr>
              <a:t>A </a:t>
            </a:r>
            <a:r>
              <a:rPr lang="en-US" b="0" i="0" u="none" strike="noStrike" dirty="0">
                <a:solidFill>
                  <a:srgbClr val="BF3C2C"/>
                </a:solidFill>
                <a:effectLst/>
                <a:latin typeface="Arial" panose="020B0604020202020204" pitchFamily="34" charset="0"/>
                <a:hlinkClick r:id="rId2" tooltip="Kelvin-Helmholtz instability (page does not exist)"/>
              </a:rPr>
              <a:t>Kelvin-Helmholtz instability</a:t>
            </a:r>
            <a:r>
              <a:rPr lang="en-US" b="0" i="0" dirty="0">
                <a:solidFill>
                  <a:srgbClr val="202122"/>
                </a:solidFill>
                <a:effectLst/>
                <a:latin typeface="Arial" panose="020B0604020202020204" pitchFamily="34" charset="0"/>
              </a:rPr>
              <a:t> on </a:t>
            </a:r>
            <a:r>
              <a:rPr lang="en-US" b="0" i="0" u="none" strike="noStrike" dirty="0">
                <a:solidFill>
                  <a:srgbClr val="3366CC"/>
                </a:solidFill>
                <a:effectLst/>
                <a:latin typeface="Arial" panose="020B0604020202020204" pitchFamily="34" charset="0"/>
                <a:hlinkClick r:id="rId3" tooltip="Saturn (planet)"/>
              </a:rPr>
              <a:t>Saturn</a:t>
            </a:r>
            <a:r>
              <a:rPr lang="en-US" b="0" i="0" dirty="0">
                <a:solidFill>
                  <a:srgbClr val="202122"/>
                </a:solidFill>
                <a:effectLst/>
                <a:latin typeface="Arial" panose="020B0604020202020204" pitchFamily="34" charset="0"/>
              </a:rPr>
              <a:t>, caused by the interaction between two bands of the planet's atmosphere. Image from the </a:t>
            </a:r>
            <a:r>
              <a:rPr lang="en-US" b="0" i="0" u="none" strike="noStrike" dirty="0">
                <a:solidFill>
                  <a:srgbClr val="BF3C2C"/>
                </a:solidFill>
                <a:effectLst/>
                <a:latin typeface="Arial" panose="020B0604020202020204" pitchFamily="34" charset="0"/>
                <a:hlinkClick r:id="rId4" tooltip="Cassini-Huygens Mission (page does not exist)"/>
              </a:rPr>
              <a:t>Cassini</a:t>
            </a:r>
            <a:r>
              <a:rPr lang="en-US" b="0" i="0" dirty="0">
                <a:solidFill>
                  <a:srgbClr val="202122"/>
                </a:solidFill>
                <a:effectLst/>
                <a:latin typeface="Arial" panose="020B0604020202020204" pitchFamily="34" charset="0"/>
              </a:rPr>
              <a:t> probe. Caption from NASA's press release: This turbulent boundary between two latitudinal bands in Saturn's atmosphere curls repeatedly along its edge in this Cassini image. This pattern is an example of a Kelvin-Helmholtz instability, which occurs when two fluids of different density flow past each other at different speeds. This type of phenomenon should be fairly common on the </a:t>
            </a:r>
            <a:r>
              <a:rPr lang="en-US" b="0" i="0" u="none" strike="noStrike" dirty="0">
                <a:solidFill>
                  <a:srgbClr val="BF3C2C"/>
                </a:solidFill>
                <a:effectLst/>
                <a:latin typeface="Arial" panose="020B0604020202020204" pitchFamily="34" charset="0"/>
                <a:hlinkClick r:id="rId5" tooltip="Gas giant (page does not exist)"/>
              </a:rPr>
              <a:t>gas giant</a:t>
            </a:r>
            <a:r>
              <a:rPr lang="en-US" b="0" i="0" dirty="0">
                <a:solidFill>
                  <a:srgbClr val="202122"/>
                </a:solidFill>
                <a:effectLst/>
                <a:latin typeface="Arial" panose="020B0604020202020204" pitchFamily="34" charset="0"/>
              </a:rPr>
              <a:t> planets given their alternating jets and the different temperatures in their belts and zones. The image was taken with the Cassini spacecraft narrow angle camera on </a:t>
            </a:r>
            <a:r>
              <a:rPr lang="en-US" b="0" i="0" u="none" strike="noStrike" dirty="0">
                <a:solidFill>
                  <a:srgbClr val="3366CC"/>
                </a:solidFill>
                <a:effectLst/>
                <a:latin typeface="Arial" panose="020B0604020202020204" pitchFamily="34" charset="0"/>
                <a:hlinkClick r:id="rId6" tooltip="October 9"/>
              </a:rPr>
              <a:t>October 9</a:t>
            </a:r>
            <a:r>
              <a:rPr lang="en-US" b="0" i="0" dirty="0">
                <a:solidFill>
                  <a:srgbClr val="202122"/>
                </a:solidFill>
                <a:effectLst/>
                <a:latin typeface="Arial" panose="020B0604020202020204" pitchFamily="34" charset="0"/>
              </a:rPr>
              <a:t>, </a:t>
            </a:r>
            <a:r>
              <a:rPr lang="en-US" b="0" i="0" u="none" strike="noStrike" dirty="0">
                <a:solidFill>
                  <a:srgbClr val="3366CC"/>
                </a:solidFill>
                <a:effectLst/>
                <a:latin typeface="Arial" panose="020B0604020202020204" pitchFamily="34" charset="0"/>
                <a:hlinkClick r:id="rId7" tooltip="2004"/>
              </a:rPr>
              <a:t>2004</a:t>
            </a:r>
            <a:r>
              <a:rPr lang="en-US" b="0" i="0" dirty="0">
                <a:solidFill>
                  <a:srgbClr val="202122"/>
                </a:solidFill>
                <a:effectLst/>
                <a:latin typeface="Arial" panose="020B0604020202020204" pitchFamily="34" charset="0"/>
              </a:rPr>
              <a:t>, at a distance of 5.9 million kilometers (3.7 million miles) from Saturn through a filter sensitive to wavelengths of </a:t>
            </a:r>
            <a:r>
              <a:rPr lang="en-US" b="0" i="0" u="none" strike="noStrike" dirty="0">
                <a:solidFill>
                  <a:srgbClr val="BF3C2C"/>
                </a:solidFill>
                <a:effectLst/>
                <a:latin typeface="Arial" panose="020B0604020202020204" pitchFamily="34" charset="0"/>
                <a:hlinkClick r:id="rId8" tooltip="Infrared (page does not exist)"/>
              </a:rPr>
              <a:t>infrared</a:t>
            </a:r>
            <a:r>
              <a:rPr lang="en-US" b="0" i="0" dirty="0">
                <a:solidFill>
                  <a:srgbClr val="202122"/>
                </a:solidFill>
                <a:effectLst/>
                <a:latin typeface="Arial" panose="020B0604020202020204" pitchFamily="34" charset="0"/>
              </a:rPr>
              <a:t> light centered at 889 nanometers. </a:t>
            </a:r>
            <a:r>
              <a:rPr lang="en-US" b="0" i="0">
                <a:solidFill>
                  <a:srgbClr val="202122"/>
                </a:solidFill>
                <a:effectLst/>
                <a:latin typeface="Arial" panose="020B0604020202020204" pitchFamily="34" charset="0"/>
              </a:rPr>
              <a:t>The image scale is 69 kilometers (43 miles) per pixel.</a:t>
            </a:r>
            <a:endParaRPr lang="en-US" dirty="0"/>
          </a:p>
        </p:txBody>
      </p:sp>
      <p:pic>
        <p:nvPicPr>
          <p:cNvPr id="1026" name="Picture 2">
            <a:extLst>
              <a:ext uri="{FF2B5EF4-FFF2-40B4-BE49-F238E27FC236}">
                <a16:creationId xmlns:a16="http://schemas.microsoft.com/office/drawing/2014/main" id="{BCFBC906-B36B-BC42-49DE-22AEAACC4FF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10968" y="477982"/>
            <a:ext cx="7123176" cy="40796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677838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ylinder 4">
            <a:extLst>
              <a:ext uri="{FF2B5EF4-FFF2-40B4-BE49-F238E27FC236}">
                <a16:creationId xmlns:a16="http://schemas.microsoft.com/office/drawing/2014/main" id="{7CC346F8-CBB0-4D13-5749-D220B8C3B8C8}"/>
              </a:ext>
            </a:extLst>
          </p:cNvPr>
          <p:cNvSpPr/>
          <p:nvPr/>
        </p:nvSpPr>
        <p:spPr>
          <a:xfrm rot="16200000">
            <a:off x="5026152" y="1627632"/>
            <a:ext cx="941832" cy="2660904"/>
          </a:xfrm>
          <a:prstGeom prst="can">
            <a:avLst>
              <a:gd name="adj" fmla="val 4503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C1C599C-05F2-5A6B-DFF3-08107BA360F5}"/>
              </a:ext>
            </a:extLst>
          </p:cNvPr>
          <p:cNvSpPr/>
          <p:nvPr/>
        </p:nvSpPr>
        <p:spPr>
          <a:xfrm>
            <a:off x="6367152" y="2487164"/>
            <a:ext cx="460369" cy="941833"/>
          </a:xfrm>
          <a:prstGeom prst="ellipse">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F1BF6FF5-164B-2E2B-F696-0AA8BDCBD20F}"/>
              </a:ext>
            </a:extLst>
          </p:cNvPr>
          <p:cNvCxnSpPr>
            <a:cxnSpLocks/>
            <a:stCxn id="9" idx="3"/>
          </p:cNvCxnSpPr>
          <p:nvPr/>
        </p:nvCxnSpPr>
        <p:spPr>
          <a:xfrm>
            <a:off x="3341952" y="2958081"/>
            <a:ext cx="727129" cy="2"/>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2C8A8BE-FA9D-F2DB-1CFE-F5565A2DC944}"/>
              </a:ext>
            </a:extLst>
          </p:cNvPr>
          <p:cNvSpPr txBox="1"/>
          <p:nvPr/>
        </p:nvSpPr>
        <p:spPr>
          <a:xfrm>
            <a:off x="2236071" y="2634916"/>
            <a:ext cx="1105880" cy="646331"/>
          </a:xfrm>
          <a:prstGeom prst="rect">
            <a:avLst/>
          </a:prstGeom>
          <a:noFill/>
        </p:spPr>
        <p:txBody>
          <a:bodyPr wrap="none" rtlCol="0">
            <a:spAutoFit/>
          </a:bodyPr>
          <a:lstStyle/>
          <a:p>
            <a:pPr algn="r"/>
            <a:r>
              <a:rPr lang="en-US" dirty="0"/>
              <a:t>Pressure </a:t>
            </a:r>
          </a:p>
          <a:p>
            <a:pPr algn="r"/>
            <a:r>
              <a:rPr lang="en-US" dirty="0"/>
              <a:t>In</a:t>
            </a:r>
          </a:p>
        </p:txBody>
      </p:sp>
      <p:sp>
        <p:nvSpPr>
          <p:cNvPr id="10" name="TextBox 9">
            <a:extLst>
              <a:ext uri="{FF2B5EF4-FFF2-40B4-BE49-F238E27FC236}">
                <a16:creationId xmlns:a16="http://schemas.microsoft.com/office/drawing/2014/main" id="{AAD982F1-12B1-864C-54F5-DDA42F713A45}"/>
              </a:ext>
            </a:extLst>
          </p:cNvPr>
          <p:cNvSpPr txBox="1"/>
          <p:nvPr/>
        </p:nvSpPr>
        <p:spPr>
          <a:xfrm>
            <a:off x="7322203" y="2645507"/>
            <a:ext cx="1105880" cy="646331"/>
          </a:xfrm>
          <a:prstGeom prst="rect">
            <a:avLst/>
          </a:prstGeom>
          <a:noFill/>
        </p:spPr>
        <p:txBody>
          <a:bodyPr wrap="none" rtlCol="0">
            <a:spAutoFit/>
          </a:bodyPr>
          <a:lstStyle/>
          <a:p>
            <a:pPr algn="r"/>
            <a:r>
              <a:rPr lang="en-US" dirty="0"/>
              <a:t>Pressure </a:t>
            </a:r>
          </a:p>
          <a:p>
            <a:r>
              <a:rPr lang="en-US" dirty="0"/>
              <a:t>Out</a:t>
            </a:r>
          </a:p>
        </p:txBody>
      </p:sp>
      <p:cxnSp>
        <p:nvCxnSpPr>
          <p:cNvPr id="11" name="Straight Arrow Connector 10">
            <a:extLst>
              <a:ext uri="{FF2B5EF4-FFF2-40B4-BE49-F238E27FC236}">
                <a16:creationId xmlns:a16="http://schemas.microsoft.com/office/drawing/2014/main" id="{5BC3FBA1-051A-00B5-10B0-5A9B8E64D030}"/>
              </a:ext>
            </a:extLst>
          </p:cNvPr>
          <p:cNvCxnSpPr/>
          <p:nvPr/>
        </p:nvCxnSpPr>
        <p:spPr>
          <a:xfrm>
            <a:off x="6925056" y="2958081"/>
            <a:ext cx="4114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B8ECF7BF-0879-F808-6A80-5EB969682769}"/>
              </a:ext>
            </a:extLst>
          </p:cNvPr>
          <p:cNvSpPr txBox="1"/>
          <p:nvPr/>
        </p:nvSpPr>
        <p:spPr>
          <a:xfrm>
            <a:off x="4225751" y="2773413"/>
            <a:ext cx="320922" cy="369332"/>
          </a:xfrm>
          <a:prstGeom prst="rect">
            <a:avLst/>
          </a:prstGeom>
          <a:noFill/>
        </p:spPr>
        <p:txBody>
          <a:bodyPr wrap="none" rtlCol="0">
            <a:spAutoFit/>
          </a:bodyPr>
          <a:lstStyle/>
          <a:p>
            <a:r>
              <a:rPr lang="en-US" dirty="0"/>
              <a:t>A</a:t>
            </a:r>
          </a:p>
        </p:txBody>
      </p:sp>
      <p:sp>
        <p:nvSpPr>
          <p:cNvPr id="3" name="TextBox 2">
            <a:extLst>
              <a:ext uri="{FF2B5EF4-FFF2-40B4-BE49-F238E27FC236}">
                <a16:creationId xmlns:a16="http://schemas.microsoft.com/office/drawing/2014/main" id="{7DF50B7F-399C-9C98-5566-7A6BBFF0C343}"/>
              </a:ext>
            </a:extLst>
          </p:cNvPr>
          <p:cNvSpPr txBox="1"/>
          <p:nvPr/>
        </p:nvSpPr>
        <p:spPr>
          <a:xfrm>
            <a:off x="6438477" y="2773413"/>
            <a:ext cx="320922" cy="369332"/>
          </a:xfrm>
          <a:prstGeom prst="rect">
            <a:avLst/>
          </a:prstGeom>
          <a:noFill/>
        </p:spPr>
        <p:txBody>
          <a:bodyPr wrap="none" rtlCol="0">
            <a:spAutoFit/>
          </a:bodyPr>
          <a:lstStyle/>
          <a:p>
            <a:r>
              <a:rPr lang="en-US" dirty="0"/>
              <a:t>A</a:t>
            </a:r>
          </a:p>
        </p:txBody>
      </p:sp>
    </p:spTree>
    <p:extLst>
      <p:ext uri="{BB962C8B-B14F-4D97-AF65-F5344CB8AC3E}">
        <p14:creationId xmlns:p14="http://schemas.microsoft.com/office/powerpoint/2010/main" val="30819484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3A72E-91F2-C81B-5FBB-88564E8F0ECF}"/>
            </a:ext>
          </a:extLst>
        </p:cNvPr>
        <p:cNvGrpSpPr/>
        <p:nvPr/>
      </p:nvGrpSpPr>
      <p:grpSpPr>
        <a:xfrm>
          <a:off x="0" y="0"/>
          <a:ext cx="0" cy="0"/>
          <a:chOff x="0" y="0"/>
          <a:chExt cx="0" cy="0"/>
        </a:xfrm>
      </p:grpSpPr>
      <p:sp>
        <p:nvSpPr>
          <p:cNvPr id="37" name="Oval 36">
            <a:extLst>
              <a:ext uri="{FF2B5EF4-FFF2-40B4-BE49-F238E27FC236}">
                <a16:creationId xmlns:a16="http://schemas.microsoft.com/office/drawing/2014/main" id="{5C5DB57F-FC85-4B5A-FBB0-474782ED48E9}"/>
              </a:ext>
            </a:extLst>
          </p:cNvPr>
          <p:cNvSpPr/>
          <p:nvPr/>
        </p:nvSpPr>
        <p:spPr>
          <a:xfrm>
            <a:off x="4395595" y="570107"/>
            <a:ext cx="4710428" cy="1026275"/>
          </a:xfrm>
          <a:prstGeom prst="ellipse">
            <a:avLst/>
          </a:prstGeom>
          <a:solidFill>
            <a:srgbClr val="C1E9E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D32B8C02-9613-80E5-323B-83014D5B80FB}"/>
              </a:ext>
            </a:extLst>
          </p:cNvPr>
          <p:cNvSpPr/>
          <p:nvPr/>
        </p:nvSpPr>
        <p:spPr>
          <a:xfrm>
            <a:off x="1524000" y="1852906"/>
            <a:ext cx="9155008" cy="1021514"/>
          </a:xfrm>
          <a:prstGeom prst="rect">
            <a:avLst/>
          </a:prstGeom>
          <a:solidFill>
            <a:srgbClr val="9CDC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8023D93F-B265-4134-08C5-7944954CBF6E}"/>
              </a:ext>
            </a:extLst>
          </p:cNvPr>
          <p:cNvSpPr/>
          <p:nvPr/>
        </p:nvSpPr>
        <p:spPr>
          <a:xfrm>
            <a:off x="1533477" y="843919"/>
            <a:ext cx="9155008" cy="1021514"/>
          </a:xfrm>
          <a:prstGeom prst="rect">
            <a:avLst/>
          </a:prstGeom>
          <a:solidFill>
            <a:srgbClr val="C1E9E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 name="Rectangle 67">
            <a:extLst>
              <a:ext uri="{FF2B5EF4-FFF2-40B4-BE49-F238E27FC236}">
                <a16:creationId xmlns:a16="http://schemas.microsoft.com/office/drawing/2014/main" id="{305565A9-2CEC-60A1-FC02-E1ED402F1B31}"/>
              </a:ext>
            </a:extLst>
          </p:cNvPr>
          <p:cNvSpPr/>
          <p:nvPr/>
        </p:nvSpPr>
        <p:spPr>
          <a:xfrm>
            <a:off x="1512992" y="2868308"/>
            <a:ext cx="9155008" cy="1021514"/>
          </a:xfrm>
          <a:prstGeom prst="rect">
            <a:avLst/>
          </a:prstGeom>
          <a:solidFill>
            <a:srgbClr val="7DD1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0D89500C-5DD4-2BA7-A5ED-A521BF45080E}"/>
              </a:ext>
            </a:extLst>
          </p:cNvPr>
          <p:cNvSpPr/>
          <p:nvPr/>
        </p:nvSpPr>
        <p:spPr>
          <a:xfrm>
            <a:off x="1524000" y="3883045"/>
            <a:ext cx="9155008" cy="1021514"/>
          </a:xfrm>
          <a:prstGeom prst="rect">
            <a:avLst/>
          </a:prstGeom>
          <a:solidFill>
            <a:srgbClr val="52C2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a:extLst>
              <a:ext uri="{FF2B5EF4-FFF2-40B4-BE49-F238E27FC236}">
                <a16:creationId xmlns:a16="http://schemas.microsoft.com/office/drawing/2014/main" id="{B16FB2E8-FCD4-5183-EFF3-949744B89CDB}"/>
              </a:ext>
            </a:extLst>
          </p:cNvPr>
          <p:cNvSpPr/>
          <p:nvPr/>
        </p:nvSpPr>
        <p:spPr>
          <a:xfrm>
            <a:off x="1533477" y="4904200"/>
            <a:ext cx="9155008" cy="1021514"/>
          </a:xfrm>
          <a:prstGeom prst="rect">
            <a:avLst/>
          </a:prstGeom>
          <a:solidFill>
            <a:srgbClr val="49C9B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aseline="-25000" dirty="0">
              <a:solidFill>
                <a:schemeClr val="tx2"/>
              </a:solidFill>
            </a:endParaRPr>
          </a:p>
        </p:txBody>
      </p:sp>
      <p:sp>
        <p:nvSpPr>
          <p:cNvPr id="28" name="Freeform 11">
            <a:extLst>
              <a:ext uri="{FF2B5EF4-FFF2-40B4-BE49-F238E27FC236}">
                <a16:creationId xmlns:a16="http://schemas.microsoft.com/office/drawing/2014/main" id="{FB91D34B-BF69-4C8B-8292-31A21C0562F9}"/>
              </a:ext>
            </a:extLst>
          </p:cNvPr>
          <p:cNvSpPr/>
          <p:nvPr/>
        </p:nvSpPr>
        <p:spPr>
          <a:xfrm>
            <a:off x="1917193" y="5755057"/>
            <a:ext cx="8190411" cy="431074"/>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10">
            <a:extLst>
              <a:ext uri="{FF2B5EF4-FFF2-40B4-BE49-F238E27FC236}">
                <a16:creationId xmlns:a16="http://schemas.microsoft.com/office/drawing/2014/main" id="{2065CFC8-440B-7F13-D3BC-FF67E935CAF2}"/>
              </a:ext>
            </a:extLst>
          </p:cNvPr>
          <p:cNvSpPr/>
          <p:nvPr/>
        </p:nvSpPr>
        <p:spPr>
          <a:xfrm flipH="1">
            <a:off x="1662345" y="6189012"/>
            <a:ext cx="8190411" cy="431074"/>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12">
            <a:extLst>
              <a:ext uri="{FF2B5EF4-FFF2-40B4-BE49-F238E27FC236}">
                <a16:creationId xmlns:a16="http://schemas.microsoft.com/office/drawing/2014/main" id="{37B96C59-9720-8A27-D4A1-5838B7325A4B}"/>
              </a:ext>
            </a:extLst>
          </p:cNvPr>
          <p:cNvSpPr/>
          <p:nvPr/>
        </p:nvSpPr>
        <p:spPr>
          <a:xfrm flipH="1">
            <a:off x="1880059" y="6014841"/>
            <a:ext cx="4406536" cy="407125"/>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2" name="Straight Arrow Connector 71">
            <a:extLst>
              <a:ext uri="{FF2B5EF4-FFF2-40B4-BE49-F238E27FC236}">
                <a16:creationId xmlns:a16="http://schemas.microsoft.com/office/drawing/2014/main" id="{3C1A0DC3-CE55-C0C1-72F2-713902403AB6}"/>
              </a:ext>
            </a:extLst>
          </p:cNvPr>
          <p:cNvCxnSpPr>
            <a:cxnSpLocks/>
          </p:cNvCxnSpPr>
          <p:nvPr/>
        </p:nvCxnSpPr>
        <p:spPr>
          <a:xfrm flipV="1">
            <a:off x="2091901" y="5482862"/>
            <a:ext cx="267964" cy="5923"/>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75" name="TextBox 74">
            <a:extLst>
              <a:ext uri="{FF2B5EF4-FFF2-40B4-BE49-F238E27FC236}">
                <a16:creationId xmlns:a16="http://schemas.microsoft.com/office/drawing/2014/main" id="{D1E03195-1D66-EB82-DB58-2F31CE471943}"/>
              </a:ext>
            </a:extLst>
          </p:cNvPr>
          <p:cNvSpPr txBox="1"/>
          <p:nvPr/>
        </p:nvSpPr>
        <p:spPr>
          <a:xfrm>
            <a:off x="1337296" y="5141738"/>
            <a:ext cx="966522" cy="523220"/>
          </a:xfrm>
          <a:prstGeom prst="rect">
            <a:avLst/>
          </a:prstGeom>
          <a:noFill/>
        </p:spPr>
        <p:txBody>
          <a:bodyPr wrap="square">
            <a:spAutoFit/>
          </a:bodyPr>
          <a:lstStyle/>
          <a:p>
            <a:pPr algn="ctr"/>
            <a:r>
              <a:rPr lang="en-US" sz="2800" dirty="0" err="1">
                <a:solidFill>
                  <a:schemeClr val="tx2"/>
                </a:solidFill>
              </a:rPr>
              <a:t>v</a:t>
            </a:r>
            <a:r>
              <a:rPr lang="en-US" sz="2800" baseline="-25000" dirty="0" err="1">
                <a:solidFill>
                  <a:schemeClr val="tx2"/>
                </a:solidFill>
              </a:rPr>
              <a:t>b</a:t>
            </a:r>
            <a:endParaRPr lang="en-US" sz="2800" baseline="-25000" dirty="0">
              <a:solidFill>
                <a:schemeClr val="tx2"/>
              </a:solidFill>
            </a:endParaRPr>
          </a:p>
        </p:txBody>
      </p:sp>
      <p:sp>
        <p:nvSpPr>
          <p:cNvPr id="76" name="TextBox 75">
            <a:extLst>
              <a:ext uri="{FF2B5EF4-FFF2-40B4-BE49-F238E27FC236}">
                <a16:creationId xmlns:a16="http://schemas.microsoft.com/office/drawing/2014/main" id="{25750B0A-21A6-F2F1-3A8E-AD03C33FF19B}"/>
              </a:ext>
            </a:extLst>
          </p:cNvPr>
          <p:cNvSpPr txBox="1"/>
          <p:nvPr/>
        </p:nvSpPr>
        <p:spPr>
          <a:xfrm>
            <a:off x="1064637" y="1026379"/>
            <a:ext cx="1325474" cy="523220"/>
          </a:xfrm>
          <a:prstGeom prst="rect">
            <a:avLst/>
          </a:prstGeom>
          <a:noFill/>
        </p:spPr>
        <p:txBody>
          <a:bodyPr wrap="square">
            <a:spAutoFit/>
          </a:bodyPr>
          <a:lstStyle/>
          <a:p>
            <a:pPr algn="ctr"/>
            <a:r>
              <a:rPr lang="en-US" sz="2800" dirty="0" err="1">
                <a:solidFill>
                  <a:schemeClr val="tx2"/>
                </a:solidFill>
              </a:rPr>
              <a:t>v</a:t>
            </a:r>
            <a:r>
              <a:rPr lang="en-US" sz="2800" baseline="-25000" dirty="0" err="1">
                <a:solidFill>
                  <a:schemeClr val="tx2"/>
                </a:solidFill>
              </a:rPr>
              <a:t>t</a:t>
            </a:r>
            <a:endParaRPr lang="en-US" sz="2800" baseline="-25000" dirty="0">
              <a:solidFill>
                <a:schemeClr val="tx2"/>
              </a:solidFill>
            </a:endParaRPr>
          </a:p>
        </p:txBody>
      </p:sp>
      <p:cxnSp>
        <p:nvCxnSpPr>
          <p:cNvPr id="77" name="Straight Arrow Connector 76">
            <a:extLst>
              <a:ext uri="{FF2B5EF4-FFF2-40B4-BE49-F238E27FC236}">
                <a16:creationId xmlns:a16="http://schemas.microsoft.com/office/drawing/2014/main" id="{47B073C6-C46F-3D92-D73C-F1BEE9EFC7C6}"/>
              </a:ext>
            </a:extLst>
          </p:cNvPr>
          <p:cNvCxnSpPr>
            <a:cxnSpLocks/>
          </p:cNvCxnSpPr>
          <p:nvPr/>
        </p:nvCxnSpPr>
        <p:spPr>
          <a:xfrm flipV="1">
            <a:off x="2024935" y="4344383"/>
            <a:ext cx="584317" cy="5684"/>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62B229C0-9B75-3D97-F7EF-86A4856B8780}"/>
              </a:ext>
            </a:extLst>
          </p:cNvPr>
          <p:cNvCxnSpPr>
            <a:cxnSpLocks/>
          </p:cNvCxnSpPr>
          <p:nvPr/>
        </p:nvCxnSpPr>
        <p:spPr>
          <a:xfrm>
            <a:off x="2029295" y="3507800"/>
            <a:ext cx="903457"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C4F0E7A1-49BF-EE00-AA1C-B6BDD72C8E0C}"/>
              </a:ext>
            </a:extLst>
          </p:cNvPr>
          <p:cNvCxnSpPr>
            <a:cxnSpLocks/>
          </p:cNvCxnSpPr>
          <p:nvPr/>
        </p:nvCxnSpPr>
        <p:spPr>
          <a:xfrm>
            <a:off x="2051743" y="2419542"/>
            <a:ext cx="1121939"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28588867-5359-9E16-7ED4-D8A428B63290}"/>
              </a:ext>
            </a:extLst>
          </p:cNvPr>
          <p:cNvCxnSpPr>
            <a:cxnSpLocks/>
          </p:cNvCxnSpPr>
          <p:nvPr/>
        </p:nvCxnSpPr>
        <p:spPr>
          <a:xfrm>
            <a:off x="2051743" y="1370857"/>
            <a:ext cx="1603509"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grpSp>
        <p:nvGrpSpPr>
          <p:cNvPr id="2" name="Group 4">
            <a:extLst>
              <a:ext uri="{FF2B5EF4-FFF2-40B4-BE49-F238E27FC236}">
                <a16:creationId xmlns:a16="http://schemas.microsoft.com/office/drawing/2014/main" id="{13592CEB-8854-9E6A-097D-E0469B475F64}"/>
              </a:ext>
            </a:extLst>
          </p:cNvPr>
          <p:cNvGrpSpPr/>
          <p:nvPr/>
        </p:nvGrpSpPr>
        <p:grpSpPr>
          <a:xfrm flipH="1">
            <a:off x="3177418" y="5589904"/>
            <a:ext cx="717922" cy="240208"/>
            <a:chOff x="1653309" y="1182255"/>
            <a:chExt cx="914400" cy="508000"/>
          </a:xfrm>
          <a:solidFill>
            <a:schemeClr val="bg2">
              <a:lumMod val="25000"/>
            </a:schemeClr>
          </a:solidFill>
        </p:grpSpPr>
        <p:sp>
          <p:nvSpPr>
            <p:cNvPr id="3" name="Oval 2">
              <a:extLst>
                <a:ext uri="{FF2B5EF4-FFF2-40B4-BE49-F238E27FC236}">
                  <a16:creationId xmlns:a16="http://schemas.microsoft.com/office/drawing/2014/main" id="{C3716C4A-743C-BDDB-42EB-194049678FE5}"/>
                </a:ext>
              </a:extLst>
            </p:cNvPr>
            <p:cNvSpPr/>
            <p:nvPr/>
          </p:nvSpPr>
          <p:spPr>
            <a:xfrm>
              <a:off x="1662545" y="1191491"/>
              <a:ext cx="544946" cy="397164"/>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6">
              <a:extLst>
                <a:ext uri="{FF2B5EF4-FFF2-40B4-BE49-F238E27FC236}">
                  <a16:creationId xmlns:a16="http://schemas.microsoft.com/office/drawing/2014/main" id="{D784F93B-2A17-7119-022E-38859C593C0B}"/>
                </a:ext>
              </a:extLst>
            </p:cNvPr>
            <p:cNvSpPr/>
            <p:nvPr/>
          </p:nvSpPr>
          <p:spPr>
            <a:xfrm>
              <a:off x="2087418" y="1182255"/>
              <a:ext cx="480291" cy="406400"/>
            </a:xfrm>
            <a:custGeom>
              <a:avLst/>
              <a:gdLst>
                <a:gd name="connsiteX0" fmla="*/ 83127 w 480291"/>
                <a:gd name="connsiteY0" fmla="*/ 110836 h 406400"/>
                <a:gd name="connsiteX1" fmla="*/ 230909 w 480291"/>
                <a:gd name="connsiteY1" fmla="*/ 92363 h 406400"/>
                <a:gd name="connsiteX2" fmla="*/ 480291 w 480291"/>
                <a:gd name="connsiteY2" fmla="*/ 0 h 406400"/>
                <a:gd name="connsiteX3" fmla="*/ 314037 w 480291"/>
                <a:gd name="connsiteY3" fmla="*/ 157018 h 406400"/>
                <a:gd name="connsiteX4" fmla="*/ 277091 w 480291"/>
                <a:gd name="connsiteY4" fmla="*/ 277090 h 406400"/>
                <a:gd name="connsiteX5" fmla="*/ 387927 w 480291"/>
                <a:gd name="connsiteY5" fmla="*/ 406400 h 406400"/>
                <a:gd name="connsiteX6" fmla="*/ 129309 w 480291"/>
                <a:gd name="connsiteY6" fmla="*/ 304800 h 406400"/>
                <a:gd name="connsiteX7" fmla="*/ 129309 w 480291"/>
                <a:gd name="connsiteY7" fmla="*/ 304800 h 406400"/>
                <a:gd name="connsiteX8" fmla="*/ 0 w 480291"/>
                <a:gd name="connsiteY8" fmla="*/ 277090 h 406400"/>
                <a:gd name="connsiteX9" fmla="*/ 9237 w 480291"/>
                <a:gd name="connsiteY9" fmla="*/ 110836 h 406400"/>
                <a:gd name="connsiteX10" fmla="*/ 83127 w 480291"/>
                <a:gd name="connsiteY10" fmla="*/ 110836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0291" h="406400">
                  <a:moveTo>
                    <a:pt x="83127" y="110836"/>
                  </a:moveTo>
                  <a:lnTo>
                    <a:pt x="230909" y="92363"/>
                  </a:lnTo>
                  <a:lnTo>
                    <a:pt x="480291" y="0"/>
                  </a:lnTo>
                  <a:lnTo>
                    <a:pt x="314037" y="157018"/>
                  </a:lnTo>
                  <a:lnTo>
                    <a:pt x="277091" y="277090"/>
                  </a:lnTo>
                  <a:lnTo>
                    <a:pt x="387927" y="406400"/>
                  </a:lnTo>
                  <a:lnTo>
                    <a:pt x="129309" y="304800"/>
                  </a:lnTo>
                  <a:lnTo>
                    <a:pt x="129309" y="304800"/>
                  </a:lnTo>
                  <a:lnTo>
                    <a:pt x="0" y="277090"/>
                  </a:lnTo>
                  <a:lnTo>
                    <a:pt x="9237" y="110836"/>
                  </a:lnTo>
                  <a:lnTo>
                    <a:pt x="83127" y="110836"/>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a:extLst>
                <a:ext uri="{FF2B5EF4-FFF2-40B4-BE49-F238E27FC236}">
                  <a16:creationId xmlns:a16="http://schemas.microsoft.com/office/drawing/2014/main" id="{D8BF0EB2-D86D-3426-4CC5-7BFE0E2AB2CA}"/>
                </a:ext>
              </a:extLst>
            </p:cNvPr>
            <p:cNvSpPr/>
            <p:nvPr/>
          </p:nvSpPr>
          <p:spPr>
            <a:xfrm>
              <a:off x="1828800" y="1514764"/>
              <a:ext cx="138545" cy="175491"/>
            </a:xfrm>
            <a:custGeom>
              <a:avLst/>
              <a:gdLst>
                <a:gd name="connsiteX0" fmla="*/ 0 w 138545"/>
                <a:gd name="connsiteY0" fmla="*/ 0 h 175491"/>
                <a:gd name="connsiteX1" fmla="*/ 73891 w 138545"/>
                <a:gd name="connsiteY1" fmla="*/ 138545 h 175491"/>
                <a:gd name="connsiteX2" fmla="*/ 138545 w 138545"/>
                <a:gd name="connsiteY2" fmla="*/ 175491 h 175491"/>
                <a:gd name="connsiteX3" fmla="*/ 110836 w 138545"/>
                <a:gd name="connsiteY3" fmla="*/ 73891 h 175491"/>
                <a:gd name="connsiteX4" fmla="*/ 101600 w 138545"/>
                <a:gd name="connsiteY4" fmla="*/ 9236 h 175491"/>
                <a:gd name="connsiteX5" fmla="*/ 0 w 138545"/>
                <a:gd name="connsiteY5" fmla="*/ 0 h 175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8545" h="175491">
                  <a:moveTo>
                    <a:pt x="0" y="0"/>
                  </a:moveTo>
                  <a:lnTo>
                    <a:pt x="73891" y="138545"/>
                  </a:lnTo>
                  <a:lnTo>
                    <a:pt x="138545" y="175491"/>
                  </a:lnTo>
                  <a:lnTo>
                    <a:pt x="110836" y="73891"/>
                  </a:lnTo>
                  <a:lnTo>
                    <a:pt x="101600" y="9236"/>
                  </a:lnTo>
                  <a:lnTo>
                    <a:pt x="0"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8">
              <a:extLst>
                <a:ext uri="{FF2B5EF4-FFF2-40B4-BE49-F238E27FC236}">
                  <a16:creationId xmlns:a16="http://schemas.microsoft.com/office/drawing/2014/main" id="{42436090-0B63-E2BE-4441-EDB8F73B4E96}"/>
                </a:ext>
              </a:extLst>
            </p:cNvPr>
            <p:cNvSpPr/>
            <p:nvPr/>
          </p:nvSpPr>
          <p:spPr>
            <a:xfrm>
              <a:off x="2018144" y="1445500"/>
              <a:ext cx="138545" cy="175491"/>
            </a:xfrm>
            <a:custGeom>
              <a:avLst/>
              <a:gdLst>
                <a:gd name="connsiteX0" fmla="*/ 0 w 138545"/>
                <a:gd name="connsiteY0" fmla="*/ 0 h 175491"/>
                <a:gd name="connsiteX1" fmla="*/ 73891 w 138545"/>
                <a:gd name="connsiteY1" fmla="*/ 138545 h 175491"/>
                <a:gd name="connsiteX2" fmla="*/ 138545 w 138545"/>
                <a:gd name="connsiteY2" fmla="*/ 175491 h 175491"/>
                <a:gd name="connsiteX3" fmla="*/ 110836 w 138545"/>
                <a:gd name="connsiteY3" fmla="*/ 73891 h 175491"/>
                <a:gd name="connsiteX4" fmla="*/ 101600 w 138545"/>
                <a:gd name="connsiteY4" fmla="*/ 9236 h 175491"/>
                <a:gd name="connsiteX5" fmla="*/ 0 w 138545"/>
                <a:gd name="connsiteY5" fmla="*/ 0 h 175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8545" h="175491">
                  <a:moveTo>
                    <a:pt x="0" y="0"/>
                  </a:moveTo>
                  <a:lnTo>
                    <a:pt x="73891" y="138545"/>
                  </a:lnTo>
                  <a:lnTo>
                    <a:pt x="138545" y="175491"/>
                  </a:lnTo>
                  <a:lnTo>
                    <a:pt x="110836" y="73891"/>
                  </a:lnTo>
                  <a:lnTo>
                    <a:pt x="101600" y="9236"/>
                  </a:lnTo>
                  <a:lnTo>
                    <a:pt x="0"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9">
              <a:extLst>
                <a:ext uri="{FF2B5EF4-FFF2-40B4-BE49-F238E27FC236}">
                  <a16:creationId xmlns:a16="http://schemas.microsoft.com/office/drawing/2014/main" id="{4EC3F967-70F7-AF16-04CD-F7951269052E}"/>
                </a:ext>
              </a:extLst>
            </p:cNvPr>
            <p:cNvSpPr/>
            <p:nvPr/>
          </p:nvSpPr>
          <p:spPr>
            <a:xfrm>
              <a:off x="1773382" y="1182255"/>
              <a:ext cx="267854" cy="92363"/>
            </a:xfrm>
            <a:custGeom>
              <a:avLst/>
              <a:gdLst>
                <a:gd name="connsiteX0" fmla="*/ 0 w 267854"/>
                <a:gd name="connsiteY0" fmla="*/ 83127 h 92363"/>
                <a:gd name="connsiteX1" fmla="*/ 55418 w 267854"/>
                <a:gd name="connsiteY1" fmla="*/ 0 h 92363"/>
                <a:gd name="connsiteX2" fmla="*/ 267854 w 267854"/>
                <a:gd name="connsiteY2" fmla="*/ 0 h 92363"/>
                <a:gd name="connsiteX3" fmla="*/ 230909 w 267854"/>
                <a:gd name="connsiteY3" fmla="*/ 92363 h 92363"/>
                <a:gd name="connsiteX4" fmla="*/ 0 w 267854"/>
                <a:gd name="connsiteY4" fmla="*/ 83127 h 92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7854" h="92363">
                  <a:moveTo>
                    <a:pt x="0" y="83127"/>
                  </a:moveTo>
                  <a:lnTo>
                    <a:pt x="55418" y="0"/>
                  </a:lnTo>
                  <a:lnTo>
                    <a:pt x="267854" y="0"/>
                  </a:lnTo>
                  <a:lnTo>
                    <a:pt x="230909" y="92363"/>
                  </a:lnTo>
                  <a:lnTo>
                    <a:pt x="0" y="83127"/>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79FA1B71-917F-8FD9-BB4C-8E406517339D}"/>
                </a:ext>
              </a:extLst>
            </p:cNvPr>
            <p:cNvSpPr/>
            <p:nvPr/>
          </p:nvSpPr>
          <p:spPr>
            <a:xfrm>
              <a:off x="1653309" y="1311564"/>
              <a:ext cx="258618" cy="18472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Freeform: Shape 18">
            <a:extLst>
              <a:ext uri="{FF2B5EF4-FFF2-40B4-BE49-F238E27FC236}">
                <a16:creationId xmlns:a16="http://schemas.microsoft.com/office/drawing/2014/main" id="{2C81B816-B28A-6AAF-3277-540B940CD471}"/>
              </a:ext>
            </a:extLst>
          </p:cNvPr>
          <p:cNvSpPr/>
          <p:nvPr/>
        </p:nvSpPr>
        <p:spPr>
          <a:xfrm rot="2505439">
            <a:off x="7043420" y="895149"/>
            <a:ext cx="1429574" cy="747620"/>
          </a:xfrm>
          <a:custGeom>
            <a:avLst/>
            <a:gdLst>
              <a:gd name="connsiteX0" fmla="*/ 0 w 402336"/>
              <a:gd name="connsiteY0" fmla="*/ 0 h 155448"/>
              <a:gd name="connsiteX1" fmla="*/ 219456 w 402336"/>
              <a:gd name="connsiteY1" fmla="*/ 27432 h 155448"/>
              <a:gd name="connsiteX2" fmla="*/ 402336 w 402336"/>
              <a:gd name="connsiteY2" fmla="*/ 155448 h 155448"/>
              <a:gd name="connsiteX0" fmla="*/ 0 w 917328"/>
              <a:gd name="connsiteY0" fmla="*/ 490173 h 518432"/>
              <a:gd name="connsiteX1" fmla="*/ 219456 w 917328"/>
              <a:gd name="connsiteY1" fmla="*/ 517605 h 518432"/>
              <a:gd name="connsiteX2" fmla="*/ 917328 w 917328"/>
              <a:gd name="connsiteY2" fmla="*/ 3126 h 518432"/>
              <a:gd name="connsiteX0" fmla="*/ 0 w 917328"/>
              <a:gd name="connsiteY0" fmla="*/ 491379 h 491381"/>
              <a:gd name="connsiteX1" fmla="*/ 338131 w 917328"/>
              <a:gd name="connsiteY1" fmla="*/ 344940 h 491381"/>
              <a:gd name="connsiteX2" fmla="*/ 917328 w 917328"/>
              <a:gd name="connsiteY2" fmla="*/ 4332 h 491381"/>
              <a:gd name="connsiteX0" fmla="*/ 0 w 917328"/>
              <a:gd name="connsiteY0" fmla="*/ 491379 h 491384"/>
              <a:gd name="connsiteX1" fmla="*/ 338131 w 917328"/>
              <a:gd name="connsiteY1" fmla="*/ 344940 h 491384"/>
              <a:gd name="connsiteX2" fmla="*/ 917328 w 917328"/>
              <a:gd name="connsiteY2" fmla="*/ 4332 h 491384"/>
              <a:gd name="connsiteX0" fmla="*/ 0 w 832398"/>
              <a:gd name="connsiteY0" fmla="*/ 682699 h 682704"/>
              <a:gd name="connsiteX1" fmla="*/ 338131 w 832398"/>
              <a:gd name="connsiteY1" fmla="*/ 536260 h 682704"/>
              <a:gd name="connsiteX2" fmla="*/ 832398 w 832398"/>
              <a:gd name="connsiteY2" fmla="*/ 3035 h 682704"/>
              <a:gd name="connsiteX0" fmla="*/ 0 w 677772"/>
              <a:gd name="connsiteY0" fmla="*/ 476623 h 476628"/>
              <a:gd name="connsiteX1" fmla="*/ 338131 w 677772"/>
              <a:gd name="connsiteY1" fmla="*/ 330184 h 476628"/>
              <a:gd name="connsiteX2" fmla="*/ 677772 w 677772"/>
              <a:gd name="connsiteY2" fmla="*/ 4481 h 476628"/>
              <a:gd name="connsiteX0" fmla="*/ 0 w 677772"/>
              <a:gd name="connsiteY0" fmla="*/ 477684 h 477689"/>
              <a:gd name="connsiteX1" fmla="*/ 338131 w 677772"/>
              <a:gd name="connsiteY1" fmla="*/ 331245 h 477689"/>
              <a:gd name="connsiteX2" fmla="*/ 677772 w 677772"/>
              <a:gd name="connsiteY2" fmla="*/ 5542 h 477689"/>
              <a:gd name="connsiteX0" fmla="*/ 0 w 677772"/>
              <a:gd name="connsiteY0" fmla="*/ 477684 h 477692"/>
              <a:gd name="connsiteX1" fmla="*/ 338131 w 677772"/>
              <a:gd name="connsiteY1" fmla="*/ 331245 h 477692"/>
              <a:gd name="connsiteX2" fmla="*/ 677772 w 677772"/>
              <a:gd name="connsiteY2" fmla="*/ 5542 h 477692"/>
              <a:gd name="connsiteX0" fmla="*/ 0 w 677772"/>
              <a:gd name="connsiteY0" fmla="*/ 478415 h 478423"/>
              <a:gd name="connsiteX1" fmla="*/ 338131 w 677772"/>
              <a:gd name="connsiteY1" fmla="*/ 331976 h 478423"/>
              <a:gd name="connsiteX2" fmla="*/ 677772 w 677772"/>
              <a:gd name="connsiteY2" fmla="*/ 6273 h 478423"/>
              <a:gd name="connsiteX0" fmla="*/ 0 w 677772"/>
              <a:gd name="connsiteY0" fmla="*/ 480261 h 480264"/>
              <a:gd name="connsiteX1" fmla="*/ 329818 w 677772"/>
              <a:gd name="connsiteY1" fmla="*/ 261899 h 480264"/>
              <a:gd name="connsiteX2" fmla="*/ 677772 w 677772"/>
              <a:gd name="connsiteY2" fmla="*/ 8119 h 480264"/>
              <a:gd name="connsiteX0" fmla="*/ 0 w 677772"/>
              <a:gd name="connsiteY0" fmla="*/ 480261 h 480261"/>
              <a:gd name="connsiteX1" fmla="*/ 329818 w 677772"/>
              <a:gd name="connsiteY1" fmla="*/ 261899 h 480261"/>
              <a:gd name="connsiteX2" fmla="*/ 677772 w 677772"/>
              <a:gd name="connsiteY2" fmla="*/ 8119 h 480261"/>
              <a:gd name="connsiteX0" fmla="*/ 0 w 677772"/>
              <a:gd name="connsiteY0" fmla="*/ 480709 h 480709"/>
              <a:gd name="connsiteX1" fmla="*/ 283416 w 677772"/>
              <a:gd name="connsiteY1" fmla="*/ 249497 h 480709"/>
              <a:gd name="connsiteX2" fmla="*/ 677772 w 677772"/>
              <a:gd name="connsiteY2" fmla="*/ 8567 h 480709"/>
              <a:gd name="connsiteX0" fmla="*/ 0 w 677772"/>
              <a:gd name="connsiteY0" fmla="*/ 472142 h 472142"/>
              <a:gd name="connsiteX1" fmla="*/ 283416 w 677772"/>
              <a:gd name="connsiteY1" fmla="*/ 240930 h 472142"/>
              <a:gd name="connsiteX2" fmla="*/ 677772 w 677772"/>
              <a:gd name="connsiteY2" fmla="*/ 0 h 472142"/>
            </a:gdLst>
            <a:ahLst/>
            <a:cxnLst>
              <a:cxn ang="0">
                <a:pos x="connsiteX0" y="connsiteY0"/>
              </a:cxn>
              <a:cxn ang="0">
                <a:pos x="connsiteX1" y="connsiteY1"/>
              </a:cxn>
              <a:cxn ang="0">
                <a:pos x="connsiteX2" y="connsiteY2"/>
              </a:cxn>
            </a:cxnLst>
            <a:rect l="l" t="t" r="r" b="b"/>
            <a:pathLst>
              <a:path w="677772" h="472142">
                <a:moveTo>
                  <a:pt x="0" y="472142"/>
                </a:moveTo>
                <a:cubicBezTo>
                  <a:pt x="111080" y="388277"/>
                  <a:pt x="126992" y="338206"/>
                  <a:pt x="283416" y="240930"/>
                </a:cubicBezTo>
                <a:cubicBezTo>
                  <a:pt x="427999" y="138458"/>
                  <a:pt x="547804" y="53911"/>
                  <a:pt x="677772" y="0"/>
                </a:cubicBezTo>
              </a:path>
            </a:pathLst>
          </a:custGeom>
          <a:noFill/>
          <a:ln w="571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2DDD4838-96E1-0355-39AE-A329BD76B0D3}"/>
              </a:ext>
            </a:extLst>
          </p:cNvPr>
          <p:cNvSpPr/>
          <p:nvPr/>
        </p:nvSpPr>
        <p:spPr>
          <a:xfrm flipV="1">
            <a:off x="4638777" y="895949"/>
            <a:ext cx="6039738" cy="5023342"/>
          </a:xfrm>
          <a:prstGeom prst="rect">
            <a:avLst/>
          </a:prstGeom>
          <a:gradFill>
            <a:gsLst>
              <a:gs pos="0">
                <a:srgbClr val="49C9B1"/>
              </a:gs>
              <a:gs pos="42000">
                <a:srgbClr val="52C2BD"/>
              </a:gs>
              <a:gs pos="62000">
                <a:srgbClr val="7DD1CD"/>
              </a:gs>
              <a:gs pos="100000">
                <a:srgbClr val="C1E9E7"/>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aseline="-25000" dirty="0">
              <a:solidFill>
                <a:schemeClr val="tx2"/>
              </a:solidFill>
            </a:endParaRPr>
          </a:p>
        </p:txBody>
      </p:sp>
      <p:sp>
        <p:nvSpPr>
          <p:cNvPr id="31" name="Freeform 13">
            <a:extLst>
              <a:ext uri="{FF2B5EF4-FFF2-40B4-BE49-F238E27FC236}">
                <a16:creationId xmlns:a16="http://schemas.microsoft.com/office/drawing/2014/main" id="{9D439AE5-3DA6-A279-3BCA-4BC6FA842DD3}"/>
              </a:ext>
            </a:extLst>
          </p:cNvPr>
          <p:cNvSpPr/>
          <p:nvPr/>
        </p:nvSpPr>
        <p:spPr>
          <a:xfrm flipV="1">
            <a:off x="6097242" y="6116813"/>
            <a:ext cx="3596640" cy="359230"/>
          </a:xfrm>
          <a:custGeom>
            <a:avLst/>
            <a:gdLst>
              <a:gd name="connsiteX0" fmla="*/ 0 w 8190411"/>
              <a:gd name="connsiteY0" fmla="*/ 287383 h 431074"/>
              <a:gd name="connsiteX1" fmla="*/ 1175657 w 8190411"/>
              <a:gd name="connsiteY1" fmla="*/ 182880 h 431074"/>
              <a:gd name="connsiteX2" fmla="*/ 1776548 w 8190411"/>
              <a:gd name="connsiteY2" fmla="*/ 365760 h 431074"/>
              <a:gd name="connsiteX3" fmla="*/ 2599508 w 8190411"/>
              <a:gd name="connsiteY3" fmla="*/ 195943 h 431074"/>
              <a:gd name="connsiteX4" fmla="*/ 3487782 w 8190411"/>
              <a:gd name="connsiteY4" fmla="*/ 352697 h 431074"/>
              <a:gd name="connsiteX5" fmla="*/ 4062548 w 8190411"/>
              <a:gd name="connsiteY5" fmla="*/ 143691 h 431074"/>
              <a:gd name="connsiteX6" fmla="*/ 4689565 w 8190411"/>
              <a:gd name="connsiteY6" fmla="*/ 352697 h 431074"/>
              <a:gd name="connsiteX7" fmla="*/ 5656217 w 8190411"/>
              <a:gd name="connsiteY7" fmla="*/ 0 h 431074"/>
              <a:gd name="connsiteX8" fmla="*/ 6635931 w 8190411"/>
              <a:gd name="connsiteY8" fmla="*/ 431074 h 431074"/>
              <a:gd name="connsiteX9" fmla="*/ 7184571 w 8190411"/>
              <a:gd name="connsiteY9" fmla="*/ 261257 h 431074"/>
              <a:gd name="connsiteX10" fmla="*/ 7707085 w 8190411"/>
              <a:gd name="connsiteY10" fmla="*/ 391885 h 431074"/>
              <a:gd name="connsiteX11" fmla="*/ 8190411 w 8190411"/>
              <a:gd name="connsiteY11" fmla="*/ 169817 h 431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90411" h="431074">
                <a:moveTo>
                  <a:pt x="0" y="287383"/>
                </a:moveTo>
                <a:lnTo>
                  <a:pt x="1175657" y="182880"/>
                </a:lnTo>
                <a:lnTo>
                  <a:pt x="1776548" y="365760"/>
                </a:lnTo>
                <a:lnTo>
                  <a:pt x="2599508" y="195943"/>
                </a:lnTo>
                <a:lnTo>
                  <a:pt x="3487782" y="352697"/>
                </a:lnTo>
                <a:lnTo>
                  <a:pt x="4062548" y="143691"/>
                </a:lnTo>
                <a:lnTo>
                  <a:pt x="4689565" y="352697"/>
                </a:lnTo>
                <a:lnTo>
                  <a:pt x="5656217" y="0"/>
                </a:lnTo>
                <a:lnTo>
                  <a:pt x="6635931" y="431074"/>
                </a:lnTo>
                <a:lnTo>
                  <a:pt x="7184571" y="261257"/>
                </a:lnTo>
                <a:lnTo>
                  <a:pt x="7707085" y="391885"/>
                </a:lnTo>
                <a:lnTo>
                  <a:pt x="8190411" y="169817"/>
                </a:lnTo>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Freeform: Shape 3">
            <a:extLst>
              <a:ext uri="{FF2B5EF4-FFF2-40B4-BE49-F238E27FC236}">
                <a16:creationId xmlns:a16="http://schemas.microsoft.com/office/drawing/2014/main" id="{EC6F3B2E-107B-ACB3-636F-E56650D2C0E8}"/>
              </a:ext>
            </a:extLst>
          </p:cNvPr>
          <p:cNvSpPr/>
          <p:nvPr/>
        </p:nvSpPr>
        <p:spPr>
          <a:xfrm>
            <a:off x="5048201" y="3343857"/>
            <a:ext cx="4187952" cy="2596896"/>
          </a:xfrm>
          <a:custGeom>
            <a:avLst/>
            <a:gdLst>
              <a:gd name="connsiteX0" fmla="*/ 2130552 w 4526280"/>
              <a:gd name="connsiteY0" fmla="*/ 9144 h 2688336"/>
              <a:gd name="connsiteX1" fmla="*/ 1124712 w 4526280"/>
              <a:gd name="connsiteY1" fmla="*/ 466344 h 2688336"/>
              <a:gd name="connsiteX2" fmla="*/ 731520 w 4526280"/>
              <a:gd name="connsiteY2" fmla="*/ 868680 h 2688336"/>
              <a:gd name="connsiteX3" fmla="*/ 1088136 w 4526280"/>
              <a:gd name="connsiteY3" fmla="*/ 886968 h 2688336"/>
              <a:gd name="connsiteX4" fmla="*/ 676656 w 4526280"/>
              <a:gd name="connsiteY4" fmla="*/ 1481328 h 2688336"/>
              <a:gd name="connsiteX5" fmla="*/ 576072 w 4526280"/>
              <a:gd name="connsiteY5" fmla="*/ 1984248 h 2688336"/>
              <a:gd name="connsiteX6" fmla="*/ 0 w 4526280"/>
              <a:gd name="connsiteY6" fmla="*/ 2660904 h 2688336"/>
              <a:gd name="connsiteX7" fmla="*/ 4526280 w 4526280"/>
              <a:gd name="connsiteY7" fmla="*/ 2688336 h 2688336"/>
              <a:gd name="connsiteX8" fmla="*/ 3685032 w 4526280"/>
              <a:gd name="connsiteY8" fmla="*/ 1938528 h 2688336"/>
              <a:gd name="connsiteX9" fmla="*/ 3593592 w 4526280"/>
              <a:gd name="connsiteY9" fmla="*/ 960120 h 2688336"/>
              <a:gd name="connsiteX10" fmla="*/ 2852928 w 4526280"/>
              <a:gd name="connsiteY10" fmla="*/ 411480 h 2688336"/>
              <a:gd name="connsiteX11" fmla="*/ 2825496 w 4526280"/>
              <a:gd name="connsiteY11" fmla="*/ 0 h 2688336"/>
              <a:gd name="connsiteX12" fmla="*/ 2130552 w 4526280"/>
              <a:gd name="connsiteY12" fmla="*/ 9144 h 2688336"/>
              <a:gd name="connsiteX0" fmla="*/ 2130552 w 4526280"/>
              <a:gd name="connsiteY0" fmla="*/ 9144 h 2688336"/>
              <a:gd name="connsiteX1" fmla="*/ 1124712 w 4526280"/>
              <a:gd name="connsiteY1" fmla="*/ 466344 h 2688336"/>
              <a:gd name="connsiteX2" fmla="*/ 731520 w 4526280"/>
              <a:gd name="connsiteY2" fmla="*/ 868680 h 2688336"/>
              <a:gd name="connsiteX3" fmla="*/ 338328 w 4526280"/>
              <a:gd name="connsiteY3" fmla="*/ 1365981 h 2688336"/>
              <a:gd name="connsiteX4" fmla="*/ 676656 w 4526280"/>
              <a:gd name="connsiteY4" fmla="*/ 1481328 h 2688336"/>
              <a:gd name="connsiteX5" fmla="*/ 576072 w 4526280"/>
              <a:gd name="connsiteY5" fmla="*/ 1984248 h 2688336"/>
              <a:gd name="connsiteX6" fmla="*/ 0 w 4526280"/>
              <a:gd name="connsiteY6" fmla="*/ 2660904 h 2688336"/>
              <a:gd name="connsiteX7" fmla="*/ 4526280 w 4526280"/>
              <a:gd name="connsiteY7" fmla="*/ 2688336 h 2688336"/>
              <a:gd name="connsiteX8" fmla="*/ 3685032 w 4526280"/>
              <a:gd name="connsiteY8" fmla="*/ 1938528 h 2688336"/>
              <a:gd name="connsiteX9" fmla="*/ 3593592 w 4526280"/>
              <a:gd name="connsiteY9" fmla="*/ 960120 h 2688336"/>
              <a:gd name="connsiteX10" fmla="*/ 2852928 w 4526280"/>
              <a:gd name="connsiteY10" fmla="*/ 411480 h 2688336"/>
              <a:gd name="connsiteX11" fmla="*/ 2825496 w 4526280"/>
              <a:gd name="connsiteY11" fmla="*/ 0 h 2688336"/>
              <a:gd name="connsiteX12" fmla="*/ 2130552 w 4526280"/>
              <a:gd name="connsiteY12" fmla="*/ 9144 h 2688336"/>
              <a:gd name="connsiteX0" fmla="*/ 2130552 w 4526280"/>
              <a:gd name="connsiteY0" fmla="*/ 9144 h 2688336"/>
              <a:gd name="connsiteX1" fmla="*/ 1124712 w 4526280"/>
              <a:gd name="connsiteY1" fmla="*/ 466344 h 2688336"/>
              <a:gd name="connsiteX2" fmla="*/ 731520 w 4526280"/>
              <a:gd name="connsiteY2" fmla="*/ 868680 h 2688336"/>
              <a:gd name="connsiteX3" fmla="*/ 338328 w 4526280"/>
              <a:gd name="connsiteY3" fmla="*/ 1365981 h 2688336"/>
              <a:gd name="connsiteX4" fmla="*/ 530352 w 4526280"/>
              <a:gd name="connsiteY4" fmla="*/ 1686619 h 2688336"/>
              <a:gd name="connsiteX5" fmla="*/ 576072 w 4526280"/>
              <a:gd name="connsiteY5" fmla="*/ 1984248 h 2688336"/>
              <a:gd name="connsiteX6" fmla="*/ 0 w 4526280"/>
              <a:gd name="connsiteY6" fmla="*/ 2660904 h 2688336"/>
              <a:gd name="connsiteX7" fmla="*/ 4526280 w 4526280"/>
              <a:gd name="connsiteY7" fmla="*/ 2688336 h 2688336"/>
              <a:gd name="connsiteX8" fmla="*/ 3685032 w 4526280"/>
              <a:gd name="connsiteY8" fmla="*/ 1938528 h 2688336"/>
              <a:gd name="connsiteX9" fmla="*/ 3593592 w 4526280"/>
              <a:gd name="connsiteY9" fmla="*/ 960120 h 2688336"/>
              <a:gd name="connsiteX10" fmla="*/ 2852928 w 4526280"/>
              <a:gd name="connsiteY10" fmla="*/ 411480 h 2688336"/>
              <a:gd name="connsiteX11" fmla="*/ 2825496 w 4526280"/>
              <a:gd name="connsiteY11" fmla="*/ 0 h 2688336"/>
              <a:gd name="connsiteX12" fmla="*/ 2130552 w 4526280"/>
              <a:gd name="connsiteY12" fmla="*/ 9144 h 2688336"/>
              <a:gd name="connsiteX0" fmla="*/ 1792224 w 4187952"/>
              <a:gd name="connsiteY0" fmla="*/ 9144 h 2688336"/>
              <a:gd name="connsiteX1" fmla="*/ 786384 w 4187952"/>
              <a:gd name="connsiteY1" fmla="*/ 466344 h 2688336"/>
              <a:gd name="connsiteX2" fmla="*/ 393192 w 4187952"/>
              <a:gd name="connsiteY2" fmla="*/ 868680 h 2688336"/>
              <a:gd name="connsiteX3" fmla="*/ 0 w 4187952"/>
              <a:gd name="connsiteY3" fmla="*/ 1365981 h 2688336"/>
              <a:gd name="connsiteX4" fmla="*/ 192024 w 4187952"/>
              <a:gd name="connsiteY4" fmla="*/ 1686619 h 2688336"/>
              <a:gd name="connsiteX5" fmla="*/ 237744 w 4187952"/>
              <a:gd name="connsiteY5" fmla="*/ 1984248 h 2688336"/>
              <a:gd name="connsiteX6" fmla="*/ 548640 w 4187952"/>
              <a:gd name="connsiteY6" fmla="*/ 2641353 h 2688336"/>
              <a:gd name="connsiteX7" fmla="*/ 4187952 w 4187952"/>
              <a:gd name="connsiteY7" fmla="*/ 2688336 h 2688336"/>
              <a:gd name="connsiteX8" fmla="*/ 3346704 w 4187952"/>
              <a:gd name="connsiteY8" fmla="*/ 1938528 h 2688336"/>
              <a:gd name="connsiteX9" fmla="*/ 3255264 w 4187952"/>
              <a:gd name="connsiteY9" fmla="*/ 960120 h 2688336"/>
              <a:gd name="connsiteX10" fmla="*/ 2514600 w 4187952"/>
              <a:gd name="connsiteY10" fmla="*/ 411480 h 2688336"/>
              <a:gd name="connsiteX11" fmla="*/ 2487168 w 4187952"/>
              <a:gd name="connsiteY11" fmla="*/ 0 h 2688336"/>
              <a:gd name="connsiteX12" fmla="*/ 1792224 w 4187952"/>
              <a:gd name="connsiteY12" fmla="*/ 9144 h 2688336"/>
              <a:gd name="connsiteX0" fmla="*/ 1792224 w 4187952"/>
              <a:gd name="connsiteY0" fmla="*/ 9144 h 2688336"/>
              <a:gd name="connsiteX1" fmla="*/ 786384 w 4187952"/>
              <a:gd name="connsiteY1" fmla="*/ 466344 h 2688336"/>
              <a:gd name="connsiteX2" fmla="*/ 393192 w 4187952"/>
              <a:gd name="connsiteY2" fmla="*/ 868680 h 2688336"/>
              <a:gd name="connsiteX3" fmla="*/ 0 w 4187952"/>
              <a:gd name="connsiteY3" fmla="*/ 1365981 h 2688336"/>
              <a:gd name="connsiteX4" fmla="*/ 192024 w 4187952"/>
              <a:gd name="connsiteY4" fmla="*/ 1686619 h 2688336"/>
              <a:gd name="connsiteX5" fmla="*/ 237744 w 4187952"/>
              <a:gd name="connsiteY5" fmla="*/ 1984248 h 2688336"/>
              <a:gd name="connsiteX6" fmla="*/ 548640 w 4187952"/>
              <a:gd name="connsiteY6" fmla="*/ 2641353 h 2688336"/>
              <a:gd name="connsiteX7" fmla="*/ 4187952 w 4187952"/>
              <a:gd name="connsiteY7" fmla="*/ 2688336 h 2688336"/>
              <a:gd name="connsiteX8" fmla="*/ 3346704 w 4187952"/>
              <a:gd name="connsiteY8" fmla="*/ 1938528 h 2688336"/>
              <a:gd name="connsiteX9" fmla="*/ 3255264 w 4187952"/>
              <a:gd name="connsiteY9" fmla="*/ 960120 h 2688336"/>
              <a:gd name="connsiteX10" fmla="*/ 3026664 w 4187952"/>
              <a:gd name="connsiteY10" fmla="*/ 519014 h 2688336"/>
              <a:gd name="connsiteX11" fmla="*/ 2487168 w 4187952"/>
              <a:gd name="connsiteY11" fmla="*/ 0 h 2688336"/>
              <a:gd name="connsiteX12" fmla="*/ 1792224 w 4187952"/>
              <a:gd name="connsiteY12" fmla="*/ 9144 h 2688336"/>
              <a:gd name="connsiteX0" fmla="*/ 1792224 w 4187952"/>
              <a:gd name="connsiteY0" fmla="*/ 97126 h 2776318"/>
              <a:gd name="connsiteX1" fmla="*/ 786384 w 4187952"/>
              <a:gd name="connsiteY1" fmla="*/ 554326 h 2776318"/>
              <a:gd name="connsiteX2" fmla="*/ 393192 w 4187952"/>
              <a:gd name="connsiteY2" fmla="*/ 956662 h 2776318"/>
              <a:gd name="connsiteX3" fmla="*/ 0 w 4187952"/>
              <a:gd name="connsiteY3" fmla="*/ 1453963 h 2776318"/>
              <a:gd name="connsiteX4" fmla="*/ 192024 w 4187952"/>
              <a:gd name="connsiteY4" fmla="*/ 1774601 h 2776318"/>
              <a:gd name="connsiteX5" fmla="*/ 237744 w 4187952"/>
              <a:gd name="connsiteY5" fmla="*/ 2072230 h 2776318"/>
              <a:gd name="connsiteX6" fmla="*/ 548640 w 4187952"/>
              <a:gd name="connsiteY6" fmla="*/ 2729335 h 2776318"/>
              <a:gd name="connsiteX7" fmla="*/ 4187952 w 4187952"/>
              <a:gd name="connsiteY7" fmla="*/ 2776318 h 2776318"/>
              <a:gd name="connsiteX8" fmla="*/ 3346704 w 4187952"/>
              <a:gd name="connsiteY8" fmla="*/ 2026510 h 2776318"/>
              <a:gd name="connsiteX9" fmla="*/ 3255264 w 4187952"/>
              <a:gd name="connsiteY9" fmla="*/ 1048102 h 2776318"/>
              <a:gd name="connsiteX10" fmla="*/ 3026664 w 4187952"/>
              <a:gd name="connsiteY10" fmla="*/ 606996 h 2776318"/>
              <a:gd name="connsiteX11" fmla="*/ 2359152 w 4187952"/>
              <a:gd name="connsiteY11" fmla="*/ 0 h 2776318"/>
              <a:gd name="connsiteX12" fmla="*/ 1792224 w 4187952"/>
              <a:gd name="connsiteY12" fmla="*/ 97126 h 2776318"/>
              <a:gd name="connsiteX0" fmla="*/ 1792224 w 4187952"/>
              <a:gd name="connsiteY0" fmla="*/ 97126 h 2776318"/>
              <a:gd name="connsiteX1" fmla="*/ 786384 w 4187952"/>
              <a:gd name="connsiteY1" fmla="*/ 554326 h 2776318"/>
              <a:gd name="connsiteX2" fmla="*/ 393192 w 4187952"/>
              <a:gd name="connsiteY2" fmla="*/ 956662 h 2776318"/>
              <a:gd name="connsiteX3" fmla="*/ 0 w 4187952"/>
              <a:gd name="connsiteY3" fmla="*/ 1453963 h 2776318"/>
              <a:gd name="connsiteX4" fmla="*/ 192024 w 4187952"/>
              <a:gd name="connsiteY4" fmla="*/ 1774601 h 2776318"/>
              <a:gd name="connsiteX5" fmla="*/ 237744 w 4187952"/>
              <a:gd name="connsiteY5" fmla="*/ 2072230 h 2776318"/>
              <a:gd name="connsiteX6" fmla="*/ 548640 w 4187952"/>
              <a:gd name="connsiteY6" fmla="*/ 2729335 h 2776318"/>
              <a:gd name="connsiteX7" fmla="*/ 4187952 w 4187952"/>
              <a:gd name="connsiteY7" fmla="*/ 2776318 h 2776318"/>
              <a:gd name="connsiteX8" fmla="*/ 3520440 w 4187952"/>
              <a:gd name="connsiteY8" fmla="*/ 1987407 h 2776318"/>
              <a:gd name="connsiteX9" fmla="*/ 3255264 w 4187952"/>
              <a:gd name="connsiteY9" fmla="*/ 1048102 h 2776318"/>
              <a:gd name="connsiteX10" fmla="*/ 3026664 w 4187952"/>
              <a:gd name="connsiteY10" fmla="*/ 606996 h 2776318"/>
              <a:gd name="connsiteX11" fmla="*/ 2359152 w 4187952"/>
              <a:gd name="connsiteY11" fmla="*/ 0 h 2776318"/>
              <a:gd name="connsiteX12" fmla="*/ 1792224 w 4187952"/>
              <a:gd name="connsiteY12" fmla="*/ 97126 h 27763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87952" h="2776318">
                <a:moveTo>
                  <a:pt x="1792224" y="97126"/>
                </a:moveTo>
                <a:lnTo>
                  <a:pt x="786384" y="554326"/>
                </a:lnTo>
                <a:lnTo>
                  <a:pt x="393192" y="956662"/>
                </a:lnTo>
                <a:lnTo>
                  <a:pt x="0" y="1453963"/>
                </a:lnTo>
                <a:lnTo>
                  <a:pt x="192024" y="1774601"/>
                </a:lnTo>
                <a:lnTo>
                  <a:pt x="237744" y="2072230"/>
                </a:lnTo>
                <a:lnTo>
                  <a:pt x="548640" y="2729335"/>
                </a:lnTo>
                <a:lnTo>
                  <a:pt x="4187952" y="2776318"/>
                </a:lnTo>
                <a:lnTo>
                  <a:pt x="3520440" y="1987407"/>
                </a:lnTo>
                <a:lnTo>
                  <a:pt x="3255264" y="1048102"/>
                </a:lnTo>
                <a:lnTo>
                  <a:pt x="3026664" y="606996"/>
                </a:lnTo>
                <a:lnTo>
                  <a:pt x="2359152" y="0"/>
                </a:lnTo>
                <a:lnTo>
                  <a:pt x="1792224" y="97126"/>
                </a:lnTo>
                <a:close/>
              </a:path>
            </a:pathLst>
          </a:cu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Shape 4">
            <a:extLst>
              <a:ext uri="{FF2B5EF4-FFF2-40B4-BE49-F238E27FC236}">
                <a16:creationId xmlns:a16="http://schemas.microsoft.com/office/drawing/2014/main" id="{AD3E0138-9006-8C35-6B74-1B2688C6114D}"/>
              </a:ext>
            </a:extLst>
          </p:cNvPr>
          <p:cNvSpPr/>
          <p:nvPr/>
        </p:nvSpPr>
        <p:spPr>
          <a:xfrm>
            <a:off x="5029913" y="4340553"/>
            <a:ext cx="3410712" cy="1572768"/>
          </a:xfrm>
          <a:custGeom>
            <a:avLst/>
            <a:gdLst>
              <a:gd name="connsiteX0" fmla="*/ 54864 w 3410712"/>
              <a:gd name="connsiteY0" fmla="*/ 310896 h 1572768"/>
              <a:gd name="connsiteX1" fmla="*/ 1005840 w 3410712"/>
              <a:gd name="connsiteY1" fmla="*/ 0 h 1572768"/>
              <a:gd name="connsiteX2" fmla="*/ 2212848 w 3410712"/>
              <a:gd name="connsiteY2" fmla="*/ 45720 h 1572768"/>
              <a:gd name="connsiteX3" fmla="*/ 2642616 w 3410712"/>
              <a:gd name="connsiteY3" fmla="*/ 539496 h 1572768"/>
              <a:gd name="connsiteX4" fmla="*/ 3154680 w 3410712"/>
              <a:gd name="connsiteY4" fmla="*/ 1426464 h 1572768"/>
              <a:gd name="connsiteX5" fmla="*/ 3410712 w 3410712"/>
              <a:gd name="connsiteY5" fmla="*/ 1572768 h 1572768"/>
              <a:gd name="connsiteX6" fmla="*/ 557784 w 3410712"/>
              <a:gd name="connsiteY6" fmla="*/ 1536192 h 1572768"/>
              <a:gd name="connsiteX7" fmla="*/ 237744 w 3410712"/>
              <a:gd name="connsiteY7" fmla="*/ 886968 h 1572768"/>
              <a:gd name="connsiteX8" fmla="*/ 246888 w 3410712"/>
              <a:gd name="connsiteY8" fmla="*/ 649224 h 1572768"/>
              <a:gd name="connsiteX9" fmla="*/ 0 w 3410712"/>
              <a:gd name="connsiteY9" fmla="*/ 365760 h 1572768"/>
              <a:gd name="connsiteX10" fmla="*/ 100584 w 3410712"/>
              <a:gd name="connsiteY10" fmla="*/ 274320 h 1572768"/>
              <a:gd name="connsiteX0" fmla="*/ 54864 w 3410712"/>
              <a:gd name="connsiteY0" fmla="*/ 310896 h 1572768"/>
              <a:gd name="connsiteX1" fmla="*/ 1005840 w 3410712"/>
              <a:gd name="connsiteY1" fmla="*/ 0 h 1572768"/>
              <a:gd name="connsiteX2" fmla="*/ 2212848 w 3410712"/>
              <a:gd name="connsiteY2" fmla="*/ 45720 h 1572768"/>
              <a:gd name="connsiteX3" fmla="*/ 2642616 w 3410712"/>
              <a:gd name="connsiteY3" fmla="*/ 539496 h 1572768"/>
              <a:gd name="connsiteX4" fmla="*/ 3154680 w 3410712"/>
              <a:gd name="connsiteY4" fmla="*/ 1426464 h 1572768"/>
              <a:gd name="connsiteX5" fmla="*/ 3410712 w 3410712"/>
              <a:gd name="connsiteY5" fmla="*/ 1572768 h 1572768"/>
              <a:gd name="connsiteX6" fmla="*/ 557784 w 3410712"/>
              <a:gd name="connsiteY6" fmla="*/ 1536192 h 1572768"/>
              <a:gd name="connsiteX7" fmla="*/ 237744 w 3410712"/>
              <a:gd name="connsiteY7" fmla="*/ 886968 h 1572768"/>
              <a:gd name="connsiteX8" fmla="*/ 182880 w 3410712"/>
              <a:gd name="connsiteY8" fmla="*/ 676656 h 1572768"/>
              <a:gd name="connsiteX9" fmla="*/ 0 w 3410712"/>
              <a:gd name="connsiteY9" fmla="*/ 365760 h 1572768"/>
              <a:gd name="connsiteX10" fmla="*/ 100584 w 3410712"/>
              <a:gd name="connsiteY10" fmla="*/ 274320 h 1572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410712" h="1572768">
                <a:moveTo>
                  <a:pt x="54864" y="310896"/>
                </a:moveTo>
                <a:lnTo>
                  <a:pt x="1005840" y="0"/>
                </a:lnTo>
                <a:lnTo>
                  <a:pt x="2212848" y="45720"/>
                </a:lnTo>
                <a:lnTo>
                  <a:pt x="2642616" y="539496"/>
                </a:lnTo>
                <a:lnTo>
                  <a:pt x="3154680" y="1426464"/>
                </a:lnTo>
                <a:lnTo>
                  <a:pt x="3410712" y="1572768"/>
                </a:lnTo>
                <a:lnTo>
                  <a:pt x="557784" y="1536192"/>
                </a:lnTo>
                <a:lnTo>
                  <a:pt x="237744" y="886968"/>
                </a:lnTo>
                <a:lnTo>
                  <a:pt x="182880" y="676656"/>
                </a:lnTo>
                <a:lnTo>
                  <a:pt x="0" y="365760"/>
                </a:lnTo>
                <a:lnTo>
                  <a:pt x="100584" y="274320"/>
                </a:lnTo>
              </a:path>
            </a:pathLst>
          </a:custGeom>
          <a:solidFill>
            <a:schemeClr val="bg2">
              <a:lumMod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Shape 6">
            <a:extLst>
              <a:ext uri="{FF2B5EF4-FFF2-40B4-BE49-F238E27FC236}">
                <a16:creationId xmlns:a16="http://schemas.microsoft.com/office/drawing/2014/main" id="{E539376E-22BF-C47D-DDF0-159900EA343C}"/>
              </a:ext>
            </a:extLst>
          </p:cNvPr>
          <p:cNvSpPr/>
          <p:nvPr/>
        </p:nvSpPr>
        <p:spPr>
          <a:xfrm>
            <a:off x="7215329" y="3892497"/>
            <a:ext cx="2048256" cy="2048256"/>
          </a:xfrm>
          <a:custGeom>
            <a:avLst/>
            <a:gdLst>
              <a:gd name="connsiteX0" fmla="*/ 0 w 1993392"/>
              <a:gd name="connsiteY0" fmla="*/ 448056 h 2048256"/>
              <a:gd name="connsiteX1" fmla="*/ 786384 w 1993392"/>
              <a:gd name="connsiteY1" fmla="*/ 0 h 2048256"/>
              <a:gd name="connsiteX2" fmla="*/ 1069848 w 1993392"/>
              <a:gd name="connsiteY2" fmla="*/ 457200 h 2048256"/>
              <a:gd name="connsiteX3" fmla="*/ 1362456 w 1993392"/>
              <a:gd name="connsiteY3" fmla="*/ 1362456 h 2048256"/>
              <a:gd name="connsiteX4" fmla="*/ 1993392 w 1993392"/>
              <a:gd name="connsiteY4" fmla="*/ 2048256 h 2048256"/>
              <a:gd name="connsiteX5" fmla="*/ 1088136 w 1993392"/>
              <a:gd name="connsiteY5" fmla="*/ 2029968 h 2048256"/>
              <a:gd name="connsiteX6" fmla="*/ 832104 w 1993392"/>
              <a:gd name="connsiteY6" fmla="*/ 1819656 h 2048256"/>
              <a:gd name="connsiteX7" fmla="*/ 0 w 1993392"/>
              <a:gd name="connsiteY7" fmla="*/ 448056 h 2048256"/>
              <a:gd name="connsiteX0" fmla="*/ 0 w 2048256"/>
              <a:gd name="connsiteY0" fmla="*/ 493776 h 2048256"/>
              <a:gd name="connsiteX1" fmla="*/ 841248 w 2048256"/>
              <a:gd name="connsiteY1" fmla="*/ 0 h 2048256"/>
              <a:gd name="connsiteX2" fmla="*/ 1124712 w 2048256"/>
              <a:gd name="connsiteY2" fmla="*/ 457200 h 2048256"/>
              <a:gd name="connsiteX3" fmla="*/ 1417320 w 2048256"/>
              <a:gd name="connsiteY3" fmla="*/ 1362456 h 2048256"/>
              <a:gd name="connsiteX4" fmla="*/ 2048256 w 2048256"/>
              <a:gd name="connsiteY4" fmla="*/ 2048256 h 2048256"/>
              <a:gd name="connsiteX5" fmla="*/ 1143000 w 2048256"/>
              <a:gd name="connsiteY5" fmla="*/ 2029968 h 2048256"/>
              <a:gd name="connsiteX6" fmla="*/ 886968 w 2048256"/>
              <a:gd name="connsiteY6" fmla="*/ 1819656 h 2048256"/>
              <a:gd name="connsiteX7" fmla="*/ 0 w 2048256"/>
              <a:gd name="connsiteY7" fmla="*/ 493776 h 20482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48256" h="2048256">
                <a:moveTo>
                  <a:pt x="0" y="493776"/>
                </a:moveTo>
                <a:lnTo>
                  <a:pt x="841248" y="0"/>
                </a:lnTo>
                <a:lnTo>
                  <a:pt x="1124712" y="457200"/>
                </a:lnTo>
                <a:lnTo>
                  <a:pt x="1417320" y="1362456"/>
                </a:lnTo>
                <a:lnTo>
                  <a:pt x="2048256" y="2048256"/>
                </a:lnTo>
                <a:lnTo>
                  <a:pt x="1143000" y="2029968"/>
                </a:lnTo>
                <a:lnTo>
                  <a:pt x="886968" y="1819656"/>
                </a:lnTo>
                <a:lnTo>
                  <a:pt x="0" y="493776"/>
                </a:lnTo>
                <a:close/>
              </a:path>
            </a:pathLst>
          </a:cu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5F24F57C-D2B1-0E64-4983-4FD051AA120D}"/>
              </a:ext>
            </a:extLst>
          </p:cNvPr>
          <p:cNvSpPr/>
          <p:nvPr/>
        </p:nvSpPr>
        <p:spPr>
          <a:xfrm rot="20685621" flipV="1">
            <a:off x="7933954" y="1041835"/>
            <a:ext cx="927288" cy="700850"/>
          </a:xfrm>
          <a:custGeom>
            <a:avLst/>
            <a:gdLst>
              <a:gd name="connsiteX0" fmla="*/ 0 w 402336"/>
              <a:gd name="connsiteY0" fmla="*/ 0 h 155448"/>
              <a:gd name="connsiteX1" fmla="*/ 219456 w 402336"/>
              <a:gd name="connsiteY1" fmla="*/ 27432 h 155448"/>
              <a:gd name="connsiteX2" fmla="*/ 402336 w 402336"/>
              <a:gd name="connsiteY2" fmla="*/ 155448 h 155448"/>
              <a:gd name="connsiteX0" fmla="*/ 0 w 917328"/>
              <a:gd name="connsiteY0" fmla="*/ 490173 h 518432"/>
              <a:gd name="connsiteX1" fmla="*/ 219456 w 917328"/>
              <a:gd name="connsiteY1" fmla="*/ 517605 h 518432"/>
              <a:gd name="connsiteX2" fmla="*/ 917328 w 917328"/>
              <a:gd name="connsiteY2" fmla="*/ 3126 h 518432"/>
              <a:gd name="connsiteX0" fmla="*/ 0 w 917328"/>
              <a:gd name="connsiteY0" fmla="*/ 491379 h 491381"/>
              <a:gd name="connsiteX1" fmla="*/ 338131 w 917328"/>
              <a:gd name="connsiteY1" fmla="*/ 344940 h 491381"/>
              <a:gd name="connsiteX2" fmla="*/ 917328 w 917328"/>
              <a:gd name="connsiteY2" fmla="*/ 4332 h 491381"/>
              <a:gd name="connsiteX0" fmla="*/ 0 w 917328"/>
              <a:gd name="connsiteY0" fmla="*/ 491379 h 491384"/>
              <a:gd name="connsiteX1" fmla="*/ 338131 w 917328"/>
              <a:gd name="connsiteY1" fmla="*/ 344940 h 491384"/>
              <a:gd name="connsiteX2" fmla="*/ 917328 w 917328"/>
              <a:gd name="connsiteY2" fmla="*/ 4332 h 491384"/>
              <a:gd name="connsiteX0" fmla="*/ 0 w 832398"/>
              <a:gd name="connsiteY0" fmla="*/ 682699 h 682704"/>
              <a:gd name="connsiteX1" fmla="*/ 338131 w 832398"/>
              <a:gd name="connsiteY1" fmla="*/ 536260 h 682704"/>
              <a:gd name="connsiteX2" fmla="*/ 832398 w 832398"/>
              <a:gd name="connsiteY2" fmla="*/ 3035 h 682704"/>
              <a:gd name="connsiteX0" fmla="*/ 0 w 677772"/>
              <a:gd name="connsiteY0" fmla="*/ 476623 h 476628"/>
              <a:gd name="connsiteX1" fmla="*/ 338131 w 677772"/>
              <a:gd name="connsiteY1" fmla="*/ 330184 h 476628"/>
              <a:gd name="connsiteX2" fmla="*/ 677772 w 677772"/>
              <a:gd name="connsiteY2" fmla="*/ 4481 h 476628"/>
              <a:gd name="connsiteX0" fmla="*/ 0 w 677772"/>
              <a:gd name="connsiteY0" fmla="*/ 477684 h 477689"/>
              <a:gd name="connsiteX1" fmla="*/ 338131 w 677772"/>
              <a:gd name="connsiteY1" fmla="*/ 331245 h 477689"/>
              <a:gd name="connsiteX2" fmla="*/ 677772 w 677772"/>
              <a:gd name="connsiteY2" fmla="*/ 5542 h 477689"/>
              <a:gd name="connsiteX0" fmla="*/ 0 w 677772"/>
              <a:gd name="connsiteY0" fmla="*/ 477684 h 477692"/>
              <a:gd name="connsiteX1" fmla="*/ 338131 w 677772"/>
              <a:gd name="connsiteY1" fmla="*/ 331245 h 477692"/>
              <a:gd name="connsiteX2" fmla="*/ 677772 w 677772"/>
              <a:gd name="connsiteY2" fmla="*/ 5542 h 477692"/>
              <a:gd name="connsiteX0" fmla="*/ 0 w 677772"/>
              <a:gd name="connsiteY0" fmla="*/ 478415 h 478423"/>
              <a:gd name="connsiteX1" fmla="*/ 338131 w 677772"/>
              <a:gd name="connsiteY1" fmla="*/ 331976 h 478423"/>
              <a:gd name="connsiteX2" fmla="*/ 677772 w 677772"/>
              <a:gd name="connsiteY2" fmla="*/ 6273 h 478423"/>
              <a:gd name="connsiteX0" fmla="*/ 0 w 677772"/>
              <a:gd name="connsiteY0" fmla="*/ 472142 h 472150"/>
              <a:gd name="connsiteX1" fmla="*/ 338131 w 677772"/>
              <a:gd name="connsiteY1" fmla="*/ 325703 h 472150"/>
              <a:gd name="connsiteX2" fmla="*/ 677772 w 677772"/>
              <a:gd name="connsiteY2" fmla="*/ 0 h 472150"/>
            </a:gdLst>
            <a:ahLst/>
            <a:cxnLst>
              <a:cxn ang="0">
                <a:pos x="connsiteX0" y="connsiteY0"/>
              </a:cxn>
              <a:cxn ang="0">
                <a:pos x="connsiteX1" y="connsiteY1"/>
              </a:cxn>
              <a:cxn ang="0">
                <a:pos x="connsiteX2" y="connsiteY2"/>
              </a:cxn>
            </a:cxnLst>
            <a:rect l="l" t="t" r="r" b="b"/>
            <a:pathLst>
              <a:path w="677772" h="472150">
                <a:moveTo>
                  <a:pt x="0" y="472142"/>
                </a:moveTo>
                <a:cubicBezTo>
                  <a:pt x="76200" y="472904"/>
                  <a:pt x="181707" y="422979"/>
                  <a:pt x="338131" y="325703"/>
                </a:cubicBezTo>
                <a:cubicBezTo>
                  <a:pt x="482714" y="223231"/>
                  <a:pt x="598716" y="88333"/>
                  <a:pt x="677772" y="0"/>
                </a:cubicBezTo>
              </a:path>
            </a:pathLst>
          </a:custGeom>
          <a:noFill/>
          <a:ln w="571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22B81290-11EB-EF64-2203-8503B6D15EAE}"/>
              </a:ext>
            </a:extLst>
          </p:cNvPr>
          <p:cNvSpPr/>
          <p:nvPr/>
        </p:nvSpPr>
        <p:spPr>
          <a:xfrm rot="1278263">
            <a:off x="4422137" y="3192359"/>
            <a:ext cx="677772" cy="478423"/>
          </a:xfrm>
          <a:custGeom>
            <a:avLst/>
            <a:gdLst>
              <a:gd name="connsiteX0" fmla="*/ 0 w 402336"/>
              <a:gd name="connsiteY0" fmla="*/ 0 h 155448"/>
              <a:gd name="connsiteX1" fmla="*/ 219456 w 402336"/>
              <a:gd name="connsiteY1" fmla="*/ 27432 h 155448"/>
              <a:gd name="connsiteX2" fmla="*/ 402336 w 402336"/>
              <a:gd name="connsiteY2" fmla="*/ 155448 h 155448"/>
              <a:gd name="connsiteX0" fmla="*/ 0 w 917328"/>
              <a:gd name="connsiteY0" fmla="*/ 490173 h 518432"/>
              <a:gd name="connsiteX1" fmla="*/ 219456 w 917328"/>
              <a:gd name="connsiteY1" fmla="*/ 517605 h 518432"/>
              <a:gd name="connsiteX2" fmla="*/ 917328 w 917328"/>
              <a:gd name="connsiteY2" fmla="*/ 3126 h 518432"/>
              <a:gd name="connsiteX0" fmla="*/ 0 w 917328"/>
              <a:gd name="connsiteY0" fmla="*/ 491379 h 491381"/>
              <a:gd name="connsiteX1" fmla="*/ 338131 w 917328"/>
              <a:gd name="connsiteY1" fmla="*/ 344940 h 491381"/>
              <a:gd name="connsiteX2" fmla="*/ 917328 w 917328"/>
              <a:gd name="connsiteY2" fmla="*/ 4332 h 491381"/>
              <a:gd name="connsiteX0" fmla="*/ 0 w 917328"/>
              <a:gd name="connsiteY0" fmla="*/ 491379 h 491384"/>
              <a:gd name="connsiteX1" fmla="*/ 338131 w 917328"/>
              <a:gd name="connsiteY1" fmla="*/ 344940 h 491384"/>
              <a:gd name="connsiteX2" fmla="*/ 917328 w 917328"/>
              <a:gd name="connsiteY2" fmla="*/ 4332 h 491384"/>
              <a:gd name="connsiteX0" fmla="*/ 0 w 832398"/>
              <a:gd name="connsiteY0" fmla="*/ 682699 h 682704"/>
              <a:gd name="connsiteX1" fmla="*/ 338131 w 832398"/>
              <a:gd name="connsiteY1" fmla="*/ 536260 h 682704"/>
              <a:gd name="connsiteX2" fmla="*/ 832398 w 832398"/>
              <a:gd name="connsiteY2" fmla="*/ 3035 h 682704"/>
              <a:gd name="connsiteX0" fmla="*/ 0 w 677772"/>
              <a:gd name="connsiteY0" fmla="*/ 476623 h 476628"/>
              <a:gd name="connsiteX1" fmla="*/ 338131 w 677772"/>
              <a:gd name="connsiteY1" fmla="*/ 330184 h 476628"/>
              <a:gd name="connsiteX2" fmla="*/ 677772 w 677772"/>
              <a:gd name="connsiteY2" fmla="*/ 4481 h 476628"/>
              <a:gd name="connsiteX0" fmla="*/ 0 w 677772"/>
              <a:gd name="connsiteY0" fmla="*/ 477684 h 477689"/>
              <a:gd name="connsiteX1" fmla="*/ 338131 w 677772"/>
              <a:gd name="connsiteY1" fmla="*/ 331245 h 477689"/>
              <a:gd name="connsiteX2" fmla="*/ 677772 w 677772"/>
              <a:gd name="connsiteY2" fmla="*/ 5542 h 477689"/>
              <a:gd name="connsiteX0" fmla="*/ 0 w 677772"/>
              <a:gd name="connsiteY0" fmla="*/ 477684 h 477692"/>
              <a:gd name="connsiteX1" fmla="*/ 338131 w 677772"/>
              <a:gd name="connsiteY1" fmla="*/ 331245 h 477692"/>
              <a:gd name="connsiteX2" fmla="*/ 677772 w 677772"/>
              <a:gd name="connsiteY2" fmla="*/ 5542 h 477692"/>
              <a:gd name="connsiteX0" fmla="*/ 0 w 677772"/>
              <a:gd name="connsiteY0" fmla="*/ 478415 h 478423"/>
              <a:gd name="connsiteX1" fmla="*/ 338131 w 677772"/>
              <a:gd name="connsiteY1" fmla="*/ 331976 h 478423"/>
              <a:gd name="connsiteX2" fmla="*/ 677772 w 677772"/>
              <a:gd name="connsiteY2" fmla="*/ 6273 h 478423"/>
            </a:gdLst>
            <a:ahLst/>
            <a:cxnLst>
              <a:cxn ang="0">
                <a:pos x="connsiteX0" y="connsiteY0"/>
              </a:cxn>
              <a:cxn ang="0">
                <a:pos x="connsiteX1" y="connsiteY1"/>
              </a:cxn>
              <a:cxn ang="0">
                <a:pos x="connsiteX2" y="connsiteY2"/>
              </a:cxn>
            </a:cxnLst>
            <a:rect l="l" t="t" r="r" b="b"/>
            <a:pathLst>
              <a:path w="677772" h="478423">
                <a:moveTo>
                  <a:pt x="0" y="478415"/>
                </a:moveTo>
                <a:cubicBezTo>
                  <a:pt x="76200" y="479177"/>
                  <a:pt x="181707" y="429252"/>
                  <a:pt x="338131" y="331976"/>
                </a:cubicBezTo>
                <a:cubicBezTo>
                  <a:pt x="482714" y="229504"/>
                  <a:pt x="619860" y="-44781"/>
                  <a:pt x="677772" y="6273"/>
                </a:cubicBezTo>
              </a:path>
            </a:pathLst>
          </a:custGeom>
          <a:noFill/>
          <a:ln w="571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3AB939A6-4A86-2AF4-8E7E-35FA3745D314}"/>
              </a:ext>
            </a:extLst>
          </p:cNvPr>
          <p:cNvSpPr/>
          <p:nvPr/>
        </p:nvSpPr>
        <p:spPr>
          <a:xfrm rot="1278263">
            <a:off x="4428612" y="1985879"/>
            <a:ext cx="927288" cy="710162"/>
          </a:xfrm>
          <a:custGeom>
            <a:avLst/>
            <a:gdLst>
              <a:gd name="connsiteX0" fmla="*/ 0 w 402336"/>
              <a:gd name="connsiteY0" fmla="*/ 0 h 155448"/>
              <a:gd name="connsiteX1" fmla="*/ 219456 w 402336"/>
              <a:gd name="connsiteY1" fmla="*/ 27432 h 155448"/>
              <a:gd name="connsiteX2" fmla="*/ 402336 w 402336"/>
              <a:gd name="connsiteY2" fmla="*/ 155448 h 155448"/>
              <a:gd name="connsiteX0" fmla="*/ 0 w 917328"/>
              <a:gd name="connsiteY0" fmla="*/ 490173 h 518432"/>
              <a:gd name="connsiteX1" fmla="*/ 219456 w 917328"/>
              <a:gd name="connsiteY1" fmla="*/ 517605 h 518432"/>
              <a:gd name="connsiteX2" fmla="*/ 917328 w 917328"/>
              <a:gd name="connsiteY2" fmla="*/ 3126 h 518432"/>
              <a:gd name="connsiteX0" fmla="*/ 0 w 917328"/>
              <a:gd name="connsiteY0" fmla="*/ 491379 h 491381"/>
              <a:gd name="connsiteX1" fmla="*/ 338131 w 917328"/>
              <a:gd name="connsiteY1" fmla="*/ 344940 h 491381"/>
              <a:gd name="connsiteX2" fmla="*/ 917328 w 917328"/>
              <a:gd name="connsiteY2" fmla="*/ 4332 h 491381"/>
              <a:gd name="connsiteX0" fmla="*/ 0 w 917328"/>
              <a:gd name="connsiteY0" fmla="*/ 491379 h 491384"/>
              <a:gd name="connsiteX1" fmla="*/ 338131 w 917328"/>
              <a:gd name="connsiteY1" fmla="*/ 344940 h 491384"/>
              <a:gd name="connsiteX2" fmla="*/ 917328 w 917328"/>
              <a:gd name="connsiteY2" fmla="*/ 4332 h 491384"/>
              <a:gd name="connsiteX0" fmla="*/ 0 w 832398"/>
              <a:gd name="connsiteY0" fmla="*/ 682699 h 682704"/>
              <a:gd name="connsiteX1" fmla="*/ 338131 w 832398"/>
              <a:gd name="connsiteY1" fmla="*/ 536260 h 682704"/>
              <a:gd name="connsiteX2" fmla="*/ 832398 w 832398"/>
              <a:gd name="connsiteY2" fmla="*/ 3035 h 682704"/>
              <a:gd name="connsiteX0" fmla="*/ 0 w 677772"/>
              <a:gd name="connsiteY0" fmla="*/ 476623 h 476628"/>
              <a:gd name="connsiteX1" fmla="*/ 338131 w 677772"/>
              <a:gd name="connsiteY1" fmla="*/ 330184 h 476628"/>
              <a:gd name="connsiteX2" fmla="*/ 677772 w 677772"/>
              <a:gd name="connsiteY2" fmla="*/ 4481 h 476628"/>
              <a:gd name="connsiteX0" fmla="*/ 0 w 677772"/>
              <a:gd name="connsiteY0" fmla="*/ 477684 h 477689"/>
              <a:gd name="connsiteX1" fmla="*/ 338131 w 677772"/>
              <a:gd name="connsiteY1" fmla="*/ 331245 h 477689"/>
              <a:gd name="connsiteX2" fmla="*/ 677772 w 677772"/>
              <a:gd name="connsiteY2" fmla="*/ 5542 h 477689"/>
              <a:gd name="connsiteX0" fmla="*/ 0 w 677772"/>
              <a:gd name="connsiteY0" fmla="*/ 477684 h 477692"/>
              <a:gd name="connsiteX1" fmla="*/ 338131 w 677772"/>
              <a:gd name="connsiteY1" fmla="*/ 331245 h 477692"/>
              <a:gd name="connsiteX2" fmla="*/ 677772 w 677772"/>
              <a:gd name="connsiteY2" fmla="*/ 5542 h 477692"/>
              <a:gd name="connsiteX0" fmla="*/ 0 w 677772"/>
              <a:gd name="connsiteY0" fmla="*/ 478415 h 478423"/>
              <a:gd name="connsiteX1" fmla="*/ 338131 w 677772"/>
              <a:gd name="connsiteY1" fmla="*/ 331976 h 478423"/>
              <a:gd name="connsiteX2" fmla="*/ 677772 w 677772"/>
              <a:gd name="connsiteY2" fmla="*/ 6273 h 478423"/>
            </a:gdLst>
            <a:ahLst/>
            <a:cxnLst>
              <a:cxn ang="0">
                <a:pos x="connsiteX0" y="connsiteY0"/>
              </a:cxn>
              <a:cxn ang="0">
                <a:pos x="connsiteX1" y="connsiteY1"/>
              </a:cxn>
              <a:cxn ang="0">
                <a:pos x="connsiteX2" y="connsiteY2"/>
              </a:cxn>
            </a:cxnLst>
            <a:rect l="l" t="t" r="r" b="b"/>
            <a:pathLst>
              <a:path w="677772" h="478423">
                <a:moveTo>
                  <a:pt x="0" y="478415"/>
                </a:moveTo>
                <a:cubicBezTo>
                  <a:pt x="76200" y="479177"/>
                  <a:pt x="181707" y="429252"/>
                  <a:pt x="338131" y="331976"/>
                </a:cubicBezTo>
                <a:cubicBezTo>
                  <a:pt x="482714" y="229504"/>
                  <a:pt x="619860" y="-44781"/>
                  <a:pt x="677772" y="6273"/>
                </a:cubicBezTo>
              </a:path>
            </a:pathLst>
          </a:custGeom>
          <a:noFill/>
          <a:ln w="571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736120AE-0E98-4582-B150-D20045EF653C}"/>
              </a:ext>
            </a:extLst>
          </p:cNvPr>
          <p:cNvSpPr/>
          <p:nvPr/>
        </p:nvSpPr>
        <p:spPr>
          <a:xfrm rot="1278263">
            <a:off x="4310351" y="850794"/>
            <a:ext cx="1429574" cy="747620"/>
          </a:xfrm>
          <a:custGeom>
            <a:avLst/>
            <a:gdLst>
              <a:gd name="connsiteX0" fmla="*/ 0 w 402336"/>
              <a:gd name="connsiteY0" fmla="*/ 0 h 155448"/>
              <a:gd name="connsiteX1" fmla="*/ 219456 w 402336"/>
              <a:gd name="connsiteY1" fmla="*/ 27432 h 155448"/>
              <a:gd name="connsiteX2" fmla="*/ 402336 w 402336"/>
              <a:gd name="connsiteY2" fmla="*/ 155448 h 155448"/>
              <a:gd name="connsiteX0" fmla="*/ 0 w 917328"/>
              <a:gd name="connsiteY0" fmla="*/ 490173 h 518432"/>
              <a:gd name="connsiteX1" fmla="*/ 219456 w 917328"/>
              <a:gd name="connsiteY1" fmla="*/ 517605 h 518432"/>
              <a:gd name="connsiteX2" fmla="*/ 917328 w 917328"/>
              <a:gd name="connsiteY2" fmla="*/ 3126 h 518432"/>
              <a:gd name="connsiteX0" fmla="*/ 0 w 917328"/>
              <a:gd name="connsiteY0" fmla="*/ 491379 h 491381"/>
              <a:gd name="connsiteX1" fmla="*/ 338131 w 917328"/>
              <a:gd name="connsiteY1" fmla="*/ 344940 h 491381"/>
              <a:gd name="connsiteX2" fmla="*/ 917328 w 917328"/>
              <a:gd name="connsiteY2" fmla="*/ 4332 h 491381"/>
              <a:gd name="connsiteX0" fmla="*/ 0 w 917328"/>
              <a:gd name="connsiteY0" fmla="*/ 491379 h 491384"/>
              <a:gd name="connsiteX1" fmla="*/ 338131 w 917328"/>
              <a:gd name="connsiteY1" fmla="*/ 344940 h 491384"/>
              <a:gd name="connsiteX2" fmla="*/ 917328 w 917328"/>
              <a:gd name="connsiteY2" fmla="*/ 4332 h 491384"/>
              <a:gd name="connsiteX0" fmla="*/ 0 w 832398"/>
              <a:gd name="connsiteY0" fmla="*/ 682699 h 682704"/>
              <a:gd name="connsiteX1" fmla="*/ 338131 w 832398"/>
              <a:gd name="connsiteY1" fmla="*/ 536260 h 682704"/>
              <a:gd name="connsiteX2" fmla="*/ 832398 w 832398"/>
              <a:gd name="connsiteY2" fmla="*/ 3035 h 682704"/>
              <a:gd name="connsiteX0" fmla="*/ 0 w 677772"/>
              <a:gd name="connsiteY0" fmla="*/ 476623 h 476628"/>
              <a:gd name="connsiteX1" fmla="*/ 338131 w 677772"/>
              <a:gd name="connsiteY1" fmla="*/ 330184 h 476628"/>
              <a:gd name="connsiteX2" fmla="*/ 677772 w 677772"/>
              <a:gd name="connsiteY2" fmla="*/ 4481 h 476628"/>
              <a:gd name="connsiteX0" fmla="*/ 0 w 677772"/>
              <a:gd name="connsiteY0" fmla="*/ 477684 h 477689"/>
              <a:gd name="connsiteX1" fmla="*/ 338131 w 677772"/>
              <a:gd name="connsiteY1" fmla="*/ 331245 h 477689"/>
              <a:gd name="connsiteX2" fmla="*/ 677772 w 677772"/>
              <a:gd name="connsiteY2" fmla="*/ 5542 h 477689"/>
              <a:gd name="connsiteX0" fmla="*/ 0 w 677772"/>
              <a:gd name="connsiteY0" fmla="*/ 477684 h 477692"/>
              <a:gd name="connsiteX1" fmla="*/ 338131 w 677772"/>
              <a:gd name="connsiteY1" fmla="*/ 331245 h 477692"/>
              <a:gd name="connsiteX2" fmla="*/ 677772 w 677772"/>
              <a:gd name="connsiteY2" fmla="*/ 5542 h 477692"/>
              <a:gd name="connsiteX0" fmla="*/ 0 w 677772"/>
              <a:gd name="connsiteY0" fmla="*/ 478415 h 478423"/>
              <a:gd name="connsiteX1" fmla="*/ 338131 w 677772"/>
              <a:gd name="connsiteY1" fmla="*/ 331976 h 478423"/>
              <a:gd name="connsiteX2" fmla="*/ 677772 w 677772"/>
              <a:gd name="connsiteY2" fmla="*/ 6273 h 478423"/>
              <a:gd name="connsiteX0" fmla="*/ 0 w 677772"/>
              <a:gd name="connsiteY0" fmla="*/ 480261 h 480264"/>
              <a:gd name="connsiteX1" fmla="*/ 329818 w 677772"/>
              <a:gd name="connsiteY1" fmla="*/ 261899 h 480264"/>
              <a:gd name="connsiteX2" fmla="*/ 677772 w 677772"/>
              <a:gd name="connsiteY2" fmla="*/ 8119 h 480264"/>
              <a:gd name="connsiteX0" fmla="*/ 0 w 677772"/>
              <a:gd name="connsiteY0" fmla="*/ 480261 h 480261"/>
              <a:gd name="connsiteX1" fmla="*/ 329818 w 677772"/>
              <a:gd name="connsiteY1" fmla="*/ 261899 h 480261"/>
              <a:gd name="connsiteX2" fmla="*/ 677772 w 677772"/>
              <a:gd name="connsiteY2" fmla="*/ 8119 h 480261"/>
              <a:gd name="connsiteX0" fmla="*/ 0 w 677772"/>
              <a:gd name="connsiteY0" fmla="*/ 480709 h 480709"/>
              <a:gd name="connsiteX1" fmla="*/ 283416 w 677772"/>
              <a:gd name="connsiteY1" fmla="*/ 249497 h 480709"/>
              <a:gd name="connsiteX2" fmla="*/ 677772 w 677772"/>
              <a:gd name="connsiteY2" fmla="*/ 8567 h 480709"/>
              <a:gd name="connsiteX0" fmla="*/ 0 w 677772"/>
              <a:gd name="connsiteY0" fmla="*/ 472142 h 472142"/>
              <a:gd name="connsiteX1" fmla="*/ 283416 w 677772"/>
              <a:gd name="connsiteY1" fmla="*/ 240930 h 472142"/>
              <a:gd name="connsiteX2" fmla="*/ 677772 w 677772"/>
              <a:gd name="connsiteY2" fmla="*/ 0 h 472142"/>
            </a:gdLst>
            <a:ahLst/>
            <a:cxnLst>
              <a:cxn ang="0">
                <a:pos x="connsiteX0" y="connsiteY0"/>
              </a:cxn>
              <a:cxn ang="0">
                <a:pos x="connsiteX1" y="connsiteY1"/>
              </a:cxn>
              <a:cxn ang="0">
                <a:pos x="connsiteX2" y="connsiteY2"/>
              </a:cxn>
            </a:cxnLst>
            <a:rect l="l" t="t" r="r" b="b"/>
            <a:pathLst>
              <a:path w="677772" h="472142">
                <a:moveTo>
                  <a:pt x="0" y="472142"/>
                </a:moveTo>
                <a:cubicBezTo>
                  <a:pt x="111080" y="388277"/>
                  <a:pt x="126992" y="338206"/>
                  <a:pt x="283416" y="240930"/>
                </a:cubicBezTo>
                <a:cubicBezTo>
                  <a:pt x="427999" y="138458"/>
                  <a:pt x="547804" y="53911"/>
                  <a:pt x="677772" y="0"/>
                </a:cubicBezTo>
              </a:path>
            </a:pathLst>
          </a:custGeom>
          <a:noFill/>
          <a:ln w="571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1738FA8F-46C3-6CFC-9E35-88CB56283325}"/>
              </a:ext>
            </a:extLst>
          </p:cNvPr>
          <p:cNvSpPr/>
          <p:nvPr/>
        </p:nvSpPr>
        <p:spPr>
          <a:xfrm rot="4254787" flipV="1">
            <a:off x="9370723" y="2463842"/>
            <a:ext cx="1023024" cy="504176"/>
          </a:xfrm>
          <a:custGeom>
            <a:avLst/>
            <a:gdLst>
              <a:gd name="connsiteX0" fmla="*/ 0 w 402336"/>
              <a:gd name="connsiteY0" fmla="*/ 0 h 155448"/>
              <a:gd name="connsiteX1" fmla="*/ 219456 w 402336"/>
              <a:gd name="connsiteY1" fmla="*/ 27432 h 155448"/>
              <a:gd name="connsiteX2" fmla="*/ 402336 w 402336"/>
              <a:gd name="connsiteY2" fmla="*/ 155448 h 155448"/>
              <a:gd name="connsiteX0" fmla="*/ 0 w 917328"/>
              <a:gd name="connsiteY0" fmla="*/ 490173 h 518432"/>
              <a:gd name="connsiteX1" fmla="*/ 219456 w 917328"/>
              <a:gd name="connsiteY1" fmla="*/ 517605 h 518432"/>
              <a:gd name="connsiteX2" fmla="*/ 917328 w 917328"/>
              <a:gd name="connsiteY2" fmla="*/ 3126 h 518432"/>
              <a:gd name="connsiteX0" fmla="*/ 0 w 917328"/>
              <a:gd name="connsiteY0" fmla="*/ 491379 h 491381"/>
              <a:gd name="connsiteX1" fmla="*/ 338131 w 917328"/>
              <a:gd name="connsiteY1" fmla="*/ 344940 h 491381"/>
              <a:gd name="connsiteX2" fmla="*/ 917328 w 917328"/>
              <a:gd name="connsiteY2" fmla="*/ 4332 h 491381"/>
              <a:gd name="connsiteX0" fmla="*/ 0 w 917328"/>
              <a:gd name="connsiteY0" fmla="*/ 491379 h 491384"/>
              <a:gd name="connsiteX1" fmla="*/ 338131 w 917328"/>
              <a:gd name="connsiteY1" fmla="*/ 344940 h 491384"/>
              <a:gd name="connsiteX2" fmla="*/ 917328 w 917328"/>
              <a:gd name="connsiteY2" fmla="*/ 4332 h 491384"/>
              <a:gd name="connsiteX0" fmla="*/ 0 w 832398"/>
              <a:gd name="connsiteY0" fmla="*/ 682699 h 682704"/>
              <a:gd name="connsiteX1" fmla="*/ 338131 w 832398"/>
              <a:gd name="connsiteY1" fmla="*/ 536260 h 682704"/>
              <a:gd name="connsiteX2" fmla="*/ 832398 w 832398"/>
              <a:gd name="connsiteY2" fmla="*/ 3035 h 682704"/>
              <a:gd name="connsiteX0" fmla="*/ 0 w 677772"/>
              <a:gd name="connsiteY0" fmla="*/ 476623 h 476628"/>
              <a:gd name="connsiteX1" fmla="*/ 338131 w 677772"/>
              <a:gd name="connsiteY1" fmla="*/ 330184 h 476628"/>
              <a:gd name="connsiteX2" fmla="*/ 677772 w 677772"/>
              <a:gd name="connsiteY2" fmla="*/ 4481 h 476628"/>
              <a:gd name="connsiteX0" fmla="*/ 0 w 677772"/>
              <a:gd name="connsiteY0" fmla="*/ 477684 h 477689"/>
              <a:gd name="connsiteX1" fmla="*/ 338131 w 677772"/>
              <a:gd name="connsiteY1" fmla="*/ 331245 h 477689"/>
              <a:gd name="connsiteX2" fmla="*/ 677772 w 677772"/>
              <a:gd name="connsiteY2" fmla="*/ 5542 h 477689"/>
              <a:gd name="connsiteX0" fmla="*/ 0 w 677772"/>
              <a:gd name="connsiteY0" fmla="*/ 477684 h 477692"/>
              <a:gd name="connsiteX1" fmla="*/ 338131 w 677772"/>
              <a:gd name="connsiteY1" fmla="*/ 331245 h 477692"/>
              <a:gd name="connsiteX2" fmla="*/ 677772 w 677772"/>
              <a:gd name="connsiteY2" fmla="*/ 5542 h 477692"/>
              <a:gd name="connsiteX0" fmla="*/ 0 w 677772"/>
              <a:gd name="connsiteY0" fmla="*/ 478415 h 478423"/>
              <a:gd name="connsiteX1" fmla="*/ 338131 w 677772"/>
              <a:gd name="connsiteY1" fmla="*/ 331976 h 478423"/>
              <a:gd name="connsiteX2" fmla="*/ 677772 w 677772"/>
              <a:gd name="connsiteY2" fmla="*/ 6273 h 478423"/>
              <a:gd name="connsiteX0" fmla="*/ 0 w 677772"/>
              <a:gd name="connsiteY0" fmla="*/ 472142 h 472150"/>
              <a:gd name="connsiteX1" fmla="*/ 338131 w 677772"/>
              <a:gd name="connsiteY1" fmla="*/ 325703 h 472150"/>
              <a:gd name="connsiteX2" fmla="*/ 677772 w 677772"/>
              <a:gd name="connsiteY2" fmla="*/ 0 h 472150"/>
              <a:gd name="connsiteX0" fmla="*/ 0 w 992572"/>
              <a:gd name="connsiteY0" fmla="*/ 403855 h 405710"/>
              <a:gd name="connsiteX1" fmla="*/ 652931 w 992572"/>
              <a:gd name="connsiteY1" fmla="*/ 325703 h 405710"/>
              <a:gd name="connsiteX2" fmla="*/ 992572 w 992572"/>
              <a:gd name="connsiteY2" fmla="*/ 0 h 405710"/>
              <a:gd name="connsiteX0" fmla="*/ 0 w 992572"/>
              <a:gd name="connsiteY0" fmla="*/ 403855 h 444035"/>
              <a:gd name="connsiteX1" fmla="*/ 652931 w 992572"/>
              <a:gd name="connsiteY1" fmla="*/ 325703 h 444035"/>
              <a:gd name="connsiteX2" fmla="*/ 992572 w 992572"/>
              <a:gd name="connsiteY2" fmla="*/ 0 h 444035"/>
              <a:gd name="connsiteX0" fmla="*/ 0 w 992572"/>
              <a:gd name="connsiteY0" fmla="*/ 403855 h 444035"/>
              <a:gd name="connsiteX1" fmla="*/ 652931 w 992572"/>
              <a:gd name="connsiteY1" fmla="*/ 325703 h 444035"/>
              <a:gd name="connsiteX2" fmla="*/ 992572 w 992572"/>
              <a:gd name="connsiteY2" fmla="*/ 0 h 444035"/>
              <a:gd name="connsiteX0" fmla="*/ 0 w 992572"/>
              <a:gd name="connsiteY0" fmla="*/ 403855 h 476266"/>
              <a:gd name="connsiteX1" fmla="*/ 629751 w 992572"/>
              <a:gd name="connsiteY1" fmla="*/ 409780 h 476266"/>
              <a:gd name="connsiteX2" fmla="*/ 992572 w 992572"/>
              <a:gd name="connsiteY2" fmla="*/ 0 h 476266"/>
              <a:gd name="connsiteX0" fmla="*/ 0 w 992572"/>
              <a:gd name="connsiteY0" fmla="*/ 403855 h 460770"/>
              <a:gd name="connsiteX1" fmla="*/ 629751 w 992572"/>
              <a:gd name="connsiteY1" fmla="*/ 409780 h 460770"/>
              <a:gd name="connsiteX2" fmla="*/ 992572 w 992572"/>
              <a:gd name="connsiteY2" fmla="*/ 0 h 460770"/>
              <a:gd name="connsiteX0" fmla="*/ 0 w 843695"/>
              <a:gd name="connsiteY0" fmla="*/ 238124 h 295039"/>
              <a:gd name="connsiteX1" fmla="*/ 629751 w 843695"/>
              <a:gd name="connsiteY1" fmla="*/ 244049 h 295039"/>
              <a:gd name="connsiteX2" fmla="*/ 843695 w 843695"/>
              <a:gd name="connsiteY2" fmla="*/ 0 h 295039"/>
              <a:gd name="connsiteX0" fmla="*/ 0 w 843695"/>
              <a:gd name="connsiteY0" fmla="*/ 238124 h 295039"/>
              <a:gd name="connsiteX1" fmla="*/ 629751 w 843695"/>
              <a:gd name="connsiteY1" fmla="*/ 244049 h 295039"/>
              <a:gd name="connsiteX2" fmla="*/ 843695 w 843695"/>
              <a:gd name="connsiteY2" fmla="*/ 0 h 295039"/>
              <a:gd name="connsiteX0" fmla="*/ 0 w 843695"/>
              <a:gd name="connsiteY0" fmla="*/ 238124 h 302050"/>
              <a:gd name="connsiteX1" fmla="*/ 556992 w 843695"/>
              <a:gd name="connsiteY1" fmla="*/ 258448 h 302050"/>
              <a:gd name="connsiteX2" fmla="*/ 843695 w 843695"/>
              <a:gd name="connsiteY2" fmla="*/ 0 h 302050"/>
              <a:gd name="connsiteX0" fmla="*/ 0 w 843695"/>
              <a:gd name="connsiteY0" fmla="*/ 238124 h 302050"/>
              <a:gd name="connsiteX1" fmla="*/ 556992 w 843695"/>
              <a:gd name="connsiteY1" fmla="*/ 258448 h 302050"/>
              <a:gd name="connsiteX2" fmla="*/ 843695 w 843695"/>
              <a:gd name="connsiteY2" fmla="*/ 0 h 302050"/>
            </a:gdLst>
            <a:ahLst/>
            <a:cxnLst>
              <a:cxn ang="0">
                <a:pos x="connsiteX0" y="connsiteY0"/>
              </a:cxn>
              <a:cxn ang="0">
                <a:pos x="connsiteX1" y="connsiteY1"/>
              </a:cxn>
              <a:cxn ang="0">
                <a:pos x="connsiteX2" y="connsiteY2"/>
              </a:cxn>
            </a:cxnLst>
            <a:rect l="l" t="t" r="r" b="b"/>
            <a:pathLst>
              <a:path w="843695" h="302050">
                <a:moveTo>
                  <a:pt x="0" y="238124"/>
                </a:moveTo>
                <a:cubicBezTo>
                  <a:pt x="241517" y="325402"/>
                  <a:pt x="322539" y="314389"/>
                  <a:pt x="556992" y="258448"/>
                </a:cubicBezTo>
                <a:cubicBezTo>
                  <a:pt x="711487" y="182403"/>
                  <a:pt x="659419" y="245424"/>
                  <a:pt x="843695" y="0"/>
                </a:cubicBezTo>
              </a:path>
            </a:pathLst>
          </a:custGeom>
          <a:noFill/>
          <a:ln w="571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7D5898A4-9D2B-7B58-C0CE-A3F414F66709}"/>
              </a:ext>
            </a:extLst>
          </p:cNvPr>
          <p:cNvSpPr/>
          <p:nvPr/>
        </p:nvSpPr>
        <p:spPr>
          <a:xfrm rot="13866706" flipV="1">
            <a:off x="8535477" y="2660803"/>
            <a:ext cx="1023024" cy="504176"/>
          </a:xfrm>
          <a:custGeom>
            <a:avLst/>
            <a:gdLst>
              <a:gd name="connsiteX0" fmla="*/ 0 w 402336"/>
              <a:gd name="connsiteY0" fmla="*/ 0 h 155448"/>
              <a:gd name="connsiteX1" fmla="*/ 219456 w 402336"/>
              <a:gd name="connsiteY1" fmla="*/ 27432 h 155448"/>
              <a:gd name="connsiteX2" fmla="*/ 402336 w 402336"/>
              <a:gd name="connsiteY2" fmla="*/ 155448 h 155448"/>
              <a:gd name="connsiteX0" fmla="*/ 0 w 917328"/>
              <a:gd name="connsiteY0" fmla="*/ 490173 h 518432"/>
              <a:gd name="connsiteX1" fmla="*/ 219456 w 917328"/>
              <a:gd name="connsiteY1" fmla="*/ 517605 h 518432"/>
              <a:gd name="connsiteX2" fmla="*/ 917328 w 917328"/>
              <a:gd name="connsiteY2" fmla="*/ 3126 h 518432"/>
              <a:gd name="connsiteX0" fmla="*/ 0 w 917328"/>
              <a:gd name="connsiteY0" fmla="*/ 491379 h 491381"/>
              <a:gd name="connsiteX1" fmla="*/ 338131 w 917328"/>
              <a:gd name="connsiteY1" fmla="*/ 344940 h 491381"/>
              <a:gd name="connsiteX2" fmla="*/ 917328 w 917328"/>
              <a:gd name="connsiteY2" fmla="*/ 4332 h 491381"/>
              <a:gd name="connsiteX0" fmla="*/ 0 w 917328"/>
              <a:gd name="connsiteY0" fmla="*/ 491379 h 491384"/>
              <a:gd name="connsiteX1" fmla="*/ 338131 w 917328"/>
              <a:gd name="connsiteY1" fmla="*/ 344940 h 491384"/>
              <a:gd name="connsiteX2" fmla="*/ 917328 w 917328"/>
              <a:gd name="connsiteY2" fmla="*/ 4332 h 491384"/>
              <a:gd name="connsiteX0" fmla="*/ 0 w 832398"/>
              <a:gd name="connsiteY0" fmla="*/ 682699 h 682704"/>
              <a:gd name="connsiteX1" fmla="*/ 338131 w 832398"/>
              <a:gd name="connsiteY1" fmla="*/ 536260 h 682704"/>
              <a:gd name="connsiteX2" fmla="*/ 832398 w 832398"/>
              <a:gd name="connsiteY2" fmla="*/ 3035 h 682704"/>
              <a:gd name="connsiteX0" fmla="*/ 0 w 677772"/>
              <a:gd name="connsiteY0" fmla="*/ 476623 h 476628"/>
              <a:gd name="connsiteX1" fmla="*/ 338131 w 677772"/>
              <a:gd name="connsiteY1" fmla="*/ 330184 h 476628"/>
              <a:gd name="connsiteX2" fmla="*/ 677772 w 677772"/>
              <a:gd name="connsiteY2" fmla="*/ 4481 h 476628"/>
              <a:gd name="connsiteX0" fmla="*/ 0 w 677772"/>
              <a:gd name="connsiteY0" fmla="*/ 477684 h 477689"/>
              <a:gd name="connsiteX1" fmla="*/ 338131 w 677772"/>
              <a:gd name="connsiteY1" fmla="*/ 331245 h 477689"/>
              <a:gd name="connsiteX2" fmla="*/ 677772 w 677772"/>
              <a:gd name="connsiteY2" fmla="*/ 5542 h 477689"/>
              <a:gd name="connsiteX0" fmla="*/ 0 w 677772"/>
              <a:gd name="connsiteY0" fmla="*/ 477684 h 477692"/>
              <a:gd name="connsiteX1" fmla="*/ 338131 w 677772"/>
              <a:gd name="connsiteY1" fmla="*/ 331245 h 477692"/>
              <a:gd name="connsiteX2" fmla="*/ 677772 w 677772"/>
              <a:gd name="connsiteY2" fmla="*/ 5542 h 477692"/>
              <a:gd name="connsiteX0" fmla="*/ 0 w 677772"/>
              <a:gd name="connsiteY0" fmla="*/ 478415 h 478423"/>
              <a:gd name="connsiteX1" fmla="*/ 338131 w 677772"/>
              <a:gd name="connsiteY1" fmla="*/ 331976 h 478423"/>
              <a:gd name="connsiteX2" fmla="*/ 677772 w 677772"/>
              <a:gd name="connsiteY2" fmla="*/ 6273 h 478423"/>
              <a:gd name="connsiteX0" fmla="*/ 0 w 677772"/>
              <a:gd name="connsiteY0" fmla="*/ 472142 h 472150"/>
              <a:gd name="connsiteX1" fmla="*/ 338131 w 677772"/>
              <a:gd name="connsiteY1" fmla="*/ 325703 h 472150"/>
              <a:gd name="connsiteX2" fmla="*/ 677772 w 677772"/>
              <a:gd name="connsiteY2" fmla="*/ 0 h 472150"/>
              <a:gd name="connsiteX0" fmla="*/ 0 w 992572"/>
              <a:gd name="connsiteY0" fmla="*/ 403855 h 405710"/>
              <a:gd name="connsiteX1" fmla="*/ 652931 w 992572"/>
              <a:gd name="connsiteY1" fmla="*/ 325703 h 405710"/>
              <a:gd name="connsiteX2" fmla="*/ 992572 w 992572"/>
              <a:gd name="connsiteY2" fmla="*/ 0 h 405710"/>
              <a:gd name="connsiteX0" fmla="*/ 0 w 992572"/>
              <a:gd name="connsiteY0" fmla="*/ 403855 h 444035"/>
              <a:gd name="connsiteX1" fmla="*/ 652931 w 992572"/>
              <a:gd name="connsiteY1" fmla="*/ 325703 h 444035"/>
              <a:gd name="connsiteX2" fmla="*/ 992572 w 992572"/>
              <a:gd name="connsiteY2" fmla="*/ 0 h 444035"/>
              <a:gd name="connsiteX0" fmla="*/ 0 w 992572"/>
              <a:gd name="connsiteY0" fmla="*/ 403855 h 444035"/>
              <a:gd name="connsiteX1" fmla="*/ 652931 w 992572"/>
              <a:gd name="connsiteY1" fmla="*/ 325703 h 444035"/>
              <a:gd name="connsiteX2" fmla="*/ 992572 w 992572"/>
              <a:gd name="connsiteY2" fmla="*/ 0 h 444035"/>
              <a:gd name="connsiteX0" fmla="*/ 0 w 992572"/>
              <a:gd name="connsiteY0" fmla="*/ 403855 h 476266"/>
              <a:gd name="connsiteX1" fmla="*/ 629751 w 992572"/>
              <a:gd name="connsiteY1" fmla="*/ 409780 h 476266"/>
              <a:gd name="connsiteX2" fmla="*/ 992572 w 992572"/>
              <a:gd name="connsiteY2" fmla="*/ 0 h 476266"/>
              <a:gd name="connsiteX0" fmla="*/ 0 w 992572"/>
              <a:gd name="connsiteY0" fmla="*/ 403855 h 460770"/>
              <a:gd name="connsiteX1" fmla="*/ 629751 w 992572"/>
              <a:gd name="connsiteY1" fmla="*/ 409780 h 460770"/>
              <a:gd name="connsiteX2" fmla="*/ 992572 w 992572"/>
              <a:gd name="connsiteY2" fmla="*/ 0 h 460770"/>
              <a:gd name="connsiteX0" fmla="*/ 0 w 843695"/>
              <a:gd name="connsiteY0" fmla="*/ 238124 h 295039"/>
              <a:gd name="connsiteX1" fmla="*/ 629751 w 843695"/>
              <a:gd name="connsiteY1" fmla="*/ 244049 h 295039"/>
              <a:gd name="connsiteX2" fmla="*/ 843695 w 843695"/>
              <a:gd name="connsiteY2" fmla="*/ 0 h 295039"/>
              <a:gd name="connsiteX0" fmla="*/ 0 w 843695"/>
              <a:gd name="connsiteY0" fmla="*/ 238124 h 295039"/>
              <a:gd name="connsiteX1" fmla="*/ 629751 w 843695"/>
              <a:gd name="connsiteY1" fmla="*/ 244049 h 295039"/>
              <a:gd name="connsiteX2" fmla="*/ 843695 w 843695"/>
              <a:gd name="connsiteY2" fmla="*/ 0 h 295039"/>
              <a:gd name="connsiteX0" fmla="*/ 0 w 843695"/>
              <a:gd name="connsiteY0" fmla="*/ 238124 h 302050"/>
              <a:gd name="connsiteX1" fmla="*/ 556992 w 843695"/>
              <a:gd name="connsiteY1" fmla="*/ 258448 h 302050"/>
              <a:gd name="connsiteX2" fmla="*/ 843695 w 843695"/>
              <a:gd name="connsiteY2" fmla="*/ 0 h 302050"/>
              <a:gd name="connsiteX0" fmla="*/ 0 w 843695"/>
              <a:gd name="connsiteY0" fmla="*/ 238124 h 302050"/>
              <a:gd name="connsiteX1" fmla="*/ 556992 w 843695"/>
              <a:gd name="connsiteY1" fmla="*/ 258448 h 302050"/>
              <a:gd name="connsiteX2" fmla="*/ 843695 w 843695"/>
              <a:gd name="connsiteY2" fmla="*/ 0 h 302050"/>
            </a:gdLst>
            <a:ahLst/>
            <a:cxnLst>
              <a:cxn ang="0">
                <a:pos x="connsiteX0" y="connsiteY0"/>
              </a:cxn>
              <a:cxn ang="0">
                <a:pos x="connsiteX1" y="connsiteY1"/>
              </a:cxn>
              <a:cxn ang="0">
                <a:pos x="connsiteX2" y="connsiteY2"/>
              </a:cxn>
            </a:cxnLst>
            <a:rect l="l" t="t" r="r" b="b"/>
            <a:pathLst>
              <a:path w="843695" h="302050">
                <a:moveTo>
                  <a:pt x="0" y="238124"/>
                </a:moveTo>
                <a:cubicBezTo>
                  <a:pt x="241517" y="325402"/>
                  <a:pt x="322539" y="314389"/>
                  <a:pt x="556992" y="258448"/>
                </a:cubicBezTo>
                <a:cubicBezTo>
                  <a:pt x="711487" y="182403"/>
                  <a:pt x="659419" y="245424"/>
                  <a:pt x="843695" y="0"/>
                </a:cubicBezTo>
              </a:path>
            </a:pathLst>
          </a:custGeom>
          <a:noFill/>
          <a:ln w="571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922AFAE5-6015-366A-3EED-A24370B0F824}"/>
              </a:ext>
            </a:extLst>
          </p:cNvPr>
          <p:cNvSpPr/>
          <p:nvPr/>
        </p:nvSpPr>
        <p:spPr>
          <a:xfrm rot="1278263">
            <a:off x="9620119" y="4643348"/>
            <a:ext cx="402336" cy="155448"/>
          </a:xfrm>
          <a:custGeom>
            <a:avLst/>
            <a:gdLst>
              <a:gd name="connsiteX0" fmla="*/ 0 w 402336"/>
              <a:gd name="connsiteY0" fmla="*/ 0 h 155448"/>
              <a:gd name="connsiteX1" fmla="*/ 219456 w 402336"/>
              <a:gd name="connsiteY1" fmla="*/ 27432 h 155448"/>
              <a:gd name="connsiteX2" fmla="*/ 402336 w 402336"/>
              <a:gd name="connsiteY2" fmla="*/ 155448 h 155448"/>
            </a:gdLst>
            <a:ahLst/>
            <a:cxnLst>
              <a:cxn ang="0">
                <a:pos x="connsiteX0" y="connsiteY0"/>
              </a:cxn>
              <a:cxn ang="0">
                <a:pos x="connsiteX1" y="connsiteY1"/>
              </a:cxn>
              <a:cxn ang="0">
                <a:pos x="connsiteX2" y="connsiteY2"/>
              </a:cxn>
            </a:cxnLst>
            <a:rect l="l" t="t" r="r" b="b"/>
            <a:pathLst>
              <a:path w="402336" h="155448">
                <a:moveTo>
                  <a:pt x="0" y="0"/>
                </a:moveTo>
                <a:cubicBezTo>
                  <a:pt x="76200" y="762"/>
                  <a:pt x="152400" y="1524"/>
                  <a:pt x="219456" y="27432"/>
                </a:cubicBezTo>
                <a:cubicBezTo>
                  <a:pt x="286512" y="53340"/>
                  <a:pt x="344424" y="104394"/>
                  <a:pt x="402336" y="155448"/>
                </a:cubicBezTo>
              </a:path>
            </a:pathLst>
          </a:custGeom>
          <a:noFill/>
          <a:ln w="571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7EB8B289-F755-8456-4C2C-3E5AE7EC8392}"/>
              </a:ext>
            </a:extLst>
          </p:cNvPr>
          <p:cNvSpPr/>
          <p:nvPr/>
        </p:nvSpPr>
        <p:spPr>
          <a:xfrm rot="10377809">
            <a:off x="9541591" y="5015530"/>
            <a:ext cx="402336" cy="155448"/>
          </a:xfrm>
          <a:custGeom>
            <a:avLst/>
            <a:gdLst>
              <a:gd name="connsiteX0" fmla="*/ 0 w 402336"/>
              <a:gd name="connsiteY0" fmla="*/ 0 h 155448"/>
              <a:gd name="connsiteX1" fmla="*/ 219456 w 402336"/>
              <a:gd name="connsiteY1" fmla="*/ 27432 h 155448"/>
              <a:gd name="connsiteX2" fmla="*/ 402336 w 402336"/>
              <a:gd name="connsiteY2" fmla="*/ 155448 h 155448"/>
            </a:gdLst>
            <a:ahLst/>
            <a:cxnLst>
              <a:cxn ang="0">
                <a:pos x="connsiteX0" y="connsiteY0"/>
              </a:cxn>
              <a:cxn ang="0">
                <a:pos x="connsiteX1" y="connsiteY1"/>
              </a:cxn>
              <a:cxn ang="0">
                <a:pos x="connsiteX2" y="connsiteY2"/>
              </a:cxn>
            </a:cxnLst>
            <a:rect l="l" t="t" r="r" b="b"/>
            <a:pathLst>
              <a:path w="402336" h="155448">
                <a:moveTo>
                  <a:pt x="0" y="0"/>
                </a:moveTo>
                <a:cubicBezTo>
                  <a:pt x="76200" y="762"/>
                  <a:pt x="152400" y="1524"/>
                  <a:pt x="219456" y="27432"/>
                </a:cubicBezTo>
                <a:cubicBezTo>
                  <a:pt x="286512" y="53340"/>
                  <a:pt x="344424" y="104394"/>
                  <a:pt x="402336" y="155448"/>
                </a:cubicBezTo>
              </a:path>
            </a:pathLst>
          </a:custGeom>
          <a:noFill/>
          <a:ln w="571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23D11155-858A-37F2-539A-E1B90D627EB1}"/>
              </a:ext>
            </a:extLst>
          </p:cNvPr>
          <p:cNvSpPr/>
          <p:nvPr/>
        </p:nvSpPr>
        <p:spPr>
          <a:xfrm rot="1278263">
            <a:off x="9643959" y="1074274"/>
            <a:ext cx="927288" cy="710162"/>
          </a:xfrm>
          <a:custGeom>
            <a:avLst/>
            <a:gdLst>
              <a:gd name="connsiteX0" fmla="*/ 0 w 402336"/>
              <a:gd name="connsiteY0" fmla="*/ 0 h 155448"/>
              <a:gd name="connsiteX1" fmla="*/ 219456 w 402336"/>
              <a:gd name="connsiteY1" fmla="*/ 27432 h 155448"/>
              <a:gd name="connsiteX2" fmla="*/ 402336 w 402336"/>
              <a:gd name="connsiteY2" fmla="*/ 155448 h 155448"/>
              <a:gd name="connsiteX0" fmla="*/ 0 w 917328"/>
              <a:gd name="connsiteY0" fmla="*/ 490173 h 518432"/>
              <a:gd name="connsiteX1" fmla="*/ 219456 w 917328"/>
              <a:gd name="connsiteY1" fmla="*/ 517605 h 518432"/>
              <a:gd name="connsiteX2" fmla="*/ 917328 w 917328"/>
              <a:gd name="connsiteY2" fmla="*/ 3126 h 518432"/>
              <a:gd name="connsiteX0" fmla="*/ 0 w 917328"/>
              <a:gd name="connsiteY0" fmla="*/ 491379 h 491381"/>
              <a:gd name="connsiteX1" fmla="*/ 338131 w 917328"/>
              <a:gd name="connsiteY1" fmla="*/ 344940 h 491381"/>
              <a:gd name="connsiteX2" fmla="*/ 917328 w 917328"/>
              <a:gd name="connsiteY2" fmla="*/ 4332 h 491381"/>
              <a:gd name="connsiteX0" fmla="*/ 0 w 917328"/>
              <a:gd name="connsiteY0" fmla="*/ 491379 h 491384"/>
              <a:gd name="connsiteX1" fmla="*/ 338131 w 917328"/>
              <a:gd name="connsiteY1" fmla="*/ 344940 h 491384"/>
              <a:gd name="connsiteX2" fmla="*/ 917328 w 917328"/>
              <a:gd name="connsiteY2" fmla="*/ 4332 h 491384"/>
              <a:gd name="connsiteX0" fmla="*/ 0 w 832398"/>
              <a:gd name="connsiteY0" fmla="*/ 682699 h 682704"/>
              <a:gd name="connsiteX1" fmla="*/ 338131 w 832398"/>
              <a:gd name="connsiteY1" fmla="*/ 536260 h 682704"/>
              <a:gd name="connsiteX2" fmla="*/ 832398 w 832398"/>
              <a:gd name="connsiteY2" fmla="*/ 3035 h 682704"/>
              <a:gd name="connsiteX0" fmla="*/ 0 w 677772"/>
              <a:gd name="connsiteY0" fmla="*/ 476623 h 476628"/>
              <a:gd name="connsiteX1" fmla="*/ 338131 w 677772"/>
              <a:gd name="connsiteY1" fmla="*/ 330184 h 476628"/>
              <a:gd name="connsiteX2" fmla="*/ 677772 w 677772"/>
              <a:gd name="connsiteY2" fmla="*/ 4481 h 476628"/>
              <a:gd name="connsiteX0" fmla="*/ 0 w 677772"/>
              <a:gd name="connsiteY0" fmla="*/ 477684 h 477689"/>
              <a:gd name="connsiteX1" fmla="*/ 338131 w 677772"/>
              <a:gd name="connsiteY1" fmla="*/ 331245 h 477689"/>
              <a:gd name="connsiteX2" fmla="*/ 677772 w 677772"/>
              <a:gd name="connsiteY2" fmla="*/ 5542 h 477689"/>
              <a:gd name="connsiteX0" fmla="*/ 0 w 677772"/>
              <a:gd name="connsiteY0" fmla="*/ 477684 h 477692"/>
              <a:gd name="connsiteX1" fmla="*/ 338131 w 677772"/>
              <a:gd name="connsiteY1" fmla="*/ 331245 h 477692"/>
              <a:gd name="connsiteX2" fmla="*/ 677772 w 677772"/>
              <a:gd name="connsiteY2" fmla="*/ 5542 h 477692"/>
              <a:gd name="connsiteX0" fmla="*/ 0 w 677772"/>
              <a:gd name="connsiteY0" fmla="*/ 478415 h 478423"/>
              <a:gd name="connsiteX1" fmla="*/ 338131 w 677772"/>
              <a:gd name="connsiteY1" fmla="*/ 331976 h 478423"/>
              <a:gd name="connsiteX2" fmla="*/ 677772 w 677772"/>
              <a:gd name="connsiteY2" fmla="*/ 6273 h 478423"/>
            </a:gdLst>
            <a:ahLst/>
            <a:cxnLst>
              <a:cxn ang="0">
                <a:pos x="connsiteX0" y="connsiteY0"/>
              </a:cxn>
              <a:cxn ang="0">
                <a:pos x="connsiteX1" y="connsiteY1"/>
              </a:cxn>
              <a:cxn ang="0">
                <a:pos x="connsiteX2" y="connsiteY2"/>
              </a:cxn>
            </a:cxnLst>
            <a:rect l="l" t="t" r="r" b="b"/>
            <a:pathLst>
              <a:path w="677772" h="478423">
                <a:moveTo>
                  <a:pt x="0" y="478415"/>
                </a:moveTo>
                <a:cubicBezTo>
                  <a:pt x="76200" y="479177"/>
                  <a:pt x="181707" y="429252"/>
                  <a:pt x="338131" y="331976"/>
                </a:cubicBezTo>
                <a:cubicBezTo>
                  <a:pt x="482714" y="229504"/>
                  <a:pt x="619860" y="-44781"/>
                  <a:pt x="677772" y="6273"/>
                </a:cubicBezTo>
              </a:path>
            </a:pathLst>
          </a:custGeom>
          <a:noFill/>
          <a:ln w="571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77E9042A-789F-0B6A-217D-06DADC03566D}"/>
              </a:ext>
            </a:extLst>
          </p:cNvPr>
          <p:cNvSpPr/>
          <p:nvPr/>
        </p:nvSpPr>
        <p:spPr>
          <a:xfrm rot="1278263">
            <a:off x="4100744" y="4691832"/>
            <a:ext cx="402336" cy="155448"/>
          </a:xfrm>
          <a:custGeom>
            <a:avLst/>
            <a:gdLst>
              <a:gd name="connsiteX0" fmla="*/ 0 w 402336"/>
              <a:gd name="connsiteY0" fmla="*/ 0 h 155448"/>
              <a:gd name="connsiteX1" fmla="*/ 219456 w 402336"/>
              <a:gd name="connsiteY1" fmla="*/ 27432 h 155448"/>
              <a:gd name="connsiteX2" fmla="*/ 402336 w 402336"/>
              <a:gd name="connsiteY2" fmla="*/ 155448 h 155448"/>
            </a:gdLst>
            <a:ahLst/>
            <a:cxnLst>
              <a:cxn ang="0">
                <a:pos x="connsiteX0" y="connsiteY0"/>
              </a:cxn>
              <a:cxn ang="0">
                <a:pos x="connsiteX1" y="connsiteY1"/>
              </a:cxn>
              <a:cxn ang="0">
                <a:pos x="connsiteX2" y="connsiteY2"/>
              </a:cxn>
            </a:cxnLst>
            <a:rect l="l" t="t" r="r" b="b"/>
            <a:pathLst>
              <a:path w="402336" h="155448">
                <a:moveTo>
                  <a:pt x="0" y="0"/>
                </a:moveTo>
                <a:cubicBezTo>
                  <a:pt x="76200" y="762"/>
                  <a:pt x="152400" y="1524"/>
                  <a:pt x="219456" y="27432"/>
                </a:cubicBezTo>
                <a:cubicBezTo>
                  <a:pt x="286512" y="53340"/>
                  <a:pt x="344424" y="104394"/>
                  <a:pt x="402336" y="155448"/>
                </a:cubicBezTo>
              </a:path>
            </a:pathLst>
          </a:custGeom>
          <a:noFill/>
          <a:ln w="571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5EEB142F-B0CB-EE71-C9F8-3CC23832873F}"/>
              </a:ext>
            </a:extLst>
          </p:cNvPr>
          <p:cNvSpPr/>
          <p:nvPr/>
        </p:nvSpPr>
        <p:spPr>
          <a:xfrm rot="10377809">
            <a:off x="4022216" y="5064014"/>
            <a:ext cx="402336" cy="155448"/>
          </a:xfrm>
          <a:custGeom>
            <a:avLst/>
            <a:gdLst>
              <a:gd name="connsiteX0" fmla="*/ 0 w 402336"/>
              <a:gd name="connsiteY0" fmla="*/ 0 h 155448"/>
              <a:gd name="connsiteX1" fmla="*/ 219456 w 402336"/>
              <a:gd name="connsiteY1" fmla="*/ 27432 h 155448"/>
              <a:gd name="connsiteX2" fmla="*/ 402336 w 402336"/>
              <a:gd name="connsiteY2" fmla="*/ 155448 h 155448"/>
            </a:gdLst>
            <a:ahLst/>
            <a:cxnLst>
              <a:cxn ang="0">
                <a:pos x="connsiteX0" y="connsiteY0"/>
              </a:cxn>
              <a:cxn ang="0">
                <a:pos x="connsiteX1" y="connsiteY1"/>
              </a:cxn>
              <a:cxn ang="0">
                <a:pos x="connsiteX2" y="connsiteY2"/>
              </a:cxn>
            </a:cxnLst>
            <a:rect l="l" t="t" r="r" b="b"/>
            <a:pathLst>
              <a:path w="402336" h="155448">
                <a:moveTo>
                  <a:pt x="0" y="0"/>
                </a:moveTo>
                <a:cubicBezTo>
                  <a:pt x="76200" y="762"/>
                  <a:pt x="152400" y="1524"/>
                  <a:pt x="219456" y="27432"/>
                </a:cubicBezTo>
                <a:cubicBezTo>
                  <a:pt x="286512" y="53340"/>
                  <a:pt x="344424" y="104394"/>
                  <a:pt x="402336" y="155448"/>
                </a:cubicBezTo>
              </a:path>
            </a:pathLst>
          </a:custGeom>
          <a:noFill/>
          <a:ln w="571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Shape 33">
            <a:extLst>
              <a:ext uri="{FF2B5EF4-FFF2-40B4-BE49-F238E27FC236}">
                <a16:creationId xmlns:a16="http://schemas.microsoft.com/office/drawing/2014/main" id="{55F9B635-E825-DAD9-61B8-8B4D7F40932E}"/>
              </a:ext>
            </a:extLst>
          </p:cNvPr>
          <p:cNvSpPr/>
          <p:nvPr/>
        </p:nvSpPr>
        <p:spPr>
          <a:xfrm rot="16413152" flipV="1">
            <a:off x="6154483" y="2512838"/>
            <a:ext cx="470773" cy="783075"/>
          </a:xfrm>
          <a:custGeom>
            <a:avLst/>
            <a:gdLst>
              <a:gd name="connsiteX0" fmla="*/ 0 w 402336"/>
              <a:gd name="connsiteY0" fmla="*/ 0 h 155448"/>
              <a:gd name="connsiteX1" fmla="*/ 219456 w 402336"/>
              <a:gd name="connsiteY1" fmla="*/ 27432 h 155448"/>
              <a:gd name="connsiteX2" fmla="*/ 402336 w 402336"/>
              <a:gd name="connsiteY2" fmla="*/ 155448 h 155448"/>
              <a:gd name="connsiteX0" fmla="*/ 0 w 917328"/>
              <a:gd name="connsiteY0" fmla="*/ 490173 h 518432"/>
              <a:gd name="connsiteX1" fmla="*/ 219456 w 917328"/>
              <a:gd name="connsiteY1" fmla="*/ 517605 h 518432"/>
              <a:gd name="connsiteX2" fmla="*/ 917328 w 917328"/>
              <a:gd name="connsiteY2" fmla="*/ 3126 h 518432"/>
              <a:gd name="connsiteX0" fmla="*/ 0 w 917328"/>
              <a:gd name="connsiteY0" fmla="*/ 491379 h 491381"/>
              <a:gd name="connsiteX1" fmla="*/ 338131 w 917328"/>
              <a:gd name="connsiteY1" fmla="*/ 344940 h 491381"/>
              <a:gd name="connsiteX2" fmla="*/ 917328 w 917328"/>
              <a:gd name="connsiteY2" fmla="*/ 4332 h 491381"/>
              <a:gd name="connsiteX0" fmla="*/ 0 w 917328"/>
              <a:gd name="connsiteY0" fmla="*/ 491379 h 491384"/>
              <a:gd name="connsiteX1" fmla="*/ 338131 w 917328"/>
              <a:gd name="connsiteY1" fmla="*/ 344940 h 491384"/>
              <a:gd name="connsiteX2" fmla="*/ 917328 w 917328"/>
              <a:gd name="connsiteY2" fmla="*/ 4332 h 491384"/>
              <a:gd name="connsiteX0" fmla="*/ 0 w 832398"/>
              <a:gd name="connsiteY0" fmla="*/ 682699 h 682704"/>
              <a:gd name="connsiteX1" fmla="*/ 338131 w 832398"/>
              <a:gd name="connsiteY1" fmla="*/ 536260 h 682704"/>
              <a:gd name="connsiteX2" fmla="*/ 832398 w 832398"/>
              <a:gd name="connsiteY2" fmla="*/ 3035 h 682704"/>
              <a:gd name="connsiteX0" fmla="*/ 0 w 677772"/>
              <a:gd name="connsiteY0" fmla="*/ 476623 h 476628"/>
              <a:gd name="connsiteX1" fmla="*/ 338131 w 677772"/>
              <a:gd name="connsiteY1" fmla="*/ 330184 h 476628"/>
              <a:gd name="connsiteX2" fmla="*/ 677772 w 677772"/>
              <a:gd name="connsiteY2" fmla="*/ 4481 h 476628"/>
              <a:gd name="connsiteX0" fmla="*/ 0 w 677772"/>
              <a:gd name="connsiteY0" fmla="*/ 477684 h 477689"/>
              <a:gd name="connsiteX1" fmla="*/ 338131 w 677772"/>
              <a:gd name="connsiteY1" fmla="*/ 331245 h 477689"/>
              <a:gd name="connsiteX2" fmla="*/ 677772 w 677772"/>
              <a:gd name="connsiteY2" fmla="*/ 5542 h 477689"/>
              <a:gd name="connsiteX0" fmla="*/ 0 w 677772"/>
              <a:gd name="connsiteY0" fmla="*/ 477684 h 477692"/>
              <a:gd name="connsiteX1" fmla="*/ 338131 w 677772"/>
              <a:gd name="connsiteY1" fmla="*/ 331245 h 477692"/>
              <a:gd name="connsiteX2" fmla="*/ 677772 w 677772"/>
              <a:gd name="connsiteY2" fmla="*/ 5542 h 477692"/>
              <a:gd name="connsiteX0" fmla="*/ 0 w 677772"/>
              <a:gd name="connsiteY0" fmla="*/ 478415 h 478423"/>
              <a:gd name="connsiteX1" fmla="*/ 338131 w 677772"/>
              <a:gd name="connsiteY1" fmla="*/ 331976 h 478423"/>
              <a:gd name="connsiteX2" fmla="*/ 677772 w 677772"/>
              <a:gd name="connsiteY2" fmla="*/ 6273 h 478423"/>
            </a:gdLst>
            <a:ahLst/>
            <a:cxnLst>
              <a:cxn ang="0">
                <a:pos x="connsiteX0" y="connsiteY0"/>
              </a:cxn>
              <a:cxn ang="0">
                <a:pos x="connsiteX1" y="connsiteY1"/>
              </a:cxn>
              <a:cxn ang="0">
                <a:pos x="connsiteX2" y="connsiteY2"/>
              </a:cxn>
            </a:cxnLst>
            <a:rect l="l" t="t" r="r" b="b"/>
            <a:pathLst>
              <a:path w="677772" h="478423">
                <a:moveTo>
                  <a:pt x="0" y="478415"/>
                </a:moveTo>
                <a:cubicBezTo>
                  <a:pt x="76200" y="479177"/>
                  <a:pt x="181707" y="429252"/>
                  <a:pt x="338131" y="331976"/>
                </a:cubicBezTo>
                <a:cubicBezTo>
                  <a:pt x="482714" y="229504"/>
                  <a:pt x="619860" y="-44781"/>
                  <a:pt x="677772" y="6273"/>
                </a:cubicBezTo>
              </a:path>
            </a:pathLst>
          </a:custGeom>
          <a:noFill/>
          <a:ln w="571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485AD3B2-E900-8A22-C774-79928F219E05}"/>
              </a:ext>
            </a:extLst>
          </p:cNvPr>
          <p:cNvSpPr/>
          <p:nvPr/>
        </p:nvSpPr>
        <p:spPr>
          <a:xfrm>
            <a:off x="8613303" y="284088"/>
            <a:ext cx="2264334" cy="707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468870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73081F-1A13-A0D4-2F46-AF71B4B8BF51}"/>
              </a:ext>
            </a:extLst>
          </p:cNvPr>
          <p:cNvSpPr/>
          <p:nvPr/>
        </p:nvSpPr>
        <p:spPr>
          <a:xfrm>
            <a:off x="4253484" y="676656"/>
            <a:ext cx="3685032" cy="181965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F96B63A0-92D8-899E-CB4F-E13E74E628F6}"/>
              </a:ext>
            </a:extLst>
          </p:cNvPr>
          <p:cNvSpPr/>
          <p:nvPr/>
        </p:nvSpPr>
        <p:spPr>
          <a:xfrm>
            <a:off x="4267200" y="676656"/>
            <a:ext cx="3685032" cy="292608"/>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2E4629A-AB32-EB62-8FE1-0864ADAB2C3C}"/>
              </a:ext>
            </a:extLst>
          </p:cNvPr>
          <p:cNvSpPr/>
          <p:nvPr/>
        </p:nvSpPr>
        <p:spPr>
          <a:xfrm>
            <a:off x="4253484" y="2203704"/>
            <a:ext cx="3685032" cy="292608"/>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DBA80352-8A99-AC92-1EDA-A87D316A7664}"/>
              </a:ext>
            </a:extLst>
          </p:cNvPr>
          <p:cNvCxnSpPr>
            <a:cxnSpLocks/>
          </p:cNvCxnSpPr>
          <p:nvPr/>
        </p:nvCxnSpPr>
        <p:spPr>
          <a:xfrm>
            <a:off x="5294246" y="1118321"/>
            <a:ext cx="1603509"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9FB087D4-76FB-FDFE-D02B-0DEF7C54B04C}"/>
              </a:ext>
            </a:extLst>
          </p:cNvPr>
          <p:cNvCxnSpPr>
            <a:cxnSpLocks/>
          </p:cNvCxnSpPr>
          <p:nvPr/>
        </p:nvCxnSpPr>
        <p:spPr>
          <a:xfrm>
            <a:off x="5294246" y="1343873"/>
            <a:ext cx="1603509"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56CE5EA2-B0C3-4620-1A6C-A5CC7BBE4A28}"/>
              </a:ext>
            </a:extLst>
          </p:cNvPr>
          <p:cNvCxnSpPr>
            <a:cxnSpLocks/>
          </p:cNvCxnSpPr>
          <p:nvPr/>
        </p:nvCxnSpPr>
        <p:spPr>
          <a:xfrm>
            <a:off x="5294246" y="1587713"/>
            <a:ext cx="1603509"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E87B7C5C-1CF2-099D-D530-194AFCFCE1E0}"/>
              </a:ext>
            </a:extLst>
          </p:cNvPr>
          <p:cNvCxnSpPr>
            <a:cxnSpLocks/>
          </p:cNvCxnSpPr>
          <p:nvPr/>
        </p:nvCxnSpPr>
        <p:spPr>
          <a:xfrm>
            <a:off x="5294246" y="1822409"/>
            <a:ext cx="1603509"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1C9F5989-1649-4CD0-26F0-B86D93731E0F}"/>
              </a:ext>
            </a:extLst>
          </p:cNvPr>
          <p:cNvCxnSpPr>
            <a:cxnSpLocks/>
          </p:cNvCxnSpPr>
          <p:nvPr/>
        </p:nvCxnSpPr>
        <p:spPr>
          <a:xfrm>
            <a:off x="5294246" y="2066249"/>
            <a:ext cx="1603509"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0D61D9E2-C68C-AD71-7876-8AD4CE540C5C}"/>
              </a:ext>
            </a:extLst>
          </p:cNvPr>
          <p:cNvSpPr/>
          <p:nvPr/>
        </p:nvSpPr>
        <p:spPr>
          <a:xfrm>
            <a:off x="4267200" y="3441487"/>
            <a:ext cx="3685032" cy="181965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1F4D377-F872-A17F-0EA8-CD3E18C357C9}"/>
              </a:ext>
            </a:extLst>
          </p:cNvPr>
          <p:cNvSpPr/>
          <p:nvPr/>
        </p:nvSpPr>
        <p:spPr>
          <a:xfrm>
            <a:off x="4280916" y="3441487"/>
            <a:ext cx="3685032" cy="292608"/>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0A7374A-88B0-790C-1972-AA420C6CF12F}"/>
              </a:ext>
            </a:extLst>
          </p:cNvPr>
          <p:cNvSpPr/>
          <p:nvPr/>
        </p:nvSpPr>
        <p:spPr>
          <a:xfrm>
            <a:off x="4267200" y="4968535"/>
            <a:ext cx="3685032" cy="292608"/>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8B8A60EB-D757-AD5D-EDE5-D1F6AF6F305C}"/>
              </a:ext>
            </a:extLst>
          </p:cNvPr>
          <p:cNvCxnSpPr>
            <a:cxnSpLocks/>
          </p:cNvCxnSpPr>
          <p:nvPr/>
        </p:nvCxnSpPr>
        <p:spPr>
          <a:xfrm>
            <a:off x="5307962" y="3864864"/>
            <a:ext cx="669167"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9D36AF9-A063-A79B-DA45-72F59F5EAAB3}"/>
              </a:ext>
            </a:extLst>
          </p:cNvPr>
          <p:cNvCxnSpPr>
            <a:cxnSpLocks/>
          </p:cNvCxnSpPr>
          <p:nvPr/>
        </p:nvCxnSpPr>
        <p:spPr>
          <a:xfrm>
            <a:off x="5307962" y="4108704"/>
            <a:ext cx="1053215"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6E3F522-3EC8-5A40-CFD4-FCAC3D68F966}"/>
              </a:ext>
            </a:extLst>
          </p:cNvPr>
          <p:cNvCxnSpPr>
            <a:cxnSpLocks/>
          </p:cNvCxnSpPr>
          <p:nvPr/>
        </p:nvCxnSpPr>
        <p:spPr>
          <a:xfrm>
            <a:off x="5307962" y="4352544"/>
            <a:ext cx="1603509"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986EEC2C-21B2-0B83-3818-8ED3501E3FEA}"/>
              </a:ext>
            </a:extLst>
          </p:cNvPr>
          <p:cNvCxnSpPr>
            <a:cxnSpLocks/>
          </p:cNvCxnSpPr>
          <p:nvPr/>
        </p:nvCxnSpPr>
        <p:spPr>
          <a:xfrm>
            <a:off x="5307962" y="4599432"/>
            <a:ext cx="1053215"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69BA166A-1C41-F75A-FEE3-9913F1BBB7AD}"/>
              </a:ext>
            </a:extLst>
          </p:cNvPr>
          <p:cNvCxnSpPr>
            <a:cxnSpLocks/>
          </p:cNvCxnSpPr>
          <p:nvPr/>
        </p:nvCxnSpPr>
        <p:spPr>
          <a:xfrm>
            <a:off x="5307962" y="4840224"/>
            <a:ext cx="669167"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2188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21F18A-FED9-3F87-6850-3B8112144005}"/>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7A0BB65C-2E1B-AC39-5332-DC8FA926815E}"/>
              </a:ext>
            </a:extLst>
          </p:cNvPr>
          <p:cNvSpPr>
            <a:spLocks noGrp="1"/>
          </p:cNvSpPr>
          <p:nvPr>
            <p:ph idx="1"/>
          </p:nvPr>
        </p:nvSpPr>
        <p:spPr/>
        <p:txBody>
          <a:bodyPr>
            <a:normAutofit lnSpcReduction="10000"/>
          </a:bodyPr>
          <a:lstStyle/>
          <a:p>
            <a:pPr marL="0" indent="0">
              <a:buNone/>
            </a:pPr>
            <a:r>
              <a:rPr lang="en-US" dirty="0"/>
              <a:t>You have a liquid flowing through a pipe. You for some reason calculate </a:t>
            </a:r>
          </a:p>
          <a:p>
            <a:pPr marL="0" indent="0">
              <a:buNone/>
            </a:pPr>
            <a:endParaRPr lang="en-US" dirty="0"/>
          </a:p>
          <a:p>
            <a:pPr marL="0" indent="0">
              <a:buNone/>
            </a:pPr>
            <a:endParaRPr lang="en-US" dirty="0"/>
          </a:p>
          <a:p>
            <a:pPr marL="0" indent="0">
              <a:buNone/>
            </a:pPr>
            <a:r>
              <a:rPr lang="en-US" dirty="0"/>
              <a:t>Where </a:t>
            </a:r>
            <a:r>
              <a:rPr lang="en-US" dirty="0">
                <a:sym typeface="Symbol" panose="05050102010706020507" pitchFamily="18" charset="2"/>
              </a:rPr>
              <a:t> is the liquid density, v is the speed, D is the pipe diameter, and  is the viscosity. You find that the result is less than 2300. You can conclude:</a:t>
            </a:r>
          </a:p>
          <a:p>
            <a:pPr marL="514350" indent="-514350">
              <a:buFont typeface="+mj-lt"/>
              <a:buAutoNum type="alphaLcParenR"/>
            </a:pPr>
            <a:r>
              <a:rPr lang="en-US" dirty="0">
                <a:sym typeface="Symbol" panose="05050102010706020507" pitchFamily="18" charset="2"/>
              </a:rPr>
              <a:t>Poiseuille's Law will work</a:t>
            </a:r>
          </a:p>
          <a:p>
            <a:pPr marL="514350" indent="-514350">
              <a:buFont typeface="+mj-lt"/>
              <a:buAutoNum type="alphaLcParenR"/>
            </a:pPr>
            <a:r>
              <a:rPr lang="en-US" dirty="0"/>
              <a:t>Poiseuille's Law will not work</a:t>
            </a:r>
          </a:p>
          <a:p>
            <a:pPr marL="514350" indent="-514350">
              <a:buFont typeface="+mj-lt"/>
              <a:buAutoNum type="alphaLcParenR"/>
            </a:pPr>
            <a:r>
              <a:rPr lang="en-US" dirty="0"/>
              <a:t>Nothing, this means nothing to me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157849F-18CF-424E-734E-6CB2B42DD88D}"/>
                  </a:ext>
                </a:extLst>
              </p:cNvPr>
              <p:cNvSpPr txBox="1"/>
              <p:nvPr/>
            </p:nvSpPr>
            <p:spPr>
              <a:xfrm>
                <a:off x="5483352" y="2542032"/>
                <a:ext cx="758952" cy="628314"/>
              </a:xfrm>
              <a:prstGeom prst="rect">
                <a:avLst/>
              </a:prstGeom>
              <a:noFill/>
            </p:spPr>
            <p:txBody>
              <a:bodyPr wrap="square" lIns="0" tIns="0" rIns="0" bIns="0" rtlCol="0">
                <a:spAutoFit/>
              </a:bodyPr>
              <a:lstStyle/>
              <a:p>
                <a:pPr/>
                <a14:m>
                  <m:oMathPara xmlns:m="http://schemas.openxmlformats.org/officeDocument/2006/math">
                    <m:oMath>
                      <m:f>
                        <m:fPr>
                          <m:ctrlPr>
                            <a:rPr lang="en-US" sz="2000" i="1">
                              <a:latin typeface="Cambria Math" panose="02040503050406030204" pitchFamily="18" charset="0"/>
                              <a:ea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𝜌</m:t>
                          </m:r>
                          <m:r>
                            <a:rPr lang="en-US" sz="2000" i="1">
                              <a:latin typeface="Cambria Math" panose="02040503050406030204" pitchFamily="18" charset="0"/>
                              <a:ea typeface="Cambria Math" panose="02040503050406030204" pitchFamily="18" charset="0"/>
                            </a:rPr>
                            <m:t>𝑣𝐷</m:t>
                          </m:r>
                        </m:num>
                        <m:den>
                          <m:r>
                            <a:rPr lang="en-US" sz="2000" i="1">
                              <a:latin typeface="Cambria Math" panose="02040503050406030204" pitchFamily="18" charset="0"/>
                              <a:ea typeface="Cambria Math" panose="02040503050406030204" pitchFamily="18" charset="0"/>
                            </a:rPr>
                            <m:t>𝜂</m:t>
                          </m:r>
                        </m:den>
                      </m:f>
                    </m:oMath>
                  </m:oMathPara>
                </a14:m>
                <a:endParaRPr lang="en-US" sz="2000" dirty="0"/>
              </a:p>
            </p:txBody>
          </p:sp>
        </mc:Choice>
        <mc:Fallback xmlns="">
          <p:sp>
            <p:nvSpPr>
              <p:cNvPr id="4" name="TextBox 3">
                <a:extLst>
                  <a:ext uri="{FF2B5EF4-FFF2-40B4-BE49-F238E27FC236}">
                    <a16:creationId xmlns:a16="http://schemas.microsoft.com/office/drawing/2014/main" id="{B157849F-18CF-424E-734E-6CB2B42DD88D}"/>
                  </a:ext>
                </a:extLst>
              </p:cNvPr>
              <p:cNvSpPr txBox="1">
                <a:spLocks noRot="1" noChangeAspect="1" noMove="1" noResize="1" noEditPoints="1" noAdjustHandles="1" noChangeArrowheads="1" noChangeShapeType="1" noTextEdit="1"/>
              </p:cNvSpPr>
              <p:nvPr/>
            </p:nvSpPr>
            <p:spPr>
              <a:xfrm>
                <a:off x="5483352" y="2542032"/>
                <a:ext cx="758952" cy="628314"/>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67074639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1CB994-764D-E3AE-BBFA-F9B13D2B11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F89F16-D570-634C-3AC4-753754B8B68B}"/>
              </a:ext>
            </a:extLst>
          </p:cNvPr>
          <p:cNvSpPr>
            <a:spLocks noGrp="1"/>
          </p:cNvSpPr>
          <p:nvPr>
            <p:ph type="ctrTitle"/>
          </p:nvPr>
        </p:nvSpPr>
        <p:spPr/>
        <p:txBody>
          <a:bodyPr/>
          <a:lstStyle/>
          <a:p>
            <a:r>
              <a:rPr lang="en-US"/>
              <a:t>END</a:t>
            </a:r>
            <a:endParaRPr lang="en-US" dirty="0"/>
          </a:p>
        </p:txBody>
      </p:sp>
      <p:sp>
        <p:nvSpPr>
          <p:cNvPr id="3" name="Subtitle 2">
            <a:extLst>
              <a:ext uri="{FF2B5EF4-FFF2-40B4-BE49-F238E27FC236}">
                <a16:creationId xmlns:a16="http://schemas.microsoft.com/office/drawing/2014/main" id="{5D3CB812-708D-F463-E4C3-7262BAC00E77}"/>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2415705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805B648-BFDB-133E-F96E-E25637AA7ABD}"/>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6BF67E4E-B083-B16E-DDE5-DBAE2BFE849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672456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2DBDB760-DA83-4968-AA05-0D1AA630DDB0}" type="slidenum">
              <a:rPr lang="en-US" smtClean="0"/>
              <a:pPr>
                <a:defRPr/>
              </a:pPr>
              <a:t>45</a:t>
            </a:fld>
            <a:endParaRPr lang="en-US"/>
          </a:p>
        </p:txBody>
      </p:sp>
      <p:pic>
        <p:nvPicPr>
          <p:cNvPr id="7" name="Picture 6"/>
          <p:cNvPicPr>
            <a:picLocks noChangeAspect="1"/>
          </p:cNvPicPr>
          <p:nvPr/>
        </p:nvPicPr>
        <p:blipFill>
          <a:blip r:embed="rId2"/>
          <a:stretch>
            <a:fillRect/>
          </a:stretch>
        </p:blipFill>
        <p:spPr>
          <a:xfrm>
            <a:off x="1524000" y="699247"/>
            <a:ext cx="10303434" cy="5795682"/>
          </a:xfrm>
          <a:prstGeom prst="rect">
            <a:avLst/>
          </a:prstGeom>
        </p:spPr>
      </p:pic>
    </p:spTree>
    <p:extLst>
      <p:ext uri="{BB962C8B-B14F-4D97-AF65-F5344CB8AC3E}">
        <p14:creationId xmlns:p14="http://schemas.microsoft.com/office/powerpoint/2010/main" val="290643288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2DBDB760-DA83-4968-AA05-0D1AA630DDB0}" type="slidenum">
              <a:rPr lang="en-US" smtClean="0"/>
              <a:pPr>
                <a:defRPr/>
              </a:pPr>
              <a:t>46</a:t>
            </a:fld>
            <a:endParaRPr lang="en-US"/>
          </a:p>
        </p:txBody>
      </p:sp>
      <p:pic>
        <p:nvPicPr>
          <p:cNvPr id="8" name="Picture 7"/>
          <p:cNvPicPr>
            <a:picLocks noChangeAspect="1"/>
          </p:cNvPicPr>
          <p:nvPr/>
        </p:nvPicPr>
        <p:blipFill>
          <a:blip r:embed="rId2"/>
          <a:stretch>
            <a:fillRect/>
          </a:stretch>
        </p:blipFill>
        <p:spPr>
          <a:xfrm>
            <a:off x="1524000" y="982577"/>
            <a:ext cx="9851534" cy="5541488"/>
          </a:xfrm>
          <a:prstGeom prst="rect">
            <a:avLst/>
          </a:prstGeom>
        </p:spPr>
      </p:pic>
    </p:spTree>
    <p:extLst>
      <p:ext uri="{BB962C8B-B14F-4D97-AF65-F5344CB8AC3E}">
        <p14:creationId xmlns:p14="http://schemas.microsoft.com/office/powerpoint/2010/main" val="3013073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2DBDB760-DA83-4968-AA05-0D1AA630DDB0}" type="slidenum">
              <a:rPr lang="en-US" smtClean="0"/>
              <a:pPr>
                <a:defRPr/>
              </a:pPr>
              <a:t>47</a:t>
            </a:fld>
            <a:endParaRPr lang="en-US"/>
          </a:p>
        </p:txBody>
      </p:sp>
      <p:pic>
        <p:nvPicPr>
          <p:cNvPr id="7" name="Picture 6"/>
          <p:cNvPicPr>
            <a:picLocks noChangeAspect="1"/>
          </p:cNvPicPr>
          <p:nvPr/>
        </p:nvPicPr>
        <p:blipFill>
          <a:blip r:embed="rId2"/>
          <a:stretch>
            <a:fillRect/>
          </a:stretch>
        </p:blipFill>
        <p:spPr>
          <a:xfrm>
            <a:off x="1524000" y="1343076"/>
            <a:ext cx="9206662" cy="5178748"/>
          </a:xfrm>
          <a:prstGeom prst="rect">
            <a:avLst/>
          </a:prstGeom>
        </p:spPr>
      </p:pic>
    </p:spTree>
    <p:extLst>
      <p:ext uri="{BB962C8B-B14F-4D97-AF65-F5344CB8AC3E}">
        <p14:creationId xmlns:p14="http://schemas.microsoft.com/office/powerpoint/2010/main" val="221902740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2DBDB760-DA83-4968-AA05-0D1AA630DDB0}" type="slidenum">
              <a:rPr lang="en-US" smtClean="0"/>
              <a:pPr>
                <a:defRPr/>
              </a:pPr>
              <a:t>48</a:t>
            </a:fld>
            <a:endParaRPr lang="en-US"/>
          </a:p>
        </p:txBody>
      </p:sp>
      <p:pic>
        <p:nvPicPr>
          <p:cNvPr id="7" name="Picture 6"/>
          <p:cNvPicPr>
            <a:picLocks noChangeAspect="1"/>
          </p:cNvPicPr>
          <p:nvPr/>
        </p:nvPicPr>
        <p:blipFill>
          <a:blip r:embed="rId2"/>
          <a:stretch>
            <a:fillRect/>
          </a:stretch>
        </p:blipFill>
        <p:spPr>
          <a:xfrm>
            <a:off x="1524000" y="1263820"/>
            <a:ext cx="9144000" cy="5143500"/>
          </a:xfrm>
          <a:prstGeom prst="rect">
            <a:avLst/>
          </a:prstGeom>
        </p:spPr>
      </p:pic>
    </p:spTree>
    <p:extLst>
      <p:ext uri="{BB962C8B-B14F-4D97-AF65-F5344CB8AC3E}">
        <p14:creationId xmlns:p14="http://schemas.microsoft.com/office/powerpoint/2010/main" val="7309269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2DBDB760-DA83-4968-AA05-0D1AA630DDB0}" type="slidenum">
              <a:rPr lang="en-US" smtClean="0"/>
              <a:pPr>
                <a:defRPr/>
              </a:pPr>
              <a:t>49</a:t>
            </a:fld>
            <a:endParaRPr lang="en-US"/>
          </a:p>
        </p:txBody>
      </p:sp>
      <p:pic>
        <p:nvPicPr>
          <p:cNvPr id="9" name="PH7cbLfxmbM"/>
          <p:cNvPicPr>
            <a:picLocks noGrp="1" noRot="1" noChangeAspect="1"/>
          </p:cNvPicPr>
          <p:nvPr>
            <p:ph idx="1"/>
            <a:videoFile r:link="rId1"/>
          </p:nvPr>
        </p:nvPicPr>
        <p:blipFill>
          <a:blip r:embed="rId3"/>
          <a:stretch>
            <a:fillRect/>
          </a:stretch>
        </p:blipFill>
        <p:spPr>
          <a:xfrm>
            <a:off x="1524000" y="1193146"/>
            <a:ext cx="9144000" cy="5143500"/>
          </a:xfrm>
          <a:prstGeom prst="rect">
            <a:avLst/>
          </a:prstGeom>
        </p:spPr>
      </p:pic>
    </p:spTree>
    <p:extLst>
      <p:ext uri="{BB962C8B-B14F-4D97-AF65-F5344CB8AC3E}">
        <p14:creationId xmlns:p14="http://schemas.microsoft.com/office/powerpoint/2010/main" val="42702693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title"/>
          </p:nvPr>
        </p:nvSpPr>
        <p:spPr/>
        <p:txBody>
          <a:bodyPr/>
          <a:lstStyle/>
          <a:p>
            <a:endParaRPr lang="en-US" altLang="en-US"/>
          </a:p>
        </p:txBody>
      </p:sp>
      <p:sp>
        <p:nvSpPr>
          <p:cNvPr id="409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a:t>Winter 2007</a:t>
            </a:r>
          </a:p>
        </p:txBody>
      </p:sp>
      <p:sp>
        <p:nvSpPr>
          <p:cNvPr id="4100" name="Footer Placeholder 4"/>
          <p:cNvSpPr>
            <a:spLocks noGrp="1"/>
          </p:cNvSpPr>
          <p:nvPr>
            <p:ph type="ftr"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a:t>R. Todd Lines</a:t>
            </a:r>
          </a:p>
        </p:txBody>
      </p:sp>
      <p:sp>
        <p:nvSpPr>
          <p:cNvPr id="4101"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FF435F6E-04C9-4A59-AEC8-D8AA20E5684B}" type="slidenum">
              <a:rPr lang="en-US" altLang="en-US" sz="1400"/>
              <a:pPr eaLnBrk="1" hangingPunct="1">
                <a:spcBef>
                  <a:spcPct val="0"/>
                </a:spcBef>
                <a:buFontTx/>
                <a:buNone/>
              </a:pPr>
              <a:t>50</a:t>
            </a:fld>
            <a:endParaRPr lang="en-US" altLang="en-US" sz="1400"/>
          </a:p>
        </p:txBody>
      </p:sp>
      <p:pic>
        <p:nvPicPr>
          <p:cNvPr id="4102" name="Picture 2" descr="File:Streamlines around a NACA 0012.sv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95538" y="1843088"/>
            <a:ext cx="8312150" cy="4514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03" name="TextBox 6"/>
          <p:cNvSpPr txBox="1">
            <a:spLocks noChangeArrowheads="1"/>
          </p:cNvSpPr>
          <p:nvPr/>
        </p:nvSpPr>
        <p:spPr bwMode="auto">
          <a:xfrm>
            <a:off x="5592763" y="4368800"/>
            <a:ext cx="18526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t>Higher Pressure</a:t>
            </a:r>
          </a:p>
        </p:txBody>
      </p:sp>
      <p:sp>
        <p:nvSpPr>
          <p:cNvPr id="4104" name="TextBox 9"/>
          <p:cNvSpPr txBox="1">
            <a:spLocks noChangeArrowheads="1"/>
          </p:cNvSpPr>
          <p:nvPr/>
        </p:nvSpPr>
        <p:spPr bwMode="auto">
          <a:xfrm>
            <a:off x="5651501" y="3360738"/>
            <a:ext cx="180022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t>Lower Pressure</a:t>
            </a:r>
          </a:p>
        </p:txBody>
      </p:sp>
      <p:sp>
        <p:nvSpPr>
          <p:cNvPr id="9" name="Line 6"/>
          <p:cNvSpPr>
            <a:spLocks noChangeShapeType="1"/>
          </p:cNvSpPr>
          <p:nvPr/>
        </p:nvSpPr>
        <p:spPr bwMode="auto">
          <a:xfrm flipH="1" flipV="1">
            <a:off x="6134100" y="2494429"/>
            <a:ext cx="19050" cy="1485900"/>
          </a:xfrm>
          <a:prstGeom prst="line">
            <a:avLst/>
          </a:prstGeom>
          <a:noFill/>
          <a:ln w="38100">
            <a:solidFill>
              <a:srgbClr val="3366FF"/>
            </a:solidFill>
            <a:round/>
            <a:headEnd/>
            <a:tailEnd type="triangle" w="lg" len="med"/>
          </a:ln>
          <a:extLst>
            <a:ext uri="{909E8E84-426E-40DD-AFC4-6F175D3DCCD1}">
              <a14:hiddenFill xmlns:a14="http://schemas.microsoft.com/office/drawing/2010/main">
                <a:noFill/>
              </a14:hiddenFill>
            </a:ext>
          </a:extLst>
        </p:spPr>
        <p:txBody>
          <a:bodyPr/>
          <a:lstStyle/>
          <a:p>
            <a:endParaRPr lang="en-US"/>
          </a:p>
        </p:txBody>
      </p:sp>
      <p:sp>
        <p:nvSpPr>
          <p:cNvPr id="10" name="Line 7"/>
          <p:cNvSpPr>
            <a:spLocks noChangeShapeType="1"/>
          </p:cNvSpPr>
          <p:nvPr/>
        </p:nvSpPr>
        <p:spPr bwMode="auto">
          <a:xfrm>
            <a:off x="6191250" y="3999379"/>
            <a:ext cx="533400" cy="19050"/>
          </a:xfrm>
          <a:prstGeom prst="line">
            <a:avLst/>
          </a:prstGeom>
          <a:noFill/>
          <a:ln w="38100">
            <a:solidFill>
              <a:srgbClr val="3366FF"/>
            </a:solidFill>
            <a:round/>
            <a:headEnd/>
            <a:tailEnd type="triangle" w="lg" len="med"/>
          </a:ln>
          <a:extLst>
            <a:ext uri="{909E8E84-426E-40DD-AFC4-6F175D3DCCD1}">
              <a14:hiddenFill xmlns:a14="http://schemas.microsoft.com/office/drawing/2010/main">
                <a:noFill/>
              </a14:hiddenFill>
            </a:ext>
          </a:extLst>
        </p:spPr>
        <p:txBody>
          <a:bodyPr/>
          <a:lstStyle/>
          <a:p>
            <a:endParaRPr lang="en-US"/>
          </a:p>
        </p:txBody>
      </p:sp>
      <p:sp>
        <p:nvSpPr>
          <p:cNvPr id="11" name="Text Box 8"/>
          <p:cNvSpPr txBox="1">
            <a:spLocks noChangeArrowheads="1"/>
          </p:cNvSpPr>
          <p:nvPr/>
        </p:nvSpPr>
        <p:spPr bwMode="auto">
          <a:xfrm>
            <a:off x="6156326" y="1930867"/>
            <a:ext cx="696913" cy="51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800" b="1">
                <a:solidFill>
                  <a:srgbClr val="3366FF"/>
                </a:solidFill>
              </a:rPr>
              <a:t>F</a:t>
            </a:r>
            <a:r>
              <a:rPr lang="en-US" altLang="en-US" sz="2800" b="1" baseline="-25000">
                <a:solidFill>
                  <a:srgbClr val="3366FF"/>
                </a:solidFill>
              </a:rPr>
              <a:t>lift</a:t>
            </a:r>
          </a:p>
        </p:txBody>
      </p:sp>
      <p:sp>
        <p:nvSpPr>
          <p:cNvPr id="12" name="Text Box 9"/>
          <p:cNvSpPr txBox="1">
            <a:spLocks noChangeArrowheads="1"/>
          </p:cNvSpPr>
          <p:nvPr/>
        </p:nvSpPr>
        <p:spPr bwMode="auto">
          <a:xfrm>
            <a:off x="6689726" y="3962867"/>
            <a:ext cx="8096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400" b="1">
                <a:solidFill>
                  <a:srgbClr val="3366FF"/>
                </a:solidFill>
              </a:rPr>
              <a:t>F</a:t>
            </a:r>
            <a:r>
              <a:rPr lang="en-US" altLang="en-US" sz="2400" b="1" baseline="-25000">
                <a:solidFill>
                  <a:srgbClr val="3366FF"/>
                </a:solidFill>
              </a:rPr>
              <a:t>drag</a:t>
            </a:r>
          </a:p>
        </p:txBody>
      </p:sp>
    </p:spTree>
    <p:extLst>
      <p:ext uri="{BB962C8B-B14F-4D97-AF65-F5344CB8AC3E}">
        <p14:creationId xmlns:p14="http://schemas.microsoft.com/office/powerpoint/2010/main" val="3558246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2DBDB760-DA83-4968-AA05-0D1AA630DDB0}" type="slidenum">
              <a:rPr lang="en-US" smtClean="0"/>
              <a:pPr>
                <a:defRPr/>
              </a:pPr>
              <a:t>51</a:t>
            </a:fld>
            <a:endParaRPr lang="en-US"/>
          </a:p>
        </p:txBody>
      </p:sp>
      <p:pic>
        <p:nvPicPr>
          <p:cNvPr id="7" name="Picture 6"/>
          <p:cNvPicPr>
            <a:picLocks noChangeAspect="1"/>
          </p:cNvPicPr>
          <p:nvPr/>
        </p:nvPicPr>
        <p:blipFill rotWithShape="1">
          <a:blip r:embed="rId2"/>
          <a:srcRect b="7382"/>
          <a:stretch/>
        </p:blipFill>
        <p:spPr>
          <a:xfrm>
            <a:off x="1684096" y="1370786"/>
            <a:ext cx="8983904" cy="4680391"/>
          </a:xfrm>
          <a:prstGeom prst="rect">
            <a:avLst/>
          </a:prstGeom>
        </p:spPr>
      </p:pic>
      <p:sp>
        <p:nvSpPr>
          <p:cNvPr id="8" name="Arc 7"/>
          <p:cNvSpPr/>
          <p:nvPr/>
        </p:nvSpPr>
        <p:spPr>
          <a:xfrm>
            <a:off x="4764742" y="2191870"/>
            <a:ext cx="2810434" cy="2433918"/>
          </a:xfrm>
          <a:prstGeom prst="arc">
            <a:avLst/>
          </a:prstGeom>
          <a:ln w="28575">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 name="Straight Arrow Connector 9"/>
          <p:cNvCxnSpPr/>
          <p:nvPr/>
        </p:nvCxnSpPr>
        <p:spPr>
          <a:xfrm flipV="1">
            <a:off x="8059272" y="3576918"/>
            <a:ext cx="1640541" cy="13447"/>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30094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2DBDB760-DA83-4968-AA05-0D1AA630DDB0}" type="slidenum">
              <a:rPr lang="en-US" smtClean="0"/>
              <a:pPr>
                <a:defRPr/>
              </a:pPr>
              <a:t>52</a:t>
            </a:fld>
            <a:endParaRPr lang="en-US"/>
          </a:p>
        </p:txBody>
      </p:sp>
      <p:pic>
        <p:nvPicPr>
          <p:cNvPr id="7" name="Picture 6"/>
          <p:cNvPicPr>
            <a:picLocks noChangeAspect="1"/>
          </p:cNvPicPr>
          <p:nvPr/>
        </p:nvPicPr>
        <p:blipFill rotWithShape="1">
          <a:blip r:embed="rId2"/>
          <a:srcRect b="7382"/>
          <a:stretch/>
        </p:blipFill>
        <p:spPr>
          <a:xfrm>
            <a:off x="1684096" y="1370786"/>
            <a:ext cx="8983904" cy="4680391"/>
          </a:xfrm>
          <a:prstGeom prst="rect">
            <a:avLst/>
          </a:prstGeom>
        </p:spPr>
      </p:pic>
      <p:cxnSp>
        <p:nvCxnSpPr>
          <p:cNvPr id="10" name="Straight Arrow Connector 9"/>
          <p:cNvCxnSpPr/>
          <p:nvPr/>
        </p:nvCxnSpPr>
        <p:spPr>
          <a:xfrm flipH="1" flipV="1">
            <a:off x="4643719" y="2460812"/>
            <a:ext cx="1411941" cy="13448"/>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087036" y="2747683"/>
            <a:ext cx="1380564" cy="35858"/>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3070411" y="1922929"/>
            <a:ext cx="2210862" cy="369332"/>
          </a:xfrm>
          <a:prstGeom prst="rect">
            <a:avLst/>
          </a:prstGeom>
          <a:noFill/>
        </p:spPr>
        <p:txBody>
          <a:bodyPr wrap="none" rtlCol="0">
            <a:spAutoFit/>
          </a:bodyPr>
          <a:lstStyle/>
          <a:p>
            <a:r>
              <a:rPr lang="en-US" dirty="0">
                <a:solidFill>
                  <a:schemeClr val="bg1"/>
                </a:solidFill>
              </a:rPr>
              <a:t>Fluid Flow Direction</a:t>
            </a:r>
          </a:p>
        </p:txBody>
      </p:sp>
      <p:sp>
        <p:nvSpPr>
          <p:cNvPr id="16" name="TextBox 15"/>
          <p:cNvSpPr txBox="1"/>
          <p:nvPr/>
        </p:nvSpPr>
        <p:spPr>
          <a:xfrm>
            <a:off x="6624916" y="2290481"/>
            <a:ext cx="2287870" cy="369332"/>
          </a:xfrm>
          <a:prstGeom prst="rect">
            <a:avLst/>
          </a:prstGeom>
          <a:noFill/>
        </p:spPr>
        <p:txBody>
          <a:bodyPr wrap="none" rtlCol="0">
            <a:spAutoFit/>
          </a:bodyPr>
          <a:lstStyle/>
          <a:p>
            <a:r>
              <a:rPr lang="en-US" dirty="0">
                <a:solidFill>
                  <a:schemeClr val="bg1"/>
                </a:solidFill>
              </a:rPr>
              <a:t>Ball Surface Velocity</a:t>
            </a:r>
          </a:p>
        </p:txBody>
      </p:sp>
      <p:cxnSp>
        <p:nvCxnSpPr>
          <p:cNvPr id="17" name="Straight Arrow Connector 16"/>
          <p:cNvCxnSpPr/>
          <p:nvPr/>
        </p:nvCxnSpPr>
        <p:spPr>
          <a:xfrm flipH="1" flipV="1">
            <a:off x="4567519" y="4778189"/>
            <a:ext cx="1411941" cy="13448"/>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3222811" y="4912658"/>
            <a:ext cx="2210862" cy="369332"/>
          </a:xfrm>
          <a:prstGeom prst="rect">
            <a:avLst/>
          </a:prstGeom>
          <a:noFill/>
        </p:spPr>
        <p:txBody>
          <a:bodyPr wrap="none" rtlCol="0">
            <a:spAutoFit/>
          </a:bodyPr>
          <a:lstStyle/>
          <a:p>
            <a:r>
              <a:rPr lang="en-US" dirty="0">
                <a:solidFill>
                  <a:schemeClr val="bg1"/>
                </a:solidFill>
              </a:rPr>
              <a:t>Fluid Flow Direction</a:t>
            </a:r>
          </a:p>
        </p:txBody>
      </p:sp>
      <p:cxnSp>
        <p:nvCxnSpPr>
          <p:cNvPr id="19" name="Straight Arrow Connector 18"/>
          <p:cNvCxnSpPr/>
          <p:nvPr/>
        </p:nvCxnSpPr>
        <p:spPr>
          <a:xfrm flipH="1" flipV="1">
            <a:off x="5154706" y="4773707"/>
            <a:ext cx="856130" cy="8965"/>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822574" y="4849905"/>
            <a:ext cx="2287870" cy="369332"/>
          </a:xfrm>
          <a:prstGeom prst="rect">
            <a:avLst/>
          </a:prstGeom>
          <a:noFill/>
        </p:spPr>
        <p:txBody>
          <a:bodyPr wrap="none" rtlCol="0">
            <a:spAutoFit/>
          </a:bodyPr>
          <a:lstStyle/>
          <a:p>
            <a:r>
              <a:rPr lang="en-US" dirty="0">
                <a:solidFill>
                  <a:schemeClr val="bg1"/>
                </a:solidFill>
              </a:rPr>
              <a:t>Ball Surface Velocity</a:t>
            </a:r>
          </a:p>
        </p:txBody>
      </p:sp>
    </p:spTree>
    <p:extLst>
      <p:ext uri="{BB962C8B-B14F-4D97-AF65-F5344CB8AC3E}">
        <p14:creationId xmlns:p14="http://schemas.microsoft.com/office/powerpoint/2010/main" val="39463636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731135F6-D76B-420A-AF57-0B8243C3D4DC}" type="slidenum">
              <a:rPr lang="en-US" altLang="en-US" sz="1400"/>
              <a:pPr eaLnBrk="1" hangingPunct="1">
                <a:spcBef>
                  <a:spcPct val="0"/>
                </a:spcBef>
                <a:buFontTx/>
                <a:buNone/>
              </a:pPr>
              <a:t>53</a:t>
            </a:fld>
            <a:endParaRPr lang="en-US" altLang="en-US" sz="1400"/>
          </a:p>
        </p:txBody>
      </p:sp>
      <p:sp>
        <p:nvSpPr>
          <p:cNvPr id="21507" name="Rectangle 2"/>
          <p:cNvSpPr>
            <a:spLocks noGrp="1" noChangeArrowheads="1"/>
          </p:cNvSpPr>
          <p:nvPr>
            <p:ph type="title"/>
          </p:nvPr>
        </p:nvSpPr>
        <p:spPr/>
        <p:txBody>
          <a:bodyPr/>
          <a:lstStyle/>
          <a:p>
            <a:pPr eaLnBrk="1" hangingPunct="1"/>
            <a:r>
              <a:rPr lang="en-US" altLang="en-US"/>
              <a:t>Tricks for Problem 6</a:t>
            </a:r>
          </a:p>
        </p:txBody>
      </p:sp>
      <p:sp>
        <p:nvSpPr>
          <p:cNvPr id="21508" name="Rectangle 3"/>
          <p:cNvSpPr>
            <a:spLocks noGrp="1" noChangeArrowheads="1"/>
          </p:cNvSpPr>
          <p:nvPr>
            <p:ph type="body" idx="1"/>
          </p:nvPr>
        </p:nvSpPr>
        <p:spPr>
          <a:xfrm>
            <a:off x="1981200" y="1600201"/>
            <a:ext cx="8229600" cy="1287463"/>
          </a:xfrm>
        </p:spPr>
        <p:txBody>
          <a:bodyPr/>
          <a:lstStyle/>
          <a:p>
            <a:pPr eaLnBrk="1" hangingPunct="1"/>
            <a:r>
              <a:rPr lang="en-US" altLang="en-US"/>
              <a:t>There is a formula for the area of a sector of a circle</a:t>
            </a:r>
          </a:p>
        </p:txBody>
      </p:sp>
      <p:sp>
        <p:nvSpPr>
          <p:cNvPr id="21509" name="Oval 4"/>
          <p:cNvSpPr>
            <a:spLocks noChangeArrowheads="1"/>
          </p:cNvSpPr>
          <p:nvPr/>
        </p:nvSpPr>
        <p:spPr bwMode="auto">
          <a:xfrm>
            <a:off x="5181600" y="3295650"/>
            <a:ext cx="1695450" cy="1828800"/>
          </a:xfrm>
          <a:prstGeom prst="ellipse">
            <a:avLst/>
          </a:prstGeom>
          <a:solidFill>
            <a:schemeClr val="accent1"/>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21510" name="Line 5"/>
          <p:cNvSpPr>
            <a:spLocks noChangeShapeType="1"/>
          </p:cNvSpPr>
          <p:nvPr/>
        </p:nvSpPr>
        <p:spPr bwMode="auto">
          <a:xfrm>
            <a:off x="6038850" y="3295650"/>
            <a:ext cx="0" cy="8763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511" name="Line 6"/>
          <p:cNvSpPr>
            <a:spLocks noChangeShapeType="1"/>
          </p:cNvSpPr>
          <p:nvPr/>
        </p:nvSpPr>
        <p:spPr bwMode="auto">
          <a:xfrm flipV="1">
            <a:off x="6038850" y="4133850"/>
            <a:ext cx="819150" cy="5715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512" name="Line 7"/>
          <p:cNvSpPr>
            <a:spLocks noChangeShapeType="1"/>
          </p:cNvSpPr>
          <p:nvPr/>
        </p:nvSpPr>
        <p:spPr bwMode="auto">
          <a:xfrm flipH="1">
            <a:off x="6515100" y="3390900"/>
            <a:ext cx="952500" cy="40005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1513" name="Text Box 8"/>
          <p:cNvSpPr txBox="1">
            <a:spLocks noChangeArrowheads="1"/>
          </p:cNvSpPr>
          <p:nvPr/>
        </p:nvSpPr>
        <p:spPr bwMode="auto">
          <a:xfrm>
            <a:off x="7832725" y="3179763"/>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t>Sector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235</TotalTime>
  <Words>1937</Words>
  <Application>Microsoft Office PowerPoint</Application>
  <PresentationFormat>Widescreen</PresentationFormat>
  <Paragraphs>343</Paragraphs>
  <Slides>53</Slides>
  <Notes>3</Notes>
  <HiddenSlides>0</HiddenSlides>
  <MMClips>1</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53</vt:i4>
      </vt:variant>
    </vt:vector>
  </HeadingPairs>
  <TitlesOfParts>
    <vt:vector size="61" baseType="lpstr">
      <vt:lpstr>Aptos</vt:lpstr>
      <vt:lpstr>Aptos Display</vt:lpstr>
      <vt:lpstr>Arial</vt:lpstr>
      <vt:lpstr>Cambria Math</vt:lpstr>
      <vt:lpstr>Symbol</vt:lpstr>
      <vt:lpstr>Times New Roman</vt:lpstr>
      <vt:lpstr>Office Theme</vt:lpstr>
      <vt:lpstr>Equation</vt:lpstr>
      <vt:lpstr>Lecture 26</vt:lpstr>
      <vt:lpstr>Question 123.6.1</vt:lpstr>
      <vt:lpstr>Approximation!</vt:lpstr>
      <vt:lpstr>PowerPoint Presentation</vt:lpstr>
      <vt:lpstr>PowerPoint Presentation</vt:lpstr>
      <vt:lpstr>Question 123.6.3</vt:lpstr>
      <vt:lpstr>Question 123.6.2</vt:lpstr>
      <vt:lpstr>Definitions</vt:lpstr>
      <vt:lpstr>Question 123.6.5</vt:lpstr>
      <vt:lpstr>Equation of Continuity</vt:lpstr>
      <vt:lpstr>Question 123.6.6</vt:lpstr>
      <vt:lpstr>Continuity Equation</vt:lpstr>
      <vt:lpstr>Continuity Equation</vt:lpstr>
      <vt:lpstr>Demonstration</vt:lpstr>
      <vt:lpstr>Question 123.6.4</vt:lpstr>
      <vt:lpstr>Question 123.6.8</vt:lpstr>
      <vt:lpstr>Preliminary Question</vt:lpstr>
      <vt:lpstr>PowerPoint Presentation</vt:lpstr>
      <vt:lpstr>PowerPoint Presentation</vt:lpstr>
      <vt:lpstr>Question 123.6.4.5</vt:lpstr>
      <vt:lpstr>Start with a non-uniform pipe</vt:lpstr>
      <vt:lpstr>Work done in t</vt:lpstr>
      <vt:lpstr>Kinetic Energy</vt:lpstr>
      <vt:lpstr>Potential Energy</vt:lpstr>
      <vt:lpstr>Total Work Done On The System</vt:lpstr>
      <vt:lpstr>Question 123.6.7</vt:lpstr>
      <vt:lpstr>Question 123.6.9</vt:lpstr>
      <vt:lpstr>Question 123.6.10</vt:lpstr>
      <vt:lpstr>Concept Question</vt:lpstr>
      <vt:lpstr>PowerPoint Presentation</vt:lpstr>
      <vt:lpstr>Question</vt:lpstr>
      <vt:lpstr>Question</vt:lpstr>
      <vt:lpstr>PowerPoint Presentation</vt:lpstr>
      <vt:lpstr>Question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vt:lpstr>
      <vt:lpstr>END</vt:lpstr>
      <vt:lpstr>End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Tricks for Problem 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Lines, Todd</dc:creator>
  <cp:lastModifiedBy>Todd Lines</cp:lastModifiedBy>
  <cp:revision>2</cp:revision>
  <dcterms:created xsi:type="dcterms:W3CDTF">2025-06-13T19:55:46Z</dcterms:created>
  <dcterms:modified xsi:type="dcterms:W3CDTF">2026-08-26T21:33:47Z</dcterms:modified>
</cp:coreProperties>
</file>