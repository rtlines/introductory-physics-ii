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86" r:id="rId3"/>
    <p:sldId id="257" r:id="rId4"/>
    <p:sldId id="258" r:id="rId5"/>
    <p:sldId id="259" r:id="rId6"/>
    <p:sldId id="260" r:id="rId7"/>
    <p:sldId id="261" r:id="rId8"/>
    <p:sldId id="270" r:id="rId9"/>
    <p:sldId id="487" r:id="rId10"/>
    <p:sldId id="271" r:id="rId11"/>
    <p:sldId id="491" r:id="rId12"/>
    <p:sldId id="488" r:id="rId13"/>
    <p:sldId id="272" r:id="rId14"/>
    <p:sldId id="492" r:id="rId15"/>
    <p:sldId id="489" r:id="rId16"/>
    <p:sldId id="273" r:id="rId17"/>
    <p:sldId id="493" r:id="rId18"/>
    <p:sldId id="490" r:id="rId19"/>
    <p:sldId id="274" r:id="rId20"/>
    <p:sldId id="494" r:id="rId21"/>
    <p:sldId id="276" r:id="rId22"/>
    <p:sldId id="495" r:id="rId23"/>
    <p:sldId id="496" r:id="rId24"/>
    <p:sldId id="280" r:id="rId25"/>
    <p:sldId id="267" r:id="rId26"/>
    <p:sldId id="269" r:id="rId27"/>
    <p:sldId id="268" r:id="rId28"/>
    <p:sldId id="262" r:id="rId29"/>
    <p:sldId id="497" r:id="rId30"/>
    <p:sldId id="485" r:id="rId31"/>
    <p:sldId id="279" r:id="rId32"/>
    <p:sldId id="263" r:id="rId33"/>
    <p:sldId id="264" r:id="rId34"/>
    <p:sldId id="265" r:id="rId35"/>
    <p:sldId id="266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0AD9F7-0D8E-46FB-AE8F-8FF290637B42}" v="63" dt="2025-07-15T21:37:29.4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15C103A9-F942-4ACA-ACF2-A6EEDACA0042}"/>
    <pc:docChg chg="custSel addSld delSld modSld">
      <pc:chgData name="Lines, Todd" userId="afaf7c3a-e8aa-4568-882a-02ad8f9e19b0" providerId="ADAL" clId="{15C103A9-F942-4ACA-ACF2-A6EEDACA0042}" dt="2025-07-08T20:13:43.857" v="8" actId="47"/>
      <pc:docMkLst>
        <pc:docMk/>
      </pc:docMkLst>
      <pc:sldChg chg="modSp mod">
        <pc:chgData name="Lines, Todd" userId="afaf7c3a-e8aa-4568-882a-02ad8f9e19b0" providerId="ADAL" clId="{15C103A9-F942-4ACA-ACF2-A6EEDACA0042}" dt="2025-07-08T20:13:20.223" v="1" actId="20577"/>
        <pc:sldMkLst>
          <pc:docMk/>
          <pc:sldMk cId="2198685155" sldId="256"/>
        </pc:sldMkLst>
        <pc:spChg chg="mod">
          <ac:chgData name="Lines, Todd" userId="afaf7c3a-e8aa-4568-882a-02ad8f9e19b0" providerId="ADAL" clId="{15C103A9-F942-4ACA-ACF2-A6EEDACA0042}" dt="2025-07-08T20:13:20.223" v="1" actId="20577"/>
          <ac:spMkLst>
            <pc:docMk/>
            <pc:sldMk cId="2198685155" sldId="256"/>
            <ac:spMk id="2" creationId="{D4DF5993-F601-E2E9-268C-C8A5F1C288D8}"/>
          </ac:spMkLst>
        </pc:spChg>
      </pc:sldChg>
      <pc:sldChg chg="del">
        <pc:chgData name="Lines, Todd" userId="afaf7c3a-e8aa-4568-882a-02ad8f9e19b0" providerId="ADAL" clId="{15C103A9-F942-4ACA-ACF2-A6EEDACA0042}" dt="2025-07-08T20:13:43.857" v="8" actId="47"/>
        <pc:sldMkLst>
          <pc:docMk/>
          <pc:sldMk cId="1532625996" sldId="257"/>
        </pc:sldMkLst>
      </pc:sldChg>
      <pc:sldChg chg="del">
        <pc:chgData name="Lines, Todd" userId="afaf7c3a-e8aa-4568-882a-02ad8f9e19b0" providerId="ADAL" clId="{15C103A9-F942-4ACA-ACF2-A6EEDACA0042}" dt="2025-07-08T20:13:42.668" v="7" actId="47"/>
        <pc:sldMkLst>
          <pc:docMk/>
          <pc:sldMk cId="0" sldId="265"/>
        </pc:sldMkLst>
      </pc:sldChg>
      <pc:sldChg chg="del">
        <pc:chgData name="Lines, Todd" userId="afaf7c3a-e8aa-4568-882a-02ad8f9e19b0" providerId="ADAL" clId="{15C103A9-F942-4ACA-ACF2-A6EEDACA0042}" dt="2025-07-08T20:13:42.668" v="7" actId="47"/>
        <pc:sldMkLst>
          <pc:docMk/>
          <pc:sldMk cId="3786188879" sldId="283"/>
        </pc:sldMkLst>
      </pc:sldChg>
      <pc:sldChg chg="del">
        <pc:chgData name="Lines, Todd" userId="afaf7c3a-e8aa-4568-882a-02ad8f9e19b0" providerId="ADAL" clId="{15C103A9-F942-4ACA-ACF2-A6EEDACA0042}" dt="2025-07-08T20:13:42.668" v="7" actId="47"/>
        <pc:sldMkLst>
          <pc:docMk/>
          <pc:sldMk cId="0" sldId="285"/>
        </pc:sldMkLst>
      </pc:sldChg>
      <pc:sldChg chg="del">
        <pc:chgData name="Lines, Todd" userId="afaf7c3a-e8aa-4568-882a-02ad8f9e19b0" providerId="ADAL" clId="{15C103A9-F942-4ACA-ACF2-A6EEDACA0042}" dt="2025-07-08T20:13:42.668" v="7" actId="47"/>
        <pc:sldMkLst>
          <pc:docMk/>
          <pc:sldMk cId="0" sldId="340"/>
        </pc:sldMkLst>
      </pc:sldChg>
      <pc:sldChg chg="del">
        <pc:chgData name="Lines, Todd" userId="afaf7c3a-e8aa-4568-882a-02ad8f9e19b0" providerId="ADAL" clId="{15C103A9-F942-4ACA-ACF2-A6EEDACA0042}" dt="2025-07-08T20:13:42.668" v="7" actId="47"/>
        <pc:sldMkLst>
          <pc:docMk/>
          <pc:sldMk cId="3556862412" sldId="341"/>
        </pc:sldMkLst>
      </pc:sldChg>
      <pc:sldChg chg="del">
        <pc:chgData name="Lines, Todd" userId="afaf7c3a-e8aa-4568-882a-02ad8f9e19b0" providerId="ADAL" clId="{15C103A9-F942-4ACA-ACF2-A6EEDACA0042}" dt="2025-07-08T20:13:42.668" v="7" actId="47"/>
        <pc:sldMkLst>
          <pc:docMk/>
          <pc:sldMk cId="0" sldId="484"/>
        </pc:sldMkLst>
      </pc:sldChg>
      <pc:sldChg chg="addSp delSp modSp new mod modClrScheme chgLayout">
        <pc:chgData name="Lines, Todd" userId="afaf7c3a-e8aa-4568-882a-02ad8f9e19b0" providerId="ADAL" clId="{15C103A9-F942-4ACA-ACF2-A6EEDACA0042}" dt="2025-07-08T20:13:29.685" v="6" actId="20577"/>
        <pc:sldMkLst>
          <pc:docMk/>
          <pc:sldMk cId="812188704" sldId="485"/>
        </pc:sldMkLst>
        <pc:spChg chg="add mod ord">
          <ac:chgData name="Lines, Todd" userId="afaf7c3a-e8aa-4568-882a-02ad8f9e19b0" providerId="ADAL" clId="{15C103A9-F942-4ACA-ACF2-A6EEDACA0042}" dt="2025-07-08T20:13:29.685" v="6" actId="20577"/>
          <ac:spMkLst>
            <pc:docMk/>
            <pc:sldMk cId="812188704" sldId="485"/>
            <ac:spMk id="4" creationId="{14B3B049-929F-8A23-FC89-28A2B47A97A6}"/>
          </ac:spMkLst>
        </pc:spChg>
        <pc:spChg chg="add mod ord">
          <ac:chgData name="Lines, Todd" userId="afaf7c3a-e8aa-4568-882a-02ad8f9e19b0" providerId="ADAL" clId="{15C103A9-F942-4ACA-ACF2-A6EEDACA0042}" dt="2025-07-08T20:13:27.529" v="3" actId="700"/>
          <ac:spMkLst>
            <pc:docMk/>
            <pc:sldMk cId="812188704" sldId="485"/>
            <ac:spMk id="5" creationId="{27DDBEE6-B713-8919-FD2B-779C5509DCE0}"/>
          </ac:spMkLst>
        </pc:spChg>
      </pc:sldChg>
    </pc:docChg>
  </pc:docChgLst>
  <pc:docChgLst>
    <pc:chgData name="Lines, Todd" userId="afaf7c3a-e8aa-4568-882a-02ad8f9e19b0" providerId="ADAL" clId="{100AD9F7-0D8E-46FB-AE8F-8FF290637B42}"/>
    <pc:docChg chg="undo custSel addSld delSld modSld sldOrd">
      <pc:chgData name="Lines, Todd" userId="afaf7c3a-e8aa-4568-882a-02ad8f9e19b0" providerId="ADAL" clId="{100AD9F7-0D8E-46FB-AE8F-8FF290637B42}" dt="2025-07-15T21:38:04.275" v="510" actId="20577"/>
      <pc:docMkLst>
        <pc:docMk/>
      </pc:docMkLst>
      <pc:sldChg chg="modSp mod">
        <pc:chgData name="Lines, Todd" userId="afaf7c3a-e8aa-4568-882a-02ad8f9e19b0" providerId="ADAL" clId="{100AD9F7-0D8E-46FB-AE8F-8FF290637B42}" dt="2025-07-08T21:28:17.332" v="4" actId="20577"/>
        <pc:sldMkLst>
          <pc:docMk/>
          <pc:sldMk cId="2198685155" sldId="256"/>
        </pc:sldMkLst>
        <pc:spChg chg="mod">
          <ac:chgData name="Lines, Todd" userId="afaf7c3a-e8aa-4568-882a-02ad8f9e19b0" providerId="ADAL" clId="{100AD9F7-0D8E-46FB-AE8F-8FF290637B42}" dt="2025-07-08T21:28:17.332" v="4" actId="20577"/>
          <ac:spMkLst>
            <pc:docMk/>
            <pc:sldMk cId="2198685155" sldId="256"/>
            <ac:spMk id="2" creationId="{D4DF5993-F601-E2E9-268C-C8A5F1C288D8}"/>
          </ac:spMkLst>
        </pc:spChg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0" sldId="257"/>
        </pc:sldMkLst>
      </pc:sldChg>
      <pc:sldChg chg="add ord">
        <pc:chgData name="Lines, Todd" userId="afaf7c3a-e8aa-4568-882a-02ad8f9e19b0" providerId="ADAL" clId="{100AD9F7-0D8E-46FB-AE8F-8FF290637B42}" dt="2025-07-15T21:23:25.637" v="133"/>
        <pc:sldMkLst>
          <pc:docMk/>
          <pc:sldMk cId="0" sldId="258"/>
        </pc:sldMkLst>
      </pc:sldChg>
      <pc:sldChg chg="add ord">
        <pc:chgData name="Lines, Todd" userId="afaf7c3a-e8aa-4568-882a-02ad8f9e19b0" providerId="ADAL" clId="{100AD9F7-0D8E-46FB-AE8F-8FF290637B42}" dt="2025-07-15T21:23:29.475" v="137"/>
        <pc:sldMkLst>
          <pc:docMk/>
          <pc:sldMk cId="0" sldId="259"/>
        </pc:sldMkLst>
      </pc:sldChg>
      <pc:sldChg chg="add ord">
        <pc:chgData name="Lines, Todd" userId="afaf7c3a-e8aa-4568-882a-02ad8f9e19b0" providerId="ADAL" clId="{100AD9F7-0D8E-46FB-AE8F-8FF290637B42}" dt="2025-07-15T21:23:32.921" v="139"/>
        <pc:sldMkLst>
          <pc:docMk/>
          <pc:sldMk cId="0" sldId="260"/>
        </pc:sldMkLst>
      </pc:sldChg>
      <pc:sldChg chg="add ord">
        <pc:chgData name="Lines, Todd" userId="afaf7c3a-e8aa-4568-882a-02ad8f9e19b0" providerId="ADAL" clId="{100AD9F7-0D8E-46FB-AE8F-8FF290637B42}" dt="2025-07-15T21:23:38.173" v="141"/>
        <pc:sldMkLst>
          <pc:docMk/>
          <pc:sldMk cId="0" sldId="261"/>
        </pc:sldMkLst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0" sldId="262"/>
        </pc:sldMkLst>
      </pc:sldChg>
      <pc:sldChg chg="add ord">
        <pc:chgData name="Lines, Todd" userId="afaf7c3a-e8aa-4568-882a-02ad8f9e19b0" providerId="ADAL" clId="{100AD9F7-0D8E-46FB-AE8F-8FF290637B42}" dt="2025-07-15T21:30:39.079" v="221"/>
        <pc:sldMkLst>
          <pc:docMk/>
          <pc:sldMk cId="2258184842" sldId="263"/>
        </pc:sldMkLst>
      </pc:sldChg>
      <pc:sldChg chg="add ord">
        <pc:chgData name="Lines, Todd" userId="afaf7c3a-e8aa-4568-882a-02ad8f9e19b0" providerId="ADAL" clId="{100AD9F7-0D8E-46FB-AE8F-8FF290637B42}" dt="2025-07-15T21:30:39.079" v="221"/>
        <pc:sldMkLst>
          <pc:docMk/>
          <pc:sldMk cId="2307610049" sldId="264"/>
        </pc:sldMkLst>
      </pc:sldChg>
      <pc:sldChg chg="add ord">
        <pc:chgData name="Lines, Todd" userId="afaf7c3a-e8aa-4568-882a-02ad8f9e19b0" providerId="ADAL" clId="{100AD9F7-0D8E-46FB-AE8F-8FF290637B42}" dt="2025-07-15T21:30:39.079" v="221"/>
        <pc:sldMkLst>
          <pc:docMk/>
          <pc:sldMk cId="3575645232" sldId="265"/>
        </pc:sldMkLst>
      </pc:sldChg>
      <pc:sldChg chg="add ord">
        <pc:chgData name="Lines, Todd" userId="afaf7c3a-e8aa-4568-882a-02ad8f9e19b0" providerId="ADAL" clId="{100AD9F7-0D8E-46FB-AE8F-8FF290637B42}" dt="2025-07-15T21:30:39.079" v="221"/>
        <pc:sldMkLst>
          <pc:docMk/>
          <pc:sldMk cId="753669757" sldId="266"/>
        </pc:sldMkLst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2266738068" sldId="267"/>
        </pc:sldMkLst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1492200876" sldId="268"/>
        </pc:sldMkLst>
      </pc:sldChg>
      <pc:sldChg chg="modSp add mod">
        <pc:chgData name="Lines, Todd" userId="afaf7c3a-e8aa-4568-882a-02ad8f9e19b0" providerId="ADAL" clId="{100AD9F7-0D8E-46FB-AE8F-8FF290637B42}" dt="2025-07-08T21:00:54.276" v="2" actId="27636"/>
        <pc:sldMkLst>
          <pc:docMk/>
          <pc:sldMk cId="1852684033" sldId="269"/>
        </pc:sldMkLst>
        <pc:spChg chg="mod">
          <ac:chgData name="Lines, Todd" userId="afaf7c3a-e8aa-4568-882a-02ad8f9e19b0" providerId="ADAL" clId="{100AD9F7-0D8E-46FB-AE8F-8FF290637B42}" dt="2025-07-08T21:00:54.276" v="2" actId="27636"/>
          <ac:spMkLst>
            <pc:docMk/>
            <pc:sldMk cId="1852684033" sldId="269"/>
            <ac:spMk id="3" creationId="{00000000-0000-0000-0000-000000000000}"/>
          </ac:spMkLst>
        </pc:spChg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3579446436" sldId="270"/>
        </pc:sldMkLst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606667272" sldId="271"/>
        </pc:sldMkLst>
      </pc:sldChg>
      <pc:sldChg chg="add del">
        <pc:chgData name="Lines, Todd" userId="afaf7c3a-e8aa-4568-882a-02ad8f9e19b0" providerId="ADAL" clId="{100AD9F7-0D8E-46FB-AE8F-8FF290637B42}" dt="2025-07-15T21:13:28.850" v="114" actId="47"/>
        <pc:sldMkLst>
          <pc:docMk/>
          <pc:sldMk cId="1920190903" sldId="272"/>
        </pc:sldMkLst>
      </pc:sldChg>
      <pc:sldChg chg="addSp modSp add">
        <pc:chgData name="Lines, Todd" userId="afaf7c3a-e8aa-4568-882a-02ad8f9e19b0" providerId="ADAL" clId="{100AD9F7-0D8E-46FB-AE8F-8FF290637B42}" dt="2025-07-15T21:26:13.603" v="164" actId="164"/>
        <pc:sldMkLst>
          <pc:docMk/>
          <pc:sldMk cId="1947746152" sldId="272"/>
        </pc:sldMkLst>
        <pc:spChg chg="mod">
          <ac:chgData name="Lines, Todd" userId="afaf7c3a-e8aa-4568-882a-02ad8f9e19b0" providerId="ADAL" clId="{100AD9F7-0D8E-46FB-AE8F-8FF290637B42}" dt="2025-07-15T21:26:13.603" v="164" actId="164"/>
          <ac:spMkLst>
            <pc:docMk/>
            <pc:sldMk cId="1947746152" sldId="272"/>
            <ac:spMk id="21" creationId="{5D9BDD6C-C82D-5DF5-6BFF-6276FBEFE080}"/>
          </ac:spMkLst>
        </pc:spChg>
        <pc:spChg chg="mod">
          <ac:chgData name="Lines, Todd" userId="afaf7c3a-e8aa-4568-882a-02ad8f9e19b0" providerId="ADAL" clId="{100AD9F7-0D8E-46FB-AE8F-8FF290637B42}" dt="2025-07-15T21:26:13.603" v="164" actId="164"/>
          <ac:spMkLst>
            <pc:docMk/>
            <pc:sldMk cId="1947746152" sldId="272"/>
            <ac:spMk id="22" creationId="{1DCFE4D8-4AB5-5B1F-0C7C-114703D5363A}"/>
          </ac:spMkLst>
        </pc:spChg>
        <pc:spChg chg="mod">
          <ac:chgData name="Lines, Todd" userId="afaf7c3a-e8aa-4568-882a-02ad8f9e19b0" providerId="ADAL" clId="{100AD9F7-0D8E-46FB-AE8F-8FF290637B42}" dt="2025-07-15T21:26:13.603" v="164" actId="164"/>
          <ac:spMkLst>
            <pc:docMk/>
            <pc:sldMk cId="1947746152" sldId="272"/>
            <ac:spMk id="23" creationId="{88DC4F98-DB75-0863-5C15-DB55481C3E8C}"/>
          </ac:spMkLst>
        </pc:spChg>
        <pc:spChg chg="mod">
          <ac:chgData name="Lines, Todd" userId="afaf7c3a-e8aa-4568-882a-02ad8f9e19b0" providerId="ADAL" clId="{100AD9F7-0D8E-46FB-AE8F-8FF290637B42}" dt="2025-07-15T21:26:13.603" v="164" actId="164"/>
          <ac:spMkLst>
            <pc:docMk/>
            <pc:sldMk cId="1947746152" sldId="272"/>
            <ac:spMk id="24" creationId="{F98FA60F-B446-2E60-90A4-051D54CEC63D}"/>
          </ac:spMkLst>
        </pc:spChg>
        <pc:grpChg chg="add mod">
          <ac:chgData name="Lines, Todd" userId="afaf7c3a-e8aa-4568-882a-02ad8f9e19b0" providerId="ADAL" clId="{100AD9F7-0D8E-46FB-AE8F-8FF290637B42}" dt="2025-07-15T21:26:13.603" v="164" actId="164"/>
          <ac:grpSpMkLst>
            <pc:docMk/>
            <pc:sldMk cId="1947746152" sldId="272"/>
            <ac:grpSpMk id="2" creationId="{1BA993D0-371C-74A6-A76B-06C3A701C8ED}"/>
          </ac:grpSpMkLst>
        </pc:grpChg>
        <pc:picChg chg="mod">
          <ac:chgData name="Lines, Todd" userId="afaf7c3a-e8aa-4568-882a-02ad8f9e19b0" providerId="ADAL" clId="{100AD9F7-0D8E-46FB-AE8F-8FF290637B42}" dt="2025-07-15T21:26:13.603" v="164" actId="164"/>
          <ac:picMkLst>
            <pc:docMk/>
            <pc:sldMk cId="1947746152" sldId="272"/>
            <ac:picMk id="3074" creationId="{F088FAE3-5585-19E0-A15A-AB737D9A1797}"/>
          </ac:picMkLst>
        </pc:picChg>
      </pc:sldChg>
      <pc:sldChg chg="add del">
        <pc:chgData name="Lines, Todd" userId="afaf7c3a-e8aa-4568-882a-02ad8f9e19b0" providerId="ADAL" clId="{100AD9F7-0D8E-46FB-AE8F-8FF290637B42}" dt="2025-07-15T21:13:47.881" v="116" actId="47"/>
        <pc:sldMkLst>
          <pc:docMk/>
          <pc:sldMk cId="3946664456" sldId="272"/>
        </pc:sldMkLst>
      </pc:sldChg>
      <pc:sldChg chg="add del">
        <pc:chgData name="Lines, Todd" userId="afaf7c3a-e8aa-4568-882a-02ad8f9e19b0" providerId="ADAL" clId="{100AD9F7-0D8E-46FB-AE8F-8FF290637B42}" dt="2025-07-15T21:13:47.881" v="116" actId="47"/>
        <pc:sldMkLst>
          <pc:docMk/>
          <pc:sldMk cId="190060896" sldId="273"/>
        </pc:sldMkLst>
      </pc:sldChg>
      <pc:sldChg chg="add del">
        <pc:chgData name="Lines, Todd" userId="afaf7c3a-e8aa-4568-882a-02ad8f9e19b0" providerId="ADAL" clId="{100AD9F7-0D8E-46FB-AE8F-8FF290637B42}" dt="2025-07-15T21:13:28.850" v="114" actId="47"/>
        <pc:sldMkLst>
          <pc:docMk/>
          <pc:sldMk cId="912826869" sldId="273"/>
        </pc:sldMkLst>
      </pc:sldChg>
      <pc:sldChg chg="add ord">
        <pc:chgData name="Lines, Todd" userId="afaf7c3a-e8aa-4568-882a-02ad8f9e19b0" providerId="ADAL" clId="{100AD9F7-0D8E-46FB-AE8F-8FF290637B42}" dt="2025-07-15T21:27:47.504" v="186"/>
        <pc:sldMkLst>
          <pc:docMk/>
          <pc:sldMk cId="2301462159" sldId="273"/>
        </pc:sldMkLst>
      </pc:sldChg>
      <pc:sldChg chg="add">
        <pc:chgData name="Lines, Todd" userId="afaf7c3a-e8aa-4568-882a-02ad8f9e19b0" providerId="ADAL" clId="{100AD9F7-0D8E-46FB-AE8F-8FF290637B42}" dt="2025-07-15T21:14:13.385" v="117"/>
        <pc:sldMkLst>
          <pc:docMk/>
          <pc:sldMk cId="308927672" sldId="274"/>
        </pc:sldMkLst>
      </pc:sldChg>
      <pc:sldChg chg="add del">
        <pc:chgData name="Lines, Todd" userId="afaf7c3a-e8aa-4568-882a-02ad8f9e19b0" providerId="ADAL" clId="{100AD9F7-0D8E-46FB-AE8F-8FF290637B42}" dt="2025-07-15T21:13:28.850" v="114" actId="47"/>
        <pc:sldMkLst>
          <pc:docMk/>
          <pc:sldMk cId="2258765610" sldId="274"/>
        </pc:sldMkLst>
      </pc:sldChg>
      <pc:sldChg chg="add del">
        <pc:chgData name="Lines, Todd" userId="afaf7c3a-e8aa-4568-882a-02ad8f9e19b0" providerId="ADAL" clId="{100AD9F7-0D8E-46FB-AE8F-8FF290637B42}" dt="2025-07-15T21:13:47.881" v="116" actId="47"/>
        <pc:sldMkLst>
          <pc:docMk/>
          <pc:sldMk cId="2926184808" sldId="274"/>
        </pc:sldMkLst>
      </pc:sldChg>
      <pc:sldChg chg="add del">
        <pc:chgData name="Lines, Todd" userId="afaf7c3a-e8aa-4568-882a-02ad8f9e19b0" providerId="ADAL" clId="{100AD9F7-0D8E-46FB-AE8F-8FF290637B42}" dt="2025-07-15T21:25:05.152" v="153" actId="47"/>
        <pc:sldMkLst>
          <pc:docMk/>
          <pc:sldMk cId="4162646548" sldId="275"/>
        </pc:sldMkLst>
      </pc:sldChg>
      <pc:sldChg chg="modSp add mod">
        <pc:chgData name="Lines, Todd" userId="afaf7c3a-e8aa-4568-882a-02ad8f9e19b0" providerId="ADAL" clId="{100AD9F7-0D8E-46FB-AE8F-8FF290637B42}" dt="2025-07-08T21:00:54.276" v="1" actId="27636"/>
        <pc:sldMkLst>
          <pc:docMk/>
          <pc:sldMk cId="809905013" sldId="276"/>
        </pc:sldMkLst>
        <pc:spChg chg="mod">
          <ac:chgData name="Lines, Todd" userId="afaf7c3a-e8aa-4568-882a-02ad8f9e19b0" providerId="ADAL" clId="{100AD9F7-0D8E-46FB-AE8F-8FF290637B42}" dt="2025-07-08T21:00:54.276" v="1" actId="27636"/>
          <ac:spMkLst>
            <pc:docMk/>
            <pc:sldMk cId="809905013" sldId="276"/>
            <ac:spMk id="3" creationId="{00000000-0000-0000-0000-000000000000}"/>
          </ac:spMkLst>
        </pc:spChg>
      </pc:sldChg>
      <pc:sldChg chg="addSp delSp modSp add mod ord">
        <pc:chgData name="Lines, Todd" userId="afaf7c3a-e8aa-4568-882a-02ad8f9e19b0" providerId="ADAL" clId="{100AD9F7-0D8E-46FB-AE8F-8FF290637B42}" dt="2025-07-15T21:30:26.097" v="219"/>
        <pc:sldMkLst>
          <pc:docMk/>
          <pc:sldMk cId="2782425568" sldId="279"/>
        </pc:sldMkLst>
        <pc:spChg chg="mod">
          <ac:chgData name="Lines, Todd" userId="afaf7c3a-e8aa-4568-882a-02ad8f9e19b0" providerId="ADAL" clId="{100AD9F7-0D8E-46FB-AE8F-8FF290637B42}" dt="2025-07-15T21:30:09.332" v="214" actId="164"/>
          <ac:spMkLst>
            <pc:docMk/>
            <pc:sldMk cId="2782425568" sldId="279"/>
            <ac:spMk id="6" creationId="{00000000-0000-0000-0000-000000000000}"/>
          </ac:spMkLst>
        </pc:spChg>
        <pc:spChg chg="mod">
          <ac:chgData name="Lines, Todd" userId="afaf7c3a-e8aa-4568-882a-02ad8f9e19b0" providerId="ADAL" clId="{100AD9F7-0D8E-46FB-AE8F-8FF290637B42}" dt="2025-07-15T21:30:09.332" v="214" actId="164"/>
          <ac:spMkLst>
            <pc:docMk/>
            <pc:sldMk cId="2782425568" sldId="279"/>
            <ac:spMk id="7" creationId="{00000000-0000-0000-0000-000000000000}"/>
          </ac:spMkLst>
        </pc:spChg>
        <pc:spChg chg="mod">
          <ac:chgData name="Lines, Todd" userId="afaf7c3a-e8aa-4568-882a-02ad8f9e19b0" providerId="ADAL" clId="{100AD9F7-0D8E-46FB-AE8F-8FF290637B42}" dt="2025-07-15T21:30:09.332" v="214" actId="164"/>
          <ac:spMkLst>
            <pc:docMk/>
            <pc:sldMk cId="2782425568" sldId="279"/>
            <ac:spMk id="9" creationId="{00000000-0000-0000-0000-000000000000}"/>
          </ac:spMkLst>
        </pc:spChg>
        <pc:spChg chg="mod">
          <ac:chgData name="Lines, Todd" userId="afaf7c3a-e8aa-4568-882a-02ad8f9e19b0" providerId="ADAL" clId="{100AD9F7-0D8E-46FB-AE8F-8FF290637B42}" dt="2025-07-15T21:30:09.332" v="214" actId="164"/>
          <ac:spMkLst>
            <pc:docMk/>
            <pc:sldMk cId="2782425568" sldId="279"/>
            <ac:spMk id="10" creationId="{00000000-0000-0000-0000-000000000000}"/>
          </ac:spMkLst>
        </pc:spChg>
        <pc:spChg chg="mod">
          <ac:chgData name="Lines, Todd" userId="afaf7c3a-e8aa-4568-882a-02ad8f9e19b0" providerId="ADAL" clId="{100AD9F7-0D8E-46FB-AE8F-8FF290637B42}" dt="2025-07-15T21:30:09.332" v="214" actId="164"/>
          <ac:spMkLst>
            <pc:docMk/>
            <pc:sldMk cId="2782425568" sldId="279"/>
            <ac:spMk id="11" creationId="{00000000-0000-0000-0000-000000000000}"/>
          </ac:spMkLst>
        </pc:spChg>
        <pc:spChg chg="mod">
          <ac:chgData name="Lines, Todd" userId="afaf7c3a-e8aa-4568-882a-02ad8f9e19b0" providerId="ADAL" clId="{100AD9F7-0D8E-46FB-AE8F-8FF290637B42}" dt="2025-07-15T21:30:09.332" v="214" actId="164"/>
          <ac:spMkLst>
            <pc:docMk/>
            <pc:sldMk cId="2782425568" sldId="279"/>
            <ac:spMk id="13" creationId="{00000000-0000-0000-0000-000000000000}"/>
          </ac:spMkLst>
        </pc:spChg>
        <pc:spChg chg="mod">
          <ac:chgData name="Lines, Todd" userId="afaf7c3a-e8aa-4568-882a-02ad8f9e19b0" providerId="ADAL" clId="{100AD9F7-0D8E-46FB-AE8F-8FF290637B42}" dt="2025-07-15T21:30:09.332" v="214" actId="164"/>
          <ac:spMkLst>
            <pc:docMk/>
            <pc:sldMk cId="2782425568" sldId="279"/>
            <ac:spMk id="15" creationId="{00000000-0000-0000-0000-000000000000}"/>
          </ac:spMkLst>
        </pc:spChg>
        <pc:spChg chg="mod">
          <ac:chgData name="Lines, Todd" userId="afaf7c3a-e8aa-4568-882a-02ad8f9e19b0" providerId="ADAL" clId="{100AD9F7-0D8E-46FB-AE8F-8FF290637B42}" dt="2025-07-15T21:30:09.332" v="214" actId="164"/>
          <ac:spMkLst>
            <pc:docMk/>
            <pc:sldMk cId="2782425568" sldId="279"/>
            <ac:spMk id="16" creationId="{00000000-0000-0000-0000-000000000000}"/>
          </ac:spMkLst>
        </pc:spChg>
        <pc:grpChg chg="add mod">
          <ac:chgData name="Lines, Todd" userId="afaf7c3a-e8aa-4568-882a-02ad8f9e19b0" providerId="ADAL" clId="{100AD9F7-0D8E-46FB-AE8F-8FF290637B42}" dt="2025-07-15T21:30:09.332" v="214" actId="164"/>
          <ac:grpSpMkLst>
            <pc:docMk/>
            <pc:sldMk cId="2782425568" sldId="279"/>
            <ac:grpSpMk id="3" creationId="{AE7D5EB5-9F6D-394A-B37B-4026899FAE1A}"/>
          </ac:grpSpMkLst>
        </pc:grpChg>
        <pc:picChg chg="mod">
          <ac:chgData name="Lines, Todd" userId="afaf7c3a-e8aa-4568-882a-02ad8f9e19b0" providerId="ADAL" clId="{100AD9F7-0D8E-46FB-AE8F-8FF290637B42}" dt="2025-07-15T21:30:09.332" v="214" actId="164"/>
          <ac:picMkLst>
            <pc:docMk/>
            <pc:sldMk cId="2782425568" sldId="279"/>
            <ac:picMk id="2" creationId="{00000000-0000-0000-0000-000000000000}"/>
          </ac:picMkLst>
        </pc:picChg>
        <pc:picChg chg="add del">
          <ac:chgData name="Lines, Todd" userId="afaf7c3a-e8aa-4568-882a-02ad8f9e19b0" providerId="ADAL" clId="{100AD9F7-0D8E-46FB-AE8F-8FF290637B42}" dt="2025-07-15T21:30:16.988" v="216" actId="22"/>
          <ac:picMkLst>
            <pc:docMk/>
            <pc:sldMk cId="2782425568" sldId="279"/>
            <ac:picMk id="5" creationId="{799A174F-F44C-1D0A-85A2-12B3F23BB261}"/>
          </ac:picMkLst>
        </pc:picChg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1113047686" sldId="280"/>
        </pc:sldMkLst>
      </pc:sldChg>
      <pc:sldChg chg="add">
        <pc:chgData name="Lines, Todd" userId="afaf7c3a-e8aa-4568-882a-02ad8f9e19b0" providerId="ADAL" clId="{100AD9F7-0D8E-46FB-AE8F-8FF290637B42}" dt="2025-07-08T21:00:54.225" v="0"/>
        <pc:sldMkLst>
          <pc:docMk/>
          <pc:sldMk cId="0" sldId="486"/>
        </pc:sldMkLst>
      </pc:sldChg>
      <pc:sldChg chg="addSp delSp modSp new mod ord">
        <pc:chgData name="Lines, Todd" userId="afaf7c3a-e8aa-4568-882a-02ad8f9e19b0" providerId="ADAL" clId="{100AD9F7-0D8E-46FB-AE8F-8FF290637B42}" dt="2025-07-15T21:27:17.008" v="180" actId="1076"/>
        <pc:sldMkLst>
          <pc:docMk/>
          <pc:sldMk cId="1481418884" sldId="487"/>
        </pc:sldMkLst>
        <pc:spChg chg="mod">
          <ac:chgData name="Lines, Todd" userId="afaf7c3a-e8aa-4568-882a-02ad8f9e19b0" providerId="ADAL" clId="{100AD9F7-0D8E-46FB-AE8F-8FF290637B42}" dt="2025-07-15T21:10:36.628" v="14" actId="20577"/>
          <ac:spMkLst>
            <pc:docMk/>
            <pc:sldMk cId="1481418884" sldId="487"/>
            <ac:spMk id="2" creationId="{98830850-E87E-6CC0-45DD-4BD782F23AB6}"/>
          </ac:spMkLst>
        </pc:spChg>
        <pc:spChg chg="mod">
          <ac:chgData name="Lines, Todd" userId="afaf7c3a-e8aa-4568-882a-02ad8f9e19b0" providerId="ADAL" clId="{100AD9F7-0D8E-46FB-AE8F-8FF290637B42}" dt="2025-07-15T21:12:05.021" v="104" actId="20577"/>
          <ac:spMkLst>
            <pc:docMk/>
            <pc:sldMk cId="1481418884" sldId="487"/>
            <ac:spMk id="3" creationId="{C506B204-0620-A62D-D82C-F058E5968E43}"/>
          </ac:spMkLst>
        </pc:spChg>
        <pc:spChg chg="add mod">
          <ac:chgData name="Lines, Todd" userId="afaf7c3a-e8aa-4568-882a-02ad8f9e19b0" providerId="ADAL" clId="{100AD9F7-0D8E-46FB-AE8F-8FF290637B42}" dt="2025-07-15T21:27:17.008" v="180" actId="1076"/>
          <ac:spMkLst>
            <pc:docMk/>
            <pc:sldMk cId="1481418884" sldId="487"/>
            <ac:spMk id="6" creationId="{20847E9B-E26E-1EAA-BF59-89B63067F9B0}"/>
          </ac:spMkLst>
        </pc:spChg>
        <pc:spChg chg="add mod">
          <ac:chgData name="Lines, Todd" userId="afaf7c3a-e8aa-4568-882a-02ad8f9e19b0" providerId="ADAL" clId="{100AD9F7-0D8E-46FB-AE8F-8FF290637B42}" dt="2025-07-15T21:27:17.008" v="180" actId="1076"/>
          <ac:spMkLst>
            <pc:docMk/>
            <pc:sldMk cId="1481418884" sldId="487"/>
            <ac:spMk id="7" creationId="{1DC185FF-61D9-7719-EA33-D6EEE7BD0BDD}"/>
          </ac:spMkLst>
        </pc:spChg>
        <pc:spChg chg="add mod">
          <ac:chgData name="Lines, Todd" userId="afaf7c3a-e8aa-4568-882a-02ad8f9e19b0" providerId="ADAL" clId="{100AD9F7-0D8E-46FB-AE8F-8FF290637B42}" dt="2025-07-15T21:27:17.008" v="180" actId="1076"/>
          <ac:spMkLst>
            <pc:docMk/>
            <pc:sldMk cId="1481418884" sldId="487"/>
            <ac:spMk id="8" creationId="{1D2918C5-0EEC-2A32-DF2B-85CA368116A2}"/>
          </ac:spMkLst>
        </pc:spChg>
        <pc:spChg chg="add mod">
          <ac:chgData name="Lines, Todd" userId="afaf7c3a-e8aa-4568-882a-02ad8f9e19b0" providerId="ADAL" clId="{100AD9F7-0D8E-46FB-AE8F-8FF290637B42}" dt="2025-07-15T21:27:17.008" v="180" actId="1076"/>
          <ac:spMkLst>
            <pc:docMk/>
            <pc:sldMk cId="1481418884" sldId="487"/>
            <ac:spMk id="9" creationId="{A8D76987-CBCD-EBCE-F94F-4C4BB118D96D}"/>
          </ac:spMkLst>
        </pc:spChg>
        <pc:picChg chg="add del mod">
          <ac:chgData name="Lines, Todd" userId="afaf7c3a-e8aa-4568-882a-02ad8f9e19b0" providerId="ADAL" clId="{100AD9F7-0D8E-46FB-AE8F-8FF290637B42}" dt="2025-07-15T21:27:12.056" v="178" actId="478"/>
          <ac:picMkLst>
            <pc:docMk/>
            <pc:sldMk cId="1481418884" sldId="487"/>
            <ac:picMk id="4" creationId="{1B5D0193-F64F-EABB-DD38-C3203DCE6549}"/>
          </ac:picMkLst>
        </pc:picChg>
        <pc:picChg chg="add mod">
          <ac:chgData name="Lines, Todd" userId="afaf7c3a-e8aa-4568-882a-02ad8f9e19b0" providerId="ADAL" clId="{100AD9F7-0D8E-46FB-AE8F-8FF290637B42}" dt="2025-07-15T21:27:17.008" v="180" actId="1076"/>
          <ac:picMkLst>
            <pc:docMk/>
            <pc:sldMk cId="1481418884" sldId="487"/>
            <ac:picMk id="5" creationId="{7FD068FF-D3B7-09FE-6A02-C698F4DF4E5B}"/>
          </ac:picMkLst>
        </pc:picChg>
      </pc:sldChg>
      <pc:sldChg chg="addSp delSp modSp add ord">
        <pc:chgData name="Lines, Todd" userId="afaf7c3a-e8aa-4568-882a-02ad8f9e19b0" providerId="ADAL" clId="{100AD9F7-0D8E-46FB-AE8F-8FF290637B42}" dt="2025-07-15T21:27:34.006" v="184"/>
        <pc:sldMkLst>
          <pc:docMk/>
          <pc:sldMk cId="3315505579" sldId="488"/>
        </pc:sldMkLst>
        <pc:spChg chg="mod">
          <ac:chgData name="Lines, Todd" userId="afaf7c3a-e8aa-4568-882a-02ad8f9e19b0" providerId="ADAL" clId="{100AD9F7-0D8E-46FB-AE8F-8FF290637B42}" dt="2025-07-15T21:27:34.006" v="184"/>
          <ac:spMkLst>
            <pc:docMk/>
            <pc:sldMk cId="3315505579" sldId="488"/>
            <ac:spMk id="8" creationId="{87F17289-700B-7502-33DE-C320F022EA8C}"/>
          </ac:spMkLst>
        </pc:spChg>
        <pc:spChg chg="mod">
          <ac:chgData name="Lines, Todd" userId="afaf7c3a-e8aa-4568-882a-02ad8f9e19b0" providerId="ADAL" clId="{100AD9F7-0D8E-46FB-AE8F-8FF290637B42}" dt="2025-07-15T21:27:34.006" v="184"/>
          <ac:spMkLst>
            <pc:docMk/>
            <pc:sldMk cId="3315505579" sldId="488"/>
            <ac:spMk id="9" creationId="{40B88563-5E29-366B-69D2-70F27FDD5D85}"/>
          </ac:spMkLst>
        </pc:spChg>
        <pc:spChg chg="mod">
          <ac:chgData name="Lines, Todd" userId="afaf7c3a-e8aa-4568-882a-02ad8f9e19b0" providerId="ADAL" clId="{100AD9F7-0D8E-46FB-AE8F-8FF290637B42}" dt="2025-07-15T21:27:34.006" v="184"/>
          <ac:spMkLst>
            <pc:docMk/>
            <pc:sldMk cId="3315505579" sldId="488"/>
            <ac:spMk id="10" creationId="{CA5CC042-3CF9-9265-D7C2-B404E3070A4D}"/>
          </ac:spMkLst>
        </pc:spChg>
        <pc:spChg chg="mod">
          <ac:chgData name="Lines, Todd" userId="afaf7c3a-e8aa-4568-882a-02ad8f9e19b0" providerId="ADAL" clId="{100AD9F7-0D8E-46FB-AE8F-8FF290637B42}" dt="2025-07-15T21:27:34.006" v="184"/>
          <ac:spMkLst>
            <pc:docMk/>
            <pc:sldMk cId="3315505579" sldId="488"/>
            <ac:spMk id="11" creationId="{87322FB6-F71D-1423-C0D4-ECB5295B0279}"/>
          </ac:spMkLst>
        </pc:spChg>
        <pc:grpChg chg="add mod">
          <ac:chgData name="Lines, Todd" userId="afaf7c3a-e8aa-4568-882a-02ad8f9e19b0" providerId="ADAL" clId="{100AD9F7-0D8E-46FB-AE8F-8FF290637B42}" dt="2025-07-15T21:27:34.006" v="184"/>
          <ac:grpSpMkLst>
            <pc:docMk/>
            <pc:sldMk cId="3315505579" sldId="488"/>
            <ac:grpSpMk id="6" creationId="{7BC5B34C-5AFF-89D0-AD05-5F19081493EF}"/>
          </ac:grpSpMkLst>
        </pc:grpChg>
        <pc:picChg chg="del">
          <ac:chgData name="Lines, Todd" userId="afaf7c3a-e8aa-4568-882a-02ad8f9e19b0" providerId="ADAL" clId="{100AD9F7-0D8E-46FB-AE8F-8FF290637B42}" dt="2025-07-15T21:12:21.399" v="106" actId="478"/>
          <ac:picMkLst>
            <pc:docMk/>
            <pc:sldMk cId="3315505579" sldId="488"/>
            <ac:picMk id="4" creationId="{98123A7D-DAA9-C4E1-366E-C5A58F85AD3F}"/>
          </ac:picMkLst>
        </pc:picChg>
        <pc:picChg chg="add del mod">
          <ac:chgData name="Lines, Todd" userId="afaf7c3a-e8aa-4568-882a-02ad8f9e19b0" providerId="ADAL" clId="{100AD9F7-0D8E-46FB-AE8F-8FF290637B42}" dt="2025-07-15T21:27:33.497" v="183" actId="478"/>
          <ac:picMkLst>
            <pc:docMk/>
            <pc:sldMk cId="3315505579" sldId="488"/>
            <ac:picMk id="5" creationId="{FA89DDAD-B32E-FFD8-8239-CC36D49A4608}"/>
          </ac:picMkLst>
        </pc:picChg>
        <pc:picChg chg="mod">
          <ac:chgData name="Lines, Todd" userId="afaf7c3a-e8aa-4568-882a-02ad8f9e19b0" providerId="ADAL" clId="{100AD9F7-0D8E-46FB-AE8F-8FF290637B42}" dt="2025-07-15T21:27:34.006" v="184"/>
          <ac:picMkLst>
            <pc:docMk/>
            <pc:sldMk cId="3315505579" sldId="488"/>
            <ac:picMk id="7" creationId="{567587A7-1E36-2432-261F-1417EC7088F0}"/>
          </ac:picMkLst>
        </pc:picChg>
      </pc:sldChg>
      <pc:sldChg chg="addSp delSp modSp add ord">
        <pc:chgData name="Lines, Todd" userId="afaf7c3a-e8aa-4568-882a-02ad8f9e19b0" providerId="ADAL" clId="{100AD9F7-0D8E-46FB-AE8F-8FF290637B42}" dt="2025-07-15T21:27:59.234" v="188"/>
        <pc:sldMkLst>
          <pc:docMk/>
          <pc:sldMk cId="1326348823" sldId="489"/>
        </pc:sldMkLst>
        <pc:spChg chg="add mod">
          <ac:chgData name="Lines, Todd" userId="afaf7c3a-e8aa-4568-882a-02ad8f9e19b0" providerId="ADAL" clId="{100AD9F7-0D8E-46FB-AE8F-8FF290637B42}" dt="2025-07-15T21:27:59.234" v="188"/>
          <ac:spMkLst>
            <pc:docMk/>
            <pc:sldMk cId="1326348823" sldId="489"/>
            <ac:spMk id="7" creationId="{A2FBD092-35B8-1E74-F7A4-176029CFC92F}"/>
          </ac:spMkLst>
        </pc:spChg>
        <pc:spChg chg="add mod">
          <ac:chgData name="Lines, Todd" userId="afaf7c3a-e8aa-4568-882a-02ad8f9e19b0" providerId="ADAL" clId="{100AD9F7-0D8E-46FB-AE8F-8FF290637B42}" dt="2025-07-15T21:27:59.234" v="188"/>
          <ac:spMkLst>
            <pc:docMk/>
            <pc:sldMk cId="1326348823" sldId="489"/>
            <ac:spMk id="8" creationId="{70120F8B-0AFA-EC4D-0EF1-DC7EA828AB61}"/>
          </ac:spMkLst>
        </pc:spChg>
        <pc:spChg chg="add mod">
          <ac:chgData name="Lines, Todd" userId="afaf7c3a-e8aa-4568-882a-02ad8f9e19b0" providerId="ADAL" clId="{100AD9F7-0D8E-46FB-AE8F-8FF290637B42}" dt="2025-07-15T21:27:59.234" v="188"/>
          <ac:spMkLst>
            <pc:docMk/>
            <pc:sldMk cId="1326348823" sldId="489"/>
            <ac:spMk id="9" creationId="{7E58A8C2-2ED6-CB69-7BB4-C1EF6755987D}"/>
          </ac:spMkLst>
        </pc:spChg>
        <pc:spChg chg="add mod">
          <ac:chgData name="Lines, Todd" userId="afaf7c3a-e8aa-4568-882a-02ad8f9e19b0" providerId="ADAL" clId="{100AD9F7-0D8E-46FB-AE8F-8FF290637B42}" dt="2025-07-15T21:27:59.234" v="188"/>
          <ac:spMkLst>
            <pc:docMk/>
            <pc:sldMk cId="1326348823" sldId="489"/>
            <ac:spMk id="10" creationId="{D93A563F-95C3-DC70-4246-ECCC131ACCF9}"/>
          </ac:spMkLst>
        </pc:spChg>
        <pc:picChg chg="add del mod">
          <ac:chgData name="Lines, Todd" userId="afaf7c3a-e8aa-4568-882a-02ad8f9e19b0" providerId="ADAL" clId="{100AD9F7-0D8E-46FB-AE8F-8FF290637B42}" dt="2025-07-15T21:27:58.298" v="187" actId="478"/>
          <ac:picMkLst>
            <pc:docMk/>
            <pc:sldMk cId="1326348823" sldId="489"/>
            <ac:picMk id="4" creationId="{6F800C1D-215B-FE41-5532-DB510E819382}"/>
          </ac:picMkLst>
        </pc:picChg>
        <pc:picChg chg="del">
          <ac:chgData name="Lines, Todd" userId="afaf7c3a-e8aa-4568-882a-02ad8f9e19b0" providerId="ADAL" clId="{100AD9F7-0D8E-46FB-AE8F-8FF290637B42}" dt="2025-07-15T21:12:35.471" v="109" actId="478"/>
          <ac:picMkLst>
            <pc:docMk/>
            <pc:sldMk cId="1326348823" sldId="489"/>
            <ac:picMk id="5" creationId="{A49BEF51-1899-84D3-EFF4-A04202C10AE2}"/>
          </ac:picMkLst>
        </pc:picChg>
        <pc:picChg chg="add mod">
          <ac:chgData name="Lines, Todd" userId="afaf7c3a-e8aa-4568-882a-02ad8f9e19b0" providerId="ADAL" clId="{100AD9F7-0D8E-46FB-AE8F-8FF290637B42}" dt="2025-07-15T21:27:59.234" v="188"/>
          <ac:picMkLst>
            <pc:docMk/>
            <pc:sldMk cId="1326348823" sldId="489"/>
            <ac:picMk id="6" creationId="{1D1809C8-0FF9-1CDF-673B-121B9188150F}"/>
          </ac:picMkLst>
        </pc:picChg>
      </pc:sldChg>
      <pc:sldChg chg="addSp delSp modSp add ord">
        <pc:chgData name="Lines, Todd" userId="afaf7c3a-e8aa-4568-882a-02ad8f9e19b0" providerId="ADAL" clId="{100AD9F7-0D8E-46FB-AE8F-8FF290637B42}" dt="2025-07-15T21:28:53.769" v="198"/>
        <pc:sldMkLst>
          <pc:docMk/>
          <pc:sldMk cId="498258327" sldId="490"/>
        </pc:sldMkLst>
        <pc:spChg chg="add mod">
          <ac:chgData name="Lines, Todd" userId="afaf7c3a-e8aa-4568-882a-02ad8f9e19b0" providerId="ADAL" clId="{100AD9F7-0D8E-46FB-AE8F-8FF290637B42}" dt="2025-07-15T21:28:53.769" v="198"/>
          <ac:spMkLst>
            <pc:docMk/>
            <pc:sldMk cId="498258327" sldId="490"/>
            <ac:spMk id="7" creationId="{7727E622-3056-12E7-45BA-217A4A6151A4}"/>
          </ac:spMkLst>
        </pc:spChg>
        <pc:spChg chg="add mod">
          <ac:chgData name="Lines, Todd" userId="afaf7c3a-e8aa-4568-882a-02ad8f9e19b0" providerId="ADAL" clId="{100AD9F7-0D8E-46FB-AE8F-8FF290637B42}" dt="2025-07-15T21:28:53.769" v="198"/>
          <ac:spMkLst>
            <pc:docMk/>
            <pc:sldMk cId="498258327" sldId="490"/>
            <ac:spMk id="8" creationId="{CC3A5FD9-D3DE-FEA3-5AAE-7DAD3CB23E44}"/>
          </ac:spMkLst>
        </pc:spChg>
        <pc:spChg chg="add mod">
          <ac:chgData name="Lines, Todd" userId="afaf7c3a-e8aa-4568-882a-02ad8f9e19b0" providerId="ADAL" clId="{100AD9F7-0D8E-46FB-AE8F-8FF290637B42}" dt="2025-07-15T21:28:53.769" v="198"/>
          <ac:spMkLst>
            <pc:docMk/>
            <pc:sldMk cId="498258327" sldId="490"/>
            <ac:spMk id="9" creationId="{D9B3B533-2196-DFDD-2A0D-AB6CCF281AE6}"/>
          </ac:spMkLst>
        </pc:spChg>
        <pc:spChg chg="add mod">
          <ac:chgData name="Lines, Todd" userId="afaf7c3a-e8aa-4568-882a-02ad8f9e19b0" providerId="ADAL" clId="{100AD9F7-0D8E-46FB-AE8F-8FF290637B42}" dt="2025-07-15T21:28:53.769" v="198"/>
          <ac:spMkLst>
            <pc:docMk/>
            <pc:sldMk cId="498258327" sldId="490"/>
            <ac:spMk id="10" creationId="{CBEB9967-7869-3203-CEFC-8907CB06610D}"/>
          </ac:spMkLst>
        </pc:spChg>
        <pc:picChg chg="del">
          <ac:chgData name="Lines, Todd" userId="afaf7c3a-e8aa-4568-882a-02ad8f9e19b0" providerId="ADAL" clId="{100AD9F7-0D8E-46FB-AE8F-8FF290637B42}" dt="2025-07-15T21:12:53.568" v="112" actId="478"/>
          <ac:picMkLst>
            <pc:docMk/>
            <pc:sldMk cId="498258327" sldId="490"/>
            <ac:picMk id="4" creationId="{55BFD65C-B20E-E55B-9B58-33AABECEF030}"/>
          </ac:picMkLst>
        </pc:picChg>
        <pc:picChg chg="add del mod">
          <ac:chgData name="Lines, Todd" userId="afaf7c3a-e8aa-4568-882a-02ad8f9e19b0" providerId="ADAL" clId="{100AD9F7-0D8E-46FB-AE8F-8FF290637B42}" dt="2025-07-15T21:28:53.216" v="197" actId="478"/>
          <ac:picMkLst>
            <pc:docMk/>
            <pc:sldMk cId="498258327" sldId="490"/>
            <ac:picMk id="5" creationId="{F36AA6ED-D4F4-2356-3E08-2275936B00B4}"/>
          </ac:picMkLst>
        </pc:picChg>
        <pc:picChg chg="add mod">
          <ac:chgData name="Lines, Todd" userId="afaf7c3a-e8aa-4568-882a-02ad8f9e19b0" providerId="ADAL" clId="{100AD9F7-0D8E-46FB-AE8F-8FF290637B42}" dt="2025-07-15T21:28:53.769" v="198"/>
          <ac:picMkLst>
            <pc:docMk/>
            <pc:sldMk cId="498258327" sldId="490"/>
            <ac:picMk id="6" creationId="{EAD17C7E-3D15-A63A-CEFA-D05C9B9A3CC1}"/>
          </ac:picMkLst>
        </pc:picChg>
      </pc:sldChg>
      <pc:sldChg chg="addSp delSp modSp new mod ord">
        <pc:chgData name="Lines, Todd" userId="afaf7c3a-e8aa-4568-882a-02ad8f9e19b0" providerId="ADAL" clId="{100AD9F7-0D8E-46FB-AE8F-8FF290637B42}" dt="2025-07-15T21:24:58.136" v="152" actId="1076"/>
        <pc:sldMkLst>
          <pc:docMk/>
          <pc:sldMk cId="1155039443" sldId="491"/>
        </pc:sldMkLst>
        <pc:spChg chg="del">
          <ac:chgData name="Lines, Todd" userId="afaf7c3a-e8aa-4568-882a-02ad8f9e19b0" providerId="ADAL" clId="{100AD9F7-0D8E-46FB-AE8F-8FF290637B42}" dt="2025-07-15T21:21:04.223" v="119" actId="478"/>
          <ac:spMkLst>
            <pc:docMk/>
            <pc:sldMk cId="1155039443" sldId="491"/>
            <ac:spMk id="2" creationId="{1D2540BD-A458-9ADC-248F-ACE7B4D3E40D}"/>
          </ac:spMkLst>
        </pc:spChg>
        <pc:spChg chg="del">
          <ac:chgData name="Lines, Todd" userId="afaf7c3a-e8aa-4568-882a-02ad8f9e19b0" providerId="ADAL" clId="{100AD9F7-0D8E-46FB-AE8F-8FF290637B42}" dt="2025-07-15T21:21:04.223" v="119" actId="478"/>
          <ac:spMkLst>
            <pc:docMk/>
            <pc:sldMk cId="1155039443" sldId="491"/>
            <ac:spMk id="3" creationId="{70740DFB-5D27-7E75-C185-7A83FCC29699}"/>
          </ac:spMkLst>
        </pc:spChg>
        <pc:spChg chg="add mod">
          <ac:chgData name="Lines, Todd" userId="afaf7c3a-e8aa-4568-882a-02ad8f9e19b0" providerId="ADAL" clId="{100AD9F7-0D8E-46FB-AE8F-8FF290637B42}" dt="2025-07-15T21:24:49.479" v="150" actId="14100"/>
          <ac:spMkLst>
            <pc:docMk/>
            <pc:sldMk cId="1155039443" sldId="491"/>
            <ac:spMk id="8" creationId="{F1C6352E-DEAE-F36B-DCEA-B24504831941}"/>
          </ac:spMkLst>
        </pc:spChg>
        <pc:spChg chg="add mod">
          <ac:chgData name="Lines, Todd" userId="afaf7c3a-e8aa-4568-882a-02ad8f9e19b0" providerId="ADAL" clId="{100AD9F7-0D8E-46FB-AE8F-8FF290637B42}" dt="2025-07-15T21:24:49.479" v="150" actId="14100"/>
          <ac:spMkLst>
            <pc:docMk/>
            <pc:sldMk cId="1155039443" sldId="491"/>
            <ac:spMk id="9" creationId="{D72DB7B6-1635-D6F8-A965-AE27653CDDF6}"/>
          </ac:spMkLst>
        </pc:spChg>
        <pc:spChg chg="add mod">
          <ac:chgData name="Lines, Todd" userId="afaf7c3a-e8aa-4568-882a-02ad8f9e19b0" providerId="ADAL" clId="{100AD9F7-0D8E-46FB-AE8F-8FF290637B42}" dt="2025-07-15T21:24:54.965" v="151" actId="1076"/>
          <ac:spMkLst>
            <pc:docMk/>
            <pc:sldMk cId="1155039443" sldId="491"/>
            <ac:spMk id="10" creationId="{7F9777DD-8DD3-93FD-8852-4133A6551E65}"/>
          </ac:spMkLst>
        </pc:spChg>
        <pc:spChg chg="add mod">
          <ac:chgData name="Lines, Todd" userId="afaf7c3a-e8aa-4568-882a-02ad8f9e19b0" providerId="ADAL" clId="{100AD9F7-0D8E-46FB-AE8F-8FF290637B42}" dt="2025-07-15T21:24:58.136" v="152" actId="1076"/>
          <ac:spMkLst>
            <pc:docMk/>
            <pc:sldMk cId="1155039443" sldId="491"/>
            <ac:spMk id="11" creationId="{602787FC-E8B2-0B18-FC9C-80761474FC69}"/>
          </ac:spMkLst>
        </pc:spChg>
        <pc:grpChg chg="add mod">
          <ac:chgData name="Lines, Todd" userId="afaf7c3a-e8aa-4568-882a-02ad8f9e19b0" providerId="ADAL" clId="{100AD9F7-0D8E-46FB-AE8F-8FF290637B42}" dt="2025-07-15T21:24:49.479" v="150" actId="14100"/>
          <ac:grpSpMkLst>
            <pc:docMk/>
            <pc:sldMk cId="1155039443" sldId="491"/>
            <ac:grpSpMk id="12" creationId="{674AAF10-963A-1161-F984-81BB46B0346E}"/>
          </ac:grpSpMkLst>
        </pc:grpChg>
        <pc:picChg chg="add mod">
          <ac:chgData name="Lines, Todd" userId="afaf7c3a-e8aa-4568-882a-02ad8f9e19b0" providerId="ADAL" clId="{100AD9F7-0D8E-46FB-AE8F-8FF290637B42}" dt="2025-07-15T21:21:28.719" v="131" actId="1076"/>
          <ac:picMkLst>
            <pc:docMk/>
            <pc:sldMk cId="1155039443" sldId="491"/>
            <ac:picMk id="5" creationId="{F1D06AA3-AEDA-D7AA-3BF3-9A77A798D9F3}"/>
          </ac:picMkLst>
        </pc:picChg>
        <pc:picChg chg="add del mod">
          <ac:chgData name="Lines, Todd" userId="afaf7c3a-e8aa-4568-882a-02ad8f9e19b0" providerId="ADAL" clId="{100AD9F7-0D8E-46FB-AE8F-8FF290637B42}" dt="2025-07-15T21:24:40.198" v="146" actId="478"/>
          <ac:picMkLst>
            <pc:docMk/>
            <pc:sldMk cId="1155039443" sldId="491"/>
            <ac:picMk id="6" creationId="{40F4EEA7-DB6E-E5A7-B1A6-78A657938665}"/>
          </ac:picMkLst>
        </pc:picChg>
        <pc:picChg chg="add mod">
          <ac:chgData name="Lines, Todd" userId="afaf7c3a-e8aa-4568-882a-02ad8f9e19b0" providerId="ADAL" clId="{100AD9F7-0D8E-46FB-AE8F-8FF290637B42}" dt="2025-07-15T21:24:49.479" v="150" actId="14100"/>
          <ac:picMkLst>
            <pc:docMk/>
            <pc:sldMk cId="1155039443" sldId="491"/>
            <ac:picMk id="7" creationId="{4702BAD3-6C6A-0679-129D-5659D17F8743}"/>
          </ac:picMkLst>
        </pc:picChg>
      </pc:sldChg>
      <pc:sldChg chg="addSp delSp modSp add mod">
        <pc:chgData name="Lines, Todd" userId="afaf7c3a-e8aa-4568-882a-02ad8f9e19b0" providerId="ADAL" clId="{100AD9F7-0D8E-46FB-AE8F-8FF290637B42}" dt="2025-07-15T21:26:30.120" v="171" actId="1076"/>
        <pc:sldMkLst>
          <pc:docMk/>
          <pc:sldMk cId="306947188" sldId="492"/>
        </pc:sldMkLst>
        <pc:spChg chg="add del mod">
          <ac:chgData name="Lines, Todd" userId="afaf7c3a-e8aa-4568-882a-02ad8f9e19b0" providerId="ADAL" clId="{100AD9F7-0D8E-46FB-AE8F-8FF290637B42}" dt="2025-07-15T21:26:18.521" v="166" actId="478"/>
          <ac:spMkLst>
            <pc:docMk/>
            <pc:sldMk cId="306947188" sldId="492"/>
            <ac:spMk id="6" creationId="{14C33EA5-94A4-12EE-939B-CC7C9AA47048}"/>
          </ac:spMkLst>
        </pc:spChg>
        <pc:spChg chg="add del mod">
          <ac:chgData name="Lines, Todd" userId="afaf7c3a-e8aa-4568-882a-02ad8f9e19b0" providerId="ADAL" clId="{100AD9F7-0D8E-46FB-AE8F-8FF290637B42}" dt="2025-07-15T21:26:18.521" v="166" actId="478"/>
          <ac:spMkLst>
            <pc:docMk/>
            <pc:sldMk cId="306947188" sldId="492"/>
            <ac:spMk id="13" creationId="{5E01D139-AD53-F54C-3971-3C509814886B}"/>
          </ac:spMkLst>
        </pc:spChg>
        <pc:spChg chg="add del mod">
          <ac:chgData name="Lines, Todd" userId="afaf7c3a-e8aa-4568-882a-02ad8f9e19b0" providerId="ADAL" clId="{100AD9F7-0D8E-46FB-AE8F-8FF290637B42}" dt="2025-07-15T21:26:18.521" v="166" actId="478"/>
          <ac:spMkLst>
            <pc:docMk/>
            <pc:sldMk cId="306947188" sldId="492"/>
            <ac:spMk id="14" creationId="{8E29D322-CB9C-4FB2-4CBE-B60F7157AB58}"/>
          </ac:spMkLst>
        </pc:spChg>
        <pc:spChg chg="add del mod">
          <ac:chgData name="Lines, Todd" userId="afaf7c3a-e8aa-4568-882a-02ad8f9e19b0" providerId="ADAL" clId="{100AD9F7-0D8E-46FB-AE8F-8FF290637B42}" dt="2025-07-15T21:26:18.521" v="166" actId="478"/>
          <ac:spMkLst>
            <pc:docMk/>
            <pc:sldMk cId="306947188" sldId="492"/>
            <ac:spMk id="15" creationId="{0B46066F-EA5D-767E-0067-E501559951BB}"/>
          </ac:spMkLst>
        </pc:spChg>
        <pc:spChg chg="add mod">
          <ac:chgData name="Lines, Todd" userId="afaf7c3a-e8aa-4568-882a-02ad8f9e19b0" providerId="ADAL" clId="{100AD9F7-0D8E-46FB-AE8F-8FF290637B42}" dt="2025-07-15T21:26:30.120" v="171" actId="1076"/>
          <ac:spMkLst>
            <pc:docMk/>
            <pc:sldMk cId="306947188" sldId="492"/>
            <ac:spMk id="17" creationId="{DF02C082-1A87-63BC-ECC6-C7E086B8C065}"/>
          </ac:spMkLst>
        </pc:spChg>
        <pc:spChg chg="add mod">
          <ac:chgData name="Lines, Todd" userId="afaf7c3a-e8aa-4568-882a-02ad8f9e19b0" providerId="ADAL" clId="{100AD9F7-0D8E-46FB-AE8F-8FF290637B42}" dt="2025-07-15T21:26:30.120" v="171" actId="1076"/>
          <ac:spMkLst>
            <pc:docMk/>
            <pc:sldMk cId="306947188" sldId="492"/>
            <ac:spMk id="18" creationId="{0FB0B096-B58A-3916-B65D-67F0FC4E3D55}"/>
          </ac:spMkLst>
        </pc:spChg>
        <pc:spChg chg="add mod">
          <ac:chgData name="Lines, Todd" userId="afaf7c3a-e8aa-4568-882a-02ad8f9e19b0" providerId="ADAL" clId="{100AD9F7-0D8E-46FB-AE8F-8FF290637B42}" dt="2025-07-15T21:26:30.120" v="171" actId="1076"/>
          <ac:spMkLst>
            <pc:docMk/>
            <pc:sldMk cId="306947188" sldId="492"/>
            <ac:spMk id="19" creationId="{B2ECB6D8-9946-70C3-BF5F-D55B7B3DC7F0}"/>
          </ac:spMkLst>
        </pc:spChg>
        <pc:spChg chg="add mod">
          <ac:chgData name="Lines, Todd" userId="afaf7c3a-e8aa-4568-882a-02ad8f9e19b0" providerId="ADAL" clId="{100AD9F7-0D8E-46FB-AE8F-8FF290637B42}" dt="2025-07-15T21:26:30.120" v="171" actId="1076"/>
          <ac:spMkLst>
            <pc:docMk/>
            <pc:sldMk cId="306947188" sldId="492"/>
            <ac:spMk id="20" creationId="{6AF27426-F6A6-2B22-A912-52A520677315}"/>
          </ac:spMkLst>
        </pc:spChg>
        <pc:grpChg chg="del">
          <ac:chgData name="Lines, Todd" userId="afaf7c3a-e8aa-4568-882a-02ad8f9e19b0" providerId="ADAL" clId="{100AD9F7-0D8E-46FB-AE8F-8FF290637B42}" dt="2025-07-15T21:25:52.011" v="160" actId="478"/>
          <ac:grpSpMkLst>
            <pc:docMk/>
            <pc:sldMk cId="306947188" sldId="492"/>
            <ac:grpSpMk id="12" creationId="{01D15652-9540-1B37-AAD3-17024D38760C}"/>
          </ac:grpSpMkLst>
        </pc:grpChg>
        <pc:picChg chg="add mod">
          <ac:chgData name="Lines, Todd" userId="afaf7c3a-e8aa-4568-882a-02ad8f9e19b0" providerId="ADAL" clId="{100AD9F7-0D8E-46FB-AE8F-8FF290637B42}" dt="2025-07-15T21:25:42.902" v="159" actId="1076"/>
          <ac:picMkLst>
            <pc:docMk/>
            <pc:sldMk cId="306947188" sldId="492"/>
            <ac:picMk id="3" creationId="{0C120CFD-683E-3801-A7B6-FBD5C80A4E3D}"/>
          </ac:picMkLst>
        </pc:picChg>
        <pc:picChg chg="add del mod">
          <ac:chgData name="Lines, Todd" userId="afaf7c3a-e8aa-4568-882a-02ad8f9e19b0" providerId="ADAL" clId="{100AD9F7-0D8E-46FB-AE8F-8FF290637B42}" dt="2025-07-15T21:26:16.193" v="165" actId="478"/>
          <ac:picMkLst>
            <pc:docMk/>
            <pc:sldMk cId="306947188" sldId="492"/>
            <ac:picMk id="4" creationId="{2C7EA5DC-F0EE-221B-8671-805DD4E8BF80}"/>
          </ac:picMkLst>
        </pc:picChg>
        <pc:picChg chg="del">
          <ac:chgData name="Lines, Todd" userId="afaf7c3a-e8aa-4568-882a-02ad8f9e19b0" providerId="ADAL" clId="{100AD9F7-0D8E-46FB-AE8F-8FF290637B42}" dt="2025-07-15T21:25:37.593" v="155" actId="478"/>
          <ac:picMkLst>
            <pc:docMk/>
            <pc:sldMk cId="306947188" sldId="492"/>
            <ac:picMk id="5" creationId="{48CE59C5-E5C7-85BB-42C2-DDD087F767A5}"/>
          </ac:picMkLst>
        </pc:picChg>
        <pc:picChg chg="add mod">
          <ac:chgData name="Lines, Todd" userId="afaf7c3a-e8aa-4568-882a-02ad8f9e19b0" providerId="ADAL" clId="{100AD9F7-0D8E-46FB-AE8F-8FF290637B42}" dt="2025-07-15T21:26:30.120" v="171" actId="1076"/>
          <ac:picMkLst>
            <pc:docMk/>
            <pc:sldMk cId="306947188" sldId="492"/>
            <ac:picMk id="16" creationId="{DD4B3B55-E6E1-A39D-4E44-B63E897CFDD4}"/>
          </ac:picMkLst>
        </pc:picChg>
      </pc:sldChg>
      <pc:sldChg chg="addSp delSp modSp new mod">
        <pc:chgData name="Lines, Todd" userId="afaf7c3a-e8aa-4568-882a-02ad8f9e19b0" providerId="ADAL" clId="{100AD9F7-0D8E-46FB-AE8F-8FF290637B42}" dt="2025-07-15T21:28:44.615" v="196" actId="1076"/>
        <pc:sldMkLst>
          <pc:docMk/>
          <pc:sldMk cId="1171593155" sldId="493"/>
        </pc:sldMkLst>
        <pc:spChg chg="del">
          <ac:chgData name="Lines, Todd" userId="afaf7c3a-e8aa-4568-882a-02ad8f9e19b0" providerId="ADAL" clId="{100AD9F7-0D8E-46FB-AE8F-8FF290637B42}" dt="2025-07-15T21:28:21.480" v="190" actId="478"/>
          <ac:spMkLst>
            <pc:docMk/>
            <pc:sldMk cId="1171593155" sldId="493"/>
            <ac:spMk id="2" creationId="{6C0C608D-B55C-ADEC-48F6-64F63E1CDBAB}"/>
          </ac:spMkLst>
        </pc:spChg>
        <pc:spChg chg="add mod">
          <ac:chgData name="Lines, Todd" userId="afaf7c3a-e8aa-4568-882a-02ad8f9e19b0" providerId="ADAL" clId="{100AD9F7-0D8E-46FB-AE8F-8FF290637B42}" dt="2025-07-15T21:28:25.556" v="192" actId="1076"/>
          <ac:spMkLst>
            <pc:docMk/>
            <pc:sldMk cId="1171593155" sldId="493"/>
            <ac:spMk id="4" creationId="{78ECF628-C657-272E-4276-AE62E4F198E4}"/>
          </ac:spMkLst>
        </pc:spChg>
        <pc:spChg chg="add mod">
          <ac:chgData name="Lines, Todd" userId="afaf7c3a-e8aa-4568-882a-02ad8f9e19b0" providerId="ADAL" clId="{100AD9F7-0D8E-46FB-AE8F-8FF290637B42}" dt="2025-07-15T21:28:25.556" v="192" actId="1076"/>
          <ac:spMkLst>
            <pc:docMk/>
            <pc:sldMk cId="1171593155" sldId="493"/>
            <ac:spMk id="5" creationId="{F8F77572-5DF4-EB6A-C851-B09C2493F3DA}"/>
          </ac:spMkLst>
        </pc:spChg>
        <pc:spChg chg="add mod">
          <ac:chgData name="Lines, Todd" userId="afaf7c3a-e8aa-4568-882a-02ad8f9e19b0" providerId="ADAL" clId="{100AD9F7-0D8E-46FB-AE8F-8FF290637B42}" dt="2025-07-15T21:28:25.556" v="192" actId="1076"/>
          <ac:spMkLst>
            <pc:docMk/>
            <pc:sldMk cId="1171593155" sldId="493"/>
            <ac:spMk id="6" creationId="{1654D336-4F9C-5D01-D612-1CD65B575B15}"/>
          </ac:spMkLst>
        </pc:spChg>
        <pc:spChg chg="add mod">
          <ac:chgData name="Lines, Todd" userId="afaf7c3a-e8aa-4568-882a-02ad8f9e19b0" providerId="ADAL" clId="{100AD9F7-0D8E-46FB-AE8F-8FF290637B42}" dt="2025-07-15T21:28:25.556" v="192" actId="1076"/>
          <ac:spMkLst>
            <pc:docMk/>
            <pc:sldMk cId="1171593155" sldId="493"/>
            <ac:spMk id="7" creationId="{A132B41E-5DF5-4005-70B8-3D313191EBC7}"/>
          </ac:spMkLst>
        </pc:spChg>
        <pc:picChg chg="add mod">
          <ac:chgData name="Lines, Todd" userId="afaf7c3a-e8aa-4568-882a-02ad8f9e19b0" providerId="ADAL" clId="{100AD9F7-0D8E-46FB-AE8F-8FF290637B42}" dt="2025-07-15T21:28:25.556" v="192" actId="1076"/>
          <ac:picMkLst>
            <pc:docMk/>
            <pc:sldMk cId="1171593155" sldId="493"/>
            <ac:picMk id="3" creationId="{542BDFF7-16B8-FA25-F710-CF0F80C79728}"/>
          </ac:picMkLst>
        </pc:picChg>
        <pc:picChg chg="add mod">
          <ac:chgData name="Lines, Todd" userId="afaf7c3a-e8aa-4568-882a-02ad8f9e19b0" providerId="ADAL" clId="{100AD9F7-0D8E-46FB-AE8F-8FF290637B42}" dt="2025-07-15T21:28:44.615" v="196" actId="1076"/>
          <ac:picMkLst>
            <pc:docMk/>
            <pc:sldMk cId="1171593155" sldId="493"/>
            <ac:picMk id="9" creationId="{0EC81D1A-D2C0-7AB4-989D-7041DE56A6F7}"/>
          </ac:picMkLst>
        </pc:picChg>
      </pc:sldChg>
      <pc:sldChg chg="addSp delSp modSp new mod">
        <pc:chgData name="Lines, Todd" userId="afaf7c3a-e8aa-4568-882a-02ad8f9e19b0" providerId="ADAL" clId="{100AD9F7-0D8E-46FB-AE8F-8FF290637B42}" dt="2025-07-15T21:29:24.722" v="208" actId="1076"/>
        <pc:sldMkLst>
          <pc:docMk/>
          <pc:sldMk cId="2136967293" sldId="494"/>
        </pc:sldMkLst>
        <pc:spChg chg="del">
          <ac:chgData name="Lines, Todd" userId="afaf7c3a-e8aa-4568-882a-02ad8f9e19b0" providerId="ADAL" clId="{100AD9F7-0D8E-46FB-AE8F-8FF290637B42}" dt="2025-07-15T21:29:03.609" v="200" actId="478"/>
          <ac:spMkLst>
            <pc:docMk/>
            <pc:sldMk cId="2136967293" sldId="494"/>
            <ac:spMk id="2" creationId="{1821231B-C4A3-EE5B-3F9C-4DC7F734B3FA}"/>
          </ac:spMkLst>
        </pc:spChg>
        <pc:spChg chg="add mod">
          <ac:chgData name="Lines, Todd" userId="afaf7c3a-e8aa-4568-882a-02ad8f9e19b0" providerId="ADAL" clId="{100AD9F7-0D8E-46FB-AE8F-8FF290637B42}" dt="2025-07-15T21:29:06.384" v="202" actId="1076"/>
          <ac:spMkLst>
            <pc:docMk/>
            <pc:sldMk cId="2136967293" sldId="494"/>
            <ac:spMk id="4" creationId="{1E347472-3433-8864-536E-3C534BDC8580}"/>
          </ac:spMkLst>
        </pc:spChg>
        <pc:spChg chg="add mod">
          <ac:chgData name="Lines, Todd" userId="afaf7c3a-e8aa-4568-882a-02ad8f9e19b0" providerId="ADAL" clId="{100AD9F7-0D8E-46FB-AE8F-8FF290637B42}" dt="2025-07-15T21:29:06.384" v="202" actId="1076"/>
          <ac:spMkLst>
            <pc:docMk/>
            <pc:sldMk cId="2136967293" sldId="494"/>
            <ac:spMk id="5" creationId="{640ADC4A-A7F6-4596-49D2-2468008F14EF}"/>
          </ac:spMkLst>
        </pc:spChg>
        <pc:spChg chg="add mod">
          <ac:chgData name="Lines, Todd" userId="afaf7c3a-e8aa-4568-882a-02ad8f9e19b0" providerId="ADAL" clId="{100AD9F7-0D8E-46FB-AE8F-8FF290637B42}" dt="2025-07-15T21:29:06.384" v="202" actId="1076"/>
          <ac:spMkLst>
            <pc:docMk/>
            <pc:sldMk cId="2136967293" sldId="494"/>
            <ac:spMk id="6" creationId="{A9856CE0-C72E-F5F6-2A9C-A1043C737EDA}"/>
          </ac:spMkLst>
        </pc:spChg>
        <pc:spChg chg="add mod">
          <ac:chgData name="Lines, Todd" userId="afaf7c3a-e8aa-4568-882a-02ad8f9e19b0" providerId="ADAL" clId="{100AD9F7-0D8E-46FB-AE8F-8FF290637B42}" dt="2025-07-15T21:29:06.384" v="202" actId="1076"/>
          <ac:spMkLst>
            <pc:docMk/>
            <pc:sldMk cId="2136967293" sldId="494"/>
            <ac:spMk id="7" creationId="{F9F361BF-8BEC-8C00-28E7-F7F831CD1987}"/>
          </ac:spMkLst>
        </pc:spChg>
        <pc:picChg chg="add mod">
          <ac:chgData name="Lines, Todd" userId="afaf7c3a-e8aa-4568-882a-02ad8f9e19b0" providerId="ADAL" clId="{100AD9F7-0D8E-46FB-AE8F-8FF290637B42}" dt="2025-07-15T21:29:06.384" v="202" actId="1076"/>
          <ac:picMkLst>
            <pc:docMk/>
            <pc:sldMk cId="2136967293" sldId="494"/>
            <ac:picMk id="3" creationId="{52216A96-566B-2DE1-09AF-C4F1A6D08CCA}"/>
          </ac:picMkLst>
        </pc:picChg>
        <pc:picChg chg="add mod">
          <ac:chgData name="Lines, Todd" userId="afaf7c3a-e8aa-4568-882a-02ad8f9e19b0" providerId="ADAL" clId="{100AD9F7-0D8E-46FB-AE8F-8FF290637B42}" dt="2025-07-15T21:29:24.722" v="208" actId="1076"/>
          <ac:picMkLst>
            <pc:docMk/>
            <pc:sldMk cId="2136967293" sldId="494"/>
            <ac:picMk id="9" creationId="{C51CC969-84B1-1F02-F869-0BCA33A97E35}"/>
          </ac:picMkLst>
        </pc:picChg>
      </pc:sldChg>
      <pc:sldChg chg="addSp modSp add mod">
        <pc:chgData name="Lines, Todd" userId="afaf7c3a-e8aa-4568-882a-02ad8f9e19b0" providerId="ADAL" clId="{100AD9F7-0D8E-46FB-AE8F-8FF290637B42}" dt="2025-07-15T21:31:34.641" v="230" actId="1076"/>
        <pc:sldMkLst>
          <pc:docMk/>
          <pc:sldMk cId="738890705" sldId="495"/>
        </pc:sldMkLst>
        <pc:spChg chg="mod">
          <ac:chgData name="Lines, Todd" userId="afaf7c3a-e8aa-4568-882a-02ad8f9e19b0" providerId="ADAL" clId="{100AD9F7-0D8E-46FB-AE8F-8FF290637B42}" dt="2025-07-15T21:31:05.437" v="226" actId="404"/>
          <ac:spMkLst>
            <pc:docMk/>
            <pc:sldMk cId="738890705" sldId="495"/>
            <ac:spMk id="6" creationId="{D51AE225-83B5-419A-72EE-C97121255701}"/>
          </ac:spMkLst>
        </pc:spChg>
        <pc:spChg chg="mod">
          <ac:chgData name="Lines, Todd" userId="afaf7c3a-e8aa-4568-882a-02ad8f9e19b0" providerId="ADAL" clId="{100AD9F7-0D8E-46FB-AE8F-8FF290637B42}" dt="2025-07-15T21:31:05.437" v="226" actId="404"/>
          <ac:spMkLst>
            <pc:docMk/>
            <pc:sldMk cId="738890705" sldId="495"/>
            <ac:spMk id="7" creationId="{4EC71FD4-7B5D-6CFD-DFA3-CE329BEC0170}"/>
          </ac:spMkLst>
        </pc:spChg>
        <pc:spChg chg="mod">
          <ac:chgData name="Lines, Todd" userId="afaf7c3a-e8aa-4568-882a-02ad8f9e19b0" providerId="ADAL" clId="{100AD9F7-0D8E-46FB-AE8F-8FF290637B42}" dt="2025-07-15T21:31:05.437" v="226" actId="404"/>
          <ac:spMkLst>
            <pc:docMk/>
            <pc:sldMk cId="738890705" sldId="495"/>
            <ac:spMk id="9" creationId="{7B20545B-9519-9815-3530-015369AFB03A}"/>
          </ac:spMkLst>
        </pc:spChg>
        <pc:spChg chg="mod">
          <ac:chgData name="Lines, Todd" userId="afaf7c3a-e8aa-4568-882a-02ad8f9e19b0" providerId="ADAL" clId="{100AD9F7-0D8E-46FB-AE8F-8FF290637B42}" dt="2025-07-15T21:31:05.437" v="226" actId="404"/>
          <ac:spMkLst>
            <pc:docMk/>
            <pc:sldMk cId="738890705" sldId="495"/>
            <ac:spMk id="10" creationId="{9D1C19E7-E8D6-1B97-D5D1-9955302C2333}"/>
          </ac:spMkLst>
        </pc:spChg>
        <pc:spChg chg="mod">
          <ac:chgData name="Lines, Todd" userId="afaf7c3a-e8aa-4568-882a-02ad8f9e19b0" providerId="ADAL" clId="{100AD9F7-0D8E-46FB-AE8F-8FF290637B42}" dt="2025-07-15T21:31:05.437" v="226" actId="404"/>
          <ac:spMkLst>
            <pc:docMk/>
            <pc:sldMk cId="738890705" sldId="495"/>
            <ac:spMk id="11" creationId="{44615461-5136-8C34-E9E9-0F3600EA29DA}"/>
          </ac:spMkLst>
        </pc:spChg>
        <pc:spChg chg="mod">
          <ac:chgData name="Lines, Todd" userId="afaf7c3a-e8aa-4568-882a-02ad8f9e19b0" providerId="ADAL" clId="{100AD9F7-0D8E-46FB-AE8F-8FF290637B42}" dt="2025-07-15T21:31:05.437" v="226" actId="404"/>
          <ac:spMkLst>
            <pc:docMk/>
            <pc:sldMk cId="738890705" sldId="495"/>
            <ac:spMk id="13" creationId="{0DCFD14A-1220-FE54-FDF2-1DC4B44FDD1D}"/>
          </ac:spMkLst>
        </pc:spChg>
        <pc:spChg chg="mod">
          <ac:chgData name="Lines, Todd" userId="afaf7c3a-e8aa-4568-882a-02ad8f9e19b0" providerId="ADAL" clId="{100AD9F7-0D8E-46FB-AE8F-8FF290637B42}" dt="2025-07-15T21:31:05.437" v="226" actId="404"/>
          <ac:spMkLst>
            <pc:docMk/>
            <pc:sldMk cId="738890705" sldId="495"/>
            <ac:spMk id="15" creationId="{9DC70995-3759-891F-3317-000F93EEC5BC}"/>
          </ac:spMkLst>
        </pc:spChg>
        <pc:spChg chg="mod">
          <ac:chgData name="Lines, Todd" userId="afaf7c3a-e8aa-4568-882a-02ad8f9e19b0" providerId="ADAL" clId="{100AD9F7-0D8E-46FB-AE8F-8FF290637B42}" dt="2025-07-15T21:31:05.437" v="226" actId="404"/>
          <ac:spMkLst>
            <pc:docMk/>
            <pc:sldMk cId="738890705" sldId="495"/>
            <ac:spMk id="16" creationId="{C69DACCA-6492-4EF1-07BD-F2B78626D3FE}"/>
          </ac:spMkLst>
        </pc:spChg>
        <pc:grpChg chg="mod">
          <ac:chgData name="Lines, Todd" userId="afaf7c3a-e8aa-4568-882a-02ad8f9e19b0" providerId="ADAL" clId="{100AD9F7-0D8E-46FB-AE8F-8FF290637B42}" dt="2025-07-15T21:31:05.437" v="226" actId="404"/>
          <ac:grpSpMkLst>
            <pc:docMk/>
            <pc:sldMk cId="738890705" sldId="495"/>
            <ac:grpSpMk id="3" creationId="{78061DAB-7C88-1367-A4F3-6462C40DA9FB}"/>
          </ac:grpSpMkLst>
        </pc:grpChg>
        <pc:picChg chg="mod">
          <ac:chgData name="Lines, Todd" userId="afaf7c3a-e8aa-4568-882a-02ad8f9e19b0" providerId="ADAL" clId="{100AD9F7-0D8E-46FB-AE8F-8FF290637B42}" dt="2025-07-15T21:31:05.437" v="226" actId="404"/>
          <ac:picMkLst>
            <pc:docMk/>
            <pc:sldMk cId="738890705" sldId="495"/>
            <ac:picMk id="2" creationId="{A488A9DD-EB92-F34D-296F-DF10B100595B}"/>
          </ac:picMkLst>
        </pc:picChg>
        <pc:picChg chg="add mod">
          <ac:chgData name="Lines, Todd" userId="afaf7c3a-e8aa-4568-882a-02ad8f9e19b0" providerId="ADAL" clId="{100AD9F7-0D8E-46FB-AE8F-8FF290637B42}" dt="2025-07-15T21:31:22.625" v="228" actId="1076"/>
          <ac:picMkLst>
            <pc:docMk/>
            <pc:sldMk cId="738890705" sldId="495"/>
            <ac:picMk id="5" creationId="{D882E186-2C1B-14DF-38F8-40A9FCDB1864}"/>
          </ac:picMkLst>
        </pc:picChg>
        <pc:picChg chg="add mod">
          <ac:chgData name="Lines, Todd" userId="afaf7c3a-e8aa-4568-882a-02ad8f9e19b0" providerId="ADAL" clId="{100AD9F7-0D8E-46FB-AE8F-8FF290637B42}" dt="2025-07-15T21:31:34.641" v="230" actId="1076"/>
          <ac:picMkLst>
            <pc:docMk/>
            <pc:sldMk cId="738890705" sldId="495"/>
            <ac:picMk id="12" creationId="{47B33905-62B3-6666-CD24-326D678496D3}"/>
          </ac:picMkLst>
        </pc:picChg>
      </pc:sldChg>
      <pc:sldChg chg="addSp modSp new mod ord">
        <pc:chgData name="Lines, Todd" userId="afaf7c3a-e8aa-4568-882a-02ad8f9e19b0" providerId="ADAL" clId="{100AD9F7-0D8E-46FB-AE8F-8FF290637B42}" dt="2025-07-15T21:33:19.286" v="318"/>
        <pc:sldMkLst>
          <pc:docMk/>
          <pc:sldMk cId="3936426354" sldId="496"/>
        </pc:sldMkLst>
        <pc:spChg chg="mod">
          <ac:chgData name="Lines, Todd" userId="afaf7c3a-e8aa-4568-882a-02ad8f9e19b0" providerId="ADAL" clId="{100AD9F7-0D8E-46FB-AE8F-8FF290637B42}" dt="2025-07-15T21:31:49.556" v="240" actId="20577"/>
          <ac:spMkLst>
            <pc:docMk/>
            <pc:sldMk cId="3936426354" sldId="496"/>
            <ac:spMk id="2" creationId="{3A32364A-488B-A7D0-D5D8-B97171E24F80}"/>
          </ac:spMkLst>
        </pc:spChg>
        <pc:spChg chg="mod">
          <ac:chgData name="Lines, Todd" userId="afaf7c3a-e8aa-4568-882a-02ad8f9e19b0" providerId="ADAL" clId="{100AD9F7-0D8E-46FB-AE8F-8FF290637B42}" dt="2025-07-15T21:32:49.645" v="315" actId="20577"/>
          <ac:spMkLst>
            <pc:docMk/>
            <pc:sldMk cId="3936426354" sldId="496"/>
            <ac:spMk id="3" creationId="{5D75163D-EC60-AAE3-C8E0-7F7DFD19353B}"/>
          </ac:spMkLst>
        </pc:spChg>
        <pc:spChg chg="mod">
          <ac:chgData name="Lines, Todd" userId="afaf7c3a-e8aa-4568-882a-02ad8f9e19b0" providerId="ADAL" clId="{100AD9F7-0D8E-46FB-AE8F-8FF290637B42}" dt="2025-07-15T21:33:19.286" v="318"/>
          <ac:spMkLst>
            <pc:docMk/>
            <pc:sldMk cId="3936426354" sldId="496"/>
            <ac:spMk id="6" creationId="{1526DBDF-2ED8-B746-F8F3-50BF17C3AD55}"/>
          </ac:spMkLst>
        </pc:spChg>
        <pc:spChg chg="mod">
          <ac:chgData name="Lines, Todd" userId="afaf7c3a-e8aa-4568-882a-02ad8f9e19b0" providerId="ADAL" clId="{100AD9F7-0D8E-46FB-AE8F-8FF290637B42}" dt="2025-07-15T21:33:19.286" v="318"/>
          <ac:spMkLst>
            <pc:docMk/>
            <pc:sldMk cId="3936426354" sldId="496"/>
            <ac:spMk id="7" creationId="{5E990701-B9B2-1A1C-C028-1CF66F3ED67C}"/>
          </ac:spMkLst>
        </pc:spChg>
        <pc:spChg chg="mod">
          <ac:chgData name="Lines, Todd" userId="afaf7c3a-e8aa-4568-882a-02ad8f9e19b0" providerId="ADAL" clId="{100AD9F7-0D8E-46FB-AE8F-8FF290637B42}" dt="2025-07-15T21:33:19.286" v="318"/>
          <ac:spMkLst>
            <pc:docMk/>
            <pc:sldMk cId="3936426354" sldId="496"/>
            <ac:spMk id="8" creationId="{A785FCDC-5AC1-3D9C-2B39-56FDD964A679}"/>
          </ac:spMkLst>
        </pc:spChg>
        <pc:spChg chg="mod">
          <ac:chgData name="Lines, Todd" userId="afaf7c3a-e8aa-4568-882a-02ad8f9e19b0" providerId="ADAL" clId="{100AD9F7-0D8E-46FB-AE8F-8FF290637B42}" dt="2025-07-15T21:33:19.286" v="318"/>
          <ac:spMkLst>
            <pc:docMk/>
            <pc:sldMk cId="3936426354" sldId="496"/>
            <ac:spMk id="9" creationId="{2ED2D8DB-6B17-CB47-F1FD-B009C0FE9A96}"/>
          </ac:spMkLst>
        </pc:spChg>
        <pc:spChg chg="mod">
          <ac:chgData name="Lines, Todd" userId="afaf7c3a-e8aa-4568-882a-02ad8f9e19b0" providerId="ADAL" clId="{100AD9F7-0D8E-46FB-AE8F-8FF290637B42}" dt="2025-07-15T21:33:19.286" v="318"/>
          <ac:spMkLst>
            <pc:docMk/>
            <pc:sldMk cId="3936426354" sldId="496"/>
            <ac:spMk id="10" creationId="{E80347D7-FF4F-759C-7BFC-D5C1E70FC1E3}"/>
          </ac:spMkLst>
        </pc:spChg>
        <pc:spChg chg="mod">
          <ac:chgData name="Lines, Todd" userId="afaf7c3a-e8aa-4568-882a-02ad8f9e19b0" providerId="ADAL" clId="{100AD9F7-0D8E-46FB-AE8F-8FF290637B42}" dt="2025-07-15T21:33:19.286" v="318"/>
          <ac:spMkLst>
            <pc:docMk/>
            <pc:sldMk cId="3936426354" sldId="496"/>
            <ac:spMk id="11" creationId="{EF07B2FD-4E27-1ABE-37E0-8149A48D41A8}"/>
          </ac:spMkLst>
        </pc:spChg>
        <pc:spChg chg="mod">
          <ac:chgData name="Lines, Todd" userId="afaf7c3a-e8aa-4568-882a-02ad8f9e19b0" providerId="ADAL" clId="{100AD9F7-0D8E-46FB-AE8F-8FF290637B42}" dt="2025-07-15T21:33:19.286" v="318"/>
          <ac:spMkLst>
            <pc:docMk/>
            <pc:sldMk cId="3936426354" sldId="496"/>
            <ac:spMk id="12" creationId="{DAE079FC-D8DD-2138-8711-8D9FADC3D2CB}"/>
          </ac:spMkLst>
        </pc:spChg>
        <pc:spChg chg="mod">
          <ac:chgData name="Lines, Todd" userId="afaf7c3a-e8aa-4568-882a-02ad8f9e19b0" providerId="ADAL" clId="{100AD9F7-0D8E-46FB-AE8F-8FF290637B42}" dt="2025-07-15T21:33:19.286" v="318"/>
          <ac:spMkLst>
            <pc:docMk/>
            <pc:sldMk cId="3936426354" sldId="496"/>
            <ac:spMk id="13" creationId="{D64B2690-7DC0-74AF-5325-E7C459C3A5B9}"/>
          </ac:spMkLst>
        </pc:spChg>
        <pc:grpChg chg="add mod">
          <ac:chgData name="Lines, Todd" userId="afaf7c3a-e8aa-4568-882a-02ad8f9e19b0" providerId="ADAL" clId="{100AD9F7-0D8E-46FB-AE8F-8FF290637B42}" dt="2025-07-15T21:33:19.286" v="318"/>
          <ac:grpSpMkLst>
            <pc:docMk/>
            <pc:sldMk cId="3936426354" sldId="496"/>
            <ac:grpSpMk id="4" creationId="{A684EDCC-91D4-3886-A14B-63D5CD9E7140}"/>
          </ac:grpSpMkLst>
        </pc:grpChg>
        <pc:picChg chg="mod">
          <ac:chgData name="Lines, Todd" userId="afaf7c3a-e8aa-4568-882a-02ad8f9e19b0" providerId="ADAL" clId="{100AD9F7-0D8E-46FB-AE8F-8FF290637B42}" dt="2025-07-15T21:33:19.286" v="318"/>
          <ac:picMkLst>
            <pc:docMk/>
            <pc:sldMk cId="3936426354" sldId="496"/>
            <ac:picMk id="5" creationId="{6CD0EC26-AE10-7F5A-22C0-9DEAC07612F8}"/>
          </ac:picMkLst>
        </pc:picChg>
      </pc:sldChg>
      <pc:sldChg chg="modSp new mod">
        <pc:chgData name="Lines, Todd" userId="afaf7c3a-e8aa-4568-882a-02ad8f9e19b0" providerId="ADAL" clId="{100AD9F7-0D8E-46FB-AE8F-8FF290637B42}" dt="2025-07-15T21:38:04.275" v="510" actId="20577"/>
        <pc:sldMkLst>
          <pc:docMk/>
          <pc:sldMk cId="391963036" sldId="497"/>
        </pc:sldMkLst>
        <pc:spChg chg="mod">
          <ac:chgData name="Lines, Todd" userId="afaf7c3a-e8aa-4568-882a-02ad8f9e19b0" providerId="ADAL" clId="{100AD9F7-0D8E-46FB-AE8F-8FF290637B42}" dt="2025-07-15T21:36:16.323" v="327" actId="20577"/>
          <ac:spMkLst>
            <pc:docMk/>
            <pc:sldMk cId="391963036" sldId="497"/>
            <ac:spMk id="2" creationId="{21DA6325-E345-D91D-5781-48529F626B42}"/>
          </ac:spMkLst>
        </pc:spChg>
        <pc:spChg chg="mod">
          <ac:chgData name="Lines, Todd" userId="afaf7c3a-e8aa-4568-882a-02ad8f9e19b0" providerId="ADAL" clId="{100AD9F7-0D8E-46FB-AE8F-8FF290637B42}" dt="2025-07-15T21:38:04.275" v="510" actId="20577"/>
          <ac:spMkLst>
            <pc:docMk/>
            <pc:sldMk cId="391963036" sldId="497"/>
            <ac:spMk id="3" creationId="{D2619D7C-581F-2069-1D93-7EAD3C750AC7}"/>
          </ac:spMkLst>
        </pc:spChg>
      </pc:sldChg>
    </pc:docChg>
  </pc:docChgLst>
  <pc:docChgLst>
    <pc:chgData name="Lines, Todd" userId="afaf7c3a-e8aa-4568-882a-02ad8f9e19b0" providerId="ADAL" clId="{19433E2F-A7AC-4341-9FA4-5680B2C19CE3}"/>
    <pc:docChg chg="custSel addSld modSld">
      <pc:chgData name="Lines, Todd" userId="afaf7c3a-e8aa-4568-882a-02ad8f9e19b0" providerId="ADAL" clId="{19433E2F-A7AC-4341-9FA4-5680B2C19CE3}" dt="2025-07-08T19:01:50.896" v="8" actId="20577"/>
      <pc:docMkLst>
        <pc:docMk/>
      </pc:docMkLst>
      <pc:sldChg chg="add">
        <pc:chgData name="Lines, Todd" userId="afaf7c3a-e8aa-4568-882a-02ad8f9e19b0" providerId="ADAL" clId="{19433E2F-A7AC-4341-9FA4-5680B2C19CE3}" dt="2025-07-03T22:45:43.067" v="5"/>
        <pc:sldMkLst>
          <pc:docMk/>
          <pc:sldMk cId="0" sldId="265"/>
        </pc:sldMkLst>
      </pc:sldChg>
      <pc:sldChg chg="addSp delSp modSp new mod">
        <pc:chgData name="Lines, Todd" userId="afaf7c3a-e8aa-4568-882a-02ad8f9e19b0" providerId="ADAL" clId="{19433E2F-A7AC-4341-9FA4-5680B2C19CE3}" dt="2025-07-03T22:44:15.552" v="4" actId="14100"/>
        <pc:sldMkLst>
          <pc:docMk/>
          <pc:sldMk cId="3556862412" sldId="341"/>
        </pc:sldMkLst>
      </pc:sldChg>
      <pc:sldChg chg="modSp add mod">
        <pc:chgData name="Lines, Todd" userId="afaf7c3a-e8aa-4568-882a-02ad8f9e19b0" providerId="ADAL" clId="{19433E2F-A7AC-4341-9FA4-5680B2C19CE3}" dt="2025-07-08T19:01:50.896" v="8" actId="20577"/>
        <pc:sldMkLst>
          <pc:docMk/>
          <pc:sldMk cId="0" sldId="484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0A238-A1F3-A736-B7EC-976384423A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144D96-A55B-A928-FA20-63E4A8CA49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C9AC2-2E41-F679-20F6-61FA3E575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5EFFD9-63A4-95F1-7134-DCBFD68D5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54F844-2BD9-532B-E4D1-3F33DCB32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010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3EC93-FCFF-CFDD-4100-D50E0A805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215F6-2099-A6FE-C0D9-206B3A538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D6C8F4-48C8-E15D-8AB5-925B3112D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E466C-D372-8FCB-0A16-17B2B4CB3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F481E8-CC91-3401-9362-9280BD974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763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E9C1-979D-710B-4456-AAA0751A1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4E0728-76C2-C078-38CA-8A55CB8E1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8BA47-CD34-1443-A6D8-14A086847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987B6-8B03-4F14-C2E1-305804B18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4784F-CAF1-FD20-5F39-86CEB2E0B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206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05969-8546-5A5D-98E8-A16D6293F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B9A55-5216-D38F-557F-FA1954B8B6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F609F8-4D12-CDAF-3FD6-F79D7A487E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7C9E50-828D-A311-F58C-B827C34C1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BB2294-7B60-7C60-25EF-1C902882A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9177C3-1298-0EF5-1901-06C9852CA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56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8BCB8-D1E4-9777-0011-01FDACDB4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FEE2C2-764D-75DD-24B9-73235857A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7F8EC7-720F-0895-8799-E66C5E3A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4C5139-AC0A-1140-F5E3-2C82F79763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821314-BC77-19B8-7A01-CD1372834F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B9B0E5-1504-5143-AF1B-473511F7F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4D180-29BC-C360-E2B0-D84A10E1C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27357-D394-8720-E19D-AE9DC0293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255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55D9F-0697-CCB7-3FEF-3509CB62B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E8CFCF-3273-D533-141B-912368B99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DD8AB2-6BC1-9F0A-B51F-E0F1B74DD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61C1E7-17C5-8427-D5EA-B37DA81BE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271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4D47E2-8AE0-57D9-5984-4766A9B48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ED9473-9F3D-858F-C6FD-B85F97C97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F62CB-139D-7620-ED42-BC92C36E5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35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46A62-85E3-AB9D-747C-304B08BE0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2B5E5-09CA-9B76-386D-31BE81B9E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10C0A9-3DB9-19E8-1253-052B3383BC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6731DE-A839-8BB8-651B-4A21E4F47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45950-5766-5EB3-3B8B-828778F07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F05604-BE60-FAFD-8FF8-5F1A34290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365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FA40F-6F03-C9AF-67D8-ABD1A6D8A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5420F2-8849-F0DE-77D0-DAB4E47068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0A1F36-4666-8317-F4DF-A0BDE3B83B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D72E8E-CC8E-F008-00C2-766D03A89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AC2C65-7674-57C7-14F0-20B552C56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EBA09-DB23-74C5-4B72-46560157C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346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19FD8-1E16-3358-4807-3F350F3EA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AFB8B-13D3-C527-D52A-C0707B4774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0F7BA-E6CB-DA75-18B2-FC1212534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F42CC7-E532-A24A-7C49-43B9C14EF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FC6A87-E964-9DFC-DB96-0BEEA57AC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217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935719-5A12-AE6C-AC40-EA037C32D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5BB5AC-DF35-267D-56A8-A3393CB56E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7F54E9-849D-5C3D-C92C-E1CAA4C5E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C9AF2-12A9-85C9-AF49-F06B243E6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8DE94-282E-31B2-D26E-001B0F004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981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24461D-50F6-CB64-1395-874A57780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182433-F1E4-65F2-0F57-8DE47C7B3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247706-E194-0E23-E386-CB12C837BA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14FE54-3E4B-43AC-AC6A-78E009FC7A62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406C9-AD06-DC4D-3F26-D8C29CCE92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2DD70-A68A-28AE-68ED-BF50481DB0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148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em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F5993-F601-E2E9-268C-C8A5F1C288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38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020D93-E313-3C42-F245-7695576BCB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6851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Carnot Engine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645207"/>
            <a:ext cx="8230018" cy="56793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4038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648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934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763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238470" y="698292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9738" y="3360294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6746" y="3871207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7895" y="5015304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246840" y="124417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014729" y="124417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002344" y="3025227"/>
            <a:ext cx="2254127" cy="276062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002344" y="2605408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3770233" y="1943875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Up Arrow 11"/>
          <p:cNvSpPr/>
          <p:nvPr/>
        </p:nvSpPr>
        <p:spPr>
          <a:xfrm>
            <a:off x="3784683" y="516460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465382" y="5171600"/>
            <a:ext cx="6928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6" name="Rectangle 15"/>
          <p:cNvSpPr/>
          <p:nvPr/>
        </p:nvSpPr>
        <p:spPr>
          <a:xfrm>
            <a:off x="2989852" y="3492326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34692" y="6130970"/>
            <a:ext cx="895584" cy="7402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1" name="Title 20"/>
          <p:cNvSpPr>
            <a:spLocks noGrp="1"/>
          </p:cNvSpPr>
          <p:nvPr>
            <p:ph type="title"/>
          </p:nvPr>
        </p:nvSpPr>
        <p:spPr>
          <a:xfrm>
            <a:off x="2188960" y="211138"/>
            <a:ext cx="8229600" cy="1143000"/>
          </a:xfrm>
        </p:spPr>
        <p:txBody>
          <a:bodyPr/>
          <a:lstStyle/>
          <a:p>
            <a:r>
              <a:rPr lang="en-US" dirty="0"/>
              <a:t>Process A to B</a:t>
            </a:r>
          </a:p>
        </p:txBody>
      </p:sp>
      <p:pic>
        <p:nvPicPr>
          <p:cNvPr id="15" name="Picture 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6977" y="1588654"/>
            <a:ext cx="4341384" cy="30341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454620" y="146902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222509" y="146902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210124" y="2653251"/>
            <a:ext cx="2254127" cy="335745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210124" y="2230658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3993003" y="170403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197632" y="3117570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1955800" y="326027"/>
            <a:ext cx="8229600" cy="1143000"/>
          </a:xfrm>
        </p:spPr>
        <p:txBody>
          <a:bodyPr/>
          <a:lstStyle/>
          <a:p>
            <a:r>
              <a:rPr lang="en-US" dirty="0"/>
              <a:t>Process B to 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44778" y="6100998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12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43" y="2368374"/>
            <a:ext cx="4094629" cy="2870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439630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207519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195134" y="3207887"/>
            <a:ext cx="2254127" cy="281780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195134" y="2785288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3978013" y="225866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182642" y="2128230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Up Arrow 12"/>
          <p:cNvSpPr/>
          <p:nvPr/>
        </p:nvSpPr>
        <p:spPr>
          <a:xfrm flipV="1">
            <a:off x="3977473" y="567426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598213" y="5411440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  <p:sp>
        <p:nvSpPr>
          <p:cNvPr id="15" name="Title 14"/>
          <p:cNvSpPr>
            <a:spLocks noGrp="1"/>
          </p:cNvSpPr>
          <p:nvPr>
            <p:ph type="title"/>
          </p:nvPr>
        </p:nvSpPr>
        <p:spPr>
          <a:xfrm>
            <a:off x="1981200" y="341017"/>
            <a:ext cx="8229600" cy="1143000"/>
          </a:xfrm>
        </p:spPr>
        <p:txBody>
          <a:bodyPr/>
          <a:lstStyle/>
          <a:p>
            <a:r>
              <a:rPr lang="en-US" dirty="0"/>
              <a:t>Process C to D</a:t>
            </a:r>
          </a:p>
        </p:txBody>
      </p:sp>
      <p:pic>
        <p:nvPicPr>
          <p:cNvPr id="21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5240" y="1701800"/>
            <a:ext cx="4322761" cy="30160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441920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209809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197424" y="3612621"/>
            <a:ext cx="2254127" cy="241307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197424" y="3219998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3980303" y="269337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184932" y="2562940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>
          <a:xfrm>
            <a:off x="2273300" y="274638"/>
            <a:ext cx="8229600" cy="1143000"/>
          </a:xfrm>
        </p:spPr>
        <p:txBody>
          <a:bodyPr/>
          <a:lstStyle/>
          <a:p>
            <a:r>
              <a:rPr lang="en-US" dirty="0"/>
              <a:t>Process D to 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32078" y="6100998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6034" y="2239749"/>
            <a:ext cx="4421966" cy="3030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5724" y="53473"/>
            <a:ext cx="8923181" cy="61838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3722077" y="1059757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6477000" y="5158252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203756" y="3219616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9889731" y="5225129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874477" y="698291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2848" y="5158253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6302" y="2641243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38189" y="4932742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579446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30850-E87E-6CC0-45DD-4BD782F23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6B204-0620-A62D-D82C-F058E5968E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387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What kind of path is shown in the PV diagram?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FD068FF-D3B7-09FE-6A02-C698F4DF4E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5102" y="2076074"/>
            <a:ext cx="4294483" cy="2976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20847E9B-E26E-1EAA-BF59-89B63067F9B0}"/>
              </a:ext>
            </a:extLst>
          </p:cNvPr>
          <p:cNvSpPr/>
          <p:nvPr/>
        </p:nvSpPr>
        <p:spPr>
          <a:xfrm>
            <a:off x="7585352" y="2572960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DC185FF-61D9-7719-EA33-D6EEE7BD0BDD}"/>
              </a:ext>
            </a:extLst>
          </p:cNvPr>
          <p:cNvSpPr/>
          <p:nvPr/>
        </p:nvSpPr>
        <p:spPr>
          <a:xfrm>
            <a:off x="7809125" y="361913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2918C5-0EEC-2A32-DF2B-85CA368116A2}"/>
              </a:ext>
            </a:extLst>
          </p:cNvPr>
          <p:cNvSpPr txBox="1"/>
          <p:nvPr/>
        </p:nvSpPr>
        <p:spPr>
          <a:xfrm>
            <a:off x="7726467" y="2308654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D76987-CBCD-EBCE-F94F-4C4BB118D96D}"/>
              </a:ext>
            </a:extLst>
          </p:cNvPr>
          <p:cNvSpPr txBox="1"/>
          <p:nvPr/>
        </p:nvSpPr>
        <p:spPr>
          <a:xfrm>
            <a:off x="7957039" y="342335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4814188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246840" y="124417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014729" y="124417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002344" y="3025227"/>
            <a:ext cx="2254127" cy="276062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002344" y="2605408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3770233" y="1943875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Up Arrow 11"/>
          <p:cNvSpPr/>
          <p:nvPr/>
        </p:nvSpPr>
        <p:spPr>
          <a:xfrm>
            <a:off x="3784683" y="516460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465382" y="5171600"/>
            <a:ext cx="6928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6" name="Rectangle 15"/>
          <p:cNvSpPr/>
          <p:nvPr/>
        </p:nvSpPr>
        <p:spPr>
          <a:xfrm>
            <a:off x="2989852" y="3492326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34692" y="6130970"/>
            <a:ext cx="895584" cy="7402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1" name="Title 20"/>
          <p:cNvSpPr>
            <a:spLocks noGrp="1"/>
          </p:cNvSpPr>
          <p:nvPr>
            <p:ph type="title"/>
          </p:nvPr>
        </p:nvSpPr>
        <p:spPr>
          <a:xfrm>
            <a:off x="2188960" y="211138"/>
            <a:ext cx="8229600" cy="1143000"/>
          </a:xfrm>
        </p:spPr>
        <p:txBody>
          <a:bodyPr/>
          <a:lstStyle/>
          <a:p>
            <a:r>
              <a:rPr lang="en-US" dirty="0"/>
              <a:t>Process A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B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3518" y="1942724"/>
            <a:ext cx="4294483" cy="2976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Oval 16"/>
          <p:cNvSpPr/>
          <p:nvPr/>
        </p:nvSpPr>
        <p:spPr>
          <a:xfrm>
            <a:off x="7443768" y="2439610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8" name="Oval 17"/>
          <p:cNvSpPr/>
          <p:nvPr/>
        </p:nvSpPr>
        <p:spPr>
          <a:xfrm>
            <a:off x="7667541" y="348578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9" name="TextBox 18"/>
          <p:cNvSpPr txBox="1"/>
          <p:nvPr/>
        </p:nvSpPr>
        <p:spPr>
          <a:xfrm>
            <a:off x="7584883" y="2175304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5455" y="329000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6066672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1D06AA3-AEDA-D7AA-3BF3-9A77A798D9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0070" y="4600575"/>
            <a:ext cx="8567120" cy="1805859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674AAF10-963A-1161-F984-81BB46B0346E}"/>
              </a:ext>
            </a:extLst>
          </p:cNvPr>
          <p:cNvGrpSpPr/>
          <p:nvPr/>
        </p:nvGrpSpPr>
        <p:grpSpPr>
          <a:xfrm>
            <a:off x="3144543" y="452869"/>
            <a:ext cx="5123157" cy="3671456"/>
            <a:chOff x="3144543" y="452869"/>
            <a:chExt cx="4294483" cy="2976131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4702BAD3-6C6A-0679-129D-5659D17F87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44543" y="452869"/>
              <a:ext cx="4294483" cy="29761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1C6352E-DEAE-F36B-DCEA-B24504831941}"/>
                </a:ext>
              </a:extLst>
            </p:cNvPr>
            <p:cNvSpPr/>
            <p:nvPr/>
          </p:nvSpPr>
          <p:spPr>
            <a:xfrm>
              <a:off x="4214793" y="949755"/>
              <a:ext cx="76200" cy="76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D72DB7B6-1635-D6F8-A965-AE27653CDDF6}"/>
                </a:ext>
              </a:extLst>
            </p:cNvPr>
            <p:cNvSpPr/>
            <p:nvPr/>
          </p:nvSpPr>
          <p:spPr>
            <a:xfrm>
              <a:off x="4438566" y="1995929"/>
              <a:ext cx="76200" cy="76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F9777DD-8DD3-93FD-8852-4133A6551E65}"/>
                </a:ext>
              </a:extLst>
            </p:cNvPr>
            <p:cNvSpPr txBox="1"/>
            <p:nvPr/>
          </p:nvSpPr>
          <p:spPr>
            <a:xfrm>
              <a:off x="4290993" y="793915"/>
              <a:ext cx="3209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02787FC-E8B2-0B18-FC9C-80761474FC69}"/>
                </a:ext>
              </a:extLst>
            </p:cNvPr>
            <p:cNvSpPr txBox="1"/>
            <p:nvPr/>
          </p:nvSpPr>
          <p:spPr>
            <a:xfrm>
              <a:off x="4563350" y="1849363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50394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46B09-E789-7A2D-4E81-2DFAE3B29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ABE7F-CBED-AEC8-12D5-3FD99CA0E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95D7FA-BF6B-2EC7-2AF6-CFCE875E33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387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What kind of path is shown in the PV diagram?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BC5B34C-5AFF-89D0-AD05-5F19081493EF}"/>
              </a:ext>
            </a:extLst>
          </p:cNvPr>
          <p:cNvGrpSpPr/>
          <p:nvPr/>
        </p:nvGrpSpPr>
        <p:grpSpPr>
          <a:xfrm>
            <a:off x="6479884" y="2061829"/>
            <a:ext cx="4204888" cy="2780554"/>
            <a:chOff x="6479884" y="2061829"/>
            <a:chExt cx="4204888" cy="2780554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567587A7-1E36-2432-261F-1417EC7088F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79884" y="2061829"/>
              <a:ext cx="4012271" cy="2780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7F17289-700B-7502-33DE-C320F022EA8C}"/>
                </a:ext>
              </a:extLst>
            </p:cNvPr>
            <p:cNvSpPr/>
            <p:nvPr/>
          </p:nvSpPr>
          <p:spPr>
            <a:xfrm>
              <a:off x="10233860" y="4362194"/>
              <a:ext cx="76200" cy="76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0B88563-5E29-366B-69D2-70F27FDD5D85}"/>
                </a:ext>
              </a:extLst>
            </p:cNvPr>
            <p:cNvSpPr/>
            <p:nvPr/>
          </p:nvSpPr>
          <p:spPr>
            <a:xfrm>
              <a:off x="7667541" y="3485784"/>
              <a:ext cx="76200" cy="76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A5CC042-3CF9-9265-D7C2-B404E3070A4D}"/>
                </a:ext>
              </a:extLst>
            </p:cNvPr>
            <p:cNvSpPr txBox="1"/>
            <p:nvPr/>
          </p:nvSpPr>
          <p:spPr>
            <a:xfrm>
              <a:off x="10339806" y="4179949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7322FB6-F71D-1423-C0D4-ECB5295B0279}"/>
                </a:ext>
              </a:extLst>
            </p:cNvPr>
            <p:cNvSpPr txBox="1"/>
            <p:nvPr/>
          </p:nvSpPr>
          <p:spPr>
            <a:xfrm>
              <a:off x="7815455" y="3290006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155055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E44A0-E289-4CA8-1B5F-4426E7C31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AFE5CBF-AA52-6599-0F44-8841C30FA58D}"/>
              </a:ext>
            </a:extLst>
          </p:cNvPr>
          <p:cNvSpPr/>
          <p:nvPr/>
        </p:nvSpPr>
        <p:spPr>
          <a:xfrm>
            <a:off x="2454620" y="146902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5CABAF-4D2B-5B99-7D11-00C41AA69A34}"/>
              </a:ext>
            </a:extLst>
          </p:cNvPr>
          <p:cNvSpPr/>
          <p:nvPr/>
        </p:nvSpPr>
        <p:spPr>
          <a:xfrm>
            <a:off x="3222509" y="146902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D90919-94E1-2323-1D5B-A1B6466D2926}"/>
              </a:ext>
            </a:extLst>
          </p:cNvPr>
          <p:cNvSpPr/>
          <p:nvPr/>
        </p:nvSpPr>
        <p:spPr>
          <a:xfrm>
            <a:off x="3210124" y="2653251"/>
            <a:ext cx="2254127" cy="335745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FE7963-5DCF-76A8-46B7-72CD311D736D}"/>
              </a:ext>
            </a:extLst>
          </p:cNvPr>
          <p:cNvSpPr/>
          <p:nvPr/>
        </p:nvSpPr>
        <p:spPr>
          <a:xfrm>
            <a:off x="3210124" y="2230658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>
            <a:extLst>
              <a:ext uri="{FF2B5EF4-FFF2-40B4-BE49-F238E27FC236}">
                <a16:creationId xmlns:a16="http://schemas.microsoft.com/office/drawing/2014/main" id="{8F14B684-E40D-8929-31A2-1C97C8995D79}"/>
              </a:ext>
            </a:extLst>
          </p:cNvPr>
          <p:cNvSpPr/>
          <p:nvPr/>
        </p:nvSpPr>
        <p:spPr>
          <a:xfrm>
            <a:off x="3993003" y="170403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11F42F-A8E5-A508-D549-723103690DD7}"/>
              </a:ext>
            </a:extLst>
          </p:cNvPr>
          <p:cNvSpPr/>
          <p:nvPr/>
        </p:nvSpPr>
        <p:spPr>
          <a:xfrm>
            <a:off x="3197632" y="3117570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66375F16-B17A-14B4-0F9A-19207B103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5800" y="326027"/>
            <a:ext cx="8229600" cy="1143000"/>
          </a:xfrm>
        </p:spPr>
        <p:txBody>
          <a:bodyPr/>
          <a:lstStyle/>
          <a:p>
            <a:r>
              <a:rPr lang="en-US" dirty="0"/>
              <a:t>Process B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1CFA87-E7A0-29F3-7EF7-6B8DDF867C68}"/>
              </a:ext>
            </a:extLst>
          </p:cNvPr>
          <p:cNvSpPr/>
          <p:nvPr/>
        </p:nvSpPr>
        <p:spPr>
          <a:xfrm>
            <a:off x="2244778" y="6100998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BA993D0-371C-74A6-A76B-06C3A701C8ED}"/>
              </a:ext>
            </a:extLst>
          </p:cNvPr>
          <p:cNvGrpSpPr/>
          <p:nvPr/>
        </p:nvGrpSpPr>
        <p:grpSpPr>
          <a:xfrm>
            <a:off x="6479884" y="2061829"/>
            <a:ext cx="4204888" cy="2780554"/>
            <a:chOff x="6479884" y="2061829"/>
            <a:chExt cx="4204888" cy="2780554"/>
          </a:xfrm>
        </p:grpSpPr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F088FAE3-5585-19E0-A15A-AB737D9A17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79884" y="2061829"/>
              <a:ext cx="4012271" cy="27805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5D9BDD6C-C82D-5DF5-6BFF-6276FBEFE080}"/>
                </a:ext>
              </a:extLst>
            </p:cNvPr>
            <p:cNvSpPr/>
            <p:nvPr/>
          </p:nvSpPr>
          <p:spPr>
            <a:xfrm>
              <a:off x="10233860" y="4362194"/>
              <a:ext cx="76200" cy="76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DCFE4D8-4AB5-5B1F-0C7C-114703D5363A}"/>
                </a:ext>
              </a:extLst>
            </p:cNvPr>
            <p:cNvSpPr/>
            <p:nvPr/>
          </p:nvSpPr>
          <p:spPr>
            <a:xfrm>
              <a:off x="7667541" y="3485784"/>
              <a:ext cx="76200" cy="76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8DC4F98-DB75-0863-5C15-DB55481C3E8C}"/>
                </a:ext>
              </a:extLst>
            </p:cNvPr>
            <p:cNvSpPr txBox="1"/>
            <p:nvPr/>
          </p:nvSpPr>
          <p:spPr>
            <a:xfrm>
              <a:off x="10339806" y="4179949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8FA60F-B446-2E60-90A4-051D54CEC63D}"/>
                </a:ext>
              </a:extLst>
            </p:cNvPr>
            <p:cNvSpPr txBox="1"/>
            <p:nvPr/>
          </p:nvSpPr>
          <p:spPr>
            <a:xfrm>
              <a:off x="7815455" y="3290006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477461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12671-35AE-2252-D5A8-CC25BE2DE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120CFD-683E-3801-A7B6-FBD5C80A4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170" y="4446395"/>
            <a:ext cx="8640045" cy="1728509"/>
          </a:xfrm>
          <a:prstGeom prst="rect">
            <a:avLst/>
          </a:prstGeom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DD4B3B55-E6E1-A39D-4E44-B63E897CF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6659" y="1021328"/>
            <a:ext cx="4012271" cy="2780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DF02C082-1A87-63BC-ECC6-C7E086B8C065}"/>
              </a:ext>
            </a:extLst>
          </p:cNvPr>
          <p:cNvSpPr/>
          <p:nvPr/>
        </p:nvSpPr>
        <p:spPr>
          <a:xfrm>
            <a:off x="7290635" y="3321693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FB0B096-B58A-3916-B65D-67F0FC4E3D55}"/>
              </a:ext>
            </a:extLst>
          </p:cNvPr>
          <p:cNvSpPr/>
          <p:nvPr/>
        </p:nvSpPr>
        <p:spPr>
          <a:xfrm>
            <a:off x="4724316" y="2445283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ECB6D8-9946-70C3-BF5F-D55B7B3DC7F0}"/>
              </a:ext>
            </a:extLst>
          </p:cNvPr>
          <p:cNvSpPr txBox="1"/>
          <p:nvPr/>
        </p:nvSpPr>
        <p:spPr>
          <a:xfrm>
            <a:off x="7396581" y="313944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F27426-F6A6-2B22-A912-52A520677315}"/>
              </a:ext>
            </a:extLst>
          </p:cNvPr>
          <p:cNvSpPr txBox="1"/>
          <p:nvPr/>
        </p:nvSpPr>
        <p:spPr>
          <a:xfrm>
            <a:off x="4872230" y="2249505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069471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A21C0-9F17-75C1-1DE3-ACDB6A9BE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8C979-831B-BF6F-A10C-D4693E85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BAAD0-BFFE-C19F-0912-637EB40DF4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387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What kind of path is shown in the PV diagram?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1D1809C8-0FF9-1CDF-673B-121B918815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8165" y="2011000"/>
            <a:ext cx="4079018" cy="28268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A2FBD092-35B8-1E74-F7A4-176029CFC92F}"/>
              </a:ext>
            </a:extLst>
          </p:cNvPr>
          <p:cNvSpPr/>
          <p:nvPr/>
        </p:nvSpPr>
        <p:spPr>
          <a:xfrm>
            <a:off x="8698137" y="4329485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120F8B-0AFA-EC4D-0EF1-DC7EA828AB61}"/>
              </a:ext>
            </a:extLst>
          </p:cNvPr>
          <p:cNvSpPr txBox="1"/>
          <p:nvPr/>
        </p:nvSpPr>
        <p:spPr>
          <a:xfrm>
            <a:off x="8507917" y="3998253"/>
            <a:ext cx="22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E58A8C2-2ED6-CB69-7BB4-C1EF6755987D}"/>
              </a:ext>
            </a:extLst>
          </p:cNvPr>
          <p:cNvSpPr/>
          <p:nvPr/>
        </p:nvSpPr>
        <p:spPr>
          <a:xfrm>
            <a:off x="10233860" y="436219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3A563F-95C3-DC70-4246-ECCC131ACCF9}"/>
              </a:ext>
            </a:extLst>
          </p:cNvPr>
          <p:cNvSpPr txBox="1"/>
          <p:nvPr/>
        </p:nvSpPr>
        <p:spPr>
          <a:xfrm>
            <a:off x="10339806" y="4179949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3263488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8EAA2-2245-5B71-43F9-854AA9DDC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B7D2144-28C0-96CF-D6E1-3A26DCBE1D70}"/>
              </a:ext>
            </a:extLst>
          </p:cNvPr>
          <p:cNvSpPr/>
          <p:nvPr/>
        </p:nvSpPr>
        <p:spPr>
          <a:xfrm>
            <a:off x="2439630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BDA304-04A2-8DD8-9FD5-FB56A8F6E55E}"/>
              </a:ext>
            </a:extLst>
          </p:cNvPr>
          <p:cNvSpPr/>
          <p:nvPr/>
        </p:nvSpPr>
        <p:spPr>
          <a:xfrm>
            <a:off x="3207519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D14972C-7101-B2A4-EBAF-E55F7CA5DB38}"/>
              </a:ext>
            </a:extLst>
          </p:cNvPr>
          <p:cNvSpPr/>
          <p:nvPr/>
        </p:nvSpPr>
        <p:spPr>
          <a:xfrm>
            <a:off x="3195134" y="3207887"/>
            <a:ext cx="2254127" cy="281780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B355E2-D58E-DBDB-D460-D99005FDC954}"/>
              </a:ext>
            </a:extLst>
          </p:cNvPr>
          <p:cNvSpPr/>
          <p:nvPr/>
        </p:nvSpPr>
        <p:spPr>
          <a:xfrm>
            <a:off x="3195134" y="2785288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>
            <a:extLst>
              <a:ext uri="{FF2B5EF4-FFF2-40B4-BE49-F238E27FC236}">
                <a16:creationId xmlns:a16="http://schemas.microsoft.com/office/drawing/2014/main" id="{566D4BAE-FE2C-D069-5DBB-88081AAE56D8}"/>
              </a:ext>
            </a:extLst>
          </p:cNvPr>
          <p:cNvSpPr/>
          <p:nvPr/>
        </p:nvSpPr>
        <p:spPr>
          <a:xfrm flipV="1">
            <a:off x="3978013" y="225866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D174F8-8E0A-4BFE-C048-6C1E6E4D4BD1}"/>
              </a:ext>
            </a:extLst>
          </p:cNvPr>
          <p:cNvSpPr/>
          <p:nvPr/>
        </p:nvSpPr>
        <p:spPr>
          <a:xfrm>
            <a:off x="3182642" y="2128230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Up Arrow 12">
            <a:extLst>
              <a:ext uri="{FF2B5EF4-FFF2-40B4-BE49-F238E27FC236}">
                <a16:creationId xmlns:a16="http://schemas.microsoft.com/office/drawing/2014/main" id="{7FC474F1-9C74-3D25-4A28-C2B6CA2C04A5}"/>
              </a:ext>
            </a:extLst>
          </p:cNvPr>
          <p:cNvSpPr/>
          <p:nvPr/>
        </p:nvSpPr>
        <p:spPr>
          <a:xfrm flipV="1">
            <a:off x="3977473" y="567426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1C12C6-2203-CC31-F783-2AF5EFB19370}"/>
              </a:ext>
            </a:extLst>
          </p:cNvPr>
          <p:cNvSpPr txBox="1"/>
          <p:nvPr/>
        </p:nvSpPr>
        <p:spPr>
          <a:xfrm>
            <a:off x="4598213" y="5411440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15CE4458-B6DC-7AC7-3DDD-16F5EB7A7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341017"/>
            <a:ext cx="8229600" cy="1143000"/>
          </a:xfrm>
        </p:spPr>
        <p:txBody>
          <a:bodyPr/>
          <a:lstStyle/>
          <a:p>
            <a:r>
              <a:rPr lang="en-US" dirty="0"/>
              <a:t>Process C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D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EA0BF0F-521A-5D00-4720-0292264B2C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8165" y="2011000"/>
            <a:ext cx="4079018" cy="28268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9BEBB4FD-BDED-94FE-3B33-A78BDCCE49F4}"/>
              </a:ext>
            </a:extLst>
          </p:cNvPr>
          <p:cNvSpPr/>
          <p:nvPr/>
        </p:nvSpPr>
        <p:spPr>
          <a:xfrm>
            <a:off x="8698137" y="4329485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083AA0-2897-A10B-ECEC-F4C6C2E032C2}"/>
              </a:ext>
            </a:extLst>
          </p:cNvPr>
          <p:cNvSpPr txBox="1"/>
          <p:nvPr/>
        </p:nvSpPr>
        <p:spPr>
          <a:xfrm>
            <a:off x="8507917" y="3998253"/>
            <a:ext cx="22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1866630-BA9D-4B2B-E422-2BEDDCFA7D32}"/>
              </a:ext>
            </a:extLst>
          </p:cNvPr>
          <p:cNvSpPr/>
          <p:nvPr/>
        </p:nvSpPr>
        <p:spPr>
          <a:xfrm>
            <a:off x="10233860" y="436219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AF3837-04E7-4F9F-9311-C7C4480F1C6A}"/>
              </a:ext>
            </a:extLst>
          </p:cNvPr>
          <p:cNvSpPr txBox="1"/>
          <p:nvPr/>
        </p:nvSpPr>
        <p:spPr>
          <a:xfrm>
            <a:off x="10339806" y="4179949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301462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2BDFF7-16B8-FA25-F710-CF0F80C797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1665" y="944200"/>
            <a:ext cx="4079018" cy="28268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78ECF628-C657-272E-4276-AE62E4F198E4}"/>
              </a:ext>
            </a:extLst>
          </p:cNvPr>
          <p:cNvSpPr/>
          <p:nvPr/>
        </p:nvSpPr>
        <p:spPr>
          <a:xfrm>
            <a:off x="6221637" y="3262685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F77572-5DF4-EB6A-C851-B09C2493F3DA}"/>
              </a:ext>
            </a:extLst>
          </p:cNvPr>
          <p:cNvSpPr txBox="1"/>
          <p:nvPr/>
        </p:nvSpPr>
        <p:spPr>
          <a:xfrm>
            <a:off x="6031417" y="2931453"/>
            <a:ext cx="22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654D336-4F9C-5D01-D612-1CD65B575B15}"/>
              </a:ext>
            </a:extLst>
          </p:cNvPr>
          <p:cNvSpPr/>
          <p:nvPr/>
        </p:nvSpPr>
        <p:spPr>
          <a:xfrm>
            <a:off x="7757360" y="329539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32B41E-5DF5-4005-70B8-3D313191EBC7}"/>
              </a:ext>
            </a:extLst>
          </p:cNvPr>
          <p:cNvSpPr txBox="1"/>
          <p:nvPr/>
        </p:nvSpPr>
        <p:spPr>
          <a:xfrm>
            <a:off x="7863306" y="3113149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EC81D1A-D2C0-7AB4-989D-7041DE56A6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8327" y="3909999"/>
            <a:ext cx="9128208" cy="2003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5931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FBB2C-AB19-569B-516C-554469D70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9CE76-00D8-512B-6E3D-E4079024D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1B5B-6D3C-99ED-759E-D8776089C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387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What kind of path is shown in the PV diagram?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EAD17C7E-3D15-A63A-CEFA-D05C9B9A3C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1792" y="2014966"/>
            <a:ext cx="4084008" cy="28302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7727E622-3056-12E7-45BA-217A4A6151A4}"/>
              </a:ext>
            </a:extLst>
          </p:cNvPr>
          <p:cNvSpPr/>
          <p:nvPr/>
        </p:nvSpPr>
        <p:spPr>
          <a:xfrm>
            <a:off x="7443768" y="2439610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3A5FD9-D3DE-FEA3-5AAE-7DAD3CB23E44}"/>
              </a:ext>
            </a:extLst>
          </p:cNvPr>
          <p:cNvSpPr txBox="1"/>
          <p:nvPr/>
        </p:nvSpPr>
        <p:spPr>
          <a:xfrm>
            <a:off x="7584883" y="2175304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9B3B533-2196-DFDD-2A0D-AB6CCF281AE6}"/>
              </a:ext>
            </a:extLst>
          </p:cNvPr>
          <p:cNvSpPr/>
          <p:nvPr/>
        </p:nvSpPr>
        <p:spPr>
          <a:xfrm>
            <a:off x="8698137" y="4329485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EB9967-7869-3203-CEFC-8907CB06610D}"/>
              </a:ext>
            </a:extLst>
          </p:cNvPr>
          <p:cNvSpPr txBox="1"/>
          <p:nvPr/>
        </p:nvSpPr>
        <p:spPr>
          <a:xfrm>
            <a:off x="8507917" y="3998253"/>
            <a:ext cx="22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982583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A8FF-6375-F789-DEF7-3D05C99FD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6F4756E-1E3D-2916-3C77-28C4A640EDE2}"/>
              </a:ext>
            </a:extLst>
          </p:cNvPr>
          <p:cNvSpPr/>
          <p:nvPr/>
        </p:nvSpPr>
        <p:spPr>
          <a:xfrm>
            <a:off x="2441920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230AA84-BCAE-5F3F-4426-2DF2804BB185}"/>
              </a:ext>
            </a:extLst>
          </p:cNvPr>
          <p:cNvSpPr/>
          <p:nvPr/>
        </p:nvSpPr>
        <p:spPr>
          <a:xfrm>
            <a:off x="3209809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98AEC38-7094-CCF9-FF74-0040439C370F}"/>
              </a:ext>
            </a:extLst>
          </p:cNvPr>
          <p:cNvSpPr/>
          <p:nvPr/>
        </p:nvSpPr>
        <p:spPr>
          <a:xfrm>
            <a:off x="3197424" y="3612621"/>
            <a:ext cx="2254127" cy="241307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3A8CC7-C8CA-FF39-1AB0-05EA36967810}"/>
              </a:ext>
            </a:extLst>
          </p:cNvPr>
          <p:cNvSpPr/>
          <p:nvPr/>
        </p:nvSpPr>
        <p:spPr>
          <a:xfrm>
            <a:off x="3197424" y="3219998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>
            <a:extLst>
              <a:ext uri="{FF2B5EF4-FFF2-40B4-BE49-F238E27FC236}">
                <a16:creationId xmlns:a16="http://schemas.microsoft.com/office/drawing/2014/main" id="{32E172AE-7199-603F-5D88-F3C63E6058DA}"/>
              </a:ext>
            </a:extLst>
          </p:cNvPr>
          <p:cNvSpPr/>
          <p:nvPr/>
        </p:nvSpPr>
        <p:spPr>
          <a:xfrm flipV="1">
            <a:off x="3980303" y="269337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804CC-55F2-854B-BD94-83D48CEE5229}"/>
              </a:ext>
            </a:extLst>
          </p:cNvPr>
          <p:cNvSpPr/>
          <p:nvPr/>
        </p:nvSpPr>
        <p:spPr>
          <a:xfrm>
            <a:off x="3184932" y="2562940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C2E0482A-1BC6-9AEF-4D95-81677B423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3300" y="274638"/>
            <a:ext cx="8229600" cy="1143000"/>
          </a:xfrm>
        </p:spPr>
        <p:txBody>
          <a:bodyPr/>
          <a:lstStyle/>
          <a:p>
            <a:r>
              <a:rPr lang="en-US" dirty="0"/>
              <a:t>Process D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66C3105-7311-E954-A26E-28B0E9284FB5}"/>
              </a:ext>
            </a:extLst>
          </p:cNvPr>
          <p:cNvSpPr/>
          <p:nvPr/>
        </p:nvSpPr>
        <p:spPr>
          <a:xfrm>
            <a:off x="2232078" y="6100998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EAED6F90-CBC5-5108-DB77-0D8C5EA6CC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1792" y="2014966"/>
            <a:ext cx="4084008" cy="28302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5C5CA2D8-3BDA-A68A-B8B8-50A275C37D7F}"/>
              </a:ext>
            </a:extLst>
          </p:cNvPr>
          <p:cNvSpPr/>
          <p:nvPr/>
        </p:nvSpPr>
        <p:spPr>
          <a:xfrm>
            <a:off x="7443768" y="2439610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B9ADC1-758D-86ED-DC02-3136ABACC425}"/>
              </a:ext>
            </a:extLst>
          </p:cNvPr>
          <p:cNvSpPr txBox="1"/>
          <p:nvPr/>
        </p:nvSpPr>
        <p:spPr>
          <a:xfrm>
            <a:off x="7584883" y="2175304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7527134-77AF-0C9A-2959-3652B2F418E0}"/>
              </a:ext>
            </a:extLst>
          </p:cNvPr>
          <p:cNvSpPr/>
          <p:nvPr/>
        </p:nvSpPr>
        <p:spPr>
          <a:xfrm>
            <a:off x="8698137" y="4329485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354F82-06AC-7B32-FB18-DFB4CDBBF0CE}"/>
              </a:ext>
            </a:extLst>
          </p:cNvPr>
          <p:cNvSpPr txBox="1"/>
          <p:nvPr/>
        </p:nvSpPr>
        <p:spPr>
          <a:xfrm>
            <a:off x="8507917" y="3998253"/>
            <a:ext cx="22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089276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216A96-566B-2DE1-09AF-C4F1A6D08C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0567" y="710041"/>
            <a:ext cx="4084008" cy="28302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1E347472-3433-8864-536E-3C534BDC8580}"/>
              </a:ext>
            </a:extLst>
          </p:cNvPr>
          <p:cNvSpPr/>
          <p:nvPr/>
        </p:nvSpPr>
        <p:spPr>
          <a:xfrm>
            <a:off x="5262543" y="1134685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0ADC4A-A7F6-4596-49D2-2468008F14EF}"/>
              </a:ext>
            </a:extLst>
          </p:cNvPr>
          <p:cNvSpPr txBox="1"/>
          <p:nvPr/>
        </p:nvSpPr>
        <p:spPr>
          <a:xfrm>
            <a:off x="5403658" y="870379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9856CE0-C72E-F5F6-2A9C-A1043C737EDA}"/>
              </a:ext>
            </a:extLst>
          </p:cNvPr>
          <p:cNvSpPr/>
          <p:nvPr/>
        </p:nvSpPr>
        <p:spPr>
          <a:xfrm>
            <a:off x="6516912" y="3024560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F361BF-8BEC-8C00-28E7-F7F831CD1987}"/>
              </a:ext>
            </a:extLst>
          </p:cNvPr>
          <p:cNvSpPr txBox="1"/>
          <p:nvPr/>
        </p:nvSpPr>
        <p:spPr>
          <a:xfrm>
            <a:off x="6326692" y="2693328"/>
            <a:ext cx="22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51CC969-84B1-1F02-F869-0BCA33A97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4473" y="3964954"/>
            <a:ext cx="9603053" cy="2022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9672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82800" y="520700"/>
            <a:ext cx="8229600" cy="2616200"/>
          </a:xfrm>
        </p:spPr>
        <p:txBody>
          <a:bodyPr>
            <a:normAutofit/>
          </a:bodyPr>
          <a:lstStyle/>
          <a:p>
            <a:r>
              <a:rPr lang="en-US" dirty="0"/>
              <a:t>Identify the type of process</a:t>
            </a:r>
          </a:p>
          <a:p>
            <a:r>
              <a:rPr lang="en-US" dirty="0"/>
              <a:t>Write out the special equations for that process</a:t>
            </a:r>
          </a:p>
          <a:p>
            <a:r>
              <a:rPr lang="en-US" dirty="0"/>
              <a:t>Symbolically solve for </a:t>
            </a:r>
            <a:r>
              <a:rPr lang="en-US" dirty="0">
                <a:sym typeface="Symbol"/>
              </a:rPr>
              <a:t>E, Q, W, P, V, and T</a:t>
            </a:r>
          </a:p>
          <a:p>
            <a:r>
              <a:rPr lang="en-US" dirty="0">
                <a:sym typeface="Symbol"/>
              </a:rPr>
              <a:t>Identify your contribution to </a:t>
            </a:r>
            <a:r>
              <a:rPr lang="en-US" dirty="0" err="1">
                <a:sym typeface="Symbol"/>
              </a:rPr>
              <a:t>Q</a:t>
            </a:r>
            <a:r>
              <a:rPr lang="en-US" baseline="-25000" dirty="0" err="1">
                <a:sym typeface="Symbol"/>
              </a:rPr>
              <a:t>h</a:t>
            </a:r>
            <a:r>
              <a:rPr lang="en-US" dirty="0">
                <a:sym typeface="Symbol"/>
              </a:rPr>
              <a:t> and  Q</a:t>
            </a:r>
            <a:r>
              <a:rPr lang="en-US" baseline="-25000" dirty="0">
                <a:sym typeface="Symbol"/>
              </a:rPr>
              <a:t>c</a:t>
            </a:r>
            <a:r>
              <a:rPr lang="en-US" dirty="0">
                <a:sym typeface="Symbol"/>
              </a:rPr>
              <a:t> </a:t>
            </a:r>
          </a:p>
          <a:p>
            <a:r>
              <a:rPr lang="en-US" dirty="0">
                <a:sym typeface="Symbol"/>
              </a:rPr>
              <a:t>Fill in with numbers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2902184" y="351722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=0.001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2184" y="3517226"/>
                <a:ext cx="2557931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902184" y="3998598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=0.0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15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2184" y="3998598"/>
                <a:ext cx="2557931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346684" y="447721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𝐴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1023</m:t>
                    </m:r>
                  </m:oMath>
                </a14:m>
                <a:r>
                  <a:rPr lang="en-US" dirty="0"/>
                  <a:t>K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6684" y="4477216"/>
                <a:ext cx="2557931" cy="369332"/>
              </a:xfrm>
              <a:prstGeom prst="rect">
                <a:avLst/>
              </a:prstGeom>
              <a:blipFill>
                <a:blip r:embed="rId4"/>
                <a:stretch>
                  <a:fillRect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2610084" y="4901169"/>
                <a:ext cx="25579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=293</m:t>
                      </m:r>
                      <m:r>
                        <m:rPr>
                          <m:nor/>
                        </m:rPr>
                        <a:rPr lang="en-US" dirty="0"/>
                        <m:t>K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0084" y="4901169"/>
                <a:ext cx="2557931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346683" y="533193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</m:t>
                    </m:r>
                  </m:oMath>
                </a14:m>
                <a:r>
                  <a:rPr lang="en-US" dirty="0"/>
                  <a:t>1mol</a:t>
                </a: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6683" y="5331936"/>
                <a:ext cx="2557931" cy="369332"/>
              </a:xfrm>
              <a:prstGeom prst="rect">
                <a:avLst/>
              </a:prstGeom>
              <a:blipFill>
                <a:blip r:embed="rId6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99050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89D32-34BA-A101-4389-27568EA75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78061DAB-7C88-1367-A4F3-6462C40DA9FB}"/>
              </a:ext>
            </a:extLst>
          </p:cNvPr>
          <p:cNvGrpSpPr/>
          <p:nvPr/>
        </p:nvGrpSpPr>
        <p:grpSpPr>
          <a:xfrm>
            <a:off x="6858001" y="1571520"/>
            <a:ext cx="4877808" cy="3410055"/>
            <a:chOff x="1485900" y="18945"/>
            <a:chExt cx="9239092" cy="6218406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488A9DD-EB92-F34D-296F-DF10B10059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85900" y="18945"/>
              <a:ext cx="8973005" cy="62184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51AE225-83B5-419A-72EE-C97121255701}"/>
                </a:ext>
              </a:extLst>
            </p:cNvPr>
            <p:cNvSpPr/>
            <p:nvPr/>
          </p:nvSpPr>
          <p:spPr>
            <a:xfrm>
              <a:off x="3722077" y="1059757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EC71FD4-7B5D-6CFD-DFA3-CE329BEC0170}"/>
                </a:ext>
              </a:extLst>
            </p:cNvPr>
            <p:cNvSpPr/>
            <p:nvPr/>
          </p:nvSpPr>
          <p:spPr>
            <a:xfrm>
              <a:off x="6477000" y="5158252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7B20545B-9519-9815-3530-015369AFB03A}"/>
                </a:ext>
              </a:extLst>
            </p:cNvPr>
            <p:cNvSpPr/>
            <p:nvPr/>
          </p:nvSpPr>
          <p:spPr>
            <a:xfrm>
              <a:off x="4203756" y="3219616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D1C19E7-E8D6-1B97-D5D1-9955302C2333}"/>
                </a:ext>
              </a:extLst>
            </p:cNvPr>
            <p:cNvSpPr/>
            <p:nvPr/>
          </p:nvSpPr>
          <p:spPr>
            <a:xfrm>
              <a:off x="9889731" y="5225129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4615461-5136-8C34-E9E9-0F3600EA29DA}"/>
                </a:ext>
              </a:extLst>
            </p:cNvPr>
            <p:cNvSpPr txBox="1"/>
            <p:nvPr/>
          </p:nvSpPr>
          <p:spPr>
            <a:xfrm>
              <a:off x="3874477" y="698290"/>
              <a:ext cx="635185" cy="7296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DCFD14A-1220-FE54-FDF2-1DC4B44FDD1D}"/>
                </a:ext>
              </a:extLst>
            </p:cNvPr>
            <p:cNvSpPr txBox="1"/>
            <p:nvPr/>
          </p:nvSpPr>
          <p:spPr>
            <a:xfrm>
              <a:off x="6262848" y="5158252"/>
              <a:ext cx="683765" cy="7296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D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DC70995-3759-891F-3317-000F93EEC5BC}"/>
                </a:ext>
              </a:extLst>
            </p:cNvPr>
            <p:cNvSpPr txBox="1"/>
            <p:nvPr/>
          </p:nvSpPr>
          <p:spPr>
            <a:xfrm>
              <a:off x="4136302" y="2641243"/>
              <a:ext cx="644296" cy="7296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B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69DACCA-6492-4EF1-07BD-F2B78626D3FE}"/>
                </a:ext>
              </a:extLst>
            </p:cNvPr>
            <p:cNvSpPr txBox="1"/>
            <p:nvPr/>
          </p:nvSpPr>
          <p:spPr>
            <a:xfrm>
              <a:off x="10038189" y="4932741"/>
              <a:ext cx="686803" cy="7296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</a:t>
              </a: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D882E186-2C1B-14DF-38F8-40A9FCDB18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02" y="1816860"/>
            <a:ext cx="4747098" cy="126213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7B33905-62B3-6666-CD24-326D678496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99" y="3276547"/>
            <a:ext cx="5888477" cy="145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8907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2364A-488B-A7D0-D5D8-B97171E24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5163D-EC60-AAE3-C8E0-7F7DFD193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Which process is part of </a:t>
            </a:r>
            <a:r>
              <a:rPr lang="en-US" sz="3200" dirty="0" err="1"/>
              <a:t>Q</a:t>
            </a:r>
            <a:r>
              <a:rPr lang="en-US" sz="3200" baseline="-25000" dirty="0" err="1"/>
              <a:t>h</a:t>
            </a:r>
            <a:r>
              <a:rPr lang="en-US" sz="3200" dirty="0"/>
              <a:t>?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3200" dirty="0"/>
              <a:t>AB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3200" dirty="0"/>
              <a:t>BC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3200" dirty="0"/>
              <a:t>CD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3200" dirty="0"/>
              <a:t>DA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684EDCC-91D4-3886-A14B-63D5CD9E7140}"/>
              </a:ext>
            </a:extLst>
          </p:cNvPr>
          <p:cNvGrpSpPr/>
          <p:nvPr/>
        </p:nvGrpSpPr>
        <p:grpSpPr>
          <a:xfrm>
            <a:off x="6858001" y="1571520"/>
            <a:ext cx="4877808" cy="3410055"/>
            <a:chOff x="1485900" y="18945"/>
            <a:chExt cx="9239092" cy="621840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6CD0EC26-AE10-7F5A-22C0-9DEAC07612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85900" y="18945"/>
              <a:ext cx="8973005" cy="62184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526DBDF-2ED8-B746-F8F3-50BF17C3AD55}"/>
                </a:ext>
              </a:extLst>
            </p:cNvPr>
            <p:cNvSpPr/>
            <p:nvPr/>
          </p:nvSpPr>
          <p:spPr>
            <a:xfrm>
              <a:off x="3722077" y="1059757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E990701-B9B2-1A1C-C028-1CF66F3ED67C}"/>
                </a:ext>
              </a:extLst>
            </p:cNvPr>
            <p:cNvSpPr/>
            <p:nvPr/>
          </p:nvSpPr>
          <p:spPr>
            <a:xfrm>
              <a:off x="6477000" y="5158252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785FCDC-5AC1-3D9C-2B39-56FDD964A679}"/>
                </a:ext>
              </a:extLst>
            </p:cNvPr>
            <p:cNvSpPr/>
            <p:nvPr/>
          </p:nvSpPr>
          <p:spPr>
            <a:xfrm>
              <a:off x="4203756" y="3219616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ED2D8DB-6B17-CB47-F1FD-B009C0FE9A96}"/>
                </a:ext>
              </a:extLst>
            </p:cNvPr>
            <p:cNvSpPr/>
            <p:nvPr/>
          </p:nvSpPr>
          <p:spPr>
            <a:xfrm>
              <a:off x="9889731" y="5225129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80347D7-FF4F-759C-7BFC-D5C1E70FC1E3}"/>
                </a:ext>
              </a:extLst>
            </p:cNvPr>
            <p:cNvSpPr txBox="1"/>
            <p:nvPr/>
          </p:nvSpPr>
          <p:spPr>
            <a:xfrm>
              <a:off x="3874477" y="698290"/>
              <a:ext cx="635185" cy="7296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F07B2FD-4E27-1ABE-37E0-8149A48D41A8}"/>
                </a:ext>
              </a:extLst>
            </p:cNvPr>
            <p:cNvSpPr txBox="1"/>
            <p:nvPr/>
          </p:nvSpPr>
          <p:spPr>
            <a:xfrm>
              <a:off x="6262848" y="5158252"/>
              <a:ext cx="683765" cy="7296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D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AE079FC-D8DD-2138-8711-8D9FADC3D2CB}"/>
                </a:ext>
              </a:extLst>
            </p:cNvPr>
            <p:cNvSpPr txBox="1"/>
            <p:nvPr/>
          </p:nvSpPr>
          <p:spPr>
            <a:xfrm>
              <a:off x="4136302" y="2641243"/>
              <a:ext cx="644296" cy="7296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B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64B2690-7DC0-74AF-5325-E7C459C3A5B9}"/>
                </a:ext>
              </a:extLst>
            </p:cNvPr>
            <p:cNvSpPr txBox="1"/>
            <p:nvPr/>
          </p:nvSpPr>
          <p:spPr>
            <a:xfrm>
              <a:off x="10038189" y="4932741"/>
              <a:ext cx="686803" cy="7296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364263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5724" y="53473"/>
            <a:ext cx="8923181" cy="61838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3722077" y="1059757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6477000" y="5158252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203756" y="3219616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9889731" y="5225129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874477" y="698291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2848" y="5158253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6302" y="2641243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38189" y="4932742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</a:t>
            </a:r>
          </a:p>
        </p:txBody>
      </p:sp>
      <p:sp>
        <p:nvSpPr>
          <p:cNvPr id="12" name="Up Arrow 11"/>
          <p:cNvSpPr/>
          <p:nvPr/>
        </p:nvSpPr>
        <p:spPr>
          <a:xfrm flipV="1">
            <a:off x="4279957" y="3379770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985919" y="3409280"/>
            <a:ext cx="6928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7" name="Up Arrow 16"/>
          <p:cNvSpPr/>
          <p:nvPr/>
        </p:nvSpPr>
        <p:spPr>
          <a:xfrm flipV="1">
            <a:off x="4205231" y="4421355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3670896" y="4664322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1130476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8600" y="1295400"/>
            <a:ext cx="9242828" cy="2730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2667380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82800" y="520700"/>
            <a:ext cx="8229600" cy="2616200"/>
          </a:xfrm>
        </p:spPr>
        <p:txBody>
          <a:bodyPr>
            <a:normAutofit/>
          </a:bodyPr>
          <a:lstStyle/>
          <a:p>
            <a:r>
              <a:rPr lang="en-US" dirty="0"/>
              <a:t>Identify the type of process</a:t>
            </a:r>
          </a:p>
          <a:p>
            <a:r>
              <a:rPr lang="en-US" dirty="0"/>
              <a:t>Write out the special equations for that process</a:t>
            </a:r>
          </a:p>
          <a:p>
            <a:r>
              <a:rPr lang="en-US" dirty="0"/>
              <a:t>Symbolically solve for </a:t>
            </a:r>
            <a:r>
              <a:rPr lang="en-US" dirty="0">
                <a:sym typeface="Symbol"/>
              </a:rPr>
              <a:t>E, Q, W, P, V, and T</a:t>
            </a:r>
          </a:p>
          <a:p>
            <a:r>
              <a:rPr lang="en-US" dirty="0">
                <a:sym typeface="Symbol"/>
              </a:rPr>
              <a:t>Identify your contribution to </a:t>
            </a:r>
            <a:r>
              <a:rPr lang="en-US" dirty="0" err="1">
                <a:sym typeface="Symbol"/>
              </a:rPr>
              <a:t>Q</a:t>
            </a:r>
            <a:r>
              <a:rPr lang="en-US" baseline="-25000" dirty="0" err="1">
                <a:sym typeface="Symbol"/>
              </a:rPr>
              <a:t>h</a:t>
            </a:r>
            <a:r>
              <a:rPr lang="en-US" dirty="0">
                <a:sym typeface="Symbol"/>
              </a:rPr>
              <a:t> and  Q</a:t>
            </a:r>
            <a:r>
              <a:rPr lang="en-US" baseline="-25000" dirty="0">
                <a:sym typeface="Symbol"/>
              </a:rPr>
              <a:t>c</a:t>
            </a:r>
            <a:r>
              <a:rPr lang="en-US" dirty="0">
                <a:sym typeface="Symbol"/>
              </a:rPr>
              <a:t> </a:t>
            </a:r>
          </a:p>
          <a:p>
            <a:r>
              <a:rPr lang="en-US" dirty="0">
                <a:sym typeface="Symbol"/>
              </a:rPr>
              <a:t>Fill in with numbers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2902184" y="351722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=0.001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2184" y="3517226"/>
                <a:ext cx="2557931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2902184" y="3998598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=0.00431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2184" y="3998598"/>
                <a:ext cx="2557931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346684" y="447721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𝐴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=373</m:t>
                    </m:r>
                  </m:oMath>
                </a14:m>
                <a:r>
                  <a:rPr lang="en-US" dirty="0"/>
                  <a:t>K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6684" y="4477216"/>
                <a:ext cx="2557931" cy="369332"/>
              </a:xfrm>
              <a:prstGeom prst="rect">
                <a:avLst/>
              </a:prstGeom>
              <a:blipFill>
                <a:blip r:embed="rId4"/>
                <a:stretch>
                  <a:fillRect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2610084" y="4901169"/>
                <a:ext cx="25579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=293</m:t>
                      </m:r>
                      <m:r>
                        <m:rPr>
                          <m:nor/>
                        </m:rPr>
                        <a:rPr lang="en-US" dirty="0"/>
                        <m:t>K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0084" y="4901169"/>
                <a:ext cx="2557931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346683" y="533193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</m:t>
                    </m:r>
                  </m:oMath>
                </a14:m>
                <a:r>
                  <a:rPr lang="en-US" dirty="0"/>
                  <a:t>1mol</a:t>
                </a: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6683" y="5331936"/>
                <a:ext cx="2557931" cy="369332"/>
              </a:xfrm>
              <a:prstGeom prst="rect">
                <a:avLst/>
              </a:prstGeom>
              <a:blipFill>
                <a:blip r:embed="rId6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26840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645207"/>
            <a:ext cx="8230018" cy="56793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4038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648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934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763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238470" y="698292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9738" y="3360294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6746" y="3871207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7895" y="5015304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4922008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645207"/>
            <a:ext cx="8230018" cy="56793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4038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648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934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763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238470" y="698292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9738" y="3360294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6746" y="3871207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7895" y="5015304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14" name="Up Arrow 13"/>
          <p:cNvSpPr/>
          <p:nvPr/>
        </p:nvSpPr>
        <p:spPr>
          <a:xfrm flipV="1">
            <a:off x="5715083" y="3215884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6365801" y="3192899"/>
            <a:ext cx="6928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8" name="Up Arrow 17"/>
          <p:cNvSpPr/>
          <p:nvPr/>
        </p:nvSpPr>
        <p:spPr>
          <a:xfrm flipV="1">
            <a:off x="5610152" y="4535013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230892" y="4751872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A6325-E345-D91D-5781-48529F626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19D7C-581F-2069-1D93-7EAD3C750A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Carnot cycle operating between Th=1023K and Tc=273K has an efficiency of 73%. </a:t>
            </a:r>
          </a:p>
          <a:p>
            <a:pPr marL="0" indent="0">
              <a:buNone/>
            </a:pPr>
            <a:r>
              <a:rPr lang="en-US" dirty="0"/>
              <a:t>And Otto cycle operating between Th=1023K and Tc=273K has an efficiency of 56%</a:t>
            </a:r>
          </a:p>
          <a:p>
            <a:pPr marL="0" indent="0">
              <a:buNone/>
            </a:pPr>
            <a:r>
              <a:rPr lang="en-US" dirty="0"/>
              <a:t>Is the Otto cycle possible?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No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Maybe</a:t>
            </a:r>
          </a:p>
        </p:txBody>
      </p:sp>
    </p:spTree>
    <p:extLst>
      <p:ext uri="{BB962C8B-B14F-4D97-AF65-F5344CB8AC3E}">
        <p14:creationId xmlns:p14="http://schemas.microsoft.com/office/powerpoint/2010/main" val="3919630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4B3B049-929F-8A23-FC89-28A2B47A97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7DDBEE6-B713-8919-FD2B-779C5509DC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1887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E7D5EB5-9F6D-394A-B37B-4026899FAE1A}"/>
              </a:ext>
            </a:extLst>
          </p:cNvPr>
          <p:cNvGrpSpPr/>
          <p:nvPr/>
        </p:nvGrpSpPr>
        <p:grpSpPr>
          <a:xfrm>
            <a:off x="1485900" y="18945"/>
            <a:ext cx="9020687" cy="6218406"/>
            <a:chOff x="1485900" y="18945"/>
            <a:chExt cx="9020687" cy="6218406"/>
          </a:xfrm>
        </p:grpSpPr>
        <p:pic>
          <p:nvPicPr>
            <p:cNvPr id="2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85900" y="18945"/>
              <a:ext cx="8973005" cy="62184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" name="Oval 5"/>
            <p:cNvSpPr/>
            <p:nvPr/>
          </p:nvSpPr>
          <p:spPr>
            <a:xfrm>
              <a:off x="3722077" y="1059757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/>
            <p:cNvSpPr/>
            <p:nvPr/>
          </p:nvSpPr>
          <p:spPr>
            <a:xfrm>
              <a:off x="6477000" y="5158252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4203756" y="3219616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/>
            <p:cNvSpPr/>
            <p:nvPr/>
          </p:nvSpPr>
          <p:spPr>
            <a:xfrm>
              <a:off x="9889731" y="5225129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874477" y="698291"/>
              <a:ext cx="42672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A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262848" y="5158253"/>
              <a:ext cx="46679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D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136302" y="2641243"/>
              <a:ext cx="43313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B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038189" y="4932742"/>
              <a:ext cx="46839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824255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5654" y="647700"/>
            <a:ext cx="8145947" cy="5664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Oval 6"/>
          <p:cNvSpPr/>
          <p:nvPr/>
        </p:nvSpPr>
        <p:spPr>
          <a:xfrm>
            <a:off x="4038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934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238470" y="698292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6746" y="3871207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2581848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2800" y="558800"/>
            <a:ext cx="8204200" cy="575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Oval 8"/>
          <p:cNvSpPr/>
          <p:nvPr/>
        </p:nvSpPr>
        <p:spPr>
          <a:xfrm>
            <a:off x="6934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763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866746" y="3871207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7895" y="5015304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3076100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7326" y="571292"/>
            <a:ext cx="8211575" cy="57279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Oval 6"/>
          <p:cNvSpPr/>
          <p:nvPr/>
        </p:nvSpPr>
        <p:spPr>
          <a:xfrm>
            <a:off x="4648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763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4209738" y="3360294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7895" y="5015304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5756452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0100" y="634790"/>
            <a:ext cx="8255000" cy="56390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4038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648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238470" y="698292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9738" y="3360294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753669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</TotalTime>
  <Words>341</Words>
  <Application>Microsoft Office PowerPoint</Application>
  <PresentationFormat>Widescreen</PresentationFormat>
  <Paragraphs>144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2" baseType="lpstr">
      <vt:lpstr>Aptos</vt:lpstr>
      <vt:lpstr>Aptos Display</vt:lpstr>
      <vt:lpstr>Arial</vt:lpstr>
      <vt:lpstr>Cambria Math</vt:lpstr>
      <vt:lpstr>Symbol</vt:lpstr>
      <vt:lpstr>Wingdings 3</vt:lpstr>
      <vt:lpstr>Office Theme</vt:lpstr>
      <vt:lpstr>Lecture 38</vt:lpstr>
      <vt:lpstr>Carnot Engine</vt:lpstr>
      <vt:lpstr>PowerPoint Presentation</vt:lpstr>
      <vt:lpstr>Process A to B</vt:lpstr>
      <vt:lpstr>Process B to C</vt:lpstr>
      <vt:lpstr>Process C to D</vt:lpstr>
      <vt:lpstr>Process D to A</vt:lpstr>
      <vt:lpstr>PowerPoint Presentation</vt:lpstr>
      <vt:lpstr>Question </vt:lpstr>
      <vt:lpstr>Process A’B</vt:lpstr>
      <vt:lpstr>PowerPoint Presentation</vt:lpstr>
      <vt:lpstr>Question </vt:lpstr>
      <vt:lpstr>Process B’C</vt:lpstr>
      <vt:lpstr>PowerPoint Presentation</vt:lpstr>
      <vt:lpstr>Question </vt:lpstr>
      <vt:lpstr>Process C’D</vt:lpstr>
      <vt:lpstr>PowerPoint Presentation</vt:lpstr>
      <vt:lpstr>Question </vt:lpstr>
      <vt:lpstr>Process D’A</vt:lpstr>
      <vt:lpstr>PowerPoint Presentation</vt:lpstr>
      <vt:lpstr>PowerPoint Presentation</vt:lpstr>
      <vt:lpstr>PowerPoint Presentation</vt:lpstr>
      <vt:lpstr>Question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</vt:lpstr>
      <vt:lpstr>END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Lines, Todd</dc:creator>
  <cp:lastModifiedBy>Lines, Todd</cp:lastModifiedBy>
  <cp:revision>1</cp:revision>
  <dcterms:created xsi:type="dcterms:W3CDTF">2025-07-03T22:42:33Z</dcterms:created>
  <dcterms:modified xsi:type="dcterms:W3CDTF">2025-07-15T21:38:11Z</dcterms:modified>
</cp:coreProperties>
</file>