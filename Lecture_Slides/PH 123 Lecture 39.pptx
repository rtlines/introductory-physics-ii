
<file path=[Content_Types].xml><?xml version="1.0" encoding="utf-8"?>
<Types xmlns="http://schemas.openxmlformats.org/package/2006/content-types">
  <Default Extension="bin" ContentType="application/vnd.openxmlformats-officedocument.oleObject"/>
  <Default Extension="emf" ContentType="image/x-emf"/>
  <Default Extension="jpeg" ContentType="image/jpeg"/>
  <Default Extension="png" ContentType="image/png"/>
  <Default Extension="rels" ContentType="application/vnd.openxmlformats-package.relationships+xml"/>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95" r:id="rId3"/>
    <p:sldId id="296" r:id="rId4"/>
    <p:sldId id="297" r:id="rId5"/>
    <p:sldId id="298" r:id="rId6"/>
    <p:sldId id="289" r:id="rId7"/>
    <p:sldId id="285" r:id="rId8"/>
    <p:sldId id="287" r:id="rId9"/>
    <p:sldId id="288" r:id="rId10"/>
    <p:sldId id="302" r:id="rId11"/>
    <p:sldId id="486" r:id="rId12"/>
    <p:sldId id="299" r:id="rId13"/>
    <p:sldId id="304" r:id="rId14"/>
    <p:sldId id="303" r:id="rId15"/>
    <p:sldId id="305" r:id="rId16"/>
    <p:sldId id="306" r:id="rId17"/>
    <p:sldId id="307" r:id="rId18"/>
    <p:sldId id="310" r:id="rId19"/>
    <p:sldId id="311" r:id="rId20"/>
    <p:sldId id="312" r:id="rId21"/>
    <p:sldId id="313" r:id="rId22"/>
    <p:sldId id="314" r:id="rId23"/>
    <p:sldId id="315" r:id="rId24"/>
    <p:sldId id="316" r:id="rId25"/>
    <p:sldId id="317" r:id="rId26"/>
    <p:sldId id="318" r:id="rId27"/>
    <p:sldId id="300" r:id="rId28"/>
    <p:sldId id="301" r:id="rId29"/>
    <p:sldId id="290" r:id="rId30"/>
    <p:sldId id="291" r:id="rId31"/>
    <p:sldId id="292" r:id="rId32"/>
    <p:sldId id="293" r:id="rId33"/>
    <p:sldId id="294" r:id="rId34"/>
    <p:sldId id="485" r:id="rId3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75BDA160-EA39-42CF-B036-1DF53833E474}" v="36" dt="2026-04-09T19:43:41.221"/>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60"/>
  </p:normalViewPr>
  <p:slideViewPr>
    <p:cSldViewPr snapToGrid="0">
      <p:cViewPr varScale="1">
        <p:scale>
          <a:sx n="52" d="100"/>
          <a:sy n="52" d="100"/>
        </p:scale>
        <p:origin x="1080" y="6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tableStyles" Target="tableStyles.xml"/><Relationship Id="rId21" Type="http://schemas.openxmlformats.org/officeDocument/2006/relationships/slide" Target="slides/slide20.xml"/><Relationship Id="rId34" Type="http://schemas.openxmlformats.org/officeDocument/2006/relationships/slide" Target="slides/slide33.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microsoft.com/office/2015/10/relationships/revisionInfo" Target="revisionInfo.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viewProps" Target="viewProps.xml"/><Relationship Id="rId40" Type="http://schemas.microsoft.com/office/2016/11/relationships/changesInfo" Target="changesInfos/changesInfo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theme" Target="theme/theme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Lines, Todd" userId="afaf7c3a-e8aa-4568-882a-02ad8f9e19b0" providerId="ADAL" clId="{5FF5AC1B-ABA9-43D7-A1E3-2D92732CD6E2}"/>
    <pc:docChg chg="custSel modSld">
      <pc:chgData name="Lines, Todd" userId="afaf7c3a-e8aa-4568-882a-02ad8f9e19b0" providerId="ADAL" clId="{5FF5AC1B-ABA9-43D7-A1E3-2D92732CD6E2}" dt="2026-04-09T19:43:41.248" v="42" actId="27636"/>
      <pc:docMkLst>
        <pc:docMk/>
      </pc:docMkLst>
      <pc:sldChg chg="modSp mod">
        <pc:chgData name="Lines, Todd" userId="afaf7c3a-e8aa-4568-882a-02ad8f9e19b0" providerId="ADAL" clId="{5FF5AC1B-ABA9-43D7-A1E3-2D92732CD6E2}" dt="2026-04-03T18:15:10.682" v="5" actId="20577"/>
        <pc:sldMkLst>
          <pc:docMk/>
          <pc:sldMk cId="0" sldId="293"/>
        </pc:sldMkLst>
        <pc:spChg chg="mod">
          <ac:chgData name="Lines, Todd" userId="afaf7c3a-e8aa-4568-882a-02ad8f9e19b0" providerId="ADAL" clId="{5FF5AC1B-ABA9-43D7-A1E3-2D92732CD6E2}" dt="2026-04-03T18:15:10.682" v="5" actId="20577"/>
          <ac:spMkLst>
            <pc:docMk/>
            <pc:sldMk cId="0" sldId="293"/>
            <ac:spMk id="4100" creationId="{00000000-0000-0000-0000-000000000000}"/>
          </ac:spMkLst>
        </pc:spChg>
      </pc:sldChg>
      <pc:sldChg chg="addSp delSp modSp mod">
        <pc:chgData name="Lines, Todd" userId="afaf7c3a-e8aa-4568-882a-02ad8f9e19b0" providerId="ADAL" clId="{5FF5AC1B-ABA9-43D7-A1E3-2D92732CD6E2}" dt="2026-04-09T19:42:51.198" v="24" actId="20577"/>
        <pc:sldMkLst>
          <pc:docMk/>
          <pc:sldMk cId="4006965037" sldId="307"/>
        </pc:sldMkLst>
        <pc:spChg chg="add mod">
          <ac:chgData name="Lines, Todd" userId="afaf7c3a-e8aa-4568-882a-02ad8f9e19b0" providerId="ADAL" clId="{5FF5AC1B-ABA9-43D7-A1E3-2D92732CD6E2}" dt="2026-04-09T19:42:51.198" v="24" actId="20577"/>
          <ac:spMkLst>
            <pc:docMk/>
            <pc:sldMk cId="4006965037" sldId="307"/>
            <ac:spMk id="2050" creationId="{00000000-0000-0000-0000-000000000000}"/>
          </ac:spMkLst>
        </pc:spChg>
        <pc:graphicFrameChg chg="del mod replId">
          <ac:chgData name="Lines, Todd" userId="afaf7c3a-e8aa-4568-882a-02ad8f9e19b0" providerId="ADAL" clId="{5FF5AC1B-ABA9-43D7-A1E3-2D92732CD6E2}" dt="2026-04-09T19:41:51.424" v="7"/>
          <ac:graphicFrameMkLst>
            <pc:docMk/>
            <pc:sldMk cId="4006965037" sldId="307"/>
            <ac:graphicFrameMk id="2" creationId="{00000000-0000-0000-0000-000000000000}"/>
          </ac:graphicFrameMkLst>
        </pc:graphicFrameChg>
      </pc:sldChg>
      <pc:sldChg chg="addSp delSp modSp mod">
        <pc:chgData name="Lines, Todd" userId="afaf7c3a-e8aa-4568-882a-02ad8f9e19b0" providerId="ADAL" clId="{5FF5AC1B-ABA9-43D7-A1E3-2D92732CD6E2}" dt="2026-04-09T19:43:41.248" v="42" actId="27636"/>
        <pc:sldMkLst>
          <pc:docMk/>
          <pc:sldMk cId="2165001198" sldId="310"/>
        </pc:sldMkLst>
        <pc:spChg chg="add mod">
          <ac:chgData name="Lines, Todd" userId="afaf7c3a-e8aa-4568-882a-02ad8f9e19b0" providerId="ADAL" clId="{5FF5AC1B-ABA9-43D7-A1E3-2D92732CD6E2}" dt="2026-04-09T19:43:41.248" v="42" actId="27636"/>
          <ac:spMkLst>
            <pc:docMk/>
            <pc:sldMk cId="2165001198" sldId="310"/>
            <ac:spMk id="4098" creationId="{00000000-0000-0000-0000-000000000000}"/>
          </ac:spMkLst>
        </pc:spChg>
        <pc:graphicFrameChg chg="del mod replId">
          <ac:chgData name="Lines, Todd" userId="afaf7c3a-e8aa-4568-882a-02ad8f9e19b0" providerId="ADAL" clId="{5FF5AC1B-ABA9-43D7-A1E3-2D92732CD6E2}" dt="2026-04-09T19:43:08.391" v="26"/>
          <ac:graphicFrameMkLst>
            <pc:docMk/>
            <pc:sldMk cId="2165001198" sldId="310"/>
            <ac:graphicFrameMk id="2" creationId="{00000000-0000-0000-0000-000000000000}"/>
          </ac:graphicFrameMkLst>
        </pc:graphicFrameChg>
      </pc:sldChg>
    </pc:docChg>
  </pc:docChgLst>
</pc:chgInfo>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320A238-A1F3-A736-B7EC-976384423AC5}"/>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01144D96-A55B-A928-FA20-63E4A8CA4929}"/>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C78C9AC2-2E41-F679-20F6-61FA3E575FBC}"/>
              </a:ext>
            </a:extLst>
          </p:cNvPr>
          <p:cNvSpPr>
            <a:spLocks noGrp="1"/>
          </p:cNvSpPr>
          <p:nvPr>
            <p:ph type="dt" sz="half" idx="10"/>
          </p:nvPr>
        </p:nvSpPr>
        <p:spPr/>
        <p:txBody>
          <a:bodyPr/>
          <a:lstStyle/>
          <a:p>
            <a:fld id="{5D14FE54-3E4B-43AC-AC6A-78E009FC7A62}" type="datetimeFigureOut">
              <a:rPr lang="en-US" smtClean="0"/>
              <a:t>4/9/2026</a:t>
            </a:fld>
            <a:endParaRPr lang="en-US"/>
          </a:p>
        </p:txBody>
      </p:sp>
      <p:sp>
        <p:nvSpPr>
          <p:cNvPr id="5" name="Footer Placeholder 4">
            <a:extLst>
              <a:ext uri="{FF2B5EF4-FFF2-40B4-BE49-F238E27FC236}">
                <a16:creationId xmlns:a16="http://schemas.microsoft.com/office/drawing/2014/main" id="{E15EFFD9-63A4-95F1-7134-DCBFD68D532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A54F844-2BD9-532B-E4D1-3F33DCB324C2}"/>
              </a:ext>
            </a:extLst>
          </p:cNvPr>
          <p:cNvSpPr>
            <a:spLocks noGrp="1"/>
          </p:cNvSpPr>
          <p:nvPr>
            <p:ph type="sldNum" sz="quarter" idx="12"/>
          </p:nvPr>
        </p:nvSpPr>
        <p:spPr/>
        <p:txBody>
          <a:bodyPr/>
          <a:lstStyle/>
          <a:p>
            <a:fld id="{A09385CA-F897-4FBD-B109-3933BC619A39}" type="slidenum">
              <a:rPr lang="en-US" smtClean="0"/>
              <a:t>‹#›</a:t>
            </a:fld>
            <a:endParaRPr lang="en-US"/>
          </a:p>
        </p:txBody>
      </p:sp>
    </p:spTree>
    <p:extLst>
      <p:ext uri="{BB962C8B-B14F-4D97-AF65-F5344CB8AC3E}">
        <p14:creationId xmlns:p14="http://schemas.microsoft.com/office/powerpoint/2010/main" val="110701064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1F3EC93-FCFF-CFDD-4100-D50E0A805B15}"/>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563215F6-2099-A6FE-C0D9-206B3A538143}"/>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8D6C8F4-48C8-E15D-8AB5-925B3112D4C4}"/>
              </a:ext>
            </a:extLst>
          </p:cNvPr>
          <p:cNvSpPr>
            <a:spLocks noGrp="1"/>
          </p:cNvSpPr>
          <p:nvPr>
            <p:ph type="dt" sz="half" idx="10"/>
          </p:nvPr>
        </p:nvSpPr>
        <p:spPr/>
        <p:txBody>
          <a:bodyPr/>
          <a:lstStyle/>
          <a:p>
            <a:fld id="{5D14FE54-3E4B-43AC-AC6A-78E009FC7A62}" type="datetimeFigureOut">
              <a:rPr lang="en-US" smtClean="0"/>
              <a:t>4/9/2026</a:t>
            </a:fld>
            <a:endParaRPr lang="en-US"/>
          </a:p>
        </p:txBody>
      </p:sp>
      <p:sp>
        <p:nvSpPr>
          <p:cNvPr id="5" name="Footer Placeholder 4">
            <a:extLst>
              <a:ext uri="{FF2B5EF4-FFF2-40B4-BE49-F238E27FC236}">
                <a16:creationId xmlns:a16="http://schemas.microsoft.com/office/drawing/2014/main" id="{62CE466C-D372-8FCB-0A16-17B2B4CB3F8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AF481E8-CC91-3401-9362-9280BD974C7C}"/>
              </a:ext>
            </a:extLst>
          </p:cNvPr>
          <p:cNvSpPr>
            <a:spLocks noGrp="1"/>
          </p:cNvSpPr>
          <p:nvPr>
            <p:ph type="sldNum" sz="quarter" idx="12"/>
          </p:nvPr>
        </p:nvSpPr>
        <p:spPr/>
        <p:txBody>
          <a:bodyPr/>
          <a:lstStyle/>
          <a:p>
            <a:fld id="{A09385CA-F897-4FBD-B109-3933BC619A39}" type="slidenum">
              <a:rPr lang="en-US" smtClean="0"/>
              <a:t>‹#›</a:t>
            </a:fld>
            <a:endParaRPr lang="en-US"/>
          </a:p>
        </p:txBody>
      </p:sp>
    </p:spTree>
    <p:extLst>
      <p:ext uri="{BB962C8B-B14F-4D97-AF65-F5344CB8AC3E}">
        <p14:creationId xmlns:p14="http://schemas.microsoft.com/office/powerpoint/2010/main" val="383276341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63E9C1-979D-710B-4456-AAA0751A1F2B}"/>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874E0728-76C2-C078-38CA-8A55CB8E1F05}"/>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2488BA47-CD34-1443-A6D8-14A086847450}"/>
              </a:ext>
            </a:extLst>
          </p:cNvPr>
          <p:cNvSpPr>
            <a:spLocks noGrp="1"/>
          </p:cNvSpPr>
          <p:nvPr>
            <p:ph type="dt" sz="half" idx="10"/>
          </p:nvPr>
        </p:nvSpPr>
        <p:spPr/>
        <p:txBody>
          <a:bodyPr/>
          <a:lstStyle/>
          <a:p>
            <a:fld id="{5D14FE54-3E4B-43AC-AC6A-78E009FC7A62}" type="datetimeFigureOut">
              <a:rPr lang="en-US" smtClean="0"/>
              <a:t>4/9/2026</a:t>
            </a:fld>
            <a:endParaRPr lang="en-US"/>
          </a:p>
        </p:txBody>
      </p:sp>
      <p:sp>
        <p:nvSpPr>
          <p:cNvPr id="5" name="Footer Placeholder 4">
            <a:extLst>
              <a:ext uri="{FF2B5EF4-FFF2-40B4-BE49-F238E27FC236}">
                <a16:creationId xmlns:a16="http://schemas.microsoft.com/office/drawing/2014/main" id="{16C987B6-8B03-4F14-C2E1-305804B189D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3A4784F-CAF1-FD20-5F39-86CEB2E0B866}"/>
              </a:ext>
            </a:extLst>
          </p:cNvPr>
          <p:cNvSpPr>
            <a:spLocks noGrp="1"/>
          </p:cNvSpPr>
          <p:nvPr>
            <p:ph type="sldNum" sz="quarter" idx="12"/>
          </p:nvPr>
        </p:nvSpPr>
        <p:spPr/>
        <p:txBody>
          <a:bodyPr/>
          <a:lstStyle/>
          <a:p>
            <a:fld id="{A09385CA-F897-4FBD-B109-3933BC619A39}" type="slidenum">
              <a:rPr lang="en-US" smtClean="0"/>
              <a:t>‹#›</a:t>
            </a:fld>
            <a:endParaRPr lang="en-US"/>
          </a:p>
        </p:txBody>
      </p:sp>
    </p:spTree>
    <p:extLst>
      <p:ext uri="{BB962C8B-B14F-4D97-AF65-F5344CB8AC3E}">
        <p14:creationId xmlns:p14="http://schemas.microsoft.com/office/powerpoint/2010/main" val="125820607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205969-8546-5A5D-98E8-A16D6293FAC4}"/>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516B9A55-5216-D38F-557F-FA1954B8B6AF}"/>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5EF609F8-4D12-CDAF-3FD6-F79D7A487EF1}"/>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C27C9E50-828D-A311-F58C-B827C34C105D}"/>
              </a:ext>
            </a:extLst>
          </p:cNvPr>
          <p:cNvSpPr>
            <a:spLocks noGrp="1"/>
          </p:cNvSpPr>
          <p:nvPr>
            <p:ph type="dt" sz="half" idx="10"/>
          </p:nvPr>
        </p:nvSpPr>
        <p:spPr/>
        <p:txBody>
          <a:bodyPr/>
          <a:lstStyle/>
          <a:p>
            <a:fld id="{5D14FE54-3E4B-43AC-AC6A-78E009FC7A62}" type="datetimeFigureOut">
              <a:rPr lang="en-US" smtClean="0"/>
              <a:t>4/9/2026</a:t>
            </a:fld>
            <a:endParaRPr lang="en-US"/>
          </a:p>
        </p:txBody>
      </p:sp>
      <p:sp>
        <p:nvSpPr>
          <p:cNvPr id="6" name="Footer Placeholder 5">
            <a:extLst>
              <a:ext uri="{FF2B5EF4-FFF2-40B4-BE49-F238E27FC236}">
                <a16:creationId xmlns:a16="http://schemas.microsoft.com/office/drawing/2014/main" id="{67BB2294-7B60-7C60-25EF-1C902882AD2C}"/>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D9177C3-1298-0EF5-1901-06C9852CAB13}"/>
              </a:ext>
            </a:extLst>
          </p:cNvPr>
          <p:cNvSpPr>
            <a:spLocks noGrp="1"/>
          </p:cNvSpPr>
          <p:nvPr>
            <p:ph type="sldNum" sz="quarter" idx="12"/>
          </p:nvPr>
        </p:nvSpPr>
        <p:spPr/>
        <p:txBody>
          <a:bodyPr/>
          <a:lstStyle/>
          <a:p>
            <a:fld id="{A09385CA-F897-4FBD-B109-3933BC619A39}" type="slidenum">
              <a:rPr lang="en-US" smtClean="0"/>
              <a:t>‹#›</a:t>
            </a:fld>
            <a:endParaRPr lang="en-US"/>
          </a:p>
        </p:txBody>
      </p:sp>
    </p:spTree>
    <p:extLst>
      <p:ext uri="{BB962C8B-B14F-4D97-AF65-F5344CB8AC3E}">
        <p14:creationId xmlns:p14="http://schemas.microsoft.com/office/powerpoint/2010/main" val="55705642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F8BCB8-D1E4-9777-0011-01FDACDB49BF}"/>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DAFEE2C2-764D-75DD-24B9-73235857A4E6}"/>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F67F8EC7-720F-0895-8799-E66C5E3A7344}"/>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B54C5139-AC0A-1140-F5E3-2C82F79763C9}"/>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2B821314-BC77-19B8-7A01-CD1372834F5F}"/>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3CB9B0E5-1504-5143-AF1B-473511F7F1A3}"/>
              </a:ext>
            </a:extLst>
          </p:cNvPr>
          <p:cNvSpPr>
            <a:spLocks noGrp="1"/>
          </p:cNvSpPr>
          <p:nvPr>
            <p:ph type="dt" sz="half" idx="10"/>
          </p:nvPr>
        </p:nvSpPr>
        <p:spPr/>
        <p:txBody>
          <a:bodyPr/>
          <a:lstStyle/>
          <a:p>
            <a:fld id="{5D14FE54-3E4B-43AC-AC6A-78E009FC7A62}" type="datetimeFigureOut">
              <a:rPr lang="en-US" smtClean="0"/>
              <a:t>4/9/2026</a:t>
            </a:fld>
            <a:endParaRPr lang="en-US"/>
          </a:p>
        </p:txBody>
      </p:sp>
      <p:sp>
        <p:nvSpPr>
          <p:cNvPr id="8" name="Footer Placeholder 7">
            <a:extLst>
              <a:ext uri="{FF2B5EF4-FFF2-40B4-BE49-F238E27FC236}">
                <a16:creationId xmlns:a16="http://schemas.microsoft.com/office/drawing/2014/main" id="{46E4D180-29BC-C360-E2B0-D84A10E1CF30}"/>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3BA27357-D394-8720-E19D-AE9DC029339C}"/>
              </a:ext>
            </a:extLst>
          </p:cNvPr>
          <p:cNvSpPr>
            <a:spLocks noGrp="1"/>
          </p:cNvSpPr>
          <p:nvPr>
            <p:ph type="sldNum" sz="quarter" idx="12"/>
          </p:nvPr>
        </p:nvSpPr>
        <p:spPr/>
        <p:txBody>
          <a:bodyPr/>
          <a:lstStyle/>
          <a:p>
            <a:fld id="{A09385CA-F897-4FBD-B109-3933BC619A39}" type="slidenum">
              <a:rPr lang="en-US" smtClean="0"/>
              <a:t>‹#›</a:t>
            </a:fld>
            <a:endParaRPr lang="en-US"/>
          </a:p>
        </p:txBody>
      </p:sp>
    </p:spTree>
    <p:extLst>
      <p:ext uri="{BB962C8B-B14F-4D97-AF65-F5344CB8AC3E}">
        <p14:creationId xmlns:p14="http://schemas.microsoft.com/office/powerpoint/2010/main" val="202025544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EB55D9F-0697-CCB7-3FEF-3509CB62B750}"/>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15E8CFCF-3273-D533-141B-912368B99E50}"/>
              </a:ext>
            </a:extLst>
          </p:cNvPr>
          <p:cNvSpPr>
            <a:spLocks noGrp="1"/>
          </p:cNvSpPr>
          <p:nvPr>
            <p:ph type="dt" sz="half" idx="10"/>
          </p:nvPr>
        </p:nvSpPr>
        <p:spPr/>
        <p:txBody>
          <a:bodyPr/>
          <a:lstStyle/>
          <a:p>
            <a:fld id="{5D14FE54-3E4B-43AC-AC6A-78E009FC7A62}" type="datetimeFigureOut">
              <a:rPr lang="en-US" smtClean="0"/>
              <a:t>4/9/2026</a:t>
            </a:fld>
            <a:endParaRPr lang="en-US"/>
          </a:p>
        </p:txBody>
      </p:sp>
      <p:sp>
        <p:nvSpPr>
          <p:cNvPr id="4" name="Footer Placeholder 3">
            <a:extLst>
              <a:ext uri="{FF2B5EF4-FFF2-40B4-BE49-F238E27FC236}">
                <a16:creationId xmlns:a16="http://schemas.microsoft.com/office/drawing/2014/main" id="{72DD8AB2-6BC1-9F0A-B51F-E0F1B74DD953}"/>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3861C1E7-17C5-8427-D5EA-B37DA81BE7BA}"/>
              </a:ext>
            </a:extLst>
          </p:cNvPr>
          <p:cNvSpPr>
            <a:spLocks noGrp="1"/>
          </p:cNvSpPr>
          <p:nvPr>
            <p:ph type="sldNum" sz="quarter" idx="12"/>
          </p:nvPr>
        </p:nvSpPr>
        <p:spPr/>
        <p:txBody>
          <a:bodyPr/>
          <a:lstStyle/>
          <a:p>
            <a:fld id="{A09385CA-F897-4FBD-B109-3933BC619A39}" type="slidenum">
              <a:rPr lang="en-US" smtClean="0"/>
              <a:t>‹#›</a:t>
            </a:fld>
            <a:endParaRPr lang="en-US"/>
          </a:p>
        </p:txBody>
      </p:sp>
    </p:spTree>
    <p:extLst>
      <p:ext uri="{BB962C8B-B14F-4D97-AF65-F5344CB8AC3E}">
        <p14:creationId xmlns:p14="http://schemas.microsoft.com/office/powerpoint/2010/main" val="360027168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34D47E2-8AE0-57D9-5984-4766A9B48A22}"/>
              </a:ext>
            </a:extLst>
          </p:cNvPr>
          <p:cNvSpPr>
            <a:spLocks noGrp="1"/>
          </p:cNvSpPr>
          <p:nvPr>
            <p:ph type="dt" sz="half" idx="10"/>
          </p:nvPr>
        </p:nvSpPr>
        <p:spPr/>
        <p:txBody>
          <a:bodyPr/>
          <a:lstStyle/>
          <a:p>
            <a:fld id="{5D14FE54-3E4B-43AC-AC6A-78E009FC7A62}" type="datetimeFigureOut">
              <a:rPr lang="en-US" smtClean="0"/>
              <a:t>4/9/2026</a:t>
            </a:fld>
            <a:endParaRPr lang="en-US"/>
          </a:p>
        </p:txBody>
      </p:sp>
      <p:sp>
        <p:nvSpPr>
          <p:cNvPr id="3" name="Footer Placeholder 2">
            <a:extLst>
              <a:ext uri="{FF2B5EF4-FFF2-40B4-BE49-F238E27FC236}">
                <a16:creationId xmlns:a16="http://schemas.microsoft.com/office/drawing/2014/main" id="{D0ED9473-9F3D-858F-C6FD-B85F97C975F9}"/>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933F62CB-139D-7620-ED42-BC92C36E5D0E}"/>
              </a:ext>
            </a:extLst>
          </p:cNvPr>
          <p:cNvSpPr>
            <a:spLocks noGrp="1"/>
          </p:cNvSpPr>
          <p:nvPr>
            <p:ph type="sldNum" sz="quarter" idx="12"/>
          </p:nvPr>
        </p:nvSpPr>
        <p:spPr/>
        <p:txBody>
          <a:bodyPr/>
          <a:lstStyle/>
          <a:p>
            <a:fld id="{A09385CA-F897-4FBD-B109-3933BC619A39}" type="slidenum">
              <a:rPr lang="en-US" smtClean="0"/>
              <a:t>‹#›</a:t>
            </a:fld>
            <a:endParaRPr lang="en-US"/>
          </a:p>
        </p:txBody>
      </p:sp>
    </p:spTree>
    <p:extLst>
      <p:ext uri="{BB962C8B-B14F-4D97-AF65-F5344CB8AC3E}">
        <p14:creationId xmlns:p14="http://schemas.microsoft.com/office/powerpoint/2010/main" val="30413516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C46A62-85E3-AB9D-747C-304B08BE0C5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0632B5E5-09CA-9B76-386D-31BE81B9EB83}"/>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5A10C0A9-3DB9-19E8-1253-052B3383BC5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96731DE-A839-8BB8-651B-4A21E4F4708E}"/>
              </a:ext>
            </a:extLst>
          </p:cNvPr>
          <p:cNvSpPr>
            <a:spLocks noGrp="1"/>
          </p:cNvSpPr>
          <p:nvPr>
            <p:ph type="dt" sz="half" idx="10"/>
          </p:nvPr>
        </p:nvSpPr>
        <p:spPr/>
        <p:txBody>
          <a:bodyPr/>
          <a:lstStyle/>
          <a:p>
            <a:fld id="{5D14FE54-3E4B-43AC-AC6A-78E009FC7A62}" type="datetimeFigureOut">
              <a:rPr lang="en-US" smtClean="0"/>
              <a:t>4/9/2026</a:t>
            </a:fld>
            <a:endParaRPr lang="en-US"/>
          </a:p>
        </p:txBody>
      </p:sp>
      <p:sp>
        <p:nvSpPr>
          <p:cNvPr id="6" name="Footer Placeholder 5">
            <a:extLst>
              <a:ext uri="{FF2B5EF4-FFF2-40B4-BE49-F238E27FC236}">
                <a16:creationId xmlns:a16="http://schemas.microsoft.com/office/drawing/2014/main" id="{17A45950-5766-5EB3-3B8B-828778F07AA3}"/>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A3F05604-BE60-FAFD-8FF8-5F1A34290241}"/>
              </a:ext>
            </a:extLst>
          </p:cNvPr>
          <p:cNvSpPr>
            <a:spLocks noGrp="1"/>
          </p:cNvSpPr>
          <p:nvPr>
            <p:ph type="sldNum" sz="quarter" idx="12"/>
          </p:nvPr>
        </p:nvSpPr>
        <p:spPr/>
        <p:txBody>
          <a:bodyPr/>
          <a:lstStyle/>
          <a:p>
            <a:fld id="{A09385CA-F897-4FBD-B109-3933BC619A39}" type="slidenum">
              <a:rPr lang="en-US" smtClean="0"/>
              <a:t>‹#›</a:t>
            </a:fld>
            <a:endParaRPr lang="en-US"/>
          </a:p>
        </p:txBody>
      </p:sp>
    </p:spTree>
    <p:extLst>
      <p:ext uri="{BB962C8B-B14F-4D97-AF65-F5344CB8AC3E}">
        <p14:creationId xmlns:p14="http://schemas.microsoft.com/office/powerpoint/2010/main" val="158436518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EFA40F-6F03-C9AF-67D8-ABD1A6D8AC0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3B5420F2-8849-F0DE-77D0-DAB4E470689D}"/>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B30A1F36-4666-8317-F4DF-A0BDE3B83BD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AD72E8E-CC8E-F008-00C2-766D03A893A3}"/>
              </a:ext>
            </a:extLst>
          </p:cNvPr>
          <p:cNvSpPr>
            <a:spLocks noGrp="1"/>
          </p:cNvSpPr>
          <p:nvPr>
            <p:ph type="dt" sz="half" idx="10"/>
          </p:nvPr>
        </p:nvSpPr>
        <p:spPr/>
        <p:txBody>
          <a:bodyPr/>
          <a:lstStyle/>
          <a:p>
            <a:fld id="{5D14FE54-3E4B-43AC-AC6A-78E009FC7A62}" type="datetimeFigureOut">
              <a:rPr lang="en-US" smtClean="0"/>
              <a:t>4/9/2026</a:t>
            </a:fld>
            <a:endParaRPr lang="en-US"/>
          </a:p>
        </p:txBody>
      </p:sp>
      <p:sp>
        <p:nvSpPr>
          <p:cNvPr id="6" name="Footer Placeholder 5">
            <a:extLst>
              <a:ext uri="{FF2B5EF4-FFF2-40B4-BE49-F238E27FC236}">
                <a16:creationId xmlns:a16="http://schemas.microsoft.com/office/drawing/2014/main" id="{24AC2C65-7674-57C7-14F0-20B552C56D6A}"/>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5D7EBA09-DB23-74C5-4B72-46560157C072}"/>
              </a:ext>
            </a:extLst>
          </p:cNvPr>
          <p:cNvSpPr>
            <a:spLocks noGrp="1"/>
          </p:cNvSpPr>
          <p:nvPr>
            <p:ph type="sldNum" sz="quarter" idx="12"/>
          </p:nvPr>
        </p:nvSpPr>
        <p:spPr/>
        <p:txBody>
          <a:bodyPr/>
          <a:lstStyle/>
          <a:p>
            <a:fld id="{A09385CA-F897-4FBD-B109-3933BC619A39}" type="slidenum">
              <a:rPr lang="en-US" smtClean="0"/>
              <a:t>‹#›</a:t>
            </a:fld>
            <a:endParaRPr lang="en-US"/>
          </a:p>
        </p:txBody>
      </p:sp>
    </p:spTree>
    <p:extLst>
      <p:ext uri="{BB962C8B-B14F-4D97-AF65-F5344CB8AC3E}">
        <p14:creationId xmlns:p14="http://schemas.microsoft.com/office/powerpoint/2010/main" val="370434696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E19FD8-1E16-3358-4807-3F350F3EAB70}"/>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3C7AFB8B-13D3-C527-D52A-C0707B47742C}"/>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FF0F7BA-E6CB-DA75-18B2-FC1212534B90}"/>
              </a:ext>
            </a:extLst>
          </p:cNvPr>
          <p:cNvSpPr>
            <a:spLocks noGrp="1"/>
          </p:cNvSpPr>
          <p:nvPr>
            <p:ph type="dt" sz="half" idx="10"/>
          </p:nvPr>
        </p:nvSpPr>
        <p:spPr/>
        <p:txBody>
          <a:bodyPr/>
          <a:lstStyle/>
          <a:p>
            <a:fld id="{5D14FE54-3E4B-43AC-AC6A-78E009FC7A62}" type="datetimeFigureOut">
              <a:rPr lang="en-US" smtClean="0"/>
              <a:t>4/9/2026</a:t>
            </a:fld>
            <a:endParaRPr lang="en-US"/>
          </a:p>
        </p:txBody>
      </p:sp>
      <p:sp>
        <p:nvSpPr>
          <p:cNvPr id="5" name="Footer Placeholder 4">
            <a:extLst>
              <a:ext uri="{FF2B5EF4-FFF2-40B4-BE49-F238E27FC236}">
                <a16:creationId xmlns:a16="http://schemas.microsoft.com/office/drawing/2014/main" id="{68F42CC7-E532-A24A-7C49-43B9C14EF7F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8FC6A87-E964-9DFC-DB96-0BEEA57ACFCF}"/>
              </a:ext>
            </a:extLst>
          </p:cNvPr>
          <p:cNvSpPr>
            <a:spLocks noGrp="1"/>
          </p:cNvSpPr>
          <p:nvPr>
            <p:ph type="sldNum" sz="quarter" idx="12"/>
          </p:nvPr>
        </p:nvSpPr>
        <p:spPr/>
        <p:txBody>
          <a:bodyPr/>
          <a:lstStyle/>
          <a:p>
            <a:fld id="{A09385CA-F897-4FBD-B109-3933BC619A39}" type="slidenum">
              <a:rPr lang="en-US" smtClean="0"/>
              <a:t>‹#›</a:t>
            </a:fld>
            <a:endParaRPr lang="en-US"/>
          </a:p>
        </p:txBody>
      </p:sp>
    </p:spTree>
    <p:extLst>
      <p:ext uri="{BB962C8B-B14F-4D97-AF65-F5344CB8AC3E}">
        <p14:creationId xmlns:p14="http://schemas.microsoft.com/office/powerpoint/2010/main" val="286221767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C7935719-5A12-AE6C-AC40-EA037C32D127}"/>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8E5BB5AC-DF35-267D-56A8-A3393CB56E8D}"/>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A7F54E9-849D-5C3D-C92C-E1CAA4C5EB6F}"/>
              </a:ext>
            </a:extLst>
          </p:cNvPr>
          <p:cNvSpPr>
            <a:spLocks noGrp="1"/>
          </p:cNvSpPr>
          <p:nvPr>
            <p:ph type="dt" sz="half" idx="10"/>
          </p:nvPr>
        </p:nvSpPr>
        <p:spPr/>
        <p:txBody>
          <a:bodyPr/>
          <a:lstStyle/>
          <a:p>
            <a:fld id="{5D14FE54-3E4B-43AC-AC6A-78E009FC7A62}" type="datetimeFigureOut">
              <a:rPr lang="en-US" smtClean="0"/>
              <a:t>4/9/2026</a:t>
            </a:fld>
            <a:endParaRPr lang="en-US"/>
          </a:p>
        </p:txBody>
      </p:sp>
      <p:sp>
        <p:nvSpPr>
          <p:cNvPr id="5" name="Footer Placeholder 4">
            <a:extLst>
              <a:ext uri="{FF2B5EF4-FFF2-40B4-BE49-F238E27FC236}">
                <a16:creationId xmlns:a16="http://schemas.microsoft.com/office/drawing/2014/main" id="{0D1C9AF2-12A9-85C9-AF49-F06B243E69E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F98DE94-282E-31B2-D26E-001B0F004BC9}"/>
              </a:ext>
            </a:extLst>
          </p:cNvPr>
          <p:cNvSpPr>
            <a:spLocks noGrp="1"/>
          </p:cNvSpPr>
          <p:nvPr>
            <p:ph type="sldNum" sz="quarter" idx="12"/>
          </p:nvPr>
        </p:nvSpPr>
        <p:spPr/>
        <p:txBody>
          <a:bodyPr/>
          <a:lstStyle/>
          <a:p>
            <a:fld id="{A09385CA-F897-4FBD-B109-3933BC619A39}" type="slidenum">
              <a:rPr lang="en-US" smtClean="0"/>
              <a:t>‹#›</a:t>
            </a:fld>
            <a:endParaRPr lang="en-US"/>
          </a:p>
        </p:txBody>
      </p:sp>
    </p:spTree>
    <p:extLst>
      <p:ext uri="{BB962C8B-B14F-4D97-AF65-F5344CB8AC3E}">
        <p14:creationId xmlns:p14="http://schemas.microsoft.com/office/powerpoint/2010/main" val="267098110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E524461D-50F6-CB64-1395-874A57780E0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6C182433-F1E4-65F2-0F57-8DE47C7B3C77}"/>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9247706-E194-0E23-E386-CB12C837BACA}"/>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5D14FE54-3E4B-43AC-AC6A-78E009FC7A62}" type="datetimeFigureOut">
              <a:rPr lang="en-US" smtClean="0"/>
              <a:t>4/9/2026</a:t>
            </a:fld>
            <a:endParaRPr lang="en-US"/>
          </a:p>
        </p:txBody>
      </p:sp>
      <p:sp>
        <p:nvSpPr>
          <p:cNvPr id="5" name="Footer Placeholder 4">
            <a:extLst>
              <a:ext uri="{FF2B5EF4-FFF2-40B4-BE49-F238E27FC236}">
                <a16:creationId xmlns:a16="http://schemas.microsoft.com/office/drawing/2014/main" id="{794406C9-AD06-DC4D-3F26-D8C29CCE92E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7352DD70-A68A-28AE-68ED-BF50481DB074}"/>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A09385CA-F897-4FBD-B109-3933BC619A39}" type="slidenum">
              <a:rPr lang="en-US" smtClean="0"/>
              <a:t>‹#›</a:t>
            </a:fld>
            <a:endParaRPr lang="en-US"/>
          </a:p>
        </p:txBody>
      </p:sp>
    </p:spTree>
    <p:extLst>
      <p:ext uri="{BB962C8B-B14F-4D97-AF65-F5344CB8AC3E}">
        <p14:creationId xmlns:p14="http://schemas.microsoft.com/office/powerpoint/2010/main" val="1434148302"/>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slideLayout" Target="../slideLayouts/slideLayout7.xml"/><Relationship Id="rId1" Type="http://schemas.openxmlformats.org/officeDocument/2006/relationships/video" Target="https://www.youtube.com/embed/VKIswQfzsyg?feature=oembed"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2.emf"/><Relationship Id="rId2" Type="http://schemas.openxmlformats.org/officeDocument/2006/relationships/oleObject" Target="../embeddings/oleObject1.bin"/><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5.wmf"/><Relationship Id="rId2" Type="http://schemas.openxmlformats.org/officeDocument/2006/relationships/oleObject" Target="../embeddings/oleObject2.bin"/><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6.wmf"/><Relationship Id="rId2" Type="http://schemas.openxmlformats.org/officeDocument/2006/relationships/oleObject" Target="../embeddings/oleObject3.bin"/><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7.wmf"/><Relationship Id="rId2" Type="http://schemas.openxmlformats.org/officeDocument/2006/relationships/oleObject" Target="../embeddings/oleObject4.bin"/><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DF5993-F601-E2E9-268C-C8A5F1C288D8}"/>
              </a:ext>
            </a:extLst>
          </p:cNvPr>
          <p:cNvSpPr>
            <a:spLocks noGrp="1"/>
          </p:cNvSpPr>
          <p:nvPr>
            <p:ph type="ctrTitle"/>
          </p:nvPr>
        </p:nvSpPr>
        <p:spPr/>
        <p:txBody>
          <a:bodyPr/>
          <a:lstStyle/>
          <a:p>
            <a:r>
              <a:rPr lang="en-US"/>
              <a:t>Lecture 39</a:t>
            </a:r>
            <a:endParaRPr lang="en-US" dirty="0"/>
          </a:p>
        </p:txBody>
      </p:sp>
      <p:sp>
        <p:nvSpPr>
          <p:cNvPr id="3" name="Subtitle 2">
            <a:extLst>
              <a:ext uri="{FF2B5EF4-FFF2-40B4-BE49-F238E27FC236}">
                <a16:creationId xmlns:a16="http://schemas.microsoft.com/office/drawing/2014/main" id="{17020D93-E313-3C42-F245-7695576BCB88}"/>
              </a:ext>
            </a:extLst>
          </p:cNvPr>
          <p:cNvSpPr>
            <a:spLocks noGrp="1"/>
          </p:cNvSpPr>
          <p:nvPr>
            <p:ph type="subTitle" idx="1"/>
          </p:nvPr>
        </p:nvSpPr>
        <p:spPr/>
        <p:txBody>
          <a:bodyPr/>
          <a:lstStyle/>
          <a:p>
            <a:endParaRPr lang="en-US"/>
          </a:p>
        </p:txBody>
      </p:sp>
    </p:spTree>
    <p:extLst>
      <p:ext uri="{BB962C8B-B14F-4D97-AF65-F5344CB8AC3E}">
        <p14:creationId xmlns:p14="http://schemas.microsoft.com/office/powerpoint/2010/main" val="219868515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Question 123.16.1</a:t>
            </a:r>
          </a:p>
        </p:txBody>
      </p:sp>
      <p:sp>
        <p:nvSpPr>
          <p:cNvPr id="3" name="Content Placeholder 2"/>
          <p:cNvSpPr>
            <a:spLocks noGrp="1"/>
          </p:cNvSpPr>
          <p:nvPr>
            <p:ph idx="1"/>
          </p:nvPr>
        </p:nvSpPr>
        <p:spPr/>
        <p:txBody>
          <a:bodyPr/>
          <a:lstStyle/>
          <a:p>
            <a:pPr>
              <a:buNone/>
            </a:pPr>
            <a:r>
              <a:rPr lang="en-US" dirty="0"/>
              <a:t>What is the microscopic mechanism for energy transfer between two objects in thermal contact?</a:t>
            </a:r>
          </a:p>
          <a:p>
            <a:pPr marL="514350" indent="-514350">
              <a:buFont typeface="+mj-lt"/>
              <a:buAutoNum type="alphaLcParenR"/>
            </a:pPr>
            <a:r>
              <a:rPr lang="en-US" dirty="0"/>
              <a:t>collisions</a:t>
            </a:r>
          </a:p>
          <a:p>
            <a:pPr marL="514350" indent="-514350">
              <a:buFont typeface="+mj-lt"/>
              <a:buAutoNum type="alphaLcParenR"/>
            </a:pPr>
            <a:r>
              <a:rPr lang="en-US" dirty="0"/>
              <a:t>Heat moving</a:t>
            </a:r>
          </a:p>
          <a:p>
            <a:pPr marL="514350" indent="-514350">
              <a:buFont typeface="+mj-lt"/>
              <a:buAutoNum type="alphaLcParenR"/>
            </a:pPr>
            <a:r>
              <a:rPr lang="en-US" dirty="0"/>
              <a:t>Transfer of particles</a:t>
            </a:r>
          </a:p>
          <a:p>
            <a:pPr marL="514350" indent="-514350">
              <a:buFont typeface="+mj-lt"/>
              <a:buAutoNum type="alphaLcParenR"/>
            </a:pPr>
            <a:r>
              <a:rPr lang="en-US" dirty="0"/>
              <a:t>Radiation</a:t>
            </a:r>
          </a:p>
          <a:p>
            <a:pPr marL="514350" indent="-514350">
              <a:buFont typeface="+mj-lt"/>
              <a:buAutoNum type="alphaLcParenR"/>
            </a:pPr>
            <a:endParaRPr lang="en-US" dirty="0"/>
          </a:p>
        </p:txBody>
      </p:sp>
      <p:sp>
        <p:nvSpPr>
          <p:cNvPr id="4" name="Slide Number Placeholder 3"/>
          <p:cNvSpPr>
            <a:spLocks noGrp="1"/>
          </p:cNvSpPr>
          <p:nvPr>
            <p:ph type="sldNum" sz="quarter" idx="12"/>
          </p:nvPr>
        </p:nvSpPr>
        <p:spPr/>
        <p:txBody>
          <a:bodyPr/>
          <a:lstStyle/>
          <a:p>
            <a:pPr>
              <a:defRPr/>
            </a:pPr>
            <a:fld id="{4E87D1FB-7ED3-4D53-B026-4508F19EE3B8}" type="slidenum">
              <a:rPr lang="en-US" smtClean="0"/>
              <a:pPr>
                <a:defRPr/>
              </a:pPr>
              <a:t>2</a:t>
            </a:fld>
            <a:endParaRPr lang="en-US"/>
          </a:p>
        </p:txBody>
      </p:sp>
    </p:spTree>
    <p:extLst>
      <p:ext uri="{BB962C8B-B14F-4D97-AF65-F5344CB8AC3E}">
        <p14:creationId xmlns:p14="http://schemas.microsoft.com/office/powerpoint/2010/main" val="320480490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Question 123.16.0.1</a:t>
            </a:r>
          </a:p>
        </p:txBody>
      </p:sp>
      <p:sp>
        <p:nvSpPr>
          <p:cNvPr id="3" name="Content Placeholder 2"/>
          <p:cNvSpPr>
            <a:spLocks noGrp="1"/>
          </p:cNvSpPr>
          <p:nvPr>
            <p:ph idx="1"/>
          </p:nvPr>
        </p:nvSpPr>
        <p:spPr/>
        <p:txBody>
          <a:bodyPr/>
          <a:lstStyle/>
          <a:p>
            <a:pPr marL="0" indent="0">
              <a:buNone/>
            </a:pPr>
            <a:r>
              <a:rPr lang="en-US" dirty="0"/>
              <a:t>Can time go backwards?</a:t>
            </a:r>
          </a:p>
          <a:p>
            <a:pPr marL="514350" indent="-514350">
              <a:buAutoNum type="alphaLcParenR"/>
            </a:pPr>
            <a:r>
              <a:rPr lang="en-US" dirty="0"/>
              <a:t>Of course, you just make the </a:t>
            </a:r>
            <a:r>
              <a:rPr lang="en-US" i="1" dirty="0"/>
              <a:t>Enterprise</a:t>
            </a:r>
            <a:r>
              <a:rPr lang="en-US" dirty="0"/>
              <a:t> go really fast</a:t>
            </a:r>
          </a:p>
          <a:p>
            <a:pPr marL="514350" indent="-514350">
              <a:buAutoNum type="alphaLcParenR"/>
            </a:pPr>
            <a:r>
              <a:rPr lang="en-US" dirty="0"/>
              <a:t>No</a:t>
            </a:r>
          </a:p>
          <a:p>
            <a:pPr marL="514350" indent="-514350">
              <a:buAutoNum type="alphaLcParenR"/>
            </a:pPr>
            <a:r>
              <a:rPr lang="en-US" dirty="0"/>
              <a:t>Yes, but you need to travel in space as well</a:t>
            </a:r>
          </a:p>
        </p:txBody>
      </p:sp>
      <p:sp>
        <p:nvSpPr>
          <p:cNvPr id="4" name="Slide Number Placeholder 3"/>
          <p:cNvSpPr>
            <a:spLocks noGrp="1"/>
          </p:cNvSpPr>
          <p:nvPr>
            <p:ph type="sldNum" sz="quarter" idx="12"/>
          </p:nvPr>
        </p:nvSpPr>
        <p:spPr/>
        <p:txBody>
          <a:bodyPr/>
          <a:lstStyle/>
          <a:p>
            <a:pPr>
              <a:defRPr/>
            </a:pPr>
            <a:fld id="{4E87D1FB-7ED3-4D53-B026-4508F19EE3B8}" type="slidenum">
              <a:rPr lang="en-US" smtClean="0"/>
              <a:pPr>
                <a:defRPr/>
              </a:pPr>
              <a:t>3</a:t>
            </a:fld>
            <a:endParaRPr lang="en-US"/>
          </a:p>
        </p:txBody>
      </p:sp>
    </p:spTree>
    <p:extLst>
      <p:ext uri="{BB962C8B-B14F-4D97-AF65-F5344CB8AC3E}">
        <p14:creationId xmlns:p14="http://schemas.microsoft.com/office/powerpoint/2010/main" val="139731683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Question 123.16.0.2</a:t>
            </a:r>
          </a:p>
        </p:txBody>
      </p:sp>
      <p:sp>
        <p:nvSpPr>
          <p:cNvPr id="3" name="Content Placeholder 2"/>
          <p:cNvSpPr>
            <a:spLocks noGrp="1"/>
          </p:cNvSpPr>
          <p:nvPr>
            <p:ph idx="1"/>
          </p:nvPr>
        </p:nvSpPr>
        <p:spPr/>
        <p:txBody>
          <a:bodyPr/>
          <a:lstStyle/>
          <a:p>
            <a:pPr marL="0" indent="0">
              <a:buNone/>
            </a:pPr>
            <a:r>
              <a:rPr lang="en-US" dirty="0"/>
              <a:t>Why does time only go one direction?</a:t>
            </a:r>
          </a:p>
          <a:p>
            <a:pPr marL="514350" indent="-514350">
              <a:buAutoNum type="alphaLcParenR"/>
            </a:pPr>
            <a:r>
              <a:rPr lang="en-US" dirty="0"/>
              <a:t>Because we are not The Flash and can’t run fast enough</a:t>
            </a:r>
          </a:p>
          <a:p>
            <a:pPr marL="514350" indent="-514350">
              <a:buAutoNum type="alphaLcParenR"/>
            </a:pPr>
            <a:r>
              <a:rPr lang="en-US" dirty="0"/>
              <a:t>Because the second law of thermodynamics says so</a:t>
            </a:r>
          </a:p>
          <a:p>
            <a:pPr marL="514350" indent="-514350">
              <a:buAutoNum type="alphaLcParenR"/>
            </a:pPr>
            <a:r>
              <a:rPr lang="en-US" dirty="0"/>
              <a:t>We don’t know</a:t>
            </a:r>
          </a:p>
        </p:txBody>
      </p:sp>
      <p:sp>
        <p:nvSpPr>
          <p:cNvPr id="4" name="Slide Number Placeholder 3"/>
          <p:cNvSpPr>
            <a:spLocks noGrp="1"/>
          </p:cNvSpPr>
          <p:nvPr>
            <p:ph type="sldNum" sz="quarter" idx="12"/>
          </p:nvPr>
        </p:nvSpPr>
        <p:spPr/>
        <p:txBody>
          <a:bodyPr/>
          <a:lstStyle/>
          <a:p>
            <a:pPr>
              <a:defRPr/>
            </a:pPr>
            <a:fld id="{4E87D1FB-7ED3-4D53-B026-4508F19EE3B8}" type="slidenum">
              <a:rPr lang="en-US" smtClean="0"/>
              <a:pPr>
                <a:defRPr/>
              </a:pPr>
              <a:t>4</a:t>
            </a:fld>
            <a:endParaRPr lang="en-US"/>
          </a:p>
        </p:txBody>
      </p:sp>
    </p:spTree>
    <p:extLst>
      <p:ext uri="{BB962C8B-B14F-4D97-AF65-F5344CB8AC3E}">
        <p14:creationId xmlns:p14="http://schemas.microsoft.com/office/powerpoint/2010/main" val="309065716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Question 123.16.1</a:t>
            </a:r>
          </a:p>
        </p:txBody>
      </p:sp>
      <p:sp>
        <p:nvSpPr>
          <p:cNvPr id="3" name="Content Placeholder 2"/>
          <p:cNvSpPr>
            <a:spLocks noGrp="1"/>
          </p:cNvSpPr>
          <p:nvPr>
            <p:ph idx="1"/>
          </p:nvPr>
        </p:nvSpPr>
        <p:spPr/>
        <p:txBody>
          <a:bodyPr/>
          <a:lstStyle/>
          <a:p>
            <a:pPr>
              <a:buNone/>
            </a:pPr>
            <a:r>
              <a:rPr lang="en-US" dirty="0"/>
              <a:t>Does disorder always increase in thermodynamic processes?</a:t>
            </a:r>
          </a:p>
          <a:p>
            <a:pPr marL="514350" indent="-514350">
              <a:buFont typeface="+mj-lt"/>
              <a:buAutoNum type="alphaLcParenR"/>
            </a:pPr>
            <a:r>
              <a:rPr lang="en-US" dirty="0"/>
              <a:t>Yes</a:t>
            </a:r>
          </a:p>
          <a:p>
            <a:pPr marL="514350" indent="-514350">
              <a:buFont typeface="+mj-lt"/>
              <a:buAutoNum type="alphaLcParenR"/>
            </a:pPr>
            <a:r>
              <a:rPr lang="en-US" dirty="0"/>
              <a:t>No</a:t>
            </a:r>
          </a:p>
          <a:p>
            <a:pPr marL="514350" indent="-514350">
              <a:buFont typeface="+mj-lt"/>
              <a:buAutoNum type="alphaLcParenR"/>
            </a:pPr>
            <a:r>
              <a:rPr lang="en-US" dirty="0"/>
              <a:t>Maybe (be prepared to explain)</a:t>
            </a:r>
          </a:p>
          <a:p>
            <a:pPr marL="514350" indent="-514350">
              <a:buFont typeface="+mj-lt"/>
              <a:buAutoNum type="alphaLcParenR"/>
            </a:pPr>
            <a:endParaRPr lang="en-US" dirty="0"/>
          </a:p>
        </p:txBody>
      </p:sp>
      <p:sp>
        <p:nvSpPr>
          <p:cNvPr id="4" name="Slide Number Placeholder 3"/>
          <p:cNvSpPr>
            <a:spLocks noGrp="1"/>
          </p:cNvSpPr>
          <p:nvPr>
            <p:ph type="sldNum" sz="quarter" idx="12"/>
          </p:nvPr>
        </p:nvSpPr>
        <p:spPr/>
        <p:txBody>
          <a:bodyPr/>
          <a:lstStyle/>
          <a:p>
            <a:pPr>
              <a:defRPr/>
            </a:pPr>
            <a:fld id="{4E87D1FB-7ED3-4D53-B026-4508F19EE3B8}" type="slidenum">
              <a:rPr lang="en-US" smtClean="0"/>
              <a:pPr>
                <a:defRPr/>
              </a:pPr>
              <a:t>5</a:t>
            </a:fld>
            <a:endParaRPr lang="en-US"/>
          </a:p>
        </p:txBody>
      </p:sp>
    </p:spTree>
    <p:extLst>
      <p:ext uri="{BB962C8B-B14F-4D97-AF65-F5344CB8AC3E}">
        <p14:creationId xmlns:p14="http://schemas.microsoft.com/office/powerpoint/2010/main" val="241341991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4"/>
          <p:cNvSpPr>
            <a:spLocks noChangeArrowheads="1"/>
          </p:cNvSpPr>
          <p:nvPr/>
        </p:nvSpPr>
        <p:spPr bwMode="auto">
          <a:xfrm>
            <a:off x="6043392" y="2188192"/>
            <a:ext cx="2195513" cy="3292475"/>
          </a:xfrm>
          <a:prstGeom prst="rect">
            <a:avLst/>
          </a:prstGeom>
          <a:solidFill>
            <a:schemeClr val="accent6">
              <a:lumMod val="20000"/>
              <a:lumOff val="80000"/>
            </a:schemeClr>
          </a:solidFill>
          <a:ln w="9525" algn="ctr">
            <a:noFill/>
            <a:miter lim="800000"/>
            <a:headEnd/>
            <a:tailEnd/>
          </a:ln>
        </p:spPr>
        <p:txBody>
          <a:bodyPr wrap="none" anchor="ctr"/>
          <a:lstStyle/>
          <a:p>
            <a:pPr algn="l"/>
            <a:r>
              <a:rPr lang="en-US" dirty="0"/>
              <a:t>               </a:t>
            </a:r>
            <a:endParaRPr lang="en-US" baseline="-25000" dirty="0"/>
          </a:p>
        </p:txBody>
      </p:sp>
      <p:sp>
        <p:nvSpPr>
          <p:cNvPr id="20484" name="Rectangle 4"/>
          <p:cNvSpPr>
            <a:spLocks noChangeArrowheads="1"/>
          </p:cNvSpPr>
          <p:nvPr/>
        </p:nvSpPr>
        <p:spPr bwMode="auto">
          <a:xfrm>
            <a:off x="3857626" y="2147889"/>
            <a:ext cx="2195513" cy="3292475"/>
          </a:xfrm>
          <a:prstGeom prst="rect">
            <a:avLst/>
          </a:prstGeom>
          <a:solidFill>
            <a:schemeClr val="accent1">
              <a:lumMod val="40000"/>
              <a:lumOff val="60000"/>
            </a:schemeClr>
          </a:solidFill>
          <a:ln w="9525" algn="ctr">
            <a:noFill/>
            <a:miter lim="800000"/>
            <a:headEnd/>
            <a:tailEnd/>
          </a:ln>
        </p:spPr>
        <p:txBody>
          <a:bodyPr wrap="none" anchor="ctr"/>
          <a:lstStyle/>
          <a:p>
            <a:pPr algn="l"/>
            <a:r>
              <a:rPr lang="en-US" dirty="0"/>
              <a:t>               </a:t>
            </a:r>
            <a:endParaRPr lang="en-US" baseline="-25000" dirty="0"/>
          </a:p>
        </p:txBody>
      </p:sp>
      <p:sp>
        <p:nvSpPr>
          <p:cNvPr id="20485" name="Rectangle 5"/>
          <p:cNvSpPr>
            <a:spLocks noChangeArrowheads="1"/>
          </p:cNvSpPr>
          <p:nvPr/>
        </p:nvSpPr>
        <p:spPr bwMode="auto">
          <a:xfrm rot="16200000">
            <a:off x="4419600" y="1600200"/>
            <a:ext cx="3276600" cy="4419600"/>
          </a:xfrm>
          <a:prstGeom prst="rect">
            <a:avLst/>
          </a:prstGeom>
          <a:noFill/>
          <a:ln w="101600" algn="ctr">
            <a:solidFill>
              <a:schemeClr val="bg1">
                <a:lumMod val="50000"/>
              </a:schemeClr>
            </a:solidFill>
            <a:miter lim="800000"/>
            <a:headEnd/>
            <a:tailEnd/>
          </a:ln>
        </p:spPr>
        <p:txBody>
          <a:bodyPr wrap="none" anchor="ctr"/>
          <a:lstStyle/>
          <a:p>
            <a:endParaRPr lang="en-US"/>
          </a:p>
        </p:txBody>
      </p:sp>
      <p:sp>
        <p:nvSpPr>
          <p:cNvPr id="20486" name="Line 6"/>
          <p:cNvSpPr>
            <a:spLocks noChangeShapeType="1"/>
          </p:cNvSpPr>
          <p:nvPr/>
        </p:nvSpPr>
        <p:spPr bwMode="auto">
          <a:xfrm rot="16200000">
            <a:off x="4419600" y="3810000"/>
            <a:ext cx="3276600" cy="0"/>
          </a:xfrm>
          <a:prstGeom prst="line">
            <a:avLst/>
          </a:prstGeom>
          <a:noFill/>
          <a:ln w="9525">
            <a:solidFill>
              <a:srgbClr val="FF0000"/>
            </a:solidFill>
            <a:miter lim="800000"/>
            <a:headEnd/>
            <a:tailEnd/>
          </a:ln>
        </p:spPr>
        <p:txBody>
          <a:bodyPr wrap="none" anchor="ctr"/>
          <a:lstStyle/>
          <a:p>
            <a:endParaRPr lang="en-US"/>
          </a:p>
        </p:txBody>
      </p:sp>
      <p:sp>
        <p:nvSpPr>
          <p:cNvPr id="9" name="Rectangle 8"/>
          <p:cNvSpPr/>
          <p:nvPr/>
        </p:nvSpPr>
        <p:spPr>
          <a:xfrm>
            <a:off x="4705633" y="2689697"/>
            <a:ext cx="566181" cy="523220"/>
          </a:xfrm>
          <a:prstGeom prst="rect">
            <a:avLst/>
          </a:prstGeom>
        </p:spPr>
        <p:txBody>
          <a:bodyPr wrap="none">
            <a:spAutoFit/>
          </a:bodyPr>
          <a:lstStyle/>
          <a:p>
            <a:r>
              <a:rPr lang="en-US" sz="2800" dirty="0"/>
              <a:t>N</a:t>
            </a:r>
            <a:r>
              <a:rPr lang="en-US" sz="2800" baseline="-25000" dirty="0"/>
              <a:t>1</a:t>
            </a:r>
          </a:p>
        </p:txBody>
      </p:sp>
      <p:sp>
        <p:nvSpPr>
          <p:cNvPr id="11" name="Rectangle 10"/>
          <p:cNvSpPr/>
          <p:nvPr/>
        </p:nvSpPr>
        <p:spPr>
          <a:xfrm>
            <a:off x="6806754" y="2752156"/>
            <a:ext cx="566181" cy="523220"/>
          </a:xfrm>
          <a:prstGeom prst="rect">
            <a:avLst/>
          </a:prstGeom>
        </p:spPr>
        <p:txBody>
          <a:bodyPr wrap="none">
            <a:spAutoFit/>
          </a:bodyPr>
          <a:lstStyle/>
          <a:p>
            <a:r>
              <a:rPr lang="en-US" sz="2800" dirty="0"/>
              <a:t>N</a:t>
            </a:r>
            <a:r>
              <a:rPr lang="en-US" sz="2800" baseline="-25000" dirty="0"/>
              <a:t>2</a:t>
            </a:r>
          </a:p>
        </p:txBody>
      </p:sp>
      <p:sp>
        <p:nvSpPr>
          <p:cNvPr id="12" name="Rectangle 11"/>
          <p:cNvSpPr/>
          <p:nvPr/>
        </p:nvSpPr>
        <p:spPr>
          <a:xfrm>
            <a:off x="4783081" y="3666556"/>
            <a:ext cx="481222" cy="523220"/>
          </a:xfrm>
          <a:prstGeom prst="rect">
            <a:avLst/>
          </a:prstGeom>
        </p:spPr>
        <p:txBody>
          <a:bodyPr wrap="none">
            <a:spAutoFit/>
          </a:bodyPr>
          <a:lstStyle/>
          <a:p>
            <a:r>
              <a:rPr lang="en-US" sz="2800" dirty="0"/>
              <a:t>T</a:t>
            </a:r>
            <a:r>
              <a:rPr lang="en-US" sz="2800" baseline="-25000" dirty="0"/>
              <a:t>1</a:t>
            </a:r>
          </a:p>
        </p:txBody>
      </p:sp>
      <p:sp>
        <p:nvSpPr>
          <p:cNvPr id="13" name="Rectangle 12"/>
          <p:cNvSpPr/>
          <p:nvPr/>
        </p:nvSpPr>
        <p:spPr>
          <a:xfrm>
            <a:off x="6884202" y="3729015"/>
            <a:ext cx="481222" cy="523220"/>
          </a:xfrm>
          <a:prstGeom prst="rect">
            <a:avLst/>
          </a:prstGeom>
        </p:spPr>
        <p:txBody>
          <a:bodyPr wrap="none">
            <a:spAutoFit/>
          </a:bodyPr>
          <a:lstStyle/>
          <a:p>
            <a:r>
              <a:rPr lang="en-US" sz="2800" dirty="0"/>
              <a:t>T</a:t>
            </a:r>
            <a:r>
              <a:rPr lang="en-US" sz="2800" baseline="-25000" dirty="0"/>
              <a:t>2</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7" name="Group 16"/>
          <p:cNvGrpSpPr/>
          <p:nvPr/>
        </p:nvGrpSpPr>
        <p:grpSpPr>
          <a:xfrm>
            <a:off x="2438400" y="1600200"/>
            <a:ext cx="7315200" cy="1828800"/>
            <a:chOff x="914400" y="1600200"/>
            <a:chExt cx="7315200" cy="1828800"/>
          </a:xfrm>
        </p:grpSpPr>
        <p:sp>
          <p:nvSpPr>
            <p:cNvPr id="5" name="Rectangle 4"/>
            <p:cNvSpPr/>
            <p:nvPr/>
          </p:nvSpPr>
          <p:spPr>
            <a:xfrm>
              <a:off x="914400" y="1600200"/>
              <a:ext cx="3657600" cy="1828800"/>
            </a:xfrm>
            <a:prstGeom prst="rect">
              <a:avLst/>
            </a:prstGeom>
            <a:noFill/>
            <a:ln w="571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p:cNvSpPr/>
            <p:nvPr/>
          </p:nvSpPr>
          <p:spPr>
            <a:xfrm>
              <a:off x="4572000" y="1600200"/>
              <a:ext cx="3657600" cy="1828800"/>
            </a:xfrm>
            <a:prstGeom prst="rect">
              <a:avLst/>
            </a:prstGeom>
            <a:noFill/>
            <a:ln w="571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 name="Group 9"/>
            <p:cNvGrpSpPr/>
            <p:nvPr/>
          </p:nvGrpSpPr>
          <p:grpSpPr>
            <a:xfrm>
              <a:off x="1524000" y="1981200"/>
              <a:ext cx="533400" cy="533400"/>
              <a:chOff x="1524000" y="1981200"/>
              <a:chExt cx="3505200" cy="3505200"/>
            </a:xfrm>
          </p:grpSpPr>
          <p:sp>
            <p:nvSpPr>
              <p:cNvPr id="7" name="Oval 6"/>
              <p:cNvSpPr/>
              <p:nvPr/>
            </p:nvSpPr>
            <p:spPr>
              <a:xfrm>
                <a:off x="1524000" y="1981200"/>
                <a:ext cx="3505200" cy="3505200"/>
              </a:xfrm>
              <a:prstGeom prst="ellipse">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Freeform 7"/>
              <p:cNvSpPr/>
              <p:nvPr/>
            </p:nvSpPr>
            <p:spPr>
              <a:xfrm>
                <a:off x="3521122" y="3753134"/>
                <a:ext cx="1078174" cy="1269242"/>
              </a:xfrm>
              <a:custGeom>
                <a:avLst/>
                <a:gdLst>
                  <a:gd name="connsiteX0" fmla="*/ 0 w 1078174"/>
                  <a:gd name="connsiteY0" fmla="*/ 1269242 h 1269242"/>
                  <a:gd name="connsiteX1" fmla="*/ 464024 w 1078174"/>
                  <a:gd name="connsiteY1" fmla="*/ 1064526 h 1269242"/>
                  <a:gd name="connsiteX2" fmla="*/ 873457 w 1078174"/>
                  <a:gd name="connsiteY2" fmla="*/ 614150 h 1269242"/>
                  <a:gd name="connsiteX3" fmla="*/ 1078174 w 1078174"/>
                  <a:gd name="connsiteY3" fmla="*/ 0 h 1269242"/>
                  <a:gd name="connsiteX4" fmla="*/ 887105 w 1078174"/>
                  <a:gd name="connsiteY4" fmla="*/ 777923 h 1269242"/>
                  <a:gd name="connsiteX5" fmla="*/ 723332 w 1078174"/>
                  <a:gd name="connsiteY5" fmla="*/ 968991 h 1269242"/>
                  <a:gd name="connsiteX6" fmla="*/ 341194 w 1078174"/>
                  <a:gd name="connsiteY6" fmla="*/ 1241947 h 1269242"/>
                  <a:gd name="connsiteX7" fmla="*/ 0 w 1078174"/>
                  <a:gd name="connsiteY7" fmla="*/ 1269242 h 12692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78174" h="1269242">
                    <a:moveTo>
                      <a:pt x="0" y="1269242"/>
                    </a:moveTo>
                    <a:lnTo>
                      <a:pt x="464024" y="1064526"/>
                    </a:lnTo>
                    <a:lnTo>
                      <a:pt x="873457" y="614150"/>
                    </a:lnTo>
                    <a:lnTo>
                      <a:pt x="1078174" y="0"/>
                    </a:lnTo>
                    <a:lnTo>
                      <a:pt x="887105" y="777923"/>
                    </a:lnTo>
                    <a:lnTo>
                      <a:pt x="723332" y="968991"/>
                    </a:lnTo>
                    <a:lnTo>
                      <a:pt x="341194" y="1241947"/>
                    </a:lnTo>
                    <a:lnTo>
                      <a:pt x="0" y="1269242"/>
                    </a:lnTo>
                    <a:close/>
                  </a:path>
                </a:pathLst>
              </a:custGeom>
              <a:solidFill>
                <a:schemeClr val="bg1">
                  <a:alpha val="99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Freeform 8"/>
              <p:cNvSpPr/>
              <p:nvPr/>
            </p:nvSpPr>
            <p:spPr>
              <a:xfrm rot="10800000">
                <a:off x="1828800" y="2362200"/>
                <a:ext cx="1078174" cy="1269242"/>
              </a:xfrm>
              <a:custGeom>
                <a:avLst/>
                <a:gdLst>
                  <a:gd name="connsiteX0" fmla="*/ 0 w 1078174"/>
                  <a:gd name="connsiteY0" fmla="*/ 1269242 h 1269242"/>
                  <a:gd name="connsiteX1" fmla="*/ 464024 w 1078174"/>
                  <a:gd name="connsiteY1" fmla="*/ 1064526 h 1269242"/>
                  <a:gd name="connsiteX2" fmla="*/ 873457 w 1078174"/>
                  <a:gd name="connsiteY2" fmla="*/ 614150 h 1269242"/>
                  <a:gd name="connsiteX3" fmla="*/ 1078174 w 1078174"/>
                  <a:gd name="connsiteY3" fmla="*/ 0 h 1269242"/>
                  <a:gd name="connsiteX4" fmla="*/ 887105 w 1078174"/>
                  <a:gd name="connsiteY4" fmla="*/ 777923 h 1269242"/>
                  <a:gd name="connsiteX5" fmla="*/ 723332 w 1078174"/>
                  <a:gd name="connsiteY5" fmla="*/ 968991 h 1269242"/>
                  <a:gd name="connsiteX6" fmla="*/ 341194 w 1078174"/>
                  <a:gd name="connsiteY6" fmla="*/ 1241947 h 1269242"/>
                  <a:gd name="connsiteX7" fmla="*/ 0 w 1078174"/>
                  <a:gd name="connsiteY7" fmla="*/ 1269242 h 12692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78174" h="1269242">
                    <a:moveTo>
                      <a:pt x="0" y="1269242"/>
                    </a:moveTo>
                    <a:lnTo>
                      <a:pt x="464024" y="1064526"/>
                    </a:lnTo>
                    <a:lnTo>
                      <a:pt x="873457" y="614150"/>
                    </a:lnTo>
                    <a:lnTo>
                      <a:pt x="1078174" y="0"/>
                    </a:lnTo>
                    <a:lnTo>
                      <a:pt x="887105" y="777923"/>
                    </a:lnTo>
                    <a:lnTo>
                      <a:pt x="723332" y="968991"/>
                    </a:lnTo>
                    <a:lnTo>
                      <a:pt x="341194" y="1241947"/>
                    </a:lnTo>
                    <a:lnTo>
                      <a:pt x="0" y="1269242"/>
                    </a:lnTo>
                    <a:close/>
                  </a:path>
                </a:pathLst>
              </a:custGeom>
              <a:solidFill>
                <a:schemeClr val="bg1">
                  <a:alpha val="99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grpSp>
        <p:nvGrpSpPr>
          <p:cNvPr id="25" name="Group 24"/>
          <p:cNvGrpSpPr/>
          <p:nvPr/>
        </p:nvGrpSpPr>
        <p:grpSpPr>
          <a:xfrm>
            <a:off x="2438400" y="3962400"/>
            <a:ext cx="7315200" cy="1828800"/>
            <a:chOff x="914400" y="3962400"/>
            <a:chExt cx="7315200" cy="1828800"/>
          </a:xfrm>
        </p:grpSpPr>
        <p:sp>
          <p:nvSpPr>
            <p:cNvPr id="11" name="Rectangle 10"/>
            <p:cNvSpPr/>
            <p:nvPr/>
          </p:nvSpPr>
          <p:spPr>
            <a:xfrm>
              <a:off x="914400" y="3962400"/>
              <a:ext cx="3657600" cy="1828800"/>
            </a:xfrm>
            <a:prstGeom prst="rect">
              <a:avLst/>
            </a:prstGeom>
            <a:noFill/>
            <a:ln w="571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p:cNvSpPr/>
            <p:nvPr/>
          </p:nvSpPr>
          <p:spPr>
            <a:xfrm>
              <a:off x="4572000" y="3962400"/>
              <a:ext cx="3657600" cy="1828800"/>
            </a:xfrm>
            <a:prstGeom prst="rect">
              <a:avLst/>
            </a:prstGeom>
            <a:noFill/>
            <a:ln w="571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3" name="Group 12"/>
            <p:cNvGrpSpPr/>
            <p:nvPr/>
          </p:nvGrpSpPr>
          <p:grpSpPr>
            <a:xfrm>
              <a:off x="6400800" y="4419600"/>
              <a:ext cx="533400" cy="533400"/>
              <a:chOff x="1524000" y="1981200"/>
              <a:chExt cx="3505200" cy="3505200"/>
            </a:xfrm>
          </p:grpSpPr>
          <p:sp>
            <p:nvSpPr>
              <p:cNvPr id="14" name="Oval 13"/>
              <p:cNvSpPr/>
              <p:nvPr/>
            </p:nvSpPr>
            <p:spPr>
              <a:xfrm>
                <a:off x="1524000" y="1981200"/>
                <a:ext cx="3505200" cy="3505200"/>
              </a:xfrm>
              <a:prstGeom prst="ellipse">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Freeform 14"/>
              <p:cNvSpPr/>
              <p:nvPr/>
            </p:nvSpPr>
            <p:spPr>
              <a:xfrm>
                <a:off x="3521122" y="3753134"/>
                <a:ext cx="1078174" cy="1269242"/>
              </a:xfrm>
              <a:custGeom>
                <a:avLst/>
                <a:gdLst>
                  <a:gd name="connsiteX0" fmla="*/ 0 w 1078174"/>
                  <a:gd name="connsiteY0" fmla="*/ 1269242 h 1269242"/>
                  <a:gd name="connsiteX1" fmla="*/ 464024 w 1078174"/>
                  <a:gd name="connsiteY1" fmla="*/ 1064526 h 1269242"/>
                  <a:gd name="connsiteX2" fmla="*/ 873457 w 1078174"/>
                  <a:gd name="connsiteY2" fmla="*/ 614150 h 1269242"/>
                  <a:gd name="connsiteX3" fmla="*/ 1078174 w 1078174"/>
                  <a:gd name="connsiteY3" fmla="*/ 0 h 1269242"/>
                  <a:gd name="connsiteX4" fmla="*/ 887105 w 1078174"/>
                  <a:gd name="connsiteY4" fmla="*/ 777923 h 1269242"/>
                  <a:gd name="connsiteX5" fmla="*/ 723332 w 1078174"/>
                  <a:gd name="connsiteY5" fmla="*/ 968991 h 1269242"/>
                  <a:gd name="connsiteX6" fmla="*/ 341194 w 1078174"/>
                  <a:gd name="connsiteY6" fmla="*/ 1241947 h 1269242"/>
                  <a:gd name="connsiteX7" fmla="*/ 0 w 1078174"/>
                  <a:gd name="connsiteY7" fmla="*/ 1269242 h 12692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78174" h="1269242">
                    <a:moveTo>
                      <a:pt x="0" y="1269242"/>
                    </a:moveTo>
                    <a:lnTo>
                      <a:pt x="464024" y="1064526"/>
                    </a:lnTo>
                    <a:lnTo>
                      <a:pt x="873457" y="614150"/>
                    </a:lnTo>
                    <a:lnTo>
                      <a:pt x="1078174" y="0"/>
                    </a:lnTo>
                    <a:lnTo>
                      <a:pt x="887105" y="777923"/>
                    </a:lnTo>
                    <a:lnTo>
                      <a:pt x="723332" y="968991"/>
                    </a:lnTo>
                    <a:lnTo>
                      <a:pt x="341194" y="1241947"/>
                    </a:lnTo>
                    <a:lnTo>
                      <a:pt x="0" y="1269242"/>
                    </a:lnTo>
                    <a:close/>
                  </a:path>
                </a:pathLst>
              </a:custGeom>
              <a:solidFill>
                <a:schemeClr val="bg1">
                  <a:alpha val="99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Freeform 15"/>
              <p:cNvSpPr/>
              <p:nvPr/>
            </p:nvSpPr>
            <p:spPr>
              <a:xfrm rot="10800000">
                <a:off x="1828800" y="2362200"/>
                <a:ext cx="1078174" cy="1269242"/>
              </a:xfrm>
              <a:custGeom>
                <a:avLst/>
                <a:gdLst>
                  <a:gd name="connsiteX0" fmla="*/ 0 w 1078174"/>
                  <a:gd name="connsiteY0" fmla="*/ 1269242 h 1269242"/>
                  <a:gd name="connsiteX1" fmla="*/ 464024 w 1078174"/>
                  <a:gd name="connsiteY1" fmla="*/ 1064526 h 1269242"/>
                  <a:gd name="connsiteX2" fmla="*/ 873457 w 1078174"/>
                  <a:gd name="connsiteY2" fmla="*/ 614150 h 1269242"/>
                  <a:gd name="connsiteX3" fmla="*/ 1078174 w 1078174"/>
                  <a:gd name="connsiteY3" fmla="*/ 0 h 1269242"/>
                  <a:gd name="connsiteX4" fmla="*/ 887105 w 1078174"/>
                  <a:gd name="connsiteY4" fmla="*/ 777923 h 1269242"/>
                  <a:gd name="connsiteX5" fmla="*/ 723332 w 1078174"/>
                  <a:gd name="connsiteY5" fmla="*/ 968991 h 1269242"/>
                  <a:gd name="connsiteX6" fmla="*/ 341194 w 1078174"/>
                  <a:gd name="connsiteY6" fmla="*/ 1241947 h 1269242"/>
                  <a:gd name="connsiteX7" fmla="*/ 0 w 1078174"/>
                  <a:gd name="connsiteY7" fmla="*/ 1269242 h 12692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78174" h="1269242">
                    <a:moveTo>
                      <a:pt x="0" y="1269242"/>
                    </a:moveTo>
                    <a:lnTo>
                      <a:pt x="464024" y="1064526"/>
                    </a:lnTo>
                    <a:lnTo>
                      <a:pt x="873457" y="614150"/>
                    </a:lnTo>
                    <a:lnTo>
                      <a:pt x="1078174" y="0"/>
                    </a:lnTo>
                    <a:lnTo>
                      <a:pt x="887105" y="777923"/>
                    </a:lnTo>
                    <a:lnTo>
                      <a:pt x="723332" y="968991"/>
                    </a:lnTo>
                    <a:lnTo>
                      <a:pt x="341194" y="1241947"/>
                    </a:lnTo>
                    <a:lnTo>
                      <a:pt x="0" y="1269242"/>
                    </a:lnTo>
                    <a:close/>
                  </a:path>
                </a:pathLst>
              </a:custGeom>
              <a:solidFill>
                <a:schemeClr val="bg1">
                  <a:alpha val="99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4"/>
          <p:cNvSpPr/>
          <p:nvPr/>
        </p:nvSpPr>
        <p:spPr>
          <a:xfrm>
            <a:off x="2133600" y="1600200"/>
            <a:ext cx="1828800" cy="914400"/>
          </a:xfrm>
          <a:prstGeom prst="rect">
            <a:avLst/>
          </a:prstGeom>
          <a:noFill/>
          <a:ln w="571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p:cNvSpPr/>
          <p:nvPr/>
        </p:nvSpPr>
        <p:spPr>
          <a:xfrm>
            <a:off x="3962400" y="1600200"/>
            <a:ext cx="1828800" cy="914400"/>
          </a:xfrm>
          <a:prstGeom prst="rect">
            <a:avLst/>
          </a:prstGeom>
          <a:noFill/>
          <a:ln w="571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3" name="Group 9"/>
          <p:cNvGrpSpPr/>
          <p:nvPr/>
        </p:nvGrpSpPr>
        <p:grpSpPr>
          <a:xfrm>
            <a:off x="2743200" y="1790700"/>
            <a:ext cx="266700" cy="266700"/>
            <a:chOff x="1524000" y="1981200"/>
            <a:chExt cx="3505200" cy="3505200"/>
          </a:xfrm>
        </p:grpSpPr>
        <p:sp>
          <p:nvSpPr>
            <p:cNvPr id="7" name="Oval 6"/>
            <p:cNvSpPr/>
            <p:nvPr/>
          </p:nvSpPr>
          <p:spPr>
            <a:xfrm>
              <a:off x="1524000" y="1981200"/>
              <a:ext cx="3505200" cy="3505200"/>
            </a:xfrm>
            <a:prstGeom prst="ellipse">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Freeform 7"/>
            <p:cNvSpPr/>
            <p:nvPr/>
          </p:nvSpPr>
          <p:spPr>
            <a:xfrm>
              <a:off x="3521122" y="3753134"/>
              <a:ext cx="1078174" cy="1269242"/>
            </a:xfrm>
            <a:custGeom>
              <a:avLst/>
              <a:gdLst>
                <a:gd name="connsiteX0" fmla="*/ 0 w 1078174"/>
                <a:gd name="connsiteY0" fmla="*/ 1269242 h 1269242"/>
                <a:gd name="connsiteX1" fmla="*/ 464024 w 1078174"/>
                <a:gd name="connsiteY1" fmla="*/ 1064526 h 1269242"/>
                <a:gd name="connsiteX2" fmla="*/ 873457 w 1078174"/>
                <a:gd name="connsiteY2" fmla="*/ 614150 h 1269242"/>
                <a:gd name="connsiteX3" fmla="*/ 1078174 w 1078174"/>
                <a:gd name="connsiteY3" fmla="*/ 0 h 1269242"/>
                <a:gd name="connsiteX4" fmla="*/ 887105 w 1078174"/>
                <a:gd name="connsiteY4" fmla="*/ 777923 h 1269242"/>
                <a:gd name="connsiteX5" fmla="*/ 723332 w 1078174"/>
                <a:gd name="connsiteY5" fmla="*/ 968991 h 1269242"/>
                <a:gd name="connsiteX6" fmla="*/ 341194 w 1078174"/>
                <a:gd name="connsiteY6" fmla="*/ 1241947 h 1269242"/>
                <a:gd name="connsiteX7" fmla="*/ 0 w 1078174"/>
                <a:gd name="connsiteY7" fmla="*/ 1269242 h 12692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78174" h="1269242">
                  <a:moveTo>
                    <a:pt x="0" y="1269242"/>
                  </a:moveTo>
                  <a:lnTo>
                    <a:pt x="464024" y="1064526"/>
                  </a:lnTo>
                  <a:lnTo>
                    <a:pt x="873457" y="614150"/>
                  </a:lnTo>
                  <a:lnTo>
                    <a:pt x="1078174" y="0"/>
                  </a:lnTo>
                  <a:lnTo>
                    <a:pt x="887105" y="777923"/>
                  </a:lnTo>
                  <a:lnTo>
                    <a:pt x="723332" y="968991"/>
                  </a:lnTo>
                  <a:lnTo>
                    <a:pt x="341194" y="1241947"/>
                  </a:lnTo>
                  <a:lnTo>
                    <a:pt x="0" y="1269242"/>
                  </a:lnTo>
                  <a:close/>
                </a:path>
              </a:pathLst>
            </a:custGeom>
            <a:solidFill>
              <a:schemeClr val="bg1">
                <a:alpha val="99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Freeform 8"/>
            <p:cNvSpPr/>
            <p:nvPr/>
          </p:nvSpPr>
          <p:spPr>
            <a:xfrm rot="10800000">
              <a:off x="1828800" y="2362200"/>
              <a:ext cx="1078174" cy="1269242"/>
            </a:xfrm>
            <a:custGeom>
              <a:avLst/>
              <a:gdLst>
                <a:gd name="connsiteX0" fmla="*/ 0 w 1078174"/>
                <a:gd name="connsiteY0" fmla="*/ 1269242 h 1269242"/>
                <a:gd name="connsiteX1" fmla="*/ 464024 w 1078174"/>
                <a:gd name="connsiteY1" fmla="*/ 1064526 h 1269242"/>
                <a:gd name="connsiteX2" fmla="*/ 873457 w 1078174"/>
                <a:gd name="connsiteY2" fmla="*/ 614150 h 1269242"/>
                <a:gd name="connsiteX3" fmla="*/ 1078174 w 1078174"/>
                <a:gd name="connsiteY3" fmla="*/ 0 h 1269242"/>
                <a:gd name="connsiteX4" fmla="*/ 887105 w 1078174"/>
                <a:gd name="connsiteY4" fmla="*/ 777923 h 1269242"/>
                <a:gd name="connsiteX5" fmla="*/ 723332 w 1078174"/>
                <a:gd name="connsiteY5" fmla="*/ 968991 h 1269242"/>
                <a:gd name="connsiteX6" fmla="*/ 341194 w 1078174"/>
                <a:gd name="connsiteY6" fmla="*/ 1241947 h 1269242"/>
                <a:gd name="connsiteX7" fmla="*/ 0 w 1078174"/>
                <a:gd name="connsiteY7" fmla="*/ 1269242 h 12692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78174" h="1269242">
                  <a:moveTo>
                    <a:pt x="0" y="1269242"/>
                  </a:moveTo>
                  <a:lnTo>
                    <a:pt x="464024" y="1064526"/>
                  </a:lnTo>
                  <a:lnTo>
                    <a:pt x="873457" y="614150"/>
                  </a:lnTo>
                  <a:lnTo>
                    <a:pt x="1078174" y="0"/>
                  </a:lnTo>
                  <a:lnTo>
                    <a:pt x="887105" y="777923"/>
                  </a:lnTo>
                  <a:lnTo>
                    <a:pt x="723332" y="968991"/>
                  </a:lnTo>
                  <a:lnTo>
                    <a:pt x="341194" y="1241947"/>
                  </a:lnTo>
                  <a:lnTo>
                    <a:pt x="0" y="1269242"/>
                  </a:lnTo>
                  <a:close/>
                </a:path>
              </a:pathLst>
            </a:custGeom>
            <a:solidFill>
              <a:schemeClr val="bg1">
                <a:alpha val="99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7" name="Rectangle 16"/>
          <p:cNvSpPr/>
          <p:nvPr/>
        </p:nvSpPr>
        <p:spPr>
          <a:xfrm>
            <a:off x="6400800" y="1600200"/>
            <a:ext cx="1828800" cy="914400"/>
          </a:xfrm>
          <a:prstGeom prst="rect">
            <a:avLst/>
          </a:prstGeom>
          <a:noFill/>
          <a:ln w="571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ectangle 17"/>
          <p:cNvSpPr/>
          <p:nvPr/>
        </p:nvSpPr>
        <p:spPr>
          <a:xfrm>
            <a:off x="8229600" y="1600200"/>
            <a:ext cx="1828800" cy="914400"/>
          </a:xfrm>
          <a:prstGeom prst="rect">
            <a:avLst/>
          </a:prstGeom>
          <a:noFill/>
          <a:ln w="571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9" name="Group 9"/>
          <p:cNvGrpSpPr/>
          <p:nvPr/>
        </p:nvGrpSpPr>
        <p:grpSpPr>
          <a:xfrm>
            <a:off x="6705600" y="1790700"/>
            <a:ext cx="266700" cy="266700"/>
            <a:chOff x="1524000" y="1981200"/>
            <a:chExt cx="3505200" cy="3505200"/>
          </a:xfrm>
        </p:grpSpPr>
        <p:sp>
          <p:nvSpPr>
            <p:cNvPr id="20" name="Oval 19"/>
            <p:cNvSpPr/>
            <p:nvPr/>
          </p:nvSpPr>
          <p:spPr>
            <a:xfrm>
              <a:off x="1524000" y="1981200"/>
              <a:ext cx="3505200" cy="3505200"/>
            </a:xfrm>
            <a:prstGeom prst="ellipse">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Freeform 20"/>
            <p:cNvSpPr/>
            <p:nvPr/>
          </p:nvSpPr>
          <p:spPr>
            <a:xfrm>
              <a:off x="3521122" y="3753134"/>
              <a:ext cx="1078174" cy="1269242"/>
            </a:xfrm>
            <a:custGeom>
              <a:avLst/>
              <a:gdLst>
                <a:gd name="connsiteX0" fmla="*/ 0 w 1078174"/>
                <a:gd name="connsiteY0" fmla="*/ 1269242 h 1269242"/>
                <a:gd name="connsiteX1" fmla="*/ 464024 w 1078174"/>
                <a:gd name="connsiteY1" fmla="*/ 1064526 h 1269242"/>
                <a:gd name="connsiteX2" fmla="*/ 873457 w 1078174"/>
                <a:gd name="connsiteY2" fmla="*/ 614150 h 1269242"/>
                <a:gd name="connsiteX3" fmla="*/ 1078174 w 1078174"/>
                <a:gd name="connsiteY3" fmla="*/ 0 h 1269242"/>
                <a:gd name="connsiteX4" fmla="*/ 887105 w 1078174"/>
                <a:gd name="connsiteY4" fmla="*/ 777923 h 1269242"/>
                <a:gd name="connsiteX5" fmla="*/ 723332 w 1078174"/>
                <a:gd name="connsiteY5" fmla="*/ 968991 h 1269242"/>
                <a:gd name="connsiteX6" fmla="*/ 341194 w 1078174"/>
                <a:gd name="connsiteY6" fmla="*/ 1241947 h 1269242"/>
                <a:gd name="connsiteX7" fmla="*/ 0 w 1078174"/>
                <a:gd name="connsiteY7" fmla="*/ 1269242 h 12692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78174" h="1269242">
                  <a:moveTo>
                    <a:pt x="0" y="1269242"/>
                  </a:moveTo>
                  <a:lnTo>
                    <a:pt x="464024" y="1064526"/>
                  </a:lnTo>
                  <a:lnTo>
                    <a:pt x="873457" y="614150"/>
                  </a:lnTo>
                  <a:lnTo>
                    <a:pt x="1078174" y="0"/>
                  </a:lnTo>
                  <a:lnTo>
                    <a:pt x="887105" y="777923"/>
                  </a:lnTo>
                  <a:lnTo>
                    <a:pt x="723332" y="968991"/>
                  </a:lnTo>
                  <a:lnTo>
                    <a:pt x="341194" y="1241947"/>
                  </a:lnTo>
                  <a:lnTo>
                    <a:pt x="0" y="1269242"/>
                  </a:lnTo>
                  <a:close/>
                </a:path>
              </a:pathLst>
            </a:custGeom>
            <a:solidFill>
              <a:schemeClr val="bg1">
                <a:alpha val="99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Freeform 21"/>
            <p:cNvSpPr/>
            <p:nvPr/>
          </p:nvSpPr>
          <p:spPr>
            <a:xfrm rot="10800000">
              <a:off x="1828800" y="2362200"/>
              <a:ext cx="1078174" cy="1269242"/>
            </a:xfrm>
            <a:custGeom>
              <a:avLst/>
              <a:gdLst>
                <a:gd name="connsiteX0" fmla="*/ 0 w 1078174"/>
                <a:gd name="connsiteY0" fmla="*/ 1269242 h 1269242"/>
                <a:gd name="connsiteX1" fmla="*/ 464024 w 1078174"/>
                <a:gd name="connsiteY1" fmla="*/ 1064526 h 1269242"/>
                <a:gd name="connsiteX2" fmla="*/ 873457 w 1078174"/>
                <a:gd name="connsiteY2" fmla="*/ 614150 h 1269242"/>
                <a:gd name="connsiteX3" fmla="*/ 1078174 w 1078174"/>
                <a:gd name="connsiteY3" fmla="*/ 0 h 1269242"/>
                <a:gd name="connsiteX4" fmla="*/ 887105 w 1078174"/>
                <a:gd name="connsiteY4" fmla="*/ 777923 h 1269242"/>
                <a:gd name="connsiteX5" fmla="*/ 723332 w 1078174"/>
                <a:gd name="connsiteY5" fmla="*/ 968991 h 1269242"/>
                <a:gd name="connsiteX6" fmla="*/ 341194 w 1078174"/>
                <a:gd name="connsiteY6" fmla="*/ 1241947 h 1269242"/>
                <a:gd name="connsiteX7" fmla="*/ 0 w 1078174"/>
                <a:gd name="connsiteY7" fmla="*/ 1269242 h 12692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78174" h="1269242">
                  <a:moveTo>
                    <a:pt x="0" y="1269242"/>
                  </a:moveTo>
                  <a:lnTo>
                    <a:pt x="464024" y="1064526"/>
                  </a:lnTo>
                  <a:lnTo>
                    <a:pt x="873457" y="614150"/>
                  </a:lnTo>
                  <a:lnTo>
                    <a:pt x="1078174" y="0"/>
                  </a:lnTo>
                  <a:lnTo>
                    <a:pt x="887105" y="777923"/>
                  </a:lnTo>
                  <a:lnTo>
                    <a:pt x="723332" y="968991"/>
                  </a:lnTo>
                  <a:lnTo>
                    <a:pt x="341194" y="1241947"/>
                  </a:lnTo>
                  <a:lnTo>
                    <a:pt x="0" y="1269242"/>
                  </a:lnTo>
                  <a:close/>
                </a:path>
              </a:pathLst>
            </a:custGeom>
            <a:solidFill>
              <a:schemeClr val="bg1">
                <a:alpha val="99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27" name="Group 26"/>
          <p:cNvGrpSpPr/>
          <p:nvPr/>
        </p:nvGrpSpPr>
        <p:grpSpPr>
          <a:xfrm>
            <a:off x="3429000" y="2133600"/>
            <a:ext cx="266700" cy="266700"/>
            <a:chOff x="2514600" y="3657600"/>
            <a:chExt cx="266700" cy="266700"/>
          </a:xfrm>
        </p:grpSpPr>
        <p:sp>
          <p:nvSpPr>
            <p:cNvPr id="24" name="Oval 23"/>
            <p:cNvSpPr/>
            <p:nvPr/>
          </p:nvSpPr>
          <p:spPr>
            <a:xfrm>
              <a:off x="2514600" y="3657600"/>
              <a:ext cx="266700" cy="266700"/>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Freeform 24"/>
            <p:cNvSpPr/>
            <p:nvPr/>
          </p:nvSpPr>
          <p:spPr>
            <a:xfrm>
              <a:off x="2666555" y="3792421"/>
              <a:ext cx="82035" cy="96573"/>
            </a:xfrm>
            <a:custGeom>
              <a:avLst/>
              <a:gdLst>
                <a:gd name="connsiteX0" fmla="*/ 0 w 1078174"/>
                <a:gd name="connsiteY0" fmla="*/ 1269242 h 1269242"/>
                <a:gd name="connsiteX1" fmla="*/ 464024 w 1078174"/>
                <a:gd name="connsiteY1" fmla="*/ 1064526 h 1269242"/>
                <a:gd name="connsiteX2" fmla="*/ 873457 w 1078174"/>
                <a:gd name="connsiteY2" fmla="*/ 614150 h 1269242"/>
                <a:gd name="connsiteX3" fmla="*/ 1078174 w 1078174"/>
                <a:gd name="connsiteY3" fmla="*/ 0 h 1269242"/>
                <a:gd name="connsiteX4" fmla="*/ 887105 w 1078174"/>
                <a:gd name="connsiteY4" fmla="*/ 777923 h 1269242"/>
                <a:gd name="connsiteX5" fmla="*/ 723332 w 1078174"/>
                <a:gd name="connsiteY5" fmla="*/ 968991 h 1269242"/>
                <a:gd name="connsiteX6" fmla="*/ 341194 w 1078174"/>
                <a:gd name="connsiteY6" fmla="*/ 1241947 h 1269242"/>
                <a:gd name="connsiteX7" fmla="*/ 0 w 1078174"/>
                <a:gd name="connsiteY7" fmla="*/ 1269242 h 12692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78174" h="1269242">
                  <a:moveTo>
                    <a:pt x="0" y="1269242"/>
                  </a:moveTo>
                  <a:lnTo>
                    <a:pt x="464024" y="1064526"/>
                  </a:lnTo>
                  <a:lnTo>
                    <a:pt x="873457" y="614150"/>
                  </a:lnTo>
                  <a:lnTo>
                    <a:pt x="1078174" y="0"/>
                  </a:lnTo>
                  <a:lnTo>
                    <a:pt x="887105" y="777923"/>
                  </a:lnTo>
                  <a:lnTo>
                    <a:pt x="723332" y="968991"/>
                  </a:lnTo>
                  <a:lnTo>
                    <a:pt x="341194" y="1241947"/>
                  </a:lnTo>
                  <a:lnTo>
                    <a:pt x="0" y="1269242"/>
                  </a:lnTo>
                  <a:close/>
                </a:path>
              </a:pathLst>
            </a:custGeom>
            <a:solidFill>
              <a:schemeClr val="bg1">
                <a:alpha val="99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Freeform 25"/>
            <p:cNvSpPr/>
            <p:nvPr/>
          </p:nvSpPr>
          <p:spPr>
            <a:xfrm rot="10800000">
              <a:off x="2537791" y="3686589"/>
              <a:ext cx="82035" cy="96573"/>
            </a:xfrm>
            <a:custGeom>
              <a:avLst/>
              <a:gdLst>
                <a:gd name="connsiteX0" fmla="*/ 0 w 1078174"/>
                <a:gd name="connsiteY0" fmla="*/ 1269242 h 1269242"/>
                <a:gd name="connsiteX1" fmla="*/ 464024 w 1078174"/>
                <a:gd name="connsiteY1" fmla="*/ 1064526 h 1269242"/>
                <a:gd name="connsiteX2" fmla="*/ 873457 w 1078174"/>
                <a:gd name="connsiteY2" fmla="*/ 614150 h 1269242"/>
                <a:gd name="connsiteX3" fmla="*/ 1078174 w 1078174"/>
                <a:gd name="connsiteY3" fmla="*/ 0 h 1269242"/>
                <a:gd name="connsiteX4" fmla="*/ 887105 w 1078174"/>
                <a:gd name="connsiteY4" fmla="*/ 777923 h 1269242"/>
                <a:gd name="connsiteX5" fmla="*/ 723332 w 1078174"/>
                <a:gd name="connsiteY5" fmla="*/ 968991 h 1269242"/>
                <a:gd name="connsiteX6" fmla="*/ 341194 w 1078174"/>
                <a:gd name="connsiteY6" fmla="*/ 1241947 h 1269242"/>
                <a:gd name="connsiteX7" fmla="*/ 0 w 1078174"/>
                <a:gd name="connsiteY7" fmla="*/ 1269242 h 12692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78174" h="1269242">
                  <a:moveTo>
                    <a:pt x="0" y="1269242"/>
                  </a:moveTo>
                  <a:lnTo>
                    <a:pt x="464024" y="1064526"/>
                  </a:lnTo>
                  <a:lnTo>
                    <a:pt x="873457" y="614150"/>
                  </a:lnTo>
                  <a:lnTo>
                    <a:pt x="1078174" y="0"/>
                  </a:lnTo>
                  <a:lnTo>
                    <a:pt x="887105" y="777923"/>
                  </a:lnTo>
                  <a:lnTo>
                    <a:pt x="723332" y="968991"/>
                  </a:lnTo>
                  <a:lnTo>
                    <a:pt x="341194" y="1241947"/>
                  </a:lnTo>
                  <a:lnTo>
                    <a:pt x="0" y="1269242"/>
                  </a:lnTo>
                  <a:close/>
                </a:path>
              </a:pathLst>
            </a:custGeom>
            <a:solidFill>
              <a:schemeClr val="bg1">
                <a:alpha val="99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28" name="Group 27"/>
          <p:cNvGrpSpPr/>
          <p:nvPr/>
        </p:nvGrpSpPr>
        <p:grpSpPr>
          <a:xfrm>
            <a:off x="8839200" y="1905000"/>
            <a:ext cx="266700" cy="266700"/>
            <a:chOff x="2514600" y="3657600"/>
            <a:chExt cx="266700" cy="266700"/>
          </a:xfrm>
        </p:grpSpPr>
        <p:sp>
          <p:nvSpPr>
            <p:cNvPr id="29" name="Oval 28"/>
            <p:cNvSpPr/>
            <p:nvPr/>
          </p:nvSpPr>
          <p:spPr>
            <a:xfrm>
              <a:off x="2514600" y="3657600"/>
              <a:ext cx="266700" cy="266700"/>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Freeform 29"/>
            <p:cNvSpPr/>
            <p:nvPr/>
          </p:nvSpPr>
          <p:spPr>
            <a:xfrm>
              <a:off x="2666555" y="3792421"/>
              <a:ext cx="82035" cy="96573"/>
            </a:xfrm>
            <a:custGeom>
              <a:avLst/>
              <a:gdLst>
                <a:gd name="connsiteX0" fmla="*/ 0 w 1078174"/>
                <a:gd name="connsiteY0" fmla="*/ 1269242 h 1269242"/>
                <a:gd name="connsiteX1" fmla="*/ 464024 w 1078174"/>
                <a:gd name="connsiteY1" fmla="*/ 1064526 h 1269242"/>
                <a:gd name="connsiteX2" fmla="*/ 873457 w 1078174"/>
                <a:gd name="connsiteY2" fmla="*/ 614150 h 1269242"/>
                <a:gd name="connsiteX3" fmla="*/ 1078174 w 1078174"/>
                <a:gd name="connsiteY3" fmla="*/ 0 h 1269242"/>
                <a:gd name="connsiteX4" fmla="*/ 887105 w 1078174"/>
                <a:gd name="connsiteY4" fmla="*/ 777923 h 1269242"/>
                <a:gd name="connsiteX5" fmla="*/ 723332 w 1078174"/>
                <a:gd name="connsiteY5" fmla="*/ 968991 h 1269242"/>
                <a:gd name="connsiteX6" fmla="*/ 341194 w 1078174"/>
                <a:gd name="connsiteY6" fmla="*/ 1241947 h 1269242"/>
                <a:gd name="connsiteX7" fmla="*/ 0 w 1078174"/>
                <a:gd name="connsiteY7" fmla="*/ 1269242 h 12692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78174" h="1269242">
                  <a:moveTo>
                    <a:pt x="0" y="1269242"/>
                  </a:moveTo>
                  <a:lnTo>
                    <a:pt x="464024" y="1064526"/>
                  </a:lnTo>
                  <a:lnTo>
                    <a:pt x="873457" y="614150"/>
                  </a:lnTo>
                  <a:lnTo>
                    <a:pt x="1078174" y="0"/>
                  </a:lnTo>
                  <a:lnTo>
                    <a:pt x="887105" y="777923"/>
                  </a:lnTo>
                  <a:lnTo>
                    <a:pt x="723332" y="968991"/>
                  </a:lnTo>
                  <a:lnTo>
                    <a:pt x="341194" y="1241947"/>
                  </a:lnTo>
                  <a:lnTo>
                    <a:pt x="0" y="1269242"/>
                  </a:lnTo>
                  <a:close/>
                </a:path>
              </a:pathLst>
            </a:custGeom>
            <a:solidFill>
              <a:schemeClr val="bg1">
                <a:alpha val="99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Freeform 30"/>
            <p:cNvSpPr/>
            <p:nvPr/>
          </p:nvSpPr>
          <p:spPr>
            <a:xfrm rot="10800000">
              <a:off x="2537791" y="3686589"/>
              <a:ext cx="82035" cy="96573"/>
            </a:xfrm>
            <a:custGeom>
              <a:avLst/>
              <a:gdLst>
                <a:gd name="connsiteX0" fmla="*/ 0 w 1078174"/>
                <a:gd name="connsiteY0" fmla="*/ 1269242 h 1269242"/>
                <a:gd name="connsiteX1" fmla="*/ 464024 w 1078174"/>
                <a:gd name="connsiteY1" fmla="*/ 1064526 h 1269242"/>
                <a:gd name="connsiteX2" fmla="*/ 873457 w 1078174"/>
                <a:gd name="connsiteY2" fmla="*/ 614150 h 1269242"/>
                <a:gd name="connsiteX3" fmla="*/ 1078174 w 1078174"/>
                <a:gd name="connsiteY3" fmla="*/ 0 h 1269242"/>
                <a:gd name="connsiteX4" fmla="*/ 887105 w 1078174"/>
                <a:gd name="connsiteY4" fmla="*/ 777923 h 1269242"/>
                <a:gd name="connsiteX5" fmla="*/ 723332 w 1078174"/>
                <a:gd name="connsiteY5" fmla="*/ 968991 h 1269242"/>
                <a:gd name="connsiteX6" fmla="*/ 341194 w 1078174"/>
                <a:gd name="connsiteY6" fmla="*/ 1241947 h 1269242"/>
                <a:gd name="connsiteX7" fmla="*/ 0 w 1078174"/>
                <a:gd name="connsiteY7" fmla="*/ 1269242 h 12692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78174" h="1269242">
                  <a:moveTo>
                    <a:pt x="0" y="1269242"/>
                  </a:moveTo>
                  <a:lnTo>
                    <a:pt x="464024" y="1064526"/>
                  </a:lnTo>
                  <a:lnTo>
                    <a:pt x="873457" y="614150"/>
                  </a:lnTo>
                  <a:lnTo>
                    <a:pt x="1078174" y="0"/>
                  </a:lnTo>
                  <a:lnTo>
                    <a:pt x="887105" y="777923"/>
                  </a:lnTo>
                  <a:lnTo>
                    <a:pt x="723332" y="968991"/>
                  </a:lnTo>
                  <a:lnTo>
                    <a:pt x="341194" y="1241947"/>
                  </a:lnTo>
                  <a:lnTo>
                    <a:pt x="0" y="1269242"/>
                  </a:lnTo>
                  <a:close/>
                </a:path>
              </a:pathLst>
            </a:custGeom>
            <a:solidFill>
              <a:schemeClr val="bg1">
                <a:alpha val="99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32" name="Rectangle 31"/>
          <p:cNvSpPr/>
          <p:nvPr/>
        </p:nvSpPr>
        <p:spPr>
          <a:xfrm>
            <a:off x="2133600" y="2819400"/>
            <a:ext cx="1828800" cy="914400"/>
          </a:xfrm>
          <a:prstGeom prst="rect">
            <a:avLst/>
          </a:prstGeom>
          <a:noFill/>
          <a:ln w="571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 name="Rectangle 32"/>
          <p:cNvSpPr/>
          <p:nvPr/>
        </p:nvSpPr>
        <p:spPr>
          <a:xfrm>
            <a:off x="3962400" y="2819400"/>
            <a:ext cx="1828800" cy="914400"/>
          </a:xfrm>
          <a:prstGeom prst="rect">
            <a:avLst/>
          </a:prstGeom>
          <a:noFill/>
          <a:ln w="571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34" name="Group 9"/>
          <p:cNvGrpSpPr/>
          <p:nvPr/>
        </p:nvGrpSpPr>
        <p:grpSpPr>
          <a:xfrm>
            <a:off x="4648200" y="2971800"/>
            <a:ext cx="266700" cy="266700"/>
            <a:chOff x="1524000" y="1981200"/>
            <a:chExt cx="3505200" cy="3505200"/>
          </a:xfrm>
        </p:grpSpPr>
        <p:sp>
          <p:nvSpPr>
            <p:cNvPr id="35" name="Oval 34"/>
            <p:cNvSpPr/>
            <p:nvPr/>
          </p:nvSpPr>
          <p:spPr>
            <a:xfrm>
              <a:off x="1524000" y="1981200"/>
              <a:ext cx="3505200" cy="3505200"/>
            </a:xfrm>
            <a:prstGeom prst="ellipse">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 name="Freeform 35"/>
            <p:cNvSpPr/>
            <p:nvPr/>
          </p:nvSpPr>
          <p:spPr>
            <a:xfrm>
              <a:off x="3521122" y="3753134"/>
              <a:ext cx="1078174" cy="1269242"/>
            </a:xfrm>
            <a:custGeom>
              <a:avLst/>
              <a:gdLst>
                <a:gd name="connsiteX0" fmla="*/ 0 w 1078174"/>
                <a:gd name="connsiteY0" fmla="*/ 1269242 h 1269242"/>
                <a:gd name="connsiteX1" fmla="*/ 464024 w 1078174"/>
                <a:gd name="connsiteY1" fmla="*/ 1064526 h 1269242"/>
                <a:gd name="connsiteX2" fmla="*/ 873457 w 1078174"/>
                <a:gd name="connsiteY2" fmla="*/ 614150 h 1269242"/>
                <a:gd name="connsiteX3" fmla="*/ 1078174 w 1078174"/>
                <a:gd name="connsiteY3" fmla="*/ 0 h 1269242"/>
                <a:gd name="connsiteX4" fmla="*/ 887105 w 1078174"/>
                <a:gd name="connsiteY4" fmla="*/ 777923 h 1269242"/>
                <a:gd name="connsiteX5" fmla="*/ 723332 w 1078174"/>
                <a:gd name="connsiteY5" fmla="*/ 968991 h 1269242"/>
                <a:gd name="connsiteX6" fmla="*/ 341194 w 1078174"/>
                <a:gd name="connsiteY6" fmla="*/ 1241947 h 1269242"/>
                <a:gd name="connsiteX7" fmla="*/ 0 w 1078174"/>
                <a:gd name="connsiteY7" fmla="*/ 1269242 h 12692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78174" h="1269242">
                  <a:moveTo>
                    <a:pt x="0" y="1269242"/>
                  </a:moveTo>
                  <a:lnTo>
                    <a:pt x="464024" y="1064526"/>
                  </a:lnTo>
                  <a:lnTo>
                    <a:pt x="873457" y="614150"/>
                  </a:lnTo>
                  <a:lnTo>
                    <a:pt x="1078174" y="0"/>
                  </a:lnTo>
                  <a:lnTo>
                    <a:pt x="887105" y="777923"/>
                  </a:lnTo>
                  <a:lnTo>
                    <a:pt x="723332" y="968991"/>
                  </a:lnTo>
                  <a:lnTo>
                    <a:pt x="341194" y="1241947"/>
                  </a:lnTo>
                  <a:lnTo>
                    <a:pt x="0" y="1269242"/>
                  </a:lnTo>
                  <a:close/>
                </a:path>
              </a:pathLst>
            </a:custGeom>
            <a:solidFill>
              <a:schemeClr val="bg1">
                <a:alpha val="99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 name="Freeform 36"/>
            <p:cNvSpPr/>
            <p:nvPr/>
          </p:nvSpPr>
          <p:spPr>
            <a:xfrm rot="10800000">
              <a:off x="1828800" y="2362200"/>
              <a:ext cx="1078174" cy="1269242"/>
            </a:xfrm>
            <a:custGeom>
              <a:avLst/>
              <a:gdLst>
                <a:gd name="connsiteX0" fmla="*/ 0 w 1078174"/>
                <a:gd name="connsiteY0" fmla="*/ 1269242 h 1269242"/>
                <a:gd name="connsiteX1" fmla="*/ 464024 w 1078174"/>
                <a:gd name="connsiteY1" fmla="*/ 1064526 h 1269242"/>
                <a:gd name="connsiteX2" fmla="*/ 873457 w 1078174"/>
                <a:gd name="connsiteY2" fmla="*/ 614150 h 1269242"/>
                <a:gd name="connsiteX3" fmla="*/ 1078174 w 1078174"/>
                <a:gd name="connsiteY3" fmla="*/ 0 h 1269242"/>
                <a:gd name="connsiteX4" fmla="*/ 887105 w 1078174"/>
                <a:gd name="connsiteY4" fmla="*/ 777923 h 1269242"/>
                <a:gd name="connsiteX5" fmla="*/ 723332 w 1078174"/>
                <a:gd name="connsiteY5" fmla="*/ 968991 h 1269242"/>
                <a:gd name="connsiteX6" fmla="*/ 341194 w 1078174"/>
                <a:gd name="connsiteY6" fmla="*/ 1241947 h 1269242"/>
                <a:gd name="connsiteX7" fmla="*/ 0 w 1078174"/>
                <a:gd name="connsiteY7" fmla="*/ 1269242 h 12692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78174" h="1269242">
                  <a:moveTo>
                    <a:pt x="0" y="1269242"/>
                  </a:moveTo>
                  <a:lnTo>
                    <a:pt x="464024" y="1064526"/>
                  </a:lnTo>
                  <a:lnTo>
                    <a:pt x="873457" y="614150"/>
                  </a:lnTo>
                  <a:lnTo>
                    <a:pt x="1078174" y="0"/>
                  </a:lnTo>
                  <a:lnTo>
                    <a:pt x="887105" y="777923"/>
                  </a:lnTo>
                  <a:lnTo>
                    <a:pt x="723332" y="968991"/>
                  </a:lnTo>
                  <a:lnTo>
                    <a:pt x="341194" y="1241947"/>
                  </a:lnTo>
                  <a:lnTo>
                    <a:pt x="0" y="1269242"/>
                  </a:lnTo>
                  <a:close/>
                </a:path>
              </a:pathLst>
            </a:custGeom>
            <a:solidFill>
              <a:schemeClr val="bg1">
                <a:alpha val="99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38" name="Rectangle 37"/>
          <p:cNvSpPr/>
          <p:nvPr/>
        </p:nvSpPr>
        <p:spPr>
          <a:xfrm>
            <a:off x="6400800" y="2819400"/>
            <a:ext cx="1828800" cy="914400"/>
          </a:xfrm>
          <a:prstGeom prst="rect">
            <a:avLst/>
          </a:prstGeom>
          <a:noFill/>
          <a:ln w="571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 name="Rectangle 38"/>
          <p:cNvSpPr/>
          <p:nvPr/>
        </p:nvSpPr>
        <p:spPr>
          <a:xfrm>
            <a:off x="8229600" y="2819400"/>
            <a:ext cx="1828800" cy="914400"/>
          </a:xfrm>
          <a:prstGeom prst="rect">
            <a:avLst/>
          </a:prstGeom>
          <a:noFill/>
          <a:ln w="571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40" name="Group 9"/>
          <p:cNvGrpSpPr/>
          <p:nvPr/>
        </p:nvGrpSpPr>
        <p:grpSpPr>
          <a:xfrm>
            <a:off x="9448800" y="3200400"/>
            <a:ext cx="266700" cy="266700"/>
            <a:chOff x="1524000" y="1981200"/>
            <a:chExt cx="3505200" cy="3505200"/>
          </a:xfrm>
        </p:grpSpPr>
        <p:sp>
          <p:nvSpPr>
            <p:cNvPr id="41" name="Oval 40"/>
            <p:cNvSpPr/>
            <p:nvPr/>
          </p:nvSpPr>
          <p:spPr>
            <a:xfrm>
              <a:off x="1524000" y="1981200"/>
              <a:ext cx="3505200" cy="3505200"/>
            </a:xfrm>
            <a:prstGeom prst="ellipse">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 name="Freeform 41"/>
            <p:cNvSpPr/>
            <p:nvPr/>
          </p:nvSpPr>
          <p:spPr>
            <a:xfrm>
              <a:off x="3521122" y="3753134"/>
              <a:ext cx="1078174" cy="1269242"/>
            </a:xfrm>
            <a:custGeom>
              <a:avLst/>
              <a:gdLst>
                <a:gd name="connsiteX0" fmla="*/ 0 w 1078174"/>
                <a:gd name="connsiteY0" fmla="*/ 1269242 h 1269242"/>
                <a:gd name="connsiteX1" fmla="*/ 464024 w 1078174"/>
                <a:gd name="connsiteY1" fmla="*/ 1064526 h 1269242"/>
                <a:gd name="connsiteX2" fmla="*/ 873457 w 1078174"/>
                <a:gd name="connsiteY2" fmla="*/ 614150 h 1269242"/>
                <a:gd name="connsiteX3" fmla="*/ 1078174 w 1078174"/>
                <a:gd name="connsiteY3" fmla="*/ 0 h 1269242"/>
                <a:gd name="connsiteX4" fmla="*/ 887105 w 1078174"/>
                <a:gd name="connsiteY4" fmla="*/ 777923 h 1269242"/>
                <a:gd name="connsiteX5" fmla="*/ 723332 w 1078174"/>
                <a:gd name="connsiteY5" fmla="*/ 968991 h 1269242"/>
                <a:gd name="connsiteX6" fmla="*/ 341194 w 1078174"/>
                <a:gd name="connsiteY6" fmla="*/ 1241947 h 1269242"/>
                <a:gd name="connsiteX7" fmla="*/ 0 w 1078174"/>
                <a:gd name="connsiteY7" fmla="*/ 1269242 h 12692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78174" h="1269242">
                  <a:moveTo>
                    <a:pt x="0" y="1269242"/>
                  </a:moveTo>
                  <a:lnTo>
                    <a:pt x="464024" y="1064526"/>
                  </a:lnTo>
                  <a:lnTo>
                    <a:pt x="873457" y="614150"/>
                  </a:lnTo>
                  <a:lnTo>
                    <a:pt x="1078174" y="0"/>
                  </a:lnTo>
                  <a:lnTo>
                    <a:pt x="887105" y="777923"/>
                  </a:lnTo>
                  <a:lnTo>
                    <a:pt x="723332" y="968991"/>
                  </a:lnTo>
                  <a:lnTo>
                    <a:pt x="341194" y="1241947"/>
                  </a:lnTo>
                  <a:lnTo>
                    <a:pt x="0" y="1269242"/>
                  </a:lnTo>
                  <a:close/>
                </a:path>
              </a:pathLst>
            </a:custGeom>
            <a:solidFill>
              <a:schemeClr val="bg1">
                <a:alpha val="99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 name="Freeform 42"/>
            <p:cNvSpPr/>
            <p:nvPr/>
          </p:nvSpPr>
          <p:spPr>
            <a:xfrm rot="10800000">
              <a:off x="1828800" y="2362200"/>
              <a:ext cx="1078174" cy="1269242"/>
            </a:xfrm>
            <a:custGeom>
              <a:avLst/>
              <a:gdLst>
                <a:gd name="connsiteX0" fmla="*/ 0 w 1078174"/>
                <a:gd name="connsiteY0" fmla="*/ 1269242 h 1269242"/>
                <a:gd name="connsiteX1" fmla="*/ 464024 w 1078174"/>
                <a:gd name="connsiteY1" fmla="*/ 1064526 h 1269242"/>
                <a:gd name="connsiteX2" fmla="*/ 873457 w 1078174"/>
                <a:gd name="connsiteY2" fmla="*/ 614150 h 1269242"/>
                <a:gd name="connsiteX3" fmla="*/ 1078174 w 1078174"/>
                <a:gd name="connsiteY3" fmla="*/ 0 h 1269242"/>
                <a:gd name="connsiteX4" fmla="*/ 887105 w 1078174"/>
                <a:gd name="connsiteY4" fmla="*/ 777923 h 1269242"/>
                <a:gd name="connsiteX5" fmla="*/ 723332 w 1078174"/>
                <a:gd name="connsiteY5" fmla="*/ 968991 h 1269242"/>
                <a:gd name="connsiteX6" fmla="*/ 341194 w 1078174"/>
                <a:gd name="connsiteY6" fmla="*/ 1241947 h 1269242"/>
                <a:gd name="connsiteX7" fmla="*/ 0 w 1078174"/>
                <a:gd name="connsiteY7" fmla="*/ 1269242 h 12692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78174" h="1269242">
                  <a:moveTo>
                    <a:pt x="0" y="1269242"/>
                  </a:moveTo>
                  <a:lnTo>
                    <a:pt x="464024" y="1064526"/>
                  </a:lnTo>
                  <a:lnTo>
                    <a:pt x="873457" y="614150"/>
                  </a:lnTo>
                  <a:lnTo>
                    <a:pt x="1078174" y="0"/>
                  </a:lnTo>
                  <a:lnTo>
                    <a:pt x="887105" y="777923"/>
                  </a:lnTo>
                  <a:lnTo>
                    <a:pt x="723332" y="968991"/>
                  </a:lnTo>
                  <a:lnTo>
                    <a:pt x="341194" y="1241947"/>
                  </a:lnTo>
                  <a:lnTo>
                    <a:pt x="0" y="1269242"/>
                  </a:lnTo>
                  <a:close/>
                </a:path>
              </a:pathLst>
            </a:custGeom>
            <a:solidFill>
              <a:schemeClr val="bg1">
                <a:alpha val="99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44" name="Group 43"/>
          <p:cNvGrpSpPr/>
          <p:nvPr/>
        </p:nvGrpSpPr>
        <p:grpSpPr>
          <a:xfrm>
            <a:off x="3429000" y="3352800"/>
            <a:ext cx="266700" cy="266700"/>
            <a:chOff x="2514600" y="3657600"/>
            <a:chExt cx="266700" cy="266700"/>
          </a:xfrm>
        </p:grpSpPr>
        <p:sp>
          <p:nvSpPr>
            <p:cNvPr id="45" name="Oval 44"/>
            <p:cNvSpPr/>
            <p:nvPr/>
          </p:nvSpPr>
          <p:spPr>
            <a:xfrm>
              <a:off x="2514600" y="3657600"/>
              <a:ext cx="266700" cy="266700"/>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 name="Freeform 45"/>
            <p:cNvSpPr/>
            <p:nvPr/>
          </p:nvSpPr>
          <p:spPr>
            <a:xfrm>
              <a:off x="2666555" y="3792421"/>
              <a:ext cx="82035" cy="96573"/>
            </a:xfrm>
            <a:custGeom>
              <a:avLst/>
              <a:gdLst>
                <a:gd name="connsiteX0" fmla="*/ 0 w 1078174"/>
                <a:gd name="connsiteY0" fmla="*/ 1269242 h 1269242"/>
                <a:gd name="connsiteX1" fmla="*/ 464024 w 1078174"/>
                <a:gd name="connsiteY1" fmla="*/ 1064526 h 1269242"/>
                <a:gd name="connsiteX2" fmla="*/ 873457 w 1078174"/>
                <a:gd name="connsiteY2" fmla="*/ 614150 h 1269242"/>
                <a:gd name="connsiteX3" fmla="*/ 1078174 w 1078174"/>
                <a:gd name="connsiteY3" fmla="*/ 0 h 1269242"/>
                <a:gd name="connsiteX4" fmla="*/ 887105 w 1078174"/>
                <a:gd name="connsiteY4" fmla="*/ 777923 h 1269242"/>
                <a:gd name="connsiteX5" fmla="*/ 723332 w 1078174"/>
                <a:gd name="connsiteY5" fmla="*/ 968991 h 1269242"/>
                <a:gd name="connsiteX6" fmla="*/ 341194 w 1078174"/>
                <a:gd name="connsiteY6" fmla="*/ 1241947 h 1269242"/>
                <a:gd name="connsiteX7" fmla="*/ 0 w 1078174"/>
                <a:gd name="connsiteY7" fmla="*/ 1269242 h 12692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78174" h="1269242">
                  <a:moveTo>
                    <a:pt x="0" y="1269242"/>
                  </a:moveTo>
                  <a:lnTo>
                    <a:pt x="464024" y="1064526"/>
                  </a:lnTo>
                  <a:lnTo>
                    <a:pt x="873457" y="614150"/>
                  </a:lnTo>
                  <a:lnTo>
                    <a:pt x="1078174" y="0"/>
                  </a:lnTo>
                  <a:lnTo>
                    <a:pt x="887105" y="777923"/>
                  </a:lnTo>
                  <a:lnTo>
                    <a:pt x="723332" y="968991"/>
                  </a:lnTo>
                  <a:lnTo>
                    <a:pt x="341194" y="1241947"/>
                  </a:lnTo>
                  <a:lnTo>
                    <a:pt x="0" y="1269242"/>
                  </a:lnTo>
                  <a:close/>
                </a:path>
              </a:pathLst>
            </a:custGeom>
            <a:solidFill>
              <a:schemeClr val="bg1">
                <a:alpha val="99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 name="Freeform 46"/>
            <p:cNvSpPr/>
            <p:nvPr/>
          </p:nvSpPr>
          <p:spPr>
            <a:xfrm rot="10800000">
              <a:off x="2537791" y="3686589"/>
              <a:ext cx="82035" cy="96573"/>
            </a:xfrm>
            <a:custGeom>
              <a:avLst/>
              <a:gdLst>
                <a:gd name="connsiteX0" fmla="*/ 0 w 1078174"/>
                <a:gd name="connsiteY0" fmla="*/ 1269242 h 1269242"/>
                <a:gd name="connsiteX1" fmla="*/ 464024 w 1078174"/>
                <a:gd name="connsiteY1" fmla="*/ 1064526 h 1269242"/>
                <a:gd name="connsiteX2" fmla="*/ 873457 w 1078174"/>
                <a:gd name="connsiteY2" fmla="*/ 614150 h 1269242"/>
                <a:gd name="connsiteX3" fmla="*/ 1078174 w 1078174"/>
                <a:gd name="connsiteY3" fmla="*/ 0 h 1269242"/>
                <a:gd name="connsiteX4" fmla="*/ 887105 w 1078174"/>
                <a:gd name="connsiteY4" fmla="*/ 777923 h 1269242"/>
                <a:gd name="connsiteX5" fmla="*/ 723332 w 1078174"/>
                <a:gd name="connsiteY5" fmla="*/ 968991 h 1269242"/>
                <a:gd name="connsiteX6" fmla="*/ 341194 w 1078174"/>
                <a:gd name="connsiteY6" fmla="*/ 1241947 h 1269242"/>
                <a:gd name="connsiteX7" fmla="*/ 0 w 1078174"/>
                <a:gd name="connsiteY7" fmla="*/ 1269242 h 12692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78174" h="1269242">
                  <a:moveTo>
                    <a:pt x="0" y="1269242"/>
                  </a:moveTo>
                  <a:lnTo>
                    <a:pt x="464024" y="1064526"/>
                  </a:lnTo>
                  <a:lnTo>
                    <a:pt x="873457" y="614150"/>
                  </a:lnTo>
                  <a:lnTo>
                    <a:pt x="1078174" y="0"/>
                  </a:lnTo>
                  <a:lnTo>
                    <a:pt x="887105" y="777923"/>
                  </a:lnTo>
                  <a:lnTo>
                    <a:pt x="723332" y="968991"/>
                  </a:lnTo>
                  <a:lnTo>
                    <a:pt x="341194" y="1241947"/>
                  </a:lnTo>
                  <a:lnTo>
                    <a:pt x="0" y="1269242"/>
                  </a:lnTo>
                  <a:close/>
                </a:path>
              </a:pathLst>
            </a:custGeom>
            <a:solidFill>
              <a:schemeClr val="bg1">
                <a:alpha val="99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48" name="Group 47"/>
          <p:cNvGrpSpPr/>
          <p:nvPr/>
        </p:nvGrpSpPr>
        <p:grpSpPr>
          <a:xfrm>
            <a:off x="8839200" y="3124200"/>
            <a:ext cx="266700" cy="266700"/>
            <a:chOff x="2514600" y="3657600"/>
            <a:chExt cx="266700" cy="266700"/>
          </a:xfrm>
        </p:grpSpPr>
        <p:sp>
          <p:nvSpPr>
            <p:cNvPr id="49" name="Oval 48"/>
            <p:cNvSpPr/>
            <p:nvPr/>
          </p:nvSpPr>
          <p:spPr>
            <a:xfrm>
              <a:off x="2514600" y="3657600"/>
              <a:ext cx="266700" cy="266700"/>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 name="Freeform 49"/>
            <p:cNvSpPr/>
            <p:nvPr/>
          </p:nvSpPr>
          <p:spPr>
            <a:xfrm>
              <a:off x="2666555" y="3792421"/>
              <a:ext cx="82035" cy="96573"/>
            </a:xfrm>
            <a:custGeom>
              <a:avLst/>
              <a:gdLst>
                <a:gd name="connsiteX0" fmla="*/ 0 w 1078174"/>
                <a:gd name="connsiteY0" fmla="*/ 1269242 h 1269242"/>
                <a:gd name="connsiteX1" fmla="*/ 464024 w 1078174"/>
                <a:gd name="connsiteY1" fmla="*/ 1064526 h 1269242"/>
                <a:gd name="connsiteX2" fmla="*/ 873457 w 1078174"/>
                <a:gd name="connsiteY2" fmla="*/ 614150 h 1269242"/>
                <a:gd name="connsiteX3" fmla="*/ 1078174 w 1078174"/>
                <a:gd name="connsiteY3" fmla="*/ 0 h 1269242"/>
                <a:gd name="connsiteX4" fmla="*/ 887105 w 1078174"/>
                <a:gd name="connsiteY4" fmla="*/ 777923 h 1269242"/>
                <a:gd name="connsiteX5" fmla="*/ 723332 w 1078174"/>
                <a:gd name="connsiteY5" fmla="*/ 968991 h 1269242"/>
                <a:gd name="connsiteX6" fmla="*/ 341194 w 1078174"/>
                <a:gd name="connsiteY6" fmla="*/ 1241947 h 1269242"/>
                <a:gd name="connsiteX7" fmla="*/ 0 w 1078174"/>
                <a:gd name="connsiteY7" fmla="*/ 1269242 h 12692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78174" h="1269242">
                  <a:moveTo>
                    <a:pt x="0" y="1269242"/>
                  </a:moveTo>
                  <a:lnTo>
                    <a:pt x="464024" y="1064526"/>
                  </a:lnTo>
                  <a:lnTo>
                    <a:pt x="873457" y="614150"/>
                  </a:lnTo>
                  <a:lnTo>
                    <a:pt x="1078174" y="0"/>
                  </a:lnTo>
                  <a:lnTo>
                    <a:pt x="887105" y="777923"/>
                  </a:lnTo>
                  <a:lnTo>
                    <a:pt x="723332" y="968991"/>
                  </a:lnTo>
                  <a:lnTo>
                    <a:pt x="341194" y="1241947"/>
                  </a:lnTo>
                  <a:lnTo>
                    <a:pt x="0" y="1269242"/>
                  </a:lnTo>
                  <a:close/>
                </a:path>
              </a:pathLst>
            </a:custGeom>
            <a:solidFill>
              <a:schemeClr val="bg1">
                <a:alpha val="99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 name="Freeform 50"/>
            <p:cNvSpPr/>
            <p:nvPr/>
          </p:nvSpPr>
          <p:spPr>
            <a:xfrm rot="10800000">
              <a:off x="2537791" y="3686589"/>
              <a:ext cx="82035" cy="96573"/>
            </a:xfrm>
            <a:custGeom>
              <a:avLst/>
              <a:gdLst>
                <a:gd name="connsiteX0" fmla="*/ 0 w 1078174"/>
                <a:gd name="connsiteY0" fmla="*/ 1269242 h 1269242"/>
                <a:gd name="connsiteX1" fmla="*/ 464024 w 1078174"/>
                <a:gd name="connsiteY1" fmla="*/ 1064526 h 1269242"/>
                <a:gd name="connsiteX2" fmla="*/ 873457 w 1078174"/>
                <a:gd name="connsiteY2" fmla="*/ 614150 h 1269242"/>
                <a:gd name="connsiteX3" fmla="*/ 1078174 w 1078174"/>
                <a:gd name="connsiteY3" fmla="*/ 0 h 1269242"/>
                <a:gd name="connsiteX4" fmla="*/ 887105 w 1078174"/>
                <a:gd name="connsiteY4" fmla="*/ 777923 h 1269242"/>
                <a:gd name="connsiteX5" fmla="*/ 723332 w 1078174"/>
                <a:gd name="connsiteY5" fmla="*/ 968991 h 1269242"/>
                <a:gd name="connsiteX6" fmla="*/ 341194 w 1078174"/>
                <a:gd name="connsiteY6" fmla="*/ 1241947 h 1269242"/>
                <a:gd name="connsiteX7" fmla="*/ 0 w 1078174"/>
                <a:gd name="connsiteY7" fmla="*/ 1269242 h 12692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78174" h="1269242">
                  <a:moveTo>
                    <a:pt x="0" y="1269242"/>
                  </a:moveTo>
                  <a:lnTo>
                    <a:pt x="464024" y="1064526"/>
                  </a:lnTo>
                  <a:lnTo>
                    <a:pt x="873457" y="614150"/>
                  </a:lnTo>
                  <a:lnTo>
                    <a:pt x="1078174" y="0"/>
                  </a:lnTo>
                  <a:lnTo>
                    <a:pt x="887105" y="777923"/>
                  </a:lnTo>
                  <a:lnTo>
                    <a:pt x="723332" y="968991"/>
                  </a:lnTo>
                  <a:lnTo>
                    <a:pt x="341194" y="1241947"/>
                  </a:lnTo>
                  <a:lnTo>
                    <a:pt x="0" y="1269242"/>
                  </a:lnTo>
                  <a:close/>
                </a:path>
              </a:pathLst>
            </a:custGeom>
            <a:solidFill>
              <a:schemeClr val="bg1">
                <a:alpha val="99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4"/>
          <p:cNvSpPr/>
          <p:nvPr/>
        </p:nvSpPr>
        <p:spPr>
          <a:xfrm>
            <a:off x="2133600" y="533400"/>
            <a:ext cx="1828800" cy="914400"/>
          </a:xfrm>
          <a:prstGeom prst="rect">
            <a:avLst/>
          </a:prstGeom>
          <a:noFill/>
          <a:ln w="571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p:cNvSpPr/>
          <p:nvPr/>
        </p:nvSpPr>
        <p:spPr>
          <a:xfrm>
            <a:off x="3962400" y="533400"/>
            <a:ext cx="1828800" cy="914400"/>
          </a:xfrm>
          <a:prstGeom prst="rect">
            <a:avLst/>
          </a:prstGeom>
          <a:noFill/>
          <a:ln w="571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2" name="Group 9"/>
          <p:cNvGrpSpPr/>
          <p:nvPr/>
        </p:nvGrpSpPr>
        <p:grpSpPr>
          <a:xfrm>
            <a:off x="2743200" y="723900"/>
            <a:ext cx="266700" cy="266700"/>
            <a:chOff x="1524000" y="1981200"/>
            <a:chExt cx="3505200" cy="3505200"/>
          </a:xfrm>
        </p:grpSpPr>
        <p:sp>
          <p:nvSpPr>
            <p:cNvPr id="7" name="Oval 6"/>
            <p:cNvSpPr/>
            <p:nvPr/>
          </p:nvSpPr>
          <p:spPr>
            <a:xfrm>
              <a:off x="1524000" y="1981200"/>
              <a:ext cx="3505200" cy="3505200"/>
            </a:xfrm>
            <a:prstGeom prst="ellipse">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Freeform 7"/>
            <p:cNvSpPr/>
            <p:nvPr/>
          </p:nvSpPr>
          <p:spPr>
            <a:xfrm>
              <a:off x="3521122" y="3753134"/>
              <a:ext cx="1078174" cy="1269242"/>
            </a:xfrm>
            <a:custGeom>
              <a:avLst/>
              <a:gdLst>
                <a:gd name="connsiteX0" fmla="*/ 0 w 1078174"/>
                <a:gd name="connsiteY0" fmla="*/ 1269242 h 1269242"/>
                <a:gd name="connsiteX1" fmla="*/ 464024 w 1078174"/>
                <a:gd name="connsiteY1" fmla="*/ 1064526 h 1269242"/>
                <a:gd name="connsiteX2" fmla="*/ 873457 w 1078174"/>
                <a:gd name="connsiteY2" fmla="*/ 614150 h 1269242"/>
                <a:gd name="connsiteX3" fmla="*/ 1078174 w 1078174"/>
                <a:gd name="connsiteY3" fmla="*/ 0 h 1269242"/>
                <a:gd name="connsiteX4" fmla="*/ 887105 w 1078174"/>
                <a:gd name="connsiteY4" fmla="*/ 777923 h 1269242"/>
                <a:gd name="connsiteX5" fmla="*/ 723332 w 1078174"/>
                <a:gd name="connsiteY5" fmla="*/ 968991 h 1269242"/>
                <a:gd name="connsiteX6" fmla="*/ 341194 w 1078174"/>
                <a:gd name="connsiteY6" fmla="*/ 1241947 h 1269242"/>
                <a:gd name="connsiteX7" fmla="*/ 0 w 1078174"/>
                <a:gd name="connsiteY7" fmla="*/ 1269242 h 12692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78174" h="1269242">
                  <a:moveTo>
                    <a:pt x="0" y="1269242"/>
                  </a:moveTo>
                  <a:lnTo>
                    <a:pt x="464024" y="1064526"/>
                  </a:lnTo>
                  <a:lnTo>
                    <a:pt x="873457" y="614150"/>
                  </a:lnTo>
                  <a:lnTo>
                    <a:pt x="1078174" y="0"/>
                  </a:lnTo>
                  <a:lnTo>
                    <a:pt x="887105" y="777923"/>
                  </a:lnTo>
                  <a:lnTo>
                    <a:pt x="723332" y="968991"/>
                  </a:lnTo>
                  <a:lnTo>
                    <a:pt x="341194" y="1241947"/>
                  </a:lnTo>
                  <a:lnTo>
                    <a:pt x="0" y="1269242"/>
                  </a:lnTo>
                  <a:close/>
                </a:path>
              </a:pathLst>
            </a:custGeom>
            <a:solidFill>
              <a:schemeClr val="bg1">
                <a:alpha val="99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Freeform 8"/>
            <p:cNvSpPr/>
            <p:nvPr/>
          </p:nvSpPr>
          <p:spPr>
            <a:xfrm rot="10800000">
              <a:off x="1828800" y="2362200"/>
              <a:ext cx="1078174" cy="1269242"/>
            </a:xfrm>
            <a:custGeom>
              <a:avLst/>
              <a:gdLst>
                <a:gd name="connsiteX0" fmla="*/ 0 w 1078174"/>
                <a:gd name="connsiteY0" fmla="*/ 1269242 h 1269242"/>
                <a:gd name="connsiteX1" fmla="*/ 464024 w 1078174"/>
                <a:gd name="connsiteY1" fmla="*/ 1064526 h 1269242"/>
                <a:gd name="connsiteX2" fmla="*/ 873457 w 1078174"/>
                <a:gd name="connsiteY2" fmla="*/ 614150 h 1269242"/>
                <a:gd name="connsiteX3" fmla="*/ 1078174 w 1078174"/>
                <a:gd name="connsiteY3" fmla="*/ 0 h 1269242"/>
                <a:gd name="connsiteX4" fmla="*/ 887105 w 1078174"/>
                <a:gd name="connsiteY4" fmla="*/ 777923 h 1269242"/>
                <a:gd name="connsiteX5" fmla="*/ 723332 w 1078174"/>
                <a:gd name="connsiteY5" fmla="*/ 968991 h 1269242"/>
                <a:gd name="connsiteX6" fmla="*/ 341194 w 1078174"/>
                <a:gd name="connsiteY6" fmla="*/ 1241947 h 1269242"/>
                <a:gd name="connsiteX7" fmla="*/ 0 w 1078174"/>
                <a:gd name="connsiteY7" fmla="*/ 1269242 h 12692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78174" h="1269242">
                  <a:moveTo>
                    <a:pt x="0" y="1269242"/>
                  </a:moveTo>
                  <a:lnTo>
                    <a:pt x="464024" y="1064526"/>
                  </a:lnTo>
                  <a:lnTo>
                    <a:pt x="873457" y="614150"/>
                  </a:lnTo>
                  <a:lnTo>
                    <a:pt x="1078174" y="0"/>
                  </a:lnTo>
                  <a:lnTo>
                    <a:pt x="887105" y="777923"/>
                  </a:lnTo>
                  <a:lnTo>
                    <a:pt x="723332" y="968991"/>
                  </a:lnTo>
                  <a:lnTo>
                    <a:pt x="341194" y="1241947"/>
                  </a:lnTo>
                  <a:lnTo>
                    <a:pt x="0" y="1269242"/>
                  </a:lnTo>
                  <a:close/>
                </a:path>
              </a:pathLst>
            </a:custGeom>
            <a:solidFill>
              <a:schemeClr val="bg1">
                <a:alpha val="99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7" name="Rectangle 16"/>
          <p:cNvSpPr/>
          <p:nvPr/>
        </p:nvSpPr>
        <p:spPr>
          <a:xfrm>
            <a:off x="6400800" y="533400"/>
            <a:ext cx="1828800" cy="914400"/>
          </a:xfrm>
          <a:prstGeom prst="rect">
            <a:avLst/>
          </a:prstGeom>
          <a:noFill/>
          <a:ln w="571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ectangle 17"/>
          <p:cNvSpPr/>
          <p:nvPr/>
        </p:nvSpPr>
        <p:spPr>
          <a:xfrm>
            <a:off x="8229600" y="533400"/>
            <a:ext cx="1828800" cy="914400"/>
          </a:xfrm>
          <a:prstGeom prst="rect">
            <a:avLst/>
          </a:prstGeom>
          <a:noFill/>
          <a:ln w="571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3" name="Group 9"/>
          <p:cNvGrpSpPr/>
          <p:nvPr/>
        </p:nvGrpSpPr>
        <p:grpSpPr>
          <a:xfrm>
            <a:off x="6705600" y="723900"/>
            <a:ext cx="266700" cy="266700"/>
            <a:chOff x="1524000" y="1981200"/>
            <a:chExt cx="3505200" cy="3505200"/>
          </a:xfrm>
        </p:grpSpPr>
        <p:sp>
          <p:nvSpPr>
            <p:cNvPr id="20" name="Oval 19"/>
            <p:cNvSpPr/>
            <p:nvPr/>
          </p:nvSpPr>
          <p:spPr>
            <a:xfrm>
              <a:off x="1524000" y="1981200"/>
              <a:ext cx="3505200" cy="3505200"/>
            </a:xfrm>
            <a:prstGeom prst="ellipse">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Freeform 20"/>
            <p:cNvSpPr/>
            <p:nvPr/>
          </p:nvSpPr>
          <p:spPr>
            <a:xfrm>
              <a:off x="3521122" y="3753134"/>
              <a:ext cx="1078174" cy="1269242"/>
            </a:xfrm>
            <a:custGeom>
              <a:avLst/>
              <a:gdLst>
                <a:gd name="connsiteX0" fmla="*/ 0 w 1078174"/>
                <a:gd name="connsiteY0" fmla="*/ 1269242 h 1269242"/>
                <a:gd name="connsiteX1" fmla="*/ 464024 w 1078174"/>
                <a:gd name="connsiteY1" fmla="*/ 1064526 h 1269242"/>
                <a:gd name="connsiteX2" fmla="*/ 873457 w 1078174"/>
                <a:gd name="connsiteY2" fmla="*/ 614150 h 1269242"/>
                <a:gd name="connsiteX3" fmla="*/ 1078174 w 1078174"/>
                <a:gd name="connsiteY3" fmla="*/ 0 h 1269242"/>
                <a:gd name="connsiteX4" fmla="*/ 887105 w 1078174"/>
                <a:gd name="connsiteY4" fmla="*/ 777923 h 1269242"/>
                <a:gd name="connsiteX5" fmla="*/ 723332 w 1078174"/>
                <a:gd name="connsiteY5" fmla="*/ 968991 h 1269242"/>
                <a:gd name="connsiteX6" fmla="*/ 341194 w 1078174"/>
                <a:gd name="connsiteY6" fmla="*/ 1241947 h 1269242"/>
                <a:gd name="connsiteX7" fmla="*/ 0 w 1078174"/>
                <a:gd name="connsiteY7" fmla="*/ 1269242 h 12692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78174" h="1269242">
                  <a:moveTo>
                    <a:pt x="0" y="1269242"/>
                  </a:moveTo>
                  <a:lnTo>
                    <a:pt x="464024" y="1064526"/>
                  </a:lnTo>
                  <a:lnTo>
                    <a:pt x="873457" y="614150"/>
                  </a:lnTo>
                  <a:lnTo>
                    <a:pt x="1078174" y="0"/>
                  </a:lnTo>
                  <a:lnTo>
                    <a:pt x="887105" y="777923"/>
                  </a:lnTo>
                  <a:lnTo>
                    <a:pt x="723332" y="968991"/>
                  </a:lnTo>
                  <a:lnTo>
                    <a:pt x="341194" y="1241947"/>
                  </a:lnTo>
                  <a:lnTo>
                    <a:pt x="0" y="1269242"/>
                  </a:lnTo>
                  <a:close/>
                </a:path>
              </a:pathLst>
            </a:custGeom>
            <a:solidFill>
              <a:schemeClr val="bg1">
                <a:alpha val="99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Freeform 21"/>
            <p:cNvSpPr/>
            <p:nvPr/>
          </p:nvSpPr>
          <p:spPr>
            <a:xfrm rot="10800000">
              <a:off x="1828800" y="2362200"/>
              <a:ext cx="1078174" cy="1269242"/>
            </a:xfrm>
            <a:custGeom>
              <a:avLst/>
              <a:gdLst>
                <a:gd name="connsiteX0" fmla="*/ 0 w 1078174"/>
                <a:gd name="connsiteY0" fmla="*/ 1269242 h 1269242"/>
                <a:gd name="connsiteX1" fmla="*/ 464024 w 1078174"/>
                <a:gd name="connsiteY1" fmla="*/ 1064526 h 1269242"/>
                <a:gd name="connsiteX2" fmla="*/ 873457 w 1078174"/>
                <a:gd name="connsiteY2" fmla="*/ 614150 h 1269242"/>
                <a:gd name="connsiteX3" fmla="*/ 1078174 w 1078174"/>
                <a:gd name="connsiteY3" fmla="*/ 0 h 1269242"/>
                <a:gd name="connsiteX4" fmla="*/ 887105 w 1078174"/>
                <a:gd name="connsiteY4" fmla="*/ 777923 h 1269242"/>
                <a:gd name="connsiteX5" fmla="*/ 723332 w 1078174"/>
                <a:gd name="connsiteY5" fmla="*/ 968991 h 1269242"/>
                <a:gd name="connsiteX6" fmla="*/ 341194 w 1078174"/>
                <a:gd name="connsiteY6" fmla="*/ 1241947 h 1269242"/>
                <a:gd name="connsiteX7" fmla="*/ 0 w 1078174"/>
                <a:gd name="connsiteY7" fmla="*/ 1269242 h 12692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78174" h="1269242">
                  <a:moveTo>
                    <a:pt x="0" y="1269242"/>
                  </a:moveTo>
                  <a:lnTo>
                    <a:pt x="464024" y="1064526"/>
                  </a:lnTo>
                  <a:lnTo>
                    <a:pt x="873457" y="614150"/>
                  </a:lnTo>
                  <a:lnTo>
                    <a:pt x="1078174" y="0"/>
                  </a:lnTo>
                  <a:lnTo>
                    <a:pt x="887105" y="777923"/>
                  </a:lnTo>
                  <a:lnTo>
                    <a:pt x="723332" y="968991"/>
                  </a:lnTo>
                  <a:lnTo>
                    <a:pt x="341194" y="1241947"/>
                  </a:lnTo>
                  <a:lnTo>
                    <a:pt x="0" y="1269242"/>
                  </a:lnTo>
                  <a:close/>
                </a:path>
              </a:pathLst>
            </a:custGeom>
            <a:solidFill>
              <a:schemeClr val="bg1">
                <a:alpha val="99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4" name="Group 26"/>
          <p:cNvGrpSpPr/>
          <p:nvPr/>
        </p:nvGrpSpPr>
        <p:grpSpPr>
          <a:xfrm>
            <a:off x="3429000" y="1066800"/>
            <a:ext cx="266700" cy="266700"/>
            <a:chOff x="2514600" y="3657600"/>
            <a:chExt cx="266700" cy="266700"/>
          </a:xfrm>
        </p:grpSpPr>
        <p:sp>
          <p:nvSpPr>
            <p:cNvPr id="24" name="Oval 23"/>
            <p:cNvSpPr/>
            <p:nvPr/>
          </p:nvSpPr>
          <p:spPr>
            <a:xfrm>
              <a:off x="2514600" y="3657600"/>
              <a:ext cx="266700" cy="266700"/>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Freeform 24"/>
            <p:cNvSpPr/>
            <p:nvPr/>
          </p:nvSpPr>
          <p:spPr>
            <a:xfrm>
              <a:off x="2666555" y="3792421"/>
              <a:ext cx="82035" cy="96573"/>
            </a:xfrm>
            <a:custGeom>
              <a:avLst/>
              <a:gdLst>
                <a:gd name="connsiteX0" fmla="*/ 0 w 1078174"/>
                <a:gd name="connsiteY0" fmla="*/ 1269242 h 1269242"/>
                <a:gd name="connsiteX1" fmla="*/ 464024 w 1078174"/>
                <a:gd name="connsiteY1" fmla="*/ 1064526 h 1269242"/>
                <a:gd name="connsiteX2" fmla="*/ 873457 w 1078174"/>
                <a:gd name="connsiteY2" fmla="*/ 614150 h 1269242"/>
                <a:gd name="connsiteX3" fmla="*/ 1078174 w 1078174"/>
                <a:gd name="connsiteY3" fmla="*/ 0 h 1269242"/>
                <a:gd name="connsiteX4" fmla="*/ 887105 w 1078174"/>
                <a:gd name="connsiteY4" fmla="*/ 777923 h 1269242"/>
                <a:gd name="connsiteX5" fmla="*/ 723332 w 1078174"/>
                <a:gd name="connsiteY5" fmla="*/ 968991 h 1269242"/>
                <a:gd name="connsiteX6" fmla="*/ 341194 w 1078174"/>
                <a:gd name="connsiteY6" fmla="*/ 1241947 h 1269242"/>
                <a:gd name="connsiteX7" fmla="*/ 0 w 1078174"/>
                <a:gd name="connsiteY7" fmla="*/ 1269242 h 12692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78174" h="1269242">
                  <a:moveTo>
                    <a:pt x="0" y="1269242"/>
                  </a:moveTo>
                  <a:lnTo>
                    <a:pt x="464024" y="1064526"/>
                  </a:lnTo>
                  <a:lnTo>
                    <a:pt x="873457" y="614150"/>
                  </a:lnTo>
                  <a:lnTo>
                    <a:pt x="1078174" y="0"/>
                  </a:lnTo>
                  <a:lnTo>
                    <a:pt x="887105" y="777923"/>
                  </a:lnTo>
                  <a:lnTo>
                    <a:pt x="723332" y="968991"/>
                  </a:lnTo>
                  <a:lnTo>
                    <a:pt x="341194" y="1241947"/>
                  </a:lnTo>
                  <a:lnTo>
                    <a:pt x="0" y="1269242"/>
                  </a:lnTo>
                  <a:close/>
                </a:path>
              </a:pathLst>
            </a:custGeom>
            <a:solidFill>
              <a:schemeClr val="bg1">
                <a:alpha val="99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Freeform 25"/>
            <p:cNvSpPr/>
            <p:nvPr/>
          </p:nvSpPr>
          <p:spPr>
            <a:xfrm rot="10800000">
              <a:off x="2537791" y="3686589"/>
              <a:ext cx="82035" cy="96573"/>
            </a:xfrm>
            <a:custGeom>
              <a:avLst/>
              <a:gdLst>
                <a:gd name="connsiteX0" fmla="*/ 0 w 1078174"/>
                <a:gd name="connsiteY0" fmla="*/ 1269242 h 1269242"/>
                <a:gd name="connsiteX1" fmla="*/ 464024 w 1078174"/>
                <a:gd name="connsiteY1" fmla="*/ 1064526 h 1269242"/>
                <a:gd name="connsiteX2" fmla="*/ 873457 w 1078174"/>
                <a:gd name="connsiteY2" fmla="*/ 614150 h 1269242"/>
                <a:gd name="connsiteX3" fmla="*/ 1078174 w 1078174"/>
                <a:gd name="connsiteY3" fmla="*/ 0 h 1269242"/>
                <a:gd name="connsiteX4" fmla="*/ 887105 w 1078174"/>
                <a:gd name="connsiteY4" fmla="*/ 777923 h 1269242"/>
                <a:gd name="connsiteX5" fmla="*/ 723332 w 1078174"/>
                <a:gd name="connsiteY5" fmla="*/ 968991 h 1269242"/>
                <a:gd name="connsiteX6" fmla="*/ 341194 w 1078174"/>
                <a:gd name="connsiteY6" fmla="*/ 1241947 h 1269242"/>
                <a:gd name="connsiteX7" fmla="*/ 0 w 1078174"/>
                <a:gd name="connsiteY7" fmla="*/ 1269242 h 12692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78174" h="1269242">
                  <a:moveTo>
                    <a:pt x="0" y="1269242"/>
                  </a:moveTo>
                  <a:lnTo>
                    <a:pt x="464024" y="1064526"/>
                  </a:lnTo>
                  <a:lnTo>
                    <a:pt x="873457" y="614150"/>
                  </a:lnTo>
                  <a:lnTo>
                    <a:pt x="1078174" y="0"/>
                  </a:lnTo>
                  <a:lnTo>
                    <a:pt x="887105" y="777923"/>
                  </a:lnTo>
                  <a:lnTo>
                    <a:pt x="723332" y="968991"/>
                  </a:lnTo>
                  <a:lnTo>
                    <a:pt x="341194" y="1241947"/>
                  </a:lnTo>
                  <a:lnTo>
                    <a:pt x="0" y="1269242"/>
                  </a:lnTo>
                  <a:close/>
                </a:path>
              </a:pathLst>
            </a:custGeom>
            <a:solidFill>
              <a:schemeClr val="bg1">
                <a:alpha val="99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0" name="Group 27"/>
          <p:cNvGrpSpPr/>
          <p:nvPr/>
        </p:nvGrpSpPr>
        <p:grpSpPr>
          <a:xfrm>
            <a:off x="7239000" y="1066800"/>
            <a:ext cx="266700" cy="266700"/>
            <a:chOff x="2514600" y="3657600"/>
            <a:chExt cx="266700" cy="266700"/>
          </a:xfrm>
        </p:grpSpPr>
        <p:sp>
          <p:nvSpPr>
            <p:cNvPr id="29" name="Oval 28"/>
            <p:cNvSpPr/>
            <p:nvPr/>
          </p:nvSpPr>
          <p:spPr>
            <a:xfrm>
              <a:off x="2514600" y="3657600"/>
              <a:ext cx="266700" cy="266700"/>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Freeform 29"/>
            <p:cNvSpPr/>
            <p:nvPr/>
          </p:nvSpPr>
          <p:spPr>
            <a:xfrm>
              <a:off x="2666555" y="3792421"/>
              <a:ext cx="82035" cy="96573"/>
            </a:xfrm>
            <a:custGeom>
              <a:avLst/>
              <a:gdLst>
                <a:gd name="connsiteX0" fmla="*/ 0 w 1078174"/>
                <a:gd name="connsiteY0" fmla="*/ 1269242 h 1269242"/>
                <a:gd name="connsiteX1" fmla="*/ 464024 w 1078174"/>
                <a:gd name="connsiteY1" fmla="*/ 1064526 h 1269242"/>
                <a:gd name="connsiteX2" fmla="*/ 873457 w 1078174"/>
                <a:gd name="connsiteY2" fmla="*/ 614150 h 1269242"/>
                <a:gd name="connsiteX3" fmla="*/ 1078174 w 1078174"/>
                <a:gd name="connsiteY3" fmla="*/ 0 h 1269242"/>
                <a:gd name="connsiteX4" fmla="*/ 887105 w 1078174"/>
                <a:gd name="connsiteY4" fmla="*/ 777923 h 1269242"/>
                <a:gd name="connsiteX5" fmla="*/ 723332 w 1078174"/>
                <a:gd name="connsiteY5" fmla="*/ 968991 h 1269242"/>
                <a:gd name="connsiteX6" fmla="*/ 341194 w 1078174"/>
                <a:gd name="connsiteY6" fmla="*/ 1241947 h 1269242"/>
                <a:gd name="connsiteX7" fmla="*/ 0 w 1078174"/>
                <a:gd name="connsiteY7" fmla="*/ 1269242 h 12692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78174" h="1269242">
                  <a:moveTo>
                    <a:pt x="0" y="1269242"/>
                  </a:moveTo>
                  <a:lnTo>
                    <a:pt x="464024" y="1064526"/>
                  </a:lnTo>
                  <a:lnTo>
                    <a:pt x="873457" y="614150"/>
                  </a:lnTo>
                  <a:lnTo>
                    <a:pt x="1078174" y="0"/>
                  </a:lnTo>
                  <a:lnTo>
                    <a:pt x="887105" y="777923"/>
                  </a:lnTo>
                  <a:lnTo>
                    <a:pt x="723332" y="968991"/>
                  </a:lnTo>
                  <a:lnTo>
                    <a:pt x="341194" y="1241947"/>
                  </a:lnTo>
                  <a:lnTo>
                    <a:pt x="0" y="1269242"/>
                  </a:lnTo>
                  <a:close/>
                </a:path>
              </a:pathLst>
            </a:custGeom>
            <a:solidFill>
              <a:schemeClr val="bg1">
                <a:alpha val="99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Freeform 30"/>
            <p:cNvSpPr/>
            <p:nvPr/>
          </p:nvSpPr>
          <p:spPr>
            <a:xfrm rot="10800000">
              <a:off x="2537791" y="3686589"/>
              <a:ext cx="82035" cy="96573"/>
            </a:xfrm>
            <a:custGeom>
              <a:avLst/>
              <a:gdLst>
                <a:gd name="connsiteX0" fmla="*/ 0 w 1078174"/>
                <a:gd name="connsiteY0" fmla="*/ 1269242 h 1269242"/>
                <a:gd name="connsiteX1" fmla="*/ 464024 w 1078174"/>
                <a:gd name="connsiteY1" fmla="*/ 1064526 h 1269242"/>
                <a:gd name="connsiteX2" fmla="*/ 873457 w 1078174"/>
                <a:gd name="connsiteY2" fmla="*/ 614150 h 1269242"/>
                <a:gd name="connsiteX3" fmla="*/ 1078174 w 1078174"/>
                <a:gd name="connsiteY3" fmla="*/ 0 h 1269242"/>
                <a:gd name="connsiteX4" fmla="*/ 887105 w 1078174"/>
                <a:gd name="connsiteY4" fmla="*/ 777923 h 1269242"/>
                <a:gd name="connsiteX5" fmla="*/ 723332 w 1078174"/>
                <a:gd name="connsiteY5" fmla="*/ 968991 h 1269242"/>
                <a:gd name="connsiteX6" fmla="*/ 341194 w 1078174"/>
                <a:gd name="connsiteY6" fmla="*/ 1241947 h 1269242"/>
                <a:gd name="connsiteX7" fmla="*/ 0 w 1078174"/>
                <a:gd name="connsiteY7" fmla="*/ 1269242 h 12692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78174" h="1269242">
                  <a:moveTo>
                    <a:pt x="0" y="1269242"/>
                  </a:moveTo>
                  <a:lnTo>
                    <a:pt x="464024" y="1064526"/>
                  </a:lnTo>
                  <a:lnTo>
                    <a:pt x="873457" y="614150"/>
                  </a:lnTo>
                  <a:lnTo>
                    <a:pt x="1078174" y="0"/>
                  </a:lnTo>
                  <a:lnTo>
                    <a:pt x="887105" y="777923"/>
                  </a:lnTo>
                  <a:lnTo>
                    <a:pt x="723332" y="968991"/>
                  </a:lnTo>
                  <a:lnTo>
                    <a:pt x="341194" y="1241947"/>
                  </a:lnTo>
                  <a:lnTo>
                    <a:pt x="0" y="1269242"/>
                  </a:lnTo>
                  <a:close/>
                </a:path>
              </a:pathLst>
            </a:custGeom>
            <a:solidFill>
              <a:schemeClr val="bg1">
                <a:alpha val="99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32" name="Rectangle 31"/>
          <p:cNvSpPr/>
          <p:nvPr/>
        </p:nvSpPr>
        <p:spPr>
          <a:xfrm>
            <a:off x="2133600" y="1752600"/>
            <a:ext cx="1828800" cy="914400"/>
          </a:xfrm>
          <a:prstGeom prst="rect">
            <a:avLst/>
          </a:prstGeom>
          <a:noFill/>
          <a:ln w="571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 name="Rectangle 32"/>
          <p:cNvSpPr/>
          <p:nvPr/>
        </p:nvSpPr>
        <p:spPr>
          <a:xfrm>
            <a:off x="3962400" y="1752600"/>
            <a:ext cx="1828800" cy="914400"/>
          </a:xfrm>
          <a:prstGeom prst="rect">
            <a:avLst/>
          </a:prstGeom>
          <a:noFill/>
          <a:ln w="571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1" name="Group 9"/>
          <p:cNvGrpSpPr/>
          <p:nvPr/>
        </p:nvGrpSpPr>
        <p:grpSpPr>
          <a:xfrm>
            <a:off x="4648200" y="1905000"/>
            <a:ext cx="266700" cy="266700"/>
            <a:chOff x="1524000" y="1981200"/>
            <a:chExt cx="3505200" cy="3505200"/>
          </a:xfrm>
        </p:grpSpPr>
        <p:sp>
          <p:nvSpPr>
            <p:cNvPr id="35" name="Oval 34"/>
            <p:cNvSpPr/>
            <p:nvPr/>
          </p:nvSpPr>
          <p:spPr>
            <a:xfrm>
              <a:off x="1524000" y="1981200"/>
              <a:ext cx="3505200" cy="3505200"/>
            </a:xfrm>
            <a:prstGeom prst="ellipse">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 name="Freeform 35"/>
            <p:cNvSpPr/>
            <p:nvPr/>
          </p:nvSpPr>
          <p:spPr>
            <a:xfrm>
              <a:off x="3521122" y="3753134"/>
              <a:ext cx="1078174" cy="1269242"/>
            </a:xfrm>
            <a:custGeom>
              <a:avLst/>
              <a:gdLst>
                <a:gd name="connsiteX0" fmla="*/ 0 w 1078174"/>
                <a:gd name="connsiteY0" fmla="*/ 1269242 h 1269242"/>
                <a:gd name="connsiteX1" fmla="*/ 464024 w 1078174"/>
                <a:gd name="connsiteY1" fmla="*/ 1064526 h 1269242"/>
                <a:gd name="connsiteX2" fmla="*/ 873457 w 1078174"/>
                <a:gd name="connsiteY2" fmla="*/ 614150 h 1269242"/>
                <a:gd name="connsiteX3" fmla="*/ 1078174 w 1078174"/>
                <a:gd name="connsiteY3" fmla="*/ 0 h 1269242"/>
                <a:gd name="connsiteX4" fmla="*/ 887105 w 1078174"/>
                <a:gd name="connsiteY4" fmla="*/ 777923 h 1269242"/>
                <a:gd name="connsiteX5" fmla="*/ 723332 w 1078174"/>
                <a:gd name="connsiteY5" fmla="*/ 968991 h 1269242"/>
                <a:gd name="connsiteX6" fmla="*/ 341194 w 1078174"/>
                <a:gd name="connsiteY6" fmla="*/ 1241947 h 1269242"/>
                <a:gd name="connsiteX7" fmla="*/ 0 w 1078174"/>
                <a:gd name="connsiteY7" fmla="*/ 1269242 h 12692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78174" h="1269242">
                  <a:moveTo>
                    <a:pt x="0" y="1269242"/>
                  </a:moveTo>
                  <a:lnTo>
                    <a:pt x="464024" y="1064526"/>
                  </a:lnTo>
                  <a:lnTo>
                    <a:pt x="873457" y="614150"/>
                  </a:lnTo>
                  <a:lnTo>
                    <a:pt x="1078174" y="0"/>
                  </a:lnTo>
                  <a:lnTo>
                    <a:pt x="887105" y="777923"/>
                  </a:lnTo>
                  <a:lnTo>
                    <a:pt x="723332" y="968991"/>
                  </a:lnTo>
                  <a:lnTo>
                    <a:pt x="341194" y="1241947"/>
                  </a:lnTo>
                  <a:lnTo>
                    <a:pt x="0" y="1269242"/>
                  </a:lnTo>
                  <a:close/>
                </a:path>
              </a:pathLst>
            </a:custGeom>
            <a:solidFill>
              <a:schemeClr val="bg1">
                <a:alpha val="99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 name="Freeform 36"/>
            <p:cNvSpPr/>
            <p:nvPr/>
          </p:nvSpPr>
          <p:spPr>
            <a:xfrm rot="10800000">
              <a:off x="1828800" y="2362200"/>
              <a:ext cx="1078174" cy="1269242"/>
            </a:xfrm>
            <a:custGeom>
              <a:avLst/>
              <a:gdLst>
                <a:gd name="connsiteX0" fmla="*/ 0 w 1078174"/>
                <a:gd name="connsiteY0" fmla="*/ 1269242 h 1269242"/>
                <a:gd name="connsiteX1" fmla="*/ 464024 w 1078174"/>
                <a:gd name="connsiteY1" fmla="*/ 1064526 h 1269242"/>
                <a:gd name="connsiteX2" fmla="*/ 873457 w 1078174"/>
                <a:gd name="connsiteY2" fmla="*/ 614150 h 1269242"/>
                <a:gd name="connsiteX3" fmla="*/ 1078174 w 1078174"/>
                <a:gd name="connsiteY3" fmla="*/ 0 h 1269242"/>
                <a:gd name="connsiteX4" fmla="*/ 887105 w 1078174"/>
                <a:gd name="connsiteY4" fmla="*/ 777923 h 1269242"/>
                <a:gd name="connsiteX5" fmla="*/ 723332 w 1078174"/>
                <a:gd name="connsiteY5" fmla="*/ 968991 h 1269242"/>
                <a:gd name="connsiteX6" fmla="*/ 341194 w 1078174"/>
                <a:gd name="connsiteY6" fmla="*/ 1241947 h 1269242"/>
                <a:gd name="connsiteX7" fmla="*/ 0 w 1078174"/>
                <a:gd name="connsiteY7" fmla="*/ 1269242 h 12692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78174" h="1269242">
                  <a:moveTo>
                    <a:pt x="0" y="1269242"/>
                  </a:moveTo>
                  <a:lnTo>
                    <a:pt x="464024" y="1064526"/>
                  </a:lnTo>
                  <a:lnTo>
                    <a:pt x="873457" y="614150"/>
                  </a:lnTo>
                  <a:lnTo>
                    <a:pt x="1078174" y="0"/>
                  </a:lnTo>
                  <a:lnTo>
                    <a:pt x="887105" y="777923"/>
                  </a:lnTo>
                  <a:lnTo>
                    <a:pt x="723332" y="968991"/>
                  </a:lnTo>
                  <a:lnTo>
                    <a:pt x="341194" y="1241947"/>
                  </a:lnTo>
                  <a:lnTo>
                    <a:pt x="0" y="1269242"/>
                  </a:lnTo>
                  <a:close/>
                </a:path>
              </a:pathLst>
            </a:custGeom>
            <a:solidFill>
              <a:schemeClr val="bg1">
                <a:alpha val="99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38" name="Rectangle 37"/>
          <p:cNvSpPr/>
          <p:nvPr/>
        </p:nvSpPr>
        <p:spPr>
          <a:xfrm>
            <a:off x="6400800" y="1752600"/>
            <a:ext cx="1828800" cy="914400"/>
          </a:xfrm>
          <a:prstGeom prst="rect">
            <a:avLst/>
          </a:prstGeom>
          <a:noFill/>
          <a:ln w="571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 name="Rectangle 38"/>
          <p:cNvSpPr/>
          <p:nvPr/>
        </p:nvSpPr>
        <p:spPr>
          <a:xfrm>
            <a:off x="8229600" y="1752600"/>
            <a:ext cx="1828800" cy="914400"/>
          </a:xfrm>
          <a:prstGeom prst="rect">
            <a:avLst/>
          </a:prstGeom>
          <a:noFill/>
          <a:ln w="571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2" name="Group 9"/>
          <p:cNvGrpSpPr/>
          <p:nvPr/>
        </p:nvGrpSpPr>
        <p:grpSpPr>
          <a:xfrm>
            <a:off x="7620000" y="2209800"/>
            <a:ext cx="266700" cy="266700"/>
            <a:chOff x="1524000" y="1981200"/>
            <a:chExt cx="3505200" cy="3505200"/>
          </a:xfrm>
        </p:grpSpPr>
        <p:sp>
          <p:nvSpPr>
            <p:cNvPr id="41" name="Oval 40"/>
            <p:cNvSpPr/>
            <p:nvPr/>
          </p:nvSpPr>
          <p:spPr>
            <a:xfrm>
              <a:off x="1524000" y="1981200"/>
              <a:ext cx="3505200" cy="3505200"/>
            </a:xfrm>
            <a:prstGeom prst="ellipse">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 name="Freeform 41"/>
            <p:cNvSpPr/>
            <p:nvPr/>
          </p:nvSpPr>
          <p:spPr>
            <a:xfrm>
              <a:off x="3521122" y="3753134"/>
              <a:ext cx="1078174" cy="1269242"/>
            </a:xfrm>
            <a:custGeom>
              <a:avLst/>
              <a:gdLst>
                <a:gd name="connsiteX0" fmla="*/ 0 w 1078174"/>
                <a:gd name="connsiteY0" fmla="*/ 1269242 h 1269242"/>
                <a:gd name="connsiteX1" fmla="*/ 464024 w 1078174"/>
                <a:gd name="connsiteY1" fmla="*/ 1064526 h 1269242"/>
                <a:gd name="connsiteX2" fmla="*/ 873457 w 1078174"/>
                <a:gd name="connsiteY2" fmla="*/ 614150 h 1269242"/>
                <a:gd name="connsiteX3" fmla="*/ 1078174 w 1078174"/>
                <a:gd name="connsiteY3" fmla="*/ 0 h 1269242"/>
                <a:gd name="connsiteX4" fmla="*/ 887105 w 1078174"/>
                <a:gd name="connsiteY4" fmla="*/ 777923 h 1269242"/>
                <a:gd name="connsiteX5" fmla="*/ 723332 w 1078174"/>
                <a:gd name="connsiteY5" fmla="*/ 968991 h 1269242"/>
                <a:gd name="connsiteX6" fmla="*/ 341194 w 1078174"/>
                <a:gd name="connsiteY6" fmla="*/ 1241947 h 1269242"/>
                <a:gd name="connsiteX7" fmla="*/ 0 w 1078174"/>
                <a:gd name="connsiteY7" fmla="*/ 1269242 h 12692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78174" h="1269242">
                  <a:moveTo>
                    <a:pt x="0" y="1269242"/>
                  </a:moveTo>
                  <a:lnTo>
                    <a:pt x="464024" y="1064526"/>
                  </a:lnTo>
                  <a:lnTo>
                    <a:pt x="873457" y="614150"/>
                  </a:lnTo>
                  <a:lnTo>
                    <a:pt x="1078174" y="0"/>
                  </a:lnTo>
                  <a:lnTo>
                    <a:pt x="887105" y="777923"/>
                  </a:lnTo>
                  <a:lnTo>
                    <a:pt x="723332" y="968991"/>
                  </a:lnTo>
                  <a:lnTo>
                    <a:pt x="341194" y="1241947"/>
                  </a:lnTo>
                  <a:lnTo>
                    <a:pt x="0" y="1269242"/>
                  </a:lnTo>
                  <a:close/>
                </a:path>
              </a:pathLst>
            </a:custGeom>
            <a:solidFill>
              <a:schemeClr val="bg1">
                <a:alpha val="99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 name="Freeform 42"/>
            <p:cNvSpPr/>
            <p:nvPr/>
          </p:nvSpPr>
          <p:spPr>
            <a:xfrm rot="10800000">
              <a:off x="1828800" y="2362200"/>
              <a:ext cx="1078174" cy="1269242"/>
            </a:xfrm>
            <a:custGeom>
              <a:avLst/>
              <a:gdLst>
                <a:gd name="connsiteX0" fmla="*/ 0 w 1078174"/>
                <a:gd name="connsiteY0" fmla="*/ 1269242 h 1269242"/>
                <a:gd name="connsiteX1" fmla="*/ 464024 w 1078174"/>
                <a:gd name="connsiteY1" fmla="*/ 1064526 h 1269242"/>
                <a:gd name="connsiteX2" fmla="*/ 873457 w 1078174"/>
                <a:gd name="connsiteY2" fmla="*/ 614150 h 1269242"/>
                <a:gd name="connsiteX3" fmla="*/ 1078174 w 1078174"/>
                <a:gd name="connsiteY3" fmla="*/ 0 h 1269242"/>
                <a:gd name="connsiteX4" fmla="*/ 887105 w 1078174"/>
                <a:gd name="connsiteY4" fmla="*/ 777923 h 1269242"/>
                <a:gd name="connsiteX5" fmla="*/ 723332 w 1078174"/>
                <a:gd name="connsiteY5" fmla="*/ 968991 h 1269242"/>
                <a:gd name="connsiteX6" fmla="*/ 341194 w 1078174"/>
                <a:gd name="connsiteY6" fmla="*/ 1241947 h 1269242"/>
                <a:gd name="connsiteX7" fmla="*/ 0 w 1078174"/>
                <a:gd name="connsiteY7" fmla="*/ 1269242 h 12692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78174" h="1269242">
                  <a:moveTo>
                    <a:pt x="0" y="1269242"/>
                  </a:moveTo>
                  <a:lnTo>
                    <a:pt x="464024" y="1064526"/>
                  </a:lnTo>
                  <a:lnTo>
                    <a:pt x="873457" y="614150"/>
                  </a:lnTo>
                  <a:lnTo>
                    <a:pt x="1078174" y="0"/>
                  </a:lnTo>
                  <a:lnTo>
                    <a:pt x="887105" y="777923"/>
                  </a:lnTo>
                  <a:lnTo>
                    <a:pt x="723332" y="968991"/>
                  </a:lnTo>
                  <a:lnTo>
                    <a:pt x="341194" y="1241947"/>
                  </a:lnTo>
                  <a:lnTo>
                    <a:pt x="0" y="1269242"/>
                  </a:lnTo>
                  <a:close/>
                </a:path>
              </a:pathLst>
            </a:custGeom>
            <a:solidFill>
              <a:schemeClr val="bg1">
                <a:alpha val="99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3" name="Group 43"/>
          <p:cNvGrpSpPr/>
          <p:nvPr/>
        </p:nvGrpSpPr>
        <p:grpSpPr>
          <a:xfrm>
            <a:off x="3429000" y="2286000"/>
            <a:ext cx="266700" cy="266700"/>
            <a:chOff x="2514600" y="3657600"/>
            <a:chExt cx="266700" cy="266700"/>
          </a:xfrm>
        </p:grpSpPr>
        <p:sp>
          <p:nvSpPr>
            <p:cNvPr id="45" name="Oval 44"/>
            <p:cNvSpPr/>
            <p:nvPr/>
          </p:nvSpPr>
          <p:spPr>
            <a:xfrm>
              <a:off x="2514600" y="3657600"/>
              <a:ext cx="266700" cy="266700"/>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 name="Freeform 45"/>
            <p:cNvSpPr/>
            <p:nvPr/>
          </p:nvSpPr>
          <p:spPr>
            <a:xfrm>
              <a:off x="2666555" y="3792421"/>
              <a:ext cx="82035" cy="96573"/>
            </a:xfrm>
            <a:custGeom>
              <a:avLst/>
              <a:gdLst>
                <a:gd name="connsiteX0" fmla="*/ 0 w 1078174"/>
                <a:gd name="connsiteY0" fmla="*/ 1269242 h 1269242"/>
                <a:gd name="connsiteX1" fmla="*/ 464024 w 1078174"/>
                <a:gd name="connsiteY1" fmla="*/ 1064526 h 1269242"/>
                <a:gd name="connsiteX2" fmla="*/ 873457 w 1078174"/>
                <a:gd name="connsiteY2" fmla="*/ 614150 h 1269242"/>
                <a:gd name="connsiteX3" fmla="*/ 1078174 w 1078174"/>
                <a:gd name="connsiteY3" fmla="*/ 0 h 1269242"/>
                <a:gd name="connsiteX4" fmla="*/ 887105 w 1078174"/>
                <a:gd name="connsiteY4" fmla="*/ 777923 h 1269242"/>
                <a:gd name="connsiteX5" fmla="*/ 723332 w 1078174"/>
                <a:gd name="connsiteY5" fmla="*/ 968991 h 1269242"/>
                <a:gd name="connsiteX6" fmla="*/ 341194 w 1078174"/>
                <a:gd name="connsiteY6" fmla="*/ 1241947 h 1269242"/>
                <a:gd name="connsiteX7" fmla="*/ 0 w 1078174"/>
                <a:gd name="connsiteY7" fmla="*/ 1269242 h 12692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78174" h="1269242">
                  <a:moveTo>
                    <a:pt x="0" y="1269242"/>
                  </a:moveTo>
                  <a:lnTo>
                    <a:pt x="464024" y="1064526"/>
                  </a:lnTo>
                  <a:lnTo>
                    <a:pt x="873457" y="614150"/>
                  </a:lnTo>
                  <a:lnTo>
                    <a:pt x="1078174" y="0"/>
                  </a:lnTo>
                  <a:lnTo>
                    <a:pt x="887105" y="777923"/>
                  </a:lnTo>
                  <a:lnTo>
                    <a:pt x="723332" y="968991"/>
                  </a:lnTo>
                  <a:lnTo>
                    <a:pt x="341194" y="1241947"/>
                  </a:lnTo>
                  <a:lnTo>
                    <a:pt x="0" y="1269242"/>
                  </a:lnTo>
                  <a:close/>
                </a:path>
              </a:pathLst>
            </a:custGeom>
            <a:solidFill>
              <a:schemeClr val="bg1">
                <a:alpha val="99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 name="Freeform 46"/>
            <p:cNvSpPr/>
            <p:nvPr/>
          </p:nvSpPr>
          <p:spPr>
            <a:xfrm rot="10800000">
              <a:off x="2537791" y="3686589"/>
              <a:ext cx="82035" cy="96573"/>
            </a:xfrm>
            <a:custGeom>
              <a:avLst/>
              <a:gdLst>
                <a:gd name="connsiteX0" fmla="*/ 0 w 1078174"/>
                <a:gd name="connsiteY0" fmla="*/ 1269242 h 1269242"/>
                <a:gd name="connsiteX1" fmla="*/ 464024 w 1078174"/>
                <a:gd name="connsiteY1" fmla="*/ 1064526 h 1269242"/>
                <a:gd name="connsiteX2" fmla="*/ 873457 w 1078174"/>
                <a:gd name="connsiteY2" fmla="*/ 614150 h 1269242"/>
                <a:gd name="connsiteX3" fmla="*/ 1078174 w 1078174"/>
                <a:gd name="connsiteY3" fmla="*/ 0 h 1269242"/>
                <a:gd name="connsiteX4" fmla="*/ 887105 w 1078174"/>
                <a:gd name="connsiteY4" fmla="*/ 777923 h 1269242"/>
                <a:gd name="connsiteX5" fmla="*/ 723332 w 1078174"/>
                <a:gd name="connsiteY5" fmla="*/ 968991 h 1269242"/>
                <a:gd name="connsiteX6" fmla="*/ 341194 w 1078174"/>
                <a:gd name="connsiteY6" fmla="*/ 1241947 h 1269242"/>
                <a:gd name="connsiteX7" fmla="*/ 0 w 1078174"/>
                <a:gd name="connsiteY7" fmla="*/ 1269242 h 12692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78174" h="1269242">
                  <a:moveTo>
                    <a:pt x="0" y="1269242"/>
                  </a:moveTo>
                  <a:lnTo>
                    <a:pt x="464024" y="1064526"/>
                  </a:lnTo>
                  <a:lnTo>
                    <a:pt x="873457" y="614150"/>
                  </a:lnTo>
                  <a:lnTo>
                    <a:pt x="1078174" y="0"/>
                  </a:lnTo>
                  <a:lnTo>
                    <a:pt x="887105" y="777923"/>
                  </a:lnTo>
                  <a:lnTo>
                    <a:pt x="723332" y="968991"/>
                  </a:lnTo>
                  <a:lnTo>
                    <a:pt x="341194" y="1241947"/>
                  </a:lnTo>
                  <a:lnTo>
                    <a:pt x="0" y="1269242"/>
                  </a:lnTo>
                  <a:close/>
                </a:path>
              </a:pathLst>
            </a:custGeom>
            <a:solidFill>
              <a:schemeClr val="bg1">
                <a:alpha val="99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4" name="Group 47"/>
          <p:cNvGrpSpPr/>
          <p:nvPr/>
        </p:nvGrpSpPr>
        <p:grpSpPr>
          <a:xfrm>
            <a:off x="8839200" y="2057400"/>
            <a:ext cx="266700" cy="266700"/>
            <a:chOff x="2514600" y="3657600"/>
            <a:chExt cx="266700" cy="266700"/>
          </a:xfrm>
        </p:grpSpPr>
        <p:sp>
          <p:nvSpPr>
            <p:cNvPr id="49" name="Oval 48"/>
            <p:cNvSpPr/>
            <p:nvPr/>
          </p:nvSpPr>
          <p:spPr>
            <a:xfrm>
              <a:off x="2514600" y="3657600"/>
              <a:ext cx="266700" cy="266700"/>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 name="Freeform 49"/>
            <p:cNvSpPr/>
            <p:nvPr/>
          </p:nvSpPr>
          <p:spPr>
            <a:xfrm>
              <a:off x="2666555" y="3792421"/>
              <a:ext cx="82035" cy="96573"/>
            </a:xfrm>
            <a:custGeom>
              <a:avLst/>
              <a:gdLst>
                <a:gd name="connsiteX0" fmla="*/ 0 w 1078174"/>
                <a:gd name="connsiteY0" fmla="*/ 1269242 h 1269242"/>
                <a:gd name="connsiteX1" fmla="*/ 464024 w 1078174"/>
                <a:gd name="connsiteY1" fmla="*/ 1064526 h 1269242"/>
                <a:gd name="connsiteX2" fmla="*/ 873457 w 1078174"/>
                <a:gd name="connsiteY2" fmla="*/ 614150 h 1269242"/>
                <a:gd name="connsiteX3" fmla="*/ 1078174 w 1078174"/>
                <a:gd name="connsiteY3" fmla="*/ 0 h 1269242"/>
                <a:gd name="connsiteX4" fmla="*/ 887105 w 1078174"/>
                <a:gd name="connsiteY4" fmla="*/ 777923 h 1269242"/>
                <a:gd name="connsiteX5" fmla="*/ 723332 w 1078174"/>
                <a:gd name="connsiteY5" fmla="*/ 968991 h 1269242"/>
                <a:gd name="connsiteX6" fmla="*/ 341194 w 1078174"/>
                <a:gd name="connsiteY6" fmla="*/ 1241947 h 1269242"/>
                <a:gd name="connsiteX7" fmla="*/ 0 w 1078174"/>
                <a:gd name="connsiteY7" fmla="*/ 1269242 h 12692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78174" h="1269242">
                  <a:moveTo>
                    <a:pt x="0" y="1269242"/>
                  </a:moveTo>
                  <a:lnTo>
                    <a:pt x="464024" y="1064526"/>
                  </a:lnTo>
                  <a:lnTo>
                    <a:pt x="873457" y="614150"/>
                  </a:lnTo>
                  <a:lnTo>
                    <a:pt x="1078174" y="0"/>
                  </a:lnTo>
                  <a:lnTo>
                    <a:pt x="887105" y="777923"/>
                  </a:lnTo>
                  <a:lnTo>
                    <a:pt x="723332" y="968991"/>
                  </a:lnTo>
                  <a:lnTo>
                    <a:pt x="341194" y="1241947"/>
                  </a:lnTo>
                  <a:lnTo>
                    <a:pt x="0" y="1269242"/>
                  </a:lnTo>
                  <a:close/>
                </a:path>
              </a:pathLst>
            </a:custGeom>
            <a:solidFill>
              <a:schemeClr val="bg1">
                <a:alpha val="99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 name="Freeform 50"/>
            <p:cNvSpPr/>
            <p:nvPr/>
          </p:nvSpPr>
          <p:spPr>
            <a:xfrm rot="10800000">
              <a:off x="2537791" y="3686589"/>
              <a:ext cx="82035" cy="96573"/>
            </a:xfrm>
            <a:custGeom>
              <a:avLst/>
              <a:gdLst>
                <a:gd name="connsiteX0" fmla="*/ 0 w 1078174"/>
                <a:gd name="connsiteY0" fmla="*/ 1269242 h 1269242"/>
                <a:gd name="connsiteX1" fmla="*/ 464024 w 1078174"/>
                <a:gd name="connsiteY1" fmla="*/ 1064526 h 1269242"/>
                <a:gd name="connsiteX2" fmla="*/ 873457 w 1078174"/>
                <a:gd name="connsiteY2" fmla="*/ 614150 h 1269242"/>
                <a:gd name="connsiteX3" fmla="*/ 1078174 w 1078174"/>
                <a:gd name="connsiteY3" fmla="*/ 0 h 1269242"/>
                <a:gd name="connsiteX4" fmla="*/ 887105 w 1078174"/>
                <a:gd name="connsiteY4" fmla="*/ 777923 h 1269242"/>
                <a:gd name="connsiteX5" fmla="*/ 723332 w 1078174"/>
                <a:gd name="connsiteY5" fmla="*/ 968991 h 1269242"/>
                <a:gd name="connsiteX6" fmla="*/ 341194 w 1078174"/>
                <a:gd name="connsiteY6" fmla="*/ 1241947 h 1269242"/>
                <a:gd name="connsiteX7" fmla="*/ 0 w 1078174"/>
                <a:gd name="connsiteY7" fmla="*/ 1269242 h 12692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78174" h="1269242">
                  <a:moveTo>
                    <a:pt x="0" y="1269242"/>
                  </a:moveTo>
                  <a:lnTo>
                    <a:pt x="464024" y="1064526"/>
                  </a:lnTo>
                  <a:lnTo>
                    <a:pt x="873457" y="614150"/>
                  </a:lnTo>
                  <a:lnTo>
                    <a:pt x="1078174" y="0"/>
                  </a:lnTo>
                  <a:lnTo>
                    <a:pt x="887105" y="777923"/>
                  </a:lnTo>
                  <a:lnTo>
                    <a:pt x="723332" y="968991"/>
                  </a:lnTo>
                  <a:lnTo>
                    <a:pt x="341194" y="1241947"/>
                  </a:lnTo>
                  <a:lnTo>
                    <a:pt x="0" y="1269242"/>
                  </a:lnTo>
                  <a:close/>
                </a:path>
              </a:pathLst>
            </a:custGeom>
            <a:solidFill>
              <a:schemeClr val="bg1">
                <a:alpha val="99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44" name="Rectangle 43"/>
          <p:cNvSpPr/>
          <p:nvPr/>
        </p:nvSpPr>
        <p:spPr>
          <a:xfrm>
            <a:off x="2209800" y="2971800"/>
            <a:ext cx="1828800" cy="914400"/>
          </a:xfrm>
          <a:prstGeom prst="rect">
            <a:avLst/>
          </a:prstGeom>
          <a:noFill/>
          <a:ln w="571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 name="Rectangle 47"/>
          <p:cNvSpPr/>
          <p:nvPr/>
        </p:nvSpPr>
        <p:spPr>
          <a:xfrm>
            <a:off x="4038600" y="2971800"/>
            <a:ext cx="1828800" cy="914400"/>
          </a:xfrm>
          <a:prstGeom prst="rect">
            <a:avLst/>
          </a:prstGeom>
          <a:noFill/>
          <a:ln w="571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52" name="Group 9"/>
          <p:cNvGrpSpPr/>
          <p:nvPr/>
        </p:nvGrpSpPr>
        <p:grpSpPr>
          <a:xfrm>
            <a:off x="2819400" y="3162300"/>
            <a:ext cx="266700" cy="266700"/>
            <a:chOff x="1524000" y="1981200"/>
            <a:chExt cx="3505200" cy="3505200"/>
          </a:xfrm>
        </p:grpSpPr>
        <p:sp>
          <p:nvSpPr>
            <p:cNvPr id="53" name="Oval 52"/>
            <p:cNvSpPr/>
            <p:nvPr/>
          </p:nvSpPr>
          <p:spPr>
            <a:xfrm>
              <a:off x="1524000" y="1981200"/>
              <a:ext cx="3505200" cy="3505200"/>
            </a:xfrm>
            <a:prstGeom prst="ellipse">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4" name="Freeform 53"/>
            <p:cNvSpPr/>
            <p:nvPr/>
          </p:nvSpPr>
          <p:spPr>
            <a:xfrm>
              <a:off x="3521122" y="3753134"/>
              <a:ext cx="1078174" cy="1269242"/>
            </a:xfrm>
            <a:custGeom>
              <a:avLst/>
              <a:gdLst>
                <a:gd name="connsiteX0" fmla="*/ 0 w 1078174"/>
                <a:gd name="connsiteY0" fmla="*/ 1269242 h 1269242"/>
                <a:gd name="connsiteX1" fmla="*/ 464024 w 1078174"/>
                <a:gd name="connsiteY1" fmla="*/ 1064526 h 1269242"/>
                <a:gd name="connsiteX2" fmla="*/ 873457 w 1078174"/>
                <a:gd name="connsiteY2" fmla="*/ 614150 h 1269242"/>
                <a:gd name="connsiteX3" fmla="*/ 1078174 w 1078174"/>
                <a:gd name="connsiteY3" fmla="*/ 0 h 1269242"/>
                <a:gd name="connsiteX4" fmla="*/ 887105 w 1078174"/>
                <a:gd name="connsiteY4" fmla="*/ 777923 h 1269242"/>
                <a:gd name="connsiteX5" fmla="*/ 723332 w 1078174"/>
                <a:gd name="connsiteY5" fmla="*/ 968991 h 1269242"/>
                <a:gd name="connsiteX6" fmla="*/ 341194 w 1078174"/>
                <a:gd name="connsiteY6" fmla="*/ 1241947 h 1269242"/>
                <a:gd name="connsiteX7" fmla="*/ 0 w 1078174"/>
                <a:gd name="connsiteY7" fmla="*/ 1269242 h 12692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78174" h="1269242">
                  <a:moveTo>
                    <a:pt x="0" y="1269242"/>
                  </a:moveTo>
                  <a:lnTo>
                    <a:pt x="464024" y="1064526"/>
                  </a:lnTo>
                  <a:lnTo>
                    <a:pt x="873457" y="614150"/>
                  </a:lnTo>
                  <a:lnTo>
                    <a:pt x="1078174" y="0"/>
                  </a:lnTo>
                  <a:lnTo>
                    <a:pt x="887105" y="777923"/>
                  </a:lnTo>
                  <a:lnTo>
                    <a:pt x="723332" y="968991"/>
                  </a:lnTo>
                  <a:lnTo>
                    <a:pt x="341194" y="1241947"/>
                  </a:lnTo>
                  <a:lnTo>
                    <a:pt x="0" y="1269242"/>
                  </a:lnTo>
                  <a:close/>
                </a:path>
              </a:pathLst>
            </a:custGeom>
            <a:solidFill>
              <a:schemeClr val="bg1">
                <a:alpha val="99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5" name="Freeform 54"/>
            <p:cNvSpPr/>
            <p:nvPr/>
          </p:nvSpPr>
          <p:spPr>
            <a:xfrm rot="10800000">
              <a:off x="1828800" y="2362200"/>
              <a:ext cx="1078174" cy="1269242"/>
            </a:xfrm>
            <a:custGeom>
              <a:avLst/>
              <a:gdLst>
                <a:gd name="connsiteX0" fmla="*/ 0 w 1078174"/>
                <a:gd name="connsiteY0" fmla="*/ 1269242 h 1269242"/>
                <a:gd name="connsiteX1" fmla="*/ 464024 w 1078174"/>
                <a:gd name="connsiteY1" fmla="*/ 1064526 h 1269242"/>
                <a:gd name="connsiteX2" fmla="*/ 873457 w 1078174"/>
                <a:gd name="connsiteY2" fmla="*/ 614150 h 1269242"/>
                <a:gd name="connsiteX3" fmla="*/ 1078174 w 1078174"/>
                <a:gd name="connsiteY3" fmla="*/ 0 h 1269242"/>
                <a:gd name="connsiteX4" fmla="*/ 887105 w 1078174"/>
                <a:gd name="connsiteY4" fmla="*/ 777923 h 1269242"/>
                <a:gd name="connsiteX5" fmla="*/ 723332 w 1078174"/>
                <a:gd name="connsiteY5" fmla="*/ 968991 h 1269242"/>
                <a:gd name="connsiteX6" fmla="*/ 341194 w 1078174"/>
                <a:gd name="connsiteY6" fmla="*/ 1241947 h 1269242"/>
                <a:gd name="connsiteX7" fmla="*/ 0 w 1078174"/>
                <a:gd name="connsiteY7" fmla="*/ 1269242 h 12692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78174" h="1269242">
                  <a:moveTo>
                    <a:pt x="0" y="1269242"/>
                  </a:moveTo>
                  <a:lnTo>
                    <a:pt x="464024" y="1064526"/>
                  </a:lnTo>
                  <a:lnTo>
                    <a:pt x="873457" y="614150"/>
                  </a:lnTo>
                  <a:lnTo>
                    <a:pt x="1078174" y="0"/>
                  </a:lnTo>
                  <a:lnTo>
                    <a:pt x="887105" y="777923"/>
                  </a:lnTo>
                  <a:lnTo>
                    <a:pt x="723332" y="968991"/>
                  </a:lnTo>
                  <a:lnTo>
                    <a:pt x="341194" y="1241947"/>
                  </a:lnTo>
                  <a:lnTo>
                    <a:pt x="0" y="1269242"/>
                  </a:lnTo>
                  <a:close/>
                </a:path>
              </a:pathLst>
            </a:custGeom>
            <a:solidFill>
              <a:schemeClr val="bg1">
                <a:alpha val="99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56" name="Rectangle 55"/>
          <p:cNvSpPr/>
          <p:nvPr/>
        </p:nvSpPr>
        <p:spPr>
          <a:xfrm>
            <a:off x="6477000" y="2971800"/>
            <a:ext cx="1828800" cy="914400"/>
          </a:xfrm>
          <a:prstGeom prst="rect">
            <a:avLst/>
          </a:prstGeom>
          <a:noFill/>
          <a:ln w="571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7" name="Rectangle 56"/>
          <p:cNvSpPr/>
          <p:nvPr/>
        </p:nvSpPr>
        <p:spPr>
          <a:xfrm>
            <a:off x="8305800" y="2971800"/>
            <a:ext cx="1828800" cy="914400"/>
          </a:xfrm>
          <a:prstGeom prst="rect">
            <a:avLst/>
          </a:prstGeom>
          <a:noFill/>
          <a:ln w="571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58" name="Group 9"/>
          <p:cNvGrpSpPr/>
          <p:nvPr/>
        </p:nvGrpSpPr>
        <p:grpSpPr>
          <a:xfrm>
            <a:off x="9296400" y="3200400"/>
            <a:ext cx="266700" cy="266700"/>
            <a:chOff x="1524000" y="1981200"/>
            <a:chExt cx="3505200" cy="3505200"/>
          </a:xfrm>
        </p:grpSpPr>
        <p:sp>
          <p:nvSpPr>
            <p:cNvPr id="59" name="Oval 58"/>
            <p:cNvSpPr/>
            <p:nvPr/>
          </p:nvSpPr>
          <p:spPr>
            <a:xfrm>
              <a:off x="1524000" y="1981200"/>
              <a:ext cx="3505200" cy="3505200"/>
            </a:xfrm>
            <a:prstGeom prst="ellipse">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0" name="Freeform 59"/>
            <p:cNvSpPr/>
            <p:nvPr/>
          </p:nvSpPr>
          <p:spPr>
            <a:xfrm>
              <a:off x="3521122" y="3753134"/>
              <a:ext cx="1078174" cy="1269242"/>
            </a:xfrm>
            <a:custGeom>
              <a:avLst/>
              <a:gdLst>
                <a:gd name="connsiteX0" fmla="*/ 0 w 1078174"/>
                <a:gd name="connsiteY0" fmla="*/ 1269242 h 1269242"/>
                <a:gd name="connsiteX1" fmla="*/ 464024 w 1078174"/>
                <a:gd name="connsiteY1" fmla="*/ 1064526 h 1269242"/>
                <a:gd name="connsiteX2" fmla="*/ 873457 w 1078174"/>
                <a:gd name="connsiteY2" fmla="*/ 614150 h 1269242"/>
                <a:gd name="connsiteX3" fmla="*/ 1078174 w 1078174"/>
                <a:gd name="connsiteY3" fmla="*/ 0 h 1269242"/>
                <a:gd name="connsiteX4" fmla="*/ 887105 w 1078174"/>
                <a:gd name="connsiteY4" fmla="*/ 777923 h 1269242"/>
                <a:gd name="connsiteX5" fmla="*/ 723332 w 1078174"/>
                <a:gd name="connsiteY5" fmla="*/ 968991 h 1269242"/>
                <a:gd name="connsiteX6" fmla="*/ 341194 w 1078174"/>
                <a:gd name="connsiteY6" fmla="*/ 1241947 h 1269242"/>
                <a:gd name="connsiteX7" fmla="*/ 0 w 1078174"/>
                <a:gd name="connsiteY7" fmla="*/ 1269242 h 12692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78174" h="1269242">
                  <a:moveTo>
                    <a:pt x="0" y="1269242"/>
                  </a:moveTo>
                  <a:lnTo>
                    <a:pt x="464024" y="1064526"/>
                  </a:lnTo>
                  <a:lnTo>
                    <a:pt x="873457" y="614150"/>
                  </a:lnTo>
                  <a:lnTo>
                    <a:pt x="1078174" y="0"/>
                  </a:lnTo>
                  <a:lnTo>
                    <a:pt x="887105" y="777923"/>
                  </a:lnTo>
                  <a:lnTo>
                    <a:pt x="723332" y="968991"/>
                  </a:lnTo>
                  <a:lnTo>
                    <a:pt x="341194" y="1241947"/>
                  </a:lnTo>
                  <a:lnTo>
                    <a:pt x="0" y="1269242"/>
                  </a:lnTo>
                  <a:close/>
                </a:path>
              </a:pathLst>
            </a:custGeom>
            <a:solidFill>
              <a:schemeClr val="bg1">
                <a:alpha val="99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1" name="Freeform 60"/>
            <p:cNvSpPr/>
            <p:nvPr/>
          </p:nvSpPr>
          <p:spPr>
            <a:xfrm rot="10800000">
              <a:off x="1828800" y="2362200"/>
              <a:ext cx="1078174" cy="1269242"/>
            </a:xfrm>
            <a:custGeom>
              <a:avLst/>
              <a:gdLst>
                <a:gd name="connsiteX0" fmla="*/ 0 w 1078174"/>
                <a:gd name="connsiteY0" fmla="*/ 1269242 h 1269242"/>
                <a:gd name="connsiteX1" fmla="*/ 464024 w 1078174"/>
                <a:gd name="connsiteY1" fmla="*/ 1064526 h 1269242"/>
                <a:gd name="connsiteX2" fmla="*/ 873457 w 1078174"/>
                <a:gd name="connsiteY2" fmla="*/ 614150 h 1269242"/>
                <a:gd name="connsiteX3" fmla="*/ 1078174 w 1078174"/>
                <a:gd name="connsiteY3" fmla="*/ 0 h 1269242"/>
                <a:gd name="connsiteX4" fmla="*/ 887105 w 1078174"/>
                <a:gd name="connsiteY4" fmla="*/ 777923 h 1269242"/>
                <a:gd name="connsiteX5" fmla="*/ 723332 w 1078174"/>
                <a:gd name="connsiteY5" fmla="*/ 968991 h 1269242"/>
                <a:gd name="connsiteX6" fmla="*/ 341194 w 1078174"/>
                <a:gd name="connsiteY6" fmla="*/ 1241947 h 1269242"/>
                <a:gd name="connsiteX7" fmla="*/ 0 w 1078174"/>
                <a:gd name="connsiteY7" fmla="*/ 1269242 h 12692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78174" h="1269242">
                  <a:moveTo>
                    <a:pt x="0" y="1269242"/>
                  </a:moveTo>
                  <a:lnTo>
                    <a:pt x="464024" y="1064526"/>
                  </a:lnTo>
                  <a:lnTo>
                    <a:pt x="873457" y="614150"/>
                  </a:lnTo>
                  <a:lnTo>
                    <a:pt x="1078174" y="0"/>
                  </a:lnTo>
                  <a:lnTo>
                    <a:pt x="887105" y="777923"/>
                  </a:lnTo>
                  <a:lnTo>
                    <a:pt x="723332" y="968991"/>
                  </a:lnTo>
                  <a:lnTo>
                    <a:pt x="341194" y="1241947"/>
                  </a:lnTo>
                  <a:lnTo>
                    <a:pt x="0" y="1269242"/>
                  </a:lnTo>
                  <a:close/>
                </a:path>
              </a:pathLst>
            </a:custGeom>
            <a:solidFill>
              <a:schemeClr val="bg1">
                <a:alpha val="99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62" name="Group 26"/>
          <p:cNvGrpSpPr/>
          <p:nvPr/>
        </p:nvGrpSpPr>
        <p:grpSpPr>
          <a:xfrm>
            <a:off x="5181600" y="3505200"/>
            <a:ext cx="266700" cy="266700"/>
            <a:chOff x="2514600" y="3657600"/>
            <a:chExt cx="266700" cy="266700"/>
          </a:xfrm>
        </p:grpSpPr>
        <p:sp>
          <p:nvSpPr>
            <p:cNvPr id="63" name="Oval 62"/>
            <p:cNvSpPr/>
            <p:nvPr/>
          </p:nvSpPr>
          <p:spPr>
            <a:xfrm>
              <a:off x="2514600" y="3657600"/>
              <a:ext cx="266700" cy="266700"/>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4" name="Freeform 63"/>
            <p:cNvSpPr/>
            <p:nvPr/>
          </p:nvSpPr>
          <p:spPr>
            <a:xfrm>
              <a:off x="2666555" y="3792421"/>
              <a:ext cx="82035" cy="96573"/>
            </a:xfrm>
            <a:custGeom>
              <a:avLst/>
              <a:gdLst>
                <a:gd name="connsiteX0" fmla="*/ 0 w 1078174"/>
                <a:gd name="connsiteY0" fmla="*/ 1269242 h 1269242"/>
                <a:gd name="connsiteX1" fmla="*/ 464024 w 1078174"/>
                <a:gd name="connsiteY1" fmla="*/ 1064526 h 1269242"/>
                <a:gd name="connsiteX2" fmla="*/ 873457 w 1078174"/>
                <a:gd name="connsiteY2" fmla="*/ 614150 h 1269242"/>
                <a:gd name="connsiteX3" fmla="*/ 1078174 w 1078174"/>
                <a:gd name="connsiteY3" fmla="*/ 0 h 1269242"/>
                <a:gd name="connsiteX4" fmla="*/ 887105 w 1078174"/>
                <a:gd name="connsiteY4" fmla="*/ 777923 h 1269242"/>
                <a:gd name="connsiteX5" fmla="*/ 723332 w 1078174"/>
                <a:gd name="connsiteY5" fmla="*/ 968991 h 1269242"/>
                <a:gd name="connsiteX6" fmla="*/ 341194 w 1078174"/>
                <a:gd name="connsiteY6" fmla="*/ 1241947 h 1269242"/>
                <a:gd name="connsiteX7" fmla="*/ 0 w 1078174"/>
                <a:gd name="connsiteY7" fmla="*/ 1269242 h 12692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78174" h="1269242">
                  <a:moveTo>
                    <a:pt x="0" y="1269242"/>
                  </a:moveTo>
                  <a:lnTo>
                    <a:pt x="464024" y="1064526"/>
                  </a:lnTo>
                  <a:lnTo>
                    <a:pt x="873457" y="614150"/>
                  </a:lnTo>
                  <a:lnTo>
                    <a:pt x="1078174" y="0"/>
                  </a:lnTo>
                  <a:lnTo>
                    <a:pt x="887105" y="777923"/>
                  </a:lnTo>
                  <a:lnTo>
                    <a:pt x="723332" y="968991"/>
                  </a:lnTo>
                  <a:lnTo>
                    <a:pt x="341194" y="1241947"/>
                  </a:lnTo>
                  <a:lnTo>
                    <a:pt x="0" y="1269242"/>
                  </a:lnTo>
                  <a:close/>
                </a:path>
              </a:pathLst>
            </a:custGeom>
            <a:solidFill>
              <a:schemeClr val="bg1">
                <a:alpha val="99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5" name="Freeform 64"/>
            <p:cNvSpPr/>
            <p:nvPr/>
          </p:nvSpPr>
          <p:spPr>
            <a:xfrm rot="10800000">
              <a:off x="2537791" y="3686589"/>
              <a:ext cx="82035" cy="96573"/>
            </a:xfrm>
            <a:custGeom>
              <a:avLst/>
              <a:gdLst>
                <a:gd name="connsiteX0" fmla="*/ 0 w 1078174"/>
                <a:gd name="connsiteY0" fmla="*/ 1269242 h 1269242"/>
                <a:gd name="connsiteX1" fmla="*/ 464024 w 1078174"/>
                <a:gd name="connsiteY1" fmla="*/ 1064526 h 1269242"/>
                <a:gd name="connsiteX2" fmla="*/ 873457 w 1078174"/>
                <a:gd name="connsiteY2" fmla="*/ 614150 h 1269242"/>
                <a:gd name="connsiteX3" fmla="*/ 1078174 w 1078174"/>
                <a:gd name="connsiteY3" fmla="*/ 0 h 1269242"/>
                <a:gd name="connsiteX4" fmla="*/ 887105 w 1078174"/>
                <a:gd name="connsiteY4" fmla="*/ 777923 h 1269242"/>
                <a:gd name="connsiteX5" fmla="*/ 723332 w 1078174"/>
                <a:gd name="connsiteY5" fmla="*/ 968991 h 1269242"/>
                <a:gd name="connsiteX6" fmla="*/ 341194 w 1078174"/>
                <a:gd name="connsiteY6" fmla="*/ 1241947 h 1269242"/>
                <a:gd name="connsiteX7" fmla="*/ 0 w 1078174"/>
                <a:gd name="connsiteY7" fmla="*/ 1269242 h 12692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78174" h="1269242">
                  <a:moveTo>
                    <a:pt x="0" y="1269242"/>
                  </a:moveTo>
                  <a:lnTo>
                    <a:pt x="464024" y="1064526"/>
                  </a:lnTo>
                  <a:lnTo>
                    <a:pt x="873457" y="614150"/>
                  </a:lnTo>
                  <a:lnTo>
                    <a:pt x="1078174" y="0"/>
                  </a:lnTo>
                  <a:lnTo>
                    <a:pt x="887105" y="777923"/>
                  </a:lnTo>
                  <a:lnTo>
                    <a:pt x="723332" y="968991"/>
                  </a:lnTo>
                  <a:lnTo>
                    <a:pt x="341194" y="1241947"/>
                  </a:lnTo>
                  <a:lnTo>
                    <a:pt x="0" y="1269242"/>
                  </a:lnTo>
                  <a:close/>
                </a:path>
              </a:pathLst>
            </a:custGeom>
            <a:solidFill>
              <a:schemeClr val="bg1">
                <a:alpha val="99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66" name="Group 27"/>
          <p:cNvGrpSpPr/>
          <p:nvPr/>
        </p:nvGrpSpPr>
        <p:grpSpPr>
          <a:xfrm>
            <a:off x="7391400" y="3429000"/>
            <a:ext cx="266700" cy="266700"/>
            <a:chOff x="2514600" y="3657600"/>
            <a:chExt cx="266700" cy="266700"/>
          </a:xfrm>
        </p:grpSpPr>
        <p:sp>
          <p:nvSpPr>
            <p:cNvPr id="67" name="Oval 66"/>
            <p:cNvSpPr/>
            <p:nvPr/>
          </p:nvSpPr>
          <p:spPr>
            <a:xfrm>
              <a:off x="2514600" y="3657600"/>
              <a:ext cx="266700" cy="266700"/>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8" name="Freeform 67"/>
            <p:cNvSpPr/>
            <p:nvPr/>
          </p:nvSpPr>
          <p:spPr>
            <a:xfrm>
              <a:off x="2666555" y="3792421"/>
              <a:ext cx="82035" cy="96573"/>
            </a:xfrm>
            <a:custGeom>
              <a:avLst/>
              <a:gdLst>
                <a:gd name="connsiteX0" fmla="*/ 0 w 1078174"/>
                <a:gd name="connsiteY0" fmla="*/ 1269242 h 1269242"/>
                <a:gd name="connsiteX1" fmla="*/ 464024 w 1078174"/>
                <a:gd name="connsiteY1" fmla="*/ 1064526 h 1269242"/>
                <a:gd name="connsiteX2" fmla="*/ 873457 w 1078174"/>
                <a:gd name="connsiteY2" fmla="*/ 614150 h 1269242"/>
                <a:gd name="connsiteX3" fmla="*/ 1078174 w 1078174"/>
                <a:gd name="connsiteY3" fmla="*/ 0 h 1269242"/>
                <a:gd name="connsiteX4" fmla="*/ 887105 w 1078174"/>
                <a:gd name="connsiteY4" fmla="*/ 777923 h 1269242"/>
                <a:gd name="connsiteX5" fmla="*/ 723332 w 1078174"/>
                <a:gd name="connsiteY5" fmla="*/ 968991 h 1269242"/>
                <a:gd name="connsiteX6" fmla="*/ 341194 w 1078174"/>
                <a:gd name="connsiteY6" fmla="*/ 1241947 h 1269242"/>
                <a:gd name="connsiteX7" fmla="*/ 0 w 1078174"/>
                <a:gd name="connsiteY7" fmla="*/ 1269242 h 12692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78174" h="1269242">
                  <a:moveTo>
                    <a:pt x="0" y="1269242"/>
                  </a:moveTo>
                  <a:lnTo>
                    <a:pt x="464024" y="1064526"/>
                  </a:lnTo>
                  <a:lnTo>
                    <a:pt x="873457" y="614150"/>
                  </a:lnTo>
                  <a:lnTo>
                    <a:pt x="1078174" y="0"/>
                  </a:lnTo>
                  <a:lnTo>
                    <a:pt x="887105" y="777923"/>
                  </a:lnTo>
                  <a:lnTo>
                    <a:pt x="723332" y="968991"/>
                  </a:lnTo>
                  <a:lnTo>
                    <a:pt x="341194" y="1241947"/>
                  </a:lnTo>
                  <a:lnTo>
                    <a:pt x="0" y="1269242"/>
                  </a:lnTo>
                  <a:close/>
                </a:path>
              </a:pathLst>
            </a:custGeom>
            <a:solidFill>
              <a:schemeClr val="bg1">
                <a:alpha val="99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9" name="Freeform 68"/>
            <p:cNvSpPr/>
            <p:nvPr/>
          </p:nvSpPr>
          <p:spPr>
            <a:xfrm rot="10800000">
              <a:off x="2537791" y="3686589"/>
              <a:ext cx="82035" cy="96573"/>
            </a:xfrm>
            <a:custGeom>
              <a:avLst/>
              <a:gdLst>
                <a:gd name="connsiteX0" fmla="*/ 0 w 1078174"/>
                <a:gd name="connsiteY0" fmla="*/ 1269242 h 1269242"/>
                <a:gd name="connsiteX1" fmla="*/ 464024 w 1078174"/>
                <a:gd name="connsiteY1" fmla="*/ 1064526 h 1269242"/>
                <a:gd name="connsiteX2" fmla="*/ 873457 w 1078174"/>
                <a:gd name="connsiteY2" fmla="*/ 614150 h 1269242"/>
                <a:gd name="connsiteX3" fmla="*/ 1078174 w 1078174"/>
                <a:gd name="connsiteY3" fmla="*/ 0 h 1269242"/>
                <a:gd name="connsiteX4" fmla="*/ 887105 w 1078174"/>
                <a:gd name="connsiteY4" fmla="*/ 777923 h 1269242"/>
                <a:gd name="connsiteX5" fmla="*/ 723332 w 1078174"/>
                <a:gd name="connsiteY5" fmla="*/ 968991 h 1269242"/>
                <a:gd name="connsiteX6" fmla="*/ 341194 w 1078174"/>
                <a:gd name="connsiteY6" fmla="*/ 1241947 h 1269242"/>
                <a:gd name="connsiteX7" fmla="*/ 0 w 1078174"/>
                <a:gd name="connsiteY7" fmla="*/ 1269242 h 12692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78174" h="1269242">
                  <a:moveTo>
                    <a:pt x="0" y="1269242"/>
                  </a:moveTo>
                  <a:lnTo>
                    <a:pt x="464024" y="1064526"/>
                  </a:lnTo>
                  <a:lnTo>
                    <a:pt x="873457" y="614150"/>
                  </a:lnTo>
                  <a:lnTo>
                    <a:pt x="1078174" y="0"/>
                  </a:lnTo>
                  <a:lnTo>
                    <a:pt x="887105" y="777923"/>
                  </a:lnTo>
                  <a:lnTo>
                    <a:pt x="723332" y="968991"/>
                  </a:lnTo>
                  <a:lnTo>
                    <a:pt x="341194" y="1241947"/>
                  </a:lnTo>
                  <a:lnTo>
                    <a:pt x="0" y="1269242"/>
                  </a:lnTo>
                  <a:close/>
                </a:path>
              </a:pathLst>
            </a:custGeom>
            <a:solidFill>
              <a:schemeClr val="bg1">
                <a:alpha val="99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70" name="Rectangle 69"/>
          <p:cNvSpPr/>
          <p:nvPr/>
        </p:nvSpPr>
        <p:spPr>
          <a:xfrm>
            <a:off x="2209800" y="4191000"/>
            <a:ext cx="1828800" cy="914400"/>
          </a:xfrm>
          <a:prstGeom prst="rect">
            <a:avLst/>
          </a:prstGeom>
          <a:noFill/>
          <a:ln w="571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1" name="Rectangle 70"/>
          <p:cNvSpPr/>
          <p:nvPr/>
        </p:nvSpPr>
        <p:spPr>
          <a:xfrm>
            <a:off x="4038600" y="4191000"/>
            <a:ext cx="1828800" cy="914400"/>
          </a:xfrm>
          <a:prstGeom prst="rect">
            <a:avLst/>
          </a:prstGeom>
          <a:noFill/>
          <a:ln w="571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72" name="Group 9"/>
          <p:cNvGrpSpPr/>
          <p:nvPr/>
        </p:nvGrpSpPr>
        <p:grpSpPr>
          <a:xfrm>
            <a:off x="4724400" y="4343400"/>
            <a:ext cx="266700" cy="266700"/>
            <a:chOff x="1524000" y="1981200"/>
            <a:chExt cx="3505200" cy="3505200"/>
          </a:xfrm>
        </p:grpSpPr>
        <p:sp>
          <p:nvSpPr>
            <p:cNvPr id="73" name="Oval 72"/>
            <p:cNvSpPr/>
            <p:nvPr/>
          </p:nvSpPr>
          <p:spPr>
            <a:xfrm>
              <a:off x="1524000" y="1981200"/>
              <a:ext cx="3505200" cy="3505200"/>
            </a:xfrm>
            <a:prstGeom prst="ellipse">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4" name="Freeform 73"/>
            <p:cNvSpPr/>
            <p:nvPr/>
          </p:nvSpPr>
          <p:spPr>
            <a:xfrm>
              <a:off x="3521122" y="3753134"/>
              <a:ext cx="1078174" cy="1269242"/>
            </a:xfrm>
            <a:custGeom>
              <a:avLst/>
              <a:gdLst>
                <a:gd name="connsiteX0" fmla="*/ 0 w 1078174"/>
                <a:gd name="connsiteY0" fmla="*/ 1269242 h 1269242"/>
                <a:gd name="connsiteX1" fmla="*/ 464024 w 1078174"/>
                <a:gd name="connsiteY1" fmla="*/ 1064526 h 1269242"/>
                <a:gd name="connsiteX2" fmla="*/ 873457 w 1078174"/>
                <a:gd name="connsiteY2" fmla="*/ 614150 h 1269242"/>
                <a:gd name="connsiteX3" fmla="*/ 1078174 w 1078174"/>
                <a:gd name="connsiteY3" fmla="*/ 0 h 1269242"/>
                <a:gd name="connsiteX4" fmla="*/ 887105 w 1078174"/>
                <a:gd name="connsiteY4" fmla="*/ 777923 h 1269242"/>
                <a:gd name="connsiteX5" fmla="*/ 723332 w 1078174"/>
                <a:gd name="connsiteY5" fmla="*/ 968991 h 1269242"/>
                <a:gd name="connsiteX6" fmla="*/ 341194 w 1078174"/>
                <a:gd name="connsiteY6" fmla="*/ 1241947 h 1269242"/>
                <a:gd name="connsiteX7" fmla="*/ 0 w 1078174"/>
                <a:gd name="connsiteY7" fmla="*/ 1269242 h 12692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78174" h="1269242">
                  <a:moveTo>
                    <a:pt x="0" y="1269242"/>
                  </a:moveTo>
                  <a:lnTo>
                    <a:pt x="464024" y="1064526"/>
                  </a:lnTo>
                  <a:lnTo>
                    <a:pt x="873457" y="614150"/>
                  </a:lnTo>
                  <a:lnTo>
                    <a:pt x="1078174" y="0"/>
                  </a:lnTo>
                  <a:lnTo>
                    <a:pt x="887105" y="777923"/>
                  </a:lnTo>
                  <a:lnTo>
                    <a:pt x="723332" y="968991"/>
                  </a:lnTo>
                  <a:lnTo>
                    <a:pt x="341194" y="1241947"/>
                  </a:lnTo>
                  <a:lnTo>
                    <a:pt x="0" y="1269242"/>
                  </a:lnTo>
                  <a:close/>
                </a:path>
              </a:pathLst>
            </a:custGeom>
            <a:solidFill>
              <a:schemeClr val="bg1">
                <a:alpha val="99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5" name="Freeform 74"/>
            <p:cNvSpPr/>
            <p:nvPr/>
          </p:nvSpPr>
          <p:spPr>
            <a:xfrm rot="10800000">
              <a:off x="1828800" y="2362200"/>
              <a:ext cx="1078174" cy="1269242"/>
            </a:xfrm>
            <a:custGeom>
              <a:avLst/>
              <a:gdLst>
                <a:gd name="connsiteX0" fmla="*/ 0 w 1078174"/>
                <a:gd name="connsiteY0" fmla="*/ 1269242 h 1269242"/>
                <a:gd name="connsiteX1" fmla="*/ 464024 w 1078174"/>
                <a:gd name="connsiteY1" fmla="*/ 1064526 h 1269242"/>
                <a:gd name="connsiteX2" fmla="*/ 873457 w 1078174"/>
                <a:gd name="connsiteY2" fmla="*/ 614150 h 1269242"/>
                <a:gd name="connsiteX3" fmla="*/ 1078174 w 1078174"/>
                <a:gd name="connsiteY3" fmla="*/ 0 h 1269242"/>
                <a:gd name="connsiteX4" fmla="*/ 887105 w 1078174"/>
                <a:gd name="connsiteY4" fmla="*/ 777923 h 1269242"/>
                <a:gd name="connsiteX5" fmla="*/ 723332 w 1078174"/>
                <a:gd name="connsiteY5" fmla="*/ 968991 h 1269242"/>
                <a:gd name="connsiteX6" fmla="*/ 341194 w 1078174"/>
                <a:gd name="connsiteY6" fmla="*/ 1241947 h 1269242"/>
                <a:gd name="connsiteX7" fmla="*/ 0 w 1078174"/>
                <a:gd name="connsiteY7" fmla="*/ 1269242 h 12692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78174" h="1269242">
                  <a:moveTo>
                    <a:pt x="0" y="1269242"/>
                  </a:moveTo>
                  <a:lnTo>
                    <a:pt x="464024" y="1064526"/>
                  </a:lnTo>
                  <a:lnTo>
                    <a:pt x="873457" y="614150"/>
                  </a:lnTo>
                  <a:lnTo>
                    <a:pt x="1078174" y="0"/>
                  </a:lnTo>
                  <a:lnTo>
                    <a:pt x="887105" y="777923"/>
                  </a:lnTo>
                  <a:lnTo>
                    <a:pt x="723332" y="968991"/>
                  </a:lnTo>
                  <a:lnTo>
                    <a:pt x="341194" y="1241947"/>
                  </a:lnTo>
                  <a:lnTo>
                    <a:pt x="0" y="1269242"/>
                  </a:lnTo>
                  <a:close/>
                </a:path>
              </a:pathLst>
            </a:custGeom>
            <a:solidFill>
              <a:schemeClr val="bg1">
                <a:alpha val="99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76" name="Rectangle 75"/>
          <p:cNvSpPr/>
          <p:nvPr/>
        </p:nvSpPr>
        <p:spPr>
          <a:xfrm>
            <a:off x="6477000" y="4191000"/>
            <a:ext cx="1828800" cy="914400"/>
          </a:xfrm>
          <a:prstGeom prst="rect">
            <a:avLst/>
          </a:prstGeom>
          <a:noFill/>
          <a:ln w="571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7" name="Rectangle 76"/>
          <p:cNvSpPr/>
          <p:nvPr/>
        </p:nvSpPr>
        <p:spPr>
          <a:xfrm>
            <a:off x="8305800" y="4191000"/>
            <a:ext cx="1828800" cy="914400"/>
          </a:xfrm>
          <a:prstGeom prst="rect">
            <a:avLst/>
          </a:prstGeom>
          <a:noFill/>
          <a:ln w="571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78" name="Group 9"/>
          <p:cNvGrpSpPr/>
          <p:nvPr/>
        </p:nvGrpSpPr>
        <p:grpSpPr>
          <a:xfrm>
            <a:off x="9525000" y="4572000"/>
            <a:ext cx="266700" cy="266700"/>
            <a:chOff x="1524000" y="1981200"/>
            <a:chExt cx="3505200" cy="3505200"/>
          </a:xfrm>
        </p:grpSpPr>
        <p:sp>
          <p:nvSpPr>
            <p:cNvPr id="79" name="Oval 78"/>
            <p:cNvSpPr/>
            <p:nvPr/>
          </p:nvSpPr>
          <p:spPr>
            <a:xfrm>
              <a:off x="1524000" y="1981200"/>
              <a:ext cx="3505200" cy="3505200"/>
            </a:xfrm>
            <a:prstGeom prst="ellipse">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0" name="Freeform 79"/>
            <p:cNvSpPr/>
            <p:nvPr/>
          </p:nvSpPr>
          <p:spPr>
            <a:xfrm>
              <a:off x="3521122" y="3753134"/>
              <a:ext cx="1078174" cy="1269242"/>
            </a:xfrm>
            <a:custGeom>
              <a:avLst/>
              <a:gdLst>
                <a:gd name="connsiteX0" fmla="*/ 0 w 1078174"/>
                <a:gd name="connsiteY0" fmla="*/ 1269242 h 1269242"/>
                <a:gd name="connsiteX1" fmla="*/ 464024 w 1078174"/>
                <a:gd name="connsiteY1" fmla="*/ 1064526 h 1269242"/>
                <a:gd name="connsiteX2" fmla="*/ 873457 w 1078174"/>
                <a:gd name="connsiteY2" fmla="*/ 614150 h 1269242"/>
                <a:gd name="connsiteX3" fmla="*/ 1078174 w 1078174"/>
                <a:gd name="connsiteY3" fmla="*/ 0 h 1269242"/>
                <a:gd name="connsiteX4" fmla="*/ 887105 w 1078174"/>
                <a:gd name="connsiteY4" fmla="*/ 777923 h 1269242"/>
                <a:gd name="connsiteX5" fmla="*/ 723332 w 1078174"/>
                <a:gd name="connsiteY5" fmla="*/ 968991 h 1269242"/>
                <a:gd name="connsiteX6" fmla="*/ 341194 w 1078174"/>
                <a:gd name="connsiteY6" fmla="*/ 1241947 h 1269242"/>
                <a:gd name="connsiteX7" fmla="*/ 0 w 1078174"/>
                <a:gd name="connsiteY7" fmla="*/ 1269242 h 12692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78174" h="1269242">
                  <a:moveTo>
                    <a:pt x="0" y="1269242"/>
                  </a:moveTo>
                  <a:lnTo>
                    <a:pt x="464024" y="1064526"/>
                  </a:lnTo>
                  <a:lnTo>
                    <a:pt x="873457" y="614150"/>
                  </a:lnTo>
                  <a:lnTo>
                    <a:pt x="1078174" y="0"/>
                  </a:lnTo>
                  <a:lnTo>
                    <a:pt x="887105" y="777923"/>
                  </a:lnTo>
                  <a:lnTo>
                    <a:pt x="723332" y="968991"/>
                  </a:lnTo>
                  <a:lnTo>
                    <a:pt x="341194" y="1241947"/>
                  </a:lnTo>
                  <a:lnTo>
                    <a:pt x="0" y="1269242"/>
                  </a:lnTo>
                  <a:close/>
                </a:path>
              </a:pathLst>
            </a:custGeom>
            <a:solidFill>
              <a:schemeClr val="bg1">
                <a:alpha val="99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1" name="Freeform 80"/>
            <p:cNvSpPr/>
            <p:nvPr/>
          </p:nvSpPr>
          <p:spPr>
            <a:xfrm rot="10800000">
              <a:off x="1828800" y="2362200"/>
              <a:ext cx="1078174" cy="1269242"/>
            </a:xfrm>
            <a:custGeom>
              <a:avLst/>
              <a:gdLst>
                <a:gd name="connsiteX0" fmla="*/ 0 w 1078174"/>
                <a:gd name="connsiteY0" fmla="*/ 1269242 h 1269242"/>
                <a:gd name="connsiteX1" fmla="*/ 464024 w 1078174"/>
                <a:gd name="connsiteY1" fmla="*/ 1064526 h 1269242"/>
                <a:gd name="connsiteX2" fmla="*/ 873457 w 1078174"/>
                <a:gd name="connsiteY2" fmla="*/ 614150 h 1269242"/>
                <a:gd name="connsiteX3" fmla="*/ 1078174 w 1078174"/>
                <a:gd name="connsiteY3" fmla="*/ 0 h 1269242"/>
                <a:gd name="connsiteX4" fmla="*/ 887105 w 1078174"/>
                <a:gd name="connsiteY4" fmla="*/ 777923 h 1269242"/>
                <a:gd name="connsiteX5" fmla="*/ 723332 w 1078174"/>
                <a:gd name="connsiteY5" fmla="*/ 968991 h 1269242"/>
                <a:gd name="connsiteX6" fmla="*/ 341194 w 1078174"/>
                <a:gd name="connsiteY6" fmla="*/ 1241947 h 1269242"/>
                <a:gd name="connsiteX7" fmla="*/ 0 w 1078174"/>
                <a:gd name="connsiteY7" fmla="*/ 1269242 h 12692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78174" h="1269242">
                  <a:moveTo>
                    <a:pt x="0" y="1269242"/>
                  </a:moveTo>
                  <a:lnTo>
                    <a:pt x="464024" y="1064526"/>
                  </a:lnTo>
                  <a:lnTo>
                    <a:pt x="873457" y="614150"/>
                  </a:lnTo>
                  <a:lnTo>
                    <a:pt x="1078174" y="0"/>
                  </a:lnTo>
                  <a:lnTo>
                    <a:pt x="887105" y="777923"/>
                  </a:lnTo>
                  <a:lnTo>
                    <a:pt x="723332" y="968991"/>
                  </a:lnTo>
                  <a:lnTo>
                    <a:pt x="341194" y="1241947"/>
                  </a:lnTo>
                  <a:lnTo>
                    <a:pt x="0" y="1269242"/>
                  </a:lnTo>
                  <a:close/>
                </a:path>
              </a:pathLst>
            </a:custGeom>
            <a:solidFill>
              <a:schemeClr val="bg1">
                <a:alpha val="99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82" name="Group 43"/>
          <p:cNvGrpSpPr/>
          <p:nvPr/>
        </p:nvGrpSpPr>
        <p:grpSpPr>
          <a:xfrm>
            <a:off x="3505200" y="4724400"/>
            <a:ext cx="266700" cy="266700"/>
            <a:chOff x="2514600" y="3657600"/>
            <a:chExt cx="266700" cy="266700"/>
          </a:xfrm>
        </p:grpSpPr>
        <p:sp>
          <p:nvSpPr>
            <p:cNvPr id="83" name="Oval 82"/>
            <p:cNvSpPr/>
            <p:nvPr/>
          </p:nvSpPr>
          <p:spPr>
            <a:xfrm>
              <a:off x="2514600" y="3657600"/>
              <a:ext cx="266700" cy="266700"/>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4" name="Freeform 83"/>
            <p:cNvSpPr/>
            <p:nvPr/>
          </p:nvSpPr>
          <p:spPr>
            <a:xfrm>
              <a:off x="2666555" y="3792421"/>
              <a:ext cx="82035" cy="96573"/>
            </a:xfrm>
            <a:custGeom>
              <a:avLst/>
              <a:gdLst>
                <a:gd name="connsiteX0" fmla="*/ 0 w 1078174"/>
                <a:gd name="connsiteY0" fmla="*/ 1269242 h 1269242"/>
                <a:gd name="connsiteX1" fmla="*/ 464024 w 1078174"/>
                <a:gd name="connsiteY1" fmla="*/ 1064526 h 1269242"/>
                <a:gd name="connsiteX2" fmla="*/ 873457 w 1078174"/>
                <a:gd name="connsiteY2" fmla="*/ 614150 h 1269242"/>
                <a:gd name="connsiteX3" fmla="*/ 1078174 w 1078174"/>
                <a:gd name="connsiteY3" fmla="*/ 0 h 1269242"/>
                <a:gd name="connsiteX4" fmla="*/ 887105 w 1078174"/>
                <a:gd name="connsiteY4" fmla="*/ 777923 h 1269242"/>
                <a:gd name="connsiteX5" fmla="*/ 723332 w 1078174"/>
                <a:gd name="connsiteY5" fmla="*/ 968991 h 1269242"/>
                <a:gd name="connsiteX6" fmla="*/ 341194 w 1078174"/>
                <a:gd name="connsiteY6" fmla="*/ 1241947 h 1269242"/>
                <a:gd name="connsiteX7" fmla="*/ 0 w 1078174"/>
                <a:gd name="connsiteY7" fmla="*/ 1269242 h 12692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78174" h="1269242">
                  <a:moveTo>
                    <a:pt x="0" y="1269242"/>
                  </a:moveTo>
                  <a:lnTo>
                    <a:pt x="464024" y="1064526"/>
                  </a:lnTo>
                  <a:lnTo>
                    <a:pt x="873457" y="614150"/>
                  </a:lnTo>
                  <a:lnTo>
                    <a:pt x="1078174" y="0"/>
                  </a:lnTo>
                  <a:lnTo>
                    <a:pt x="887105" y="777923"/>
                  </a:lnTo>
                  <a:lnTo>
                    <a:pt x="723332" y="968991"/>
                  </a:lnTo>
                  <a:lnTo>
                    <a:pt x="341194" y="1241947"/>
                  </a:lnTo>
                  <a:lnTo>
                    <a:pt x="0" y="1269242"/>
                  </a:lnTo>
                  <a:close/>
                </a:path>
              </a:pathLst>
            </a:custGeom>
            <a:solidFill>
              <a:schemeClr val="bg1">
                <a:alpha val="99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5" name="Freeform 84"/>
            <p:cNvSpPr/>
            <p:nvPr/>
          </p:nvSpPr>
          <p:spPr>
            <a:xfrm rot="10800000">
              <a:off x="2537791" y="3686589"/>
              <a:ext cx="82035" cy="96573"/>
            </a:xfrm>
            <a:custGeom>
              <a:avLst/>
              <a:gdLst>
                <a:gd name="connsiteX0" fmla="*/ 0 w 1078174"/>
                <a:gd name="connsiteY0" fmla="*/ 1269242 h 1269242"/>
                <a:gd name="connsiteX1" fmla="*/ 464024 w 1078174"/>
                <a:gd name="connsiteY1" fmla="*/ 1064526 h 1269242"/>
                <a:gd name="connsiteX2" fmla="*/ 873457 w 1078174"/>
                <a:gd name="connsiteY2" fmla="*/ 614150 h 1269242"/>
                <a:gd name="connsiteX3" fmla="*/ 1078174 w 1078174"/>
                <a:gd name="connsiteY3" fmla="*/ 0 h 1269242"/>
                <a:gd name="connsiteX4" fmla="*/ 887105 w 1078174"/>
                <a:gd name="connsiteY4" fmla="*/ 777923 h 1269242"/>
                <a:gd name="connsiteX5" fmla="*/ 723332 w 1078174"/>
                <a:gd name="connsiteY5" fmla="*/ 968991 h 1269242"/>
                <a:gd name="connsiteX6" fmla="*/ 341194 w 1078174"/>
                <a:gd name="connsiteY6" fmla="*/ 1241947 h 1269242"/>
                <a:gd name="connsiteX7" fmla="*/ 0 w 1078174"/>
                <a:gd name="connsiteY7" fmla="*/ 1269242 h 12692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78174" h="1269242">
                  <a:moveTo>
                    <a:pt x="0" y="1269242"/>
                  </a:moveTo>
                  <a:lnTo>
                    <a:pt x="464024" y="1064526"/>
                  </a:lnTo>
                  <a:lnTo>
                    <a:pt x="873457" y="614150"/>
                  </a:lnTo>
                  <a:lnTo>
                    <a:pt x="1078174" y="0"/>
                  </a:lnTo>
                  <a:lnTo>
                    <a:pt x="887105" y="777923"/>
                  </a:lnTo>
                  <a:lnTo>
                    <a:pt x="723332" y="968991"/>
                  </a:lnTo>
                  <a:lnTo>
                    <a:pt x="341194" y="1241947"/>
                  </a:lnTo>
                  <a:lnTo>
                    <a:pt x="0" y="1269242"/>
                  </a:lnTo>
                  <a:close/>
                </a:path>
              </a:pathLst>
            </a:custGeom>
            <a:solidFill>
              <a:schemeClr val="bg1">
                <a:alpha val="99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86" name="Group 47"/>
          <p:cNvGrpSpPr/>
          <p:nvPr/>
        </p:nvGrpSpPr>
        <p:grpSpPr>
          <a:xfrm>
            <a:off x="8915400" y="4495800"/>
            <a:ext cx="266700" cy="266700"/>
            <a:chOff x="2514600" y="3657600"/>
            <a:chExt cx="266700" cy="266700"/>
          </a:xfrm>
        </p:grpSpPr>
        <p:sp>
          <p:nvSpPr>
            <p:cNvPr id="87" name="Oval 86"/>
            <p:cNvSpPr/>
            <p:nvPr/>
          </p:nvSpPr>
          <p:spPr>
            <a:xfrm>
              <a:off x="2514600" y="3657600"/>
              <a:ext cx="266700" cy="266700"/>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8" name="Freeform 87"/>
            <p:cNvSpPr/>
            <p:nvPr/>
          </p:nvSpPr>
          <p:spPr>
            <a:xfrm>
              <a:off x="2666555" y="3792421"/>
              <a:ext cx="82035" cy="96573"/>
            </a:xfrm>
            <a:custGeom>
              <a:avLst/>
              <a:gdLst>
                <a:gd name="connsiteX0" fmla="*/ 0 w 1078174"/>
                <a:gd name="connsiteY0" fmla="*/ 1269242 h 1269242"/>
                <a:gd name="connsiteX1" fmla="*/ 464024 w 1078174"/>
                <a:gd name="connsiteY1" fmla="*/ 1064526 h 1269242"/>
                <a:gd name="connsiteX2" fmla="*/ 873457 w 1078174"/>
                <a:gd name="connsiteY2" fmla="*/ 614150 h 1269242"/>
                <a:gd name="connsiteX3" fmla="*/ 1078174 w 1078174"/>
                <a:gd name="connsiteY3" fmla="*/ 0 h 1269242"/>
                <a:gd name="connsiteX4" fmla="*/ 887105 w 1078174"/>
                <a:gd name="connsiteY4" fmla="*/ 777923 h 1269242"/>
                <a:gd name="connsiteX5" fmla="*/ 723332 w 1078174"/>
                <a:gd name="connsiteY5" fmla="*/ 968991 h 1269242"/>
                <a:gd name="connsiteX6" fmla="*/ 341194 w 1078174"/>
                <a:gd name="connsiteY6" fmla="*/ 1241947 h 1269242"/>
                <a:gd name="connsiteX7" fmla="*/ 0 w 1078174"/>
                <a:gd name="connsiteY7" fmla="*/ 1269242 h 12692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78174" h="1269242">
                  <a:moveTo>
                    <a:pt x="0" y="1269242"/>
                  </a:moveTo>
                  <a:lnTo>
                    <a:pt x="464024" y="1064526"/>
                  </a:lnTo>
                  <a:lnTo>
                    <a:pt x="873457" y="614150"/>
                  </a:lnTo>
                  <a:lnTo>
                    <a:pt x="1078174" y="0"/>
                  </a:lnTo>
                  <a:lnTo>
                    <a:pt x="887105" y="777923"/>
                  </a:lnTo>
                  <a:lnTo>
                    <a:pt x="723332" y="968991"/>
                  </a:lnTo>
                  <a:lnTo>
                    <a:pt x="341194" y="1241947"/>
                  </a:lnTo>
                  <a:lnTo>
                    <a:pt x="0" y="1269242"/>
                  </a:lnTo>
                  <a:close/>
                </a:path>
              </a:pathLst>
            </a:custGeom>
            <a:solidFill>
              <a:schemeClr val="bg1">
                <a:alpha val="99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9" name="Freeform 88"/>
            <p:cNvSpPr/>
            <p:nvPr/>
          </p:nvSpPr>
          <p:spPr>
            <a:xfrm rot="10800000">
              <a:off x="2537791" y="3686589"/>
              <a:ext cx="82035" cy="96573"/>
            </a:xfrm>
            <a:custGeom>
              <a:avLst/>
              <a:gdLst>
                <a:gd name="connsiteX0" fmla="*/ 0 w 1078174"/>
                <a:gd name="connsiteY0" fmla="*/ 1269242 h 1269242"/>
                <a:gd name="connsiteX1" fmla="*/ 464024 w 1078174"/>
                <a:gd name="connsiteY1" fmla="*/ 1064526 h 1269242"/>
                <a:gd name="connsiteX2" fmla="*/ 873457 w 1078174"/>
                <a:gd name="connsiteY2" fmla="*/ 614150 h 1269242"/>
                <a:gd name="connsiteX3" fmla="*/ 1078174 w 1078174"/>
                <a:gd name="connsiteY3" fmla="*/ 0 h 1269242"/>
                <a:gd name="connsiteX4" fmla="*/ 887105 w 1078174"/>
                <a:gd name="connsiteY4" fmla="*/ 777923 h 1269242"/>
                <a:gd name="connsiteX5" fmla="*/ 723332 w 1078174"/>
                <a:gd name="connsiteY5" fmla="*/ 968991 h 1269242"/>
                <a:gd name="connsiteX6" fmla="*/ 341194 w 1078174"/>
                <a:gd name="connsiteY6" fmla="*/ 1241947 h 1269242"/>
                <a:gd name="connsiteX7" fmla="*/ 0 w 1078174"/>
                <a:gd name="connsiteY7" fmla="*/ 1269242 h 12692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78174" h="1269242">
                  <a:moveTo>
                    <a:pt x="0" y="1269242"/>
                  </a:moveTo>
                  <a:lnTo>
                    <a:pt x="464024" y="1064526"/>
                  </a:lnTo>
                  <a:lnTo>
                    <a:pt x="873457" y="614150"/>
                  </a:lnTo>
                  <a:lnTo>
                    <a:pt x="1078174" y="0"/>
                  </a:lnTo>
                  <a:lnTo>
                    <a:pt x="887105" y="777923"/>
                  </a:lnTo>
                  <a:lnTo>
                    <a:pt x="723332" y="968991"/>
                  </a:lnTo>
                  <a:lnTo>
                    <a:pt x="341194" y="1241947"/>
                  </a:lnTo>
                  <a:lnTo>
                    <a:pt x="0" y="1269242"/>
                  </a:lnTo>
                  <a:close/>
                </a:path>
              </a:pathLst>
            </a:custGeom>
            <a:solidFill>
              <a:schemeClr val="bg1">
                <a:alpha val="99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94" name="Group 93"/>
          <p:cNvGrpSpPr/>
          <p:nvPr/>
        </p:nvGrpSpPr>
        <p:grpSpPr>
          <a:xfrm>
            <a:off x="2286000" y="1066800"/>
            <a:ext cx="266700" cy="266700"/>
            <a:chOff x="2743200" y="5715000"/>
            <a:chExt cx="266700" cy="266700"/>
          </a:xfrm>
        </p:grpSpPr>
        <p:sp>
          <p:nvSpPr>
            <p:cNvPr id="91" name="Oval 90"/>
            <p:cNvSpPr/>
            <p:nvPr/>
          </p:nvSpPr>
          <p:spPr>
            <a:xfrm>
              <a:off x="2743200" y="5715000"/>
              <a:ext cx="266700" cy="266700"/>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2" name="Freeform 91"/>
            <p:cNvSpPr/>
            <p:nvPr/>
          </p:nvSpPr>
          <p:spPr>
            <a:xfrm>
              <a:off x="2895155" y="5849821"/>
              <a:ext cx="82035" cy="96573"/>
            </a:xfrm>
            <a:custGeom>
              <a:avLst/>
              <a:gdLst>
                <a:gd name="connsiteX0" fmla="*/ 0 w 1078174"/>
                <a:gd name="connsiteY0" fmla="*/ 1269242 h 1269242"/>
                <a:gd name="connsiteX1" fmla="*/ 464024 w 1078174"/>
                <a:gd name="connsiteY1" fmla="*/ 1064526 h 1269242"/>
                <a:gd name="connsiteX2" fmla="*/ 873457 w 1078174"/>
                <a:gd name="connsiteY2" fmla="*/ 614150 h 1269242"/>
                <a:gd name="connsiteX3" fmla="*/ 1078174 w 1078174"/>
                <a:gd name="connsiteY3" fmla="*/ 0 h 1269242"/>
                <a:gd name="connsiteX4" fmla="*/ 887105 w 1078174"/>
                <a:gd name="connsiteY4" fmla="*/ 777923 h 1269242"/>
                <a:gd name="connsiteX5" fmla="*/ 723332 w 1078174"/>
                <a:gd name="connsiteY5" fmla="*/ 968991 h 1269242"/>
                <a:gd name="connsiteX6" fmla="*/ 341194 w 1078174"/>
                <a:gd name="connsiteY6" fmla="*/ 1241947 h 1269242"/>
                <a:gd name="connsiteX7" fmla="*/ 0 w 1078174"/>
                <a:gd name="connsiteY7" fmla="*/ 1269242 h 12692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78174" h="1269242">
                  <a:moveTo>
                    <a:pt x="0" y="1269242"/>
                  </a:moveTo>
                  <a:lnTo>
                    <a:pt x="464024" y="1064526"/>
                  </a:lnTo>
                  <a:lnTo>
                    <a:pt x="873457" y="614150"/>
                  </a:lnTo>
                  <a:lnTo>
                    <a:pt x="1078174" y="0"/>
                  </a:lnTo>
                  <a:lnTo>
                    <a:pt x="887105" y="777923"/>
                  </a:lnTo>
                  <a:lnTo>
                    <a:pt x="723332" y="968991"/>
                  </a:lnTo>
                  <a:lnTo>
                    <a:pt x="341194" y="1241947"/>
                  </a:lnTo>
                  <a:lnTo>
                    <a:pt x="0" y="1269242"/>
                  </a:lnTo>
                  <a:close/>
                </a:path>
              </a:pathLst>
            </a:custGeom>
            <a:solidFill>
              <a:schemeClr val="bg1">
                <a:alpha val="99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3" name="Freeform 92"/>
            <p:cNvSpPr/>
            <p:nvPr/>
          </p:nvSpPr>
          <p:spPr>
            <a:xfrm rot="10800000">
              <a:off x="2766391" y="5743989"/>
              <a:ext cx="82035" cy="96573"/>
            </a:xfrm>
            <a:custGeom>
              <a:avLst/>
              <a:gdLst>
                <a:gd name="connsiteX0" fmla="*/ 0 w 1078174"/>
                <a:gd name="connsiteY0" fmla="*/ 1269242 h 1269242"/>
                <a:gd name="connsiteX1" fmla="*/ 464024 w 1078174"/>
                <a:gd name="connsiteY1" fmla="*/ 1064526 h 1269242"/>
                <a:gd name="connsiteX2" fmla="*/ 873457 w 1078174"/>
                <a:gd name="connsiteY2" fmla="*/ 614150 h 1269242"/>
                <a:gd name="connsiteX3" fmla="*/ 1078174 w 1078174"/>
                <a:gd name="connsiteY3" fmla="*/ 0 h 1269242"/>
                <a:gd name="connsiteX4" fmla="*/ 887105 w 1078174"/>
                <a:gd name="connsiteY4" fmla="*/ 777923 h 1269242"/>
                <a:gd name="connsiteX5" fmla="*/ 723332 w 1078174"/>
                <a:gd name="connsiteY5" fmla="*/ 968991 h 1269242"/>
                <a:gd name="connsiteX6" fmla="*/ 341194 w 1078174"/>
                <a:gd name="connsiteY6" fmla="*/ 1241947 h 1269242"/>
                <a:gd name="connsiteX7" fmla="*/ 0 w 1078174"/>
                <a:gd name="connsiteY7" fmla="*/ 1269242 h 12692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78174" h="1269242">
                  <a:moveTo>
                    <a:pt x="0" y="1269242"/>
                  </a:moveTo>
                  <a:lnTo>
                    <a:pt x="464024" y="1064526"/>
                  </a:lnTo>
                  <a:lnTo>
                    <a:pt x="873457" y="614150"/>
                  </a:lnTo>
                  <a:lnTo>
                    <a:pt x="1078174" y="0"/>
                  </a:lnTo>
                  <a:lnTo>
                    <a:pt x="887105" y="777923"/>
                  </a:lnTo>
                  <a:lnTo>
                    <a:pt x="723332" y="968991"/>
                  </a:lnTo>
                  <a:lnTo>
                    <a:pt x="341194" y="1241947"/>
                  </a:lnTo>
                  <a:lnTo>
                    <a:pt x="0" y="1269242"/>
                  </a:lnTo>
                  <a:close/>
                </a:path>
              </a:pathLst>
            </a:custGeom>
            <a:solidFill>
              <a:schemeClr val="bg1">
                <a:alpha val="99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95" name="Group 94"/>
          <p:cNvGrpSpPr/>
          <p:nvPr/>
        </p:nvGrpSpPr>
        <p:grpSpPr>
          <a:xfrm>
            <a:off x="8915400" y="838200"/>
            <a:ext cx="266700" cy="266700"/>
            <a:chOff x="2743200" y="5715000"/>
            <a:chExt cx="266700" cy="266700"/>
          </a:xfrm>
        </p:grpSpPr>
        <p:sp>
          <p:nvSpPr>
            <p:cNvPr id="96" name="Oval 95"/>
            <p:cNvSpPr/>
            <p:nvPr/>
          </p:nvSpPr>
          <p:spPr>
            <a:xfrm>
              <a:off x="2743200" y="5715000"/>
              <a:ext cx="266700" cy="266700"/>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7" name="Freeform 96"/>
            <p:cNvSpPr/>
            <p:nvPr/>
          </p:nvSpPr>
          <p:spPr>
            <a:xfrm>
              <a:off x="2895155" y="5849821"/>
              <a:ext cx="82035" cy="96573"/>
            </a:xfrm>
            <a:custGeom>
              <a:avLst/>
              <a:gdLst>
                <a:gd name="connsiteX0" fmla="*/ 0 w 1078174"/>
                <a:gd name="connsiteY0" fmla="*/ 1269242 h 1269242"/>
                <a:gd name="connsiteX1" fmla="*/ 464024 w 1078174"/>
                <a:gd name="connsiteY1" fmla="*/ 1064526 h 1269242"/>
                <a:gd name="connsiteX2" fmla="*/ 873457 w 1078174"/>
                <a:gd name="connsiteY2" fmla="*/ 614150 h 1269242"/>
                <a:gd name="connsiteX3" fmla="*/ 1078174 w 1078174"/>
                <a:gd name="connsiteY3" fmla="*/ 0 h 1269242"/>
                <a:gd name="connsiteX4" fmla="*/ 887105 w 1078174"/>
                <a:gd name="connsiteY4" fmla="*/ 777923 h 1269242"/>
                <a:gd name="connsiteX5" fmla="*/ 723332 w 1078174"/>
                <a:gd name="connsiteY5" fmla="*/ 968991 h 1269242"/>
                <a:gd name="connsiteX6" fmla="*/ 341194 w 1078174"/>
                <a:gd name="connsiteY6" fmla="*/ 1241947 h 1269242"/>
                <a:gd name="connsiteX7" fmla="*/ 0 w 1078174"/>
                <a:gd name="connsiteY7" fmla="*/ 1269242 h 12692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78174" h="1269242">
                  <a:moveTo>
                    <a:pt x="0" y="1269242"/>
                  </a:moveTo>
                  <a:lnTo>
                    <a:pt x="464024" y="1064526"/>
                  </a:lnTo>
                  <a:lnTo>
                    <a:pt x="873457" y="614150"/>
                  </a:lnTo>
                  <a:lnTo>
                    <a:pt x="1078174" y="0"/>
                  </a:lnTo>
                  <a:lnTo>
                    <a:pt x="887105" y="777923"/>
                  </a:lnTo>
                  <a:lnTo>
                    <a:pt x="723332" y="968991"/>
                  </a:lnTo>
                  <a:lnTo>
                    <a:pt x="341194" y="1241947"/>
                  </a:lnTo>
                  <a:lnTo>
                    <a:pt x="0" y="1269242"/>
                  </a:lnTo>
                  <a:close/>
                </a:path>
              </a:pathLst>
            </a:custGeom>
            <a:solidFill>
              <a:schemeClr val="bg1">
                <a:alpha val="99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8" name="Freeform 97"/>
            <p:cNvSpPr/>
            <p:nvPr/>
          </p:nvSpPr>
          <p:spPr>
            <a:xfrm rot="10800000">
              <a:off x="2766391" y="5743989"/>
              <a:ext cx="82035" cy="96573"/>
            </a:xfrm>
            <a:custGeom>
              <a:avLst/>
              <a:gdLst>
                <a:gd name="connsiteX0" fmla="*/ 0 w 1078174"/>
                <a:gd name="connsiteY0" fmla="*/ 1269242 h 1269242"/>
                <a:gd name="connsiteX1" fmla="*/ 464024 w 1078174"/>
                <a:gd name="connsiteY1" fmla="*/ 1064526 h 1269242"/>
                <a:gd name="connsiteX2" fmla="*/ 873457 w 1078174"/>
                <a:gd name="connsiteY2" fmla="*/ 614150 h 1269242"/>
                <a:gd name="connsiteX3" fmla="*/ 1078174 w 1078174"/>
                <a:gd name="connsiteY3" fmla="*/ 0 h 1269242"/>
                <a:gd name="connsiteX4" fmla="*/ 887105 w 1078174"/>
                <a:gd name="connsiteY4" fmla="*/ 777923 h 1269242"/>
                <a:gd name="connsiteX5" fmla="*/ 723332 w 1078174"/>
                <a:gd name="connsiteY5" fmla="*/ 968991 h 1269242"/>
                <a:gd name="connsiteX6" fmla="*/ 341194 w 1078174"/>
                <a:gd name="connsiteY6" fmla="*/ 1241947 h 1269242"/>
                <a:gd name="connsiteX7" fmla="*/ 0 w 1078174"/>
                <a:gd name="connsiteY7" fmla="*/ 1269242 h 12692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78174" h="1269242">
                  <a:moveTo>
                    <a:pt x="0" y="1269242"/>
                  </a:moveTo>
                  <a:lnTo>
                    <a:pt x="464024" y="1064526"/>
                  </a:lnTo>
                  <a:lnTo>
                    <a:pt x="873457" y="614150"/>
                  </a:lnTo>
                  <a:lnTo>
                    <a:pt x="1078174" y="0"/>
                  </a:lnTo>
                  <a:lnTo>
                    <a:pt x="887105" y="777923"/>
                  </a:lnTo>
                  <a:lnTo>
                    <a:pt x="723332" y="968991"/>
                  </a:lnTo>
                  <a:lnTo>
                    <a:pt x="341194" y="1241947"/>
                  </a:lnTo>
                  <a:lnTo>
                    <a:pt x="0" y="1269242"/>
                  </a:lnTo>
                  <a:close/>
                </a:path>
              </a:pathLst>
            </a:custGeom>
            <a:solidFill>
              <a:schemeClr val="bg1">
                <a:alpha val="99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99" name="Group 98"/>
          <p:cNvGrpSpPr/>
          <p:nvPr/>
        </p:nvGrpSpPr>
        <p:grpSpPr>
          <a:xfrm>
            <a:off x="2971800" y="1981200"/>
            <a:ext cx="266700" cy="266700"/>
            <a:chOff x="2743200" y="5715000"/>
            <a:chExt cx="266700" cy="266700"/>
          </a:xfrm>
        </p:grpSpPr>
        <p:sp>
          <p:nvSpPr>
            <p:cNvPr id="100" name="Oval 99"/>
            <p:cNvSpPr/>
            <p:nvPr/>
          </p:nvSpPr>
          <p:spPr>
            <a:xfrm>
              <a:off x="2743200" y="5715000"/>
              <a:ext cx="266700" cy="266700"/>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1" name="Freeform 100"/>
            <p:cNvSpPr/>
            <p:nvPr/>
          </p:nvSpPr>
          <p:spPr>
            <a:xfrm>
              <a:off x="2895155" y="5849821"/>
              <a:ext cx="82035" cy="96573"/>
            </a:xfrm>
            <a:custGeom>
              <a:avLst/>
              <a:gdLst>
                <a:gd name="connsiteX0" fmla="*/ 0 w 1078174"/>
                <a:gd name="connsiteY0" fmla="*/ 1269242 h 1269242"/>
                <a:gd name="connsiteX1" fmla="*/ 464024 w 1078174"/>
                <a:gd name="connsiteY1" fmla="*/ 1064526 h 1269242"/>
                <a:gd name="connsiteX2" fmla="*/ 873457 w 1078174"/>
                <a:gd name="connsiteY2" fmla="*/ 614150 h 1269242"/>
                <a:gd name="connsiteX3" fmla="*/ 1078174 w 1078174"/>
                <a:gd name="connsiteY3" fmla="*/ 0 h 1269242"/>
                <a:gd name="connsiteX4" fmla="*/ 887105 w 1078174"/>
                <a:gd name="connsiteY4" fmla="*/ 777923 h 1269242"/>
                <a:gd name="connsiteX5" fmla="*/ 723332 w 1078174"/>
                <a:gd name="connsiteY5" fmla="*/ 968991 h 1269242"/>
                <a:gd name="connsiteX6" fmla="*/ 341194 w 1078174"/>
                <a:gd name="connsiteY6" fmla="*/ 1241947 h 1269242"/>
                <a:gd name="connsiteX7" fmla="*/ 0 w 1078174"/>
                <a:gd name="connsiteY7" fmla="*/ 1269242 h 12692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78174" h="1269242">
                  <a:moveTo>
                    <a:pt x="0" y="1269242"/>
                  </a:moveTo>
                  <a:lnTo>
                    <a:pt x="464024" y="1064526"/>
                  </a:lnTo>
                  <a:lnTo>
                    <a:pt x="873457" y="614150"/>
                  </a:lnTo>
                  <a:lnTo>
                    <a:pt x="1078174" y="0"/>
                  </a:lnTo>
                  <a:lnTo>
                    <a:pt x="887105" y="777923"/>
                  </a:lnTo>
                  <a:lnTo>
                    <a:pt x="723332" y="968991"/>
                  </a:lnTo>
                  <a:lnTo>
                    <a:pt x="341194" y="1241947"/>
                  </a:lnTo>
                  <a:lnTo>
                    <a:pt x="0" y="1269242"/>
                  </a:lnTo>
                  <a:close/>
                </a:path>
              </a:pathLst>
            </a:custGeom>
            <a:solidFill>
              <a:schemeClr val="bg1">
                <a:alpha val="99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2" name="Freeform 101"/>
            <p:cNvSpPr/>
            <p:nvPr/>
          </p:nvSpPr>
          <p:spPr>
            <a:xfrm rot="10800000">
              <a:off x="2766391" y="5743989"/>
              <a:ext cx="82035" cy="96573"/>
            </a:xfrm>
            <a:custGeom>
              <a:avLst/>
              <a:gdLst>
                <a:gd name="connsiteX0" fmla="*/ 0 w 1078174"/>
                <a:gd name="connsiteY0" fmla="*/ 1269242 h 1269242"/>
                <a:gd name="connsiteX1" fmla="*/ 464024 w 1078174"/>
                <a:gd name="connsiteY1" fmla="*/ 1064526 h 1269242"/>
                <a:gd name="connsiteX2" fmla="*/ 873457 w 1078174"/>
                <a:gd name="connsiteY2" fmla="*/ 614150 h 1269242"/>
                <a:gd name="connsiteX3" fmla="*/ 1078174 w 1078174"/>
                <a:gd name="connsiteY3" fmla="*/ 0 h 1269242"/>
                <a:gd name="connsiteX4" fmla="*/ 887105 w 1078174"/>
                <a:gd name="connsiteY4" fmla="*/ 777923 h 1269242"/>
                <a:gd name="connsiteX5" fmla="*/ 723332 w 1078174"/>
                <a:gd name="connsiteY5" fmla="*/ 968991 h 1269242"/>
                <a:gd name="connsiteX6" fmla="*/ 341194 w 1078174"/>
                <a:gd name="connsiteY6" fmla="*/ 1241947 h 1269242"/>
                <a:gd name="connsiteX7" fmla="*/ 0 w 1078174"/>
                <a:gd name="connsiteY7" fmla="*/ 1269242 h 12692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78174" h="1269242">
                  <a:moveTo>
                    <a:pt x="0" y="1269242"/>
                  </a:moveTo>
                  <a:lnTo>
                    <a:pt x="464024" y="1064526"/>
                  </a:lnTo>
                  <a:lnTo>
                    <a:pt x="873457" y="614150"/>
                  </a:lnTo>
                  <a:lnTo>
                    <a:pt x="1078174" y="0"/>
                  </a:lnTo>
                  <a:lnTo>
                    <a:pt x="887105" y="777923"/>
                  </a:lnTo>
                  <a:lnTo>
                    <a:pt x="723332" y="968991"/>
                  </a:lnTo>
                  <a:lnTo>
                    <a:pt x="341194" y="1241947"/>
                  </a:lnTo>
                  <a:lnTo>
                    <a:pt x="0" y="1269242"/>
                  </a:lnTo>
                  <a:close/>
                </a:path>
              </a:pathLst>
            </a:custGeom>
            <a:solidFill>
              <a:schemeClr val="bg1">
                <a:alpha val="99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03" name="Group 102"/>
          <p:cNvGrpSpPr/>
          <p:nvPr/>
        </p:nvGrpSpPr>
        <p:grpSpPr>
          <a:xfrm>
            <a:off x="6934200" y="1905000"/>
            <a:ext cx="266700" cy="266700"/>
            <a:chOff x="2743200" y="5715000"/>
            <a:chExt cx="266700" cy="266700"/>
          </a:xfrm>
        </p:grpSpPr>
        <p:sp>
          <p:nvSpPr>
            <p:cNvPr id="104" name="Oval 103"/>
            <p:cNvSpPr/>
            <p:nvPr/>
          </p:nvSpPr>
          <p:spPr>
            <a:xfrm>
              <a:off x="2743200" y="5715000"/>
              <a:ext cx="266700" cy="266700"/>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5" name="Freeform 104"/>
            <p:cNvSpPr/>
            <p:nvPr/>
          </p:nvSpPr>
          <p:spPr>
            <a:xfrm>
              <a:off x="2895155" y="5849821"/>
              <a:ext cx="82035" cy="96573"/>
            </a:xfrm>
            <a:custGeom>
              <a:avLst/>
              <a:gdLst>
                <a:gd name="connsiteX0" fmla="*/ 0 w 1078174"/>
                <a:gd name="connsiteY0" fmla="*/ 1269242 h 1269242"/>
                <a:gd name="connsiteX1" fmla="*/ 464024 w 1078174"/>
                <a:gd name="connsiteY1" fmla="*/ 1064526 h 1269242"/>
                <a:gd name="connsiteX2" fmla="*/ 873457 w 1078174"/>
                <a:gd name="connsiteY2" fmla="*/ 614150 h 1269242"/>
                <a:gd name="connsiteX3" fmla="*/ 1078174 w 1078174"/>
                <a:gd name="connsiteY3" fmla="*/ 0 h 1269242"/>
                <a:gd name="connsiteX4" fmla="*/ 887105 w 1078174"/>
                <a:gd name="connsiteY4" fmla="*/ 777923 h 1269242"/>
                <a:gd name="connsiteX5" fmla="*/ 723332 w 1078174"/>
                <a:gd name="connsiteY5" fmla="*/ 968991 h 1269242"/>
                <a:gd name="connsiteX6" fmla="*/ 341194 w 1078174"/>
                <a:gd name="connsiteY6" fmla="*/ 1241947 h 1269242"/>
                <a:gd name="connsiteX7" fmla="*/ 0 w 1078174"/>
                <a:gd name="connsiteY7" fmla="*/ 1269242 h 12692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78174" h="1269242">
                  <a:moveTo>
                    <a:pt x="0" y="1269242"/>
                  </a:moveTo>
                  <a:lnTo>
                    <a:pt x="464024" y="1064526"/>
                  </a:lnTo>
                  <a:lnTo>
                    <a:pt x="873457" y="614150"/>
                  </a:lnTo>
                  <a:lnTo>
                    <a:pt x="1078174" y="0"/>
                  </a:lnTo>
                  <a:lnTo>
                    <a:pt x="887105" y="777923"/>
                  </a:lnTo>
                  <a:lnTo>
                    <a:pt x="723332" y="968991"/>
                  </a:lnTo>
                  <a:lnTo>
                    <a:pt x="341194" y="1241947"/>
                  </a:lnTo>
                  <a:lnTo>
                    <a:pt x="0" y="1269242"/>
                  </a:lnTo>
                  <a:close/>
                </a:path>
              </a:pathLst>
            </a:custGeom>
            <a:solidFill>
              <a:schemeClr val="bg1">
                <a:alpha val="99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6" name="Freeform 105"/>
            <p:cNvSpPr/>
            <p:nvPr/>
          </p:nvSpPr>
          <p:spPr>
            <a:xfrm rot="10800000">
              <a:off x="2766391" y="5743989"/>
              <a:ext cx="82035" cy="96573"/>
            </a:xfrm>
            <a:custGeom>
              <a:avLst/>
              <a:gdLst>
                <a:gd name="connsiteX0" fmla="*/ 0 w 1078174"/>
                <a:gd name="connsiteY0" fmla="*/ 1269242 h 1269242"/>
                <a:gd name="connsiteX1" fmla="*/ 464024 w 1078174"/>
                <a:gd name="connsiteY1" fmla="*/ 1064526 h 1269242"/>
                <a:gd name="connsiteX2" fmla="*/ 873457 w 1078174"/>
                <a:gd name="connsiteY2" fmla="*/ 614150 h 1269242"/>
                <a:gd name="connsiteX3" fmla="*/ 1078174 w 1078174"/>
                <a:gd name="connsiteY3" fmla="*/ 0 h 1269242"/>
                <a:gd name="connsiteX4" fmla="*/ 887105 w 1078174"/>
                <a:gd name="connsiteY4" fmla="*/ 777923 h 1269242"/>
                <a:gd name="connsiteX5" fmla="*/ 723332 w 1078174"/>
                <a:gd name="connsiteY5" fmla="*/ 968991 h 1269242"/>
                <a:gd name="connsiteX6" fmla="*/ 341194 w 1078174"/>
                <a:gd name="connsiteY6" fmla="*/ 1241947 h 1269242"/>
                <a:gd name="connsiteX7" fmla="*/ 0 w 1078174"/>
                <a:gd name="connsiteY7" fmla="*/ 1269242 h 12692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78174" h="1269242">
                  <a:moveTo>
                    <a:pt x="0" y="1269242"/>
                  </a:moveTo>
                  <a:lnTo>
                    <a:pt x="464024" y="1064526"/>
                  </a:lnTo>
                  <a:lnTo>
                    <a:pt x="873457" y="614150"/>
                  </a:lnTo>
                  <a:lnTo>
                    <a:pt x="1078174" y="0"/>
                  </a:lnTo>
                  <a:lnTo>
                    <a:pt x="887105" y="777923"/>
                  </a:lnTo>
                  <a:lnTo>
                    <a:pt x="723332" y="968991"/>
                  </a:lnTo>
                  <a:lnTo>
                    <a:pt x="341194" y="1241947"/>
                  </a:lnTo>
                  <a:lnTo>
                    <a:pt x="0" y="1269242"/>
                  </a:lnTo>
                  <a:close/>
                </a:path>
              </a:pathLst>
            </a:custGeom>
            <a:solidFill>
              <a:schemeClr val="bg1">
                <a:alpha val="99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07" name="Group 106"/>
          <p:cNvGrpSpPr/>
          <p:nvPr/>
        </p:nvGrpSpPr>
        <p:grpSpPr>
          <a:xfrm>
            <a:off x="4648200" y="3200400"/>
            <a:ext cx="266700" cy="266700"/>
            <a:chOff x="2743200" y="5715000"/>
            <a:chExt cx="266700" cy="266700"/>
          </a:xfrm>
        </p:grpSpPr>
        <p:sp>
          <p:nvSpPr>
            <p:cNvPr id="108" name="Oval 107"/>
            <p:cNvSpPr/>
            <p:nvPr/>
          </p:nvSpPr>
          <p:spPr>
            <a:xfrm>
              <a:off x="2743200" y="5715000"/>
              <a:ext cx="266700" cy="266700"/>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9" name="Freeform 108"/>
            <p:cNvSpPr/>
            <p:nvPr/>
          </p:nvSpPr>
          <p:spPr>
            <a:xfrm>
              <a:off x="2895155" y="5849821"/>
              <a:ext cx="82035" cy="96573"/>
            </a:xfrm>
            <a:custGeom>
              <a:avLst/>
              <a:gdLst>
                <a:gd name="connsiteX0" fmla="*/ 0 w 1078174"/>
                <a:gd name="connsiteY0" fmla="*/ 1269242 h 1269242"/>
                <a:gd name="connsiteX1" fmla="*/ 464024 w 1078174"/>
                <a:gd name="connsiteY1" fmla="*/ 1064526 h 1269242"/>
                <a:gd name="connsiteX2" fmla="*/ 873457 w 1078174"/>
                <a:gd name="connsiteY2" fmla="*/ 614150 h 1269242"/>
                <a:gd name="connsiteX3" fmla="*/ 1078174 w 1078174"/>
                <a:gd name="connsiteY3" fmla="*/ 0 h 1269242"/>
                <a:gd name="connsiteX4" fmla="*/ 887105 w 1078174"/>
                <a:gd name="connsiteY4" fmla="*/ 777923 h 1269242"/>
                <a:gd name="connsiteX5" fmla="*/ 723332 w 1078174"/>
                <a:gd name="connsiteY5" fmla="*/ 968991 h 1269242"/>
                <a:gd name="connsiteX6" fmla="*/ 341194 w 1078174"/>
                <a:gd name="connsiteY6" fmla="*/ 1241947 h 1269242"/>
                <a:gd name="connsiteX7" fmla="*/ 0 w 1078174"/>
                <a:gd name="connsiteY7" fmla="*/ 1269242 h 12692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78174" h="1269242">
                  <a:moveTo>
                    <a:pt x="0" y="1269242"/>
                  </a:moveTo>
                  <a:lnTo>
                    <a:pt x="464024" y="1064526"/>
                  </a:lnTo>
                  <a:lnTo>
                    <a:pt x="873457" y="614150"/>
                  </a:lnTo>
                  <a:lnTo>
                    <a:pt x="1078174" y="0"/>
                  </a:lnTo>
                  <a:lnTo>
                    <a:pt x="887105" y="777923"/>
                  </a:lnTo>
                  <a:lnTo>
                    <a:pt x="723332" y="968991"/>
                  </a:lnTo>
                  <a:lnTo>
                    <a:pt x="341194" y="1241947"/>
                  </a:lnTo>
                  <a:lnTo>
                    <a:pt x="0" y="1269242"/>
                  </a:lnTo>
                  <a:close/>
                </a:path>
              </a:pathLst>
            </a:custGeom>
            <a:solidFill>
              <a:schemeClr val="bg1">
                <a:alpha val="99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0" name="Freeform 109"/>
            <p:cNvSpPr/>
            <p:nvPr/>
          </p:nvSpPr>
          <p:spPr>
            <a:xfrm rot="10800000">
              <a:off x="2766391" y="5743989"/>
              <a:ext cx="82035" cy="96573"/>
            </a:xfrm>
            <a:custGeom>
              <a:avLst/>
              <a:gdLst>
                <a:gd name="connsiteX0" fmla="*/ 0 w 1078174"/>
                <a:gd name="connsiteY0" fmla="*/ 1269242 h 1269242"/>
                <a:gd name="connsiteX1" fmla="*/ 464024 w 1078174"/>
                <a:gd name="connsiteY1" fmla="*/ 1064526 h 1269242"/>
                <a:gd name="connsiteX2" fmla="*/ 873457 w 1078174"/>
                <a:gd name="connsiteY2" fmla="*/ 614150 h 1269242"/>
                <a:gd name="connsiteX3" fmla="*/ 1078174 w 1078174"/>
                <a:gd name="connsiteY3" fmla="*/ 0 h 1269242"/>
                <a:gd name="connsiteX4" fmla="*/ 887105 w 1078174"/>
                <a:gd name="connsiteY4" fmla="*/ 777923 h 1269242"/>
                <a:gd name="connsiteX5" fmla="*/ 723332 w 1078174"/>
                <a:gd name="connsiteY5" fmla="*/ 968991 h 1269242"/>
                <a:gd name="connsiteX6" fmla="*/ 341194 w 1078174"/>
                <a:gd name="connsiteY6" fmla="*/ 1241947 h 1269242"/>
                <a:gd name="connsiteX7" fmla="*/ 0 w 1078174"/>
                <a:gd name="connsiteY7" fmla="*/ 1269242 h 12692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78174" h="1269242">
                  <a:moveTo>
                    <a:pt x="0" y="1269242"/>
                  </a:moveTo>
                  <a:lnTo>
                    <a:pt x="464024" y="1064526"/>
                  </a:lnTo>
                  <a:lnTo>
                    <a:pt x="873457" y="614150"/>
                  </a:lnTo>
                  <a:lnTo>
                    <a:pt x="1078174" y="0"/>
                  </a:lnTo>
                  <a:lnTo>
                    <a:pt x="887105" y="777923"/>
                  </a:lnTo>
                  <a:lnTo>
                    <a:pt x="723332" y="968991"/>
                  </a:lnTo>
                  <a:lnTo>
                    <a:pt x="341194" y="1241947"/>
                  </a:lnTo>
                  <a:lnTo>
                    <a:pt x="0" y="1269242"/>
                  </a:lnTo>
                  <a:close/>
                </a:path>
              </a:pathLst>
            </a:custGeom>
            <a:solidFill>
              <a:schemeClr val="bg1">
                <a:alpha val="99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11" name="Group 110"/>
          <p:cNvGrpSpPr/>
          <p:nvPr/>
        </p:nvGrpSpPr>
        <p:grpSpPr>
          <a:xfrm>
            <a:off x="8458200" y="3200400"/>
            <a:ext cx="266700" cy="266700"/>
            <a:chOff x="2743200" y="5715000"/>
            <a:chExt cx="266700" cy="266700"/>
          </a:xfrm>
        </p:grpSpPr>
        <p:sp>
          <p:nvSpPr>
            <p:cNvPr id="112" name="Oval 111"/>
            <p:cNvSpPr/>
            <p:nvPr/>
          </p:nvSpPr>
          <p:spPr>
            <a:xfrm>
              <a:off x="2743200" y="5715000"/>
              <a:ext cx="266700" cy="266700"/>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3" name="Freeform 112"/>
            <p:cNvSpPr/>
            <p:nvPr/>
          </p:nvSpPr>
          <p:spPr>
            <a:xfrm>
              <a:off x="2895155" y="5849821"/>
              <a:ext cx="82035" cy="96573"/>
            </a:xfrm>
            <a:custGeom>
              <a:avLst/>
              <a:gdLst>
                <a:gd name="connsiteX0" fmla="*/ 0 w 1078174"/>
                <a:gd name="connsiteY0" fmla="*/ 1269242 h 1269242"/>
                <a:gd name="connsiteX1" fmla="*/ 464024 w 1078174"/>
                <a:gd name="connsiteY1" fmla="*/ 1064526 h 1269242"/>
                <a:gd name="connsiteX2" fmla="*/ 873457 w 1078174"/>
                <a:gd name="connsiteY2" fmla="*/ 614150 h 1269242"/>
                <a:gd name="connsiteX3" fmla="*/ 1078174 w 1078174"/>
                <a:gd name="connsiteY3" fmla="*/ 0 h 1269242"/>
                <a:gd name="connsiteX4" fmla="*/ 887105 w 1078174"/>
                <a:gd name="connsiteY4" fmla="*/ 777923 h 1269242"/>
                <a:gd name="connsiteX5" fmla="*/ 723332 w 1078174"/>
                <a:gd name="connsiteY5" fmla="*/ 968991 h 1269242"/>
                <a:gd name="connsiteX6" fmla="*/ 341194 w 1078174"/>
                <a:gd name="connsiteY6" fmla="*/ 1241947 h 1269242"/>
                <a:gd name="connsiteX7" fmla="*/ 0 w 1078174"/>
                <a:gd name="connsiteY7" fmla="*/ 1269242 h 12692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78174" h="1269242">
                  <a:moveTo>
                    <a:pt x="0" y="1269242"/>
                  </a:moveTo>
                  <a:lnTo>
                    <a:pt x="464024" y="1064526"/>
                  </a:lnTo>
                  <a:lnTo>
                    <a:pt x="873457" y="614150"/>
                  </a:lnTo>
                  <a:lnTo>
                    <a:pt x="1078174" y="0"/>
                  </a:lnTo>
                  <a:lnTo>
                    <a:pt x="887105" y="777923"/>
                  </a:lnTo>
                  <a:lnTo>
                    <a:pt x="723332" y="968991"/>
                  </a:lnTo>
                  <a:lnTo>
                    <a:pt x="341194" y="1241947"/>
                  </a:lnTo>
                  <a:lnTo>
                    <a:pt x="0" y="1269242"/>
                  </a:lnTo>
                  <a:close/>
                </a:path>
              </a:pathLst>
            </a:custGeom>
            <a:solidFill>
              <a:schemeClr val="bg1">
                <a:alpha val="99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4" name="Freeform 113"/>
            <p:cNvSpPr/>
            <p:nvPr/>
          </p:nvSpPr>
          <p:spPr>
            <a:xfrm rot="10800000">
              <a:off x="2766391" y="5743989"/>
              <a:ext cx="82035" cy="96573"/>
            </a:xfrm>
            <a:custGeom>
              <a:avLst/>
              <a:gdLst>
                <a:gd name="connsiteX0" fmla="*/ 0 w 1078174"/>
                <a:gd name="connsiteY0" fmla="*/ 1269242 h 1269242"/>
                <a:gd name="connsiteX1" fmla="*/ 464024 w 1078174"/>
                <a:gd name="connsiteY1" fmla="*/ 1064526 h 1269242"/>
                <a:gd name="connsiteX2" fmla="*/ 873457 w 1078174"/>
                <a:gd name="connsiteY2" fmla="*/ 614150 h 1269242"/>
                <a:gd name="connsiteX3" fmla="*/ 1078174 w 1078174"/>
                <a:gd name="connsiteY3" fmla="*/ 0 h 1269242"/>
                <a:gd name="connsiteX4" fmla="*/ 887105 w 1078174"/>
                <a:gd name="connsiteY4" fmla="*/ 777923 h 1269242"/>
                <a:gd name="connsiteX5" fmla="*/ 723332 w 1078174"/>
                <a:gd name="connsiteY5" fmla="*/ 968991 h 1269242"/>
                <a:gd name="connsiteX6" fmla="*/ 341194 w 1078174"/>
                <a:gd name="connsiteY6" fmla="*/ 1241947 h 1269242"/>
                <a:gd name="connsiteX7" fmla="*/ 0 w 1078174"/>
                <a:gd name="connsiteY7" fmla="*/ 1269242 h 12692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78174" h="1269242">
                  <a:moveTo>
                    <a:pt x="0" y="1269242"/>
                  </a:moveTo>
                  <a:lnTo>
                    <a:pt x="464024" y="1064526"/>
                  </a:lnTo>
                  <a:lnTo>
                    <a:pt x="873457" y="614150"/>
                  </a:lnTo>
                  <a:lnTo>
                    <a:pt x="1078174" y="0"/>
                  </a:lnTo>
                  <a:lnTo>
                    <a:pt x="887105" y="777923"/>
                  </a:lnTo>
                  <a:lnTo>
                    <a:pt x="723332" y="968991"/>
                  </a:lnTo>
                  <a:lnTo>
                    <a:pt x="341194" y="1241947"/>
                  </a:lnTo>
                  <a:lnTo>
                    <a:pt x="0" y="1269242"/>
                  </a:lnTo>
                  <a:close/>
                </a:path>
              </a:pathLst>
            </a:custGeom>
            <a:solidFill>
              <a:schemeClr val="bg1">
                <a:alpha val="99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15" name="Group 114"/>
          <p:cNvGrpSpPr/>
          <p:nvPr/>
        </p:nvGrpSpPr>
        <p:grpSpPr>
          <a:xfrm>
            <a:off x="5334000" y="4648200"/>
            <a:ext cx="266700" cy="266700"/>
            <a:chOff x="2743200" y="5715000"/>
            <a:chExt cx="266700" cy="266700"/>
          </a:xfrm>
        </p:grpSpPr>
        <p:sp>
          <p:nvSpPr>
            <p:cNvPr id="116" name="Oval 115"/>
            <p:cNvSpPr/>
            <p:nvPr/>
          </p:nvSpPr>
          <p:spPr>
            <a:xfrm>
              <a:off x="2743200" y="5715000"/>
              <a:ext cx="266700" cy="266700"/>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7" name="Freeform 116"/>
            <p:cNvSpPr/>
            <p:nvPr/>
          </p:nvSpPr>
          <p:spPr>
            <a:xfrm>
              <a:off x="2895155" y="5849821"/>
              <a:ext cx="82035" cy="96573"/>
            </a:xfrm>
            <a:custGeom>
              <a:avLst/>
              <a:gdLst>
                <a:gd name="connsiteX0" fmla="*/ 0 w 1078174"/>
                <a:gd name="connsiteY0" fmla="*/ 1269242 h 1269242"/>
                <a:gd name="connsiteX1" fmla="*/ 464024 w 1078174"/>
                <a:gd name="connsiteY1" fmla="*/ 1064526 h 1269242"/>
                <a:gd name="connsiteX2" fmla="*/ 873457 w 1078174"/>
                <a:gd name="connsiteY2" fmla="*/ 614150 h 1269242"/>
                <a:gd name="connsiteX3" fmla="*/ 1078174 w 1078174"/>
                <a:gd name="connsiteY3" fmla="*/ 0 h 1269242"/>
                <a:gd name="connsiteX4" fmla="*/ 887105 w 1078174"/>
                <a:gd name="connsiteY4" fmla="*/ 777923 h 1269242"/>
                <a:gd name="connsiteX5" fmla="*/ 723332 w 1078174"/>
                <a:gd name="connsiteY5" fmla="*/ 968991 h 1269242"/>
                <a:gd name="connsiteX6" fmla="*/ 341194 w 1078174"/>
                <a:gd name="connsiteY6" fmla="*/ 1241947 h 1269242"/>
                <a:gd name="connsiteX7" fmla="*/ 0 w 1078174"/>
                <a:gd name="connsiteY7" fmla="*/ 1269242 h 12692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78174" h="1269242">
                  <a:moveTo>
                    <a:pt x="0" y="1269242"/>
                  </a:moveTo>
                  <a:lnTo>
                    <a:pt x="464024" y="1064526"/>
                  </a:lnTo>
                  <a:lnTo>
                    <a:pt x="873457" y="614150"/>
                  </a:lnTo>
                  <a:lnTo>
                    <a:pt x="1078174" y="0"/>
                  </a:lnTo>
                  <a:lnTo>
                    <a:pt x="887105" y="777923"/>
                  </a:lnTo>
                  <a:lnTo>
                    <a:pt x="723332" y="968991"/>
                  </a:lnTo>
                  <a:lnTo>
                    <a:pt x="341194" y="1241947"/>
                  </a:lnTo>
                  <a:lnTo>
                    <a:pt x="0" y="1269242"/>
                  </a:lnTo>
                  <a:close/>
                </a:path>
              </a:pathLst>
            </a:custGeom>
            <a:solidFill>
              <a:schemeClr val="bg1">
                <a:alpha val="99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8" name="Freeform 117"/>
            <p:cNvSpPr/>
            <p:nvPr/>
          </p:nvSpPr>
          <p:spPr>
            <a:xfrm rot="10800000">
              <a:off x="2766391" y="5743989"/>
              <a:ext cx="82035" cy="96573"/>
            </a:xfrm>
            <a:custGeom>
              <a:avLst/>
              <a:gdLst>
                <a:gd name="connsiteX0" fmla="*/ 0 w 1078174"/>
                <a:gd name="connsiteY0" fmla="*/ 1269242 h 1269242"/>
                <a:gd name="connsiteX1" fmla="*/ 464024 w 1078174"/>
                <a:gd name="connsiteY1" fmla="*/ 1064526 h 1269242"/>
                <a:gd name="connsiteX2" fmla="*/ 873457 w 1078174"/>
                <a:gd name="connsiteY2" fmla="*/ 614150 h 1269242"/>
                <a:gd name="connsiteX3" fmla="*/ 1078174 w 1078174"/>
                <a:gd name="connsiteY3" fmla="*/ 0 h 1269242"/>
                <a:gd name="connsiteX4" fmla="*/ 887105 w 1078174"/>
                <a:gd name="connsiteY4" fmla="*/ 777923 h 1269242"/>
                <a:gd name="connsiteX5" fmla="*/ 723332 w 1078174"/>
                <a:gd name="connsiteY5" fmla="*/ 968991 h 1269242"/>
                <a:gd name="connsiteX6" fmla="*/ 341194 w 1078174"/>
                <a:gd name="connsiteY6" fmla="*/ 1241947 h 1269242"/>
                <a:gd name="connsiteX7" fmla="*/ 0 w 1078174"/>
                <a:gd name="connsiteY7" fmla="*/ 1269242 h 12692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78174" h="1269242">
                  <a:moveTo>
                    <a:pt x="0" y="1269242"/>
                  </a:moveTo>
                  <a:lnTo>
                    <a:pt x="464024" y="1064526"/>
                  </a:lnTo>
                  <a:lnTo>
                    <a:pt x="873457" y="614150"/>
                  </a:lnTo>
                  <a:lnTo>
                    <a:pt x="1078174" y="0"/>
                  </a:lnTo>
                  <a:lnTo>
                    <a:pt x="887105" y="777923"/>
                  </a:lnTo>
                  <a:lnTo>
                    <a:pt x="723332" y="968991"/>
                  </a:lnTo>
                  <a:lnTo>
                    <a:pt x="341194" y="1241947"/>
                  </a:lnTo>
                  <a:lnTo>
                    <a:pt x="0" y="1269242"/>
                  </a:lnTo>
                  <a:close/>
                </a:path>
              </a:pathLst>
            </a:custGeom>
            <a:solidFill>
              <a:schemeClr val="bg1">
                <a:alpha val="99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19" name="Group 118"/>
          <p:cNvGrpSpPr/>
          <p:nvPr/>
        </p:nvGrpSpPr>
        <p:grpSpPr>
          <a:xfrm>
            <a:off x="8610600" y="4724400"/>
            <a:ext cx="266700" cy="266700"/>
            <a:chOff x="2743200" y="5715000"/>
            <a:chExt cx="266700" cy="266700"/>
          </a:xfrm>
        </p:grpSpPr>
        <p:sp>
          <p:nvSpPr>
            <p:cNvPr id="120" name="Oval 119"/>
            <p:cNvSpPr/>
            <p:nvPr/>
          </p:nvSpPr>
          <p:spPr>
            <a:xfrm>
              <a:off x="2743200" y="5715000"/>
              <a:ext cx="266700" cy="266700"/>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1" name="Freeform 120"/>
            <p:cNvSpPr/>
            <p:nvPr/>
          </p:nvSpPr>
          <p:spPr>
            <a:xfrm>
              <a:off x="2895155" y="5849821"/>
              <a:ext cx="82035" cy="96573"/>
            </a:xfrm>
            <a:custGeom>
              <a:avLst/>
              <a:gdLst>
                <a:gd name="connsiteX0" fmla="*/ 0 w 1078174"/>
                <a:gd name="connsiteY0" fmla="*/ 1269242 h 1269242"/>
                <a:gd name="connsiteX1" fmla="*/ 464024 w 1078174"/>
                <a:gd name="connsiteY1" fmla="*/ 1064526 h 1269242"/>
                <a:gd name="connsiteX2" fmla="*/ 873457 w 1078174"/>
                <a:gd name="connsiteY2" fmla="*/ 614150 h 1269242"/>
                <a:gd name="connsiteX3" fmla="*/ 1078174 w 1078174"/>
                <a:gd name="connsiteY3" fmla="*/ 0 h 1269242"/>
                <a:gd name="connsiteX4" fmla="*/ 887105 w 1078174"/>
                <a:gd name="connsiteY4" fmla="*/ 777923 h 1269242"/>
                <a:gd name="connsiteX5" fmla="*/ 723332 w 1078174"/>
                <a:gd name="connsiteY5" fmla="*/ 968991 h 1269242"/>
                <a:gd name="connsiteX6" fmla="*/ 341194 w 1078174"/>
                <a:gd name="connsiteY6" fmla="*/ 1241947 h 1269242"/>
                <a:gd name="connsiteX7" fmla="*/ 0 w 1078174"/>
                <a:gd name="connsiteY7" fmla="*/ 1269242 h 12692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78174" h="1269242">
                  <a:moveTo>
                    <a:pt x="0" y="1269242"/>
                  </a:moveTo>
                  <a:lnTo>
                    <a:pt x="464024" y="1064526"/>
                  </a:lnTo>
                  <a:lnTo>
                    <a:pt x="873457" y="614150"/>
                  </a:lnTo>
                  <a:lnTo>
                    <a:pt x="1078174" y="0"/>
                  </a:lnTo>
                  <a:lnTo>
                    <a:pt x="887105" y="777923"/>
                  </a:lnTo>
                  <a:lnTo>
                    <a:pt x="723332" y="968991"/>
                  </a:lnTo>
                  <a:lnTo>
                    <a:pt x="341194" y="1241947"/>
                  </a:lnTo>
                  <a:lnTo>
                    <a:pt x="0" y="1269242"/>
                  </a:lnTo>
                  <a:close/>
                </a:path>
              </a:pathLst>
            </a:custGeom>
            <a:solidFill>
              <a:schemeClr val="bg1">
                <a:alpha val="99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2" name="Freeform 121"/>
            <p:cNvSpPr/>
            <p:nvPr/>
          </p:nvSpPr>
          <p:spPr>
            <a:xfrm rot="10800000">
              <a:off x="2766391" y="5743989"/>
              <a:ext cx="82035" cy="96573"/>
            </a:xfrm>
            <a:custGeom>
              <a:avLst/>
              <a:gdLst>
                <a:gd name="connsiteX0" fmla="*/ 0 w 1078174"/>
                <a:gd name="connsiteY0" fmla="*/ 1269242 h 1269242"/>
                <a:gd name="connsiteX1" fmla="*/ 464024 w 1078174"/>
                <a:gd name="connsiteY1" fmla="*/ 1064526 h 1269242"/>
                <a:gd name="connsiteX2" fmla="*/ 873457 w 1078174"/>
                <a:gd name="connsiteY2" fmla="*/ 614150 h 1269242"/>
                <a:gd name="connsiteX3" fmla="*/ 1078174 w 1078174"/>
                <a:gd name="connsiteY3" fmla="*/ 0 h 1269242"/>
                <a:gd name="connsiteX4" fmla="*/ 887105 w 1078174"/>
                <a:gd name="connsiteY4" fmla="*/ 777923 h 1269242"/>
                <a:gd name="connsiteX5" fmla="*/ 723332 w 1078174"/>
                <a:gd name="connsiteY5" fmla="*/ 968991 h 1269242"/>
                <a:gd name="connsiteX6" fmla="*/ 341194 w 1078174"/>
                <a:gd name="connsiteY6" fmla="*/ 1241947 h 1269242"/>
                <a:gd name="connsiteX7" fmla="*/ 0 w 1078174"/>
                <a:gd name="connsiteY7" fmla="*/ 1269242 h 12692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78174" h="1269242">
                  <a:moveTo>
                    <a:pt x="0" y="1269242"/>
                  </a:moveTo>
                  <a:lnTo>
                    <a:pt x="464024" y="1064526"/>
                  </a:lnTo>
                  <a:lnTo>
                    <a:pt x="873457" y="614150"/>
                  </a:lnTo>
                  <a:lnTo>
                    <a:pt x="1078174" y="0"/>
                  </a:lnTo>
                  <a:lnTo>
                    <a:pt x="887105" y="777923"/>
                  </a:lnTo>
                  <a:lnTo>
                    <a:pt x="723332" y="968991"/>
                  </a:lnTo>
                  <a:lnTo>
                    <a:pt x="341194" y="1241947"/>
                  </a:lnTo>
                  <a:lnTo>
                    <a:pt x="0" y="1269242"/>
                  </a:lnTo>
                  <a:close/>
                </a:path>
              </a:pathLst>
            </a:custGeom>
            <a:solidFill>
              <a:schemeClr val="bg1">
                <a:alpha val="99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8" name="Rectangle 2"/>
          <p:cNvSpPr>
            <a:spLocks noGrp="1" noChangeArrowheads="1"/>
          </p:cNvSpPr>
          <p:nvPr>
            <p:ph type="title"/>
          </p:nvPr>
        </p:nvSpPr>
        <p:spPr/>
        <p:txBody>
          <a:bodyPr/>
          <a:lstStyle/>
          <a:p>
            <a:pPr eaLnBrk="1" hangingPunct="1"/>
            <a:r>
              <a:rPr lang="en-US"/>
              <a:t>Probabilities: </a:t>
            </a:r>
          </a:p>
        </p:txBody>
      </p:sp>
      <p:sp>
        <p:nvSpPr>
          <p:cNvPr id="19459" name="Rectangle 3"/>
          <p:cNvSpPr>
            <a:spLocks noGrp="1" noChangeArrowheads="1"/>
          </p:cNvSpPr>
          <p:nvPr>
            <p:ph type="body" idx="1"/>
          </p:nvPr>
        </p:nvSpPr>
        <p:spPr/>
        <p:txBody>
          <a:bodyPr/>
          <a:lstStyle/>
          <a:p>
            <a:pPr eaLnBrk="1" hangingPunct="1"/>
            <a:r>
              <a:rPr lang="en-US"/>
              <a:t>Two boxes:</a:t>
            </a:r>
          </a:p>
          <a:p>
            <a:pPr lvl="1" eaLnBrk="1" hangingPunct="1"/>
            <a:r>
              <a:rPr lang="en-US"/>
              <a:t>One particle on left:  		½</a:t>
            </a:r>
          </a:p>
          <a:p>
            <a:pPr lvl="1" eaLnBrk="1" hangingPunct="1"/>
            <a:r>
              <a:rPr lang="en-US"/>
              <a:t>Two particles on left:		¼</a:t>
            </a:r>
          </a:p>
          <a:p>
            <a:pPr lvl="1" eaLnBrk="1" hangingPunct="1"/>
            <a:endParaRPr lang="en-US"/>
          </a:p>
          <a:p>
            <a:pPr lvl="1" eaLnBrk="1" hangingPunct="1"/>
            <a:r>
              <a:rPr lang="en-US"/>
              <a:t>50 particles on left:   1/1125899906842624</a:t>
            </a:r>
          </a:p>
          <a:p>
            <a:pPr eaLnBrk="1" hangingPunct="1"/>
            <a:r>
              <a:rPr lang="en-US"/>
              <a:t>Two boxes, 100 particles, 50 slowest on one side, 50 fastest on the other</a:t>
            </a:r>
          </a:p>
          <a:p>
            <a:pPr lvl="1" eaLnBrk="1" hangingPunct="1"/>
            <a:r>
              <a:rPr lang="en-US"/>
              <a:t>        1/1267650600228229401496703205376</a:t>
            </a:r>
          </a:p>
        </p:txBody>
      </p:sp>
    </p:spTree>
    <p:extLst>
      <p:ext uri="{BB962C8B-B14F-4D97-AF65-F5344CB8AC3E}">
        <p14:creationId xmlns:p14="http://schemas.microsoft.com/office/powerpoint/2010/main" val="240910352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Online Media 1" title="The Smile">
            <a:hlinkClick r:id="" action="ppaction://media"/>
            <a:extLst>
              <a:ext uri="{FF2B5EF4-FFF2-40B4-BE49-F238E27FC236}">
                <a16:creationId xmlns:a16="http://schemas.microsoft.com/office/drawing/2014/main" id="{2651AD7B-09AD-93F6-D1AD-005542C6EEE4}"/>
              </a:ext>
            </a:extLst>
          </p:cNvPr>
          <p:cNvPicPr>
            <a:picLocks noRot="1" noChangeAspect="1"/>
          </p:cNvPicPr>
          <p:nvPr>
            <a:videoFile r:link="rId1"/>
          </p:nvPr>
        </p:nvPicPr>
        <p:blipFill>
          <a:blip r:embed="rId3"/>
          <a:stretch>
            <a:fillRect/>
          </a:stretch>
        </p:blipFill>
        <p:spPr>
          <a:xfrm>
            <a:off x="1524000" y="0"/>
            <a:ext cx="9144000" cy="6858000"/>
          </a:xfrm>
          <a:prstGeom prst="rect">
            <a:avLst/>
          </a:prstGeom>
        </p:spPr>
      </p:pic>
    </p:spTree>
    <p:extLst>
      <p:ext uri="{BB962C8B-B14F-4D97-AF65-F5344CB8AC3E}">
        <p14:creationId xmlns:p14="http://schemas.microsoft.com/office/powerpoint/2010/main" val="337897335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 fill="hold"/>
                                        <p:tgtEl>
                                          <p:spTgt spid="2"/>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2"/>
                </p:tgtEl>
              </p:cMediaNode>
            </p:video>
            <p:seq concurrent="1" nextAc="seek">
              <p:cTn id="8" restart="whenNotActive" fill="hold" evtFilter="cancelBubble" nodeType="interactiveSeq">
                <p:stCondLst>
                  <p:cond evt="onClick" delay="0">
                    <p:tgtEl>
                      <p:spTgt spid="2"/>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2"/>
                                        </p:tgtEl>
                                      </p:cBhvr>
                                    </p:cmd>
                                  </p:childTnLst>
                                </p:cTn>
                              </p:par>
                            </p:childTnLst>
                          </p:cTn>
                        </p:par>
                      </p:childTnLst>
                    </p:cTn>
                  </p:par>
                </p:childTnLst>
              </p:cTn>
              <p:nextCondLst>
                <p:cond evt="onClick" delay="0">
                  <p:tgtEl>
                    <p:spTgt spid="2"/>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Question 123.16.2</a:t>
            </a:r>
          </a:p>
        </p:txBody>
      </p:sp>
      <p:sp>
        <p:nvSpPr>
          <p:cNvPr id="3" name="Content Placeholder 2"/>
          <p:cNvSpPr>
            <a:spLocks noGrp="1"/>
          </p:cNvSpPr>
          <p:nvPr>
            <p:ph idx="1"/>
          </p:nvPr>
        </p:nvSpPr>
        <p:spPr/>
        <p:txBody>
          <a:bodyPr/>
          <a:lstStyle/>
          <a:p>
            <a:pPr>
              <a:buNone/>
            </a:pPr>
            <a:r>
              <a:rPr lang="en-US" dirty="0"/>
              <a:t>In thermodynamics, we have several state variables. Combined with the Ideal Gas Law we have  </a:t>
            </a:r>
            <a:r>
              <a:rPr lang="en-US" dirty="0">
                <a:sym typeface="Symbol"/>
              </a:rPr>
              <a:t></a:t>
            </a:r>
            <a:r>
              <a:rPr lang="en-US" dirty="0" err="1">
                <a:sym typeface="Symbol"/>
              </a:rPr>
              <a:t>E</a:t>
            </a:r>
            <a:r>
              <a:rPr lang="en-US" baseline="-25000" dirty="0" err="1">
                <a:sym typeface="Symbol"/>
              </a:rPr>
              <a:t>in</a:t>
            </a:r>
            <a:r>
              <a:rPr lang="en-US" dirty="0" err="1">
                <a:sym typeface="Symbol"/>
              </a:rPr>
              <a:t>t</a:t>
            </a:r>
            <a:r>
              <a:rPr lang="en-US" dirty="0">
                <a:sym typeface="Symbol"/>
              </a:rPr>
              <a:t>, P, V, n, and  T. There is one more we are studying, it is</a:t>
            </a:r>
            <a:endParaRPr lang="en-US" dirty="0"/>
          </a:p>
          <a:p>
            <a:pPr marL="514350" indent="-514350">
              <a:buFont typeface="+mj-lt"/>
              <a:buAutoNum type="alphaLcParenR"/>
            </a:pPr>
            <a:r>
              <a:rPr lang="en-US" dirty="0"/>
              <a:t>R</a:t>
            </a:r>
          </a:p>
          <a:p>
            <a:pPr marL="514350" indent="-514350">
              <a:buFont typeface="+mj-lt"/>
              <a:buAutoNum type="alphaLcParenR"/>
            </a:pPr>
            <a:r>
              <a:rPr lang="en-US" dirty="0">
                <a:sym typeface="Symbol"/>
              </a:rPr>
              <a:t>S</a:t>
            </a:r>
          </a:p>
          <a:p>
            <a:pPr marL="514350" indent="-514350">
              <a:buFont typeface="+mj-lt"/>
              <a:buAutoNum type="alphaLcParenR"/>
            </a:pPr>
            <a:r>
              <a:rPr lang="en-US" dirty="0" err="1">
                <a:sym typeface="Symbol"/>
              </a:rPr>
              <a:t>C</a:t>
            </a:r>
            <a:r>
              <a:rPr lang="en-US" baseline="-25000" dirty="0" err="1">
                <a:sym typeface="Symbol"/>
              </a:rPr>
              <a:t>v</a:t>
            </a:r>
            <a:endParaRPr lang="en-US" baseline="-25000" dirty="0">
              <a:sym typeface="Symbol"/>
            </a:endParaRPr>
          </a:p>
          <a:p>
            <a:pPr marL="514350" indent="-514350">
              <a:buFont typeface="+mj-lt"/>
              <a:buAutoNum type="alphaLcParenR"/>
            </a:pPr>
            <a:r>
              <a:rPr lang="en-US" dirty="0">
                <a:sym typeface="Symbol"/>
              </a:rPr>
              <a:t>C</a:t>
            </a:r>
            <a:r>
              <a:rPr lang="en-US" baseline="-25000" dirty="0">
                <a:sym typeface="Symbol"/>
              </a:rPr>
              <a:t>p</a:t>
            </a:r>
            <a:endParaRPr lang="en-US" baseline="-25000" dirty="0"/>
          </a:p>
        </p:txBody>
      </p:sp>
      <p:sp>
        <p:nvSpPr>
          <p:cNvPr id="4" name="Slide Number Placeholder 3"/>
          <p:cNvSpPr>
            <a:spLocks noGrp="1"/>
          </p:cNvSpPr>
          <p:nvPr>
            <p:ph type="sldNum" sz="quarter" idx="12"/>
          </p:nvPr>
        </p:nvSpPr>
        <p:spPr/>
        <p:txBody>
          <a:bodyPr/>
          <a:lstStyle/>
          <a:p>
            <a:pPr>
              <a:defRPr/>
            </a:pPr>
            <a:fld id="{4E87D1FB-7ED3-4D53-B026-4508F19EE3B8}" type="slidenum">
              <a:rPr lang="en-US" smtClean="0"/>
              <a:pPr>
                <a:defRPr/>
              </a:pPr>
              <a:t>12</a:t>
            </a:fld>
            <a:endParaRPr lang="en-US"/>
          </a:p>
        </p:txBody>
      </p:sp>
    </p:spTree>
    <p:extLst>
      <p:ext uri="{BB962C8B-B14F-4D97-AF65-F5344CB8AC3E}">
        <p14:creationId xmlns:p14="http://schemas.microsoft.com/office/powerpoint/2010/main" val="88554855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6" name="Rectangle 2"/>
          <p:cNvSpPr>
            <a:spLocks noGrp="1" noChangeArrowheads="1"/>
          </p:cNvSpPr>
          <p:nvPr>
            <p:ph type="title"/>
          </p:nvPr>
        </p:nvSpPr>
        <p:spPr>
          <a:xfrm>
            <a:off x="2755901" y="0"/>
            <a:ext cx="7623175" cy="1143000"/>
          </a:xfrm>
        </p:spPr>
        <p:txBody>
          <a:bodyPr/>
          <a:lstStyle/>
          <a:p>
            <a:pPr eaLnBrk="1" hangingPunct="1"/>
            <a:r>
              <a:rPr lang="en-US" sz="3200"/>
              <a:t>Entropy, Molecule Example Extended</a:t>
            </a:r>
          </a:p>
        </p:txBody>
      </p:sp>
      <p:sp>
        <p:nvSpPr>
          <p:cNvPr id="21507" name="Rectangle 3"/>
          <p:cNvSpPr>
            <a:spLocks noGrp="1" noChangeArrowheads="1"/>
          </p:cNvSpPr>
          <p:nvPr>
            <p:ph type="body" idx="1"/>
          </p:nvPr>
        </p:nvSpPr>
        <p:spPr/>
        <p:txBody>
          <a:bodyPr/>
          <a:lstStyle/>
          <a:p>
            <a:pPr eaLnBrk="1" hangingPunct="1"/>
            <a:r>
              <a:rPr lang="en-US"/>
              <a:t>Consider 100 molecules in the container</a:t>
            </a:r>
          </a:p>
          <a:p>
            <a:pPr eaLnBrk="1" hangingPunct="1"/>
            <a:r>
              <a:rPr lang="en-US"/>
              <a:t>The probability of separating 50 fast molecules on one side and 50 slow molecules on the other side is (½)</a:t>
            </a:r>
            <a:r>
              <a:rPr lang="en-US" baseline="30000"/>
              <a:t>100</a:t>
            </a:r>
            <a:endParaRPr lang="en-US"/>
          </a:p>
          <a:p>
            <a:pPr eaLnBrk="1" hangingPunct="1"/>
            <a:r>
              <a:rPr lang="en-US"/>
              <a:t>If we have one mole of gas, this is found to be extremely improbable</a:t>
            </a:r>
          </a:p>
        </p:txBody>
      </p:sp>
    </p:spTree>
    <p:extLst>
      <p:ext uri="{BB962C8B-B14F-4D97-AF65-F5344CB8AC3E}">
        <p14:creationId xmlns:p14="http://schemas.microsoft.com/office/powerpoint/2010/main" val="35292778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Rectangle 2"/>
          <p:cNvSpPr>
            <a:spLocks noGrp="1" noChangeArrowheads="1"/>
          </p:cNvSpPr>
          <p:nvPr>
            <p:ph type="title"/>
          </p:nvPr>
        </p:nvSpPr>
        <p:spPr/>
        <p:txBody>
          <a:bodyPr/>
          <a:lstStyle/>
          <a:p>
            <a:pPr eaLnBrk="1" hangingPunct="1"/>
            <a:r>
              <a:rPr lang="en-US" sz="3200"/>
              <a:t>Adiabatic Free Expansion Again</a:t>
            </a:r>
          </a:p>
        </p:txBody>
      </p:sp>
      <p:grpSp>
        <p:nvGrpSpPr>
          <p:cNvPr id="2" name="Group 3"/>
          <p:cNvGrpSpPr>
            <a:grpSpLocks/>
          </p:cNvGrpSpPr>
          <p:nvPr/>
        </p:nvGrpSpPr>
        <p:grpSpPr bwMode="auto">
          <a:xfrm>
            <a:off x="3848100" y="2147888"/>
            <a:ext cx="4419600" cy="3300412"/>
            <a:chOff x="1464" y="1353"/>
            <a:chExt cx="2784" cy="2079"/>
          </a:xfrm>
        </p:grpSpPr>
        <p:sp>
          <p:nvSpPr>
            <p:cNvPr id="20484" name="Rectangle 4"/>
            <p:cNvSpPr>
              <a:spLocks noChangeArrowheads="1"/>
            </p:cNvSpPr>
            <p:nvPr/>
          </p:nvSpPr>
          <p:spPr bwMode="auto">
            <a:xfrm>
              <a:off x="1470" y="1353"/>
              <a:ext cx="1383" cy="2074"/>
            </a:xfrm>
            <a:prstGeom prst="rect">
              <a:avLst/>
            </a:prstGeom>
            <a:solidFill>
              <a:schemeClr val="accent1"/>
            </a:solidFill>
            <a:ln w="9525" algn="ctr">
              <a:noFill/>
              <a:miter lim="800000"/>
              <a:headEnd/>
              <a:tailEnd/>
            </a:ln>
          </p:spPr>
          <p:txBody>
            <a:bodyPr wrap="none" anchor="ctr"/>
            <a:lstStyle/>
            <a:p>
              <a:pPr algn="l"/>
              <a:r>
                <a:rPr lang="en-US"/>
                <a:t>               V</a:t>
              </a:r>
              <a:r>
                <a:rPr lang="en-US" baseline="-25000"/>
                <a:t>i</a:t>
              </a:r>
            </a:p>
          </p:txBody>
        </p:sp>
        <p:sp>
          <p:nvSpPr>
            <p:cNvPr id="20485" name="Rectangle 5"/>
            <p:cNvSpPr>
              <a:spLocks noChangeArrowheads="1"/>
            </p:cNvSpPr>
            <p:nvPr/>
          </p:nvSpPr>
          <p:spPr bwMode="auto">
            <a:xfrm rot="-5400000">
              <a:off x="1824" y="1008"/>
              <a:ext cx="2064" cy="2784"/>
            </a:xfrm>
            <a:prstGeom prst="rect">
              <a:avLst/>
            </a:prstGeom>
            <a:noFill/>
            <a:ln w="76200" algn="ctr">
              <a:solidFill>
                <a:srgbClr val="FFFF00"/>
              </a:solidFill>
              <a:miter lim="800000"/>
              <a:headEnd/>
              <a:tailEnd/>
            </a:ln>
          </p:spPr>
          <p:txBody>
            <a:bodyPr wrap="none" anchor="ctr"/>
            <a:lstStyle/>
            <a:p>
              <a:endParaRPr lang="en-US"/>
            </a:p>
          </p:txBody>
        </p:sp>
        <p:sp>
          <p:nvSpPr>
            <p:cNvPr id="20486" name="Line 6"/>
            <p:cNvSpPr>
              <a:spLocks noChangeShapeType="1"/>
            </p:cNvSpPr>
            <p:nvPr/>
          </p:nvSpPr>
          <p:spPr bwMode="auto">
            <a:xfrm rot="-5400000">
              <a:off x="1824" y="2400"/>
              <a:ext cx="2064" cy="0"/>
            </a:xfrm>
            <a:prstGeom prst="line">
              <a:avLst/>
            </a:prstGeom>
            <a:noFill/>
            <a:ln w="9525">
              <a:solidFill>
                <a:srgbClr val="FF0000"/>
              </a:solidFill>
              <a:miter lim="800000"/>
              <a:headEnd/>
              <a:tailEnd/>
            </a:ln>
          </p:spPr>
          <p:txBody>
            <a:bodyPr wrap="none" anchor="ctr"/>
            <a:lstStyle/>
            <a:p>
              <a:endParaRPr lang="en-US"/>
            </a:p>
          </p:txBody>
        </p:sp>
        <p:sp>
          <p:nvSpPr>
            <p:cNvPr id="20487" name="Text Box 7"/>
            <p:cNvSpPr txBox="1">
              <a:spLocks noChangeArrowheads="1"/>
            </p:cNvSpPr>
            <p:nvPr/>
          </p:nvSpPr>
          <p:spPr bwMode="auto">
            <a:xfrm>
              <a:off x="3211" y="2241"/>
              <a:ext cx="644" cy="231"/>
            </a:xfrm>
            <a:prstGeom prst="rect">
              <a:avLst/>
            </a:prstGeom>
            <a:noFill/>
            <a:ln w="9525" algn="ctr">
              <a:noFill/>
              <a:miter lim="800000"/>
              <a:headEnd/>
              <a:tailEnd/>
            </a:ln>
          </p:spPr>
          <p:txBody>
            <a:bodyPr wrap="none">
              <a:spAutoFit/>
            </a:bodyPr>
            <a:lstStyle/>
            <a:p>
              <a:r>
                <a:rPr lang="en-US"/>
                <a:t>Vacuum</a:t>
              </a:r>
            </a:p>
          </p:txBody>
        </p:sp>
      </p:grpSp>
    </p:spTree>
    <p:extLst>
      <p:ext uri="{BB962C8B-B14F-4D97-AF65-F5344CB8AC3E}">
        <p14:creationId xmlns:p14="http://schemas.microsoft.com/office/powerpoint/2010/main" val="183612950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7" name="Rectangle 2"/>
          <p:cNvSpPr>
            <a:spLocks noGrp="1" noChangeArrowheads="1"/>
          </p:cNvSpPr>
          <p:nvPr>
            <p:ph type="title"/>
          </p:nvPr>
        </p:nvSpPr>
        <p:spPr/>
        <p:txBody>
          <a:bodyPr/>
          <a:lstStyle/>
          <a:p>
            <a:pPr eaLnBrk="1" hangingPunct="1"/>
            <a:r>
              <a:rPr lang="en-US"/>
              <a:t>Entropy and Heat</a:t>
            </a:r>
          </a:p>
        </p:txBody>
      </p:sp>
      <p:sp>
        <p:nvSpPr>
          <p:cNvPr id="1028" name="Rectangle 3"/>
          <p:cNvSpPr>
            <a:spLocks noGrp="1" noChangeArrowheads="1"/>
          </p:cNvSpPr>
          <p:nvPr>
            <p:ph type="body" idx="1"/>
          </p:nvPr>
        </p:nvSpPr>
        <p:spPr>
          <a:xfrm>
            <a:off x="2209800" y="1265238"/>
            <a:ext cx="7772400" cy="4572000"/>
          </a:xfrm>
        </p:spPr>
        <p:txBody>
          <a:bodyPr/>
          <a:lstStyle/>
          <a:p>
            <a:pPr eaLnBrk="1" hangingPunct="1"/>
            <a:r>
              <a:rPr lang="en-US"/>
              <a:t>The original formulation of entropy dealt with the transfer of energy by heat in a reversible process</a:t>
            </a:r>
          </a:p>
          <a:p>
            <a:pPr eaLnBrk="1" hangingPunct="1"/>
            <a:r>
              <a:rPr lang="en-US"/>
              <a:t>Let </a:t>
            </a:r>
            <a:r>
              <a:rPr lang="en-US" i="1"/>
              <a:t>dQ</a:t>
            </a:r>
            <a:r>
              <a:rPr lang="en-US" i="1" baseline="-25000"/>
              <a:t>r</a:t>
            </a:r>
            <a:r>
              <a:rPr lang="en-US"/>
              <a:t> be the amount of energy transferred by heat when a system follows a reversible path</a:t>
            </a:r>
          </a:p>
          <a:p>
            <a:pPr eaLnBrk="1" hangingPunct="1"/>
            <a:r>
              <a:rPr lang="en-US"/>
              <a:t>The change in entropy, </a:t>
            </a:r>
            <a:r>
              <a:rPr lang="en-US">
                <a:latin typeface="Symbol" pitchFamily="18" charset="2"/>
              </a:rPr>
              <a:t>D</a:t>
            </a:r>
            <a:r>
              <a:rPr lang="en-US" i="1"/>
              <a:t>S</a:t>
            </a:r>
            <a:r>
              <a:rPr lang="en-US"/>
              <a:t> is </a:t>
            </a:r>
          </a:p>
          <a:p>
            <a:pPr eaLnBrk="1" hangingPunct="1"/>
            <a:endParaRPr lang="en-US"/>
          </a:p>
          <a:p>
            <a:pPr eaLnBrk="1" hangingPunct="1"/>
            <a:endParaRPr lang="en-US"/>
          </a:p>
        </p:txBody>
      </p:sp>
      <p:graphicFrame>
        <p:nvGraphicFramePr>
          <p:cNvPr id="1026" name="Object 4"/>
          <p:cNvGraphicFramePr>
            <a:graphicFrameLocks noChangeAspect="1"/>
          </p:cNvGraphicFramePr>
          <p:nvPr/>
        </p:nvGraphicFramePr>
        <p:xfrm>
          <a:off x="4908550" y="5035550"/>
          <a:ext cx="1676400" cy="1017588"/>
        </p:xfrm>
        <a:graphic>
          <a:graphicData uri="http://schemas.openxmlformats.org/presentationml/2006/ole">
            <mc:AlternateContent xmlns:mc="http://schemas.openxmlformats.org/markup-compatibility/2006">
              <mc:Choice xmlns:v="urn:schemas-microsoft-com:vml" Requires="v">
                <p:oleObj name="Equation" r:id="rId2" imgW="647640" imgH="393480" progId="Equation.DSMT4">
                  <p:embed/>
                </p:oleObj>
              </mc:Choice>
              <mc:Fallback>
                <p:oleObj name="Equation" r:id="rId2" imgW="647640" imgH="393480" progId="Equation.DSMT4">
                  <p:embed/>
                  <p:pic>
                    <p:nvPicPr>
                      <p:cNvPr id="1026" name="Object 4"/>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908550" y="5035550"/>
                        <a:ext cx="1676400" cy="1017588"/>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Tree>
    <p:extLst>
      <p:ext uri="{BB962C8B-B14F-4D97-AF65-F5344CB8AC3E}">
        <p14:creationId xmlns:p14="http://schemas.microsoft.com/office/powerpoint/2010/main" val="225303496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530" name="Rectangle 2"/>
          <p:cNvSpPr>
            <a:spLocks noGrp="1" noChangeArrowheads="1"/>
          </p:cNvSpPr>
          <p:nvPr>
            <p:ph type="title"/>
          </p:nvPr>
        </p:nvSpPr>
        <p:spPr/>
        <p:txBody>
          <a:bodyPr/>
          <a:lstStyle/>
          <a:p>
            <a:pPr eaLnBrk="1" hangingPunct="1"/>
            <a:r>
              <a:rPr lang="en-US"/>
              <a:t>Entropy and Heat, cont</a:t>
            </a:r>
          </a:p>
        </p:txBody>
      </p:sp>
      <p:sp>
        <p:nvSpPr>
          <p:cNvPr id="22531" name="Rectangle 3"/>
          <p:cNvSpPr>
            <a:spLocks noGrp="1" noChangeArrowheads="1"/>
          </p:cNvSpPr>
          <p:nvPr>
            <p:ph type="body" idx="1"/>
          </p:nvPr>
        </p:nvSpPr>
        <p:spPr/>
        <p:txBody>
          <a:bodyPr/>
          <a:lstStyle/>
          <a:p>
            <a:pPr eaLnBrk="1" hangingPunct="1"/>
            <a:r>
              <a:rPr lang="en-US"/>
              <a:t>The change in entropy depends only on the endpoints and is independent of the path followed</a:t>
            </a:r>
          </a:p>
          <a:p>
            <a:pPr eaLnBrk="1" hangingPunct="1"/>
            <a:r>
              <a:rPr lang="en-US"/>
              <a:t>The entropy change for an irreversible process can be determined by calculating the change in entropy for a reversible process that connects the same initial and final points</a:t>
            </a:r>
          </a:p>
          <a:p>
            <a:pPr eaLnBrk="1" hangingPunct="1"/>
            <a:endParaRPr lang="en-US"/>
          </a:p>
        </p:txBody>
      </p:sp>
    </p:spTree>
    <p:extLst>
      <p:ext uri="{BB962C8B-B14F-4D97-AF65-F5344CB8AC3E}">
        <p14:creationId xmlns:p14="http://schemas.microsoft.com/office/powerpoint/2010/main" val="100480003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51" name="Rectangle 2"/>
          <p:cNvSpPr>
            <a:spLocks noGrp="1" noChangeArrowheads="1"/>
          </p:cNvSpPr>
          <p:nvPr>
            <p:ph type="title"/>
          </p:nvPr>
        </p:nvSpPr>
        <p:spPr/>
        <p:txBody>
          <a:bodyPr/>
          <a:lstStyle/>
          <a:p>
            <a:pPr eaLnBrk="1" hangingPunct="1"/>
            <a:r>
              <a:rPr lang="en-US"/>
              <a:t>More About Change in Entropy</a:t>
            </a:r>
          </a:p>
        </p:txBody>
      </p:sp>
      <p:sp>
        <p:nvSpPr>
          <p:cNvPr id="2052" name="Rectangle 3"/>
          <p:cNvSpPr>
            <a:spLocks noGrp="1" noChangeArrowheads="1"/>
          </p:cNvSpPr>
          <p:nvPr>
            <p:ph type="body" idx="1"/>
          </p:nvPr>
        </p:nvSpPr>
        <p:spPr/>
        <p:txBody>
          <a:bodyPr/>
          <a:lstStyle/>
          <a:p>
            <a:pPr eaLnBrk="1" hangingPunct="1"/>
            <a:r>
              <a:rPr lang="en-US" i="1" dirty="0" err="1"/>
              <a:t>dQ</a:t>
            </a:r>
            <a:r>
              <a:rPr lang="en-US" i="1" baseline="-25000" dirty="0" err="1"/>
              <a:t>r</a:t>
            </a:r>
            <a:r>
              <a:rPr lang="en-US" dirty="0"/>
              <a:t> is measured along a reversible path, even if the system may have followed an irreversible path</a:t>
            </a:r>
          </a:p>
          <a:p>
            <a:pPr eaLnBrk="1" hangingPunct="1"/>
            <a:r>
              <a:rPr lang="en-US" dirty="0"/>
              <a:t>The meaningful quantity is the </a:t>
            </a:r>
            <a:r>
              <a:rPr lang="en-US" i="1" dirty="0"/>
              <a:t>change</a:t>
            </a:r>
            <a:r>
              <a:rPr lang="en-US" dirty="0"/>
              <a:t> in entropy and not the entropy itself</a:t>
            </a:r>
          </a:p>
          <a:p>
            <a:pPr eaLnBrk="1" hangingPunct="1"/>
            <a:r>
              <a:rPr lang="en-US" dirty="0"/>
              <a:t>For a finite process,</a:t>
            </a:r>
          </a:p>
        </p:txBody>
      </p:sp>
      <mc:AlternateContent xmlns:mc="http://schemas.openxmlformats.org/markup-compatibility/2006">
        <mc:Choice xmlns:a14="http://schemas.microsoft.com/office/drawing/2010/main" Requires="a14">
          <p:sp>
            <p:nvSpPr>
              <p:cNvPr id="2050" name="Object 4"/>
              <p:cNvSpPr txBox="1"/>
              <p:nvPr/>
            </p:nvSpPr>
            <p:spPr bwMode="auto">
              <a:xfrm>
                <a:off x="3970338" y="4892675"/>
                <a:ext cx="3711575" cy="1116013"/>
              </a:xfrm>
              <a:prstGeom prst="rect">
                <a:avLst/>
              </a:prstGeom>
              <a:noFill/>
            </p:spPr>
            <p:txBody>
              <a:bodyPr>
                <a:normAutofit/>
              </a:bodyPr>
              <a:lstStyle/>
              <a:p>
                <a:pPr/>
                <a14:m>
                  <m:oMathPara xmlns:m="http://schemas.openxmlformats.org/officeDocument/2006/math">
                    <m:oMathParaPr>
                      <m:jc m:val="left"/>
                    </m:oMathParaPr>
                    <m:oMath xmlns:m="http://schemas.openxmlformats.org/officeDocument/2006/math">
                      <m:r>
                        <m:rPr>
                          <m:sty m:val="p"/>
                        </m:rPr>
                        <a:rPr lang="en-US" i="1" smtClean="0">
                          <a:solidFill>
                            <a:srgbClr val="000000"/>
                          </a:solidFill>
                          <a:latin typeface="Cambria Math" panose="02040503050406030204" pitchFamily="18" charset="0"/>
                        </a:rPr>
                        <m:t>Δ</m:t>
                      </m:r>
                      <m:r>
                        <a:rPr lang="en-US" i="1" smtClean="0">
                          <a:solidFill>
                            <a:srgbClr val="000000"/>
                          </a:solidFill>
                          <a:latin typeface="Cambria Math" panose="02040503050406030204" pitchFamily="18" charset="0"/>
                        </a:rPr>
                        <m:t>𝑆</m:t>
                      </m:r>
                      <m:r>
                        <a:rPr lang="en-US" i="1" smtClean="0">
                          <a:solidFill>
                            <a:srgbClr val="000000"/>
                          </a:solidFill>
                          <a:latin typeface="Cambria Math" panose="02040503050406030204" pitchFamily="18" charset="0"/>
                        </a:rPr>
                        <m:t>=</m:t>
                      </m:r>
                      <m:nary>
                        <m:naryPr>
                          <m:ctrlPr>
                            <a:rPr lang="en-US" i="1">
                              <a:solidFill>
                                <a:srgbClr val="000000"/>
                              </a:solidFill>
                              <a:latin typeface="Cambria Math" panose="02040503050406030204" pitchFamily="18" charset="0"/>
                            </a:rPr>
                          </m:ctrlPr>
                        </m:naryPr>
                        <m:sub>
                          <m:r>
                            <a:rPr lang="en-US" b="0" i="1" smtClean="0">
                              <a:solidFill>
                                <a:srgbClr val="000000"/>
                              </a:solidFill>
                              <a:latin typeface="Cambria Math" panose="02040503050406030204" pitchFamily="18" charset="0"/>
                            </a:rPr>
                            <m:t>0</m:t>
                          </m:r>
                        </m:sub>
                        <m:sup>
                          <m:r>
                            <a:rPr lang="en-US" b="0" i="1" smtClean="0">
                              <a:solidFill>
                                <a:srgbClr val="000000"/>
                              </a:solidFill>
                              <a:latin typeface="Cambria Math" panose="02040503050406030204" pitchFamily="18" charset="0"/>
                            </a:rPr>
                            <m:t>𝑆</m:t>
                          </m:r>
                        </m:sup>
                        <m:e>
                          <m:r>
                            <a:rPr lang="en-US" i="1">
                              <a:solidFill>
                                <a:srgbClr val="000000"/>
                              </a:solidFill>
                              <a:latin typeface="Cambria Math" panose="02040503050406030204" pitchFamily="18" charset="0"/>
                            </a:rPr>
                            <m:t>𝑑𝑆</m:t>
                          </m:r>
                        </m:e>
                      </m:nary>
                      <m:r>
                        <a:rPr lang="en-US" i="1">
                          <a:solidFill>
                            <a:srgbClr val="000000"/>
                          </a:solidFill>
                          <a:latin typeface="Cambria Math" panose="02040503050406030204" pitchFamily="18" charset="0"/>
                        </a:rPr>
                        <m:t>=</m:t>
                      </m:r>
                      <m:nary>
                        <m:naryPr>
                          <m:ctrlPr>
                            <a:rPr lang="en-US" i="1">
                              <a:solidFill>
                                <a:srgbClr val="000000"/>
                              </a:solidFill>
                              <a:latin typeface="Cambria Math" panose="02040503050406030204" pitchFamily="18" charset="0"/>
                            </a:rPr>
                          </m:ctrlPr>
                        </m:naryPr>
                        <m:sub>
                          <m:r>
                            <a:rPr lang="en-US" b="0" i="1" smtClean="0">
                              <a:solidFill>
                                <a:srgbClr val="000000"/>
                              </a:solidFill>
                              <a:latin typeface="Cambria Math" panose="02040503050406030204" pitchFamily="18" charset="0"/>
                            </a:rPr>
                            <m:t>0</m:t>
                          </m:r>
                        </m:sub>
                        <m:sup>
                          <m:r>
                            <a:rPr lang="en-US" b="0" i="1" smtClean="0">
                              <a:solidFill>
                                <a:srgbClr val="000000"/>
                              </a:solidFill>
                              <a:latin typeface="Cambria Math" panose="02040503050406030204" pitchFamily="18" charset="0"/>
                            </a:rPr>
                            <m:t>𝑄</m:t>
                          </m:r>
                        </m:sup>
                        <m:e>
                          <m:f>
                            <m:fPr>
                              <m:ctrlPr>
                                <a:rPr lang="en-US" i="1">
                                  <a:solidFill>
                                    <a:srgbClr val="000000"/>
                                  </a:solidFill>
                                  <a:latin typeface="Cambria Math" panose="02040503050406030204" pitchFamily="18" charset="0"/>
                                </a:rPr>
                              </m:ctrlPr>
                            </m:fPr>
                            <m:num>
                              <m:r>
                                <a:rPr lang="en-US" i="1">
                                  <a:solidFill>
                                    <a:srgbClr val="000000"/>
                                  </a:solidFill>
                                  <a:latin typeface="Cambria Math" panose="02040503050406030204" pitchFamily="18" charset="0"/>
                                </a:rPr>
                                <m:t>𝑑</m:t>
                              </m:r>
                              <m:sSub>
                                <m:sSubPr>
                                  <m:ctrlPr>
                                    <a:rPr lang="en-US" i="1">
                                      <a:solidFill>
                                        <a:srgbClr val="000000"/>
                                      </a:solidFill>
                                      <a:latin typeface="Cambria Math" panose="02040503050406030204" pitchFamily="18" charset="0"/>
                                    </a:rPr>
                                  </m:ctrlPr>
                                </m:sSubPr>
                                <m:e>
                                  <m:r>
                                    <a:rPr lang="en-US" i="1">
                                      <a:solidFill>
                                        <a:srgbClr val="000000"/>
                                      </a:solidFill>
                                      <a:latin typeface="Cambria Math" panose="02040503050406030204" pitchFamily="18" charset="0"/>
                                    </a:rPr>
                                    <m:t>𝑄</m:t>
                                  </m:r>
                                </m:e>
                                <m:sub>
                                  <m:r>
                                    <a:rPr lang="en-US" i="1">
                                      <a:solidFill>
                                        <a:srgbClr val="000000"/>
                                      </a:solidFill>
                                      <a:latin typeface="Cambria Math" panose="02040503050406030204" pitchFamily="18" charset="0"/>
                                    </a:rPr>
                                    <m:t>𝑟</m:t>
                                  </m:r>
                                </m:sub>
                              </m:sSub>
                            </m:num>
                            <m:den>
                              <m:r>
                                <a:rPr lang="en-US" i="1">
                                  <a:solidFill>
                                    <a:srgbClr val="000000"/>
                                  </a:solidFill>
                                  <a:latin typeface="Cambria Math" panose="02040503050406030204" pitchFamily="18" charset="0"/>
                                </a:rPr>
                                <m:t>𝑇</m:t>
                              </m:r>
                            </m:den>
                          </m:f>
                        </m:e>
                      </m:nary>
                    </m:oMath>
                  </m:oMathPara>
                </a14:m>
                <a:endParaRPr lang="en-US" dirty="0"/>
              </a:p>
            </p:txBody>
          </p:sp>
        </mc:Choice>
        <mc:Fallback>
          <p:sp>
            <p:nvSpPr>
              <p:cNvPr id="2050" name="Object 4"/>
              <p:cNvSpPr txBox="1">
                <a:spLocks noRot="1" noChangeAspect="1" noMove="1" noResize="1" noEditPoints="1" noAdjustHandles="1" noChangeArrowheads="1" noChangeShapeType="1" noTextEdit="1"/>
              </p:cNvSpPr>
              <p:nvPr/>
            </p:nvSpPr>
            <p:spPr bwMode="auto">
              <a:xfrm>
                <a:off x="3970338" y="4892675"/>
                <a:ext cx="3711575" cy="1116013"/>
              </a:xfrm>
              <a:prstGeom prst="rect">
                <a:avLst/>
              </a:prstGeom>
              <a:blipFill>
                <a:blip r:embed="rId2"/>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400696503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9" name="Rectangle 4"/>
          <p:cNvSpPr>
            <a:spLocks noGrp="1" noChangeArrowheads="1"/>
          </p:cNvSpPr>
          <p:nvPr>
            <p:ph type="title"/>
          </p:nvPr>
        </p:nvSpPr>
        <p:spPr/>
        <p:txBody>
          <a:bodyPr/>
          <a:lstStyle/>
          <a:p>
            <a:pPr eaLnBrk="1" hangingPunct="1"/>
            <a:r>
              <a:rPr lang="en-US" sz="2400">
                <a:latin typeface="Symbol" pitchFamily="18" charset="2"/>
              </a:rPr>
              <a:t>D</a:t>
            </a:r>
            <a:r>
              <a:rPr lang="en-US" sz="2400" i="1"/>
              <a:t>S</a:t>
            </a:r>
            <a:r>
              <a:rPr lang="en-US" sz="2400"/>
              <a:t> for a Quasi-Static, Reversible Process</a:t>
            </a:r>
          </a:p>
        </p:txBody>
      </p:sp>
      <p:sp>
        <p:nvSpPr>
          <p:cNvPr id="4100" name="Rectangle 5"/>
          <p:cNvSpPr>
            <a:spLocks noGrp="1" noChangeArrowheads="1"/>
          </p:cNvSpPr>
          <p:nvPr>
            <p:ph type="body" idx="1"/>
          </p:nvPr>
        </p:nvSpPr>
        <p:spPr>
          <a:xfrm>
            <a:off x="2706688" y="1493839"/>
            <a:ext cx="7772400" cy="4535487"/>
          </a:xfrm>
        </p:spPr>
        <p:txBody>
          <a:bodyPr>
            <a:normAutofit lnSpcReduction="10000"/>
          </a:bodyPr>
          <a:lstStyle/>
          <a:p>
            <a:pPr eaLnBrk="1" hangingPunct="1">
              <a:lnSpc>
                <a:spcPct val="90000"/>
              </a:lnSpc>
            </a:pPr>
            <a:r>
              <a:rPr lang="en-US" sz="3000"/>
              <a:t>Assume an ideal gas undergoes a quasi-static, reversible process</a:t>
            </a:r>
          </a:p>
          <a:p>
            <a:pPr eaLnBrk="1" hangingPunct="1">
              <a:lnSpc>
                <a:spcPct val="90000"/>
              </a:lnSpc>
            </a:pPr>
            <a:r>
              <a:rPr lang="en-US" sz="3000"/>
              <a:t>Its initial state has </a:t>
            </a:r>
            <a:r>
              <a:rPr lang="en-US" sz="3000" i="1"/>
              <a:t>T</a:t>
            </a:r>
            <a:r>
              <a:rPr lang="en-US" sz="3000" i="1" baseline="-25000"/>
              <a:t>i</a:t>
            </a:r>
            <a:r>
              <a:rPr lang="en-US" sz="3000"/>
              <a:t> and </a:t>
            </a:r>
            <a:r>
              <a:rPr lang="en-US" sz="3000" i="1"/>
              <a:t>V</a:t>
            </a:r>
            <a:r>
              <a:rPr lang="en-US" sz="3000" i="1" baseline="-25000"/>
              <a:t>i</a:t>
            </a:r>
            <a:r>
              <a:rPr lang="en-US" sz="3000"/>
              <a:t> </a:t>
            </a:r>
          </a:p>
          <a:p>
            <a:pPr eaLnBrk="1" hangingPunct="1">
              <a:lnSpc>
                <a:spcPct val="90000"/>
              </a:lnSpc>
            </a:pPr>
            <a:r>
              <a:rPr lang="en-US" sz="3000"/>
              <a:t>Its final state has </a:t>
            </a:r>
            <a:r>
              <a:rPr lang="en-US" sz="3000" i="1"/>
              <a:t>T</a:t>
            </a:r>
            <a:r>
              <a:rPr lang="en-US" sz="3000" i="1" baseline="-25000"/>
              <a:t>f</a:t>
            </a:r>
            <a:r>
              <a:rPr lang="en-US" sz="3000"/>
              <a:t> and </a:t>
            </a:r>
            <a:r>
              <a:rPr lang="en-US" sz="3000" i="1"/>
              <a:t>V</a:t>
            </a:r>
            <a:r>
              <a:rPr lang="en-US" sz="3000" i="1" baseline="-25000"/>
              <a:t>f</a:t>
            </a:r>
            <a:endParaRPr lang="en-US" sz="3000" i="1"/>
          </a:p>
          <a:p>
            <a:pPr eaLnBrk="1" hangingPunct="1">
              <a:lnSpc>
                <a:spcPct val="90000"/>
              </a:lnSpc>
            </a:pPr>
            <a:r>
              <a:rPr lang="en-US" sz="3000"/>
              <a:t>The change in entropy is</a:t>
            </a:r>
          </a:p>
          <a:p>
            <a:pPr eaLnBrk="1" hangingPunct="1">
              <a:lnSpc>
                <a:spcPct val="90000"/>
              </a:lnSpc>
            </a:pPr>
            <a:endParaRPr lang="en-US" sz="3000"/>
          </a:p>
          <a:p>
            <a:pPr lvl="1" eaLnBrk="1" hangingPunct="1">
              <a:lnSpc>
                <a:spcPct val="90000"/>
              </a:lnSpc>
            </a:pPr>
            <a:endParaRPr lang="en-US" sz="2600"/>
          </a:p>
          <a:p>
            <a:pPr lvl="1" eaLnBrk="1" hangingPunct="1">
              <a:lnSpc>
                <a:spcPct val="90000"/>
              </a:lnSpc>
            </a:pPr>
            <a:r>
              <a:rPr lang="en-US" sz="2600"/>
              <a:t>This demonstrates that </a:t>
            </a:r>
            <a:r>
              <a:rPr lang="en-US" sz="2600">
                <a:latin typeface="Symbol" pitchFamily="18" charset="2"/>
              </a:rPr>
              <a:t>D</a:t>
            </a:r>
            <a:r>
              <a:rPr lang="en-US" sz="2600" i="1"/>
              <a:t>S</a:t>
            </a:r>
            <a:r>
              <a:rPr lang="en-US" sz="2600"/>
              <a:t> depends on only the initial and final states and not the path between the states</a:t>
            </a:r>
            <a:endParaRPr lang="en-US"/>
          </a:p>
        </p:txBody>
      </p:sp>
      <mc:AlternateContent xmlns:mc="http://schemas.openxmlformats.org/markup-compatibility/2006">
        <mc:Choice xmlns:a14="http://schemas.microsoft.com/office/drawing/2010/main" Requires="a14">
          <p:sp>
            <p:nvSpPr>
              <p:cNvPr id="4098" name="Object 6"/>
              <p:cNvSpPr txBox="1"/>
              <p:nvPr/>
            </p:nvSpPr>
            <p:spPr bwMode="auto">
              <a:xfrm>
                <a:off x="3733800" y="3971925"/>
                <a:ext cx="4321175" cy="873125"/>
              </a:xfrm>
              <a:prstGeom prst="rect">
                <a:avLst/>
              </a:prstGeom>
              <a:noFill/>
            </p:spPr>
            <p:txBody>
              <a:bodyPr>
                <a:normAutofit/>
              </a:bodyPr>
              <a:lstStyle/>
              <a:p>
                <a:pPr/>
                <a14:m>
                  <m:oMathPara xmlns:m="http://schemas.openxmlformats.org/officeDocument/2006/math">
                    <m:oMathParaPr>
                      <m:jc m:val="left"/>
                    </m:oMathParaPr>
                    <m:oMath xmlns:m="http://schemas.openxmlformats.org/officeDocument/2006/math">
                      <m:r>
                        <m:rPr>
                          <m:sty m:val="p"/>
                        </m:rPr>
                        <a:rPr lang="en-US" i="1" smtClean="0">
                          <a:solidFill>
                            <a:srgbClr val="000000"/>
                          </a:solidFill>
                          <a:latin typeface="Cambria Math" panose="02040503050406030204" pitchFamily="18" charset="0"/>
                        </a:rPr>
                        <m:t>Δ</m:t>
                      </m:r>
                      <m:r>
                        <a:rPr lang="en-US" i="1" smtClean="0">
                          <a:solidFill>
                            <a:srgbClr val="000000"/>
                          </a:solidFill>
                          <a:latin typeface="Cambria Math" panose="02040503050406030204" pitchFamily="18" charset="0"/>
                        </a:rPr>
                        <m:t>𝑆</m:t>
                      </m:r>
                      <m:r>
                        <a:rPr lang="en-US" i="1" smtClean="0">
                          <a:solidFill>
                            <a:srgbClr val="000000"/>
                          </a:solidFill>
                          <a:latin typeface="Cambria Math" panose="02040503050406030204" pitchFamily="18" charset="0"/>
                        </a:rPr>
                        <m:t>=</m:t>
                      </m:r>
                      <m:nary>
                        <m:naryPr>
                          <m:ctrlPr>
                            <a:rPr lang="en-US" i="1">
                              <a:solidFill>
                                <a:srgbClr val="000000"/>
                              </a:solidFill>
                              <a:latin typeface="Cambria Math" panose="02040503050406030204" pitchFamily="18" charset="0"/>
                            </a:rPr>
                          </m:ctrlPr>
                        </m:naryPr>
                        <m:sub>
                          <m:r>
                            <a:rPr lang="en-US" b="0" i="1" smtClean="0">
                              <a:solidFill>
                                <a:srgbClr val="000000"/>
                              </a:solidFill>
                              <a:latin typeface="Cambria Math" panose="02040503050406030204" pitchFamily="18" charset="0"/>
                            </a:rPr>
                            <m:t>0</m:t>
                          </m:r>
                        </m:sub>
                        <m:sup>
                          <m:r>
                            <a:rPr lang="en-US" b="0" i="1" smtClean="0">
                              <a:solidFill>
                                <a:srgbClr val="000000"/>
                              </a:solidFill>
                              <a:latin typeface="Cambria Math" panose="02040503050406030204" pitchFamily="18" charset="0"/>
                            </a:rPr>
                            <m:t>𝑄</m:t>
                          </m:r>
                        </m:sup>
                        <m:e>
                          <m:f>
                            <m:fPr>
                              <m:ctrlPr>
                                <a:rPr lang="en-US" i="1">
                                  <a:solidFill>
                                    <a:srgbClr val="000000"/>
                                  </a:solidFill>
                                  <a:latin typeface="Cambria Math" panose="02040503050406030204" pitchFamily="18" charset="0"/>
                                </a:rPr>
                              </m:ctrlPr>
                            </m:fPr>
                            <m:num>
                              <m:r>
                                <a:rPr lang="en-US" i="1">
                                  <a:solidFill>
                                    <a:srgbClr val="000000"/>
                                  </a:solidFill>
                                  <a:latin typeface="Cambria Math" panose="02040503050406030204" pitchFamily="18" charset="0"/>
                                </a:rPr>
                                <m:t>𝑑</m:t>
                              </m:r>
                              <m:sSub>
                                <m:sSubPr>
                                  <m:ctrlPr>
                                    <a:rPr lang="en-US" i="1">
                                      <a:solidFill>
                                        <a:srgbClr val="000000"/>
                                      </a:solidFill>
                                      <a:latin typeface="Cambria Math" panose="02040503050406030204" pitchFamily="18" charset="0"/>
                                    </a:rPr>
                                  </m:ctrlPr>
                                </m:sSubPr>
                                <m:e>
                                  <m:r>
                                    <a:rPr lang="en-US" i="1">
                                      <a:solidFill>
                                        <a:srgbClr val="000000"/>
                                      </a:solidFill>
                                      <a:latin typeface="Cambria Math" panose="02040503050406030204" pitchFamily="18" charset="0"/>
                                    </a:rPr>
                                    <m:t>𝑄</m:t>
                                  </m:r>
                                </m:e>
                                <m:sub>
                                  <m:r>
                                    <a:rPr lang="en-US" i="1">
                                      <a:solidFill>
                                        <a:srgbClr val="000000"/>
                                      </a:solidFill>
                                      <a:latin typeface="Cambria Math" panose="02040503050406030204" pitchFamily="18" charset="0"/>
                                    </a:rPr>
                                    <m:t>𝑟</m:t>
                                  </m:r>
                                </m:sub>
                              </m:sSub>
                            </m:num>
                            <m:den>
                              <m:r>
                                <a:rPr lang="en-US" i="1">
                                  <a:solidFill>
                                    <a:srgbClr val="000000"/>
                                  </a:solidFill>
                                  <a:latin typeface="Cambria Math" panose="02040503050406030204" pitchFamily="18" charset="0"/>
                                </a:rPr>
                                <m:t>𝑇</m:t>
                              </m:r>
                            </m:den>
                          </m:f>
                        </m:e>
                      </m:nary>
                      <m:r>
                        <a:rPr lang="en-US" b="0" i="1" smtClean="0">
                          <a:solidFill>
                            <a:srgbClr val="000000"/>
                          </a:solidFill>
                          <a:latin typeface="Cambria Math" panose="02040503050406030204" pitchFamily="18" charset="0"/>
                        </a:rPr>
                        <m:t>=</m:t>
                      </m:r>
                      <m:f>
                        <m:fPr>
                          <m:ctrlPr>
                            <a:rPr lang="en-US" b="0" i="1" smtClean="0">
                              <a:solidFill>
                                <a:srgbClr val="000000"/>
                              </a:solidFill>
                              <a:latin typeface="Cambria Math" panose="02040503050406030204" pitchFamily="18" charset="0"/>
                            </a:rPr>
                          </m:ctrlPr>
                        </m:fPr>
                        <m:num>
                          <m:r>
                            <a:rPr lang="en-US" b="0" i="1" smtClean="0">
                              <a:solidFill>
                                <a:srgbClr val="000000"/>
                              </a:solidFill>
                              <a:latin typeface="Cambria Math" panose="02040503050406030204" pitchFamily="18" charset="0"/>
                            </a:rPr>
                            <m:t>𝑄</m:t>
                          </m:r>
                        </m:num>
                        <m:den>
                          <m:r>
                            <a:rPr lang="en-US" b="0" i="1" smtClean="0">
                              <a:solidFill>
                                <a:srgbClr val="000000"/>
                              </a:solidFill>
                              <a:latin typeface="Cambria Math" panose="02040503050406030204" pitchFamily="18" charset="0"/>
                            </a:rPr>
                            <m:t>𝑇</m:t>
                          </m:r>
                        </m:den>
                      </m:f>
                      <m:r>
                        <a:rPr lang="en-US" i="1">
                          <a:solidFill>
                            <a:srgbClr val="000000"/>
                          </a:solidFill>
                          <a:latin typeface="Cambria Math" panose="02040503050406030204" pitchFamily="18" charset="0"/>
                        </a:rPr>
                        <m:t>=</m:t>
                      </m:r>
                      <m:r>
                        <a:rPr lang="en-US" i="1">
                          <a:solidFill>
                            <a:srgbClr val="000000"/>
                          </a:solidFill>
                          <a:latin typeface="Cambria Math" panose="02040503050406030204" pitchFamily="18" charset="0"/>
                        </a:rPr>
                        <m:t>𝑛</m:t>
                      </m:r>
                      <m:sSub>
                        <m:sSubPr>
                          <m:ctrlPr>
                            <a:rPr lang="en-US" i="1">
                              <a:solidFill>
                                <a:srgbClr val="000000"/>
                              </a:solidFill>
                              <a:latin typeface="Cambria Math" panose="02040503050406030204" pitchFamily="18" charset="0"/>
                            </a:rPr>
                          </m:ctrlPr>
                        </m:sSubPr>
                        <m:e>
                          <m:r>
                            <a:rPr lang="en-US" i="1">
                              <a:solidFill>
                                <a:srgbClr val="000000"/>
                              </a:solidFill>
                              <a:latin typeface="Cambria Math" panose="02040503050406030204" pitchFamily="18" charset="0"/>
                            </a:rPr>
                            <m:t>𝐶</m:t>
                          </m:r>
                        </m:e>
                        <m:sub>
                          <m:r>
                            <a:rPr lang="en-US" i="1">
                              <a:solidFill>
                                <a:srgbClr val="000000"/>
                              </a:solidFill>
                              <a:latin typeface="Cambria Math" panose="02040503050406030204" pitchFamily="18" charset="0"/>
                            </a:rPr>
                            <m:t>𝑉</m:t>
                          </m:r>
                        </m:sub>
                      </m:sSub>
                      <m:func>
                        <m:funcPr>
                          <m:ctrlPr>
                            <a:rPr lang="en-US" i="1">
                              <a:solidFill>
                                <a:srgbClr val="000000"/>
                              </a:solidFill>
                              <a:latin typeface="Cambria Math" panose="02040503050406030204" pitchFamily="18" charset="0"/>
                            </a:rPr>
                          </m:ctrlPr>
                        </m:funcPr>
                        <m:fName>
                          <m:r>
                            <m:rPr>
                              <m:sty m:val="p"/>
                            </m:rPr>
                            <a:rPr lang="en-US" i="0">
                              <a:solidFill>
                                <a:srgbClr val="000000"/>
                              </a:solidFill>
                              <a:latin typeface="Cambria Math" panose="02040503050406030204" pitchFamily="18" charset="0"/>
                            </a:rPr>
                            <m:t>ln</m:t>
                          </m:r>
                        </m:fName>
                        <m:e>
                          <m:f>
                            <m:fPr>
                              <m:ctrlPr>
                                <a:rPr lang="en-US" i="1">
                                  <a:solidFill>
                                    <a:srgbClr val="000000"/>
                                  </a:solidFill>
                                  <a:latin typeface="Cambria Math" panose="02040503050406030204" pitchFamily="18" charset="0"/>
                                </a:rPr>
                              </m:ctrlPr>
                            </m:fPr>
                            <m:num>
                              <m:sSub>
                                <m:sSubPr>
                                  <m:ctrlPr>
                                    <a:rPr lang="en-US" i="1">
                                      <a:solidFill>
                                        <a:srgbClr val="000000"/>
                                      </a:solidFill>
                                      <a:latin typeface="Cambria Math" panose="02040503050406030204" pitchFamily="18" charset="0"/>
                                    </a:rPr>
                                  </m:ctrlPr>
                                </m:sSubPr>
                                <m:e>
                                  <m:r>
                                    <a:rPr lang="en-US" i="1">
                                      <a:solidFill>
                                        <a:srgbClr val="000000"/>
                                      </a:solidFill>
                                      <a:latin typeface="Cambria Math" panose="02040503050406030204" pitchFamily="18" charset="0"/>
                                    </a:rPr>
                                    <m:t>𝑇</m:t>
                                  </m:r>
                                </m:e>
                                <m:sub>
                                  <m:r>
                                    <a:rPr lang="en-US" i="1">
                                      <a:solidFill>
                                        <a:srgbClr val="000000"/>
                                      </a:solidFill>
                                      <a:latin typeface="Cambria Math" panose="02040503050406030204" pitchFamily="18" charset="0"/>
                                    </a:rPr>
                                    <m:t>𝑓</m:t>
                                  </m:r>
                                </m:sub>
                              </m:sSub>
                            </m:num>
                            <m:den>
                              <m:sSub>
                                <m:sSubPr>
                                  <m:ctrlPr>
                                    <a:rPr lang="en-US" i="1">
                                      <a:solidFill>
                                        <a:srgbClr val="000000"/>
                                      </a:solidFill>
                                      <a:latin typeface="Cambria Math" panose="02040503050406030204" pitchFamily="18" charset="0"/>
                                    </a:rPr>
                                  </m:ctrlPr>
                                </m:sSubPr>
                                <m:e>
                                  <m:r>
                                    <a:rPr lang="en-US" i="1">
                                      <a:solidFill>
                                        <a:srgbClr val="000000"/>
                                      </a:solidFill>
                                      <a:latin typeface="Cambria Math" panose="02040503050406030204" pitchFamily="18" charset="0"/>
                                    </a:rPr>
                                    <m:t>𝑇</m:t>
                                  </m:r>
                                </m:e>
                                <m:sub>
                                  <m:r>
                                    <a:rPr lang="en-US" i="1">
                                      <a:solidFill>
                                        <a:srgbClr val="000000"/>
                                      </a:solidFill>
                                      <a:latin typeface="Cambria Math" panose="02040503050406030204" pitchFamily="18" charset="0"/>
                                    </a:rPr>
                                    <m:t>𝑖</m:t>
                                  </m:r>
                                </m:sub>
                              </m:sSub>
                            </m:den>
                          </m:f>
                        </m:e>
                      </m:func>
                      <m:r>
                        <a:rPr lang="en-US" i="1">
                          <a:solidFill>
                            <a:srgbClr val="000000"/>
                          </a:solidFill>
                          <a:latin typeface="Cambria Math" panose="02040503050406030204" pitchFamily="18" charset="0"/>
                        </a:rPr>
                        <m:t>+</m:t>
                      </m:r>
                      <m:r>
                        <a:rPr lang="en-US" i="1">
                          <a:solidFill>
                            <a:srgbClr val="000000"/>
                          </a:solidFill>
                          <a:latin typeface="Cambria Math" panose="02040503050406030204" pitchFamily="18" charset="0"/>
                        </a:rPr>
                        <m:t>𝑛𝑅</m:t>
                      </m:r>
                      <m:func>
                        <m:funcPr>
                          <m:ctrlPr>
                            <a:rPr lang="en-US" i="1">
                              <a:solidFill>
                                <a:srgbClr val="000000"/>
                              </a:solidFill>
                              <a:latin typeface="Cambria Math" panose="02040503050406030204" pitchFamily="18" charset="0"/>
                            </a:rPr>
                          </m:ctrlPr>
                        </m:funcPr>
                        <m:fName>
                          <m:r>
                            <m:rPr>
                              <m:sty m:val="p"/>
                            </m:rPr>
                            <a:rPr lang="en-US" i="0">
                              <a:solidFill>
                                <a:srgbClr val="000000"/>
                              </a:solidFill>
                              <a:latin typeface="Cambria Math" panose="02040503050406030204" pitchFamily="18" charset="0"/>
                            </a:rPr>
                            <m:t>ln</m:t>
                          </m:r>
                        </m:fName>
                        <m:e>
                          <m:f>
                            <m:fPr>
                              <m:ctrlPr>
                                <a:rPr lang="en-US" i="1">
                                  <a:solidFill>
                                    <a:srgbClr val="000000"/>
                                  </a:solidFill>
                                  <a:latin typeface="Cambria Math" panose="02040503050406030204" pitchFamily="18" charset="0"/>
                                </a:rPr>
                              </m:ctrlPr>
                            </m:fPr>
                            <m:num>
                              <m:sSub>
                                <m:sSubPr>
                                  <m:ctrlPr>
                                    <a:rPr lang="en-US" i="1">
                                      <a:solidFill>
                                        <a:srgbClr val="000000"/>
                                      </a:solidFill>
                                      <a:latin typeface="Cambria Math" panose="02040503050406030204" pitchFamily="18" charset="0"/>
                                    </a:rPr>
                                  </m:ctrlPr>
                                </m:sSubPr>
                                <m:e>
                                  <m:r>
                                    <a:rPr lang="en-US" i="1">
                                      <a:solidFill>
                                        <a:srgbClr val="000000"/>
                                      </a:solidFill>
                                      <a:latin typeface="Cambria Math" panose="02040503050406030204" pitchFamily="18" charset="0"/>
                                    </a:rPr>
                                    <m:t>𝑉</m:t>
                                  </m:r>
                                </m:e>
                                <m:sub>
                                  <m:r>
                                    <a:rPr lang="en-US" i="1">
                                      <a:solidFill>
                                        <a:srgbClr val="000000"/>
                                      </a:solidFill>
                                      <a:latin typeface="Cambria Math" panose="02040503050406030204" pitchFamily="18" charset="0"/>
                                    </a:rPr>
                                    <m:t>𝑓</m:t>
                                  </m:r>
                                </m:sub>
                              </m:sSub>
                            </m:num>
                            <m:den>
                              <m:sSub>
                                <m:sSubPr>
                                  <m:ctrlPr>
                                    <a:rPr lang="en-US" i="1">
                                      <a:solidFill>
                                        <a:srgbClr val="000000"/>
                                      </a:solidFill>
                                      <a:latin typeface="Cambria Math" panose="02040503050406030204" pitchFamily="18" charset="0"/>
                                    </a:rPr>
                                  </m:ctrlPr>
                                </m:sSubPr>
                                <m:e>
                                  <m:r>
                                    <a:rPr lang="en-US" i="1">
                                      <a:solidFill>
                                        <a:srgbClr val="000000"/>
                                      </a:solidFill>
                                      <a:latin typeface="Cambria Math" panose="02040503050406030204" pitchFamily="18" charset="0"/>
                                    </a:rPr>
                                    <m:t>𝑉</m:t>
                                  </m:r>
                                </m:e>
                                <m:sub>
                                  <m:r>
                                    <a:rPr lang="en-US" i="1">
                                      <a:solidFill>
                                        <a:srgbClr val="000000"/>
                                      </a:solidFill>
                                      <a:latin typeface="Cambria Math" panose="02040503050406030204" pitchFamily="18" charset="0"/>
                                    </a:rPr>
                                    <m:t>𝑖</m:t>
                                  </m:r>
                                </m:sub>
                              </m:sSub>
                            </m:den>
                          </m:f>
                        </m:e>
                      </m:func>
                    </m:oMath>
                  </m:oMathPara>
                </a14:m>
                <a:endParaRPr lang="en-US" dirty="0"/>
              </a:p>
            </p:txBody>
          </p:sp>
        </mc:Choice>
        <mc:Fallback>
          <p:sp>
            <p:nvSpPr>
              <p:cNvPr id="4098" name="Object 6"/>
              <p:cNvSpPr txBox="1">
                <a:spLocks noRot="1" noChangeAspect="1" noMove="1" noResize="1" noEditPoints="1" noAdjustHandles="1" noChangeArrowheads="1" noChangeShapeType="1" noTextEdit="1"/>
              </p:cNvSpPr>
              <p:nvPr/>
            </p:nvSpPr>
            <p:spPr bwMode="auto">
              <a:xfrm>
                <a:off x="3733800" y="3971925"/>
                <a:ext cx="4321175" cy="873125"/>
              </a:xfrm>
              <a:prstGeom prst="rect">
                <a:avLst/>
              </a:prstGeom>
              <a:blipFill>
                <a:blip r:embed="rId2"/>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216500119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578" name="Rectangle 2"/>
          <p:cNvSpPr>
            <a:spLocks noGrp="1" noChangeArrowheads="1"/>
          </p:cNvSpPr>
          <p:nvPr>
            <p:ph type="title"/>
          </p:nvPr>
        </p:nvSpPr>
        <p:spPr>
          <a:xfrm>
            <a:off x="2673351" y="0"/>
            <a:ext cx="7827963" cy="1143000"/>
          </a:xfrm>
        </p:spPr>
        <p:txBody>
          <a:bodyPr/>
          <a:lstStyle/>
          <a:p>
            <a:pPr eaLnBrk="1" hangingPunct="1"/>
            <a:r>
              <a:rPr lang="en-US" sz="2800"/>
              <a:t>Entropy Changes in Irreversible Processes</a:t>
            </a:r>
          </a:p>
        </p:txBody>
      </p:sp>
      <p:sp>
        <p:nvSpPr>
          <p:cNvPr id="24579" name="Rectangle 3"/>
          <p:cNvSpPr>
            <a:spLocks noGrp="1" noChangeArrowheads="1"/>
          </p:cNvSpPr>
          <p:nvPr>
            <p:ph type="body" idx="1"/>
          </p:nvPr>
        </p:nvSpPr>
        <p:spPr/>
        <p:txBody>
          <a:bodyPr/>
          <a:lstStyle/>
          <a:p>
            <a:pPr eaLnBrk="1" hangingPunct="1">
              <a:lnSpc>
                <a:spcPct val="90000"/>
              </a:lnSpc>
            </a:pPr>
            <a:r>
              <a:rPr lang="en-US"/>
              <a:t>To calculate the change in entropy in a real system, remember that entropy depends only on the state of the system</a:t>
            </a:r>
          </a:p>
          <a:p>
            <a:pPr eaLnBrk="1" hangingPunct="1">
              <a:lnSpc>
                <a:spcPct val="90000"/>
              </a:lnSpc>
            </a:pPr>
            <a:r>
              <a:rPr lang="en-US"/>
              <a:t>Do not use </a:t>
            </a:r>
            <a:r>
              <a:rPr lang="en-US" i="1"/>
              <a:t>Q</a:t>
            </a:r>
            <a:r>
              <a:rPr lang="en-US"/>
              <a:t>, the actual energy transfer in the process</a:t>
            </a:r>
          </a:p>
          <a:p>
            <a:pPr lvl="1" eaLnBrk="1" hangingPunct="1">
              <a:lnSpc>
                <a:spcPct val="90000"/>
              </a:lnSpc>
            </a:pPr>
            <a:r>
              <a:rPr lang="en-US"/>
              <a:t>Distinguish this from </a:t>
            </a:r>
            <a:r>
              <a:rPr lang="en-US" i="1"/>
              <a:t>Q</a:t>
            </a:r>
            <a:r>
              <a:rPr lang="en-US" i="1" baseline="-25000"/>
              <a:t>r </a:t>
            </a:r>
            <a:r>
              <a:rPr lang="en-US"/>
              <a:t>, the amount of energy that would have been transferred by heat along a reversible path</a:t>
            </a:r>
          </a:p>
          <a:p>
            <a:pPr lvl="1" eaLnBrk="1" hangingPunct="1">
              <a:lnSpc>
                <a:spcPct val="90000"/>
              </a:lnSpc>
            </a:pPr>
            <a:r>
              <a:rPr lang="en-US" i="1"/>
              <a:t>Q</a:t>
            </a:r>
            <a:r>
              <a:rPr lang="en-US" i="1" baseline="-25000"/>
              <a:t>r</a:t>
            </a:r>
            <a:r>
              <a:rPr lang="en-US"/>
              <a:t> is the correct value to use for </a:t>
            </a:r>
            <a:r>
              <a:rPr lang="en-US">
                <a:latin typeface="Symbol" pitchFamily="18" charset="2"/>
              </a:rPr>
              <a:t>D</a:t>
            </a:r>
            <a:r>
              <a:rPr lang="en-US" i="1"/>
              <a:t>S</a:t>
            </a:r>
          </a:p>
        </p:txBody>
      </p:sp>
    </p:spTree>
    <p:extLst>
      <p:ext uri="{BB962C8B-B14F-4D97-AF65-F5344CB8AC3E}">
        <p14:creationId xmlns:p14="http://schemas.microsoft.com/office/powerpoint/2010/main" val="375055125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602" name="Rectangle 3"/>
          <p:cNvSpPr>
            <a:spLocks noGrp="1" noChangeArrowheads="1"/>
          </p:cNvSpPr>
          <p:nvPr>
            <p:ph type="body" idx="1"/>
          </p:nvPr>
        </p:nvSpPr>
        <p:spPr/>
        <p:txBody>
          <a:bodyPr/>
          <a:lstStyle/>
          <a:p>
            <a:pPr eaLnBrk="1" hangingPunct="1"/>
            <a:r>
              <a:rPr lang="en-US"/>
              <a:t>In general, the total entropy and therefore the total disorder always increases in an irreversible process</a:t>
            </a:r>
          </a:p>
          <a:p>
            <a:pPr eaLnBrk="1" hangingPunct="1"/>
            <a:r>
              <a:rPr lang="en-US"/>
              <a:t>The total entropy of an isolated system undergoes a change that cannot decrease</a:t>
            </a:r>
          </a:p>
          <a:p>
            <a:pPr lvl="1" eaLnBrk="1" hangingPunct="1"/>
            <a:r>
              <a:rPr lang="en-US"/>
              <a:t>This is another statement of the second law of thermodynamics</a:t>
            </a:r>
          </a:p>
        </p:txBody>
      </p:sp>
      <p:sp>
        <p:nvSpPr>
          <p:cNvPr id="25603" name="Rectangle 4"/>
          <p:cNvSpPr>
            <a:spLocks noGrp="1" noChangeArrowheads="1"/>
          </p:cNvSpPr>
          <p:nvPr>
            <p:ph type="title"/>
          </p:nvPr>
        </p:nvSpPr>
        <p:spPr>
          <a:xfrm>
            <a:off x="2660650" y="0"/>
            <a:ext cx="8007350" cy="1143000"/>
          </a:xfrm>
        </p:spPr>
        <p:txBody>
          <a:bodyPr/>
          <a:lstStyle/>
          <a:p>
            <a:pPr eaLnBrk="1" hangingPunct="1"/>
            <a:r>
              <a:rPr lang="en-US" sz="2800"/>
              <a:t>Entropy Changes in Irreversible Processes, cont</a:t>
            </a:r>
          </a:p>
        </p:txBody>
      </p:sp>
    </p:spTree>
    <p:extLst>
      <p:ext uri="{BB962C8B-B14F-4D97-AF65-F5344CB8AC3E}">
        <p14:creationId xmlns:p14="http://schemas.microsoft.com/office/powerpoint/2010/main" val="391800248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626" name="Rectangle 2"/>
          <p:cNvSpPr>
            <a:spLocks noGrp="1" noChangeArrowheads="1"/>
          </p:cNvSpPr>
          <p:nvPr>
            <p:ph type="title"/>
          </p:nvPr>
        </p:nvSpPr>
        <p:spPr>
          <a:xfrm>
            <a:off x="2619376" y="0"/>
            <a:ext cx="8048625" cy="1143000"/>
          </a:xfrm>
        </p:spPr>
        <p:txBody>
          <a:bodyPr/>
          <a:lstStyle/>
          <a:p>
            <a:pPr eaLnBrk="1" hangingPunct="1"/>
            <a:r>
              <a:rPr lang="en-US" sz="2800"/>
              <a:t>Entropy Changes in Irreversible Processes, final</a:t>
            </a:r>
          </a:p>
        </p:txBody>
      </p:sp>
      <p:sp>
        <p:nvSpPr>
          <p:cNvPr id="26627" name="Rectangle 3"/>
          <p:cNvSpPr>
            <a:spLocks noGrp="1" noChangeArrowheads="1"/>
          </p:cNvSpPr>
          <p:nvPr>
            <p:ph type="body" idx="1"/>
          </p:nvPr>
        </p:nvSpPr>
        <p:spPr/>
        <p:txBody>
          <a:bodyPr/>
          <a:lstStyle/>
          <a:p>
            <a:pPr eaLnBrk="1" hangingPunct="1">
              <a:lnSpc>
                <a:spcPct val="90000"/>
              </a:lnSpc>
            </a:pPr>
            <a:r>
              <a:rPr lang="en-US"/>
              <a:t>If the process is irreversible, then the total entropy of an isolated system always increases</a:t>
            </a:r>
          </a:p>
          <a:p>
            <a:pPr lvl="1" eaLnBrk="1" hangingPunct="1">
              <a:lnSpc>
                <a:spcPct val="90000"/>
              </a:lnSpc>
            </a:pPr>
            <a:r>
              <a:rPr lang="en-US"/>
              <a:t>In a reversible process, the total entropy of an isolated system remains constant</a:t>
            </a:r>
          </a:p>
          <a:p>
            <a:pPr eaLnBrk="1" hangingPunct="1">
              <a:lnSpc>
                <a:spcPct val="90000"/>
              </a:lnSpc>
            </a:pPr>
            <a:r>
              <a:rPr lang="en-US"/>
              <a:t>The change in entropy of the Universe must be greater than zero for an irreversible process and equal to zero for a reversible process</a:t>
            </a:r>
          </a:p>
        </p:txBody>
      </p:sp>
    </p:spTree>
    <p:extLst>
      <p:ext uri="{BB962C8B-B14F-4D97-AF65-F5344CB8AC3E}">
        <p14:creationId xmlns:p14="http://schemas.microsoft.com/office/powerpoint/2010/main" val="109150042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650" name="Rectangle 2"/>
          <p:cNvSpPr>
            <a:spLocks noGrp="1" noChangeArrowheads="1"/>
          </p:cNvSpPr>
          <p:nvPr>
            <p:ph type="title"/>
          </p:nvPr>
        </p:nvSpPr>
        <p:spPr/>
        <p:txBody>
          <a:bodyPr/>
          <a:lstStyle/>
          <a:p>
            <a:pPr eaLnBrk="1" hangingPunct="1"/>
            <a:r>
              <a:rPr lang="en-US"/>
              <a:t>Heat Death of the Universe</a:t>
            </a:r>
          </a:p>
        </p:txBody>
      </p:sp>
      <p:sp>
        <p:nvSpPr>
          <p:cNvPr id="27651" name="Rectangle 3"/>
          <p:cNvSpPr>
            <a:spLocks noGrp="1" noChangeArrowheads="1"/>
          </p:cNvSpPr>
          <p:nvPr>
            <p:ph type="body" idx="1"/>
          </p:nvPr>
        </p:nvSpPr>
        <p:spPr/>
        <p:txBody>
          <a:bodyPr/>
          <a:lstStyle/>
          <a:p>
            <a:pPr eaLnBrk="1" hangingPunct="1"/>
            <a:r>
              <a:rPr lang="en-US"/>
              <a:t>Ultimately, the entropy of the Universe should reach a maximum value</a:t>
            </a:r>
          </a:p>
          <a:p>
            <a:pPr eaLnBrk="1" hangingPunct="1"/>
            <a:r>
              <a:rPr lang="en-US"/>
              <a:t>At this value, the Universe will be in a state of uniform temperature and density</a:t>
            </a:r>
          </a:p>
          <a:p>
            <a:pPr eaLnBrk="1" hangingPunct="1"/>
            <a:r>
              <a:rPr lang="en-US"/>
              <a:t>All physical, chemical, and biological processes will cease</a:t>
            </a:r>
          </a:p>
          <a:p>
            <a:pPr lvl="1" eaLnBrk="1" hangingPunct="1"/>
            <a:r>
              <a:rPr lang="en-US"/>
              <a:t>The state of perfect disorder implies that no energy is available for doing work</a:t>
            </a:r>
          </a:p>
          <a:p>
            <a:pPr lvl="1" eaLnBrk="1" hangingPunct="1"/>
            <a:r>
              <a:rPr lang="en-US"/>
              <a:t>This state is called the heat death of the Universe</a:t>
            </a:r>
          </a:p>
        </p:txBody>
      </p:sp>
    </p:spTree>
    <p:extLst>
      <p:ext uri="{BB962C8B-B14F-4D97-AF65-F5344CB8AC3E}">
        <p14:creationId xmlns:p14="http://schemas.microsoft.com/office/powerpoint/2010/main" val="365768103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674" name="Rectangle 2"/>
          <p:cNvSpPr>
            <a:spLocks noGrp="1" noChangeArrowheads="1"/>
          </p:cNvSpPr>
          <p:nvPr>
            <p:ph type="title"/>
          </p:nvPr>
        </p:nvSpPr>
        <p:spPr/>
        <p:txBody>
          <a:bodyPr/>
          <a:lstStyle/>
          <a:p>
            <a:pPr eaLnBrk="1" hangingPunct="1"/>
            <a:r>
              <a:rPr lang="en-US">
                <a:latin typeface="Symbol" pitchFamily="18" charset="2"/>
              </a:rPr>
              <a:t>D</a:t>
            </a:r>
            <a:r>
              <a:rPr lang="en-US" i="1"/>
              <a:t>S</a:t>
            </a:r>
            <a:r>
              <a:rPr lang="en-US"/>
              <a:t> in Thermal Conduction</a:t>
            </a:r>
            <a:endParaRPr lang="en-US">
              <a:latin typeface="Symbol" pitchFamily="18" charset="2"/>
            </a:endParaRPr>
          </a:p>
        </p:txBody>
      </p:sp>
      <p:sp>
        <p:nvSpPr>
          <p:cNvPr id="28675" name="Rectangle 3"/>
          <p:cNvSpPr>
            <a:spLocks noGrp="1" noChangeArrowheads="1"/>
          </p:cNvSpPr>
          <p:nvPr>
            <p:ph type="body" idx="1"/>
          </p:nvPr>
        </p:nvSpPr>
        <p:spPr/>
        <p:txBody>
          <a:bodyPr/>
          <a:lstStyle/>
          <a:p>
            <a:pPr eaLnBrk="1" hangingPunct="1">
              <a:lnSpc>
                <a:spcPct val="90000"/>
              </a:lnSpc>
            </a:pPr>
            <a:r>
              <a:rPr lang="en-US"/>
              <a:t>The cold reservoir absorbs </a:t>
            </a:r>
            <a:r>
              <a:rPr lang="en-US" i="1"/>
              <a:t>Q</a:t>
            </a:r>
            <a:r>
              <a:rPr lang="en-US"/>
              <a:t> and its entropy changes by </a:t>
            </a:r>
            <a:r>
              <a:rPr lang="en-US" i="1"/>
              <a:t>Q</a:t>
            </a:r>
            <a:r>
              <a:rPr lang="en-US"/>
              <a:t>/</a:t>
            </a:r>
            <a:r>
              <a:rPr lang="en-US" i="1"/>
              <a:t>T</a:t>
            </a:r>
            <a:r>
              <a:rPr lang="en-US" i="1" baseline="-25000"/>
              <a:t>c</a:t>
            </a:r>
          </a:p>
          <a:p>
            <a:pPr eaLnBrk="1" hangingPunct="1">
              <a:lnSpc>
                <a:spcPct val="90000"/>
              </a:lnSpc>
            </a:pPr>
            <a:r>
              <a:rPr lang="en-US"/>
              <a:t>At the same time, the hot reservoir loses </a:t>
            </a:r>
            <a:r>
              <a:rPr lang="en-US" i="1"/>
              <a:t>Q</a:t>
            </a:r>
            <a:r>
              <a:rPr lang="en-US"/>
              <a:t> and its entropy changes by -</a:t>
            </a:r>
            <a:r>
              <a:rPr lang="en-US" i="1"/>
              <a:t>Q</a:t>
            </a:r>
            <a:r>
              <a:rPr lang="en-US"/>
              <a:t>/</a:t>
            </a:r>
            <a:r>
              <a:rPr lang="en-US" i="1"/>
              <a:t>T</a:t>
            </a:r>
            <a:r>
              <a:rPr lang="en-US" i="1" baseline="-25000"/>
              <a:t>h</a:t>
            </a:r>
          </a:p>
          <a:p>
            <a:pPr eaLnBrk="1" hangingPunct="1">
              <a:lnSpc>
                <a:spcPct val="90000"/>
              </a:lnSpc>
            </a:pPr>
            <a:r>
              <a:rPr lang="en-US"/>
              <a:t>Since </a:t>
            </a:r>
            <a:r>
              <a:rPr lang="en-US" i="1"/>
              <a:t>T</a:t>
            </a:r>
            <a:r>
              <a:rPr lang="en-US" i="1" baseline="-25000"/>
              <a:t>h</a:t>
            </a:r>
            <a:r>
              <a:rPr lang="en-US"/>
              <a:t> &gt; </a:t>
            </a:r>
            <a:r>
              <a:rPr lang="en-US" i="1"/>
              <a:t>T</a:t>
            </a:r>
            <a:r>
              <a:rPr lang="en-US" i="1" baseline="-25000"/>
              <a:t>c </a:t>
            </a:r>
            <a:r>
              <a:rPr lang="en-US"/>
              <a:t>, the increase in entropy in the cold reservoir is greater than the decrease in entropy in the hot reservoir</a:t>
            </a:r>
          </a:p>
          <a:p>
            <a:pPr eaLnBrk="1" hangingPunct="1">
              <a:lnSpc>
                <a:spcPct val="90000"/>
              </a:lnSpc>
            </a:pPr>
            <a:r>
              <a:rPr lang="en-US"/>
              <a:t>Therefore, </a:t>
            </a:r>
            <a:r>
              <a:rPr lang="en-US">
                <a:latin typeface="Symbol" pitchFamily="18" charset="2"/>
              </a:rPr>
              <a:t>D</a:t>
            </a:r>
            <a:r>
              <a:rPr lang="en-US" i="1"/>
              <a:t>S</a:t>
            </a:r>
            <a:r>
              <a:rPr lang="en-US" i="1" baseline="-25000"/>
              <a:t>U</a:t>
            </a:r>
            <a:r>
              <a:rPr lang="en-US"/>
              <a:t> &gt; 0</a:t>
            </a:r>
          </a:p>
          <a:p>
            <a:pPr lvl="1" eaLnBrk="1" hangingPunct="1">
              <a:lnSpc>
                <a:spcPct val="90000"/>
              </a:lnSpc>
            </a:pPr>
            <a:r>
              <a:rPr lang="en-US"/>
              <a:t>For the system and the Universe</a:t>
            </a:r>
          </a:p>
          <a:p>
            <a:pPr eaLnBrk="1" hangingPunct="1">
              <a:lnSpc>
                <a:spcPct val="90000"/>
              </a:lnSpc>
            </a:pPr>
            <a:endParaRPr lang="en-US"/>
          </a:p>
        </p:txBody>
      </p:sp>
    </p:spTree>
    <p:extLst>
      <p:ext uri="{BB962C8B-B14F-4D97-AF65-F5344CB8AC3E}">
        <p14:creationId xmlns:p14="http://schemas.microsoft.com/office/powerpoint/2010/main" val="8727333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3" name="Rectangle 2"/>
          <p:cNvSpPr>
            <a:spLocks noGrp="1" noChangeArrowheads="1"/>
          </p:cNvSpPr>
          <p:nvPr>
            <p:ph type="title"/>
          </p:nvPr>
        </p:nvSpPr>
        <p:spPr/>
        <p:txBody>
          <a:bodyPr/>
          <a:lstStyle/>
          <a:p>
            <a:pPr eaLnBrk="1" hangingPunct="1"/>
            <a:r>
              <a:rPr lang="en-US">
                <a:latin typeface="Symbol" pitchFamily="18" charset="2"/>
              </a:rPr>
              <a:t>D</a:t>
            </a:r>
            <a:r>
              <a:rPr lang="en-US" i="1"/>
              <a:t>S</a:t>
            </a:r>
            <a:r>
              <a:rPr lang="en-US"/>
              <a:t> in a Free Expansion</a:t>
            </a:r>
          </a:p>
        </p:txBody>
      </p:sp>
      <p:sp>
        <p:nvSpPr>
          <p:cNvPr id="5124" name="Rectangle 3"/>
          <p:cNvSpPr>
            <a:spLocks noGrp="1" noChangeArrowheads="1"/>
          </p:cNvSpPr>
          <p:nvPr>
            <p:ph type="body" idx="1"/>
          </p:nvPr>
        </p:nvSpPr>
        <p:spPr/>
        <p:txBody>
          <a:bodyPr/>
          <a:lstStyle/>
          <a:p>
            <a:pPr eaLnBrk="1" hangingPunct="1"/>
            <a:r>
              <a:rPr lang="en-US"/>
              <a:t>Consider an adiabatic free expansion</a:t>
            </a:r>
          </a:p>
          <a:p>
            <a:pPr eaLnBrk="1" hangingPunct="1"/>
            <a:r>
              <a:rPr lang="en-US" i="1"/>
              <a:t>Q</a:t>
            </a:r>
            <a:r>
              <a:rPr lang="en-US"/>
              <a:t> = 0 but cannot be used since that is for an irreversible process</a:t>
            </a:r>
          </a:p>
          <a:p>
            <a:pPr eaLnBrk="1" hangingPunct="1"/>
            <a:endParaRPr lang="en-US"/>
          </a:p>
          <a:p>
            <a:pPr eaLnBrk="1" hangingPunct="1"/>
            <a:endParaRPr lang="en-US"/>
          </a:p>
          <a:p>
            <a:pPr eaLnBrk="1" hangingPunct="1">
              <a:buFontTx/>
              <a:buNone/>
            </a:pPr>
            <a:endParaRPr lang="en-US"/>
          </a:p>
          <a:p>
            <a:pPr eaLnBrk="1" hangingPunct="1"/>
            <a:endParaRPr lang="en-US"/>
          </a:p>
        </p:txBody>
      </p:sp>
      <p:graphicFrame>
        <p:nvGraphicFramePr>
          <p:cNvPr id="5122" name="Object 4"/>
          <p:cNvGraphicFramePr>
            <a:graphicFrameLocks noChangeAspect="1"/>
          </p:cNvGraphicFramePr>
          <p:nvPr/>
        </p:nvGraphicFramePr>
        <p:xfrm>
          <a:off x="3841751" y="3886200"/>
          <a:ext cx="4506913" cy="1163638"/>
        </p:xfrm>
        <a:graphic>
          <a:graphicData uri="http://schemas.openxmlformats.org/presentationml/2006/ole">
            <mc:AlternateContent xmlns:mc="http://schemas.openxmlformats.org/markup-compatibility/2006">
              <mc:Choice xmlns:v="urn:schemas-microsoft-com:vml" Requires="v">
                <p:oleObj name="Equation" r:id="rId2" imgW="1523880" imgH="393480" progId="Equation.DSMT4">
                  <p:embed/>
                </p:oleObj>
              </mc:Choice>
              <mc:Fallback>
                <p:oleObj name="Equation" r:id="rId2" imgW="1523880" imgH="393480" progId="Equation.DSMT4">
                  <p:embed/>
                  <p:pic>
                    <p:nvPicPr>
                      <p:cNvPr id="5122" name="Object 4"/>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841751" y="3886200"/>
                        <a:ext cx="4506913" cy="1163638"/>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Tree>
    <p:extLst>
      <p:ext uri="{BB962C8B-B14F-4D97-AF65-F5344CB8AC3E}">
        <p14:creationId xmlns:p14="http://schemas.microsoft.com/office/powerpoint/2010/main" val="89621433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7" name="Rectangle 2"/>
          <p:cNvSpPr>
            <a:spLocks noGrp="1" noChangeArrowheads="1"/>
          </p:cNvSpPr>
          <p:nvPr>
            <p:ph type="title"/>
          </p:nvPr>
        </p:nvSpPr>
        <p:spPr/>
        <p:txBody>
          <a:bodyPr/>
          <a:lstStyle/>
          <a:p>
            <a:pPr eaLnBrk="1" hangingPunct="1"/>
            <a:r>
              <a:rPr lang="en-US">
                <a:latin typeface="Symbol" pitchFamily="18" charset="2"/>
              </a:rPr>
              <a:t>D</a:t>
            </a:r>
            <a:r>
              <a:rPr lang="en-US" i="1"/>
              <a:t>S</a:t>
            </a:r>
            <a:r>
              <a:rPr lang="en-US"/>
              <a:t> in Free Expansion, cont</a:t>
            </a:r>
          </a:p>
        </p:txBody>
      </p:sp>
      <p:sp>
        <p:nvSpPr>
          <p:cNvPr id="6148" name="Rectangle 3"/>
          <p:cNvSpPr>
            <a:spLocks noGrp="1" noChangeArrowheads="1"/>
          </p:cNvSpPr>
          <p:nvPr>
            <p:ph type="body" idx="1"/>
          </p:nvPr>
        </p:nvSpPr>
        <p:spPr/>
        <p:txBody>
          <a:bodyPr/>
          <a:lstStyle/>
          <a:p>
            <a:pPr eaLnBrk="1" hangingPunct="1">
              <a:lnSpc>
                <a:spcPct val="90000"/>
              </a:lnSpc>
            </a:pPr>
            <a:r>
              <a:rPr lang="en-US"/>
              <a:t>For an isothermal process, this becomes</a:t>
            </a:r>
          </a:p>
          <a:p>
            <a:pPr eaLnBrk="1" hangingPunct="1">
              <a:lnSpc>
                <a:spcPct val="90000"/>
              </a:lnSpc>
            </a:pPr>
            <a:endParaRPr lang="en-US"/>
          </a:p>
          <a:p>
            <a:pPr eaLnBrk="1" hangingPunct="1">
              <a:lnSpc>
                <a:spcPct val="90000"/>
              </a:lnSpc>
            </a:pPr>
            <a:endParaRPr lang="en-US"/>
          </a:p>
          <a:p>
            <a:pPr eaLnBrk="1" hangingPunct="1">
              <a:lnSpc>
                <a:spcPct val="90000"/>
              </a:lnSpc>
            </a:pPr>
            <a:r>
              <a:rPr lang="en-US"/>
              <a:t>Since </a:t>
            </a:r>
            <a:r>
              <a:rPr lang="en-US" i="1"/>
              <a:t>V</a:t>
            </a:r>
            <a:r>
              <a:rPr lang="en-US" i="1" baseline="-25000"/>
              <a:t>f</a:t>
            </a:r>
            <a:r>
              <a:rPr lang="en-US"/>
              <a:t> &gt; </a:t>
            </a:r>
            <a:r>
              <a:rPr lang="en-US" i="1"/>
              <a:t>V</a:t>
            </a:r>
            <a:r>
              <a:rPr lang="en-US" i="1" baseline="-25000"/>
              <a:t>i </a:t>
            </a:r>
            <a:r>
              <a:rPr lang="en-US"/>
              <a:t>, </a:t>
            </a:r>
            <a:r>
              <a:rPr lang="en-US">
                <a:latin typeface="Symbol" pitchFamily="18" charset="2"/>
              </a:rPr>
              <a:t>D</a:t>
            </a:r>
            <a:r>
              <a:rPr lang="en-US" i="1"/>
              <a:t>S</a:t>
            </a:r>
            <a:r>
              <a:rPr lang="en-US"/>
              <a:t> is positive</a:t>
            </a:r>
          </a:p>
          <a:p>
            <a:pPr eaLnBrk="1" hangingPunct="1">
              <a:lnSpc>
                <a:spcPct val="90000"/>
              </a:lnSpc>
            </a:pPr>
            <a:r>
              <a:rPr lang="en-US"/>
              <a:t>This indicates that both the entropy and the disorder of the gas increase as a result of the irreversible adiabatic expansion </a:t>
            </a:r>
          </a:p>
        </p:txBody>
      </p:sp>
      <p:graphicFrame>
        <p:nvGraphicFramePr>
          <p:cNvPr id="6146" name="Object 4"/>
          <p:cNvGraphicFramePr>
            <a:graphicFrameLocks noChangeAspect="1"/>
          </p:cNvGraphicFramePr>
          <p:nvPr/>
        </p:nvGraphicFramePr>
        <p:xfrm>
          <a:off x="4892675" y="2198688"/>
          <a:ext cx="1981200" cy="1020762"/>
        </p:xfrm>
        <a:graphic>
          <a:graphicData uri="http://schemas.openxmlformats.org/presentationml/2006/ole">
            <mc:AlternateContent xmlns:mc="http://schemas.openxmlformats.org/markup-compatibility/2006">
              <mc:Choice xmlns:v="urn:schemas-microsoft-com:vml" Requires="v">
                <p:oleObj name="Equation" r:id="rId2" imgW="863280" imgH="444240" progId="Equation.DSMT4">
                  <p:embed/>
                </p:oleObj>
              </mc:Choice>
              <mc:Fallback>
                <p:oleObj name="Equation" r:id="rId2" imgW="863280" imgH="444240" progId="Equation.DSMT4">
                  <p:embed/>
                  <p:pic>
                    <p:nvPicPr>
                      <p:cNvPr id="6146" name="Object 4"/>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892675" y="2198688"/>
                        <a:ext cx="1981200" cy="1020762"/>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Tree>
    <p:extLst>
      <p:ext uri="{BB962C8B-B14F-4D97-AF65-F5344CB8AC3E}">
        <p14:creationId xmlns:p14="http://schemas.microsoft.com/office/powerpoint/2010/main" val="2664227592"/>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71" name="Rectangle 2"/>
          <p:cNvSpPr>
            <a:spLocks noGrp="1" noChangeArrowheads="1"/>
          </p:cNvSpPr>
          <p:nvPr>
            <p:ph type="title"/>
          </p:nvPr>
        </p:nvSpPr>
        <p:spPr/>
        <p:txBody>
          <a:bodyPr/>
          <a:lstStyle/>
          <a:p>
            <a:pPr eaLnBrk="1" hangingPunct="1"/>
            <a:r>
              <a:rPr lang="en-US">
                <a:latin typeface="Symbol" pitchFamily="18" charset="2"/>
              </a:rPr>
              <a:t>D</a:t>
            </a:r>
            <a:r>
              <a:rPr lang="en-US" i="1"/>
              <a:t>S</a:t>
            </a:r>
            <a:r>
              <a:rPr lang="en-US"/>
              <a:t> in Calorimetric Processes</a:t>
            </a:r>
          </a:p>
        </p:txBody>
      </p:sp>
      <p:sp>
        <p:nvSpPr>
          <p:cNvPr id="7172" name="Rectangle 3"/>
          <p:cNvSpPr>
            <a:spLocks noGrp="1" noChangeArrowheads="1"/>
          </p:cNvSpPr>
          <p:nvPr>
            <p:ph type="body" idx="1"/>
          </p:nvPr>
        </p:nvSpPr>
        <p:spPr/>
        <p:txBody>
          <a:bodyPr/>
          <a:lstStyle/>
          <a:p>
            <a:pPr eaLnBrk="1" hangingPunct="1">
              <a:lnSpc>
                <a:spcPct val="90000"/>
              </a:lnSpc>
            </a:pPr>
            <a:r>
              <a:rPr lang="en-US"/>
              <a:t>The process is irreversible because the system goes through a series of non-equilibrium states</a:t>
            </a:r>
          </a:p>
          <a:p>
            <a:pPr eaLnBrk="1" hangingPunct="1">
              <a:lnSpc>
                <a:spcPct val="90000"/>
              </a:lnSpc>
            </a:pPr>
            <a:r>
              <a:rPr lang="en-US"/>
              <a:t>Assuming the specific heats remain constant and no mixing takes place:</a:t>
            </a:r>
          </a:p>
          <a:p>
            <a:pPr eaLnBrk="1" hangingPunct="1">
              <a:lnSpc>
                <a:spcPct val="90000"/>
              </a:lnSpc>
            </a:pPr>
            <a:endParaRPr lang="en-US"/>
          </a:p>
          <a:p>
            <a:pPr eaLnBrk="1" hangingPunct="1">
              <a:lnSpc>
                <a:spcPct val="90000"/>
              </a:lnSpc>
            </a:pPr>
            <a:endParaRPr lang="en-US"/>
          </a:p>
          <a:p>
            <a:pPr lvl="1" eaLnBrk="1" hangingPunct="1">
              <a:lnSpc>
                <a:spcPct val="90000"/>
              </a:lnSpc>
            </a:pPr>
            <a:r>
              <a:rPr lang="en-US"/>
              <a:t>If mixing takes place, this result applies only to identical substances</a:t>
            </a:r>
          </a:p>
          <a:p>
            <a:pPr eaLnBrk="1" hangingPunct="1">
              <a:lnSpc>
                <a:spcPct val="90000"/>
              </a:lnSpc>
              <a:buFontTx/>
              <a:buNone/>
            </a:pPr>
            <a:r>
              <a:rPr lang="en-US">
                <a:latin typeface="Symbol" pitchFamily="18" charset="2"/>
              </a:rPr>
              <a:t>D</a:t>
            </a:r>
            <a:r>
              <a:rPr lang="en-US" i="1"/>
              <a:t>S</a:t>
            </a:r>
            <a:r>
              <a:rPr lang="en-US"/>
              <a:t> will be positive and the entropy of the Universe increases</a:t>
            </a:r>
          </a:p>
        </p:txBody>
      </p:sp>
      <p:graphicFrame>
        <p:nvGraphicFramePr>
          <p:cNvPr id="7170" name="Object 4"/>
          <p:cNvGraphicFramePr>
            <a:graphicFrameLocks noChangeAspect="1"/>
          </p:cNvGraphicFramePr>
          <p:nvPr/>
        </p:nvGraphicFramePr>
        <p:xfrm>
          <a:off x="4335464" y="3365501"/>
          <a:ext cx="3589337" cy="925513"/>
        </p:xfrm>
        <a:graphic>
          <a:graphicData uri="http://schemas.openxmlformats.org/presentationml/2006/ole">
            <mc:AlternateContent xmlns:mc="http://schemas.openxmlformats.org/markup-compatibility/2006">
              <mc:Choice xmlns:v="urn:schemas-microsoft-com:vml" Requires="v">
                <p:oleObj name="Equation" r:id="rId2" imgW="1726920" imgH="444240" progId="Equation.DSMT4">
                  <p:embed/>
                </p:oleObj>
              </mc:Choice>
              <mc:Fallback>
                <p:oleObj name="Equation" r:id="rId2" imgW="1726920" imgH="444240" progId="Equation.DSMT4">
                  <p:embed/>
                  <p:pic>
                    <p:nvPicPr>
                      <p:cNvPr id="7170" name="Object 4"/>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335464" y="3365501"/>
                        <a:ext cx="3589337" cy="925513"/>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Tree>
    <p:extLst>
      <p:ext uri="{BB962C8B-B14F-4D97-AF65-F5344CB8AC3E}">
        <p14:creationId xmlns:p14="http://schemas.microsoft.com/office/powerpoint/2010/main" val="126677480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6850" name="Slide Number Placeholder 5"/>
          <p:cNvSpPr>
            <a:spLocks noGrp="1"/>
          </p:cNvSpPr>
          <p:nvPr>
            <p:ph type="sldNum" sz="quarter" idx="12"/>
          </p:nvPr>
        </p:nvSpPr>
        <p:spPr>
          <a:noFill/>
        </p:spPr>
        <p:txBody>
          <a:bodyPr/>
          <a:lstStyle/>
          <a:p>
            <a:fld id="{C8DC7579-8A71-4CF2-8C80-54DAA6C21BFA}" type="slidenum">
              <a:rPr lang="en-US" smtClean="0"/>
              <a:pPr/>
              <a:t>27</a:t>
            </a:fld>
            <a:endParaRPr lang="en-US"/>
          </a:p>
        </p:txBody>
      </p:sp>
      <p:sp>
        <p:nvSpPr>
          <p:cNvPr id="206851" name="Rectangle 2"/>
          <p:cNvSpPr>
            <a:spLocks noGrp="1" noChangeArrowheads="1"/>
          </p:cNvSpPr>
          <p:nvPr>
            <p:ph type="title"/>
          </p:nvPr>
        </p:nvSpPr>
        <p:spPr/>
        <p:txBody>
          <a:bodyPr/>
          <a:lstStyle/>
          <a:p>
            <a:pPr eaLnBrk="1" hangingPunct="1"/>
            <a:r>
              <a:rPr lang="en-US"/>
              <a:t>Question 22.4</a:t>
            </a:r>
          </a:p>
        </p:txBody>
      </p:sp>
      <p:sp>
        <p:nvSpPr>
          <p:cNvPr id="206852" name="Rectangle 3"/>
          <p:cNvSpPr>
            <a:spLocks noGrp="1" noChangeArrowheads="1"/>
          </p:cNvSpPr>
          <p:nvPr>
            <p:ph type="body" idx="1"/>
          </p:nvPr>
        </p:nvSpPr>
        <p:spPr/>
        <p:txBody>
          <a:bodyPr>
            <a:normAutofit/>
          </a:bodyPr>
          <a:lstStyle/>
          <a:p>
            <a:pPr marL="609600" indent="-609600">
              <a:buNone/>
            </a:pPr>
            <a:r>
              <a:rPr lang="en-US" dirty="0"/>
              <a:t>Which two quantities are “state variables” meaning they are path independent?</a:t>
            </a:r>
          </a:p>
          <a:p>
            <a:pPr marL="609600" indent="-609600">
              <a:buFontTx/>
              <a:buAutoNum type="alphaLcParenR"/>
            </a:pPr>
            <a:r>
              <a:rPr lang="en-US" dirty="0">
                <a:sym typeface="Symbol" pitchFamily="18" charset="2"/>
              </a:rPr>
              <a:t>The change in internal energy and change in entropy</a:t>
            </a:r>
          </a:p>
          <a:p>
            <a:pPr marL="609600" indent="-609600">
              <a:buFontTx/>
              <a:buAutoNum type="alphaLcParenR"/>
            </a:pPr>
            <a:r>
              <a:rPr lang="en-US" dirty="0">
                <a:sym typeface="Symbol" pitchFamily="18" charset="2"/>
              </a:rPr>
              <a:t>The change in internal energy and work</a:t>
            </a:r>
          </a:p>
          <a:p>
            <a:pPr marL="609600" indent="-609600">
              <a:buFontTx/>
              <a:buAutoNum type="alphaLcParenR"/>
            </a:pPr>
            <a:r>
              <a:rPr lang="en-US" dirty="0">
                <a:sym typeface="Symbol" pitchFamily="18" charset="2"/>
              </a:rPr>
              <a:t>The change in internal energy and heat</a:t>
            </a:r>
          </a:p>
          <a:p>
            <a:pPr marL="609600" indent="-609600">
              <a:buFontTx/>
              <a:buAutoNum type="alphaLcParenR"/>
            </a:pPr>
            <a:r>
              <a:rPr lang="en-US" dirty="0">
                <a:sym typeface="Symbol" pitchFamily="18" charset="2"/>
              </a:rPr>
              <a:t>Heat and work</a:t>
            </a:r>
          </a:p>
          <a:p>
            <a:pPr marL="609600" indent="-609600">
              <a:buFontTx/>
              <a:buAutoNum type="alphaLcParenR"/>
            </a:pPr>
            <a:r>
              <a:rPr lang="en-US" dirty="0">
                <a:sym typeface="Symbol" pitchFamily="18" charset="2"/>
              </a:rPr>
              <a:t>The change in internal energy and mean free path</a:t>
            </a:r>
          </a:p>
        </p:txBody>
      </p:sp>
    </p:spTree>
    <p:extLst>
      <p:ext uri="{BB962C8B-B14F-4D97-AF65-F5344CB8AC3E}">
        <p14:creationId xmlns:p14="http://schemas.microsoft.com/office/powerpoint/2010/main" val="4053757444"/>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5346" name="Slide Number Placeholder 5"/>
          <p:cNvSpPr>
            <a:spLocks noGrp="1"/>
          </p:cNvSpPr>
          <p:nvPr>
            <p:ph type="sldNum" sz="quarter" idx="12"/>
          </p:nvPr>
        </p:nvSpPr>
        <p:spPr>
          <a:noFill/>
        </p:spPr>
        <p:txBody>
          <a:bodyPr/>
          <a:lstStyle/>
          <a:p>
            <a:fld id="{230DFF15-7384-41A0-9FCD-D051FFD3566A}" type="slidenum">
              <a:rPr lang="en-US" smtClean="0"/>
              <a:pPr/>
              <a:t>28</a:t>
            </a:fld>
            <a:endParaRPr lang="en-US"/>
          </a:p>
        </p:txBody>
      </p:sp>
      <p:sp>
        <p:nvSpPr>
          <p:cNvPr id="185347" name="Rectangle 2"/>
          <p:cNvSpPr>
            <a:spLocks noGrp="1" noChangeArrowheads="1"/>
          </p:cNvSpPr>
          <p:nvPr>
            <p:ph type="title"/>
          </p:nvPr>
        </p:nvSpPr>
        <p:spPr/>
        <p:txBody>
          <a:bodyPr/>
          <a:lstStyle/>
          <a:p>
            <a:pPr eaLnBrk="1" hangingPunct="1"/>
            <a:r>
              <a:rPr lang="en-US"/>
              <a:t>Question 20.8</a:t>
            </a:r>
          </a:p>
        </p:txBody>
      </p:sp>
      <p:sp>
        <p:nvSpPr>
          <p:cNvPr id="185348" name="Rectangle 3"/>
          <p:cNvSpPr>
            <a:spLocks noGrp="1" noChangeArrowheads="1"/>
          </p:cNvSpPr>
          <p:nvPr>
            <p:ph type="body" idx="1"/>
          </p:nvPr>
        </p:nvSpPr>
        <p:spPr/>
        <p:txBody>
          <a:bodyPr/>
          <a:lstStyle/>
          <a:p>
            <a:pPr marL="609600" indent="-609600">
              <a:buNone/>
            </a:pPr>
            <a:r>
              <a:rPr lang="en-US" dirty="0"/>
              <a:t>By observing a system we find that</a:t>
            </a:r>
          </a:p>
          <a:p>
            <a:pPr marL="609600" indent="-609600">
              <a:buNone/>
            </a:pPr>
            <a:r>
              <a:rPr lang="en-US" dirty="0"/>
              <a:t>                   </a:t>
            </a:r>
            <a:r>
              <a:rPr lang="en-US" dirty="0">
                <a:sym typeface="Symbol" pitchFamily="18" charset="2"/>
              </a:rPr>
              <a:t></a:t>
            </a:r>
            <a:r>
              <a:rPr lang="en-US" dirty="0" err="1"/>
              <a:t>E</a:t>
            </a:r>
            <a:r>
              <a:rPr lang="en-US" baseline="-25000" dirty="0" err="1"/>
              <a:t>int</a:t>
            </a:r>
            <a:r>
              <a:rPr lang="en-US" baseline="-25000" dirty="0"/>
              <a:t> </a:t>
            </a:r>
            <a:r>
              <a:rPr lang="en-US" dirty="0"/>
              <a:t>= 0</a:t>
            </a:r>
          </a:p>
          <a:p>
            <a:pPr marL="609600" indent="-609600">
              <a:buNone/>
            </a:pPr>
            <a:r>
              <a:rPr lang="en-US" dirty="0"/>
              <a:t>What might be the reason for this?</a:t>
            </a:r>
          </a:p>
          <a:p>
            <a:pPr marL="609600" indent="-609600">
              <a:buFontTx/>
              <a:buAutoNum type="alphaLcParenR"/>
            </a:pPr>
            <a:r>
              <a:rPr lang="en-US" dirty="0"/>
              <a:t>It is isolated</a:t>
            </a:r>
          </a:p>
          <a:p>
            <a:pPr marL="609600" indent="-609600">
              <a:buFontTx/>
              <a:buAutoNum type="alphaLcParenR"/>
            </a:pPr>
            <a:r>
              <a:rPr lang="en-US" dirty="0"/>
              <a:t>It is cyclic</a:t>
            </a:r>
          </a:p>
          <a:p>
            <a:pPr marL="609600" indent="-609600">
              <a:buFontTx/>
              <a:buAutoNum type="alphaLcParenR"/>
            </a:pPr>
            <a:r>
              <a:rPr lang="en-US" dirty="0"/>
              <a:t>It is isobaric</a:t>
            </a:r>
          </a:p>
          <a:p>
            <a:pPr marL="609600" indent="-609600">
              <a:buFontTx/>
              <a:buAutoNum type="alphaLcParenR"/>
            </a:pPr>
            <a:r>
              <a:rPr lang="en-US" dirty="0"/>
              <a:t>Can’t tell</a:t>
            </a:r>
          </a:p>
        </p:txBody>
      </p:sp>
    </p:spTree>
    <p:extLst>
      <p:ext uri="{BB962C8B-B14F-4D97-AF65-F5344CB8AC3E}">
        <p14:creationId xmlns:p14="http://schemas.microsoft.com/office/powerpoint/2010/main" val="3055023919"/>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50" name="Rectangle 2"/>
          <p:cNvSpPr>
            <a:spLocks noGrp="1" noChangeArrowheads="1"/>
          </p:cNvSpPr>
          <p:nvPr>
            <p:ph type="ctrTitle"/>
          </p:nvPr>
        </p:nvSpPr>
        <p:spPr/>
        <p:txBody>
          <a:bodyPr>
            <a:normAutofit/>
          </a:bodyPr>
          <a:lstStyle/>
          <a:p>
            <a:r>
              <a:rPr lang="en-US" sz="4000"/>
              <a:t>An Opinion on the Second Law of Thermodynamics and Mormon Thought</a:t>
            </a:r>
          </a:p>
        </p:txBody>
      </p:sp>
      <p:sp>
        <p:nvSpPr>
          <p:cNvPr id="2051" name="Rectangle 3"/>
          <p:cNvSpPr>
            <a:spLocks noGrp="1" noChangeArrowheads="1"/>
          </p:cNvSpPr>
          <p:nvPr>
            <p:ph type="subTitle" idx="1"/>
          </p:nvPr>
        </p:nvSpPr>
        <p:spPr/>
        <p:txBody>
          <a:bodyPr/>
          <a:lstStyle/>
          <a:p>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2" name="Rectangle 2"/>
          <p:cNvSpPr>
            <a:spLocks noGrp="1" noChangeArrowheads="1"/>
          </p:cNvSpPr>
          <p:nvPr>
            <p:ph type="title"/>
          </p:nvPr>
        </p:nvSpPr>
        <p:spPr/>
        <p:txBody>
          <a:bodyPr/>
          <a:lstStyle/>
          <a:p>
            <a:r>
              <a:rPr lang="en-US"/>
              <a:t>Warning</a:t>
            </a:r>
          </a:p>
        </p:txBody>
      </p:sp>
      <p:sp>
        <p:nvSpPr>
          <p:cNvPr id="5123" name="Rectangle 3"/>
          <p:cNvSpPr>
            <a:spLocks noGrp="1" noChangeArrowheads="1"/>
          </p:cNvSpPr>
          <p:nvPr>
            <p:ph type="body" idx="1"/>
          </p:nvPr>
        </p:nvSpPr>
        <p:spPr/>
        <p:txBody>
          <a:bodyPr/>
          <a:lstStyle/>
          <a:p>
            <a:r>
              <a:rPr lang="en-US"/>
              <a:t>This is not an official statement of doctrine</a:t>
            </a:r>
          </a:p>
          <a:p>
            <a:r>
              <a:rPr lang="en-US"/>
              <a:t>This is an answer to a question that many scientists must face from colleagues who will try to attack their faith using the principals of thermodynamics</a:t>
            </a:r>
          </a:p>
          <a:p>
            <a:pPr lvl="1"/>
            <a:r>
              <a:rPr lang="en-US"/>
              <a:t>Official statements by the General Authorities supersede any opinions expressed here</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4" name="Rectangle 2"/>
          <p:cNvSpPr>
            <a:spLocks noGrp="1" noChangeArrowheads="1"/>
          </p:cNvSpPr>
          <p:nvPr>
            <p:ph type="title"/>
          </p:nvPr>
        </p:nvSpPr>
        <p:spPr/>
        <p:txBody>
          <a:bodyPr>
            <a:normAutofit/>
          </a:bodyPr>
          <a:lstStyle/>
          <a:p>
            <a:r>
              <a:rPr lang="en-US" sz="4000"/>
              <a:t>First Law: Conservation of Energy (and Mass)</a:t>
            </a:r>
          </a:p>
        </p:txBody>
      </p:sp>
      <p:sp>
        <p:nvSpPr>
          <p:cNvPr id="3075" name="Rectangle 3"/>
          <p:cNvSpPr>
            <a:spLocks noGrp="1" noChangeArrowheads="1"/>
          </p:cNvSpPr>
          <p:nvPr>
            <p:ph type="body" idx="1"/>
          </p:nvPr>
        </p:nvSpPr>
        <p:spPr/>
        <p:txBody>
          <a:bodyPr/>
          <a:lstStyle/>
          <a:p>
            <a:pPr>
              <a:lnSpc>
                <a:spcPct val="80000"/>
              </a:lnSpc>
            </a:pPr>
            <a:r>
              <a:rPr lang="en-US" sz="2000"/>
              <a:t>And there stood one among them that was like unto God, and he said unto those who were with him: We will go down, for there is space there, and we will take of these materials, and we will make an earth whereon these may dwell; (Abraham 3:24 )</a:t>
            </a:r>
          </a:p>
          <a:p>
            <a:pPr>
              <a:lnSpc>
                <a:spcPct val="80000"/>
              </a:lnSpc>
            </a:pPr>
            <a:endParaRPr lang="en-US" sz="2000"/>
          </a:p>
          <a:p>
            <a:pPr>
              <a:lnSpc>
                <a:spcPct val="80000"/>
              </a:lnSpc>
            </a:pPr>
            <a:r>
              <a:rPr lang="en-US" sz="2000"/>
              <a:t>You ask the learned doctors why the say the world was made out of nothing; and they will answer, ‘Doesn’t the Bible say He </a:t>
            </a:r>
            <a:r>
              <a:rPr lang="en-US" sz="2000" i="1"/>
              <a:t>created</a:t>
            </a:r>
            <a:r>
              <a:rPr lang="en-US" sz="2000"/>
              <a:t> the world?’ And they infer, from the word create, that it must have been made out of nothing. Now, the word create came from the word </a:t>
            </a:r>
            <a:r>
              <a:rPr lang="en-US" sz="2000" i="1"/>
              <a:t>baurau </a:t>
            </a:r>
            <a:r>
              <a:rPr lang="en-US" sz="2000"/>
              <a:t>which does not mean create out of nothing; it means to </a:t>
            </a:r>
            <a:r>
              <a:rPr lang="en-US" sz="2000" i="1"/>
              <a:t>organize</a:t>
            </a:r>
            <a:r>
              <a:rPr lang="en-US" sz="2000"/>
              <a:t>; the same as a man would organize materials and build a ship.  </a:t>
            </a:r>
          </a:p>
          <a:p>
            <a:pPr lvl="1">
              <a:lnSpc>
                <a:spcPct val="80000"/>
              </a:lnSpc>
            </a:pPr>
            <a:r>
              <a:rPr lang="en-US" sz="1800"/>
              <a:t>Joseph Smith, King Follett Discourse</a:t>
            </a:r>
          </a:p>
          <a:p>
            <a:pPr>
              <a:lnSpc>
                <a:spcPct val="80000"/>
              </a:lnSpc>
            </a:pPr>
            <a:endParaRPr lang="en-US" sz="2000"/>
          </a:p>
        </p:txBody>
      </p:sp>
      <p:sp>
        <p:nvSpPr>
          <p:cNvPr id="3076" name="AutoShape 4"/>
          <p:cNvSpPr>
            <a:spLocks noChangeArrowheads="1"/>
          </p:cNvSpPr>
          <p:nvPr/>
        </p:nvSpPr>
        <p:spPr bwMode="auto">
          <a:xfrm>
            <a:off x="1752600" y="5562600"/>
            <a:ext cx="8686800" cy="762000"/>
          </a:xfrm>
          <a:prstGeom prst="roundRect">
            <a:avLst>
              <a:gd name="adj" fmla="val 16667"/>
            </a:avLst>
          </a:prstGeom>
          <a:solidFill>
            <a:schemeClr val="accent1"/>
          </a:solidFill>
          <a:ln w="9525">
            <a:solidFill>
              <a:schemeClr val="tx1"/>
            </a:solidFill>
            <a:round/>
            <a:headEnd/>
            <a:tailEnd/>
          </a:ln>
          <a:effectLst/>
        </p:spPr>
        <p:txBody>
          <a:bodyPr wrap="none" anchor="ctr"/>
          <a:lstStyle/>
          <a:p>
            <a:pPr algn="ctr"/>
            <a:r>
              <a:rPr lang="en-US" dirty="0">
                <a:solidFill>
                  <a:schemeClr val="bg1"/>
                </a:solidFill>
              </a:rPr>
              <a:t>The idea of the first law of thermodynamics seems in harmony with LDS thought</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8" name="Rectangle 2"/>
          <p:cNvSpPr>
            <a:spLocks noGrp="1" noChangeArrowheads="1"/>
          </p:cNvSpPr>
          <p:nvPr>
            <p:ph type="title"/>
          </p:nvPr>
        </p:nvSpPr>
        <p:spPr/>
        <p:txBody>
          <a:bodyPr/>
          <a:lstStyle/>
          <a:p>
            <a:r>
              <a:rPr lang="en-US"/>
              <a:t>Second Law</a:t>
            </a:r>
          </a:p>
        </p:txBody>
      </p:sp>
      <p:sp>
        <p:nvSpPr>
          <p:cNvPr id="4099" name="Rectangle 3"/>
          <p:cNvSpPr>
            <a:spLocks noGrp="1" noChangeArrowheads="1"/>
          </p:cNvSpPr>
          <p:nvPr>
            <p:ph type="body" idx="1"/>
          </p:nvPr>
        </p:nvSpPr>
        <p:spPr>
          <a:xfrm>
            <a:off x="1981200" y="1600200"/>
            <a:ext cx="8229600" cy="3810000"/>
          </a:xfrm>
        </p:spPr>
        <p:txBody>
          <a:bodyPr/>
          <a:lstStyle/>
          <a:p>
            <a:pPr>
              <a:lnSpc>
                <a:spcPct val="90000"/>
              </a:lnSpc>
            </a:pPr>
            <a:r>
              <a:rPr lang="en-US" sz="2400"/>
              <a:t>Jacob Describes the conditions called for by the second law</a:t>
            </a:r>
          </a:p>
          <a:p>
            <a:pPr lvl="1">
              <a:lnSpc>
                <a:spcPct val="90000"/>
              </a:lnSpc>
            </a:pPr>
            <a:r>
              <a:rPr lang="en-US" sz="2000"/>
              <a:t>Wherefore, the first judgment which came upon man must needs have remained to an endless duration. And if so, this flesh must have laid down to rot and to crumble to its mother earth, to rise no more. (2 Nephi 9:7)</a:t>
            </a:r>
          </a:p>
          <a:p>
            <a:pPr lvl="1">
              <a:lnSpc>
                <a:spcPct val="90000"/>
              </a:lnSpc>
            </a:pPr>
            <a:r>
              <a:rPr lang="en-US" sz="2000"/>
              <a:t>And our spirits must have become like unto [Satain], and we become devils, angels to a devil, to be shut out from the presence of our God, and to remain with the father of lies, in misery, like unto himself.  (2 Nephi 9:9)</a:t>
            </a:r>
          </a:p>
          <a:p>
            <a:pPr lvl="1">
              <a:lnSpc>
                <a:spcPct val="90000"/>
              </a:lnSpc>
            </a:pPr>
            <a:endParaRPr lang="en-US" sz="2000"/>
          </a:p>
        </p:txBody>
      </p:sp>
      <p:sp>
        <p:nvSpPr>
          <p:cNvPr id="4100" name="AutoShape 4"/>
          <p:cNvSpPr>
            <a:spLocks noChangeArrowheads="1"/>
          </p:cNvSpPr>
          <p:nvPr/>
        </p:nvSpPr>
        <p:spPr bwMode="auto">
          <a:xfrm>
            <a:off x="1752600" y="5181600"/>
            <a:ext cx="8686800" cy="762000"/>
          </a:xfrm>
          <a:prstGeom prst="roundRect">
            <a:avLst>
              <a:gd name="adj" fmla="val 16667"/>
            </a:avLst>
          </a:prstGeom>
          <a:solidFill>
            <a:schemeClr val="accent1"/>
          </a:solidFill>
          <a:ln w="9525">
            <a:solidFill>
              <a:schemeClr val="tx1"/>
            </a:solidFill>
            <a:round/>
            <a:headEnd/>
            <a:tailEnd/>
          </a:ln>
          <a:effectLst/>
        </p:spPr>
        <p:txBody>
          <a:bodyPr wrap="none" anchor="ctr"/>
          <a:lstStyle/>
          <a:p>
            <a:pPr algn="ctr">
              <a:lnSpc>
                <a:spcPct val="90000"/>
              </a:lnSpc>
              <a:spcBef>
                <a:spcPct val="20000"/>
              </a:spcBef>
            </a:pPr>
            <a:r>
              <a:rPr lang="en-US" dirty="0">
                <a:solidFill>
                  <a:schemeClr val="bg1"/>
                </a:solidFill>
              </a:rPr>
              <a:t>We </a:t>
            </a:r>
            <a:r>
              <a:rPr lang="en-US" i="1" dirty="0">
                <a:solidFill>
                  <a:schemeClr val="bg1"/>
                </a:solidFill>
              </a:rPr>
              <a:t>also</a:t>
            </a:r>
            <a:r>
              <a:rPr lang="en-US" dirty="0">
                <a:solidFill>
                  <a:schemeClr val="bg1"/>
                </a:solidFill>
              </a:rPr>
              <a:t> seem to accept the concept of the second law as well</a:t>
            </a:r>
          </a:p>
          <a:p>
            <a:pPr algn="ctr">
              <a:lnSpc>
                <a:spcPct val="90000"/>
              </a:lnSpc>
              <a:spcBef>
                <a:spcPct val="20000"/>
              </a:spcBef>
            </a:pPr>
            <a:r>
              <a:rPr lang="en-US" dirty="0">
                <a:solidFill>
                  <a:schemeClr val="bg1"/>
                </a:solidFill>
              </a:rPr>
              <a:t>--This will be a surprise to our non-member friends</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Rectangle 2"/>
          <p:cNvSpPr>
            <a:spLocks noGrp="1" noChangeArrowheads="1"/>
          </p:cNvSpPr>
          <p:nvPr>
            <p:ph type="title"/>
          </p:nvPr>
        </p:nvSpPr>
        <p:spPr/>
        <p:txBody>
          <a:bodyPr/>
          <a:lstStyle/>
          <a:p>
            <a:r>
              <a:rPr lang="en-US" sz="2800"/>
              <a:t>Does Something Counter the Second Law </a:t>
            </a:r>
            <a:br>
              <a:rPr lang="en-US" sz="2800"/>
            </a:br>
            <a:r>
              <a:rPr lang="en-US" sz="2800"/>
              <a:t>(a Third Law of Thermodynamics)?</a:t>
            </a:r>
          </a:p>
        </p:txBody>
      </p:sp>
      <p:sp>
        <p:nvSpPr>
          <p:cNvPr id="6147" name="Rectangle 3"/>
          <p:cNvSpPr>
            <a:spLocks noGrp="1" noChangeArrowheads="1"/>
          </p:cNvSpPr>
          <p:nvPr>
            <p:ph type="body" idx="1"/>
          </p:nvPr>
        </p:nvSpPr>
        <p:spPr/>
        <p:txBody>
          <a:bodyPr/>
          <a:lstStyle/>
          <a:p>
            <a:pPr>
              <a:lnSpc>
                <a:spcPct val="80000"/>
              </a:lnSpc>
            </a:pPr>
            <a:r>
              <a:rPr lang="en-US" sz="2000" dirty="0"/>
              <a:t>Jacob describes another force not recognized by current scientific theory that counteracts this tendency to decay</a:t>
            </a:r>
          </a:p>
          <a:p>
            <a:pPr lvl="1">
              <a:lnSpc>
                <a:spcPct val="80000"/>
              </a:lnSpc>
            </a:pPr>
            <a:r>
              <a:rPr lang="en-US" sz="1600" dirty="0"/>
              <a:t>Wherefore, it must needs be an infinite atonement—save it should be an infinite atonement this corruption could not put on incorruption. Wherefore, the first judgment which came upon man must needs have remained to an endless duration. And if so, this flesh must have laid down to rot and to crumble to its mother earth, to rise no more. (2 Nephi 9:7-8)</a:t>
            </a:r>
          </a:p>
          <a:p>
            <a:pPr lvl="1">
              <a:lnSpc>
                <a:spcPct val="80000"/>
              </a:lnSpc>
            </a:pPr>
            <a:r>
              <a:rPr lang="en-US" sz="1600" dirty="0"/>
              <a:t>O how great the goodness of our God, who </a:t>
            </a:r>
            <a:r>
              <a:rPr lang="en-US" sz="1600" dirty="0" err="1"/>
              <a:t>prepareth</a:t>
            </a:r>
            <a:r>
              <a:rPr lang="en-US" sz="1600" dirty="0"/>
              <a:t> a way for our escape from the grasp of this awful monster; yea, that monster, death and hell, which I call the death of the body, and also the death of the spirit. (2 Nephi 9:10)</a:t>
            </a:r>
          </a:p>
          <a:p>
            <a:pPr>
              <a:lnSpc>
                <a:spcPct val="80000"/>
              </a:lnSpc>
            </a:pPr>
            <a:r>
              <a:rPr lang="en-US" sz="2000" dirty="0"/>
              <a:t>Atonement means to bring together. This is an apt description of a process or law that would counter or balance the second law</a:t>
            </a:r>
            <a:r>
              <a:rPr lang="en-US" sz="1800" dirty="0"/>
              <a:t> </a:t>
            </a:r>
          </a:p>
          <a:p>
            <a:pPr lvl="1">
              <a:lnSpc>
                <a:spcPct val="80000"/>
              </a:lnSpc>
            </a:pPr>
            <a:r>
              <a:rPr lang="en-US" sz="1600" dirty="0"/>
              <a:t>(Nibley, The meaning of the temple, reprinted in the Collected Works of Hugh Nibley: volume 12, Deseret Book, Salt Lake City, UT, 1992)</a:t>
            </a:r>
          </a:p>
          <a:p>
            <a:pPr>
              <a:lnSpc>
                <a:spcPct val="80000"/>
              </a:lnSpc>
            </a:pPr>
            <a:r>
              <a:rPr lang="en-US" sz="1800" dirty="0"/>
              <a:t>Since the atonement can only be accessed through Christ, it is not likely to be discovered in a laboratory, but is a very real, physical, process. (see for example Luke 24:39)</a:t>
            </a:r>
          </a:p>
          <a:p>
            <a:pPr>
              <a:lnSpc>
                <a:spcPct val="80000"/>
              </a:lnSpc>
            </a:pPr>
            <a:endParaRPr lang="en-US" sz="1800" dirty="0"/>
          </a:p>
          <a:p>
            <a:pPr>
              <a:lnSpc>
                <a:spcPct val="80000"/>
              </a:lnSpc>
            </a:pPr>
            <a:endParaRPr lang="en-US" sz="18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4B3B049-929F-8A23-FC89-28A2B47A97A6}"/>
              </a:ext>
            </a:extLst>
          </p:cNvPr>
          <p:cNvSpPr>
            <a:spLocks noGrp="1"/>
          </p:cNvSpPr>
          <p:nvPr>
            <p:ph type="ctrTitle"/>
          </p:nvPr>
        </p:nvSpPr>
        <p:spPr/>
        <p:txBody>
          <a:bodyPr/>
          <a:lstStyle/>
          <a:p>
            <a:r>
              <a:rPr lang="en-US" dirty="0"/>
              <a:t>END</a:t>
            </a:r>
          </a:p>
        </p:txBody>
      </p:sp>
      <p:sp>
        <p:nvSpPr>
          <p:cNvPr id="5" name="Subtitle 4">
            <a:extLst>
              <a:ext uri="{FF2B5EF4-FFF2-40B4-BE49-F238E27FC236}">
                <a16:creationId xmlns:a16="http://schemas.microsoft.com/office/drawing/2014/main" id="{27DDBEE6-B713-8919-FD2B-779C5509DCE0}"/>
              </a:ext>
            </a:extLst>
          </p:cNvPr>
          <p:cNvSpPr>
            <a:spLocks noGrp="1"/>
          </p:cNvSpPr>
          <p:nvPr>
            <p:ph type="subTitle" idx="1"/>
          </p:nvPr>
        </p:nvSpPr>
        <p:spPr/>
        <p:txBody>
          <a:bodyPr/>
          <a:lstStyle/>
          <a:p>
            <a:endParaRPr lang="en-US"/>
          </a:p>
        </p:txBody>
      </p:sp>
    </p:spTree>
    <p:extLst>
      <p:ext uri="{BB962C8B-B14F-4D97-AF65-F5344CB8AC3E}">
        <p14:creationId xmlns:p14="http://schemas.microsoft.com/office/powerpoint/2010/main" val="81218870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181</TotalTime>
  <Words>1610</Words>
  <Application>Microsoft Office PowerPoint</Application>
  <PresentationFormat>Widescreen</PresentationFormat>
  <Paragraphs>160</Paragraphs>
  <Slides>34</Slides>
  <Notes>0</Notes>
  <HiddenSlides>0</HiddenSlides>
  <MMClips>1</MMClips>
  <ScaleCrop>false</ScaleCrop>
  <HeadingPairs>
    <vt:vector size="8" baseType="variant">
      <vt:variant>
        <vt:lpstr>Fonts Used</vt:lpstr>
      </vt:variant>
      <vt:variant>
        <vt:i4>5</vt:i4>
      </vt:variant>
      <vt:variant>
        <vt:lpstr>Theme</vt:lpstr>
      </vt:variant>
      <vt:variant>
        <vt:i4>1</vt:i4>
      </vt:variant>
      <vt:variant>
        <vt:lpstr>Embedded OLE Servers</vt:lpstr>
      </vt:variant>
      <vt:variant>
        <vt:i4>1</vt:i4>
      </vt:variant>
      <vt:variant>
        <vt:lpstr>Slide Titles</vt:lpstr>
      </vt:variant>
      <vt:variant>
        <vt:i4>34</vt:i4>
      </vt:variant>
    </vt:vector>
  </HeadingPairs>
  <TitlesOfParts>
    <vt:vector size="41" baseType="lpstr">
      <vt:lpstr>Aptos</vt:lpstr>
      <vt:lpstr>Aptos Display</vt:lpstr>
      <vt:lpstr>Arial</vt:lpstr>
      <vt:lpstr>Cambria Math</vt:lpstr>
      <vt:lpstr>Symbol</vt:lpstr>
      <vt:lpstr>Office Theme</vt:lpstr>
      <vt:lpstr>Equation</vt:lpstr>
      <vt:lpstr>Lecture 39</vt:lpstr>
      <vt:lpstr>Question 123.16.1</vt:lpstr>
      <vt:lpstr>Question 123.16.0.1</vt:lpstr>
      <vt:lpstr>Question 123.16.0.2</vt:lpstr>
      <vt:lpstr>Question 123.16.1</vt:lpstr>
      <vt:lpstr>PowerPoint Presentation</vt:lpstr>
      <vt:lpstr>PowerPoint Presentation</vt:lpstr>
      <vt:lpstr>PowerPoint Presentation</vt:lpstr>
      <vt:lpstr>PowerPoint Presentation</vt:lpstr>
      <vt:lpstr>Probabilities: </vt:lpstr>
      <vt:lpstr>PowerPoint Presentation</vt:lpstr>
      <vt:lpstr>Question 123.16.2</vt:lpstr>
      <vt:lpstr>Entropy, Molecule Example Extended</vt:lpstr>
      <vt:lpstr>Adiabatic Free Expansion Again</vt:lpstr>
      <vt:lpstr>Entropy and Heat</vt:lpstr>
      <vt:lpstr>Entropy and Heat, cont</vt:lpstr>
      <vt:lpstr>More About Change in Entropy</vt:lpstr>
      <vt:lpstr>DS for a Quasi-Static, Reversible Process</vt:lpstr>
      <vt:lpstr>Entropy Changes in Irreversible Processes</vt:lpstr>
      <vt:lpstr>Entropy Changes in Irreversible Processes, cont</vt:lpstr>
      <vt:lpstr>Entropy Changes in Irreversible Processes, final</vt:lpstr>
      <vt:lpstr>Heat Death of the Universe</vt:lpstr>
      <vt:lpstr>DS in Thermal Conduction</vt:lpstr>
      <vt:lpstr>DS in a Free Expansion</vt:lpstr>
      <vt:lpstr>DS in Free Expansion, cont</vt:lpstr>
      <vt:lpstr>DS in Calorimetric Processes</vt:lpstr>
      <vt:lpstr>Question 22.4</vt:lpstr>
      <vt:lpstr>Question 20.8</vt:lpstr>
      <vt:lpstr>An Opinion on the Second Law of Thermodynamics and Mormon Thought</vt:lpstr>
      <vt:lpstr>Warning</vt:lpstr>
      <vt:lpstr>First Law: Conservation of Energy (and Mass)</vt:lpstr>
      <vt:lpstr>Second Law</vt:lpstr>
      <vt:lpstr>Does Something Counter the Second Law  (a Third Law of Thermodynamics)?</vt:lpstr>
      <vt:lpstr>END</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Lines, Todd</dc:creator>
  <cp:lastModifiedBy>Lines, Todd</cp:lastModifiedBy>
  <cp:revision>1</cp:revision>
  <dcterms:created xsi:type="dcterms:W3CDTF">2025-07-03T22:42:33Z</dcterms:created>
  <dcterms:modified xsi:type="dcterms:W3CDTF">2026-04-09T19:43:44Z</dcterms:modified>
</cp:coreProperties>
</file>