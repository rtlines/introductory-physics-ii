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sldIdLst>
    <p:sldId id="343" r:id="rId2"/>
    <p:sldId id="396" r:id="rId3"/>
    <p:sldId id="274" r:id="rId4"/>
    <p:sldId id="275" r:id="rId5"/>
    <p:sldId id="277" r:id="rId6"/>
    <p:sldId id="287" r:id="rId7"/>
    <p:sldId id="288" r:id="rId8"/>
    <p:sldId id="276" r:id="rId9"/>
    <p:sldId id="278" r:id="rId10"/>
    <p:sldId id="397" r:id="rId11"/>
    <p:sldId id="398" r:id="rId12"/>
    <p:sldId id="399" r:id="rId13"/>
    <p:sldId id="279" r:id="rId14"/>
    <p:sldId id="280" r:id="rId15"/>
    <p:sldId id="400" r:id="rId16"/>
    <p:sldId id="285" r:id="rId17"/>
    <p:sldId id="273" r:id="rId18"/>
    <p:sldId id="270" r:id="rId19"/>
    <p:sldId id="271" r:id="rId20"/>
    <p:sldId id="286" r:id="rId21"/>
    <p:sldId id="401" r:id="rId22"/>
    <p:sldId id="258" r:id="rId23"/>
    <p:sldId id="257" r:id="rId24"/>
    <p:sldId id="309" r:id="rId25"/>
    <p:sldId id="289" r:id="rId26"/>
    <p:sldId id="310" r:id="rId27"/>
    <p:sldId id="311" r:id="rId28"/>
    <p:sldId id="312" r:id="rId29"/>
    <p:sldId id="313" r:id="rId30"/>
    <p:sldId id="314" r:id="rId31"/>
    <p:sldId id="315" r:id="rId32"/>
    <p:sldId id="316" r:id="rId33"/>
    <p:sldId id="293" r:id="rId34"/>
    <p:sldId id="294" r:id="rId35"/>
    <p:sldId id="295" r:id="rId36"/>
    <p:sldId id="345" r:id="rId37"/>
    <p:sldId id="296" r:id="rId38"/>
    <p:sldId id="317" r:id="rId39"/>
    <p:sldId id="318" r:id="rId40"/>
    <p:sldId id="319" r:id="rId41"/>
    <p:sldId id="341" r:id="rId42"/>
    <p:sldId id="340" r:id="rId43"/>
    <p:sldId id="342" r:id="rId44"/>
    <p:sldId id="292" r:id="rId45"/>
    <p:sldId id="320" r:id="rId46"/>
    <p:sldId id="321" r:id="rId47"/>
    <p:sldId id="297" r:id="rId48"/>
    <p:sldId id="322" r:id="rId49"/>
    <p:sldId id="323" r:id="rId50"/>
    <p:sldId id="344" r:id="rId51"/>
    <p:sldId id="298" r:id="rId52"/>
    <p:sldId id="299" r:id="rId53"/>
    <p:sldId id="300" r:id="rId54"/>
    <p:sldId id="324" r:id="rId55"/>
    <p:sldId id="325" r:id="rId56"/>
    <p:sldId id="326" r:id="rId57"/>
    <p:sldId id="327" r:id="rId58"/>
    <p:sldId id="328" r:id="rId59"/>
    <p:sldId id="329" r:id="rId60"/>
    <p:sldId id="301" r:id="rId61"/>
    <p:sldId id="302" r:id="rId62"/>
    <p:sldId id="330" r:id="rId63"/>
    <p:sldId id="332" r:id="rId64"/>
    <p:sldId id="333" r:id="rId65"/>
    <p:sldId id="334" r:id="rId66"/>
    <p:sldId id="335" r:id="rId67"/>
    <p:sldId id="336" r:id="rId68"/>
    <p:sldId id="337" r:id="rId69"/>
    <p:sldId id="303" r:id="rId70"/>
    <p:sldId id="304" r:id="rId71"/>
    <p:sldId id="338" r:id="rId72"/>
    <p:sldId id="305" r:id="rId73"/>
    <p:sldId id="306" r:id="rId74"/>
    <p:sldId id="307" r:id="rId75"/>
    <p:sldId id="308" r:id="rId76"/>
    <p:sldId id="281" r:id="rId77"/>
    <p:sldId id="339" r:id="rId78"/>
    <p:sldId id="283" r:id="rId79"/>
    <p:sldId id="290" r:id="rId80"/>
    <p:sldId id="291" r:id="rId8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4B50B0-E13E-4E5A-B330-EAB87DF2D5EC}" v="1" dt="2026-09-18T14:29:35.2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148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88"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dd Lines" userId="afaf7c3a-e8aa-4568-882a-02ad8f9e19b0" providerId="ADAL" clId="{5FF5AC1B-ABA9-43D7-A1E3-2D92732CD6E2}"/>
    <pc:docChg chg="custSel addSld modSld sldOrd">
      <pc:chgData name="Todd Lines" userId="afaf7c3a-e8aa-4568-882a-02ad8f9e19b0" providerId="ADAL" clId="{5FF5AC1B-ABA9-43D7-A1E3-2D92732CD6E2}" dt="2026-09-18T19:39:15.027" v="30" actId="478"/>
      <pc:docMkLst>
        <pc:docMk/>
      </pc:docMkLst>
      <pc:sldChg chg="add">
        <pc:chgData name="Todd Lines" userId="afaf7c3a-e8aa-4568-882a-02ad8f9e19b0" providerId="ADAL" clId="{5FF5AC1B-ABA9-43D7-A1E3-2D92732CD6E2}" dt="2026-08-26T18:21:11.872" v="0"/>
        <pc:sldMkLst>
          <pc:docMk/>
          <pc:sldMk cId="3108924025" sldId="257"/>
        </pc:sldMkLst>
      </pc:sldChg>
      <pc:sldChg chg="add">
        <pc:chgData name="Todd Lines" userId="afaf7c3a-e8aa-4568-882a-02ad8f9e19b0" providerId="ADAL" clId="{5FF5AC1B-ABA9-43D7-A1E3-2D92732CD6E2}" dt="2026-08-26T18:21:11.872" v="0"/>
        <pc:sldMkLst>
          <pc:docMk/>
          <pc:sldMk cId="1765139758" sldId="258"/>
        </pc:sldMkLst>
      </pc:sldChg>
      <pc:sldChg chg="add">
        <pc:chgData name="Todd Lines" userId="afaf7c3a-e8aa-4568-882a-02ad8f9e19b0" providerId="ADAL" clId="{5FF5AC1B-ABA9-43D7-A1E3-2D92732CD6E2}" dt="2026-08-26T18:21:11.872" v="0"/>
        <pc:sldMkLst>
          <pc:docMk/>
          <pc:sldMk cId="2674272521" sldId="270"/>
        </pc:sldMkLst>
      </pc:sldChg>
      <pc:sldChg chg="add">
        <pc:chgData name="Todd Lines" userId="afaf7c3a-e8aa-4568-882a-02ad8f9e19b0" providerId="ADAL" clId="{5FF5AC1B-ABA9-43D7-A1E3-2D92732CD6E2}" dt="2026-08-26T18:21:11.872" v="0"/>
        <pc:sldMkLst>
          <pc:docMk/>
          <pc:sldMk cId="3489346234" sldId="271"/>
        </pc:sldMkLst>
      </pc:sldChg>
      <pc:sldChg chg="add">
        <pc:chgData name="Todd Lines" userId="afaf7c3a-e8aa-4568-882a-02ad8f9e19b0" providerId="ADAL" clId="{5FF5AC1B-ABA9-43D7-A1E3-2D92732CD6E2}" dt="2026-08-26T18:21:11.872" v="0"/>
        <pc:sldMkLst>
          <pc:docMk/>
          <pc:sldMk cId="1978645230" sldId="273"/>
        </pc:sldMkLst>
      </pc:sldChg>
      <pc:sldChg chg="add">
        <pc:chgData name="Todd Lines" userId="afaf7c3a-e8aa-4568-882a-02ad8f9e19b0" providerId="ADAL" clId="{5FF5AC1B-ABA9-43D7-A1E3-2D92732CD6E2}" dt="2026-08-26T18:21:11.872" v="0"/>
        <pc:sldMkLst>
          <pc:docMk/>
          <pc:sldMk cId="3204233579" sldId="274"/>
        </pc:sldMkLst>
      </pc:sldChg>
      <pc:sldChg chg="add">
        <pc:chgData name="Todd Lines" userId="afaf7c3a-e8aa-4568-882a-02ad8f9e19b0" providerId="ADAL" clId="{5FF5AC1B-ABA9-43D7-A1E3-2D92732CD6E2}" dt="2026-08-26T18:21:11.872" v="0"/>
        <pc:sldMkLst>
          <pc:docMk/>
          <pc:sldMk cId="2896065034" sldId="275"/>
        </pc:sldMkLst>
      </pc:sldChg>
      <pc:sldChg chg="add ord">
        <pc:chgData name="Todd Lines" userId="afaf7c3a-e8aa-4568-882a-02ad8f9e19b0" providerId="ADAL" clId="{5FF5AC1B-ABA9-43D7-A1E3-2D92732CD6E2}" dt="2026-09-18T14:16:21.215" v="8"/>
        <pc:sldMkLst>
          <pc:docMk/>
          <pc:sldMk cId="869177198" sldId="276"/>
        </pc:sldMkLst>
      </pc:sldChg>
      <pc:sldChg chg="add ord">
        <pc:chgData name="Todd Lines" userId="afaf7c3a-e8aa-4568-882a-02ad8f9e19b0" providerId="ADAL" clId="{5FF5AC1B-ABA9-43D7-A1E3-2D92732CD6E2}" dt="2026-09-18T14:16:03.540" v="4"/>
        <pc:sldMkLst>
          <pc:docMk/>
          <pc:sldMk cId="3246258852" sldId="277"/>
        </pc:sldMkLst>
      </pc:sldChg>
      <pc:sldChg chg="add">
        <pc:chgData name="Todd Lines" userId="afaf7c3a-e8aa-4568-882a-02ad8f9e19b0" providerId="ADAL" clId="{5FF5AC1B-ABA9-43D7-A1E3-2D92732CD6E2}" dt="2026-08-26T18:21:11.872" v="0"/>
        <pc:sldMkLst>
          <pc:docMk/>
          <pc:sldMk cId="1479243362" sldId="278"/>
        </pc:sldMkLst>
      </pc:sldChg>
      <pc:sldChg chg="add">
        <pc:chgData name="Todd Lines" userId="afaf7c3a-e8aa-4568-882a-02ad8f9e19b0" providerId="ADAL" clId="{5FF5AC1B-ABA9-43D7-A1E3-2D92732CD6E2}" dt="2026-08-26T18:21:11.872" v="0"/>
        <pc:sldMkLst>
          <pc:docMk/>
          <pc:sldMk cId="734559310" sldId="279"/>
        </pc:sldMkLst>
      </pc:sldChg>
      <pc:sldChg chg="add">
        <pc:chgData name="Todd Lines" userId="afaf7c3a-e8aa-4568-882a-02ad8f9e19b0" providerId="ADAL" clId="{5FF5AC1B-ABA9-43D7-A1E3-2D92732CD6E2}" dt="2026-08-26T18:21:11.872" v="0"/>
        <pc:sldMkLst>
          <pc:docMk/>
          <pc:sldMk cId="1879878545" sldId="280"/>
        </pc:sldMkLst>
      </pc:sldChg>
      <pc:sldChg chg="add">
        <pc:chgData name="Todd Lines" userId="afaf7c3a-e8aa-4568-882a-02ad8f9e19b0" providerId="ADAL" clId="{5FF5AC1B-ABA9-43D7-A1E3-2D92732CD6E2}" dt="2026-08-26T18:21:11.872" v="0"/>
        <pc:sldMkLst>
          <pc:docMk/>
          <pc:sldMk cId="426158122" sldId="285"/>
        </pc:sldMkLst>
      </pc:sldChg>
      <pc:sldChg chg="add">
        <pc:chgData name="Todd Lines" userId="afaf7c3a-e8aa-4568-882a-02ad8f9e19b0" providerId="ADAL" clId="{5FF5AC1B-ABA9-43D7-A1E3-2D92732CD6E2}" dt="2026-08-26T18:21:11.872" v="0"/>
        <pc:sldMkLst>
          <pc:docMk/>
          <pc:sldMk cId="2845883180" sldId="286"/>
        </pc:sldMkLst>
      </pc:sldChg>
      <pc:sldChg chg="add">
        <pc:chgData name="Todd Lines" userId="afaf7c3a-e8aa-4568-882a-02ad8f9e19b0" providerId="ADAL" clId="{5FF5AC1B-ABA9-43D7-A1E3-2D92732CD6E2}" dt="2026-08-26T18:21:11.872" v="0"/>
        <pc:sldMkLst>
          <pc:docMk/>
          <pc:sldMk cId="700434988" sldId="287"/>
        </pc:sldMkLst>
      </pc:sldChg>
      <pc:sldChg chg="add">
        <pc:chgData name="Todd Lines" userId="afaf7c3a-e8aa-4568-882a-02ad8f9e19b0" providerId="ADAL" clId="{5FF5AC1B-ABA9-43D7-A1E3-2D92732CD6E2}" dt="2026-08-26T18:21:11.872" v="0"/>
        <pc:sldMkLst>
          <pc:docMk/>
          <pc:sldMk cId="3921976112" sldId="288"/>
        </pc:sldMkLst>
      </pc:sldChg>
      <pc:sldChg chg="addSp delSp modSp mod">
        <pc:chgData name="Todd Lines" userId="afaf7c3a-e8aa-4568-882a-02ad8f9e19b0" providerId="ADAL" clId="{5FF5AC1B-ABA9-43D7-A1E3-2D92732CD6E2}" dt="2026-09-18T19:39:15.027" v="30" actId="478"/>
        <pc:sldMkLst>
          <pc:docMk/>
          <pc:sldMk cId="2540087810" sldId="309"/>
        </pc:sldMkLst>
        <pc:spChg chg="add del mod">
          <ac:chgData name="Todd Lines" userId="afaf7c3a-e8aa-4568-882a-02ad8f9e19b0" providerId="ADAL" clId="{5FF5AC1B-ABA9-43D7-A1E3-2D92732CD6E2}" dt="2026-09-18T19:39:15.027" v="30" actId="478"/>
          <ac:spMkLst>
            <pc:docMk/>
            <pc:sldMk cId="2540087810" sldId="309"/>
            <ac:spMk id="5" creationId="{12A7E8E3-96E4-F0E5-0C6C-22F960A0E9FC}"/>
          </ac:spMkLst>
        </pc:spChg>
        <pc:picChg chg="add del mod">
          <ac:chgData name="Todd Lines" userId="afaf7c3a-e8aa-4568-882a-02ad8f9e19b0" providerId="ADAL" clId="{5FF5AC1B-ABA9-43D7-A1E3-2D92732CD6E2}" dt="2026-09-18T19:38:37.421" v="21" actId="478"/>
          <ac:picMkLst>
            <pc:docMk/>
            <pc:sldMk cId="2540087810" sldId="309"/>
            <ac:picMk id="3" creationId="{682B3436-712B-866F-6F8F-F7CFB567B225}"/>
          </ac:picMkLst>
        </pc:picChg>
        <pc:picChg chg="mod">
          <ac:chgData name="Todd Lines" userId="afaf7c3a-e8aa-4568-882a-02ad8f9e19b0" providerId="ADAL" clId="{5FF5AC1B-ABA9-43D7-A1E3-2D92732CD6E2}" dt="2026-09-18T19:38:32.757" v="18" actId="1076"/>
          <ac:picMkLst>
            <pc:docMk/>
            <pc:sldMk cId="2540087810" sldId="309"/>
            <ac:picMk id="49159" creationId="{00000000-0000-0000-0000-000000000000}"/>
          </ac:picMkLst>
        </pc:picChg>
      </pc:sldChg>
      <pc:sldChg chg="addSp delSp modSp mod">
        <pc:chgData name="Todd Lines" userId="afaf7c3a-e8aa-4568-882a-02ad8f9e19b0" providerId="ADAL" clId="{5FF5AC1B-ABA9-43D7-A1E3-2D92732CD6E2}" dt="2026-09-18T14:30:15.196" v="15" actId="21"/>
        <pc:sldMkLst>
          <pc:docMk/>
          <pc:sldMk cId="2224883554" sldId="313"/>
        </pc:sldMkLst>
        <pc:spChg chg="add mod">
          <ac:chgData name="Todd Lines" userId="afaf7c3a-e8aa-4568-882a-02ad8f9e19b0" providerId="ADAL" clId="{5FF5AC1B-ABA9-43D7-A1E3-2D92732CD6E2}" dt="2026-09-18T14:29:59.968" v="13" actId="1035"/>
          <ac:spMkLst>
            <pc:docMk/>
            <pc:sldMk cId="2224883554" sldId="313"/>
            <ac:spMk id="2" creationId="{42E748ED-C778-24F2-890D-4B780881579A}"/>
          </ac:spMkLst>
        </pc:spChg>
        <pc:picChg chg="add del">
          <ac:chgData name="Todd Lines" userId="afaf7c3a-e8aa-4568-882a-02ad8f9e19b0" providerId="ADAL" clId="{5FF5AC1B-ABA9-43D7-A1E3-2D92732CD6E2}" dt="2026-09-18T14:30:15.196" v="15" actId="21"/>
          <ac:picMkLst>
            <pc:docMk/>
            <pc:sldMk cId="2224883554" sldId="313"/>
            <ac:picMk id="4" creationId="{005021DA-27EE-45EA-3EEF-CD3C0110A391}"/>
          </ac:picMkLst>
        </pc:picChg>
      </pc:sldChg>
      <pc:sldChg chg="modSp mod">
        <pc:chgData name="Todd Lines" userId="afaf7c3a-e8aa-4568-882a-02ad8f9e19b0" providerId="ADAL" clId="{5FF5AC1B-ABA9-43D7-A1E3-2D92732CD6E2}" dt="2026-09-18T14:50:04.978" v="17" actId="20577"/>
        <pc:sldMkLst>
          <pc:docMk/>
          <pc:sldMk cId="2768598267" sldId="317"/>
        </pc:sldMkLst>
        <pc:spChg chg="mod">
          <ac:chgData name="Todd Lines" userId="afaf7c3a-e8aa-4568-882a-02ad8f9e19b0" providerId="ADAL" clId="{5FF5AC1B-ABA9-43D7-A1E3-2D92732CD6E2}" dt="2026-09-18T14:50:04.978" v="17" actId="20577"/>
          <ac:spMkLst>
            <pc:docMk/>
            <pc:sldMk cId="2768598267" sldId="317"/>
            <ac:spMk id="8200" creationId="{00000000-0000-0000-0000-000000000000}"/>
          </ac:spMkLst>
        </pc:spChg>
      </pc:sldChg>
      <pc:sldChg chg="modSp mod">
        <pc:chgData name="Todd Lines" userId="afaf7c3a-e8aa-4568-882a-02ad8f9e19b0" providerId="ADAL" clId="{5FF5AC1B-ABA9-43D7-A1E3-2D92732CD6E2}" dt="2026-08-26T18:30:18.513" v="2" actId="20577"/>
        <pc:sldMkLst>
          <pc:docMk/>
          <pc:sldMk cId="923575370" sldId="343"/>
        </pc:sldMkLst>
        <pc:spChg chg="mod">
          <ac:chgData name="Todd Lines" userId="afaf7c3a-e8aa-4568-882a-02ad8f9e19b0" providerId="ADAL" clId="{5FF5AC1B-ABA9-43D7-A1E3-2D92732CD6E2}" dt="2026-08-26T18:30:18.513" v="2" actId="20577"/>
          <ac:spMkLst>
            <pc:docMk/>
            <pc:sldMk cId="923575370" sldId="343"/>
            <ac:spMk id="2" creationId="{B0348031-827F-38BB-1D13-8F93B6BD8A5A}"/>
          </ac:spMkLst>
        </pc:spChg>
      </pc:sldChg>
      <pc:sldChg chg="add">
        <pc:chgData name="Todd Lines" userId="afaf7c3a-e8aa-4568-882a-02ad8f9e19b0" providerId="ADAL" clId="{5FF5AC1B-ABA9-43D7-A1E3-2D92732CD6E2}" dt="2026-08-26T18:21:11.872" v="0"/>
        <pc:sldMkLst>
          <pc:docMk/>
          <pc:sldMk cId="1864722044" sldId="396"/>
        </pc:sldMkLst>
      </pc:sldChg>
      <pc:sldChg chg="add">
        <pc:chgData name="Todd Lines" userId="afaf7c3a-e8aa-4568-882a-02ad8f9e19b0" providerId="ADAL" clId="{5FF5AC1B-ABA9-43D7-A1E3-2D92732CD6E2}" dt="2026-08-26T18:21:11.872" v="0"/>
        <pc:sldMkLst>
          <pc:docMk/>
          <pc:sldMk cId="2316295975" sldId="397"/>
        </pc:sldMkLst>
      </pc:sldChg>
      <pc:sldChg chg="add">
        <pc:chgData name="Todd Lines" userId="afaf7c3a-e8aa-4568-882a-02ad8f9e19b0" providerId="ADAL" clId="{5FF5AC1B-ABA9-43D7-A1E3-2D92732CD6E2}" dt="2026-08-26T18:21:11.872" v="0"/>
        <pc:sldMkLst>
          <pc:docMk/>
          <pc:sldMk cId="2250834013" sldId="398"/>
        </pc:sldMkLst>
      </pc:sldChg>
      <pc:sldChg chg="add">
        <pc:chgData name="Todd Lines" userId="afaf7c3a-e8aa-4568-882a-02ad8f9e19b0" providerId="ADAL" clId="{5FF5AC1B-ABA9-43D7-A1E3-2D92732CD6E2}" dt="2026-08-26T18:21:11.872" v="0"/>
        <pc:sldMkLst>
          <pc:docMk/>
          <pc:sldMk cId="2751792518" sldId="399"/>
        </pc:sldMkLst>
      </pc:sldChg>
      <pc:sldChg chg="add">
        <pc:chgData name="Todd Lines" userId="afaf7c3a-e8aa-4568-882a-02ad8f9e19b0" providerId="ADAL" clId="{5FF5AC1B-ABA9-43D7-A1E3-2D92732CD6E2}" dt="2026-08-26T18:21:11.872" v="0"/>
        <pc:sldMkLst>
          <pc:docMk/>
          <pc:sldMk cId="4237797791" sldId="400"/>
        </pc:sldMkLst>
      </pc:sldChg>
      <pc:sldChg chg="add">
        <pc:chgData name="Todd Lines" userId="afaf7c3a-e8aa-4568-882a-02ad8f9e19b0" providerId="ADAL" clId="{5FF5AC1B-ABA9-43D7-A1E3-2D92732CD6E2}" dt="2026-08-26T18:21:11.872" v="0"/>
        <pc:sldMkLst>
          <pc:docMk/>
          <pc:sldMk cId="1670918843" sldId="40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A2CA0F8-BD70-4694-BD56-6665D6FFBF3C}" type="datetimeFigureOut">
              <a:rPr lang="en-US" smtClean="0"/>
              <a:pPr/>
              <a:t>9/18/2026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3489AA8-7E2F-40B2-8B7D-8CA2E9EFC196}" type="slidenum">
              <a:rPr lang="en-US" smtClean="0"/>
              <a:pPr/>
              <a:t>‹#›</a:t>
            </a:fld>
            <a:endParaRPr lang="en-US"/>
          </a:p>
        </p:txBody>
      </p:sp>
    </p:spTree>
    <p:extLst>
      <p:ext uri="{BB962C8B-B14F-4D97-AF65-F5344CB8AC3E}">
        <p14:creationId xmlns:p14="http://schemas.microsoft.com/office/powerpoint/2010/main" val="3658032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29" name="Slide Image Placeholder 1"/>
          <p:cNvSpPr>
            <a:spLocks noGrp="1" noRot="1" noChangeAspect="1"/>
          </p:cNvSpPr>
          <p:nvPr>
            <p:ph type="sldImg"/>
          </p:nvPr>
        </p:nvSpPr>
        <p:spPr bwMode="auto">
          <a:noFill/>
          <a:ln>
            <a:solidFill>
              <a:srgbClr val="000000"/>
            </a:solidFill>
            <a:miter lim="800000"/>
            <a:headEnd/>
            <a:tailEnd/>
          </a:ln>
        </p:spPr>
      </p:sp>
      <p:sp>
        <p:nvSpPr>
          <p:cNvPr id="483330"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a:p>
        </p:txBody>
      </p:sp>
      <p:sp>
        <p:nvSpPr>
          <p:cNvPr id="483331"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8F86D75-E367-43A2-B6DF-15A7ED0B922B}" type="slidenum">
              <a:rPr lang="en-US"/>
              <a:pPr fontAlgn="base">
                <a:spcBef>
                  <a:spcPct val="0"/>
                </a:spcBef>
                <a:spcAft>
                  <a:spcPct val="0"/>
                </a:spcAft>
              </a:pPr>
              <a:t>55</a:t>
            </a:fld>
            <a:endParaRPr lang="en-US" dirty="0"/>
          </a:p>
        </p:txBody>
      </p:sp>
    </p:spTree>
    <p:extLst>
      <p:ext uri="{BB962C8B-B14F-4D97-AF65-F5344CB8AC3E}">
        <p14:creationId xmlns:p14="http://schemas.microsoft.com/office/powerpoint/2010/main" val="24200491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1" name="Slide Image Placeholder 1"/>
          <p:cNvSpPr>
            <a:spLocks noGrp="1" noRot="1" noChangeAspect="1"/>
          </p:cNvSpPr>
          <p:nvPr>
            <p:ph type="sldImg"/>
          </p:nvPr>
        </p:nvSpPr>
        <p:spPr bwMode="auto">
          <a:noFill/>
          <a:ln>
            <a:solidFill>
              <a:srgbClr val="000000"/>
            </a:solidFill>
            <a:miter lim="800000"/>
            <a:headEnd/>
            <a:tailEnd/>
          </a:ln>
        </p:spPr>
      </p:sp>
      <p:sp>
        <p:nvSpPr>
          <p:cNvPr id="486402"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a:p>
        </p:txBody>
      </p:sp>
      <p:sp>
        <p:nvSpPr>
          <p:cNvPr id="486403"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4C4A227C-E1E0-4E81-9FA8-CE169FC7D120}" type="slidenum">
              <a:rPr lang="en-US"/>
              <a:pPr fontAlgn="base">
                <a:spcBef>
                  <a:spcPct val="0"/>
                </a:spcBef>
                <a:spcAft>
                  <a:spcPct val="0"/>
                </a:spcAft>
              </a:pPr>
              <a:t>57</a:t>
            </a:fld>
            <a:endParaRPr lang="en-US" dirty="0"/>
          </a:p>
        </p:txBody>
      </p:sp>
    </p:spTree>
    <p:extLst>
      <p:ext uri="{BB962C8B-B14F-4D97-AF65-F5344CB8AC3E}">
        <p14:creationId xmlns:p14="http://schemas.microsoft.com/office/powerpoint/2010/main" val="39352003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49" name="Slide Image Placeholder 1"/>
          <p:cNvSpPr>
            <a:spLocks noGrp="1" noRot="1" noChangeAspect="1"/>
          </p:cNvSpPr>
          <p:nvPr>
            <p:ph type="sldImg"/>
          </p:nvPr>
        </p:nvSpPr>
        <p:spPr bwMode="auto">
          <a:noFill/>
          <a:ln>
            <a:solidFill>
              <a:srgbClr val="000000"/>
            </a:solidFill>
            <a:miter lim="800000"/>
            <a:headEnd/>
            <a:tailEnd/>
          </a:ln>
        </p:spPr>
      </p:sp>
      <p:sp>
        <p:nvSpPr>
          <p:cNvPr id="488450"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a:p>
        </p:txBody>
      </p:sp>
      <p:sp>
        <p:nvSpPr>
          <p:cNvPr id="488451"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1B871EA4-265B-4F34-BC43-0F00B897E940}" type="slidenum">
              <a:rPr lang="en-US"/>
              <a:pPr fontAlgn="base">
                <a:spcBef>
                  <a:spcPct val="0"/>
                </a:spcBef>
                <a:spcAft>
                  <a:spcPct val="0"/>
                </a:spcAft>
              </a:pPr>
              <a:t>58</a:t>
            </a:fld>
            <a:endParaRPr lang="en-US" dirty="0"/>
          </a:p>
        </p:txBody>
      </p:sp>
    </p:spTree>
    <p:extLst>
      <p:ext uri="{BB962C8B-B14F-4D97-AF65-F5344CB8AC3E}">
        <p14:creationId xmlns:p14="http://schemas.microsoft.com/office/powerpoint/2010/main" val="36771873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1363FC6-F0D5-4376-9B97-08D3CD3871A3}"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3AC77B-132B-4E14-98C3-60B9E946667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363FC6-F0D5-4376-9B97-08D3CD3871A3}"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3AC77B-132B-4E14-98C3-60B9E946667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363FC6-F0D5-4376-9B97-08D3CD3871A3}"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3AC77B-132B-4E14-98C3-60B9E946667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1363FC6-F0D5-4376-9B97-08D3CD3871A3}"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3AC77B-132B-4E14-98C3-60B9E946667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1363FC6-F0D5-4376-9B97-08D3CD3871A3}" type="datetimeFigureOut">
              <a:rPr lang="en-US" smtClean="0"/>
              <a:pPr/>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43AC77B-132B-4E14-98C3-60B9E946667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1363FC6-F0D5-4376-9B97-08D3CD3871A3}" type="datetimeFigureOut">
              <a:rPr lang="en-US" smtClean="0"/>
              <a:pPr/>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43AC77B-132B-4E14-98C3-60B9E946667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363FC6-F0D5-4376-9B97-08D3CD3871A3}" type="datetimeFigureOut">
              <a:rPr lang="en-US" smtClean="0"/>
              <a:pPr/>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43AC77B-132B-4E14-98C3-60B9E946667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363FC6-F0D5-4376-9B97-08D3CD3871A3}"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3AC77B-132B-4E14-98C3-60B9E946667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363FC6-F0D5-4376-9B97-08D3CD3871A3}"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3AC77B-132B-4E14-98C3-60B9E946667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363FC6-F0D5-4376-9B97-08D3CD3871A3}"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3AC77B-132B-4E14-98C3-60B9E946667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363FC6-F0D5-4376-9B97-08D3CD3871A3}"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3AC77B-132B-4E14-98C3-60B9E946667D}"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600200" y="0"/>
            <a:ext cx="64770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600200"/>
            <a:ext cx="4038600" cy="4525963"/>
          </a:xfrm>
        </p:spPr>
        <p:txBody>
          <a:bodyPr/>
          <a:lstStyle/>
          <a:p>
            <a:pPr lvl="0"/>
            <a:endParaRPr lang="en-US" noProof="0"/>
          </a:p>
        </p:txBody>
      </p:sp>
      <p:sp>
        <p:nvSpPr>
          <p:cNvPr id="5" name="Rectangle 4"/>
          <p:cNvSpPr>
            <a:spLocks noGrp="1" noChangeArrowheads="1"/>
          </p:cNvSpPr>
          <p:nvPr>
            <p:ph type="dt" sz="half" idx="10"/>
          </p:nvPr>
        </p:nvSpPr>
        <p:spPr/>
        <p:txBody>
          <a:bodyPr/>
          <a:lstStyle>
            <a:lvl1pPr>
              <a:defRPr/>
            </a:lvl1pPr>
          </a:lstStyle>
          <a:p>
            <a:pPr>
              <a:defRPr/>
            </a:pPr>
            <a:r>
              <a:rPr lang="en-US"/>
              <a:t>Winter 2007</a:t>
            </a:r>
          </a:p>
        </p:txBody>
      </p:sp>
      <p:sp>
        <p:nvSpPr>
          <p:cNvPr id="6" name="Rectangle 5"/>
          <p:cNvSpPr>
            <a:spLocks noGrp="1" noChangeArrowheads="1"/>
          </p:cNvSpPr>
          <p:nvPr>
            <p:ph type="ftr" sz="quarter" idx="11"/>
          </p:nvPr>
        </p:nvSpPr>
        <p:spPr/>
        <p:txBody>
          <a:bodyPr/>
          <a:lstStyle>
            <a:lvl1pPr>
              <a:defRPr/>
            </a:lvl1pPr>
          </a:lstStyle>
          <a:p>
            <a:pPr>
              <a:defRPr/>
            </a:pPr>
            <a:r>
              <a:rPr lang="en-US"/>
              <a:t>R. Todd Lines</a:t>
            </a:r>
          </a:p>
        </p:txBody>
      </p:sp>
      <p:sp>
        <p:nvSpPr>
          <p:cNvPr id="7" name="Rectangle 6"/>
          <p:cNvSpPr>
            <a:spLocks noGrp="1" noChangeArrowheads="1"/>
          </p:cNvSpPr>
          <p:nvPr>
            <p:ph type="sldNum" sz="quarter" idx="12"/>
          </p:nvPr>
        </p:nvSpPr>
        <p:spPr/>
        <p:txBody>
          <a:bodyPr/>
          <a:lstStyle>
            <a:lvl1pPr>
              <a:defRPr/>
            </a:lvl1pPr>
          </a:lstStyle>
          <a:p>
            <a:pPr>
              <a:defRPr/>
            </a:pPr>
            <a:fld id="{062DE290-74FB-4D07-887E-CE0DE2BEF64E}" type="slidenum">
              <a:rPr lang="en-US"/>
              <a:pPr>
                <a:defRPr/>
              </a:pPr>
              <a:t>‹#›</a:t>
            </a:fld>
            <a:endParaRPr lang="en-US"/>
          </a:p>
        </p:txBody>
      </p:sp>
    </p:spTree>
    <p:extLst>
      <p:ext uri="{BB962C8B-B14F-4D97-AF65-F5344CB8AC3E}">
        <p14:creationId xmlns:p14="http://schemas.microsoft.com/office/powerpoint/2010/main" val="1826003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363FC6-F0D5-4376-9B97-08D3CD3871A3}" type="datetimeFigureOut">
              <a:rPr lang="en-US" smtClean="0"/>
              <a:pPr/>
              <a:t>9/18/2026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3AC77B-132B-4E14-98C3-60B9E946667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image" Target="../media/image6.wmf"/><Relationship Id="rId5" Type="http://schemas.openxmlformats.org/officeDocument/2006/relationships/oleObject" Target="../embeddings/oleObject3.bin"/><Relationship Id="rId4" Type="http://schemas.openxmlformats.org/officeDocument/2006/relationships/image" Target="../media/image5.emf"/></Relationships>
</file>

<file path=ppt/slides/_rels/slide17.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image" Target="../media/image15.emf"/><Relationship Id="rId1" Type="http://schemas.openxmlformats.org/officeDocument/2006/relationships/slideLayout" Target="../slideLayouts/slideLayout2.xml"/><Relationship Id="rId6" Type="http://schemas.openxmlformats.org/officeDocument/2006/relationships/image" Target="../media/image18.wmf"/><Relationship Id="rId5" Type="http://schemas.openxmlformats.org/officeDocument/2006/relationships/oleObject" Target="../embeddings/oleObject5.bin"/><Relationship Id="rId4" Type="http://schemas.openxmlformats.org/officeDocument/2006/relationships/image" Target="../media/image17.wmf"/></Relationships>
</file>

<file path=ppt/slides/_rels/slide39.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image" Target="../media/image19.wmf"/><Relationship Id="rId7" Type="http://schemas.openxmlformats.org/officeDocument/2006/relationships/oleObject" Target="../embeddings/oleObject8.bin"/><Relationship Id="rId12" Type="http://schemas.openxmlformats.org/officeDocument/2006/relationships/image" Target="../media/image23.wmf"/><Relationship Id="rId2" Type="http://schemas.openxmlformats.org/officeDocument/2006/relationships/oleObject" Target="../embeddings/oleObject6.bin"/><Relationship Id="rId1" Type="http://schemas.openxmlformats.org/officeDocument/2006/relationships/slideLayout" Target="../slideLayouts/slideLayout2.xml"/><Relationship Id="rId6" Type="http://schemas.openxmlformats.org/officeDocument/2006/relationships/image" Target="../media/image20.wmf"/><Relationship Id="rId11" Type="http://schemas.openxmlformats.org/officeDocument/2006/relationships/oleObject" Target="../embeddings/oleObject10.bin"/><Relationship Id="rId5" Type="http://schemas.openxmlformats.org/officeDocument/2006/relationships/oleObject" Target="../embeddings/oleObject7.bin"/><Relationship Id="rId10" Type="http://schemas.openxmlformats.org/officeDocument/2006/relationships/image" Target="../media/image22.wmf"/><Relationship Id="rId4" Type="http://schemas.openxmlformats.org/officeDocument/2006/relationships/image" Target="../media/image16.emf"/><Relationship Id="rId9" Type="http://schemas.openxmlformats.org/officeDocument/2006/relationships/oleObject" Target="../embeddings/oleObject9.bin"/></Relationships>
</file>

<file path=ppt/slides/_rels/slide40.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slideLayout" Target="../slideLayouts/slideLayout2.xml"/><Relationship Id="rId1" Type="http://schemas.openxmlformats.org/officeDocument/2006/relationships/video" Target="https://www.youtube.com/embed/6l2vSsavVZs"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9.emf"/><Relationship Id="rId7" Type="http://schemas.openxmlformats.org/officeDocument/2006/relationships/image" Target="../media/image31.wmf"/><Relationship Id="rId2" Type="http://schemas.openxmlformats.org/officeDocument/2006/relationships/image" Target="../media/image28.emf"/><Relationship Id="rId1" Type="http://schemas.openxmlformats.org/officeDocument/2006/relationships/slideLayout" Target="../slideLayouts/slideLayout2.xml"/><Relationship Id="rId6" Type="http://schemas.openxmlformats.org/officeDocument/2006/relationships/oleObject" Target="../embeddings/oleObject12.bin"/><Relationship Id="rId5" Type="http://schemas.openxmlformats.org/officeDocument/2006/relationships/image" Target="../media/image30.wmf"/><Relationship Id="rId4" Type="http://schemas.openxmlformats.org/officeDocument/2006/relationships/oleObject" Target="../embeddings/oleObject11.bin"/></Relationships>
</file>

<file path=ppt/slides/_rels/slide46.xml.rels><?xml version="1.0" encoding="UTF-8" standalone="yes"?>
<Relationships xmlns="http://schemas.openxmlformats.org/package/2006/relationships"><Relationship Id="rId3" Type="http://schemas.openxmlformats.org/officeDocument/2006/relationships/image" Target="../media/image33.emf"/><Relationship Id="rId7" Type="http://schemas.openxmlformats.org/officeDocument/2006/relationships/image" Target="../media/image35.wmf"/><Relationship Id="rId2" Type="http://schemas.openxmlformats.org/officeDocument/2006/relationships/image" Target="../media/image32.emf"/><Relationship Id="rId1" Type="http://schemas.openxmlformats.org/officeDocument/2006/relationships/slideLayout" Target="../slideLayouts/slideLayout2.xml"/><Relationship Id="rId6" Type="http://schemas.openxmlformats.org/officeDocument/2006/relationships/oleObject" Target="../embeddings/oleObject14.bin"/><Relationship Id="rId5" Type="http://schemas.openxmlformats.org/officeDocument/2006/relationships/image" Target="../media/image34.wmf"/><Relationship Id="rId4" Type="http://schemas.openxmlformats.org/officeDocument/2006/relationships/oleObject" Target="../embeddings/oleObject13.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image" Target="../media/image39.wmf"/><Relationship Id="rId1" Type="http://schemas.openxmlformats.org/officeDocument/2006/relationships/slideLayout" Target="../slideLayouts/slideLayout2.xml"/><Relationship Id="rId4" Type="http://schemas.openxmlformats.org/officeDocument/2006/relationships/image" Target="../media/image40.wmf"/></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39.wmf"/><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oleObject" Target="../embeddings/oleObject16.bin"/><Relationship Id="rId1" Type="http://schemas.openxmlformats.org/officeDocument/2006/relationships/slideLayout" Target="../slideLayouts/slideLayout2.xml"/><Relationship Id="rId5" Type="http://schemas.openxmlformats.org/officeDocument/2006/relationships/image" Target="../media/image44.wmf"/><Relationship Id="rId4" Type="http://schemas.openxmlformats.org/officeDocument/2006/relationships/oleObject" Target="../embeddings/oleObject17.bin"/></Relationships>
</file>

<file path=ppt/slides/_rels/slide64.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oleObject" Target="../embeddings/oleObject18.bin"/><Relationship Id="rId1" Type="http://schemas.openxmlformats.org/officeDocument/2006/relationships/slideLayout" Target="../slideLayouts/slideLayout4.xml"/><Relationship Id="rId5" Type="http://schemas.openxmlformats.org/officeDocument/2006/relationships/image" Target="../media/image44.wmf"/><Relationship Id="rId4" Type="http://schemas.openxmlformats.org/officeDocument/2006/relationships/oleObject" Target="../embeddings/oleObject19.bin"/></Relationships>
</file>

<file path=ppt/slides/_rels/slide65.xml.rels><?xml version="1.0" encoding="UTF-8" standalone="yes"?>
<Relationships xmlns="http://schemas.openxmlformats.org/package/2006/relationships"><Relationship Id="rId3" Type="http://schemas.openxmlformats.org/officeDocument/2006/relationships/image" Target="../media/image45.wmf"/><Relationship Id="rId7" Type="http://schemas.openxmlformats.org/officeDocument/2006/relationships/image" Target="../media/image44.wmf"/><Relationship Id="rId2" Type="http://schemas.openxmlformats.org/officeDocument/2006/relationships/oleObject" Target="../embeddings/oleObject20.bin"/><Relationship Id="rId1" Type="http://schemas.openxmlformats.org/officeDocument/2006/relationships/slideLayout" Target="../slideLayouts/slideLayout2.xml"/><Relationship Id="rId6" Type="http://schemas.openxmlformats.org/officeDocument/2006/relationships/oleObject" Target="../embeddings/oleObject22.bin"/><Relationship Id="rId5" Type="http://schemas.openxmlformats.org/officeDocument/2006/relationships/image" Target="../media/image43.wmf"/><Relationship Id="rId4" Type="http://schemas.openxmlformats.org/officeDocument/2006/relationships/oleObject" Target="../embeddings/oleObject21.bin"/></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image" Target="../media/image49.wmf"/><Relationship Id="rId3" Type="http://schemas.openxmlformats.org/officeDocument/2006/relationships/image" Target="../media/image43.wmf"/><Relationship Id="rId7" Type="http://schemas.openxmlformats.org/officeDocument/2006/relationships/image" Target="../media/image46.wmf"/><Relationship Id="rId12" Type="http://schemas.openxmlformats.org/officeDocument/2006/relationships/oleObject" Target="../embeddings/oleObject28.bin"/><Relationship Id="rId2" Type="http://schemas.openxmlformats.org/officeDocument/2006/relationships/oleObject" Target="../embeddings/oleObject23.bin"/><Relationship Id="rId1" Type="http://schemas.openxmlformats.org/officeDocument/2006/relationships/slideLayout" Target="../slideLayouts/slideLayout2.xml"/><Relationship Id="rId6" Type="http://schemas.openxmlformats.org/officeDocument/2006/relationships/oleObject" Target="../embeddings/oleObject25.bin"/><Relationship Id="rId11" Type="http://schemas.openxmlformats.org/officeDocument/2006/relationships/image" Target="../media/image48.wmf"/><Relationship Id="rId5" Type="http://schemas.openxmlformats.org/officeDocument/2006/relationships/image" Target="../media/image44.wmf"/><Relationship Id="rId15" Type="http://schemas.openxmlformats.org/officeDocument/2006/relationships/oleObject" Target="../embeddings/oleObject30.bin"/><Relationship Id="rId10" Type="http://schemas.openxmlformats.org/officeDocument/2006/relationships/oleObject" Target="../embeddings/oleObject27.bin"/><Relationship Id="rId4" Type="http://schemas.openxmlformats.org/officeDocument/2006/relationships/oleObject" Target="../embeddings/oleObject24.bin"/><Relationship Id="rId9" Type="http://schemas.openxmlformats.org/officeDocument/2006/relationships/image" Target="../media/image47.wmf"/><Relationship Id="rId14" Type="http://schemas.openxmlformats.org/officeDocument/2006/relationships/oleObject" Target="../embeddings/oleObject29.bin"/></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34.bin"/><Relationship Id="rId3" Type="http://schemas.openxmlformats.org/officeDocument/2006/relationships/image" Target="../media/image50.wmf"/><Relationship Id="rId7" Type="http://schemas.openxmlformats.org/officeDocument/2006/relationships/image" Target="../media/image43.wmf"/><Relationship Id="rId2" Type="http://schemas.openxmlformats.org/officeDocument/2006/relationships/oleObject" Target="../embeddings/oleObject31.bin"/><Relationship Id="rId1" Type="http://schemas.openxmlformats.org/officeDocument/2006/relationships/slideLayout" Target="../slideLayouts/slideLayout2.xml"/><Relationship Id="rId6" Type="http://schemas.openxmlformats.org/officeDocument/2006/relationships/oleObject" Target="../embeddings/oleObject33.bin"/><Relationship Id="rId11" Type="http://schemas.openxmlformats.org/officeDocument/2006/relationships/image" Target="../media/image52.wmf"/><Relationship Id="rId5" Type="http://schemas.openxmlformats.org/officeDocument/2006/relationships/image" Target="../media/image51.wmf"/><Relationship Id="rId10" Type="http://schemas.openxmlformats.org/officeDocument/2006/relationships/oleObject" Target="../embeddings/oleObject35.bin"/><Relationship Id="rId4" Type="http://schemas.openxmlformats.org/officeDocument/2006/relationships/oleObject" Target="../embeddings/oleObject32.bin"/><Relationship Id="rId9" Type="http://schemas.openxmlformats.org/officeDocument/2006/relationships/image" Target="../media/image44.wmf"/></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39.bin"/><Relationship Id="rId13" Type="http://schemas.openxmlformats.org/officeDocument/2006/relationships/image" Target="../media/image56.wmf"/><Relationship Id="rId3" Type="http://schemas.openxmlformats.org/officeDocument/2006/relationships/image" Target="../media/image53.wmf"/><Relationship Id="rId7" Type="http://schemas.openxmlformats.org/officeDocument/2006/relationships/image" Target="../media/image44.wmf"/><Relationship Id="rId12" Type="http://schemas.openxmlformats.org/officeDocument/2006/relationships/oleObject" Target="../embeddings/oleObject41.bin"/><Relationship Id="rId2" Type="http://schemas.openxmlformats.org/officeDocument/2006/relationships/oleObject" Target="../embeddings/oleObject36.bin"/><Relationship Id="rId1" Type="http://schemas.openxmlformats.org/officeDocument/2006/relationships/slideLayout" Target="../slideLayouts/slideLayout2.xml"/><Relationship Id="rId6" Type="http://schemas.openxmlformats.org/officeDocument/2006/relationships/oleObject" Target="../embeddings/oleObject38.bin"/><Relationship Id="rId11" Type="http://schemas.openxmlformats.org/officeDocument/2006/relationships/image" Target="../media/image55.wmf"/><Relationship Id="rId5" Type="http://schemas.openxmlformats.org/officeDocument/2006/relationships/image" Target="../media/image43.wmf"/><Relationship Id="rId10" Type="http://schemas.openxmlformats.org/officeDocument/2006/relationships/oleObject" Target="../embeddings/oleObject40.bin"/><Relationship Id="rId4" Type="http://schemas.openxmlformats.org/officeDocument/2006/relationships/oleObject" Target="../embeddings/oleObject37.bin"/><Relationship Id="rId9" Type="http://schemas.openxmlformats.org/officeDocument/2006/relationships/image" Target="../media/image54.w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slideLayout" Target="../slideLayouts/slideLayout2.xml"/><Relationship Id="rId1" Type="http://schemas.openxmlformats.org/officeDocument/2006/relationships/video" Target="https://www.youtube.com/embed/-assXMb3eYk"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slideLayout" Target="../slideLayouts/slideLayout6.xml"/><Relationship Id="rId1" Type="http://schemas.openxmlformats.org/officeDocument/2006/relationships/video" Target="https://www.youtube.com/embed/cvBtQmY2B5I" TargetMode="External"/></Relationships>
</file>

<file path=ppt/slides/_rels/slide7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48031-827F-38BB-1D13-8F93B6BD8A5A}"/>
              </a:ext>
            </a:extLst>
          </p:cNvPr>
          <p:cNvSpPr>
            <a:spLocks noGrp="1"/>
          </p:cNvSpPr>
          <p:nvPr>
            <p:ph type="ctrTitle"/>
          </p:nvPr>
        </p:nvSpPr>
        <p:spPr/>
        <p:txBody>
          <a:bodyPr/>
          <a:lstStyle/>
          <a:p>
            <a:r>
              <a:rPr lang="en-US" dirty="0"/>
              <a:t>Lecture 4</a:t>
            </a:r>
          </a:p>
        </p:txBody>
      </p:sp>
      <p:sp>
        <p:nvSpPr>
          <p:cNvPr id="3" name="Subtitle 2">
            <a:extLst>
              <a:ext uri="{FF2B5EF4-FFF2-40B4-BE49-F238E27FC236}">
                <a16:creationId xmlns:a16="http://schemas.microsoft.com/office/drawing/2014/main" id="{7228F9D3-822D-D796-3F3D-8A18FA26B37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923575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30858EA-35F2-F243-52E6-60F9392877E5}"/>
              </a:ext>
            </a:extLst>
          </p:cNvPr>
          <p:cNvSpPr>
            <a:spLocks noGrp="1"/>
          </p:cNvSpPr>
          <p:nvPr>
            <p:ph type="ctrTitle"/>
          </p:nvPr>
        </p:nvSpPr>
        <p:spPr/>
        <p:txBody>
          <a:bodyPr/>
          <a:lstStyle/>
          <a:p>
            <a:r>
              <a:rPr lang="en-US" dirty="0"/>
              <a:t>Waves!</a:t>
            </a:r>
          </a:p>
        </p:txBody>
      </p:sp>
      <p:sp>
        <p:nvSpPr>
          <p:cNvPr id="5" name="Subtitle 4">
            <a:extLst>
              <a:ext uri="{FF2B5EF4-FFF2-40B4-BE49-F238E27FC236}">
                <a16:creationId xmlns:a16="http://schemas.microsoft.com/office/drawing/2014/main" id="{7677F265-DCF8-2587-426B-3F55ABD8DF6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64722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r>
              <a:rPr lang="en-US" dirty="0"/>
              <a:t>Question 223.2.1</a:t>
            </a:r>
          </a:p>
        </p:txBody>
      </p:sp>
      <p:sp>
        <p:nvSpPr>
          <p:cNvPr id="43012" name="Rectangle 3"/>
          <p:cNvSpPr>
            <a:spLocks noGrp="1" noChangeArrowheads="1"/>
          </p:cNvSpPr>
          <p:nvPr>
            <p:ph idx="1"/>
          </p:nvPr>
        </p:nvSpPr>
        <p:spPr/>
        <p:txBody>
          <a:bodyPr/>
          <a:lstStyle/>
          <a:p>
            <a:pPr marL="609600" indent="-609600" eaLnBrk="1" hangingPunct="1">
              <a:buFontTx/>
              <a:buNone/>
            </a:pPr>
            <a:r>
              <a:rPr lang="en-US" dirty="0"/>
              <a:t>For a wave to exist, you need the following</a:t>
            </a:r>
          </a:p>
          <a:p>
            <a:pPr marL="609600" indent="-609600" eaLnBrk="1" hangingPunct="1">
              <a:buFont typeface="+mj-lt"/>
              <a:buAutoNum type="alphaLcParenR"/>
            </a:pPr>
            <a:r>
              <a:rPr lang="en-US" dirty="0"/>
              <a:t>Source of disturbance, a medium, and a connection between medium elements</a:t>
            </a:r>
          </a:p>
          <a:p>
            <a:pPr marL="609600" indent="-609600" eaLnBrk="1" hangingPunct="1">
              <a:buFont typeface="+mj-lt"/>
              <a:buAutoNum type="alphaLcParenR"/>
            </a:pPr>
            <a:r>
              <a:rPr lang="en-US" dirty="0"/>
              <a:t>A fluid, an energy source, and distance</a:t>
            </a:r>
          </a:p>
          <a:p>
            <a:pPr marL="609600" indent="-609600" eaLnBrk="1" hangingPunct="1">
              <a:buFont typeface="+mj-lt"/>
              <a:buAutoNum type="alphaLcParenR"/>
            </a:pPr>
            <a:r>
              <a:rPr lang="en-US" dirty="0"/>
              <a:t>A liquid, a disturbance, and a transfer of energy</a:t>
            </a:r>
          </a:p>
          <a:p>
            <a:pPr marL="609600" indent="-609600" eaLnBrk="1" hangingPunct="1">
              <a:buFont typeface="+mj-lt"/>
              <a:buAutoNum type="alphaLcParenR"/>
            </a:pPr>
            <a:r>
              <a:rPr lang="en-US" dirty="0"/>
              <a:t>A really good touchdown that gets the crowd excited</a:t>
            </a:r>
          </a:p>
        </p:txBody>
      </p:sp>
      <p:sp>
        <p:nvSpPr>
          <p:cNvPr id="43010" name="Slide Number Placeholder 5"/>
          <p:cNvSpPr>
            <a:spLocks noGrp="1"/>
          </p:cNvSpPr>
          <p:nvPr>
            <p:ph type="sldNum" sz="quarter" idx="12"/>
          </p:nvPr>
        </p:nvSpPr>
        <p:spPr>
          <a:noFill/>
        </p:spPr>
        <p:txBody>
          <a:bodyPr/>
          <a:lstStyle/>
          <a:p>
            <a:fld id="{A450C633-03AE-4E00-8281-A488FB2231B1}" type="slidenum">
              <a:rPr lang="en-US" smtClean="0"/>
              <a:pPr/>
              <a:t>3</a:t>
            </a:fld>
            <a:endParaRPr lang="en-US"/>
          </a:p>
        </p:txBody>
      </p:sp>
    </p:spTree>
    <p:extLst>
      <p:ext uri="{BB962C8B-B14F-4D97-AF65-F5344CB8AC3E}">
        <p14:creationId xmlns:p14="http://schemas.microsoft.com/office/powerpoint/2010/main" val="3204233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r>
              <a:rPr lang="en-US" dirty="0"/>
              <a:t>Question 223.2.2</a:t>
            </a:r>
          </a:p>
        </p:txBody>
      </p:sp>
      <p:sp>
        <p:nvSpPr>
          <p:cNvPr id="44036" name="Rectangle 3"/>
          <p:cNvSpPr>
            <a:spLocks noGrp="1" noChangeArrowheads="1"/>
          </p:cNvSpPr>
          <p:nvPr>
            <p:ph idx="1"/>
          </p:nvPr>
        </p:nvSpPr>
        <p:spPr>
          <a:xfrm>
            <a:off x="457199" y="1600200"/>
            <a:ext cx="4468761" cy="4525963"/>
          </a:xfrm>
        </p:spPr>
        <p:txBody>
          <a:bodyPr/>
          <a:lstStyle/>
          <a:p>
            <a:pPr marL="609600" indent="-609600" eaLnBrk="1" hangingPunct="1">
              <a:buFontTx/>
              <a:buNone/>
            </a:pPr>
            <a:r>
              <a:rPr lang="en-US" dirty="0"/>
              <a:t>What is the medium for an ocean wave?… </a:t>
            </a:r>
          </a:p>
          <a:p>
            <a:pPr marL="990600" lvl="1" indent="-533400" eaLnBrk="1" hangingPunct="1">
              <a:buFontTx/>
              <a:buAutoNum type="alphaLcParenR"/>
            </a:pPr>
            <a:r>
              <a:rPr lang="en-US" dirty="0"/>
              <a:t>The electromagnetic field</a:t>
            </a:r>
          </a:p>
          <a:p>
            <a:pPr marL="990600" lvl="1" indent="-533400" eaLnBrk="1" hangingPunct="1">
              <a:buFontTx/>
              <a:buAutoNum type="alphaLcParenR"/>
            </a:pPr>
            <a:r>
              <a:rPr lang="en-US" dirty="0"/>
              <a:t>Air molecules</a:t>
            </a:r>
          </a:p>
          <a:p>
            <a:pPr marL="990600" lvl="1" indent="-533400" eaLnBrk="1" hangingPunct="1">
              <a:buFontTx/>
              <a:buAutoNum type="alphaLcParenR"/>
            </a:pPr>
            <a:r>
              <a:rPr lang="en-US" dirty="0"/>
              <a:t>Free space</a:t>
            </a:r>
          </a:p>
          <a:p>
            <a:pPr marL="990600" lvl="1" indent="-533400" eaLnBrk="1" hangingPunct="1">
              <a:buFontTx/>
              <a:buAutoNum type="alphaLcParenR"/>
            </a:pPr>
            <a:r>
              <a:rPr lang="en-US" dirty="0"/>
              <a:t>Water  molecules</a:t>
            </a:r>
          </a:p>
        </p:txBody>
      </p:sp>
      <p:sp>
        <p:nvSpPr>
          <p:cNvPr id="44034" name="Slide Number Placeholder 5"/>
          <p:cNvSpPr>
            <a:spLocks noGrp="1"/>
          </p:cNvSpPr>
          <p:nvPr>
            <p:ph type="sldNum" sz="quarter" idx="12"/>
          </p:nvPr>
        </p:nvSpPr>
        <p:spPr>
          <a:noFill/>
        </p:spPr>
        <p:txBody>
          <a:bodyPr/>
          <a:lstStyle/>
          <a:p>
            <a:fld id="{4AD62F2E-7083-45D0-8919-2DFD6873DB31}" type="slidenum">
              <a:rPr lang="en-US" smtClean="0"/>
              <a:pPr/>
              <a:t>4</a:t>
            </a:fld>
            <a:endParaRPr lang="en-US"/>
          </a:p>
        </p:txBody>
      </p:sp>
      <p:pic>
        <p:nvPicPr>
          <p:cNvPr id="44037" name="Picture 4" descr="J5P87D0K"/>
          <p:cNvPicPr>
            <a:picLocks noChangeAspect="1" noChangeArrowheads="1"/>
          </p:cNvPicPr>
          <p:nvPr/>
        </p:nvPicPr>
        <p:blipFill>
          <a:blip r:embed="rId2" cstate="print"/>
          <a:srcRect r="13052"/>
          <a:stretch>
            <a:fillRect/>
          </a:stretch>
        </p:blipFill>
        <p:spPr bwMode="auto">
          <a:xfrm>
            <a:off x="4535647" y="2470150"/>
            <a:ext cx="4444580" cy="2397125"/>
          </a:xfrm>
          <a:prstGeom prst="rect">
            <a:avLst/>
          </a:prstGeom>
          <a:noFill/>
          <a:ln w="9525">
            <a:noFill/>
            <a:miter lim="800000"/>
            <a:headEnd/>
            <a:tailEnd/>
          </a:ln>
        </p:spPr>
      </p:pic>
    </p:spTree>
    <p:extLst>
      <p:ext uri="{BB962C8B-B14F-4D97-AF65-F5344CB8AC3E}">
        <p14:creationId xmlns:p14="http://schemas.microsoft.com/office/powerpoint/2010/main" val="2896065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r>
              <a:rPr lang="en-US" dirty="0"/>
              <a:t>Question 223.2.4</a:t>
            </a:r>
          </a:p>
        </p:txBody>
      </p:sp>
      <p:sp>
        <p:nvSpPr>
          <p:cNvPr id="46084" name="Rectangle 3"/>
          <p:cNvSpPr>
            <a:spLocks noGrp="1" noChangeArrowheads="1"/>
          </p:cNvSpPr>
          <p:nvPr>
            <p:ph idx="1"/>
          </p:nvPr>
        </p:nvSpPr>
        <p:spPr/>
        <p:txBody>
          <a:bodyPr/>
          <a:lstStyle/>
          <a:p>
            <a:pPr eaLnBrk="1" hangingPunct="1">
              <a:lnSpc>
                <a:spcPct val="120000"/>
              </a:lnSpc>
              <a:buFont typeface="Wingdings" pitchFamily="2" charset="2"/>
              <a:buNone/>
            </a:pPr>
            <a:r>
              <a:rPr lang="en-US" sz="2400" b="1" dirty="0"/>
              <a:t>At a football game, “the wave”  might circulate through the stands and move around the stadium.  In this wave motion, people stand up and sit down as the wave passes.  What type of wave would this be characterized as?</a:t>
            </a:r>
            <a:r>
              <a:rPr lang="en-US" sz="2400" b="1" dirty="0">
                <a:solidFill>
                  <a:srgbClr val="000000"/>
                </a:solidFill>
              </a:rPr>
              <a:t> </a:t>
            </a:r>
          </a:p>
          <a:p>
            <a:pPr eaLnBrk="1" hangingPunct="1">
              <a:buFont typeface="Wingdings" pitchFamily="2" charset="2"/>
              <a:buNone/>
            </a:pPr>
            <a:r>
              <a:rPr lang="en-US" sz="2400" b="1" dirty="0">
                <a:solidFill>
                  <a:schemeClr val="tx2"/>
                </a:solidFill>
                <a:cs typeface="Arial" charset="0"/>
              </a:rPr>
              <a:t>polarized wave</a:t>
            </a:r>
            <a:endParaRPr lang="en-US" sz="2400" b="1" dirty="0">
              <a:solidFill>
                <a:schemeClr val="tx2"/>
              </a:solidFill>
            </a:endParaRPr>
          </a:p>
          <a:p>
            <a:pPr eaLnBrk="1" hangingPunct="1">
              <a:buFontTx/>
              <a:buNone/>
            </a:pPr>
            <a:r>
              <a:rPr lang="en-US" sz="2400" b="1" dirty="0">
                <a:solidFill>
                  <a:schemeClr val="tx2"/>
                </a:solidFill>
              </a:rPr>
              <a:t>	a)  longitudinal</a:t>
            </a:r>
            <a:r>
              <a:rPr lang="en-US" sz="2400" b="1" dirty="0">
                <a:solidFill>
                  <a:schemeClr val="tx2"/>
                </a:solidFill>
                <a:cs typeface="Arial" charset="0"/>
              </a:rPr>
              <a:t> wave</a:t>
            </a:r>
            <a:endParaRPr lang="en-US" sz="2400" b="1" dirty="0">
              <a:solidFill>
                <a:schemeClr val="tx2"/>
              </a:solidFill>
            </a:endParaRPr>
          </a:p>
          <a:p>
            <a:pPr eaLnBrk="1" hangingPunct="1">
              <a:buFontTx/>
              <a:buNone/>
            </a:pPr>
            <a:r>
              <a:rPr lang="en-US" sz="2400" b="1" dirty="0">
                <a:solidFill>
                  <a:schemeClr val="tx2"/>
                </a:solidFill>
              </a:rPr>
              <a:t>	b)  lateral wave</a:t>
            </a:r>
          </a:p>
          <a:p>
            <a:pPr eaLnBrk="1" hangingPunct="1">
              <a:buFontTx/>
              <a:buNone/>
            </a:pPr>
            <a:r>
              <a:rPr lang="en-US" sz="2400" b="1" dirty="0">
                <a:solidFill>
                  <a:schemeClr val="tx2"/>
                </a:solidFill>
              </a:rPr>
              <a:t>	c)  </a:t>
            </a:r>
            <a:r>
              <a:rPr lang="en-US" sz="2400" b="1" dirty="0">
                <a:solidFill>
                  <a:schemeClr val="tx2"/>
                </a:solidFill>
                <a:cs typeface="Arial" charset="0"/>
              </a:rPr>
              <a:t>transverse </a:t>
            </a:r>
            <a:r>
              <a:rPr lang="en-US" sz="2400" b="1" dirty="0">
                <a:solidFill>
                  <a:schemeClr val="tx2"/>
                </a:solidFill>
              </a:rPr>
              <a:t>wave</a:t>
            </a:r>
          </a:p>
          <a:p>
            <a:pPr eaLnBrk="1" hangingPunct="1">
              <a:buFontTx/>
              <a:buNone/>
            </a:pPr>
            <a:r>
              <a:rPr lang="en-US" sz="2400" b="1" dirty="0">
                <a:solidFill>
                  <a:schemeClr val="tx2"/>
                </a:solidFill>
              </a:rPr>
              <a:t>	d)  </a:t>
            </a:r>
            <a:r>
              <a:rPr lang="en-US" sz="2400" b="1" dirty="0" err="1">
                <a:solidFill>
                  <a:schemeClr val="tx2"/>
                </a:solidFill>
              </a:rPr>
              <a:t>soliton</a:t>
            </a:r>
            <a:r>
              <a:rPr lang="en-US" sz="2400" b="1" dirty="0">
                <a:solidFill>
                  <a:schemeClr val="tx2"/>
                </a:solidFill>
              </a:rPr>
              <a:t> wave</a:t>
            </a:r>
          </a:p>
          <a:p>
            <a:pPr eaLnBrk="1" hangingPunct="1">
              <a:buFontTx/>
              <a:buNone/>
            </a:pPr>
            <a:r>
              <a:rPr lang="en-US" sz="2400" b="1" dirty="0">
                <a:solidFill>
                  <a:schemeClr val="tx2"/>
                </a:solidFill>
              </a:rPr>
              <a:t>     e) Cougar wave</a:t>
            </a:r>
            <a:endParaRPr lang="en-US" sz="2400" b="1" dirty="0"/>
          </a:p>
          <a:p>
            <a:pPr eaLnBrk="1" hangingPunct="1">
              <a:lnSpc>
                <a:spcPct val="90000"/>
              </a:lnSpc>
            </a:pPr>
            <a:endParaRPr lang="en-US" sz="2400" dirty="0"/>
          </a:p>
        </p:txBody>
      </p:sp>
      <p:sp>
        <p:nvSpPr>
          <p:cNvPr id="46082" name="Slide Number Placeholder 5"/>
          <p:cNvSpPr>
            <a:spLocks noGrp="1"/>
          </p:cNvSpPr>
          <p:nvPr>
            <p:ph type="sldNum" sz="quarter" idx="12"/>
          </p:nvPr>
        </p:nvSpPr>
        <p:spPr>
          <a:noFill/>
        </p:spPr>
        <p:txBody>
          <a:bodyPr/>
          <a:lstStyle/>
          <a:p>
            <a:fld id="{DA3A0356-25C4-47A8-BD36-BE5A8451A2B5}" type="slidenum">
              <a:rPr lang="en-US" smtClean="0"/>
              <a:pPr/>
              <a:t>5</a:t>
            </a:fld>
            <a:endParaRPr lang="en-US"/>
          </a:p>
        </p:txBody>
      </p:sp>
    </p:spTree>
    <p:extLst>
      <p:ext uri="{BB962C8B-B14F-4D97-AF65-F5344CB8AC3E}">
        <p14:creationId xmlns:p14="http://schemas.microsoft.com/office/powerpoint/2010/main" val="3246258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90"/>
          <p:cNvGrpSpPr>
            <a:grpSpLocks/>
          </p:cNvGrpSpPr>
          <p:nvPr/>
        </p:nvGrpSpPr>
        <p:grpSpPr bwMode="auto">
          <a:xfrm>
            <a:off x="636588" y="5243513"/>
            <a:ext cx="1335087" cy="625475"/>
            <a:chOff x="1231" y="3011"/>
            <a:chExt cx="795" cy="95"/>
          </a:xfrm>
        </p:grpSpPr>
        <p:grpSp>
          <p:nvGrpSpPr>
            <p:cNvPr id="3" name="Group 591"/>
            <p:cNvGrpSpPr>
              <a:grpSpLocks/>
            </p:cNvGrpSpPr>
            <p:nvPr/>
          </p:nvGrpSpPr>
          <p:grpSpPr bwMode="auto">
            <a:xfrm>
              <a:off x="1926" y="3011"/>
              <a:ext cx="100" cy="95"/>
              <a:chOff x="704" y="1880"/>
              <a:chExt cx="136" cy="128"/>
            </a:xfrm>
          </p:grpSpPr>
          <p:sp>
            <p:nvSpPr>
              <p:cNvPr id="466265"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66"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 name="Group 594"/>
            <p:cNvGrpSpPr>
              <a:grpSpLocks/>
            </p:cNvGrpSpPr>
            <p:nvPr/>
          </p:nvGrpSpPr>
          <p:grpSpPr bwMode="auto">
            <a:xfrm>
              <a:off x="1819" y="3011"/>
              <a:ext cx="100" cy="95"/>
              <a:chOff x="704" y="1880"/>
              <a:chExt cx="136" cy="128"/>
            </a:xfrm>
          </p:grpSpPr>
          <p:sp>
            <p:nvSpPr>
              <p:cNvPr id="466263"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64"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5" name="Group 597"/>
            <p:cNvGrpSpPr>
              <a:grpSpLocks/>
            </p:cNvGrpSpPr>
            <p:nvPr/>
          </p:nvGrpSpPr>
          <p:grpSpPr bwMode="auto">
            <a:xfrm>
              <a:off x="1724" y="3011"/>
              <a:ext cx="100" cy="95"/>
              <a:chOff x="704" y="1880"/>
              <a:chExt cx="136" cy="128"/>
            </a:xfrm>
          </p:grpSpPr>
          <p:sp>
            <p:nvSpPr>
              <p:cNvPr id="466261"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62"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 name="Group 600"/>
            <p:cNvGrpSpPr>
              <a:grpSpLocks/>
            </p:cNvGrpSpPr>
            <p:nvPr/>
          </p:nvGrpSpPr>
          <p:grpSpPr bwMode="auto">
            <a:xfrm>
              <a:off x="1623" y="3011"/>
              <a:ext cx="100" cy="95"/>
              <a:chOff x="704" y="1880"/>
              <a:chExt cx="136" cy="128"/>
            </a:xfrm>
          </p:grpSpPr>
          <p:sp>
            <p:nvSpPr>
              <p:cNvPr id="466259"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60"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 name="Group 603"/>
            <p:cNvGrpSpPr>
              <a:grpSpLocks/>
            </p:cNvGrpSpPr>
            <p:nvPr/>
          </p:nvGrpSpPr>
          <p:grpSpPr bwMode="auto">
            <a:xfrm>
              <a:off x="1528" y="3011"/>
              <a:ext cx="100" cy="95"/>
              <a:chOff x="704" y="1880"/>
              <a:chExt cx="136" cy="128"/>
            </a:xfrm>
          </p:grpSpPr>
          <p:sp>
            <p:nvSpPr>
              <p:cNvPr id="466257"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58"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 name="Group 606"/>
            <p:cNvGrpSpPr>
              <a:grpSpLocks/>
            </p:cNvGrpSpPr>
            <p:nvPr/>
          </p:nvGrpSpPr>
          <p:grpSpPr bwMode="auto">
            <a:xfrm>
              <a:off x="1427" y="3011"/>
              <a:ext cx="100" cy="95"/>
              <a:chOff x="704" y="1880"/>
              <a:chExt cx="136" cy="128"/>
            </a:xfrm>
          </p:grpSpPr>
          <p:sp>
            <p:nvSpPr>
              <p:cNvPr id="466255"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56"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 name="Group 609"/>
            <p:cNvGrpSpPr>
              <a:grpSpLocks/>
            </p:cNvGrpSpPr>
            <p:nvPr/>
          </p:nvGrpSpPr>
          <p:grpSpPr bwMode="auto">
            <a:xfrm>
              <a:off x="1332" y="3011"/>
              <a:ext cx="100" cy="95"/>
              <a:chOff x="704" y="1880"/>
              <a:chExt cx="136" cy="128"/>
            </a:xfrm>
          </p:grpSpPr>
          <p:sp>
            <p:nvSpPr>
              <p:cNvPr id="466253"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54"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 name="Group 612"/>
            <p:cNvGrpSpPr>
              <a:grpSpLocks/>
            </p:cNvGrpSpPr>
            <p:nvPr/>
          </p:nvGrpSpPr>
          <p:grpSpPr bwMode="auto">
            <a:xfrm>
              <a:off x="1231" y="3011"/>
              <a:ext cx="100" cy="95"/>
              <a:chOff x="704" y="1880"/>
              <a:chExt cx="136" cy="128"/>
            </a:xfrm>
          </p:grpSpPr>
          <p:sp>
            <p:nvSpPr>
              <p:cNvPr id="46625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5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1" name="Group 590"/>
          <p:cNvGrpSpPr>
            <a:grpSpLocks/>
          </p:cNvGrpSpPr>
          <p:nvPr/>
        </p:nvGrpSpPr>
        <p:grpSpPr bwMode="auto">
          <a:xfrm>
            <a:off x="1984375" y="5249863"/>
            <a:ext cx="1966913" cy="625475"/>
            <a:chOff x="1231" y="3011"/>
            <a:chExt cx="795" cy="95"/>
          </a:xfrm>
        </p:grpSpPr>
        <p:grpSp>
          <p:nvGrpSpPr>
            <p:cNvPr id="12" name="Group 591"/>
            <p:cNvGrpSpPr>
              <a:grpSpLocks/>
            </p:cNvGrpSpPr>
            <p:nvPr/>
          </p:nvGrpSpPr>
          <p:grpSpPr bwMode="auto">
            <a:xfrm>
              <a:off x="1926" y="3011"/>
              <a:ext cx="100" cy="95"/>
              <a:chOff x="704" y="1880"/>
              <a:chExt cx="136" cy="128"/>
            </a:xfrm>
          </p:grpSpPr>
          <p:sp>
            <p:nvSpPr>
              <p:cNvPr id="46624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4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 name="Group 594"/>
            <p:cNvGrpSpPr>
              <a:grpSpLocks/>
            </p:cNvGrpSpPr>
            <p:nvPr/>
          </p:nvGrpSpPr>
          <p:grpSpPr bwMode="auto">
            <a:xfrm>
              <a:off x="1819" y="3011"/>
              <a:ext cx="100" cy="95"/>
              <a:chOff x="704" y="1880"/>
              <a:chExt cx="136" cy="128"/>
            </a:xfrm>
          </p:grpSpPr>
          <p:sp>
            <p:nvSpPr>
              <p:cNvPr id="46623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4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 name="Group 597"/>
            <p:cNvGrpSpPr>
              <a:grpSpLocks/>
            </p:cNvGrpSpPr>
            <p:nvPr/>
          </p:nvGrpSpPr>
          <p:grpSpPr bwMode="auto">
            <a:xfrm>
              <a:off x="1724" y="3011"/>
              <a:ext cx="100" cy="95"/>
              <a:chOff x="704" y="1880"/>
              <a:chExt cx="136" cy="128"/>
            </a:xfrm>
          </p:grpSpPr>
          <p:sp>
            <p:nvSpPr>
              <p:cNvPr id="46623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3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 name="Group 600"/>
            <p:cNvGrpSpPr>
              <a:grpSpLocks/>
            </p:cNvGrpSpPr>
            <p:nvPr/>
          </p:nvGrpSpPr>
          <p:grpSpPr bwMode="auto">
            <a:xfrm>
              <a:off x="1623" y="3011"/>
              <a:ext cx="100" cy="95"/>
              <a:chOff x="704" y="1880"/>
              <a:chExt cx="136" cy="128"/>
            </a:xfrm>
          </p:grpSpPr>
          <p:sp>
            <p:nvSpPr>
              <p:cNvPr id="46623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3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 name="Group 603"/>
            <p:cNvGrpSpPr>
              <a:grpSpLocks/>
            </p:cNvGrpSpPr>
            <p:nvPr/>
          </p:nvGrpSpPr>
          <p:grpSpPr bwMode="auto">
            <a:xfrm>
              <a:off x="1528" y="3011"/>
              <a:ext cx="100" cy="95"/>
              <a:chOff x="704" y="1880"/>
              <a:chExt cx="136" cy="128"/>
            </a:xfrm>
          </p:grpSpPr>
          <p:sp>
            <p:nvSpPr>
              <p:cNvPr id="46623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3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 name="Group 606"/>
            <p:cNvGrpSpPr>
              <a:grpSpLocks/>
            </p:cNvGrpSpPr>
            <p:nvPr/>
          </p:nvGrpSpPr>
          <p:grpSpPr bwMode="auto">
            <a:xfrm>
              <a:off x="1427" y="3011"/>
              <a:ext cx="100" cy="95"/>
              <a:chOff x="704" y="1880"/>
              <a:chExt cx="136" cy="128"/>
            </a:xfrm>
          </p:grpSpPr>
          <p:sp>
            <p:nvSpPr>
              <p:cNvPr id="46623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3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 name="Group 609"/>
            <p:cNvGrpSpPr>
              <a:grpSpLocks/>
            </p:cNvGrpSpPr>
            <p:nvPr/>
          </p:nvGrpSpPr>
          <p:grpSpPr bwMode="auto">
            <a:xfrm>
              <a:off x="1332" y="3011"/>
              <a:ext cx="100" cy="95"/>
              <a:chOff x="704" y="1880"/>
              <a:chExt cx="136" cy="128"/>
            </a:xfrm>
          </p:grpSpPr>
          <p:sp>
            <p:nvSpPr>
              <p:cNvPr id="46622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3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9" name="Group 612"/>
            <p:cNvGrpSpPr>
              <a:grpSpLocks/>
            </p:cNvGrpSpPr>
            <p:nvPr/>
          </p:nvGrpSpPr>
          <p:grpSpPr bwMode="auto">
            <a:xfrm>
              <a:off x="1231" y="3011"/>
              <a:ext cx="100" cy="95"/>
              <a:chOff x="704" y="1880"/>
              <a:chExt cx="136" cy="128"/>
            </a:xfrm>
          </p:grpSpPr>
          <p:sp>
            <p:nvSpPr>
              <p:cNvPr id="46622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2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20" name="Group 590"/>
          <p:cNvGrpSpPr>
            <a:grpSpLocks/>
          </p:cNvGrpSpPr>
          <p:nvPr/>
        </p:nvGrpSpPr>
        <p:grpSpPr bwMode="auto">
          <a:xfrm>
            <a:off x="3973513" y="5249863"/>
            <a:ext cx="1333500" cy="625475"/>
            <a:chOff x="1231" y="3011"/>
            <a:chExt cx="795" cy="95"/>
          </a:xfrm>
        </p:grpSpPr>
        <p:grpSp>
          <p:nvGrpSpPr>
            <p:cNvPr id="21" name="Group 591"/>
            <p:cNvGrpSpPr>
              <a:grpSpLocks/>
            </p:cNvGrpSpPr>
            <p:nvPr/>
          </p:nvGrpSpPr>
          <p:grpSpPr bwMode="auto">
            <a:xfrm>
              <a:off x="1926" y="3011"/>
              <a:ext cx="100" cy="95"/>
              <a:chOff x="704" y="1880"/>
              <a:chExt cx="136" cy="128"/>
            </a:xfrm>
          </p:grpSpPr>
          <p:sp>
            <p:nvSpPr>
              <p:cNvPr id="466217"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18"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2" name="Group 594"/>
            <p:cNvGrpSpPr>
              <a:grpSpLocks/>
            </p:cNvGrpSpPr>
            <p:nvPr/>
          </p:nvGrpSpPr>
          <p:grpSpPr bwMode="auto">
            <a:xfrm>
              <a:off x="1819" y="3011"/>
              <a:ext cx="100" cy="95"/>
              <a:chOff x="704" y="1880"/>
              <a:chExt cx="136" cy="128"/>
            </a:xfrm>
          </p:grpSpPr>
          <p:sp>
            <p:nvSpPr>
              <p:cNvPr id="466215"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16"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3" name="Group 597"/>
            <p:cNvGrpSpPr>
              <a:grpSpLocks/>
            </p:cNvGrpSpPr>
            <p:nvPr/>
          </p:nvGrpSpPr>
          <p:grpSpPr bwMode="auto">
            <a:xfrm>
              <a:off x="1724" y="3011"/>
              <a:ext cx="100" cy="95"/>
              <a:chOff x="704" y="1880"/>
              <a:chExt cx="136" cy="128"/>
            </a:xfrm>
          </p:grpSpPr>
          <p:sp>
            <p:nvSpPr>
              <p:cNvPr id="466213"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14"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4" name="Group 600"/>
            <p:cNvGrpSpPr>
              <a:grpSpLocks/>
            </p:cNvGrpSpPr>
            <p:nvPr/>
          </p:nvGrpSpPr>
          <p:grpSpPr bwMode="auto">
            <a:xfrm>
              <a:off x="1623" y="3011"/>
              <a:ext cx="100" cy="95"/>
              <a:chOff x="704" y="1880"/>
              <a:chExt cx="136" cy="128"/>
            </a:xfrm>
          </p:grpSpPr>
          <p:sp>
            <p:nvSpPr>
              <p:cNvPr id="466211"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12"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5" name="Group 603"/>
            <p:cNvGrpSpPr>
              <a:grpSpLocks/>
            </p:cNvGrpSpPr>
            <p:nvPr/>
          </p:nvGrpSpPr>
          <p:grpSpPr bwMode="auto">
            <a:xfrm>
              <a:off x="1528" y="3011"/>
              <a:ext cx="100" cy="95"/>
              <a:chOff x="704" y="1880"/>
              <a:chExt cx="136" cy="128"/>
            </a:xfrm>
          </p:grpSpPr>
          <p:sp>
            <p:nvSpPr>
              <p:cNvPr id="466209"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10"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6" name="Group 606"/>
            <p:cNvGrpSpPr>
              <a:grpSpLocks/>
            </p:cNvGrpSpPr>
            <p:nvPr/>
          </p:nvGrpSpPr>
          <p:grpSpPr bwMode="auto">
            <a:xfrm>
              <a:off x="1427" y="3011"/>
              <a:ext cx="100" cy="95"/>
              <a:chOff x="704" y="1880"/>
              <a:chExt cx="136" cy="128"/>
            </a:xfrm>
          </p:grpSpPr>
          <p:sp>
            <p:nvSpPr>
              <p:cNvPr id="466207"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08"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 name="Group 609"/>
            <p:cNvGrpSpPr>
              <a:grpSpLocks/>
            </p:cNvGrpSpPr>
            <p:nvPr/>
          </p:nvGrpSpPr>
          <p:grpSpPr bwMode="auto">
            <a:xfrm>
              <a:off x="1332" y="3011"/>
              <a:ext cx="100" cy="95"/>
              <a:chOff x="704" y="1880"/>
              <a:chExt cx="136" cy="128"/>
            </a:xfrm>
          </p:grpSpPr>
          <p:sp>
            <p:nvSpPr>
              <p:cNvPr id="466205"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06"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 name="Group 612"/>
            <p:cNvGrpSpPr>
              <a:grpSpLocks/>
            </p:cNvGrpSpPr>
            <p:nvPr/>
          </p:nvGrpSpPr>
          <p:grpSpPr bwMode="auto">
            <a:xfrm>
              <a:off x="1231" y="3011"/>
              <a:ext cx="100" cy="95"/>
              <a:chOff x="704" y="1880"/>
              <a:chExt cx="136" cy="128"/>
            </a:xfrm>
          </p:grpSpPr>
          <p:sp>
            <p:nvSpPr>
              <p:cNvPr id="466203"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04"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29" name="Group 590"/>
          <p:cNvGrpSpPr>
            <a:grpSpLocks/>
          </p:cNvGrpSpPr>
          <p:nvPr/>
        </p:nvGrpSpPr>
        <p:grpSpPr bwMode="auto">
          <a:xfrm>
            <a:off x="5303838" y="5238750"/>
            <a:ext cx="1968500" cy="625475"/>
            <a:chOff x="1231" y="3011"/>
            <a:chExt cx="795" cy="95"/>
          </a:xfrm>
        </p:grpSpPr>
        <p:grpSp>
          <p:nvGrpSpPr>
            <p:cNvPr id="30" name="Group 591"/>
            <p:cNvGrpSpPr>
              <a:grpSpLocks/>
            </p:cNvGrpSpPr>
            <p:nvPr/>
          </p:nvGrpSpPr>
          <p:grpSpPr bwMode="auto">
            <a:xfrm>
              <a:off x="1926" y="3011"/>
              <a:ext cx="100" cy="95"/>
              <a:chOff x="704" y="1880"/>
              <a:chExt cx="136" cy="128"/>
            </a:xfrm>
          </p:grpSpPr>
          <p:sp>
            <p:nvSpPr>
              <p:cNvPr id="466193"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94"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1" name="Group 594"/>
            <p:cNvGrpSpPr>
              <a:grpSpLocks/>
            </p:cNvGrpSpPr>
            <p:nvPr/>
          </p:nvGrpSpPr>
          <p:grpSpPr bwMode="auto">
            <a:xfrm>
              <a:off x="1819" y="3011"/>
              <a:ext cx="100" cy="95"/>
              <a:chOff x="704" y="1880"/>
              <a:chExt cx="136" cy="128"/>
            </a:xfrm>
          </p:grpSpPr>
          <p:sp>
            <p:nvSpPr>
              <p:cNvPr id="466191"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92"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20" name="Group 597"/>
            <p:cNvGrpSpPr>
              <a:grpSpLocks/>
            </p:cNvGrpSpPr>
            <p:nvPr/>
          </p:nvGrpSpPr>
          <p:grpSpPr bwMode="auto">
            <a:xfrm>
              <a:off x="1724" y="3011"/>
              <a:ext cx="100" cy="95"/>
              <a:chOff x="704" y="1880"/>
              <a:chExt cx="136" cy="128"/>
            </a:xfrm>
          </p:grpSpPr>
          <p:sp>
            <p:nvSpPr>
              <p:cNvPr id="466189"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90"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21" name="Group 600"/>
            <p:cNvGrpSpPr>
              <a:grpSpLocks/>
            </p:cNvGrpSpPr>
            <p:nvPr/>
          </p:nvGrpSpPr>
          <p:grpSpPr bwMode="auto">
            <a:xfrm>
              <a:off x="1623" y="3011"/>
              <a:ext cx="100" cy="95"/>
              <a:chOff x="704" y="1880"/>
              <a:chExt cx="136" cy="128"/>
            </a:xfrm>
          </p:grpSpPr>
          <p:sp>
            <p:nvSpPr>
              <p:cNvPr id="466187"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88"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22" name="Group 603"/>
            <p:cNvGrpSpPr>
              <a:grpSpLocks/>
            </p:cNvGrpSpPr>
            <p:nvPr/>
          </p:nvGrpSpPr>
          <p:grpSpPr bwMode="auto">
            <a:xfrm>
              <a:off x="1528" y="3011"/>
              <a:ext cx="100" cy="95"/>
              <a:chOff x="704" y="1880"/>
              <a:chExt cx="136" cy="128"/>
            </a:xfrm>
          </p:grpSpPr>
          <p:sp>
            <p:nvSpPr>
              <p:cNvPr id="466185"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86"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23" name="Group 606"/>
            <p:cNvGrpSpPr>
              <a:grpSpLocks/>
            </p:cNvGrpSpPr>
            <p:nvPr/>
          </p:nvGrpSpPr>
          <p:grpSpPr bwMode="auto">
            <a:xfrm>
              <a:off x="1427" y="3011"/>
              <a:ext cx="100" cy="95"/>
              <a:chOff x="704" y="1880"/>
              <a:chExt cx="136" cy="128"/>
            </a:xfrm>
          </p:grpSpPr>
          <p:sp>
            <p:nvSpPr>
              <p:cNvPr id="466183"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84"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24" name="Group 609"/>
            <p:cNvGrpSpPr>
              <a:grpSpLocks/>
            </p:cNvGrpSpPr>
            <p:nvPr/>
          </p:nvGrpSpPr>
          <p:grpSpPr bwMode="auto">
            <a:xfrm>
              <a:off x="1332" y="3011"/>
              <a:ext cx="100" cy="95"/>
              <a:chOff x="704" y="1880"/>
              <a:chExt cx="136" cy="128"/>
            </a:xfrm>
          </p:grpSpPr>
          <p:sp>
            <p:nvSpPr>
              <p:cNvPr id="466181"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82"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25" name="Group 612"/>
            <p:cNvGrpSpPr>
              <a:grpSpLocks/>
            </p:cNvGrpSpPr>
            <p:nvPr/>
          </p:nvGrpSpPr>
          <p:grpSpPr bwMode="auto">
            <a:xfrm>
              <a:off x="1231" y="3011"/>
              <a:ext cx="100" cy="95"/>
              <a:chOff x="704" y="1880"/>
              <a:chExt cx="136" cy="128"/>
            </a:xfrm>
          </p:grpSpPr>
          <p:sp>
            <p:nvSpPr>
              <p:cNvPr id="466179"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80"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5926" name="Group 353"/>
          <p:cNvGrpSpPr>
            <a:grpSpLocks/>
          </p:cNvGrpSpPr>
          <p:nvPr/>
        </p:nvGrpSpPr>
        <p:grpSpPr bwMode="auto">
          <a:xfrm>
            <a:off x="261938" y="1247775"/>
            <a:ext cx="8474075" cy="2552700"/>
            <a:chOff x="869500" y="179911"/>
            <a:chExt cx="9277427" cy="2552427"/>
          </a:xfrm>
        </p:grpSpPr>
        <p:grpSp>
          <p:nvGrpSpPr>
            <p:cNvPr id="465929" name="Group 591"/>
            <p:cNvGrpSpPr>
              <a:grpSpLocks/>
            </p:cNvGrpSpPr>
            <p:nvPr/>
          </p:nvGrpSpPr>
          <p:grpSpPr bwMode="auto">
            <a:xfrm rot="-2958402">
              <a:off x="1645250" y="1778304"/>
              <a:ext cx="167811" cy="625427"/>
              <a:chOff x="704" y="1880"/>
              <a:chExt cx="136" cy="128"/>
            </a:xfrm>
          </p:grpSpPr>
          <p:sp>
            <p:nvSpPr>
              <p:cNvPr id="466169"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70"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30" name="Group 594"/>
            <p:cNvGrpSpPr>
              <a:grpSpLocks/>
            </p:cNvGrpSpPr>
            <p:nvPr/>
          </p:nvGrpSpPr>
          <p:grpSpPr bwMode="auto">
            <a:xfrm rot="-2484397">
              <a:off x="1556170" y="1873549"/>
              <a:ext cx="167811" cy="625427"/>
              <a:chOff x="704" y="1880"/>
              <a:chExt cx="136" cy="128"/>
            </a:xfrm>
          </p:grpSpPr>
          <p:sp>
            <p:nvSpPr>
              <p:cNvPr id="466167"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68"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31" name="Group 597"/>
            <p:cNvGrpSpPr>
              <a:grpSpLocks/>
            </p:cNvGrpSpPr>
            <p:nvPr/>
          </p:nvGrpSpPr>
          <p:grpSpPr bwMode="auto">
            <a:xfrm rot="-1920768">
              <a:off x="1463434" y="1954511"/>
              <a:ext cx="167811" cy="625427"/>
              <a:chOff x="704" y="1880"/>
              <a:chExt cx="136" cy="128"/>
            </a:xfrm>
          </p:grpSpPr>
          <p:sp>
            <p:nvSpPr>
              <p:cNvPr id="466165"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66"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32" name="Group 600"/>
            <p:cNvGrpSpPr>
              <a:grpSpLocks/>
            </p:cNvGrpSpPr>
            <p:nvPr/>
          </p:nvGrpSpPr>
          <p:grpSpPr bwMode="auto">
            <a:xfrm rot="-1451095">
              <a:off x="1351087" y="2021177"/>
              <a:ext cx="167811" cy="625427"/>
              <a:chOff x="704" y="1880"/>
              <a:chExt cx="136" cy="128"/>
            </a:xfrm>
          </p:grpSpPr>
          <p:sp>
            <p:nvSpPr>
              <p:cNvPr id="466163"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64"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33" name="Group 603"/>
            <p:cNvGrpSpPr>
              <a:grpSpLocks/>
            </p:cNvGrpSpPr>
            <p:nvPr/>
          </p:nvGrpSpPr>
          <p:grpSpPr bwMode="auto">
            <a:xfrm rot="-945984">
              <a:off x="1239297" y="2073570"/>
              <a:ext cx="167811" cy="625427"/>
              <a:chOff x="704" y="1880"/>
              <a:chExt cx="136" cy="128"/>
            </a:xfrm>
          </p:grpSpPr>
          <p:sp>
            <p:nvSpPr>
              <p:cNvPr id="466161"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62"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34" name="Group 606"/>
            <p:cNvGrpSpPr>
              <a:grpSpLocks/>
            </p:cNvGrpSpPr>
            <p:nvPr/>
          </p:nvGrpSpPr>
          <p:grpSpPr bwMode="auto">
            <a:xfrm rot="-496604">
              <a:off x="1117438" y="2102148"/>
              <a:ext cx="167811" cy="625427"/>
              <a:chOff x="704" y="1880"/>
              <a:chExt cx="136" cy="128"/>
            </a:xfrm>
          </p:grpSpPr>
          <p:sp>
            <p:nvSpPr>
              <p:cNvPr id="466159"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60"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35" name="Group 609"/>
            <p:cNvGrpSpPr>
              <a:grpSpLocks/>
            </p:cNvGrpSpPr>
            <p:nvPr/>
          </p:nvGrpSpPr>
          <p:grpSpPr bwMode="auto">
            <a:xfrm>
              <a:off x="991359" y="2106911"/>
              <a:ext cx="167811" cy="625427"/>
              <a:chOff x="704" y="1880"/>
              <a:chExt cx="136" cy="128"/>
            </a:xfrm>
          </p:grpSpPr>
          <p:sp>
            <p:nvSpPr>
              <p:cNvPr id="466157"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58"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36" name="Group 612"/>
            <p:cNvGrpSpPr>
              <a:grpSpLocks/>
            </p:cNvGrpSpPr>
            <p:nvPr/>
          </p:nvGrpSpPr>
          <p:grpSpPr bwMode="auto">
            <a:xfrm rot="569285">
              <a:off x="869500" y="2097385"/>
              <a:ext cx="167811" cy="625427"/>
              <a:chOff x="704" y="1880"/>
              <a:chExt cx="136" cy="128"/>
            </a:xfrm>
          </p:grpSpPr>
          <p:sp>
            <p:nvSpPr>
              <p:cNvPr id="466155"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56"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53" name="Group 590"/>
            <p:cNvGrpSpPr>
              <a:grpSpLocks/>
            </p:cNvGrpSpPr>
            <p:nvPr/>
          </p:nvGrpSpPr>
          <p:grpSpPr bwMode="auto">
            <a:xfrm rot="-3152204">
              <a:off x="1532163" y="1222782"/>
              <a:ext cx="1334095" cy="625427"/>
              <a:chOff x="1231" y="3011"/>
              <a:chExt cx="795" cy="95"/>
            </a:xfrm>
          </p:grpSpPr>
          <p:grpSp>
            <p:nvGrpSpPr>
              <p:cNvPr id="465954" name="Group 591"/>
              <p:cNvGrpSpPr>
                <a:grpSpLocks/>
              </p:cNvGrpSpPr>
              <p:nvPr/>
            </p:nvGrpSpPr>
            <p:grpSpPr bwMode="auto">
              <a:xfrm>
                <a:off x="1926" y="3011"/>
                <a:ext cx="100" cy="95"/>
                <a:chOff x="704" y="1880"/>
                <a:chExt cx="136" cy="128"/>
              </a:xfrm>
            </p:grpSpPr>
            <p:sp>
              <p:nvSpPr>
                <p:cNvPr id="466153"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54"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55" name="Group 594"/>
              <p:cNvGrpSpPr>
                <a:grpSpLocks/>
              </p:cNvGrpSpPr>
              <p:nvPr/>
            </p:nvGrpSpPr>
            <p:grpSpPr bwMode="auto">
              <a:xfrm>
                <a:off x="1819" y="3011"/>
                <a:ext cx="100" cy="95"/>
                <a:chOff x="704" y="1880"/>
                <a:chExt cx="136" cy="128"/>
              </a:xfrm>
            </p:grpSpPr>
            <p:sp>
              <p:nvSpPr>
                <p:cNvPr id="466151"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52"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56" name="Group 597"/>
              <p:cNvGrpSpPr>
                <a:grpSpLocks/>
              </p:cNvGrpSpPr>
              <p:nvPr/>
            </p:nvGrpSpPr>
            <p:grpSpPr bwMode="auto">
              <a:xfrm>
                <a:off x="1724" y="3011"/>
                <a:ext cx="100" cy="95"/>
                <a:chOff x="704" y="1880"/>
                <a:chExt cx="136" cy="128"/>
              </a:xfrm>
            </p:grpSpPr>
            <p:sp>
              <p:nvSpPr>
                <p:cNvPr id="466149"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50"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57" name="Group 600"/>
              <p:cNvGrpSpPr>
                <a:grpSpLocks/>
              </p:cNvGrpSpPr>
              <p:nvPr/>
            </p:nvGrpSpPr>
            <p:grpSpPr bwMode="auto">
              <a:xfrm>
                <a:off x="1623" y="3011"/>
                <a:ext cx="100" cy="95"/>
                <a:chOff x="704" y="1880"/>
                <a:chExt cx="136" cy="128"/>
              </a:xfrm>
            </p:grpSpPr>
            <p:sp>
              <p:nvSpPr>
                <p:cNvPr id="466147"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48"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58" name="Group 603"/>
              <p:cNvGrpSpPr>
                <a:grpSpLocks/>
              </p:cNvGrpSpPr>
              <p:nvPr/>
            </p:nvGrpSpPr>
            <p:grpSpPr bwMode="auto">
              <a:xfrm>
                <a:off x="1528" y="3011"/>
                <a:ext cx="100" cy="95"/>
                <a:chOff x="704" y="1880"/>
                <a:chExt cx="136" cy="128"/>
              </a:xfrm>
            </p:grpSpPr>
            <p:sp>
              <p:nvSpPr>
                <p:cNvPr id="466145"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46"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59" name="Group 606"/>
              <p:cNvGrpSpPr>
                <a:grpSpLocks/>
              </p:cNvGrpSpPr>
              <p:nvPr/>
            </p:nvGrpSpPr>
            <p:grpSpPr bwMode="auto">
              <a:xfrm>
                <a:off x="1427" y="3011"/>
                <a:ext cx="100" cy="95"/>
                <a:chOff x="704" y="1880"/>
                <a:chExt cx="136" cy="128"/>
              </a:xfrm>
            </p:grpSpPr>
            <p:sp>
              <p:nvSpPr>
                <p:cNvPr id="466143"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44"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60" name="Group 609"/>
              <p:cNvGrpSpPr>
                <a:grpSpLocks/>
              </p:cNvGrpSpPr>
              <p:nvPr/>
            </p:nvGrpSpPr>
            <p:grpSpPr bwMode="auto">
              <a:xfrm>
                <a:off x="1332" y="3011"/>
                <a:ext cx="100" cy="95"/>
                <a:chOff x="704" y="1880"/>
                <a:chExt cx="136" cy="128"/>
              </a:xfrm>
            </p:grpSpPr>
            <p:sp>
              <p:nvSpPr>
                <p:cNvPr id="466141"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42"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61" name="Group 612"/>
              <p:cNvGrpSpPr>
                <a:grpSpLocks/>
              </p:cNvGrpSpPr>
              <p:nvPr/>
            </p:nvGrpSpPr>
            <p:grpSpPr bwMode="auto">
              <a:xfrm>
                <a:off x="1231" y="3011"/>
                <a:ext cx="100" cy="95"/>
                <a:chOff x="704" y="1880"/>
                <a:chExt cx="136" cy="128"/>
              </a:xfrm>
            </p:grpSpPr>
            <p:sp>
              <p:nvSpPr>
                <p:cNvPr id="466139"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40"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5962" name="Group 591"/>
            <p:cNvGrpSpPr>
              <a:grpSpLocks/>
            </p:cNvGrpSpPr>
            <p:nvPr/>
          </p:nvGrpSpPr>
          <p:grpSpPr bwMode="auto">
            <a:xfrm rot="2957983">
              <a:off x="4035307" y="788413"/>
              <a:ext cx="175215" cy="640085"/>
              <a:chOff x="704" y="1880"/>
              <a:chExt cx="142" cy="131"/>
            </a:xfrm>
          </p:grpSpPr>
          <p:sp>
            <p:nvSpPr>
              <p:cNvPr id="466129"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30" name="Line 593"/>
              <p:cNvSpPr>
                <a:spLocks noChangeShapeType="1"/>
              </p:cNvSpPr>
              <p:nvPr/>
            </p:nvSpPr>
            <p:spPr bwMode="auto">
              <a:xfrm flipH="1" flipV="1">
                <a:off x="774" y="1883"/>
                <a:ext cx="72" cy="128"/>
              </a:xfrm>
              <a:prstGeom prst="line">
                <a:avLst/>
              </a:prstGeom>
              <a:noFill/>
              <a:ln w="38100">
                <a:solidFill>
                  <a:srgbClr val="B2B2B2"/>
                </a:solidFill>
                <a:round/>
                <a:headEnd/>
                <a:tailEnd/>
              </a:ln>
            </p:spPr>
            <p:txBody>
              <a:bodyPr/>
              <a:lstStyle/>
              <a:p>
                <a:endParaRPr lang="en-US" dirty="0"/>
              </a:p>
            </p:txBody>
          </p:sp>
        </p:grpSp>
        <p:grpSp>
          <p:nvGrpSpPr>
            <p:cNvPr id="465963" name="Group 594"/>
            <p:cNvGrpSpPr>
              <a:grpSpLocks/>
            </p:cNvGrpSpPr>
            <p:nvPr/>
          </p:nvGrpSpPr>
          <p:grpSpPr bwMode="auto">
            <a:xfrm rot="2079614">
              <a:off x="3862581" y="626242"/>
              <a:ext cx="167811" cy="625427"/>
              <a:chOff x="704" y="1880"/>
              <a:chExt cx="136" cy="128"/>
            </a:xfrm>
          </p:grpSpPr>
          <p:sp>
            <p:nvSpPr>
              <p:cNvPr id="466127"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28"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64" name="Group 600"/>
            <p:cNvGrpSpPr>
              <a:grpSpLocks/>
            </p:cNvGrpSpPr>
            <p:nvPr/>
          </p:nvGrpSpPr>
          <p:grpSpPr bwMode="auto">
            <a:xfrm rot="1622520">
              <a:off x="3690836" y="521475"/>
              <a:ext cx="167811" cy="625427"/>
              <a:chOff x="704" y="1880"/>
              <a:chExt cx="136" cy="128"/>
            </a:xfrm>
          </p:grpSpPr>
          <p:sp>
            <p:nvSpPr>
              <p:cNvPr id="46612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2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65" name="Group 603"/>
            <p:cNvGrpSpPr>
              <a:grpSpLocks/>
            </p:cNvGrpSpPr>
            <p:nvPr/>
          </p:nvGrpSpPr>
          <p:grpSpPr bwMode="auto">
            <a:xfrm rot="1108313">
              <a:off x="3488558" y="440508"/>
              <a:ext cx="167811" cy="625427"/>
              <a:chOff x="704" y="1880"/>
              <a:chExt cx="136" cy="128"/>
            </a:xfrm>
          </p:grpSpPr>
          <p:sp>
            <p:nvSpPr>
              <p:cNvPr id="46612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2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66" name="Group 606"/>
            <p:cNvGrpSpPr>
              <a:grpSpLocks/>
            </p:cNvGrpSpPr>
            <p:nvPr/>
          </p:nvGrpSpPr>
          <p:grpSpPr bwMode="auto">
            <a:xfrm rot="186207">
              <a:off x="3242874" y="397641"/>
              <a:ext cx="167811" cy="625427"/>
              <a:chOff x="704" y="1880"/>
              <a:chExt cx="136" cy="128"/>
            </a:xfrm>
          </p:grpSpPr>
          <p:sp>
            <p:nvSpPr>
              <p:cNvPr id="46612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2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67" name="Group 609"/>
            <p:cNvGrpSpPr>
              <a:grpSpLocks/>
            </p:cNvGrpSpPr>
            <p:nvPr/>
          </p:nvGrpSpPr>
          <p:grpSpPr bwMode="auto">
            <a:xfrm rot="-804977">
              <a:off x="2992970" y="407165"/>
              <a:ext cx="167811" cy="625427"/>
              <a:chOff x="704" y="1880"/>
              <a:chExt cx="136" cy="128"/>
            </a:xfrm>
          </p:grpSpPr>
          <p:sp>
            <p:nvSpPr>
              <p:cNvPr id="46611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2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68" name="Group 612"/>
            <p:cNvGrpSpPr>
              <a:grpSpLocks/>
            </p:cNvGrpSpPr>
            <p:nvPr/>
          </p:nvGrpSpPr>
          <p:grpSpPr bwMode="auto">
            <a:xfrm rot="-1972905">
              <a:off x="2742523" y="526229"/>
              <a:ext cx="167811" cy="625427"/>
              <a:chOff x="704" y="1880"/>
              <a:chExt cx="136" cy="128"/>
            </a:xfrm>
          </p:grpSpPr>
          <p:sp>
            <p:nvSpPr>
              <p:cNvPr id="46611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1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69" name="Group 590"/>
            <p:cNvGrpSpPr>
              <a:grpSpLocks/>
            </p:cNvGrpSpPr>
            <p:nvPr/>
          </p:nvGrpSpPr>
          <p:grpSpPr bwMode="auto">
            <a:xfrm rot="2726436">
              <a:off x="3956279" y="1329404"/>
              <a:ext cx="1334099" cy="625427"/>
              <a:chOff x="1231" y="3011"/>
              <a:chExt cx="795" cy="95"/>
            </a:xfrm>
          </p:grpSpPr>
          <p:grpSp>
            <p:nvGrpSpPr>
              <p:cNvPr id="465972" name="Group 591"/>
              <p:cNvGrpSpPr>
                <a:grpSpLocks/>
              </p:cNvGrpSpPr>
              <p:nvPr/>
            </p:nvGrpSpPr>
            <p:grpSpPr bwMode="auto">
              <a:xfrm>
                <a:off x="1926" y="3011"/>
                <a:ext cx="100" cy="95"/>
                <a:chOff x="704" y="1880"/>
                <a:chExt cx="136" cy="128"/>
              </a:xfrm>
            </p:grpSpPr>
            <p:sp>
              <p:nvSpPr>
                <p:cNvPr id="466115"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16"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73" name="Group 594"/>
              <p:cNvGrpSpPr>
                <a:grpSpLocks/>
              </p:cNvGrpSpPr>
              <p:nvPr/>
            </p:nvGrpSpPr>
            <p:grpSpPr bwMode="auto">
              <a:xfrm>
                <a:off x="1819" y="3011"/>
                <a:ext cx="100" cy="95"/>
                <a:chOff x="704" y="1880"/>
                <a:chExt cx="136" cy="128"/>
              </a:xfrm>
            </p:grpSpPr>
            <p:sp>
              <p:nvSpPr>
                <p:cNvPr id="466113"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14"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74" name="Group 597"/>
              <p:cNvGrpSpPr>
                <a:grpSpLocks/>
              </p:cNvGrpSpPr>
              <p:nvPr/>
            </p:nvGrpSpPr>
            <p:grpSpPr bwMode="auto">
              <a:xfrm>
                <a:off x="1724" y="3011"/>
                <a:ext cx="100" cy="95"/>
                <a:chOff x="704" y="1880"/>
                <a:chExt cx="136" cy="128"/>
              </a:xfrm>
            </p:grpSpPr>
            <p:sp>
              <p:nvSpPr>
                <p:cNvPr id="466111"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12"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75" name="Group 600"/>
              <p:cNvGrpSpPr>
                <a:grpSpLocks/>
              </p:cNvGrpSpPr>
              <p:nvPr/>
            </p:nvGrpSpPr>
            <p:grpSpPr bwMode="auto">
              <a:xfrm>
                <a:off x="1623" y="3011"/>
                <a:ext cx="100" cy="95"/>
                <a:chOff x="704" y="1880"/>
                <a:chExt cx="136" cy="128"/>
              </a:xfrm>
            </p:grpSpPr>
            <p:sp>
              <p:nvSpPr>
                <p:cNvPr id="466109"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10"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76" name="Group 603"/>
              <p:cNvGrpSpPr>
                <a:grpSpLocks/>
              </p:cNvGrpSpPr>
              <p:nvPr/>
            </p:nvGrpSpPr>
            <p:grpSpPr bwMode="auto">
              <a:xfrm>
                <a:off x="1528" y="3011"/>
                <a:ext cx="100" cy="95"/>
                <a:chOff x="704" y="1880"/>
                <a:chExt cx="136" cy="128"/>
              </a:xfrm>
            </p:grpSpPr>
            <p:sp>
              <p:nvSpPr>
                <p:cNvPr id="466107"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08"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77" name="Group 606"/>
              <p:cNvGrpSpPr>
                <a:grpSpLocks/>
              </p:cNvGrpSpPr>
              <p:nvPr/>
            </p:nvGrpSpPr>
            <p:grpSpPr bwMode="auto">
              <a:xfrm>
                <a:off x="1427" y="3011"/>
                <a:ext cx="100" cy="95"/>
                <a:chOff x="704" y="1880"/>
                <a:chExt cx="136" cy="128"/>
              </a:xfrm>
            </p:grpSpPr>
            <p:sp>
              <p:nvSpPr>
                <p:cNvPr id="466105"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06"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78" name="Group 609"/>
              <p:cNvGrpSpPr>
                <a:grpSpLocks/>
              </p:cNvGrpSpPr>
              <p:nvPr/>
            </p:nvGrpSpPr>
            <p:grpSpPr bwMode="auto">
              <a:xfrm>
                <a:off x="1332" y="3011"/>
                <a:ext cx="100" cy="95"/>
                <a:chOff x="704" y="1880"/>
                <a:chExt cx="136" cy="128"/>
              </a:xfrm>
            </p:grpSpPr>
            <p:sp>
              <p:nvSpPr>
                <p:cNvPr id="466103"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04"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79" name="Group 612"/>
              <p:cNvGrpSpPr>
                <a:grpSpLocks/>
              </p:cNvGrpSpPr>
              <p:nvPr/>
            </p:nvGrpSpPr>
            <p:grpSpPr bwMode="auto">
              <a:xfrm>
                <a:off x="1231" y="3011"/>
                <a:ext cx="100" cy="95"/>
                <a:chOff x="704" y="1880"/>
                <a:chExt cx="136" cy="128"/>
              </a:xfrm>
            </p:grpSpPr>
            <p:sp>
              <p:nvSpPr>
                <p:cNvPr id="46610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0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5970" name="Line 613"/>
            <p:cNvSpPr>
              <a:spLocks noChangeShapeType="1"/>
            </p:cNvSpPr>
            <p:nvPr/>
          </p:nvSpPr>
          <p:spPr bwMode="auto">
            <a:xfrm rot="18792113" flipH="1">
              <a:off x="2616496" y="653658"/>
              <a:ext cx="57681" cy="608871"/>
            </a:xfrm>
            <a:prstGeom prst="line">
              <a:avLst/>
            </a:prstGeom>
            <a:noFill/>
            <a:ln w="38100">
              <a:solidFill>
                <a:srgbClr val="808080"/>
              </a:solidFill>
              <a:round/>
              <a:headEnd/>
              <a:tailEnd/>
            </a:ln>
          </p:spPr>
          <p:txBody>
            <a:bodyPr/>
            <a:lstStyle/>
            <a:p>
              <a:endParaRPr lang="en-US" dirty="0"/>
            </a:p>
          </p:txBody>
        </p:sp>
        <p:sp>
          <p:nvSpPr>
            <p:cNvPr id="465971" name="Line 614"/>
            <p:cNvSpPr>
              <a:spLocks noChangeShapeType="1"/>
            </p:cNvSpPr>
            <p:nvPr/>
          </p:nvSpPr>
          <p:spPr bwMode="auto">
            <a:xfrm rot="2807887" flipV="1">
              <a:off x="2381441" y="900684"/>
              <a:ext cx="604454" cy="79152"/>
            </a:xfrm>
            <a:prstGeom prst="line">
              <a:avLst/>
            </a:prstGeom>
            <a:noFill/>
            <a:ln w="38100">
              <a:solidFill>
                <a:srgbClr val="B2B2B2"/>
              </a:solidFill>
              <a:round/>
              <a:headEnd/>
              <a:tailEnd/>
            </a:ln>
          </p:spPr>
          <p:txBody>
            <a:bodyPr/>
            <a:lstStyle/>
            <a:p>
              <a:endParaRPr lang="en-US" dirty="0"/>
            </a:p>
          </p:txBody>
        </p:sp>
        <p:grpSp>
          <p:nvGrpSpPr>
            <p:cNvPr id="465980" name="Group 591"/>
            <p:cNvGrpSpPr>
              <a:grpSpLocks/>
            </p:cNvGrpSpPr>
            <p:nvPr/>
          </p:nvGrpSpPr>
          <p:grpSpPr bwMode="auto">
            <a:xfrm rot="-2958402">
              <a:off x="6141173" y="1614333"/>
              <a:ext cx="167811" cy="625427"/>
              <a:chOff x="704" y="1880"/>
              <a:chExt cx="136" cy="128"/>
            </a:xfrm>
          </p:grpSpPr>
          <p:sp>
            <p:nvSpPr>
              <p:cNvPr id="46609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9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81" name="Group 594"/>
            <p:cNvGrpSpPr>
              <a:grpSpLocks/>
            </p:cNvGrpSpPr>
            <p:nvPr/>
          </p:nvGrpSpPr>
          <p:grpSpPr bwMode="auto">
            <a:xfrm rot="-2484397">
              <a:off x="6094960" y="1714341"/>
              <a:ext cx="167811" cy="625427"/>
              <a:chOff x="704" y="1880"/>
              <a:chExt cx="136" cy="128"/>
            </a:xfrm>
          </p:grpSpPr>
          <p:sp>
            <p:nvSpPr>
              <p:cNvPr id="46608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9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82" name="Group 597"/>
            <p:cNvGrpSpPr>
              <a:grpSpLocks/>
            </p:cNvGrpSpPr>
            <p:nvPr/>
          </p:nvGrpSpPr>
          <p:grpSpPr bwMode="auto">
            <a:xfrm rot="-1920768">
              <a:off x="6002224" y="1795303"/>
              <a:ext cx="167811" cy="625427"/>
              <a:chOff x="704" y="1880"/>
              <a:chExt cx="136" cy="128"/>
            </a:xfrm>
          </p:grpSpPr>
          <p:sp>
            <p:nvSpPr>
              <p:cNvPr id="46608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8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83" name="Group 600"/>
            <p:cNvGrpSpPr>
              <a:grpSpLocks/>
            </p:cNvGrpSpPr>
            <p:nvPr/>
          </p:nvGrpSpPr>
          <p:grpSpPr bwMode="auto">
            <a:xfrm rot="-1451095">
              <a:off x="5889877" y="1861969"/>
              <a:ext cx="167811" cy="625427"/>
              <a:chOff x="704" y="1880"/>
              <a:chExt cx="136" cy="128"/>
            </a:xfrm>
          </p:grpSpPr>
          <p:sp>
            <p:nvSpPr>
              <p:cNvPr id="46608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8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84" name="Group 603"/>
            <p:cNvGrpSpPr>
              <a:grpSpLocks/>
            </p:cNvGrpSpPr>
            <p:nvPr/>
          </p:nvGrpSpPr>
          <p:grpSpPr bwMode="auto">
            <a:xfrm rot="-945984">
              <a:off x="5778087" y="1914362"/>
              <a:ext cx="167811" cy="625427"/>
              <a:chOff x="704" y="1880"/>
              <a:chExt cx="136" cy="128"/>
            </a:xfrm>
          </p:grpSpPr>
          <p:sp>
            <p:nvSpPr>
              <p:cNvPr id="46608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8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85" name="Group 606"/>
            <p:cNvGrpSpPr>
              <a:grpSpLocks/>
            </p:cNvGrpSpPr>
            <p:nvPr/>
          </p:nvGrpSpPr>
          <p:grpSpPr bwMode="auto">
            <a:xfrm rot="-496604">
              <a:off x="5656228" y="1942940"/>
              <a:ext cx="167811" cy="625427"/>
              <a:chOff x="704" y="1880"/>
              <a:chExt cx="136" cy="128"/>
            </a:xfrm>
          </p:grpSpPr>
          <p:sp>
            <p:nvSpPr>
              <p:cNvPr id="46608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8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86" name="Group 609"/>
            <p:cNvGrpSpPr>
              <a:grpSpLocks/>
            </p:cNvGrpSpPr>
            <p:nvPr/>
          </p:nvGrpSpPr>
          <p:grpSpPr bwMode="auto">
            <a:xfrm>
              <a:off x="5530149" y="1947703"/>
              <a:ext cx="167811" cy="625427"/>
              <a:chOff x="704" y="1880"/>
              <a:chExt cx="136" cy="128"/>
            </a:xfrm>
          </p:grpSpPr>
          <p:sp>
            <p:nvSpPr>
              <p:cNvPr id="46607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8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87" name="Group 612"/>
            <p:cNvGrpSpPr>
              <a:grpSpLocks/>
            </p:cNvGrpSpPr>
            <p:nvPr/>
          </p:nvGrpSpPr>
          <p:grpSpPr bwMode="auto">
            <a:xfrm rot="817219">
              <a:off x="5260637" y="1928651"/>
              <a:ext cx="167811" cy="625427"/>
              <a:chOff x="704" y="1880"/>
              <a:chExt cx="136" cy="128"/>
            </a:xfrm>
          </p:grpSpPr>
          <p:sp>
            <p:nvSpPr>
              <p:cNvPr id="46607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7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88" name="Group 612"/>
            <p:cNvGrpSpPr>
              <a:grpSpLocks/>
            </p:cNvGrpSpPr>
            <p:nvPr/>
          </p:nvGrpSpPr>
          <p:grpSpPr bwMode="auto">
            <a:xfrm rot="2178371">
              <a:off x="5046313" y="1825233"/>
              <a:ext cx="167811" cy="625427"/>
              <a:chOff x="704" y="1880"/>
              <a:chExt cx="136" cy="128"/>
            </a:xfrm>
          </p:grpSpPr>
          <p:sp>
            <p:nvSpPr>
              <p:cNvPr id="466075"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76"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89" name="Group 612"/>
            <p:cNvGrpSpPr>
              <a:grpSpLocks/>
            </p:cNvGrpSpPr>
            <p:nvPr/>
          </p:nvGrpSpPr>
          <p:grpSpPr bwMode="auto">
            <a:xfrm rot="1523074">
              <a:off x="5151083" y="1887136"/>
              <a:ext cx="167811" cy="625427"/>
              <a:chOff x="704" y="1880"/>
              <a:chExt cx="136" cy="128"/>
            </a:xfrm>
          </p:grpSpPr>
          <p:sp>
            <p:nvSpPr>
              <p:cNvPr id="466073"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74"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90" name="Group 612"/>
            <p:cNvGrpSpPr>
              <a:grpSpLocks/>
            </p:cNvGrpSpPr>
            <p:nvPr/>
          </p:nvGrpSpPr>
          <p:grpSpPr bwMode="auto">
            <a:xfrm rot="325823">
              <a:off x="5389222" y="1947687"/>
              <a:ext cx="167811" cy="625427"/>
              <a:chOff x="704" y="1880"/>
              <a:chExt cx="136" cy="128"/>
            </a:xfrm>
          </p:grpSpPr>
          <p:sp>
            <p:nvSpPr>
              <p:cNvPr id="46607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7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91" name="Group 590"/>
            <p:cNvGrpSpPr>
              <a:grpSpLocks/>
            </p:cNvGrpSpPr>
            <p:nvPr/>
          </p:nvGrpSpPr>
          <p:grpSpPr bwMode="auto">
            <a:xfrm rot="-3152204">
              <a:off x="6011634" y="1032281"/>
              <a:ext cx="1334095" cy="625427"/>
              <a:chOff x="1231" y="3011"/>
              <a:chExt cx="795" cy="95"/>
            </a:xfrm>
          </p:grpSpPr>
          <p:grpSp>
            <p:nvGrpSpPr>
              <p:cNvPr id="465994" name="Group 591"/>
              <p:cNvGrpSpPr>
                <a:grpSpLocks/>
              </p:cNvGrpSpPr>
              <p:nvPr/>
            </p:nvGrpSpPr>
            <p:grpSpPr bwMode="auto">
              <a:xfrm>
                <a:off x="1926" y="3011"/>
                <a:ext cx="100" cy="95"/>
                <a:chOff x="704" y="1880"/>
                <a:chExt cx="136" cy="128"/>
              </a:xfrm>
            </p:grpSpPr>
            <p:sp>
              <p:nvSpPr>
                <p:cNvPr id="466069"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70"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95" name="Group 594"/>
              <p:cNvGrpSpPr>
                <a:grpSpLocks/>
              </p:cNvGrpSpPr>
              <p:nvPr/>
            </p:nvGrpSpPr>
            <p:grpSpPr bwMode="auto">
              <a:xfrm>
                <a:off x="1819" y="3011"/>
                <a:ext cx="100" cy="95"/>
                <a:chOff x="704" y="1880"/>
                <a:chExt cx="136" cy="128"/>
              </a:xfrm>
            </p:grpSpPr>
            <p:sp>
              <p:nvSpPr>
                <p:cNvPr id="466067"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68"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96" name="Group 597"/>
              <p:cNvGrpSpPr>
                <a:grpSpLocks/>
              </p:cNvGrpSpPr>
              <p:nvPr/>
            </p:nvGrpSpPr>
            <p:grpSpPr bwMode="auto">
              <a:xfrm>
                <a:off x="1724" y="3011"/>
                <a:ext cx="100" cy="95"/>
                <a:chOff x="704" y="1880"/>
                <a:chExt cx="136" cy="128"/>
              </a:xfrm>
            </p:grpSpPr>
            <p:sp>
              <p:nvSpPr>
                <p:cNvPr id="466065"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66"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97" name="Group 600"/>
              <p:cNvGrpSpPr>
                <a:grpSpLocks/>
              </p:cNvGrpSpPr>
              <p:nvPr/>
            </p:nvGrpSpPr>
            <p:grpSpPr bwMode="auto">
              <a:xfrm>
                <a:off x="1623" y="3011"/>
                <a:ext cx="100" cy="95"/>
                <a:chOff x="704" y="1880"/>
                <a:chExt cx="136" cy="128"/>
              </a:xfrm>
            </p:grpSpPr>
            <p:sp>
              <p:nvSpPr>
                <p:cNvPr id="466063"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64"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98" name="Group 603"/>
              <p:cNvGrpSpPr>
                <a:grpSpLocks/>
              </p:cNvGrpSpPr>
              <p:nvPr/>
            </p:nvGrpSpPr>
            <p:grpSpPr bwMode="auto">
              <a:xfrm>
                <a:off x="1528" y="3011"/>
                <a:ext cx="100" cy="95"/>
                <a:chOff x="704" y="1880"/>
                <a:chExt cx="136" cy="128"/>
              </a:xfrm>
            </p:grpSpPr>
            <p:sp>
              <p:nvSpPr>
                <p:cNvPr id="466061"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62"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09" name="Group 606"/>
              <p:cNvGrpSpPr>
                <a:grpSpLocks/>
              </p:cNvGrpSpPr>
              <p:nvPr/>
            </p:nvGrpSpPr>
            <p:grpSpPr bwMode="auto">
              <a:xfrm>
                <a:off x="1427" y="3011"/>
                <a:ext cx="100" cy="95"/>
                <a:chOff x="704" y="1880"/>
                <a:chExt cx="136" cy="128"/>
              </a:xfrm>
            </p:grpSpPr>
            <p:sp>
              <p:nvSpPr>
                <p:cNvPr id="466059"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60"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10" name="Group 609"/>
              <p:cNvGrpSpPr>
                <a:grpSpLocks/>
              </p:cNvGrpSpPr>
              <p:nvPr/>
            </p:nvGrpSpPr>
            <p:grpSpPr bwMode="auto">
              <a:xfrm>
                <a:off x="1332" y="3011"/>
                <a:ext cx="100" cy="95"/>
                <a:chOff x="704" y="1880"/>
                <a:chExt cx="136" cy="128"/>
              </a:xfrm>
            </p:grpSpPr>
            <p:sp>
              <p:nvSpPr>
                <p:cNvPr id="466057"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58"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11" name="Group 612"/>
              <p:cNvGrpSpPr>
                <a:grpSpLocks/>
              </p:cNvGrpSpPr>
              <p:nvPr/>
            </p:nvGrpSpPr>
            <p:grpSpPr bwMode="auto">
              <a:xfrm>
                <a:off x="1231" y="3011"/>
                <a:ext cx="100" cy="95"/>
                <a:chOff x="704" y="1880"/>
                <a:chExt cx="136" cy="128"/>
              </a:xfrm>
            </p:grpSpPr>
            <p:sp>
              <p:nvSpPr>
                <p:cNvPr id="466055"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56"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6012" name="Group 591"/>
            <p:cNvGrpSpPr>
              <a:grpSpLocks/>
            </p:cNvGrpSpPr>
            <p:nvPr/>
          </p:nvGrpSpPr>
          <p:grpSpPr bwMode="auto">
            <a:xfrm rot="2957983">
              <a:off x="8484274" y="570683"/>
              <a:ext cx="175215" cy="640085"/>
              <a:chOff x="704" y="1880"/>
              <a:chExt cx="142" cy="131"/>
            </a:xfrm>
          </p:grpSpPr>
          <p:sp>
            <p:nvSpPr>
              <p:cNvPr id="466045"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46" name="Line 593"/>
              <p:cNvSpPr>
                <a:spLocks noChangeShapeType="1"/>
              </p:cNvSpPr>
              <p:nvPr/>
            </p:nvSpPr>
            <p:spPr bwMode="auto">
              <a:xfrm flipH="1" flipV="1">
                <a:off x="774" y="1883"/>
                <a:ext cx="72" cy="128"/>
              </a:xfrm>
              <a:prstGeom prst="line">
                <a:avLst/>
              </a:prstGeom>
              <a:noFill/>
              <a:ln w="38100">
                <a:solidFill>
                  <a:srgbClr val="B2B2B2"/>
                </a:solidFill>
                <a:round/>
                <a:headEnd/>
                <a:tailEnd/>
              </a:ln>
            </p:spPr>
            <p:txBody>
              <a:bodyPr/>
              <a:lstStyle/>
              <a:p>
                <a:endParaRPr lang="en-US" dirty="0"/>
              </a:p>
            </p:txBody>
          </p:sp>
        </p:grpSp>
        <p:grpSp>
          <p:nvGrpSpPr>
            <p:cNvPr id="466013" name="Group 594"/>
            <p:cNvGrpSpPr>
              <a:grpSpLocks/>
            </p:cNvGrpSpPr>
            <p:nvPr/>
          </p:nvGrpSpPr>
          <p:grpSpPr bwMode="auto">
            <a:xfrm rot="2079614">
              <a:off x="8311548" y="408512"/>
              <a:ext cx="167811" cy="625427"/>
              <a:chOff x="704" y="1880"/>
              <a:chExt cx="136" cy="128"/>
            </a:xfrm>
          </p:grpSpPr>
          <p:sp>
            <p:nvSpPr>
              <p:cNvPr id="466043"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44"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14" name="Group 600"/>
            <p:cNvGrpSpPr>
              <a:grpSpLocks/>
            </p:cNvGrpSpPr>
            <p:nvPr/>
          </p:nvGrpSpPr>
          <p:grpSpPr bwMode="auto">
            <a:xfrm rot="1622520">
              <a:off x="8139803" y="303745"/>
              <a:ext cx="167811" cy="625427"/>
              <a:chOff x="704" y="1880"/>
              <a:chExt cx="136" cy="128"/>
            </a:xfrm>
          </p:grpSpPr>
          <p:sp>
            <p:nvSpPr>
              <p:cNvPr id="466041"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42"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15" name="Group 603"/>
            <p:cNvGrpSpPr>
              <a:grpSpLocks/>
            </p:cNvGrpSpPr>
            <p:nvPr/>
          </p:nvGrpSpPr>
          <p:grpSpPr bwMode="auto">
            <a:xfrm rot="1108313">
              <a:off x="7937525" y="222778"/>
              <a:ext cx="167811" cy="625427"/>
              <a:chOff x="704" y="1880"/>
              <a:chExt cx="136" cy="128"/>
            </a:xfrm>
          </p:grpSpPr>
          <p:sp>
            <p:nvSpPr>
              <p:cNvPr id="466039"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40"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16" name="Group 606"/>
            <p:cNvGrpSpPr>
              <a:grpSpLocks/>
            </p:cNvGrpSpPr>
            <p:nvPr/>
          </p:nvGrpSpPr>
          <p:grpSpPr bwMode="auto">
            <a:xfrm rot="186207">
              <a:off x="7691841" y="179911"/>
              <a:ext cx="167811" cy="625427"/>
              <a:chOff x="704" y="1880"/>
              <a:chExt cx="136" cy="128"/>
            </a:xfrm>
          </p:grpSpPr>
          <p:sp>
            <p:nvSpPr>
              <p:cNvPr id="466037"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38"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47" name="Group 609"/>
            <p:cNvGrpSpPr>
              <a:grpSpLocks/>
            </p:cNvGrpSpPr>
            <p:nvPr/>
          </p:nvGrpSpPr>
          <p:grpSpPr bwMode="auto">
            <a:xfrm rot="-804977">
              <a:off x="7441937" y="189435"/>
              <a:ext cx="167811" cy="625427"/>
              <a:chOff x="704" y="1880"/>
              <a:chExt cx="136" cy="128"/>
            </a:xfrm>
          </p:grpSpPr>
          <p:sp>
            <p:nvSpPr>
              <p:cNvPr id="466035"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36"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48" name="Group 612"/>
            <p:cNvGrpSpPr>
              <a:grpSpLocks/>
            </p:cNvGrpSpPr>
            <p:nvPr/>
          </p:nvGrpSpPr>
          <p:grpSpPr bwMode="auto">
            <a:xfrm rot="-1972905">
              <a:off x="7191490" y="308499"/>
              <a:ext cx="167811" cy="625427"/>
              <a:chOff x="704" y="1880"/>
              <a:chExt cx="136" cy="128"/>
            </a:xfrm>
          </p:grpSpPr>
          <p:sp>
            <p:nvSpPr>
              <p:cNvPr id="466033"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34"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49" name="Group 590"/>
            <p:cNvGrpSpPr>
              <a:grpSpLocks/>
            </p:cNvGrpSpPr>
            <p:nvPr/>
          </p:nvGrpSpPr>
          <p:grpSpPr bwMode="auto">
            <a:xfrm rot="2726436">
              <a:off x="8405246" y="1111674"/>
              <a:ext cx="1334099" cy="625427"/>
              <a:chOff x="1231" y="3011"/>
              <a:chExt cx="795" cy="95"/>
            </a:xfrm>
          </p:grpSpPr>
          <p:grpSp>
            <p:nvGrpSpPr>
              <p:cNvPr id="466050" name="Group 591"/>
              <p:cNvGrpSpPr>
                <a:grpSpLocks/>
              </p:cNvGrpSpPr>
              <p:nvPr/>
            </p:nvGrpSpPr>
            <p:grpSpPr bwMode="auto">
              <a:xfrm>
                <a:off x="1926" y="3011"/>
                <a:ext cx="100" cy="95"/>
                <a:chOff x="704" y="1880"/>
                <a:chExt cx="136" cy="128"/>
              </a:xfrm>
            </p:grpSpPr>
            <p:sp>
              <p:nvSpPr>
                <p:cNvPr id="46603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3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51" name="Group 594"/>
              <p:cNvGrpSpPr>
                <a:grpSpLocks/>
              </p:cNvGrpSpPr>
              <p:nvPr/>
            </p:nvGrpSpPr>
            <p:grpSpPr bwMode="auto">
              <a:xfrm>
                <a:off x="1819" y="3011"/>
                <a:ext cx="100" cy="95"/>
                <a:chOff x="704" y="1880"/>
                <a:chExt cx="136" cy="128"/>
              </a:xfrm>
            </p:grpSpPr>
            <p:sp>
              <p:nvSpPr>
                <p:cNvPr id="46602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3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52" name="Group 597"/>
              <p:cNvGrpSpPr>
                <a:grpSpLocks/>
              </p:cNvGrpSpPr>
              <p:nvPr/>
            </p:nvGrpSpPr>
            <p:grpSpPr bwMode="auto">
              <a:xfrm>
                <a:off x="1724" y="3011"/>
                <a:ext cx="100" cy="95"/>
                <a:chOff x="704" y="1880"/>
                <a:chExt cx="136" cy="128"/>
              </a:xfrm>
            </p:grpSpPr>
            <p:sp>
              <p:nvSpPr>
                <p:cNvPr id="46602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2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53" name="Group 600"/>
              <p:cNvGrpSpPr>
                <a:grpSpLocks/>
              </p:cNvGrpSpPr>
              <p:nvPr/>
            </p:nvGrpSpPr>
            <p:grpSpPr bwMode="auto">
              <a:xfrm>
                <a:off x="1623" y="3011"/>
                <a:ext cx="100" cy="95"/>
                <a:chOff x="704" y="1880"/>
                <a:chExt cx="136" cy="128"/>
              </a:xfrm>
            </p:grpSpPr>
            <p:sp>
              <p:nvSpPr>
                <p:cNvPr id="46602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2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54" name="Group 603"/>
              <p:cNvGrpSpPr>
                <a:grpSpLocks/>
              </p:cNvGrpSpPr>
              <p:nvPr/>
            </p:nvGrpSpPr>
            <p:grpSpPr bwMode="auto">
              <a:xfrm>
                <a:off x="1528" y="3011"/>
                <a:ext cx="100" cy="95"/>
                <a:chOff x="704" y="1880"/>
                <a:chExt cx="136" cy="128"/>
              </a:xfrm>
            </p:grpSpPr>
            <p:sp>
              <p:nvSpPr>
                <p:cNvPr id="46602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2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93" name="Group 606"/>
              <p:cNvGrpSpPr>
                <a:grpSpLocks/>
              </p:cNvGrpSpPr>
              <p:nvPr/>
            </p:nvGrpSpPr>
            <p:grpSpPr bwMode="auto">
              <a:xfrm>
                <a:off x="1427" y="3011"/>
                <a:ext cx="100" cy="95"/>
                <a:chOff x="704" y="1880"/>
                <a:chExt cx="136" cy="128"/>
              </a:xfrm>
            </p:grpSpPr>
            <p:sp>
              <p:nvSpPr>
                <p:cNvPr id="46602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2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94" name="Group 609"/>
              <p:cNvGrpSpPr>
                <a:grpSpLocks/>
              </p:cNvGrpSpPr>
              <p:nvPr/>
            </p:nvGrpSpPr>
            <p:grpSpPr bwMode="auto">
              <a:xfrm>
                <a:off x="1332" y="3011"/>
                <a:ext cx="100" cy="95"/>
                <a:chOff x="704" y="1880"/>
                <a:chExt cx="136" cy="128"/>
              </a:xfrm>
            </p:grpSpPr>
            <p:sp>
              <p:nvSpPr>
                <p:cNvPr id="46601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2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95" name="Group 612"/>
              <p:cNvGrpSpPr>
                <a:grpSpLocks/>
              </p:cNvGrpSpPr>
              <p:nvPr/>
            </p:nvGrpSpPr>
            <p:grpSpPr bwMode="auto">
              <a:xfrm>
                <a:off x="1231" y="3011"/>
                <a:ext cx="100" cy="95"/>
                <a:chOff x="704" y="1880"/>
                <a:chExt cx="136" cy="128"/>
              </a:xfrm>
            </p:grpSpPr>
            <p:sp>
              <p:nvSpPr>
                <p:cNvPr id="46601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1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5992" name="Line 613"/>
            <p:cNvSpPr>
              <a:spLocks noChangeShapeType="1"/>
            </p:cNvSpPr>
            <p:nvPr/>
          </p:nvSpPr>
          <p:spPr bwMode="auto">
            <a:xfrm rot="18792113" flipH="1">
              <a:off x="7092001" y="476755"/>
              <a:ext cx="57681" cy="608871"/>
            </a:xfrm>
            <a:prstGeom prst="line">
              <a:avLst/>
            </a:prstGeom>
            <a:noFill/>
            <a:ln w="38100">
              <a:solidFill>
                <a:srgbClr val="808080"/>
              </a:solidFill>
              <a:round/>
              <a:headEnd/>
              <a:tailEnd/>
            </a:ln>
          </p:spPr>
          <p:txBody>
            <a:bodyPr/>
            <a:lstStyle/>
            <a:p>
              <a:endParaRPr lang="en-US" dirty="0"/>
            </a:p>
          </p:txBody>
        </p:sp>
        <p:sp>
          <p:nvSpPr>
            <p:cNvPr id="465993" name="Line 614"/>
            <p:cNvSpPr>
              <a:spLocks noChangeShapeType="1"/>
            </p:cNvSpPr>
            <p:nvPr/>
          </p:nvSpPr>
          <p:spPr bwMode="auto">
            <a:xfrm rot="2807887" flipV="1">
              <a:off x="6849459" y="702011"/>
              <a:ext cx="604454" cy="79152"/>
            </a:xfrm>
            <a:prstGeom prst="line">
              <a:avLst/>
            </a:prstGeom>
            <a:noFill/>
            <a:ln w="38100">
              <a:solidFill>
                <a:srgbClr val="B2B2B2"/>
              </a:solidFill>
              <a:round/>
              <a:headEnd/>
              <a:tailEnd/>
            </a:ln>
          </p:spPr>
          <p:txBody>
            <a:bodyPr/>
            <a:lstStyle/>
            <a:p>
              <a:endParaRPr lang="en-US" dirty="0"/>
            </a:p>
          </p:txBody>
        </p:sp>
        <p:grpSp>
          <p:nvGrpSpPr>
            <p:cNvPr id="466096" name="Group 609"/>
            <p:cNvGrpSpPr>
              <a:grpSpLocks/>
            </p:cNvGrpSpPr>
            <p:nvPr/>
          </p:nvGrpSpPr>
          <p:grpSpPr bwMode="auto">
            <a:xfrm>
              <a:off x="9979116" y="1729973"/>
              <a:ext cx="167811" cy="625427"/>
              <a:chOff x="704" y="1880"/>
              <a:chExt cx="136" cy="128"/>
            </a:xfrm>
          </p:grpSpPr>
          <p:sp>
            <p:nvSpPr>
              <p:cNvPr id="466007"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08"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97" name="Group 612"/>
            <p:cNvGrpSpPr>
              <a:grpSpLocks/>
            </p:cNvGrpSpPr>
            <p:nvPr/>
          </p:nvGrpSpPr>
          <p:grpSpPr bwMode="auto">
            <a:xfrm rot="817219">
              <a:off x="9709604" y="1710921"/>
              <a:ext cx="167811" cy="625427"/>
              <a:chOff x="704" y="1880"/>
              <a:chExt cx="136" cy="128"/>
            </a:xfrm>
          </p:grpSpPr>
          <p:sp>
            <p:nvSpPr>
              <p:cNvPr id="466005"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06"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98" name="Group 612"/>
            <p:cNvGrpSpPr>
              <a:grpSpLocks/>
            </p:cNvGrpSpPr>
            <p:nvPr/>
          </p:nvGrpSpPr>
          <p:grpSpPr bwMode="auto">
            <a:xfrm rot="2178371">
              <a:off x="9495280" y="1607503"/>
              <a:ext cx="167811" cy="625427"/>
              <a:chOff x="704" y="1880"/>
              <a:chExt cx="136" cy="128"/>
            </a:xfrm>
          </p:grpSpPr>
          <p:sp>
            <p:nvSpPr>
              <p:cNvPr id="466003"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04"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99" name="Group 612"/>
            <p:cNvGrpSpPr>
              <a:grpSpLocks/>
            </p:cNvGrpSpPr>
            <p:nvPr/>
          </p:nvGrpSpPr>
          <p:grpSpPr bwMode="auto">
            <a:xfrm rot="1523074">
              <a:off x="9600050" y="1669406"/>
              <a:ext cx="167811" cy="625427"/>
              <a:chOff x="704" y="1880"/>
              <a:chExt cx="136" cy="128"/>
            </a:xfrm>
          </p:grpSpPr>
          <p:sp>
            <p:nvSpPr>
              <p:cNvPr id="46600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0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100" name="Group 612"/>
            <p:cNvGrpSpPr>
              <a:grpSpLocks/>
            </p:cNvGrpSpPr>
            <p:nvPr/>
          </p:nvGrpSpPr>
          <p:grpSpPr bwMode="auto">
            <a:xfrm rot="325823">
              <a:off x="9838189" y="1729957"/>
              <a:ext cx="167811" cy="625427"/>
              <a:chOff x="704" y="1880"/>
              <a:chExt cx="136" cy="128"/>
            </a:xfrm>
          </p:grpSpPr>
          <p:sp>
            <p:nvSpPr>
              <p:cNvPr id="465999"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00"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6131" name="Group 590"/>
          <p:cNvGrpSpPr>
            <a:grpSpLocks/>
          </p:cNvGrpSpPr>
          <p:nvPr/>
        </p:nvGrpSpPr>
        <p:grpSpPr bwMode="auto">
          <a:xfrm>
            <a:off x="7261225" y="5222875"/>
            <a:ext cx="1333500" cy="623888"/>
            <a:chOff x="1231" y="3011"/>
            <a:chExt cx="795" cy="95"/>
          </a:xfrm>
        </p:grpSpPr>
        <p:grpSp>
          <p:nvGrpSpPr>
            <p:cNvPr id="466132" name="Group 591"/>
            <p:cNvGrpSpPr>
              <a:grpSpLocks/>
            </p:cNvGrpSpPr>
            <p:nvPr/>
          </p:nvGrpSpPr>
          <p:grpSpPr bwMode="auto">
            <a:xfrm>
              <a:off x="1926" y="3011"/>
              <a:ext cx="100" cy="95"/>
              <a:chOff x="704" y="1880"/>
              <a:chExt cx="136" cy="128"/>
            </a:xfrm>
          </p:grpSpPr>
          <p:sp>
            <p:nvSpPr>
              <p:cNvPr id="46595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595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133" name="Group 594"/>
            <p:cNvGrpSpPr>
              <a:grpSpLocks/>
            </p:cNvGrpSpPr>
            <p:nvPr/>
          </p:nvGrpSpPr>
          <p:grpSpPr bwMode="auto">
            <a:xfrm>
              <a:off x="1819" y="3011"/>
              <a:ext cx="100" cy="95"/>
              <a:chOff x="704" y="1880"/>
              <a:chExt cx="136" cy="128"/>
            </a:xfrm>
          </p:grpSpPr>
          <p:sp>
            <p:nvSpPr>
              <p:cNvPr id="46594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595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134" name="Group 597"/>
            <p:cNvGrpSpPr>
              <a:grpSpLocks/>
            </p:cNvGrpSpPr>
            <p:nvPr/>
          </p:nvGrpSpPr>
          <p:grpSpPr bwMode="auto">
            <a:xfrm>
              <a:off x="1724" y="3011"/>
              <a:ext cx="100" cy="95"/>
              <a:chOff x="704" y="1880"/>
              <a:chExt cx="136" cy="128"/>
            </a:xfrm>
          </p:grpSpPr>
          <p:sp>
            <p:nvSpPr>
              <p:cNvPr id="46594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594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135" name="Group 600"/>
            <p:cNvGrpSpPr>
              <a:grpSpLocks/>
            </p:cNvGrpSpPr>
            <p:nvPr/>
          </p:nvGrpSpPr>
          <p:grpSpPr bwMode="auto">
            <a:xfrm>
              <a:off x="1623" y="3011"/>
              <a:ext cx="100" cy="95"/>
              <a:chOff x="704" y="1880"/>
              <a:chExt cx="136" cy="128"/>
            </a:xfrm>
          </p:grpSpPr>
          <p:sp>
            <p:nvSpPr>
              <p:cNvPr id="46594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594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136" name="Group 603"/>
            <p:cNvGrpSpPr>
              <a:grpSpLocks/>
            </p:cNvGrpSpPr>
            <p:nvPr/>
          </p:nvGrpSpPr>
          <p:grpSpPr bwMode="auto">
            <a:xfrm>
              <a:off x="1528" y="3011"/>
              <a:ext cx="100" cy="95"/>
              <a:chOff x="704" y="1880"/>
              <a:chExt cx="136" cy="128"/>
            </a:xfrm>
          </p:grpSpPr>
          <p:sp>
            <p:nvSpPr>
              <p:cNvPr id="46594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594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137" name="Group 606"/>
            <p:cNvGrpSpPr>
              <a:grpSpLocks/>
            </p:cNvGrpSpPr>
            <p:nvPr/>
          </p:nvGrpSpPr>
          <p:grpSpPr bwMode="auto">
            <a:xfrm>
              <a:off x="1427" y="3011"/>
              <a:ext cx="100" cy="95"/>
              <a:chOff x="704" y="1880"/>
              <a:chExt cx="136" cy="128"/>
            </a:xfrm>
          </p:grpSpPr>
          <p:sp>
            <p:nvSpPr>
              <p:cNvPr id="46594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594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138" name="Group 609"/>
            <p:cNvGrpSpPr>
              <a:grpSpLocks/>
            </p:cNvGrpSpPr>
            <p:nvPr/>
          </p:nvGrpSpPr>
          <p:grpSpPr bwMode="auto">
            <a:xfrm>
              <a:off x="1332" y="3011"/>
              <a:ext cx="100" cy="95"/>
              <a:chOff x="704" y="1880"/>
              <a:chExt cx="136" cy="128"/>
            </a:xfrm>
          </p:grpSpPr>
          <p:sp>
            <p:nvSpPr>
              <p:cNvPr id="46593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594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171" name="Group 612"/>
            <p:cNvGrpSpPr>
              <a:grpSpLocks/>
            </p:cNvGrpSpPr>
            <p:nvPr/>
          </p:nvGrpSpPr>
          <p:grpSpPr bwMode="auto">
            <a:xfrm>
              <a:off x="1231" y="3011"/>
              <a:ext cx="100" cy="95"/>
              <a:chOff x="704" y="1880"/>
              <a:chExt cx="136" cy="128"/>
            </a:xfrm>
          </p:grpSpPr>
          <p:sp>
            <p:nvSpPr>
              <p:cNvPr id="46593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593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5927" name="TextBox 379"/>
          <p:cNvSpPr txBox="1">
            <a:spLocks noChangeArrowheads="1"/>
          </p:cNvSpPr>
          <p:nvPr/>
        </p:nvSpPr>
        <p:spPr bwMode="auto">
          <a:xfrm>
            <a:off x="2709863" y="3697288"/>
            <a:ext cx="3662362" cy="708025"/>
          </a:xfrm>
          <a:prstGeom prst="rect">
            <a:avLst/>
          </a:prstGeom>
          <a:noFill/>
          <a:ln w="9525">
            <a:noFill/>
            <a:miter lim="800000"/>
            <a:headEnd/>
            <a:tailEnd/>
          </a:ln>
        </p:spPr>
        <p:txBody>
          <a:bodyPr wrap="none">
            <a:spAutoFit/>
          </a:bodyPr>
          <a:lstStyle/>
          <a:p>
            <a:r>
              <a:rPr lang="en-US" sz="4000" dirty="0"/>
              <a:t>Transverse Wave</a:t>
            </a:r>
          </a:p>
        </p:txBody>
      </p:sp>
      <p:sp>
        <p:nvSpPr>
          <p:cNvPr id="465928" name="TextBox 380"/>
          <p:cNvSpPr txBox="1">
            <a:spLocks noChangeArrowheads="1"/>
          </p:cNvSpPr>
          <p:nvPr/>
        </p:nvSpPr>
        <p:spPr bwMode="auto">
          <a:xfrm>
            <a:off x="2471738" y="6005513"/>
            <a:ext cx="4148137" cy="708025"/>
          </a:xfrm>
          <a:prstGeom prst="rect">
            <a:avLst/>
          </a:prstGeom>
          <a:noFill/>
          <a:ln w="9525">
            <a:noFill/>
            <a:miter lim="800000"/>
            <a:headEnd/>
            <a:tailEnd/>
          </a:ln>
        </p:spPr>
        <p:txBody>
          <a:bodyPr wrap="none">
            <a:spAutoFit/>
          </a:bodyPr>
          <a:lstStyle/>
          <a:p>
            <a:r>
              <a:rPr lang="en-US" sz="4000" dirty="0"/>
              <a:t>Longitudinal  Wave</a:t>
            </a:r>
          </a:p>
        </p:txBody>
      </p:sp>
    </p:spTree>
    <p:extLst>
      <p:ext uri="{BB962C8B-B14F-4D97-AF65-F5344CB8AC3E}">
        <p14:creationId xmlns:p14="http://schemas.microsoft.com/office/powerpoint/2010/main" val="700434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2338388" y="474663"/>
            <a:ext cx="4467225" cy="5915025"/>
          </a:xfrm>
          <a:prstGeom prst="rect">
            <a:avLst/>
          </a:prstGeom>
          <a:noFill/>
          <a:ln w="9525">
            <a:noFill/>
            <a:miter lim="800000"/>
            <a:headEnd/>
            <a:tailEnd/>
          </a:ln>
          <a:effectLst/>
        </p:spPr>
      </p:pic>
    </p:spTree>
    <p:extLst>
      <p:ext uri="{BB962C8B-B14F-4D97-AF65-F5344CB8AC3E}">
        <p14:creationId xmlns:p14="http://schemas.microsoft.com/office/powerpoint/2010/main" val="3921976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r>
              <a:rPr lang="en-US" dirty="0"/>
              <a:t>Question 223.2.3</a:t>
            </a:r>
          </a:p>
        </p:txBody>
      </p:sp>
      <p:sp>
        <p:nvSpPr>
          <p:cNvPr id="44036" name="Rectangle 3"/>
          <p:cNvSpPr>
            <a:spLocks noGrp="1" noChangeArrowheads="1"/>
          </p:cNvSpPr>
          <p:nvPr>
            <p:ph idx="1"/>
          </p:nvPr>
        </p:nvSpPr>
        <p:spPr>
          <a:xfrm>
            <a:off x="457200" y="1600200"/>
            <a:ext cx="3790950" cy="4525963"/>
          </a:xfrm>
        </p:spPr>
        <p:txBody>
          <a:bodyPr/>
          <a:lstStyle/>
          <a:p>
            <a:pPr marL="609600" indent="-609600" eaLnBrk="1" hangingPunct="1">
              <a:buFontTx/>
              <a:buNone/>
            </a:pPr>
            <a:r>
              <a:rPr lang="en-US" dirty="0"/>
              <a:t>Is an ocean wave … </a:t>
            </a:r>
          </a:p>
          <a:p>
            <a:pPr marL="990600" lvl="1" indent="-533400" eaLnBrk="1" hangingPunct="1">
              <a:buFontTx/>
              <a:buAutoNum type="alphaLcParenR"/>
            </a:pPr>
            <a:r>
              <a:rPr lang="en-US" dirty="0"/>
              <a:t>Transverse</a:t>
            </a:r>
          </a:p>
          <a:p>
            <a:pPr marL="990600" lvl="1" indent="-533400" eaLnBrk="1" hangingPunct="1">
              <a:buFontTx/>
              <a:buAutoNum type="alphaLcParenR"/>
            </a:pPr>
            <a:r>
              <a:rPr lang="en-US" dirty="0"/>
              <a:t>Longitudinal</a:t>
            </a:r>
          </a:p>
          <a:p>
            <a:pPr marL="990600" lvl="1" indent="-533400" eaLnBrk="1" hangingPunct="1">
              <a:buFontTx/>
              <a:buAutoNum type="alphaLcParenR"/>
            </a:pPr>
            <a:r>
              <a:rPr lang="en-US" dirty="0"/>
              <a:t>A combination of transverse and longitudinal</a:t>
            </a:r>
          </a:p>
        </p:txBody>
      </p:sp>
      <p:sp>
        <p:nvSpPr>
          <p:cNvPr id="44034" name="Slide Number Placeholder 5"/>
          <p:cNvSpPr>
            <a:spLocks noGrp="1"/>
          </p:cNvSpPr>
          <p:nvPr>
            <p:ph type="sldNum" sz="quarter" idx="12"/>
          </p:nvPr>
        </p:nvSpPr>
        <p:spPr>
          <a:noFill/>
        </p:spPr>
        <p:txBody>
          <a:bodyPr/>
          <a:lstStyle/>
          <a:p>
            <a:fld id="{4AD62F2E-7083-45D0-8919-2DFD6873DB31}" type="slidenum">
              <a:rPr lang="en-US" smtClean="0"/>
              <a:pPr/>
              <a:t>8</a:t>
            </a:fld>
            <a:endParaRPr lang="en-US"/>
          </a:p>
        </p:txBody>
      </p:sp>
      <p:pic>
        <p:nvPicPr>
          <p:cNvPr id="44037" name="Picture 4" descr="J5P87D0K"/>
          <p:cNvPicPr>
            <a:picLocks noChangeAspect="1" noChangeArrowheads="1"/>
          </p:cNvPicPr>
          <p:nvPr/>
        </p:nvPicPr>
        <p:blipFill>
          <a:blip r:embed="rId2" cstate="print"/>
          <a:srcRect/>
          <a:stretch>
            <a:fillRect/>
          </a:stretch>
        </p:blipFill>
        <p:spPr bwMode="auto">
          <a:xfrm>
            <a:off x="3768725" y="2470150"/>
            <a:ext cx="5111750" cy="2397125"/>
          </a:xfrm>
          <a:prstGeom prst="rect">
            <a:avLst/>
          </a:prstGeom>
          <a:noFill/>
          <a:ln w="9525">
            <a:noFill/>
            <a:miter lim="800000"/>
            <a:headEnd/>
            <a:tailEnd/>
          </a:ln>
        </p:spPr>
      </p:pic>
    </p:spTree>
    <p:extLst>
      <p:ext uri="{BB962C8B-B14F-4D97-AF65-F5344CB8AC3E}">
        <p14:creationId xmlns:p14="http://schemas.microsoft.com/office/powerpoint/2010/main" val="869177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2933"/>
            <a:ext cx="8229600" cy="1143000"/>
          </a:xfrm>
        </p:spPr>
        <p:txBody>
          <a:bodyPr/>
          <a:lstStyle/>
          <a:p>
            <a:r>
              <a:rPr lang="en-US" dirty="0"/>
              <a:t>Question 223.2.5</a:t>
            </a:r>
          </a:p>
        </p:txBody>
      </p:sp>
      <p:sp>
        <p:nvSpPr>
          <p:cNvPr id="6" name="Rectangle 3"/>
          <p:cNvSpPr>
            <a:spLocks noGrp="1" noChangeArrowheads="1"/>
          </p:cNvSpPr>
          <p:nvPr>
            <p:ph idx="1"/>
          </p:nvPr>
        </p:nvSpPr>
        <p:spPr>
          <a:xfrm>
            <a:off x="0" y="932983"/>
            <a:ext cx="4921624" cy="4525963"/>
          </a:xfrm>
        </p:spPr>
        <p:txBody>
          <a:bodyPr/>
          <a:lstStyle/>
          <a:p>
            <a:pPr marL="609600" indent="-609600" eaLnBrk="1" hangingPunct="1">
              <a:buFontTx/>
              <a:buNone/>
            </a:pPr>
            <a:r>
              <a:rPr lang="en-US" dirty="0"/>
              <a:t>In an ocean wave, what would be the most likely path a single particle traverses as the wave moves by? </a:t>
            </a:r>
          </a:p>
        </p:txBody>
      </p:sp>
      <p:pic>
        <p:nvPicPr>
          <p:cNvPr id="7" name="Picture 4" descr="J5P87D0K"/>
          <p:cNvPicPr>
            <a:picLocks noChangeAspect="1" noChangeArrowheads="1"/>
          </p:cNvPicPr>
          <p:nvPr/>
        </p:nvPicPr>
        <p:blipFill>
          <a:blip r:embed="rId2" cstate="print"/>
          <a:srcRect l="15001" r="16221"/>
          <a:stretch>
            <a:fillRect/>
          </a:stretch>
        </p:blipFill>
        <p:spPr bwMode="auto">
          <a:xfrm>
            <a:off x="5403271" y="1403933"/>
            <a:ext cx="2759825" cy="1881704"/>
          </a:xfrm>
          <a:prstGeom prst="rect">
            <a:avLst/>
          </a:prstGeom>
          <a:noFill/>
          <a:ln w="9525">
            <a:noFill/>
            <a:miter lim="800000"/>
            <a:headEnd/>
            <a:tailEnd/>
          </a:ln>
        </p:spPr>
      </p:pic>
      <p:sp>
        <p:nvSpPr>
          <p:cNvPr id="8" name="Oval 7"/>
          <p:cNvSpPr/>
          <p:nvPr/>
        </p:nvSpPr>
        <p:spPr>
          <a:xfrm>
            <a:off x="6251169" y="1926361"/>
            <a:ext cx="166254" cy="14962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a:stCxn id="8" idx="6"/>
          </p:cNvCxnSpPr>
          <p:nvPr/>
        </p:nvCxnSpPr>
        <p:spPr>
          <a:xfrm>
            <a:off x="6417423" y="2001176"/>
            <a:ext cx="1280161" cy="831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11" name="Picture 4" descr="J5P87D0K"/>
          <p:cNvPicPr>
            <a:picLocks noChangeAspect="1" noChangeArrowheads="1"/>
          </p:cNvPicPr>
          <p:nvPr/>
        </p:nvPicPr>
        <p:blipFill>
          <a:blip r:embed="rId2" cstate="print"/>
          <a:srcRect l="15001" r="16221"/>
          <a:stretch>
            <a:fillRect/>
          </a:stretch>
        </p:blipFill>
        <p:spPr bwMode="auto">
          <a:xfrm>
            <a:off x="584661" y="4282894"/>
            <a:ext cx="2759825" cy="1881704"/>
          </a:xfrm>
          <a:prstGeom prst="rect">
            <a:avLst/>
          </a:prstGeom>
          <a:noFill/>
          <a:ln w="9525">
            <a:noFill/>
            <a:miter lim="800000"/>
            <a:headEnd/>
            <a:tailEnd/>
          </a:ln>
        </p:spPr>
      </p:pic>
      <p:sp>
        <p:nvSpPr>
          <p:cNvPr id="12" name="Oval 11"/>
          <p:cNvSpPr/>
          <p:nvPr/>
        </p:nvSpPr>
        <p:spPr>
          <a:xfrm>
            <a:off x="1432559" y="4805322"/>
            <a:ext cx="166254" cy="14962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p:nvPr/>
        </p:nvCxnSpPr>
        <p:spPr>
          <a:xfrm rot="16200000" flipH="1">
            <a:off x="1055716" y="4877368"/>
            <a:ext cx="914403" cy="3"/>
          </a:xfrm>
          <a:prstGeom prst="straightConnector1">
            <a:avLst/>
          </a:prstGeom>
          <a:ln w="381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pic>
        <p:nvPicPr>
          <p:cNvPr id="18" name="Picture 4" descr="J5P87D0K"/>
          <p:cNvPicPr>
            <a:picLocks noChangeAspect="1" noChangeArrowheads="1"/>
          </p:cNvPicPr>
          <p:nvPr/>
        </p:nvPicPr>
        <p:blipFill>
          <a:blip r:embed="rId2" cstate="print"/>
          <a:srcRect l="15001" r="16221"/>
          <a:stretch>
            <a:fillRect/>
          </a:stretch>
        </p:blipFill>
        <p:spPr bwMode="auto">
          <a:xfrm>
            <a:off x="5408814" y="4318918"/>
            <a:ext cx="2759825" cy="1881704"/>
          </a:xfrm>
          <a:prstGeom prst="rect">
            <a:avLst/>
          </a:prstGeom>
          <a:noFill/>
          <a:ln w="9525">
            <a:noFill/>
            <a:miter lim="800000"/>
            <a:headEnd/>
            <a:tailEnd/>
          </a:ln>
        </p:spPr>
      </p:pic>
      <p:sp>
        <p:nvSpPr>
          <p:cNvPr id="19" name="Oval 18"/>
          <p:cNvSpPr/>
          <p:nvPr/>
        </p:nvSpPr>
        <p:spPr>
          <a:xfrm>
            <a:off x="6256712" y="4841346"/>
            <a:ext cx="166254" cy="14962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c 20"/>
          <p:cNvSpPr/>
          <p:nvPr/>
        </p:nvSpPr>
        <p:spPr>
          <a:xfrm>
            <a:off x="5968538" y="4569804"/>
            <a:ext cx="731520" cy="665017"/>
          </a:xfrm>
          <a:prstGeom prst="arc">
            <a:avLst>
              <a:gd name="adj1" fmla="val 16200000"/>
              <a:gd name="adj2" fmla="val 12516622"/>
            </a:avLst>
          </a:prstGeom>
          <a:ln w="381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2" name="Straight Arrow Connector 21"/>
          <p:cNvCxnSpPr/>
          <p:nvPr/>
        </p:nvCxnSpPr>
        <p:spPr>
          <a:xfrm>
            <a:off x="6054434" y="1122798"/>
            <a:ext cx="1280161" cy="8315"/>
          </a:xfrm>
          <a:prstGeom prst="straightConnector1">
            <a:avLst/>
          </a:prstGeom>
          <a:ln w="381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6123708" y="4118140"/>
            <a:ext cx="1280161" cy="8315"/>
          </a:xfrm>
          <a:prstGeom prst="straightConnector1">
            <a:avLst/>
          </a:prstGeom>
          <a:ln w="381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1205345" y="4120909"/>
            <a:ext cx="1280161" cy="8315"/>
          </a:xfrm>
          <a:prstGeom prst="straightConnector1">
            <a:avLst/>
          </a:prstGeom>
          <a:ln w="381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1745672" y="6165842"/>
            <a:ext cx="338554" cy="369332"/>
          </a:xfrm>
          <a:prstGeom prst="rect">
            <a:avLst/>
          </a:prstGeom>
          <a:noFill/>
        </p:spPr>
        <p:txBody>
          <a:bodyPr wrap="none" rtlCol="0">
            <a:spAutoFit/>
          </a:bodyPr>
          <a:lstStyle/>
          <a:p>
            <a:r>
              <a:rPr lang="en-US" dirty="0"/>
              <a:t>A</a:t>
            </a:r>
          </a:p>
        </p:txBody>
      </p:sp>
      <p:sp>
        <p:nvSpPr>
          <p:cNvPr id="26" name="TextBox 25"/>
          <p:cNvSpPr txBox="1"/>
          <p:nvPr/>
        </p:nvSpPr>
        <p:spPr>
          <a:xfrm>
            <a:off x="6553199" y="3309045"/>
            <a:ext cx="338554" cy="369332"/>
          </a:xfrm>
          <a:prstGeom prst="rect">
            <a:avLst/>
          </a:prstGeom>
          <a:noFill/>
        </p:spPr>
        <p:txBody>
          <a:bodyPr wrap="none" rtlCol="0">
            <a:spAutoFit/>
          </a:bodyPr>
          <a:lstStyle/>
          <a:p>
            <a:r>
              <a:rPr lang="en-US" dirty="0"/>
              <a:t>B</a:t>
            </a:r>
          </a:p>
        </p:txBody>
      </p:sp>
      <p:sp>
        <p:nvSpPr>
          <p:cNvPr id="27" name="TextBox 26"/>
          <p:cNvSpPr txBox="1"/>
          <p:nvPr/>
        </p:nvSpPr>
        <p:spPr>
          <a:xfrm>
            <a:off x="6555974" y="6187945"/>
            <a:ext cx="351378" cy="369332"/>
          </a:xfrm>
          <a:prstGeom prst="rect">
            <a:avLst/>
          </a:prstGeom>
          <a:noFill/>
        </p:spPr>
        <p:txBody>
          <a:bodyPr wrap="none" rtlCol="0">
            <a:spAutoFit/>
          </a:bodyPr>
          <a:lstStyle/>
          <a:p>
            <a:r>
              <a:rPr lang="en-US" dirty="0"/>
              <a:t>C</a:t>
            </a:r>
          </a:p>
        </p:txBody>
      </p:sp>
    </p:spTree>
    <p:extLst>
      <p:ext uri="{BB962C8B-B14F-4D97-AF65-F5344CB8AC3E}">
        <p14:creationId xmlns:p14="http://schemas.microsoft.com/office/powerpoint/2010/main" val="1479243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sp>
        <p:nvSpPr>
          <p:cNvPr id="3" name="Content Placeholder 2"/>
          <p:cNvSpPr>
            <a:spLocks noGrp="1"/>
          </p:cNvSpPr>
          <p:nvPr>
            <p:ph idx="1"/>
          </p:nvPr>
        </p:nvSpPr>
        <p:spPr/>
        <p:txBody>
          <a:bodyPr>
            <a:normAutofit/>
          </a:bodyPr>
          <a:lstStyle/>
          <a:p>
            <a:pPr marL="0" indent="0">
              <a:buNone/>
            </a:pPr>
            <a:r>
              <a:rPr lang="en-US" dirty="0"/>
              <a:t>Suppose I have a uniform metal rod that has a length of  2.0m and a mass of 200.0kg. If I saw off 0.20m of this rod, how much mass would the piece have?</a:t>
            </a:r>
          </a:p>
          <a:p>
            <a:pPr marL="514350" indent="-514350">
              <a:buFont typeface="+mj-lt"/>
              <a:buAutoNum type="alphaLcParenR"/>
            </a:pPr>
            <a:r>
              <a:rPr lang="en-US" dirty="0"/>
              <a:t>20kg</a:t>
            </a:r>
          </a:p>
          <a:p>
            <a:pPr marL="514350" indent="-514350">
              <a:buFont typeface="+mj-lt"/>
              <a:buAutoNum type="alphaLcParenR"/>
            </a:pPr>
            <a:r>
              <a:rPr lang="en-US" dirty="0"/>
              <a:t>40kg</a:t>
            </a:r>
          </a:p>
          <a:p>
            <a:pPr marL="514350" indent="-514350">
              <a:buFont typeface="+mj-lt"/>
              <a:buAutoNum type="alphaLcParenR"/>
            </a:pPr>
            <a:r>
              <a:rPr lang="en-US" dirty="0"/>
              <a:t>100kg</a:t>
            </a:r>
          </a:p>
          <a:p>
            <a:pPr marL="514350" indent="-514350">
              <a:buFont typeface="+mj-lt"/>
              <a:buAutoNum type="alphaLcParenR"/>
            </a:pPr>
            <a:r>
              <a:rPr lang="en-US" dirty="0"/>
              <a:t>0kg</a:t>
            </a:r>
          </a:p>
          <a:p>
            <a:pPr marL="0" indent="0">
              <a:buNone/>
            </a:pPr>
            <a:endParaRPr lang="en-US" dirty="0"/>
          </a:p>
        </p:txBody>
      </p:sp>
    </p:spTree>
    <p:extLst>
      <p:ext uri="{BB962C8B-B14F-4D97-AF65-F5344CB8AC3E}">
        <p14:creationId xmlns:p14="http://schemas.microsoft.com/office/powerpoint/2010/main" val="2316295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pPr marL="0" indent="0">
                  <a:buNone/>
                </a:pPr>
                <a:r>
                  <a:rPr lang="en-US" dirty="0"/>
                  <a:t>Suppose I have a uniform metal rod that has a length of  2.0m and a mass of 200.0kg. What would you call the quantity </a:t>
                </a:r>
              </a:p>
              <a:p>
                <a:pPr marL="0" indent="0">
                  <a:buNone/>
                </a:pPr>
                <a:endParaRPr lang="en-US" dirty="0"/>
              </a:p>
              <a:p>
                <a:pPr marL="0" indent="0">
                  <a:buNone/>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200</m:t>
                          </m:r>
                          <m:r>
                            <a:rPr lang="en-US" b="0" i="1" smtClean="0">
                              <a:latin typeface="Cambria Math" panose="02040503050406030204" pitchFamily="18" charset="0"/>
                            </a:rPr>
                            <m:t>𝑘𝑔</m:t>
                          </m:r>
                        </m:num>
                        <m:den>
                          <m:r>
                            <a:rPr lang="en-US" b="0" i="1" smtClean="0">
                              <a:latin typeface="Cambria Math" panose="02040503050406030204" pitchFamily="18" charset="0"/>
                            </a:rPr>
                            <m:t>2.0</m:t>
                          </m:r>
                          <m:r>
                            <a:rPr lang="en-US" b="0" i="1" smtClean="0">
                              <a:latin typeface="Cambria Math" panose="02040503050406030204" pitchFamily="18" charset="0"/>
                            </a:rPr>
                            <m:t>𝑚</m:t>
                          </m:r>
                        </m:den>
                      </m:f>
                    </m:oMath>
                  </m:oMathPara>
                </a14:m>
                <a:endParaRPr lang="en-US" dirty="0"/>
              </a:p>
              <a:p>
                <a:pPr marL="514350" indent="-514350">
                  <a:buFont typeface="+mj-lt"/>
                  <a:buAutoNum type="alphaLcParenR"/>
                </a:pPr>
                <a:r>
                  <a:rPr lang="en-US" dirty="0"/>
                  <a:t>Density of the rod</a:t>
                </a:r>
              </a:p>
              <a:p>
                <a:pPr marL="514350" indent="-514350">
                  <a:buFont typeface="+mj-lt"/>
                  <a:buAutoNum type="alphaLcParenR"/>
                </a:pPr>
                <a:r>
                  <a:rPr lang="en-US" dirty="0"/>
                  <a:t>Linear mass density of the rod</a:t>
                </a:r>
              </a:p>
              <a:p>
                <a:pPr marL="514350" indent="-514350">
                  <a:buFont typeface="+mj-lt"/>
                  <a:buAutoNum type="alphaLcParenR"/>
                </a:pPr>
                <a:r>
                  <a:rPr lang="en-US" dirty="0"/>
                  <a:t>A worthless quantity, why would you bother</a:t>
                </a:r>
              </a:p>
              <a:p>
                <a:pPr marL="514350" indent="-514350">
                  <a:buFont typeface="+mj-lt"/>
                  <a:buAutoNum type="alphaLcParenR"/>
                </a:pPr>
                <a:r>
                  <a:rPr lang="en-US" dirty="0"/>
                  <a:t>The </a:t>
                </a:r>
                <a:r>
                  <a:rPr lang="en-US" dirty="0" err="1"/>
                  <a:t>masselength</a:t>
                </a:r>
                <a:r>
                  <a:rPr lang="en-US" dirty="0"/>
                  <a:t> of the rod.</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778" t="-3504" r="-1407" b="-404"/>
                </a:stretch>
              </a:blipFill>
            </p:spPr>
            <p:txBody>
              <a:bodyPr/>
              <a:lstStyle/>
              <a:p>
                <a:r>
                  <a:rPr lang="en-US">
                    <a:noFill/>
                  </a:rPr>
                  <a:t> </a:t>
                </a:r>
              </a:p>
            </p:txBody>
          </p:sp>
        </mc:Fallback>
      </mc:AlternateContent>
    </p:spTree>
    <p:extLst>
      <p:ext uri="{BB962C8B-B14F-4D97-AF65-F5344CB8AC3E}">
        <p14:creationId xmlns:p14="http://schemas.microsoft.com/office/powerpoint/2010/main" val="2250834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pPr marL="0" indent="0">
                  <a:buNone/>
                </a:pPr>
                <a:r>
                  <a:rPr lang="en-US" dirty="0"/>
                  <a:t>Suppose I have a uniform metal rod that has a length of  2.0m and a mass of 200.0kg. What symbol do we give for the quantity </a:t>
                </a:r>
              </a:p>
              <a:p>
                <a:pPr marL="0" indent="0">
                  <a:buNone/>
                </a:pPr>
                <a:endParaRPr lang="en-US" dirty="0"/>
              </a:p>
              <a:p>
                <a:pPr marL="0" indent="0">
                  <a:buNone/>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200</m:t>
                          </m:r>
                          <m:r>
                            <a:rPr lang="en-US" b="0" i="1" smtClean="0">
                              <a:latin typeface="Cambria Math" panose="02040503050406030204" pitchFamily="18" charset="0"/>
                            </a:rPr>
                            <m:t>𝑘𝑔</m:t>
                          </m:r>
                        </m:num>
                        <m:den>
                          <m:r>
                            <a:rPr lang="en-US" b="0" i="1" smtClean="0">
                              <a:latin typeface="Cambria Math" panose="02040503050406030204" pitchFamily="18" charset="0"/>
                            </a:rPr>
                            <m:t>2.0</m:t>
                          </m:r>
                          <m:r>
                            <a:rPr lang="en-US" b="0" i="1" smtClean="0">
                              <a:latin typeface="Cambria Math" panose="02040503050406030204" pitchFamily="18" charset="0"/>
                            </a:rPr>
                            <m:t>𝑚</m:t>
                          </m:r>
                        </m:den>
                      </m:f>
                    </m:oMath>
                  </m:oMathPara>
                </a14:m>
                <a:endParaRPr lang="en-US" dirty="0"/>
              </a:p>
              <a:p>
                <a:pPr marL="514350" indent="-514350">
                  <a:buFont typeface="+mj-lt"/>
                  <a:buAutoNum type="alphaLcParenR"/>
                </a:pPr>
                <a:r>
                  <a:rPr lang="en-US" dirty="0"/>
                  <a:t>ml</a:t>
                </a:r>
              </a:p>
              <a:p>
                <a:pPr marL="514350" indent="-514350">
                  <a:buFont typeface="+mj-lt"/>
                  <a:buAutoNum type="alphaLcParenR"/>
                </a:pPr>
                <a:r>
                  <a:rPr lang="el-GR" dirty="0">
                    <a:latin typeface="Sylfaen" panose="010A0502050306030303" pitchFamily="18" charset="0"/>
                    <a:sym typeface="Symbol" panose="05050102010706020507" pitchFamily="18" charset="2"/>
                  </a:rPr>
                  <a:t>ρ </a:t>
                </a:r>
                <a:endParaRPr lang="en-US" dirty="0">
                  <a:latin typeface="Sylfaen" panose="010A0502050306030303" pitchFamily="18" charset="0"/>
                  <a:sym typeface="Symbol" panose="05050102010706020507" pitchFamily="18" charset="2"/>
                </a:endParaRPr>
              </a:p>
              <a:p>
                <a:pPr marL="514350" indent="-514350">
                  <a:buFont typeface="+mj-lt"/>
                  <a:buAutoNum type="alphaLcParenR"/>
                </a:pPr>
                <a:r>
                  <a:rPr lang="el-GR" dirty="0">
                    <a:latin typeface="Sylfaen" panose="010A0502050306030303" pitchFamily="18" charset="0"/>
                    <a:sym typeface="Symbol" panose="05050102010706020507" pitchFamily="18" charset="2"/>
                  </a:rPr>
                  <a:t></a:t>
                </a:r>
                <a:endParaRPr lang="en-US" dirty="0">
                  <a:latin typeface="Sylfaen" panose="010A0502050306030303" pitchFamily="18" charset="0"/>
                  <a:sym typeface="Symbol" panose="05050102010706020507" pitchFamily="18" charset="2"/>
                </a:endParaRPr>
              </a:p>
              <a:p>
                <a:pPr marL="514350" indent="-514350">
                  <a:buFont typeface="+mj-lt"/>
                  <a:buAutoNum type="alphaLcParenR"/>
                </a:pPr>
                <a:r>
                  <a:rPr lang="el-GR" dirty="0">
                    <a:latin typeface="Sylfaen" panose="010A0502050306030303" pitchFamily="18" charset="0"/>
                    <a:sym typeface="Symbol" panose="05050102010706020507" pitchFamily="18" charset="2"/>
                  </a:rPr>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2000" t="-3504" b="-1213"/>
                </a:stretch>
              </a:blipFill>
            </p:spPr>
            <p:txBody>
              <a:bodyPr/>
              <a:lstStyle/>
              <a:p>
                <a:r>
                  <a:rPr lang="en-US">
                    <a:noFill/>
                  </a:rPr>
                  <a:t> </a:t>
                </a:r>
              </a:p>
            </p:txBody>
          </p:sp>
        </mc:Fallback>
      </mc:AlternateContent>
    </p:spTree>
    <p:extLst>
      <p:ext uri="{BB962C8B-B14F-4D97-AF65-F5344CB8AC3E}">
        <p14:creationId xmlns:p14="http://schemas.microsoft.com/office/powerpoint/2010/main" val="27517925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itle 1"/>
          <p:cNvSpPr>
            <a:spLocks noGrp="1"/>
          </p:cNvSpPr>
          <p:nvPr>
            <p:ph type="title"/>
          </p:nvPr>
        </p:nvSpPr>
        <p:spPr/>
        <p:txBody>
          <a:bodyPr/>
          <a:lstStyle/>
          <a:p>
            <a:r>
              <a:rPr lang="en-US" dirty="0"/>
              <a:t>Question 223.2.6</a:t>
            </a:r>
          </a:p>
        </p:txBody>
      </p:sp>
      <p:sp>
        <p:nvSpPr>
          <p:cNvPr id="3" name="Content Placeholder 2"/>
          <p:cNvSpPr>
            <a:spLocks noGrp="1"/>
          </p:cNvSpPr>
          <p:nvPr>
            <p:ph idx="1"/>
          </p:nvPr>
        </p:nvSpPr>
        <p:spPr>
          <a:xfrm>
            <a:off x="457200" y="1335088"/>
            <a:ext cx="8308975" cy="4791075"/>
          </a:xfrm>
        </p:spPr>
        <p:txBody>
          <a:bodyPr>
            <a:normAutofit fontScale="92500" lnSpcReduction="10000"/>
          </a:bodyPr>
          <a:lstStyle/>
          <a:p>
            <a:pPr>
              <a:buFontTx/>
              <a:buNone/>
              <a:defRPr/>
            </a:pPr>
            <a:r>
              <a:rPr lang="en-US" sz="2800" dirty="0"/>
              <a:t>We learned that the speed of waves on strings is given by</a:t>
            </a:r>
          </a:p>
          <a:p>
            <a:pPr>
              <a:buFontTx/>
              <a:buNone/>
              <a:defRPr/>
            </a:pPr>
            <a:endParaRPr lang="en-US" sz="2800"/>
          </a:p>
          <a:p>
            <a:pPr>
              <a:buFontTx/>
              <a:buNone/>
              <a:defRPr/>
            </a:pPr>
            <a:endParaRPr lang="en-US" sz="2800" dirty="0"/>
          </a:p>
          <a:p>
            <a:pPr>
              <a:buFontTx/>
              <a:buNone/>
              <a:defRPr/>
            </a:pPr>
            <a:r>
              <a:rPr lang="en-US" sz="2800" dirty="0"/>
              <a:t>Will this equation work for a wave traveling along a large vertically hanging chain?</a:t>
            </a:r>
          </a:p>
          <a:p>
            <a:pPr marL="514350" indent="-514350">
              <a:buFontTx/>
              <a:buAutoNum type="alphaLcParenR"/>
              <a:defRPr/>
            </a:pPr>
            <a:r>
              <a:rPr lang="en-US" sz="2800" dirty="0"/>
              <a:t>Yes, this is a general formula</a:t>
            </a:r>
          </a:p>
          <a:p>
            <a:pPr marL="514350" indent="-514350">
              <a:buFontTx/>
              <a:buAutoNum type="alphaLcParenR"/>
              <a:defRPr/>
            </a:pPr>
            <a:r>
              <a:rPr lang="en-US" sz="2800" dirty="0"/>
              <a:t>No, because chains are not strings</a:t>
            </a:r>
          </a:p>
          <a:p>
            <a:pPr marL="514350" indent="-514350">
              <a:buFontTx/>
              <a:buAutoNum type="alphaLcParenR"/>
              <a:defRPr/>
            </a:pPr>
            <a:r>
              <a:rPr lang="en-US" sz="2800" dirty="0"/>
              <a:t>No, because the tension along the chain varies </a:t>
            </a:r>
          </a:p>
          <a:p>
            <a:pPr marL="514350" indent="-514350">
              <a:buFontTx/>
              <a:buAutoNum type="alphaLcParenR"/>
              <a:defRPr/>
            </a:pPr>
            <a:r>
              <a:rPr lang="en-US" sz="2800" dirty="0"/>
              <a:t>No, because tension is unique to ropes and strings, and really chains experience normal forces between the links.</a:t>
            </a:r>
          </a:p>
        </p:txBody>
      </p:sp>
      <p:graphicFrame>
        <p:nvGraphicFramePr>
          <p:cNvPr id="3074" name="Object 2"/>
          <p:cNvGraphicFramePr>
            <a:graphicFrameLocks noChangeAspect="1"/>
          </p:cNvGraphicFramePr>
          <p:nvPr/>
        </p:nvGraphicFramePr>
        <p:xfrm>
          <a:off x="4575222" y="1723765"/>
          <a:ext cx="1079500" cy="950912"/>
        </p:xfrm>
        <a:graphic>
          <a:graphicData uri="http://schemas.openxmlformats.org/presentationml/2006/ole">
            <mc:AlternateContent xmlns:mc="http://schemas.openxmlformats.org/markup-compatibility/2006">
              <mc:Choice xmlns:v="urn:schemas-microsoft-com:vml" Requires="v">
                <p:oleObj name="Equation" r:id="rId2" imgW="533160" imgH="469800" progId="Equation.3">
                  <p:embed/>
                </p:oleObj>
              </mc:Choice>
              <mc:Fallback>
                <p:oleObj name="Equation" r:id="rId2" imgW="533160" imgH="469800" progId="Equation.3">
                  <p:embed/>
                  <p:pic>
                    <p:nvPicPr>
                      <p:cNvPr id="307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5222" y="1723765"/>
                        <a:ext cx="1079500" cy="950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345593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p:txBody>
          <a:bodyPr/>
          <a:lstStyle/>
          <a:p>
            <a:r>
              <a:rPr lang="en-US" dirty="0"/>
              <a:t>Question 223.2.7</a:t>
            </a:r>
          </a:p>
        </p:txBody>
      </p:sp>
      <p:sp>
        <p:nvSpPr>
          <p:cNvPr id="50180" name="Rectangle 3"/>
          <p:cNvSpPr>
            <a:spLocks noGrp="1" noChangeArrowheads="1"/>
          </p:cNvSpPr>
          <p:nvPr>
            <p:ph idx="1"/>
          </p:nvPr>
        </p:nvSpPr>
        <p:spPr/>
        <p:txBody>
          <a:bodyPr/>
          <a:lstStyle/>
          <a:p>
            <a:pPr marL="609600" indent="-609600" eaLnBrk="1" hangingPunct="1">
              <a:buFontTx/>
              <a:buNone/>
            </a:pPr>
            <a:r>
              <a:rPr lang="en-US" dirty="0"/>
              <a:t>Does a wave on a string move faster for a heavier or lighter rope?</a:t>
            </a:r>
          </a:p>
          <a:p>
            <a:pPr marL="609600" indent="-609600" eaLnBrk="1" hangingPunct="1">
              <a:buFont typeface="+mj-lt"/>
              <a:buAutoNum type="alphaLcParenR"/>
            </a:pPr>
            <a:r>
              <a:rPr lang="en-US" dirty="0"/>
              <a:t>Heavier</a:t>
            </a:r>
          </a:p>
          <a:p>
            <a:pPr marL="609600" indent="-609600" eaLnBrk="1" hangingPunct="1">
              <a:buFont typeface="+mj-lt"/>
              <a:buAutoNum type="alphaLcParenR"/>
            </a:pPr>
            <a:r>
              <a:rPr lang="en-US" dirty="0"/>
              <a:t>lighter</a:t>
            </a:r>
          </a:p>
        </p:txBody>
      </p:sp>
      <p:sp>
        <p:nvSpPr>
          <p:cNvPr id="50178" name="Slide Number Placeholder 5"/>
          <p:cNvSpPr>
            <a:spLocks noGrp="1"/>
          </p:cNvSpPr>
          <p:nvPr>
            <p:ph type="sldNum" sz="quarter" idx="12"/>
          </p:nvPr>
        </p:nvSpPr>
        <p:spPr>
          <a:noFill/>
        </p:spPr>
        <p:txBody>
          <a:bodyPr/>
          <a:lstStyle/>
          <a:p>
            <a:fld id="{2D6BF6D5-4A63-45E5-8F7F-88530ECEECFE}" type="slidenum">
              <a:rPr lang="en-US" smtClean="0"/>
              <a:pPr/>
              <a:t>14</a:t>
            </a:fld>
            <a:endParaRPr lang="en-US"/>
          </a:p>
        </p:txBody>
      </p:sp>
    </p:spTree>
    <p:extLst>
      <p:ext uri="{BB962C8B-B14F-4D97-AF65-F5344CB8AC3E}">
        <p14:creationId xmlns:p14="http://schemas.microsoft.com/office/powerpoint/2010/main" val="18798785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p:txBody>
          <a:bodyPr/>
          <a:lstStyle/>
          <a:p>
            <a:r>
              <a:rPr lang="en-US" dirty="0"/>
              <a:t>Question 223.2.7.5</a:t>
            </a:r>
          </a:p>
        </p:txBody>
      </p:sp>
      <p:sp>
        <p:nvSpPr>
          <p:cNvPr id="51204" name="Rectangle 3"/>
          <p:cNvSpPr>
            <a:spLocks noGrp="1" noChangeArrowheads="1"/>
          </p:cNvSpPr>
          <p:nvPr>
            <p:ph idx="1"/>
          </p:nvPr>
        </p:nvSpPr>
        <p:spPr/>
        <p:txBody>
          <a:bodyPr/>
          <a:lstStyle/>
          <a:p>
            <a:pPr marL="609600" indent="-609600" eaLnBrk="1" hangingPunct="1">
              <a:buFontTx/>
              <a:buNone/>
            </a:pPr>
            <a:r>
              <a:rPr lang="en-US" dirty="0"/>
              <a:t>A wave is traveling on a rope. Does the wave speed increase or decrease as you pull harder on a rope</a:t>
            </a:r>
          </a:p>
          <a:p>
            <a:pPr marL="609600" indent="-609600" eaLnBrk="1" hangingPunct="1">
              <a:buFont typeface="+mj-lt"/>
              <a:buAutoNum type="alphaLcParenR"/>
            </a:pPr>
            <a:r>
              <a:rPr lang="en-US" dirty="0"/>
              <a:t>Increase</a:t>
            </a:r>
          </a:p>
          <a:p>
            <a:pPr marL="609600" indent="-609600" eaLnBrk="1" hangingPunct="1">
              <a:buFont typeface="+mj-lt"/>
              <a:buAutoNum type="alphaLcParenR"/>
            </a:pPr>
            <a:r>
              <a:rPr lang="en-US" dirty="0"/>
              <a:t>Decrease</a:t>
            </a:r>
          </a:p>
        </p:txBody>
      </p:sp>
      <p:sp>
        <p:nvSpPr>
          <p:cNvPr id="51202" name="Slide Number Placeholder 5"/>
          <p:cNvSpPr>
            <a:spLocks noGrp="1"/>
          </p:cNvSpPr>
          <p:nvPr>
            <p:ph type="sldNum" sz="quarter" idx="12"/>
          </p:nvPr>
        </p:nvSpPr>
        <p:spPr>
          <a:noFill/>
        </p:spPr>
        <p:txBody>
          <a:bodyPr/>
          <a:lstStyle/>
          <a:p>
            <a:fld id="{527FF320-592F-4310-BED6-ED57DA8E0B3F}" type="slidenum">
              <a:rPr lang="en-US" smtClean="0"/>
              <a:pPr/>
              <a:t>15</a:t>
            </a:fld>
            <a:endParaRPr lang="en-US"/>
          </a:p>
        </p:txBody>
      </p:sp>
    </p:spTree>
    <p:extLst>
      <p:ext uri="{BB962C8B-B14F-4D97-AF65-F5344CB8AC3E}">
        <p14:creationId xmlns:p14="http://schemas.microsoft.com/office/powerpoint/2010/main" val="4237797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p:cNvSpPr>
            <a:spLocks noGrp="1" noChangeArrowheads="1"/>
          </p:cNvSpPr>
          <p:nvPr>
            <p:ph type="title"/>
          </p:nvPr>
        </p:nvSpPr>
        <p:spPr/>
        <p:txBody>
          <a:bodyPr/>
          <a:lstStyle/>
          <a:p>
            <a:r>
              <a:rPr lang="en-US" dirty="0"/>
              <a:t>Question 223.2.9</a:t>
            </a:r>
          </a:p>
        </p:txBody>
      </p:sp>
      <p:sp>
        <p:nvSpPr>
          <p:cNvPr id="2054" name="Rectangle 3"/>
          <p:cNvSpPr>
            <a:spLocks noGrp="1" noChangeArrowheads="1"/>
          </p:cNvSpPr>
          <p:nvPr>
            <p:ph idx="1"/>
          </p:nvPr>
        </p:nvSpPr>
        <p:spPr>
          <a:xfrm>
            <a:off x="457200" y="1600200"/>
            <a:ext cx="4229100" cy="4525963"/>
          </a:xfrm>
        </p:spPr>
        <p:txBody>
          <a:bodyPr/>
          <a:lstStyle/>
          <a:p>
            <a:pPr marL="609600" indent="-609600" eaLnBrk="1" hangingPunct="1">
              <a:buFontTx/>
              <a:buNone/>
            </a:pPr>
            <a:r>
              <a:rPr lang="en-US" sz="2400"/>
              <a:t>We found that the equation</a:t>
            </a:r>
          </a:p>
          <a:p>
            <a:pPr marL="609600" indent="-609600" eaLnBrk="1" hangingPunct="1">
              <a:buFontTx/>
              <a:buNone/>
            </a:pPr>
            <a:endParaRPr lang="en-US" sz="2400"/>
          </a:p>
          <a:p>
            <a:pPr marL="609600" indent="-609600" eaLnBrk="1" hangingPunct="1">
              <a:buFontTx/>
              <a:buNone/>
            </a:pPr>
            <a:endParaRPr lang="en-US" sz="2400"/>
          </a:p>
          <a:p>
            <a:pPr marL="609600" indent="-609600" eaLnBrk="1" hangingPunct="1">
              <a:buFontTx/>
              <a:buNone/>
            </a:pPr>
            <a:endParaRPr lang="en-US" sz="2400"/>
          </a:p>
          <a:p>
            <a:pPr marL="609600" indent="-609600" eaLnBrk="1" hangingPunct="1">
              <a:buFontTx/>
              <a:buNone/>
            </a:pPr>
            <a:r>
              <a:rPr lang="en-US" sz="2400"/>
              <a:t>Gave a pulse that moved to the right with velocity v </a:t>
            </a:r>
          </a:p>
          <a:p>
            <a:pPr marL="609600" indent="-609600" eaLnBrk="1" hangingPunct="1">
              <a:buFontTx/>
              <a:buNone/>
            </a:pPr>
            <a:r>
              <a:rPr lang="en-US" sz="2400"/>
              <a:t>What will the following equation give</a:t>
            </a:r>
          </a:p>
        </p:txBody>
      </p:sp>
      <p:sp>
        <p:nvSpPr>
          <p:cNvPr id="2052" name="Slide Number Placeholder 5"/>
          <p:cNvSpPr>
            <a:spLocks noGrp="1"/>
          </p:cNvSpPr>
          <p:nvPr>
            <p:ph type="sldNum" sz="quarter" idx="12"/>
          </p:nvPr>
        </p:nvSpPr>
        <p:spPr>
          <a:noFill/>
        </p:spPr>
        <p:txBody>
          <a:bodyPr/>
          <a:lstStyle/>
          <a:p>
            <a:fld id="{94A61778-175D-474E-885D-81B1AC1A62AB}" type="slidenum">
              <a:rPr lang="en-US" smtClean="0"/>
              <a:pPr/>
              <a:t>16</a:t>
            </a:fld>
            <a:endParaRPr lang="en-US"/>
          </a:p>
        </p:txBody>
      </p:sp>
      <p:graphicFrame>
        <p:nvGraphicFramePr>
          <p:cNvPr id="2050" name="Object 4"/>
          <p:cNvGraphicFramePr>
            <a:graphicFrameLocks noChangeAspect="1"/>
          </p:cNvGraphicFramePr>
          <p:nvPr/>
        </p:nvGraphicFramePr>
        <p:xfrm>
          <a:off x="1458913" y="2147888"/>
          <a:ext cx="1889125" cy="736600"/>
        </p:xfrm>
        <a:graphic>
          <a:graphicData uri="http://schemas.openxmlformats.org/presentationml/2006/ole">
            <mc:AlternateContent xmlns:mc="http://schemas.openxmlformats.org/markup-compatibility/2006">
              <mc:Choice xmlns:v="urn:schemas-microsoft-com:vml" Requires="v">
                <p:oleObj name="Equation" r:id="rId2" imgW="1104840" imgH="431640" progId="Equation.3">
                  <p:embed/>
                </p:oleObj>
              </mc:Choice>
              <mc:Fallback>
                <p:oleObj name="Equation" r:id="rId2" imgW="1104840" imgH="431640" progId="Equation.3">
                  <p:embed/>
                  <p:pic>
                    <p:nvPicPr>
                      <p:cNvPr id="205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8913" y="2147888"/>
                        <a:ext cx="1889125"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055" name="Picture 5"/>
          <p:cNvPicPr>
            <a:picLocks noChangeAspect="1" noChangeArrowheads="1"/>
          </p:cNvPicPr>
          <p:nvPr/>
        </p:nvPicPr>
        <p:blipFill>
          <a:blip r:embed="rId4" cstate="print"/>
          <a:srcRect/>
          <a:stretch>
            <a:fillRect/>
          </a:stretch>
        </p:blipFill>
        <p:spPr bwMode="auto">
          <a:xfrm>
            <a:off x="4645025" y="1282700"/>
            <a:ext cx="4010025" cy="2660650"/>
          </a:xfrm>
          <a:prstGeom prst="rect">
            <a:avLst/>
          </a:prstGeom>
          <a:noFill/>
          <a:ln w="9525">
            <a:noFill/>
            <a:miter lim="800000"/>
            <a:headEnd/>
            <a:tailEnd/>
          </a:ln>
        </p:spPr>
      </p:pic>
      <p:graphicFrame>
        <p:nvGraphicFramePr>
          <p:cNvPr id="2051" name="Object 6"/>
          <p:cNvGraphicFramePr>
            <a:graphicFrameLocks noChangeAspect="1"/>
          </p:cNvGraphicFramePr>
          <p:nvPr/>
        </p:nvGraphicFramePr>
        <p:xfrm>
          <a:off x="1420813" y="5119688"/>
          <a:ext cx="1889125" cy="736600"/>
        </p:xfrm>
        <a:graphic>
          <a:graphicData uri="http://schemas.openxmlformats.org/presentationml/2006/ole">
            <mc:AlternateContent xmlns:mc="http://schemas.openxmlformats.org/markup-compatibility/2006">
              <mc:Choice xmlns:v="urn:schemas-microsoft-com:vml" Requires="v">
                <p:oleObj name="Equation" r:id="rId5" imgW="1104840" imgH="431640" progId="Equation.3">
                  <p:embed/>
                </p:oleObj>
              </mc:Choice>
              <mc:Fallback>
                <p:oleObj name="Equation" r:id="rId5" imgW="1104840" imgH="431640" progId="Equation.3">
                  <p:embed/>
                  <p:pic>
                    <p:nvPicPr>
                      <p:cNvPr id="2051"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0813" y="5119688"/>
                        <a:ext cx="1889125"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6" name="Text Box 7"/>
          <p:cNvSpPr txBox="1">
            <a:spLocks noChangeArrowheads="1"/>
          </p:cNvSpPr>
          <p:nvPr/>
        </p:nvSpPr>
        <p:spPr bwMode="auto">
          <a:xfrm>
            <a:off x="4670425" y="4056063"/>
            <a:ext cx="4019550" cy="2014537"/>
          </a:xfrm>
          <a:prstGeom prst="rect">
            <a:avLst/>
          </a:prstGeom>
          <a:noFill/>
          <a:ln w="9525">
            <a:noFill/>
            <a:miter lim="800000"/>
            <a:headEnd/>
            <a:tailEnd/>
          </a:ln>
        </p:spPr>
        <p:txBody>
          <a:bodyPr>
            <a:spAutoFit/>
          </a:bodyPr>
          <a:lstStyle/>
          <a:p>
            <a:pPr marL="342900" indent="-342900">
              <a:buFontTx/>
              <a:buAutoNum type="alphaLcParenR"/>
            </a:pPr>
            <a:r>
              <a:rPr lang="en-US"/>
              <a:t>A pulse that moves to the right (it is the same equation)</a:t>
            </a:r>
          </a:p>
          <a:p>
            <a:pPr marL="342900" indent="-342900">
              <a:buFontTx/>
              <a:buAutoNum type="alphaLcParenR"/>
            </a:pPr>
            <a:r>
              <a:rPr lang="en-US"/>
              <a:t>A pulse that moves to the left</a:t>
            </a:r>
          </a:p>
          <a:p>
            <a:pPr marL="342900" indent="-342900">
              <a:buFontTx/>
              <a:buAutoNum type="alphaLcParenR"/>
            </a:pPr>
            <a:r>
              <a:rPr lang="en-US"/>
              <a:t>This gives a non-real result and is not a pulse</a:t>
            </a:r>
          </a:p>
          <a:p>
            <a:pPr marL="342900" indent="-342900">
              <a:buFontTx/>
              <a:buAutoNum type="alphaLcParenR"/>
            </a:pPr>
            <a:r>
              <a:rPr lang="en-US"/>
              <a:t>A pulse that moves in the +y direction</a:t>
            </a:r>
          </a:p>
        </p:txBody>
      </p:sp>
    </p:spTree>
    <p:extLst>
      <p:ext uri="{BB962C8B-B14F-4D97-AF65-F5344CB8AC3E}">
        <p14:creationId xmlns:p14="http://schemas.microsoft.com/office/powerpoint/2010/main" val="4261581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J5P87D0K"/>
          <p:cNvPicPr>
            <a:picLocks noChangeAspect="1" noChangeArrowheads="1"/>
          </p:cNvPicPr>
          <p:nvPr/>
        </p:nvPicPr>
        <p:blipFill>
          <a:blip r:embed="rId2" cstate="print"/>
          <a:srcRect l="15001" r="16221"/>
          <a:stretch>
            <a:fillRect/>
          </a:stretch>
        </p:blipFill>
        <p:spPr bwMode="auto">
          <a:xfrm>
            <a:off x="1785665" y="1536681"/>
            <a:ext cx="5732856" cy="3908776"/>
          </a:xfrm>
          <a:prstGeom prst="rect">
            <a:avLst/>
          </a:prstGeom>
          <a:noFill/>
          <a:ln w="9525">
            <a:noFill/>
            <a:miter lim="800000"/>
            <a:headEnd/>
            <a:tailEnd/>
          </a:ln>
        </p:spPr>
      </p:pic>
    </p:spTree>
    <p:extLst>
      <p:ext uri="{BB962C8B-B14F-4D97-AF65-F5344CB8AC3E}">
        <p14:creationId xmlns:p14="http://schemas.microsoft.com/office/powerpoint/2010/main" val="19786452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618978" y="793652"/>
            <a:ext cx="8199707" cy="5466471"/>
          </a:xfrm>
          <a:prstGeom prst="rect">
            <a:avLst/>
          </a:prstGeom>
          <a:noFill/>
          <a:ln w="9525">
            <a:noFill/>
            <a:miter lim="800000"/>
            <a:headEnd/>
            <a:tailEnd/>
          </a:ln>
          <a:effectLst/>
        </p:spPr>
      </p:pic>
    </p:spTree>
    <p:extLst>
      <p:ext uri="{BB962C8B-B14F-4D97-AF65-F5344CB8AC3E}">
        <p14:creationId xmlns:p14="http://schemas.microsoft.com/office/powerpoint/2010/main" val="2674272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srcRect/>
          <a:stretch>
            <a:fillRect/>
          </a:stretch>
        </p:blipFill>
        <p:spPr bwMode="auto">
          <a:xfrm>
            <a:off x="815926" y="927598"/>
            <a:ext cx="7519811" cy="5008968"/>
          </a:xfrm>
          <a:prstGeom prst="rect">
            <a:avLst/>
          </a:prstGeom>
          <a:noFill/>
          <a:ln w="9525">
            <a:noFill/>
            <a:miter lim="800000"/>
            <a:headEnd/>
            <a:tailEnd/>
          </a:ln>
          <a:effectLst/>
        </p:spPr>
      </p:pic>
    </p:spTree>
    <p:extLst>
      <p:ext uri="{BB962C8B-B14F-4D97-AF65-F5344CB8AC3E}">
        <p14:creationId xmlns:p14="http://schemas.microsoft.com/office/powerpoint/2010/main" val="34893462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3664857" cy="1143000"/>
          </a:xfrm>
        </p:spPr>
        <p:txBody>
          <a:bodyPr>
            <a:normAutofit fontScale="90000"/>
          </a:bodyPr>
          <a:lstStyle/>
          <a:p>
            <a:r>
              <a:rPr lang="en-US" dirty="0"/>
              <a:t>Question 223.2.10</a:t>
            </a:r>
          </a:p>
        </p:txBody>
      </p:sp>
      <p:sp>
        <p:nvSpPr>
          <p:cNvPr id="3" name="Content Placeholder 2"/>
          <p:cNvSpPr>
            <a:spLocks noGrp="1"/>
          </p:cNvSpPr>
          <p:nvPr>
            <p:ph idx="1"/>
          </p:nvPr>
        </p:nvSpPr>
        <p:spPr>
          <a:xfrm>
            <a:off x="301502" y="1481446"/>
            <a:ext cx="4197927" cy="4525963"/>
          </a:xfrm>
        </p:spPr>
        <p:txBody>
          <a:bodyPr>
            <a:normAutofit/>
          </a:bodyPr>
          <a:lstStyle/>
          <a:p>
            <a:pPr>
              <a:buNone/>
            </a:pPr>
            <a:r>
              <a:rPr lang="en-US" sz="2800" dirty="0"/>
              <a:t>A traveling wave is shown below moving to the right at 1m/s in a snapshot view. What might the history graph look like for the position  x=0?</a:t>
            </a:r>
          </a:p>
        </p:txBody>
      </p:sp>
      <p:cxnSp>
        <p:nvCxnSpPr>
          <p:cNvPr id="7" name="Straight Connector 6"/>
          <p:cNvCxnSpPr>
            <a:cxnSpLocks/>
          </p:cNvCxnSpPr>
          <p:nvPr/>
        </p:nvCxnSpPr>
        <p:spPr>
          <a:xfrm flipH="1" flipV="1">
            <a:off x="5482528" y="4711739"/>
            <a:ext cx="3" cy="128956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rot="10800000">
            <a:off x="5482530" y="4707430"/>
            <a:ext cx="1432094" cy="130548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flipH="1" flipV="1">
            <a:off x="5383807" y="2942024"/>
            <a:ext cx="1292552" cy="106478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5" name="Group 14"/>
          <p:cNvGrpSpPr/>
          <p:nvPr/>
        </p:nvGrpSpPr>
        <p:grpSpPr>
          <a:xfrm flipH="1">
            <a:off x="5490930" y="868550"/>
            <a:ext cx="1432096" cy="1306479"/>
            <a:chOff x="6722481" y="891455"/>
            <a:chExt cx="1652592" cy="1444143"/>
          </a:xfrm>
        </p:grpSpPr>
        <p:cxnSp>
          <p:nvCxnSpPr>
            <p:cNvPr id="13" name="Straight Connector 12"/>
            <p:cNvCxnSpPr>
              <a:cxnSpLocks/>
            </p:cNvCxnSpPr>
            <p:nvPr/>
          </p:nvCxnSpPr>
          <p:spPr>
            <a:xfrm flipH="1" flipV="1">
              <a:off x="6722481" y="896220"/>
              <a:ext cx="0" cy="143937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6722484" y="891455"/>
              <a:ext cx="1652589" cy="144303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17" name="Straight Connector 16"/>
          <p:cNvCxnSpPr/>
          <p:nvPr/>
        </p:nvCxnSpPr>
        <p:spPr>
          <a:xfrm rot="16200000" flipV="1">
            <a:off x="6452343" y="2954559"/>
            <a:ext cx="1292552" cy="106478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5400000">
            <a:off x="3807796" y="1440797"/>
            <a:ext cx="15541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5400000">
            <a:off x="3867826" y="3396078"/>
            <a:ext cx="15541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a:off x="3879833" y="5276156"/>
            <a:ext cx="15541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3"/>
          <p:cNvGrpSpPr/>
          <p:nvPr/>
        </p:nvGrpSpPr>
        <p:grpSpPr>
          <a:xfrm>
            <a:off x="4510814" y="2167761"/>
            <a:ext cx="3723117" cy="3835360"/>
            <a:chOff x="5472546" y="2167761"/>
            <a:chExt cx="2761385" cy="3835360"/>
          </a:xfrm>
        </p:grpSpPr>
        <p:cxnSp>
          <p:nvCxnSpPr>
            <p:cNvPr id="22" name="Straight Connector 21"/>
            <p:cNvCxnSpPr/>
            <p:nvPr/>
          </p:nvCxnSpPr>
          <p:spPr>
            <a:xfrm flipV="1">
              <a:off x="5472546" y="2167761"/>
              <a:ext cx="2689348"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V="1">
              <a:off x="5532576" y="4123042"/>
              <a:ext cx="2689348"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5544583" y="6003120"/>
              <a:ext cx="2689348"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TextBox 28"/>
          <p:cNvSpPr txBox="1"/>
          <p:nvPr/>
        </p:nvSpPr>
        <p:spPr>
          <a:xfrm>
            <a:off x="7705665" y="2242964"/>
            <a:ext cx="537869" cy="334125"/>
          </a:xfrm>
          <a:prstGeom prst="rect">
            <a:avLst/>
          </a:prstGeom>
          <a:noFill/>
        </p:spPr>
        <p:txBody>
          <a:bodyPr wrap="none" rtlCol="0">
            <a:spAutoFit/>
          </a:bodyPr>
          <a:lstStyle/>
          <a:p>
            <a:r>
              <a:rPr lang="en-US" dirty="0"/>
              <a:t>time</a:t>
            </a:r>
          </a:p>
        </p:txBody>
      </p:sp>
      <p:sp>
        <p:nvSpPr>
          <p:cNvPr id="30" name="TextBox 29"/>
          <p:cNvSpPr txBox="1"/>
          <p:nvPr/>
        </p:nvSpPr>
        <p:spPr>
          <a:xfrm>
            <a:off x="7801713" y="4160643"/>
            <a:ext cx="537869" cy="334125"/>
          </a:xfrm>
          <a:prstGeom prst="rect">
            <a:avLst/>
          </a:prstGeom>
          <a:noFill/>
        </p:spPr>
        <p:txBody>
          <a:bodyPr wrap="none" rtlCol="0">
            <a:spAutoFit/>
          </a:bodyPr>
          <a:lstStyle/>
          <a:p>
            <a:r>
              <a:rPr lang="en-US" dirty="0"/>
              <a:t>time</a:t>
            </a:r>
          </a:p>
        </p:txBody>
      </p:sp>
      <p:sp>
        <p:nvSpPr>
          <p:cNvPr id="31" name="TextBox 30"/>
          <p:cNvSpPr txBox="1"/>
          <p:nvPr/>
        </p:nvSpPr>
        <p:spPr>
          <a:xfrm>
            <a:off x="7933779" y="6019289"/>
            <a:ext cx="537869" cy="334125"/>
          </a:xfrm>
          <a:prstGeom prst="rect">
            <a:avLst/>
          </a:prstGeom>
          <a:noFill/>
        </p:spPr>
        <p:txBody>
          <a:bodyPr wrap="none" rtlCol="0">
            <a:spAutoFit/>
          </a:bodyPr>
          <a:lstStyle/>
          <a:p>
            <a:r>
              <a:rPr lang="en-US" dirty="0"/>
              <a:t>time</a:t>
            </a:r>
          </a:p>
        </p:txBody>
      </p:sp>
      <p:sp>
        <p:nvSpPr>
          <p:cNvPr id="32" name="TextBox 31"/>
          <p:cNvSpPr txBox="1"/>
          <p:nvPr/>
        </p:nvSpPr>
        <p:spPr>
          <a:xfrm>
            <a:off x="4260732" y="651164"/>
            <a:ext cx="260044" cy="334125"/>
          </a:xfrm>
          <a:prstGeom prst="rect">
            <a:avLst/>
          </a:prstGeom>
          <a:noFill/>
        </p:spPr>
        <p:txBody>
          <a:bodyPr wrap="none" rtlCol="0">
            <a:spAutoFit/>
          </a:bodyPr>
          <a:lstStyle/>
          <a:p>
            <a:r>
              <a:rPr lang="en-US" dirty="0"/>
              <a:t>y</a:t>
            </a:r>
          </a:p>
        </p:txBody>
      </p:sp>
      <p:sp>
        <p:nvSpPr>
          <p:cNvPr id="33" name="TextBox 32"/>
          <p:cNvSpPr txBox="1"/>
          <p:nvPr/>
        </p:nvSpPr>
        <p:spPr>
          <a:xfrm>
            <a:off x="4356780" y="2618979"/>
            <a:ext cx="260044" cy="334125"/>
          </a:xfrm>
          <a:prstGeom prst="rect">
            <a:avLst/>
          </a:prstGeom>
          <a:noFill/>
        </p:spPr>
        <p:txBody>
          <a:bodyPr wrap="none" rtlCol="0">
            <a:spAutoFit/>
          </a:bodyPr>
          <a:lstStyle/>
          <a:p>
            <a:r>
              <a:rPr lang="en-US" dirty="0"/>
              <a:t>y</a:t>
            </a:r>
          </a:p>
        </p:txBody>
      </p:sp>
      <p:sp>
        <p:nvSpPr>
          <p:cNvPr id="34" name="TextBox 33"/>
          <p:cNvSpPr txBox="1"/>
          <p:nvPr/>
        </p:nvSpPr>
        <p:spPr>
          <a:xfrm>
            <a:off x="4380792" y="4524124"/>
            <a:ext cx="260044" cy="334125"/>
          </a:xfrm>
          <a:prstGeom prst="rect">
            <a:avLst/>
          </a:prstGeom>
          <a:noFill/>
        </p:spPr>
        <p:txBody>
          <a:bodyPr wrap="none" rtlCol="0">
            <a:spAutoFit/>
          </a:bodyPr>
          <a:lstStyle/>
          <a:p>
            <a:r>
              <a:rPr lang="en-US" dirty="0"/>
              <a:t>y</a:t>
            </a:r>
          </a:p>
        </p:txBody>
      </p:sp>
      <p:sp>
        <p:nvSpPr>
          <p:cNvPr id="35" name="TextBox 34"/>
          <p:cNvSpPr txBox="1"/>
          <p:nvPr/>
        </p:nvSpPr>
        <p:spPr>
          <a:xfrm>
            <a:off x="7333479" y="801571"/>
            <a:ext cx="397568" cy="529031"/>
          </a:xfrm>
          <a:prstGeom prst="rect">
            <a:avLst/>
          </a:prstGeom>
          <a:noFill/>
        </p:spPr>
        <p:txBody>
          <a:bodyPr wrap="none" rtlCol="0">
            <a:spAutoFit/>
          </a:bodyPr>
          <a:lstStyle/>
          <a:p>
            <a:r>
              <a:rPr lang="en-US" sz="3200" dirty="0"/>
              <a:t>A</a:t>
            </a:r>
          </a:p>
        </p:txBody>
      </p:sp>
      <p:sp>
        <p:nvSpPr>
          <p:cNvPr id="36" name="TextBox 35"/>
          <p:cNvSpPr txBox="1"/>
          <p:nvPr/>
        </p:nvSpPr>
        <p:spPr>
          <a:xfrm>
            <a:off x="7501562" y="2907257"/>
            <a:ext cx="397568" cy="529031"/>
          </a:xfrm>
          <a:prstGeom prst="rect">
            <a:avLst/>
          </a:prstGeom>
          <a:noFill/>
        </p:spPr>
        <p:txBody>
          <a:bodyPr wrap="none" rtlCol="0">
            <a:spAutoFit/>
          </a:bodyPr>
          <a:lstStyle/>
          <a:p>
            <a:r>
              <a:rPr lang="en-US" sz="3200" dirty="0"/>
              <a:t>B</a:t>
            </a:r>
          </a:p>
        </p:txBody>
      </p:sp>
      <p:sp>
        <p:nvSpPr>
          <p:cNvPr id="37" name="TextBox 36"/>
          <p:cNvSpPr txBox="1"/>
          <p:nvPr/>
        </p:nvSpPr>
        <p:spPr>
          <a:xfrm>
            <a:off x="7609616" y="4737199"/>
            <a:ext cx="417015" cy="529031"/>
          </a:xfrm>
          <a:prstGeom prst="rect">
            <a:avLst/>
          </a:prstGeom>
          <a:noFill/>
        </p:spPr>
        <p:txBody>
          <a:bodyPr wrap="none" rtlCol="0">
            <a:spAutoFit/>
          </a:bodyPr>
          <a:lstStyle/>
          <a:p>
            <a:r>
              <a:rPr lang="en-US" sz="3200" dirty="0"/>
              <a:t>C</a:t>
            </a:r>
          </a:p>
        </p:txBody>
      </p:sp>
      <p:cxnSp>
        <p:nvCxnSpPr>
          <p:cNvPr id="6" name="Straight Connector 5">
            <a:extLst>
              <a:ext uri="{FF2B5EF4-FFF2-40B4-BE49-F238E27FC236}">
                <a16:creationId xmlns:a16="http://schemas.microsoft.com/office/drawing/2014/main" id="{726B79E5-F9A1-49F8-9CA3-7EF6DE765CDE}"/>
              </a:ext>
            </a:extLst>
          </p:cNvPr>
          <p:cNvCxnSpPr/>
          <p:nvPr/>
        </p:nvCxnSpPr>
        <p:spPr>
          <a:xfrm>
            <a:off x="95002" y="6020790"/>
            <a:ext cx="439387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15A66DA-ED04-4E00-B619-DB651BDE1D1E}"/>
              </a:ext>
            </a:extLst>
          </p:cNvPr>
          <p:cNvCxnSpPr>
            <a:cxnSpLocks/>
          </p:cNvCxnSpPr>
          <p:nvPr/>
        </p:nvCxnSpPr>
        <p:spPr>
          <a:xfrm flipV="1">
            <a:off x="653143" y="5246703"/>
            <a:ext cx="563098" cy="77408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8FD693D-93FC-481B-9040-288D40B2FC39}"/>
              </a:ext>
            </a:extLst>
          </p:cNvPr>
          <p:cNvCxnSpPr>
            <a:cxnSpLocks/>
          </p:cNvCxnSpPr>
          <p:nvPr/>
        </p:nvCxnSpPr>
        <p:spPr>
          <a:xfrm>
            <a:off x="1223158" y="5237825"/>
            <a:ext cx="0" cy="78123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5315A41-78F2-44FB-9722-01188D701A04}"/>
              </a:ext>
            </a:extLst>
          </p:cNvPr>
          <p:cNvCxnSpPr/>
          <p:nvPr/>
        </p:nvCxnSpPr>
        <p:spPr>
          <a:xfrm>
            <a:off x="2078181" y="4548250"/>
            <a:ext cx="0" cy="1995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0A1B9B1-9B9E-4854-B18D-68B95F278AC4}"/>
              </a:ext>
            </a:extLst>
          </p:cNvPr>
          <p:cNvCxnSpPr/>
          <p:nvPr/>
        </p:nvCxnSpPr>
        <p:spPr>
          <a:xfrm>
            <a:off x="1229039" y="6008915"/>
            <a:ext cx="256507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86C8335-BAC5-4122-B368-7B4B47217718}"/>
              </a:ext>
            </a:extLst>
          </p:cNvPr>
          <p:cNvCxnSpPr>
            <a:cxnSpLocks/>
          </p:cNvCxnSpPr>
          <p:nvPr/>
        </p:nvCxnSpPr>
        <p:spPr>
          <a:xfrm>
            <a:off x="0" y="6010394"/>
            <a:ext cx="67818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2" name="Arrow: Right 41">
            <a:extLst>
              <a:ext uri="{FF2B5EF4-FFF2-40B4-BE49-F238E27FC236}">
                <a16:creationId xmlns:a16="http://schemas.microsoft.com/office/drawing/2014/main" id="{5521DB2F-8000-48C5-8DF6-0CABD62FFEEF}"/>
              </a:ext>
            </a:extLst>
          </p:cNvPr>
          <p:cNvSpPr/>
          <p:nvPr/>
        </p:nvSpPr>
        <p:spPr>
          <a:xfrm>
            <a:off x="1074198" y="4962618"/>
            <a:ext cx="417250" cy="230819"/>
          </a:xfrm>
          <a:prstGeom prst="rightArrow">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949CEBF3-4F6C-47B7-BA7D-752A73DD2093}"/>
              </a:ext>
            </a:extLst>
          </p:cNvPr>
          <p:cNvCxnSpPr/>
          <p:nvPr/>
        </p:nvCxnSpPr>
        <p:spPr>
          <a:xfrm>
            <a:off x="1961963" y="5255581"/>
            <a:ext cx="23082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00E263E9-C31E-4F14-87BE-1C3FAF88FD10}"/>
              </a:ext>
            </a:extLst>
          </p:cNvPr>
          <p:cNvCxnSpPr/>
          <p:nvPr/>
        </p:nvCxnSpPr>
        <p:spPr>
          <a:xfrm>
            <a:off x="1972320" y="5638801"/>
            <a:ext cx="23082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A2D692E4-21F0-4DB5-B171-D9BAAA841328}"/>
              </a:ext>
            </a:extLst>
          </p:cNvPr>
          <p:cNvSpPr txBox="1"/>
          <p:nvPr/>
        </p:nvSpPr>
        <p:spPr>
          <a:xfrm>
            <a:off x="4022515" y="5988122"/>
            <a:ext cx="284052" cy="369332"/>
          </a:xfrm>
          <a:prstGeom prst="rect">
            <a:avLst/>
          </a:prstGeom>
          <a:noFill/>
        </p:spPr>
        <p:txBody>
          <a:bodyPr wrap="none" rtlCol="0">
            <a:spAutoFit/>
          </a:bodyPr>
          <a:lstStyle/>
          <a:p>
            <a:r>
              <a:rPr lang="en-US" dirty="0"/>
              <a:t>x</a:t>
            </a:r>
          </a:p>
        </p:txBody>
      </p:sp>
    </p:spTree>
    <p:extLst>
      <p:ext uri="{BB962C8B-B14F-4D97-AF65-F5344CB8AC3E}">
        <p14:creationId xmlns:p14="http://schemas.microsoft.com/office/powerpoint/2010/main" val="28458831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053A89D6-F3C9-4CA1-8581-EFBCFE23BFE4}"/>
              </a:ext>
            </a:extLst>
          </p:cNvPr>
          <p:cNvCxnSpPr/>
          <p:nvPr/>
        </p:nvCxnSpPr>
        <p:spPr>
          <a:xfrm>
            <a:off x="343583" y="1265842"/>
            <a:ext cx="439387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E7132D2-AABA-4520-89D6-6C29B60A606D}"/>
              </a:ext>
            </a:extLst>
          </p:cNvPr>
          <p:cNvCxnSpPr>
            <a:cxnSpLocks/>
          </p:cNvCxnSpPr>
          <p:nvPr/>
        </p:nvCxnSpPr>
        <p:spPr>
          <a:xfrm flipV="1">
            <a:off x="901724" y="491755"/>
            <a:ext cx="563098" cy="77408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8C29368-6FC7-49C3-8EAD-18B2174E693E}"/>
              </a:ext>
            </a:extLst>
          </p:cNvPr>
          <p:cNvCxnSpPr>
            <a:cxnSpLocks/>
          </p:cNvCxnSpPr>
          <p:nvPr/>
        </p:nvCxnSpPr>
        <p:spPr>
          <a:xfrm>
            <a:off x="1471739" y="482877"/>
            <a:ext cx="0" cy="78123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D05A6B5-36C0-45DA-A2E6-653BB85EEF6A}"/>
              </a:ext>
            </a:extLst>
          </p:cNvPr>
          <p:cNvCxnSpPr>
            <a:cxnSpLocks/>
          </p:cNvCxnSpPr>
          <p:nvPr/>
        </p:nvCxnSpPr>
        <p:spPr>
          <a:xfrm>
            <a:off x="2388908" y="186426"/>
            <a:ext cx="0" cy="160193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0ADD128-9609-4DD8-B1E8-7F39C285E216}"/>
              </a:ext>
            </a:extLst>
          </p:cNvPr>
          <p:cNvCxnSpPr>
            <a:cxnSpLocks/>
          </p:cNvCxnSpPr>
          <p:nvPr/>
        </p:nvCxnSpPr>
        <p:spPr>
          <a:xfrm>
            <a:off x="1477620" y="1253967"/>
            <a:ext cx="32453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99F28A6-F477-442B-9C8E-64BC07BC63ED}"/>
              </a:ext>
            </a:extLst>
          </p:cNvPr>
          <p:cNvCxnSpPr>
            <a:cxnSpLocks/>
          </p:cNvCxnSpPr>
          <p:nvPr/>
        </p:nvCxnSpPr>
        <p:spPr>
          <a:xfrm>
            <a:off x="248581" y="1255446"/>
            <a:ext cx="67818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Arrow: Right 10">
            <a:extLst>
              <a:ext uri="{FF2B5EF4-FFF2-40B4-BE49-F238E27FC236}">
                <a16:creationId xmlns:a16="http://schemas.microsoft.com/office/drawing/2014/main" id="{0E38EFCC-83B6-4D6C-AE18-C10AFDA40D23}"/>
              </a:ext>
            </a:extLst>
          </p:cNvPr>
          <p:cNvSpPr/>
          <p:nvPr/>
        </p:nvSpPr>
        <p:spPr>
          <a:xfrm>
            <a:off x="1322779" y="207670"/>
            <a:ext cx="417250" cy="230819"/>
          </a:xfrm>
          <a:prstGeom prst="rightArrow">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ACA2F556-6A79-41BC-A586-5F1FCAB1389C}"/>
              </a:ext>
            </a:extLst>
          </p:cNvPr>
          <p:cNvCxnSpPr/>
          <p:nvPr/>
        </p:nvCxnSpPr>
        <p:spPr>
          <a:xfrm>
            <a:off x="2272690" y="500633"/>
            <a:ext cx="23082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7BD487C-6120-41D7-857C-5E63DE6A3882}"/>
              </a:ext>
            </a:extLst>
          </p:cNvPr>
          <p:cNvCxnSpPr/>
          <p:nvPr/>
        </p:nvCxnSpPr>
        <p:spPr>
          <a:xfrm>
            <a:off x="2283047" y="883853"/>
            <a:ext cx="23082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5F54BB7-2131-4AA0-962E-98A8ABB268C0}"/>
              </a:ext>
            </a:extLst>
          </p:cNvPr>
          <p:cNvSpPr txBox="1"/>
          <p:nvPr/>
        </p:nvSpPr>
        <p:spPr>
          <a:xfrm>
            <a:off x="4271096" y="1233174"/>
            <a:ext cx="284052" cy="369332"/>
          </a:xfrm>
          <a:prstGeom prst="rect">
            <a:avLst/>
          </a:prstGeom>
          <a:noFill/>
        </p:spPr>
        <p:txBody>
          <a:bodyPr wrap="none" rtlCol="0">
            <a:spAutoFit/>
          </a:bodyPr>
          <a:lstStyle/>
          <a:p>
            <a:r>
              <a:rPr lang="en-US" dirty="0"/>
              <a:t>x</a:t>
            </a:r>
          </a:p>
        </p:txBody>
      </p:sp>
      <p:cxnSp>
        <p:nvCxnSpPr>
          <p:cNvPr id="27" name="Straight Connector 26">
            <a:extLst>
              <a:ext uri="{FF2B5EF4-FFF2-40B4-BE49-F238E27FC236}">
                <a16:creationId xmlns:a16="http://schemas.microsoft.com/office/drawing/2014/main" id="{D52BDADC-3076-420A-95CF-B32E2F87B356}"/>
              </a:ext>
            </a:extLst>
          </p:cNvPr>
          <p:cNvCxnSpPr/>
          <p:nvPr/>
        </p:nvCxnSpPr>
        <p:spPr>
          <a:xfrm>
            <a:off x="345063" y="2954079"/>
            <a:ext cx="439387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547EA31-7A25-4DB5-8487-722D87E623E4}"/>
              </a:ext>
            </a:extLst>
          </p:cNvPr>
          <p:cNvCxnSpPr>
            <a:cxnSpLocks/>
          </p:cNvCxnSpPr>
          <p:nvPr/>
        </p:nvCxnSpPr>
        <p:spPr>
          <a:xfrm flipV="1">
            <a:off x="1329336" y="2179992"/>
            <a:ext cx="563098" cy="77408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92D13EA-6FFA-44F3-AEAB-132ABB4D1505}"/>
              </a:ext>
            </a:extLst>
          </p:cNvPr>
          <p:cNvCxnSpPr>
            <a:cxnSpLocks/>
          </p:cNvCxnSpPr>
          <p:nvPr/>
        </p:nvCxnSpPr>
        <p:spPr>
          <a:xfrm>
            <a:off x="1899351" y="2171114"/>
            <a:ext cx="0" cy="78123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AFC8661-B1B7-463D-A2F0-18715B2750F2}"/>
              </a:ext>
            </a:extLst>
          </p:cNvPr>
          <p:cNvCxnSpPr>
            <a:cxnSpLocks/>
          </p:cNvCxnSpPr>
          <p:nvPr/>
        </p:nvCxnSpPr>
        <p:spPr>
          <a:xfrm>
            <a:off x="2390388" y="1874663"/>
            <a:ext cx="0" cy="160193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7C1D39A-3B0B-4933-89DC-889069C347BA}"/>
              </a:ext>
            </a:extLst>
          </p:cNvPr>
          <p:cNvCxnSpPr>
            <a:cxnSpLocks/>
          </p:cNvCxnSpPr>
          <p:nvPr/>
        </p:nvCxnSpPr>
        <p:spPr>
          <a:xfrm>
            <a:off x="1905232" y="2942204"/>
            <a:ext cx="282656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76E5EDB-7781-4916-BD99-0B109E688C41}"/>
              </a:ext>
            </a:extLst>
          </p:cNvPr>
          <p:cNvCxnSpPr>
            <a:cxnSpLocks/>
          </p:cNvCxnSpPr>
          <p:nvPr/>
        </p:nvCxnSpPr>
        <p:spPr>
          <a:xfrm>
            <a:off x="346229" y="2943683"/>
            <a:ext cx="100814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2F5E95C-48B1-4F6D-8197-006D63AB0638}"/>
              </a:ext>
            </a:extLst>
          </p:cNvPr>
          <p:cNvCxnSpPr/>
          <p:nvPr/>
        </p:nvCxnSpPr>
        <p:spPr>
          <a:xfrm>
            <a:off x="2274170" y="2188870"/>
            <a:ext cx="23082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2AFBCFF-1E0B-4FB2-8DC6-115210A9C779}"/>
              </a:ext>
            </a:extLst>
          </p:cNvPr>
          <p:cNvCxnSpPr/>
          <p:nvPr/>
        </p:nvCxnSpPr>
        <p:spPr>
          <a:xfrm>
            <a:off x="2284527" y="2572090"/>
            <a:ext cx="23082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93844EBE-1633-4FB9-B7F9-3719017FB7CF}"/>
              </a:ext>
            </a:extLst>
          </p:cNvPr>
          <p:cNvSpPr txBox="1"/>
          <p:nvPr/>
        </p:nvSpPr>
        <p:spPr>
          <a:xfrm>
            <a:off x="4272576" y="2921411"/>
            <a:ext cx="284052" cy="369332"/>
          </a:xfrm>
          <a:prstGeom prst="rect">
            <a:avLst/>
          </a:prstGeom>
          <a:noFill/>
        </p:spPr>
        <p:txBody>
          <a:bodyPr wrap="none" rtlCol="0">
            <a:spAutoFit/>
          </a:bodyPr>
          <a:lstStyle/>
          <a:p>
            <a:r>
              <a:rPr lang="en-US" dirty="0"/>
              <a:t>x</a:t>
            </a:r>
          </a:p>
        </p:txBody>
      </p:sp>
      <p:cxnSp>
        <p:nvCxnSpPr>
          <p:cNvPr id="37" name="Straight Connector 36">
            <a:extLst>
              <a:ext uri="{FF2B5EF4-FFF2-40B4-BE49-F238E27FC236}">
                <a16:creationId xmlns:a16="http://schemas.microsoft.com/office/drawing/2014/main" id="{B5E64D8D-D88F-4043-80C2-E5D422A90EF1}"/>
              </a:ext>
            </a:extLst>
          </p:cNvPr>
          <p:cNvCxnSpPr/>
          <p:nvPr/>
        </p:nvCxnSpPr>
        <p:spPr>
          <a:xfrm>
            <a:off x="346543" y="4589049"/>
            <a:ext cx="439387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48FBE5A-A088-4590-BB99-7AEBD33BA44C}"/>
              </a:ext>
            </a:extLst>
          </p:cNvPr>
          <p:cNvCxnSpPr>
            <a:cxnSpLocks/>
          </p:cNvCxnSpPr>
          <p:nvPr/>
        </p:nvCxnSpPr>
        <p:spPr>
          <a:xfrm flipV="1">
            <a:off x="1819084" y="3814962"/>
            <a:ext cx="563098" cy="77408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45C77FD-F6EB-4182-AD19-2C2C771A7899}"/>
              </a:ext>
            </a:extLst>
          </p:cNvPr>
          <p:cNvCxnSpPr>
            <a:cxnSpLocks/>
          </p:cNvCxnSpPr>
          <p:nvPr/>
        </p:nvCxnSpPr>
        <p:spPr>
          <a:xfrm>
            <a:off x="2389099" y="3806084"/>
            <a:ext cx="0" cy="78123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9119107-F1BC-4C0B-9F86-692A379F5910}"/>
              </a:ext>
            </a:extLst>
          </p:cNvPr>
          <p:cNvCxnSpPr>
            <a:cxnSpLocks/>
          </p:cNvCxnSpPr>
          <p:nvPr/>
        </p:nvCxnSpPr>
        <p:spPr>
          <a:xfrm>
            <a:off x="2391868" y="3509633"/>
            <a:ext cx="0" cy="160193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F70E29B-3A40-4F40-9320-0B912226B06B}"/>
              </a:ext>
            </a:extLst>
          </p:cNvPr>
          <p:cNvCxnSpPr>
            <a:cxnSpLocks/>
          </p:cNvCxnSpPr>
          <p:nvPr/>
        </p:nvCxnSpPr>
        <p:spPr>
          <a:xfrm>
            <a:off x="2386102" y="4577174"/>
            <a:ext cx="239008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F2F092D-C1ED-4F76-B6EC-56D46E3FDA62}"/>
              </a:ext>
            </a:extLst>
          </p:cNvPr>
          <p:cNvCxnSpPr>
            <a:cxnSpLocks/>
          </p:cNvCxnSpPr>
          <p:nvPr/>
        </p:nvCxnSpPr>
        <p:spPr>
          <a:xfrm>
            <a:off x="390617" y="4578653"/>
            <a:ext cx="145350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2249C4C-E853-4AAF-AAA1-182F157C886A}"/>
              </a:ext>
            </a:extLst>
          </p:cNvPr>
          <p:cNvCxnSpPr/>
          <p:nvPr/>
        </p:nvCxnSpPr>
        <p:spPr>
          <a:xfrm>
            <a:off x="2275650" y="3823840"/>
            <a:ext cx="23082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A24CECB-06B7-435F-860E-B8B7D7BCA5BF}"/>
              </a:ext>
            </a:extLst>
          </p:cNvPr>
          <p:cNvCxnSpPr/>
          <p:nvPr/>
        </p:nvCxnSpPr>
        <p:spPr>
          <a:xfrm>
            <a:off x="2286007" y="4207060"/>
            <a:ext cx="23082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91B2FBB-DA14-4063-B1A9-384FE0B87914}"/>
              </a:ext>
            </a:extLst>
          </p:cNvPr>
          <p:cNvSpPr txBox="1"/>
          <p:nvPr/>
        </p:nvSpPr>
        <p:spPr>
          <a:xfrm>
            <a:off x="4274056" y="4556381"/>
            <a:ext cx="284052" cy="369332"/>
          </a:xfrm>
          <a:prstGeom prst="rect">
            <a:avLst/>
          </a:prstGeom>
          <a:noFill/>
        </p:spPr>
        <p:txBody>
          <a:bodyPr wrap="none" rtlCol="0">
            <a:spAutoFit/>
          </a:bodyPr>
          <a:lstStyle/>
          <a:p>
            <a:r>
              <a:rPr lang="en-US" dirty="0"/>
              <a:t>x</a:t>
            </a:r>
          </a:p>
        </p:txBody>
      </p:sp>
      <p:cxnSp>
        <p:nvCxnSpPr>
          <p:cNvPr id="46" name="Straight Connector 45">
            <a:extLst>
              <a:ext uri="{FF2B5EF4-FFF2-40B4-BE49-F238E27FC236}">
                <a16:creationId xmlns:a16="http://schemas.microsoft.com/office/drawing/2014/main" id="{EF7238DA-8DF8-481C-A75C-BFC86CBC1CC4}"/>
              </a:ext>
            </a:extLst>
          </p:cNvPr>
          <p:cNvCxnSpPr/>
          <p:nvPr/>
        </p:nvCxnSpPr>
        <p:spPr>
          <a:xfrm>
            <a:off x="339145" y="6215142"/>
            <a:ext cx="439387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ADDE98B1-4B20-46D6-831F-36A97DD84149}"/>
              </a:ext>
            </a:extLst>
          </p:cNvPr>
          <p:cNvCxnSpPr>
            <a:cxnSpLocks/>
          </p:cNvCxnSpPr>
          <p:nvPr/>
        </p:nvCxnSpPr>
        <p:spPr>
          <a:xfrm flipV="1">
            <a:off x="2282216" y="5441055"/>
            <a:ext cx="563098" cy="77408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F98C45A-DE46-4A01-BE95-B85BC754DD26}"/>
              </a:ext>
            </a:extLst>
          </p:cNvPr>
          <p:cNvCxnSpPr>
            <a:cxnSpLocks/>
          </p:cNvCxnSpPr>
          <p:nvPr/>
        </p:nvCxnSpPr>
        <p:spPr>
          <a:xfrm>
            <a:off x="2852231" y="5432177"/>
            <a:ext cx="0" cy="78123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804896F-0691-4169-94F6-10C490DEF13E}"/>
              </a:ext>
            </a:extLst>
          </p:cNvPr>
          <p:cNvCxnSpPr>
            <a:cxnSpLocks/>
          </p:cNvCxnSpPr>
          <p:nvPr/>
        </p:nvCxnSpPr>
        <p:spPr>
          <a:xfrm>
            <a:off x="2384470" y="5135726"/>
            <a:ext cx="0" cy="160193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3F72B7D-D96B-47E2-BF08-936DD26C5243}"/>
              </a:ext>
            </a:extLst>
          </p:cNvPr>
          <p:cNvCxnSpPr>
            <a:cxnSpLocks/>
          </p:cNvCxnSpPr>
          <p:nvPr/>
        </p:nvCxnSpPr>
        <p:spPr>
          <a:xfrm>
            <a:off x="2858112" y="6203267"/>
            <a:ext cx="188256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C7AD16C-A907-4A18-B6E6-D4D1B87E494D}"/>
              </a:ext>
            </a:extLst>
          </p:cNvPr>
          <p:cNvCxnSpPr>
            <a:cxnSpLocks/>
          </p:cNvCxnSpPr>
          <p:nvPr/>
        </p:nvCxnSpPr>
        <p:spPr>
          <a:xfrm>
            <a:off x="355107" y="6204746"/>
            <a:ext cx="195214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802C25A-1DA9-4905-B369-A29EFD5CFE0A}"/>
              </a:ext>
            </a:extLst>
          </p:cNvPr>
          <p:cNvCxnSpPr/>
          <p:nvPr/>
        </p:nvCxnSpPr>
        <p:spPr>
          <a:xfrm>
            <a:off x="2268252" y="5449933"/>
            <a:ext cx="23082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144172D-E008-427E-9C0E-418A882B5829}"/>
              </a:ext>
            </a:extLst>
          </p:cNvPr>
          <p:cNvCxnSpPr/>
          <p:nvPr/>
        </p:nvCxnSpPr>
        <p:spPr>
          <a:xfrm>
            <a:off x="2278609" y="5833153"/>
            <a:ext cx="23082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D993D8EA-EAE6-4E89-98FF-8F816481A6A6}"/>
              </a:ext>
            </a:extLst>
          </p:cNvPr>
          <p:cNvSpPr txBox="1"/>
          <p:nvPr/>
        </p:nvSpPr>
        <p:spPr>
          <a:xfrm>
            <a:off x="4266658" y="6182474"/>
            <a:ext cx="284052" cy="369332"/>
          </a:xfrm>
          <a:prstGeom prst="rect">
            <a:avLst/>
          </a:prstGeom>
          <a:noFill/>
        </p:spPr>
        <p:txBody>
          <a:bodyPr wrap="none" rtlCol="0">
            <a:spAutoFit/>
          </a:bodyPr>
          <a:lstStyle/>
          <a:p>
            <a:r>
              <a:rPr lang="en-US" dirty="0"/>
              <a:t>x</a:t>
            </a:r>
          </a:p>
        </p:txBody>
      </p:sp>
      <p:sp>
        <p:nvSpPr>
          <p:cNvPr id="61" name="Oval 60">
            <a:extLst>
              <a:ext uri="{FF2B5EF4-FFF2-40B4-BE49-F238E27FC236}">
                <a16:creationId xmlns:a16="http://schemas.microsoft.com/office/drawing/2014/main" id="{0802ABD7-35C2-4585-81CA-560583FCB9E4}"/>
              </a:ext>
            </a:extLst>
          </p:cNvPr>
          <p:cNvSpPr/>
          <p:nvPr/>
        </p:nvSpPr>
        <p:spPr>
          <a:xfrm>
            <a:off x="1855432" y="1189608"/>
            <a:ext cx="97655" cy="1065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2D529700-F755-4908-A73F-2FA5B26AFB8A}"/>
              </a:ext>
            </a:extLst>
          </p:cNvPr>
          <p:cNvSpPr/>
          <p:nvPr/>
        </p:nvSpPr>
        <p:spPr>
          <a:xfrm>
            <a:off x="1848034" y="2123242"/>
            <a:ext cx="97655" cy="1065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80AB3230-220B-4B41-896D-892CD264FC53}"/>
              </a:ext>
            </a:extLst>
          </p:cNvPr>
          <p:cNvSpPr/>
          <p:nvPr/>
        </p:nvSpPr>
        <p:spPr>
          <a:xfrm>
            <a:off x="1867267" y="4388531"/>
            <a:ext cx="97655" cy="1065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9C594CE5-B74C-4045-AD6A-1A730C0A49B1}"/>
              </a:ext>
            </a:extLst>
          </p:cNvPr>
          <p:cNvSpPr/>
          <p:nvPr/>
        </p:nvSpPr>
        <p:spPr>
          <a:xfrm>
            <a:off x="1868742" y="6138913"/>
            <a:ext cx="97655" cy="1065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98CEB5AC-5A82-498F-B066-B423A641B46B}"/>
              </a:ext>
            </a:extLst>
          </p:cNvPr>
          <p:cNvSpPr txBox="1"/>
          <p:nvPr/>
        </p:nvSpPr>
        <p:spPr>
          <a:xfrm>
            <a:off x="3347621" y="310718"/>
            <a:ext cx="340158" cy="369332"/>
          </a:xfrm>
          <a:prstGeom prst="rect">
            <a:avLst/>
          </a:prstGeom>
          <a:noFill/>
        </p:spPr>
        <p:txBody>
          <a:bodyPr wrap="none" rtlCol="0">
            <a:spAutoFit/>
          </a:bodyPr>
          <a:lstStyle/>
          <a:p>
            <a:r>
              <a:rPr lang="en-US" dirty="0"/>
              <a:t>t</a:t>
            </a:r>
            <a:r>
              <a:rPr lang="en-US" baseline="-25000" dirty="0"/>
              <a:t>1</a:t>
            </a:r>
          </a:p>
        </p:txBody>
      </p:sp>
      <p:sp>
        <p:nvSpPr>
          <p:cNvPr id="73" name="TextBox 72">
            <a:extLst>
              <a:ext uri="{FF2B5EF4-FFF2-40B4-BE49-F238E27FC236}">
                <a16:creationId xmlns:a16="http://schemas.microsoft.com/office/drawing/2014/main" id="{9ACEBDE2-2D0E-4F2A-B303-99F43E1ECA74}"/>
              </a:ext>
            </a:extLst>
          </p:cNvPr>
          <p:cNvSpPr txBox="1"/>
          <p:nvPr/>
        </p:nvSpPr>
        <p:spPr>
          <a:xfrm>
            <a:off x="3347621" y="1981200"/>
            <a:ext cx="340158" cy="369332"/>
          </a:xfrm>
          <a:prstGeom prst="rect">
            <a:avLst/>
          </a:prstGeom>
          <a:noFill/>
        </p:spPr>
        <p:txBody>
          <a:bodyPr wrap="none" rtlCol="0">
            <a:spAutoFit/>
          </a:bodyPr>
          <a:lstStyle/>
          <a:p>
            <a:r>
              <a:rPr lang="en-US" dirty="0"/>
              <a:t>t</a:t>
            </a:r>
            <a:r>
              <a:rPr lang="en-US" baseline="-25000" dirty="0"/>
              <a:t>2</a:t>
            </a:r>
          </a:p>
        </p:txBody>
      </p:sp>
      <p:sp>
        <p:nvSpPr>
          <p:cNvPr id="74" name="TextBox 73">
            <a:extLst>
              <a:ext uri="{FF2B5EF4-FFF2-40B4-BE49-F238E27FC236}">
                <a16:creationId xmlns:a16="http://schemas.microsoft.com/office/drawing/2014/main" id="{3F2AF0E2-1D3C-43E6-848B-1A22CED1DC7F}"/>
              </a:ext>
            </a:extLst>
          </p:cNvPr>
          <p:cNvSpPr txBox="1"/>
          <p:nvPr/>
        </p:nvSpPr>
        <p:spPr>
          <a:xfrm>
            <a:off x="3347621" y="3738978"/>
            <a:ext cx="340158" cy="369332"/>
          </a:xfrm>
          <a:prstGeom prst="rect">
            <a:avLst/>
          </a:prstGeom>
          <a:noFill/>
        </p:spPr>
        <p:txBody>
          <a:bodyPr wrap="none" rtlCol="0">
            <a:spAutoFit/>
          </a:bodyPr>
          <a:lstStyle/>
          <a:p>
            <a:r>
              <a:rPr lang="en-US" dirty="0"/>
              <a:t>t</a:t>
            </a:r>
            <a:r>
              <a:rPr lang="en-US" baseline="-25000" dirty="0"/>
              <a:t>3</a:t>
            </a:r>
          </a:p>
        </p:txBody>
      </p:sp>
      <p:sp>
        <p:nvSpPr>
          <p:cNvPr id="75" name="TextBox 74">
            <a:extLst>
              <a:ext uri="{FF2B5EF4-FFF2-40B4-BE49-F238E27FC236}">
                <a16:creationId xmlns:a16="http://schemas.microsoft.com/office/drawing/2014/main" id="{9F38FF10-86DE-4839-9940-DA7FC13E0F76}"/>
              </a:ext>
            </a:extLst>
          </p:cNvPr>
          <p:cNvSpPr txBox="1"/>
          <p:nvPr/>
        </p:nvSpPr>
        <p:spPr>
          <a:xfrm>
            <a:off x="3347621" y="5372469"/>
            <a:ext cx="340158" cy="369332"/>
          </a:xfrm>
          <a:prstGeom prst="rect">
            <a:avLst/>
          </a:prstGeom>
          <a:noFill/>
        </p:spPr>
        <p:txBody>
          <a:bodyPr wrap="none" rtlCol="0">
            <a:spAutoFit/>
          </a:bodyPr>
          <a:lstStyle/>
          <a:p>
            <a:r>
              <a:rPr lang="en-US" dirty="0"/>
              <a:t>t</a:t>
            </a:r>
            <a:r>
              <a:rPr lang="en-US" baseline="-25000" dirty="0"/>
              <a:t>4</a:t>
            </a:r>
          </a:p>
        </p:txBody>
      </p:sp>
      <p:cxnSp>
        <p:nvCxnSpPr>
          <p:cNvPr id="79" name="Straight Connector 78">
            <a:extLst>
              <a:ext uri="{FF2B5EF4-FFF2-40B4-BE49-F238E27FC236}">
                <a16:creationId xmlns:a16="http://schemas.microsoft.com/office/drawing/2014/main" id="{CDF16BDA-65DC-4720-8433-6152081C9EA1}"/>
              </a:ext>
            </a:extLst>
          </p:cNvPr>
          <p:cNvCxnSpPr/>
          <p:nvPr/>
        </p:nvCxnSpPr>
        <p:spPr>
          <a:xfrm rot="5400000">
            <a:off x="5476796" y="3553683"/>
            <a:ext cx="15541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34256CEA-6FE7-4E0D-8CC5-64252159AD53}"/>
              </a:ext>
            </a:extLst>
          </p:cNvPr>
          <p:cNvSpPr txBox="1"/>
          <p:nvPr/>
        </p:nvSpPr>
        <p:spPr>
          <a:xfrm>
            <a:off x="8522409" y="4382483"/>
            <a:ext cx="537869" cy="334125"/>
          </a:xfrm>
          <a:prstGeom prst="rect">
            <a:avLst/>
          </a:prstGeom>
          <a:noFill/>
        </p:spPr>
        <p:txBody>
          <a:bodyPr wrap="none" rtlCol="0">
            <a:spAutoFit/>
          </a:bodyPr>
          <a:lstStyle/>
          <a:p>
            <a:r>
              <a:rPr lang="en-US" dirty="0"/>
              <a:t>time</a:t>
            </a:r>
          </a:p>
        </p:txBody>
      </p:sp>
      <p:sp>
        <p:nvSpPr>
          <p:cNvPr id="81" name="TextBox 80">
            <a:extLst>
              <a:ext uri="{FF2B5EF4-FFF2-40B4-BE49-F238E27FC236}">
                <a16:creationId xmlns:a16="http://schemas.microsoft.com/office/drawing/2014/main" id="{CDBBF024-61DF-4819-850E-948416A2BFC9}"/>
              </a:ext>
            </a:extLst>
          </p:cNvPr>
          <p:cNvSpPr txBox="1"/>
          <p:nvPr/>
        </p:nvSpPr>
        <p:spPr>
          <a:xfrm>
            <a:off x="5965243" y="2755172"/>
            <a:ext cx="260044" cy="334125"/>
          </a:xfrm>
          <a:prstGeom prst="rect">
            <a:avLst/>
          </a:prstGeom>
          <a:noFill/>
        </p:spPr>
        <p:txBody>
          <a:bodyPr wrap="none" rtlCol="0">
            <a:spAutoFit/>
          </a:bodyPr>
          <a:lstStyle/>
          <a:p>
            <a:r>
              <a:rPr lang="en-US" dirty="0"/>
              <a:t>y</a:t>
            </a:r>
          </a:p>
        </p:txBody>
      </p:sp>
      <p:cxnSp>
        <p:nvCxnSpPr>
          <p:cNvPr id="84" name="Straight Connector 83">
            <a:extLst>
              <a:ext uri="{FF2B5EF4-FFF2-40B4-BE49-F238E27FC236}">
                <a16:creationId xmlns:a16="http://schemas.microsoft.com/office/drawing/2014/main" id="{4FEB0D49-6EE3-47DE-9EA7-5E4E60B80ADD}"/>
              </a:ext>
            </a:extLst>
          </p:cNvPr>
          <p:cNvCxnSpPr>
            <a:cxnSpLocks/>
          </p:cNvCxnSpPr>
          <p:nvPr/>
        </p:nvCxnSpPr>
        <p:spPr>
          <a:xfrm flipV="1">
            <a:off x="6241958" y="4333915"/>
            <a:ext cx="2538057"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94B7EB2B-1B8B-4E9E-A37C-CF280EDCDB77}"/>
              </a:ext>
            </a:extLst>
          </p:cNvPr>
          <p:cNvSpPr txBox="1"/>
          <p:nvPr/>
        </p:nvSpPr>
        <p:spPr>
          <a:xfrm>
            <a:off x="6624959" y="4413681"/>
            <a:ext cx="340158" cy="369332"/>
          </a:xfrm>
          <a:prstGeom prst="rect">
            <a:avLst/>
          </a:prstGeom>
          <a:noFill/>
        </p:spPr>
        <p:txBody>
          <a:bodyPr wrap="none" rtlCol="0">
            <a:spAutoFit/>
          </a:bodyPr>
          <a:lstStyle/>
          <a:p>
            <a:r>
              <a:rPr lang="en-US" dirty="0"/>
              <a:t>t</a:t>
            </a:r>
            <a:r>
              <a:rPr lang="en-US" baseline="-25000" dirty="0"/>
              <a:t>1</a:t>
            </a:r>
          </a:p>
        </p:txBody>
      </p:sp>
      <p:sp>
        <p:nvSpPr>
          <p:cNvPr id="88" name="TextBox 87">
            <a:extLst>
              <a:ext uri="{FF2B5EF4-FFF2-40B4-BE49-F238E27FC236}">
                <a16:creationId xmlns:a16="http://schemas.microsoft.com/office/drawing/2014/main" id="{B2473A7E-5B81-4E56-821D-EE208F4091D1}"/>
              </a:ext>
            </a:extLst>
          </p:cNvPr>
          <p:cNvSpPr txBox="1"/>
          <p:nvPr/>
        </p:nvSpPr>
        <p:spPr>
          <a:xfrm>
            <a:off x="6997822" y="4432917"/>
            <a:ext cx="340158" cy="369332"/>
          </a:xfrm>
          <a:prstGeom prst="rect">
            <a:avLst/>
          </a:prstGeom>
          <a:noFill/>
        </p:spPr>
        <p:txBody>
          <a:bodyPr wrap="none" rtlCol="0">
            <a:spAutoFit/>
          </a:bodyPr>
          <a:lstStyle/>
          <a:p>
            <a:r>
              <a:rPr lang="en-US" dirty="0"/>
              <a:t>t</a:t>
            </a:r>
            <a:r>
              <a:rPr lang="en-US" baseline="-25000" dirty="0"/>
              <a:t>2</a:t>
            </a:r>
          </a:p>
        </p:txBody>
      </p:sp>
      <p:sp>
        <p:nvSpPr>
          <p:cNvPr id="89" name="TextBox 88">
            <a:extLst>
              <a:ext uri="{FF2B5EF4-FFF2-40B4-BE49-F238E27FC236}">
                <a16:creationId xmlns:a16="http://schemas.microsoft.com/office/drawing/2014/main" id="{481B0CA1-F084-4953-9F31-045EFB905AA6}"/>
              </a:ext>
            </a:extLst>
          </p:cNvPr>
          <p:cNvSpPr txBox="1"/>
          <p:nvPr/>
        </p:nvSpPr>
        <p:spPr>
          <a:xfrm>
            <a:off x="7450583" y="4432916"/>
            <a:ext cx="340158" cy="369332"/>
          </a:xfrm>
          <a:prstGeom prst="rect">
            <a:avLst/>
          </a:prstGeom>
          <a:noFill/>
        </p:spPr>
        <p:txBody>
          <a:bodyPr wrap="none" rtlCol="0">
            <a:spAutoFit/>
          </a:bodyPr>
          <a:lstStyle/>
          <a:p>
            <a:r>
              <a:rPr lang="en-US" dirty="0"/>
              <a:t>t</a:t>
            </a:r>
            <a:r>
              <a:rPr lang="en-US" baseline="-25000" dirty="0"/>
              <a:t>3</a:t>
            </a:r>
          </a:p>
        </p:txBody>
      </p:sp>
      <p:sp>
        <p:nvSpPr>
          <p:cNvPr id="90" name="TextBox 89">
            <a:extLst>
              <a:ext uri="{FF2B5EF4-FFF2-40B4-BE49-F238E27FC236}">
                <a16:creationId xmlns:a16="http://schemas.microsoft.com/office/drawing/2014/main" id="{A9ADE7BA-F9B9-45C3-9663-9ACD6937BC72}"/>
              </a:ext>
            </a:extLst>
          </p:cNvPr>
          <p:cNvSpPr txBox="1"/>
          <p:nvPr/>
        </p:nvSpPr>
        <p:spPr>
          <a:xfrm>
            <a:off x="7921099" y="4415161"/>
            <a:ext cx="340158" cy="369332"/>
          </a:xfrm>
          <a:prstGeom prst="rect">
            <a:avLst/>
          </a:prstGeom>
          <a:noFill/>
        </p:spPr>
        <p:txBody>
          <a:bodyPr wrap="none" rtlCol="0">
            <a:spAutoFit/>
          </a:bodyPr>
          <a:lstStyle/>
          <a:p>
            <a:r>
              <a:rPr lang="en-US" dirty="0"/>
              <a:t>t</a:t>
            </a:r>
            <a:r>
              <a:rPr lang="en-US" baseline="-25000" dirty="0"/>
              <a:t>4</a:t>
            </a:r>
          </a:p>
        </p:txBody>
      </p:sp>
      <p:cxnSp>
        <p:nvCxnSpPr>
          <p:cNvPr id="92" name="Straight Connector 91">
            <a:extLst>
              <a:ext uri="{FF2B5EF4-FFF2-40B4-BE49-F238E27FC236}">
                <a16:creationId xmlns:a16="http://schemas.microsoft.com/office/drawing/2014/main" id="{E5FAE32B-3032-484E-81CB-5DA5C2BA55D4}"/>
              </a:ext>
            </a:extLst>
          </p:cNvPr>
          <p:cNvCxnSpPr/>
          <p:nvPr/>
        </p:nvCxnSpPr>
        <p:spPr>
          <a:xfrm>
            <a:off x="6164068" y="3566388"/>
            <a:ext cx="23082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1CEDD1A-F8AD-4FD0-AF6C-846EDECE10DC}"/>
              </a:ext>
            </a:extLst>
          </p:cNvPr>
          <p:cNvCxnSpPr/>
          <p:nvPr/>
        </p:nvCxnSpPr>
        <p:spPr>
          <a:xfrm>
            <a:off x="6165550" y="3949608"/>
            <a:ext cx="23082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19B2E7E3-7B10-4A79-AE72-AD16CA24DB10}"/>
              </a:ext>
            </a:extLst>
          </p:cNvPr>
          <p:cNvCxnSpPr>
            <a:cxnSpLocks/>
          </p:cNvCxnSpPr>
          <p:nvPr/>
        </p:nvCxnSpPr>
        <p:spPr>
          <a:xfrm>
            <a:off x="7165287" y="3548632"/>
            <a:ext cx="0" cy="78123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195FCD2-3CC2-4D60-A1FE-E1EA0913E917}"/>
              </a:ext>
            </a:extLst>
          </p:cNvPr>
          <p:cNvCxnSpPr>
            <a:cxnSpLocks/>
          </p:cNvCxnSpPr>
          <p:nvPr/>
        </p:nvCxnSpPr>
        <p:spPr>
          <a:xfrm>
            <a:off x="6258756" y="4330080"/>
            <a:ext cx="92084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540683F5-4535-42FE-BC3F-8E15EB264052}"/>
              </a:ext>
            </a:extLst>
          </p:cNvPr>
          <p:cNvCxnSpPr>
            <a:cxnSpLocks/>
          </p:cNvCxnSpPr>
          <p:nvPr/>
        </p:nvCxnSpPr>
        <p:spPr>
          <a:xfrm flipH="1" flipV="1">
            <a:off x="7163443" y="3548632"/>
            <a:ext cx="563098" cy="77408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04" name="Group 103">
            <a:extLst>
              <a:ext uri="{FF2B5EF4-FFF2-40B4-BE49-F238E27FC236}">
                <a16:creationId xmlns:a16="http://schemas.microsoft.com/office/drawing/2014/main" id="{BFF9D0B9-6BE2-451D-9EB3-F96E5271D113}"/>
              </a:ext>
            </a:extLst>
          </p:cNvPr>
          <p:cNvGrpSpPr/>
          <p:nvPr/>
        </p:nvGrpSpPr>
        <p:grpSpPr>
          <a:xfrm>
            <a:off x="6251359" y="4241307"/>
            <a:ext cx="912920" cy="230819"/>
            <a:chOff x="7316680" y="3326907"/>
            <a:chExt cx="912920" cy="230819"/>
          </a:xfrm>
        </p:grpSpPr>
        <p:cxnSp>
          <p:nvCxnSpPr>
            <p:cNvPr id="101" name="Straight Connector 100">
              <a:extLst>
                <a:ext uri="{FF2B5EF4-FFF2-40B4-BE49-F238E27FC236}">
                  <a16:creationId xmlns:a16="http://schemas.microsoft.com/office/drawing/2014/main" id="{D8B3584E-C06C-492D-9A8A-E14C4ACD303C}"/>
                </a:ext>
              </a:extLst>
            </p:cNvPr>
            <p:cNvCxnSpPr/>
            <p:nvPr/>
          </p:nvCxnSpPr>
          <p:spPr>
            <a:xfrm>
              <a:off x="8229600" y="3326907"/>
              <a:ext cx="0" cy="230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E06CB482-AC8A-4250-889C-632D280A4D8E}"/>
                </a:ext>
              </a:extLst>
            </p:cNvPr>
            <p:cNvCxnSpPr/>
            <p:nvPr/>
          </p:nvCxnSpPr>
          <p:spPr>
            <a:xfrm>
              <a:off x="7316680" y="3326907"/>
              <a:ext cx="0" cy="230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3097BE6D-366C-4E1D-B5F2-B462B3788B7D}"/>
                </a:ext>
              </a:extLst>
            </p:cNvPr>
            <p:cNvCxnSpPr/>
            <p:nvPr/>
          </p:nvCxnSpPr>
          <p:spPr>
            <a:xfrm>
              <a:off x="7779797" y="3326907"/>
              <a:ext cx="0" cy="230819"/>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20" name="Group 119">
            <a:extLst>
              <a:ext uri="{FF2B5EF4-FFF2-40B4-BE49-F238E27FC236}">
                <a16:creationId xmlns:a16="http://schemas.microsoft.com/office/drawing/2014/main" id="{A59BA8B1-08D4-4473-B04B-3653403FC456}"/>
              </a:ext>
            </a:extLst>
          </p:cNvPr>
          <p:cNvGrpSpPr/>
          <p:nvPr/>
        </p:nvGrpSpPr>
        <p:grpSpPr>
          <a:xfrm>
            <a:off x="7167239" y="4251664"/>
            <a:ext cx="912920" cy="230819"/>
            <a:chOff x="7316680" y="3326907"/>
            <a:chExt cx="912920" cy="230819"/>
          </a:xfrm>
        </p:grpSpPr>
        <p:cxnSp>
          <p:nvCxnSpPr>
            <p:cNvPr id="121" name="Straight Connector 120">
              <a:extLst>
                <a:ext uri="{FF2B5EF4-FFF2-40B4-BE49-F238E27FC236}">
                  <a16:creationId xmlns:a16="http://schemas.microsoft.com/office/drawing/2014/main" id="{24A0664B-4AAA-479F-92F7-8B15E5A7D741}"/>
                </a:ext>
              </a:extLst>
            </p:cNvPr>
            <p:cNvCxnSpPr/>
            <p:nvPr/>
          </p:nvCxnSpPr>
          <p:spPr>
            <a:xfrm>
              <a:off x="8229600" y="3326907"/>
              <a:ext cx="0" cy="230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DD90AF0C-602D-4717-9F9B-A10B159944E7}"/>
                </a:ext>
              </a:extLst>
            </p:cNvPr>
            <p:cNvCxnSpPr/>
            <p:nvPr/>
          </p:nvCxnSpPr>
          <p:spPr>
            <a:xfrm>
              <a:off x="7316680" y="3326907"/>
              <a:ext cx="0" cy="230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13E955D-CBF6-4BE5-8CD6-F636EB4F94D2}"/>
                </a:ext>
              </a:extLst>
            </p:cNvPr>
            <p:cNvCxnSpPr/>
            <p:nvPr/>
          </p:nvCxnSpPr>
          <p:spPr>
            <a:xfrm>
              <a:off x="7779797" y="3326907"/>
              <a:ext cx="0" cy="230819"/>
            </a:xfrm>
            <a:prstGeom prst="line">
              <a:avLst/>
            </a:prstGeom>
          </p:spPr>
          <p:style>
            <a:lnRef idx="1">
              <a:schemeClr val="accent1"/>
            </a:lnRef>
            <a:fillRef idx="0">
              <a:schemeClr val="accent1"/>
            </a:fillRef>
            <a:effectRef idx="0">
              <a:schemeClr val="accent1"/>
            </a:effectRef>
            <a:fontRef idx="minor">
              <a:schemeClr val="tx1"/>
            </a:fontRef>
          </p:style>
        </p:cxnSp>
      </p:grpSp>
      <p:sp>
        <p:nvSpPr>
          <p:cNvPr id="86" name="Oval 85">
            <a:extLst>
              <a:ext uri="{FF2B5EF4-FFF2-40B4-BE49-F238E27FC236}">
                <a16:creationId xmlns:a16="http://schemas.microsoft.com/office/drawing/2014/main" id="{DAF55032-5490-4CF0-97D5-DA5E951AB6BE}"/>
              </a:ext>
            </a:extLst>
          </p:cNvPr>
          <p:cNvSpPr/>
          <p:nvPr/>
        </p:nvSpPr>
        <p:spPr>
          <a:xfrm>
            <a:off x="6668606" y="4271639"/>
            <a:ext cx="97655" cy="1065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7F2081F9-9842-42CA-8474-6C695A40A70E}"/>
              </a:ext>
            </a:extLst>
          </p:cNvPr>
          <p:cNvSpPr/>
          <p:nvPr/>
        </p:nvSpPr>
        <p:spPr>
          <a:xfrm>
            <a:off x="7122852" y="3527394"/>
            <a:ext cx="97655" cy="1065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12A798FF-3AB5-4E4F-9001-DC223EDA8E5F}"/>
              </a:ext>
            </a:extLst>
          </p:cNvPr>
          <p:cNvSpPr/>
          <p:nvPr/>
        </p:nvSpPr>
        <p:spPr>
          <a:xfrm>
            <a:off x="7577094" y="4150310"/>
            <a:ext cx="97655" cy="1065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TextBox 126">
            <a:extLst>
              <a:ext uri="{FF2B5EF4-FFF2-40B4-BE49-F238E27FC236}">
                <a16:creationId xmlns:a16="http://schemas.microsoft.com/office/drawing/2014/main" id="{34468F06-C5FF-4A16-BD18-3C27D71E001F}"/>
              </a:ext>
            </a:extLst>
          </p:cNvPr>
          <p:cNvSpPr txBox="1"/>
          <p:nvPr/>
        </p:nvSpPr>
        <p:spPr>
          <a:xfrm>
            <a:off x="2084221" y="-66447"/>
            <a:ext cx="260044" cy="334125"/>
          </a:xfrm>
          <a:prstGeom prst="rect">
            <a:avLst/>
          </a:prstGeom>
          <a:noFill/>
        </p:spPr>
        <p:txBody>
          <a:bodyPr wrap="none" rtlCol="0">
            <a:spAutoFit/>
          </a:bodyPr>
          <a:lstStyle/>
          <a:p>
            <a:r>
              <a:rPr lang="en-US" dirty="0"/>
              <a:t>y</a:t>
            </a:r>
          </a:p>
        </p:txBody>
      </p:sp>
      <p:sp>
        <p:nvSpPr>
          <p:cNvPr id="128" name="TextBox 127">
            <a:extLst>
              <a:ext uri="{FF2B5EF4-FFF2-40B4-BE49-F238E27FC236}">
                <a16:creationId xmlns:a16="http://schemas.microsoft.com/office/drawing/2014/main" id="{5980A868-300C-4BD9-B23A-6B7937C2DAC7}"/>
              </a:ext>
            </a:extLst>
          </p:cNvPr>
          <p:cNvSpPr txBox="1"/>
          <p:nvPr/>
        </p:nvSpPr>
        <p:spPr>
          <a:xfrm>
            <a:off x="2084221" y="1710566"/>
            <a:ext cx="260044" cy="334125"/>
          </a:xfrm>
          <a:prstGeom prst="rect">
            <a:avLst/>
          </a:prstGeom>
          <a:noFill/>
        </p:spPr>
        <p:txBody>
          <a:bodyPr wrap="none" rtlCol="0">
            <a:spAutoFit/>
          </a:bodyPr>
          <a:lstStyle/>
          <a:p>
            <a:r>
              <a:rPr lang="en-US" dirty="0"/>
              <a:t>y</a:t>
            </a:r>
          </a:p>
        </p:txBody>
      </p:sp>
      <p:sp>
        <p:nvSpPr>
          <p:cNvPr id="129" name="TextBox 128">
            <a:extLst>
              <a:ext uri="{FF2B5EF4-FFF2-40B4-BE49-F238E27FC236}">
                <a16:creationId xmlns:a16="http://schemas.microsoft.com/office/drawing/2014/main" id="{70422B56-C75B-4145-B97F-F6A6C52838B8}"/>
              </a:ext>
            </a:extLst>
          </p:cNvPr>
          <p:cNvSpPr txBox="1"/>
          <p:nvPr/>
        </p:nvSpPr>
        <p:spPr>
          <a:xfrm>
            <a:off x="2084221" y="3354414"/>
            <a:ext cx="260044" cy="334125"/>
          </a:xfrm>
          <a:prstGeom prst="rect">
            <a:avLst/>
          </a:prstGeom>
          <a:noFill/>
        </p:spPr>
        <p:txBody>
          <a:bodyPr wrap="none" rtlCol="0">
            <a:spAutoFit/>
          </a:bodyPr>
          <a:lstStyle/>
          <a:p>
            <a:r>
              <a:rPr lang="en-US" dirty="0"/>
              <a:t>y</a:t>
            </a:r>
          </a:p>
        </p:txBody>
      </p:sp>
      <p:sp>
        <p:nvSpPr>
          <p:cNvPr id="130" name="TextBox 129">
            <a:extLst>
              <a:ext uri="{FF2B5EF4-FFF2-40B4-BE49-F238E27FC236}">
                <a16:creationId xmlns:a16="http://schemas.microsoft.com/office/drawing/2014/main" id="{B04AD870-234E-42D0-AA14-BF5D7A8E3FE7}"/>
              </a:ext>
            </a:extLst>
          </p:cNvPr>
          <p:cNvSpPr txBox="1"/>
          <p:nvPr/>
        </p:nvSpPr>
        <p:spPr>
          <a:xfrm>
            <a:off x="2084221" y="4998263"/>
            <a:ext cx="260044" cy="334125"/>
          </a:xfrm>
          <a:prstGeom prst="rect">
            <a:avLst/>
          </a:prstGeom>
          <a:noFill/>
        </p:spPr>
        <p:txBody>
          <a:bodyPr wrap="none" rtlCol="0">
            <a:spAutoFit/>
          </a:bodyPr>
          <a:lstStyle/>
          <a:p>
            <a:r>
              <a:rPr lang="en-US" dirty="0"/>
              <a:t>y</a:t>
            </a:r>
          </a:p>
        </p:txBody>
      </p:sp>
      <p:sp>
        <p:nvSpPr>
          <p:cNvPr id="132" name="TextBox 131">
            <a:extLst>
              <a:ext uri="{FF2B5EF4-FFF2-40B4-BE49-F238E27FC236}">
                <a16:creationId xmlns:a16="http://schemas.microsoft.com/office/drawing/2014/main" id="{2D02DEF9-CEA7-4113-88AF-AAAB6A433405}"/>
              </a:ext>
            </a:extLst>
          </p:cNvPr>
          <p:cNvSpPr txBox="1"/>
          <p:nvPr/>
        </p:nvSpPr>
        <p:spPr>
          <a:xfrm>
            <a:off x="1754077" y="1270985"/>
            <a:ext cx="362600" cy="369332"/>
          </a:xfrm>
          <a:prstGeom prst="rect">
            <a:avLst/>
          </a:prstGeom>
          <a:noFill/>
        </p:spPr>
        <p:txBody>
          <a:bodyPr wrap="none" rtlCol="0">
            <a:spAutoFit/>
          </a:bodyPr>
          <a:lstStyle/>
          <a:p>
            <a:r>
              <a:rPr lang="en-US" dirty="0"/>
              <a:t>x</a:t>
            </a:r>
            <a:r>
              <a:rPr lang="en-US" baseline="-25000" dirty="0"/>
              <a:t>1</a:t>
            </a:r>
          </a:p>
        </p:txBody>
      </p:sp>
      <p:sp>
        <p:nvSpPr>
          <p:cNvPr id="133" name="TextBox 132">
            <a:extLst>
              <a:ext uri="{FF2B5EF4-FFF2-40B4-BE49-F238E27FC236}">
                <a16:creationId xmlns:a16="http://schemas.microsoft.com/office/drawing/2014/main" id="{ABAF21C4-1FBA-4083-AAE7-DB39FEAD5553}"/>
              </a:ext>
            </a:extLst>
          </p:cNvPr>
          <p:cNvSpPr txBox="1"/>
          <p:nvPr/>
        </p:nvSpPr>
        <p:spPr>
          <a:xfrm>
            <a:off x="1754077" y="2923711"/>
            <a:ext cx="362600" cy="369332"/>
          </a:xfrm>
          <a:prstGeom prst="rect">
            <a:avLst/>
          </a:prstGeom>
          <a:noFill/>
        </p:spPr>
        <p:txBody>
          <a:bodyPr wrap="none" rtlCol="0">
            <a:spAutoFit/>
          </a:bodyPr>
          <a:lstStyle/>
          <a:p>
            <a:r>
              <a:rPr lang="en-US" dirty="0"/>
              <a:t>x</a:t>
            </a:r>
            <a:r>
              <a:rPr lang="en-US" baseline="-25000" dirty="0"/>
              <a:t>1</a:t>
            </a:r>
          </a:p>
        </p:txBody>
      </p:sp>
      <p:sp>
        <p:nvSpPr>
          <p:cNvPr id="134" name="TextBox 133">
            <a:extLst>
              <a:ext uri="{FF2B5EF4-FFF2-40B4-BE49-F238E27FC236}">
                <a16:creationId xmlns:a16="http://schemas.microsoft.com/office/drawing/2014/main" id="{1CD290AF-E7E9-4A87-9705-3324F8D8FDA8}"/>
              </a:ext>
            </a:extLst>
          </p:cNvPr>
          <p:cNvSpPr txBox="1"/>
          <p:nvPr/>
        </p:nvSpPr>
        <p:spPr>
          <a:xfrm>
            <a:off x="1754077" y="4532049"/>
            <a:ext cx="362600" cy="369332"/>
          </a:xfrm>
          <a:prstGeom prst="rect">
            <a:avLst/>
          </a:prstGeom>
          <a:noFill/>
        </p:spPr>
        <p:txBody>
          <a:bodyPr wrap="none" rtlCol="0">
            <a:spAutoFit/>
          </a:bodyPr>
          <a:lstStyle/>
          <a:p>
            <a:r>
              <a:rPr lang="en-US" dirty="0"/>
              <a:t>x</a:t>
            </a:r>
            <a:r>
              <a:rPr lang="en-US" baseline="-25000" dirty="0"/>
              <a:t>1</a:t>
            </a:r>
          </a:p>
        </p:txBody>
      </p:sp>
      <p:sp>
        <p:nvSpPr>
          <p:cNvPr id="135" name="TextBox 134">
            <a:extLst>
              <a:ext uri="{FF2B5EF4-FFF2-40B4-BE49-F238E27FC236}">
                <a16:creationId xmlns:a16="http://schemas.microsoft.com/office/drawing/2014/main" id="{1CC12128-FD20-457F-843A-0D0AE74AB48B}"/>
              </a:ext>
            </a:extLst>
          </p:cNvPr>
          <p:cNvSpPr txBox="1"/>
          <p:nvPr/>
        </p:nvSpPr>
        <p:spPr>
          <a:xfrm>
            <a:off x="1754077" y="6193653"/>
            <a:ext cx="362600" cy="369332"/>
          </a:xfrm>
          <a:prstGeom prst="rect">
            <a:avLst/>
          </a:prstGeom>
          <a:noFill/>
        </p:spPr>
        <p:txBody>
          <a:bodyPr wrap="none" rtlCol="0">
            <a:spAutoFit/>
          </a:bodyPr>
          <a:lstStyle/>
          <a:p>
            <a:r>
              <a:rPr lang="en-US" dirty="0"/>
              <a:t>x</a:t>
            </a:r>
            <a:r>
              <a:rPr lang="en-US" baseline="-25000" dirty="0"/>
              <a:t>1</a:t>
            </a:r>
          </a:p>
        </p:txBody>
      </p:sp>
      <p:sp>
        <p:nvSpPr>
          <p:cNvPr id="136" name="TextBox 135">
            <a:extLst>
              <a:ext uri="{FF2B5EF4-FFF2-40B4-BE49-F238E27FC236}">
                <a16:creationId xmlns:a16="http://schemas.microsoft.com/office/drawing/2014/main" id="{FC0B8598-A1F3-470C-BAA2-5795B6555AAC}"/>
              </a:ext>
            </a:extLst>
          </p:cNvPr>
          <p:cNvSpPr txBox="1"/>
          <p:nvPr/>
        </p:nvSpPr>
        <p:spPr>
          <a:xfrm>
            <a:off x="7792372" y="3225552"/>
            <a:ext cx="362600" cy="369332"/>
          </a:xfrm>
          <a:prstGeom prst="rect">
            <a:avLst/>
          </a:prstGeom>
          <a:noFill/>
        </p:spPr>
        <p:txBody>
          <a:bodyPr wrap="none" rtlCol="0">
            <a:spAutoFit/>
          </a:bodyPr>
          <a:lstStyle/>
          <a:p>
            <a:r>
              <a:rPr lang="en-US" dirty="0"/>
              <a:t>x</a:t>
            </a:r>
            <a:r>
              <a:rPr lang="en-US" baseline="-25000" dirty="0"/>
              <a:t>1</a:t>
            </a:r>
          </a:p>
        </p:txBody>
      </p:sp>
      <p:cxnSp>
        <p:nvCxnSpPr>
          <p:cNvPr id="137" name="Straight Connector 136">
            <a:extLst>
              <a:ext uri="{FF2B5EF4-FFF2-40B4-BE49-F238E27FC236}">
                <a16:creationId xmlns:a16="http://schemas.microsoft.com/office/drawing/2014/main" id="{4DC185B5-5240-4932-A9E7-C7C899C1992A}"/>
              </a:ext>
            </a:extLst>
          </p:cNvPr>
          <p:cNvCxnSpPr>
            <a:cxnSpLocks/>
          </p:cNvCxnSpPr>
          <p:nvPr/>
        </p:nvCxnSpPr>
        <p:spPr>
          <a:xfrm>
            <a:off x="7716173" y="4322682"/>
            <a:ext cx="106384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5" name="Oval 94">
            <a:extLst>
              <a:ext uri="{FF2B5EF4-FFF2-40B4-BE49-F238E27FC236}">
                <a16:creationId xmlns:a16="http://schemas.microsoft.com/office/drawing/2014/main" id="{06CAA1A8-4D44-46C9-A5B4-E5D83007EE55}"/>
              </a:ext>
            </a:extLst>
          </p:cNvPr>
          <p:cNvSpPr/>
          <p:nvPr/>
        </p:nvSpPr>
        <p:spPr>
          <a:xfrm>
            <a:off x="8037247" y="4290875"/>
            <a:ext cx="97655" cy="1065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70918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cstate="print"/>
          <a:srcRect/>
          <a:stretch>
            <a:fillRect/>
          </a:stretch>
        </p:blipFill>
        <p:spPr bwMode="auto">
          <a:xfrm>
            <a:off x="1982000" y="1609248"/>
            <a:ext cx="5075747" cy="4712668"/>
          </a:xfrm>
          <a:prstGeom prst="rect">
            <a:avLst/>
          </a:prstGeom>
          <a:noFill/>
          <a:ln w="9525">
            <a:noFill/>
            <a:miter lim="800000"/>
            <a:headEnd/>
            <a:tailEnd/>
          </a:ln>
          <a:effectLst/>
        </p:spPr>
      </p:pic>
      <p:cxnSp>
        <p:nvCxnSpPr>
          <p:cNvPr id="5" name="Straight Connector 4">
            <a:extLst>
              <a:ext uri="{FF2B5EF4-FFF2-40B4-BE49-F238E27FC236}">
                <a16:creationId xmlns:a16="http://schemas.microsoft.com/office/drawing/2014/main" id="{4BD4FFD9-66EB-4AD1-998C-4D11D9DD5BF6}"/>
              </a:ext>
            </a:extLst>
          </p:cNvPr>
          <p:cNvCxnSpPr>
            <a:cxnSpLocks/>
          </p:cNvCxnSpPr>
          <p:nvPr/>
        </p:nvCxnSpPr>
        <p:spPr>
          <a:xfrm flipV="1">
            <a:off x="2095130" y="1748901"/>
            <a:ext cx="1393794" cy="790113"/>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E87F6BA-E3A7-464B-8E8B-992A81DE3CDA}"/>
              </a:ext>
            </a:extLst>
          </p:cNvPr>
          <p:cNvCxnSpPr>
            <a:cxnSpLocks/>
          </p:cNvCxnSpPr>
          <p:nvPr/>
        </p:nvCxnSpPr>
        <p:spPr>
          <a:xfrm>
            <a:off x="3480047" y="1731146"/>
            <a:ext cx="0" cy="81674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51397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2" cstate="print"/>
          <a:srcRect/>
          <a:stretch>
            <a:fillRect/>
          </a:stretch>
        </p:blipFill>
        <p:spPr bwMode="auto">
          <a:xfrm>
            <a:off x="3035300" y="2403479"/>
            <a:ext cx="3063875" cy="2039937"/>
          </a:xfrm>
          <a:prstGeom prst="rect">
            <a:avLst/>
          </a:prstGeom>
          <a:noFill/>
          <a:ln w="9525">
            <a:noFill/>
            <a:miter lim="800000"/>
            <a:headEnd/>
            <a:tailEnd/>
          </a:ln>
          <a:effectLst/>
        </p:spPr>
      </p:pic>
      <p:sp>
        <p:nvSpPr>
          <p:cNvPr id="2" name="Title 1"/>
          <p:cNvSpPr>
            <a:spLocks noGrp="1"/>
          </p:cNvSpPr>
          <p:nvPr>
            <p:ph type="title"/>
          </p:nvPr>
        </p:nvSpPr>
        <p:spPr/>
        <p:txBody>
          <a:bodyPr/>
          <a:lstStyle/>
          <a:p>
            <a:endParaRPr lang="en-US"/>
          </a:p>
        </p:txBody>
      </p:sp>
      <p:cxnSp>
        <p:nvCxnSpPr>
          <p:cNvPr id="6" name="Straight Connector 5"/>
          <p:cNvCxnSpPr/>
          <p:nvPr/>
        </p:nvCxnSpPr>
        <p:spPr>
          <a:xfrm rot="5400000" flipH="1" flipV="1">
            <a:off x="3038476" y="2852739"/>
            <a:ext cx="1428748" cy="122872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rot="10800000">
            <a:off x="4367214" y="2747964"/>
            <a:ext cx="1652589" cy="144303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89240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Date Placeholder 3"/>
          <p:cNvSpPr>
            <a:spLocks noGrp="1"/>
          </p:cNvSpPr>
          <p:nvPr>
            <p:ph type="dt" sz="quarter" idx="10"/>
          </p:nvPr>
        </p:nvSpPr>
        <p:spPr>
          <a:noFill/>
        </p:spPr>
        <p:txBody>
          <a:bodyPr/>
          <a:lstStyle/>
          <a:p>
            <a:r>
              <a:rPr lang="en-US"/>
              <a:t>Winter 2007</a:t>
            </a:r>
          </a:p>
        </p:txBody>
      </p:sp>
      <p:sp>
        <p:nvSpPr>
          <p:cNvPr id="49155" name="Footer Placeholder 4"/>
          <p:cNvSpPr>
            <a:spLocks noGrp="1"/>
          </p:cNvSpPr>
          <p:nvPr>
            <p:ph type="ftr" sz="quarter" idx="11"/>
          </p:nvPr>
        </p:nvSpPr>
        <p:spPr>
          <a:noFill/>
        </p:spPr>
        <p:txBody>
          <a:bodyPr/>
          <a:lstStyle/>
          <a:p>
            <a:r>
              <a:rPr lang="en-US"/>
              <a:t>R. Todd Lines</a:t>
            </a:r>
          </a:p>
        </p:txBody>
      </p:sp>
      <p:sp>
        <p:nvSpPr>
          <p:cNvPr id="49156" name="Slide Number Placeholder 5"/>
          <p:cNvSpPr>
            <a:spLocks noGrp="1"/>
          </p:cNvSpPr>
          <p:nvPr>
            <p:ph type="sldNum" sz="quarter" idx="12"/>
          </p:nvPr>
        </p:nvSpPr>
        <p:spPr>
          <a:noFill/>
        </p:spPr>
        <p:txBody>
          <a:bodyPr/>
          <a:lstStyle/>
          <a:p>
            <a:fld id="{F49D2939-641E-4F08-8F10-3E88662DB609}" type="slidenum">
              <a:rPr lang="en-US" smtClean="0"/>
              <a:pPr/>
              <a:t>24</a:t>
            </a:fld>
            <a:endParaRPr lang="en-US"/>
          </a:p>
        </p:txBody>
      </p:sp>
      <p:sp>
        <p:nvSpPr>
          <p:cNvPr id="49157" name="Rectangle 2"/>
          <p:cNvSpPr>
            <a:spLocks noGrp="1" noChangeArrowheads="1"/>
          </p:cNvSpPr>
          <p:nvPr>
            <p:ph type="title"/>
          </p:nvPr>
        </p:nvSpPr>
        <p:spPr/>
        <p:txBody>
          <a:bodyPr/>
          <a:lstStyle/>
          <a:p>
            <a:pPr eaLnBrk="1" hangingPunct="1"/>
            <a:r>
              <a:rPr lang="en-US"/>
              <a:t>Sinusoidal Waves</a:t>
            </a:r>
          </a:p>
        </p:txBody>
      </p:sp>
      <p:sp>
        <p:nvSpPr>
          <p:cNvPr id="49158" name="Rectangle 3"/>
          <p:cNvSpPr>
            <a:spLocks noGrp="1" noChangeArrowheads="1"/>
          </p:cNvSpPr>
          <p:nvPr>
            <p:ph type="body" idx="1"/>
          </p:nvPr>
        </p:nvSpPr>
        <p:spPr>
          <a:xfrm>
            <a:off x="442913" y="1427163"/>
            <a:ext cx="4165600" cy="4525962"/>
          </a:xfrm>
        </p:spPr>
        <p:txBody>
          <a:bodyPr/>
          <a:lstStyle/>
          <a:p>
            <a:pPr eaLnBrk="1" hangingPunct="1">
              <a:lnSpc>
                <a:spcPct val="90000"/>
              </a:lnSpc>
            </a:pPr>
            <a:r>
              <a:rPr lang="en-US" sz="2400"/>
              <a:t>A continuous wave can be created by shaking the end of the string in simple harmonic motion</a:t>
            </a:r>
          </a:p>
          <a:p>
            <a:pPr eaLnBrk="1" hangingPunct="1">
              <a:lnSpc>
                <a:spcPct val="90000"/>
              </a:lnSpc>
            </a:pPr>
            <a:r>
              <a:rPr lang="en-US" sz="2400"/>
              <a:t>The shape of the wave is called </a:t>
            </a:r>
            <a:r>
              <a:rPr lang="en-US" sz="2400" b="1"/>
              <a:t>sinusoidal</a:t>
            </a:r>
            <a:r>
              <a:rPr lang="en-US" sz="2400"/>
              <a:t> since the waveform is that of a sine curve</a:t>
            </a:r>
          </a:p>
          <a:p>
            <a:pPr eaLnBrk="1" hangingPunct="1">
              <a:lnSpc>
                <a:spcPct val="90000"/>
              </a:lnSpc>
            </a:pPr>
            <a:r>
              <a:rPr lang="en-US" sz="2400"/>
              <a:t>The shape remains the same but moves</a:t>
            </a:r>
          </a:p>
          <a:p>
            <a:pPr lvl="1" eaLnBrk="1" hangingPunct="1">
              <a:lnSpc>
                <a:spcPct val="90000"/>
              </a:lnSpc>
            </a:pPr>
            <a:r>
              <a:rPr lang="en-US" sz="2000"/>
              <a:t>Toward the right in the text diagrams</a:t>
            </a:r>
          </a:p>
        </p:txBody>
      </p:sp>
      <p:pic>
        <p:nvPicPr>
          <p:cNvPr id="49159" name="Picture 4"/>
          <p:cNvPicPr>
            <a:picLocks noChangeAspect="1" noChangeArrowheads="1"/>
          </p:cNvPicPr>
          <p:nvPr/>
        </p:nvPicPr>
        <p:blipFill>
          <a:blip r:embed="rId2" cstate="print"/>
          <a:srcRect/>
          <a:stretch>
            <a:fillRect/>
          </a:stretch>
        </p:blipFill>
        <p:spPr bwMode="auto">
          <a:xfrm>
            <a:off x="5125156" y="1417638"/>
            <a:ext cx="3662363" cy="2992437"/>
          </a:xfrm>
          <a:prstGeom prst="rect">
            <a:avLst/>
          </a:prstGeom>
          <a:noFill/>
          <a:ln w="9525">
            <a:noFill/>
            <a:miter lim="800000"/>
            <a:headEnd/>
            <a:tailEnd/>
          </a:ln>
        </p:spPr>
      </p:pic>
    </p:spTree>
    <p:extLst>
      <p:ext uri="{BB962C8B-B14F-4D97-AF65-F5344CB8AC3E}">
        <p14:creationId xmlns:p14="http://schemas.microsoft.com/office/powerpoint/2010/main" val="25400878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pPr eaLnBrk="1" hangingPunct="1"/>
            <a:r>
              <a:rPr lang="en-US" dirty="0"/>
              <a:t>Question 223.3.1</a:t>
            </a:r>
          </a:p>
        </p:txBody>
      </p:sp>
      <p:sp>
        <p:nvSpPr>
          <p:cNvPr id="47108" name="Rectangle 3"/>
          <p:cNvSpPr>
            <a:spLocks noGrp="1" noChangeArrowheads="1"/>
          </p:cNvSpPr>
          <p:nvPr>
            <p:ph idx="1"/>
          </p:nvPr>
        </p:nvSpPr>
        <p:spPr/>
        <p:txBody>
          <a:bodyPr/>
          <a:lstStyle/>
          <a:p>
            <a:pPr marL="609600" indent="-609600" eaLnBrk="1" hangingPunct="1">
              <a:buFontTx/>
              <a:buNone/>
            </a:pPr>
            <a:r>
              <a:rPr lang="en-US" dirty="0"/>
              <a:t>What is a crest?</a:t>
            </a:r>
          </a:p>
          <a:p>
            <a:pPr marL="1112838" lvl="1" indent="-533400" eaLnBrk="1" hangingPunct="1">
              <a:buFontTx/>
              <a:buAutoNum type="alphaLcParenR"/>
            </a:pPr>
            <a:r>
              <a:rPr lang="en-US" dirty="0"/>
              <a:t>A toothpaste</a:t>
            </a:r>
          </a:p>
          <a:p>
            <a:pPr marL="1112838" lvl="1" indent="-533400" eaLnBrk="1" hangingPunct="1">
              <a:buFontTx/>
              <a:buAutoNum type="alphaLcParenR"/>
            </a:pPr>
            <a:r>
              <a:rPr lang="en-US" dirty="0"/>
              <a:t>The place a wave crosses the x-axis</a:t>
            </a:r>
          </a:p>
          <a:p>
            <a:pPr marL="1112838" lvl="1" indent="-533400" eaLnBrk="1" hangingPunct="1">
              <a:buFontTx/>
              <a:buAutoNum type="alphaLcParenR"/>
            </a:pPr>
            <a:r>
              <a:rPr lang="en-US" dirty="0"/>
              <a:t>The peak of a wave</a:t>
            </a:r>
          </a:p>
          <a:p>
            <a:pPr marL="1112838" lvl="1" indent="-533400" eaLnBrk="1" hangingPunct="1">
              <a:buFontTx/>
              <a:buAutoNum type="alphaLcParenR"/>
            </a:pPr>
            <a:r>
              <a:rPr lang="en-US" dirty="0"/>
              <a:t>The lowest point in the wave</a:t>
            </a:r>
          </a:p>
        </p:txBody>
      </p:sp>
      <p:sp>
        <p:nvSpPr>
          <p:cNvPr id="47106" name="Slide Number Placeholder 5"/>
          <p:cNvSpPr>
            <a:spLocks noGrp="1"/>
          </p:cNvSpPr>
          <p:nvPr>
            <p:ph type="sldNum" sz="quarter" idx="12"/>
          </p:nvPr>
        </p:nvSpPr>
        <p:spPr>
          <a:noFill/>
        </p:spPr>
        <p:txBody>
          <a:bodyPr/>
          <a:lstStyle/>
          <a:p>
            <a:fld id="{D7D81F2B-99C7-4FA4-B084-E4E2302DE9D9}" type="slidenum">
              <a:rPr lang="en-US" smtClean="0"/>
              <a:pPr/>
              <a:t>25</a:t>
            </a:fld>
            <a:endParaRPr lang="en-US"/>
          </a:p>
        </p:txBody>
      </p:sp>
    </p:spTree>
    <p:extLst>
      <p:ext uri="{BB962C8B-B14F-4D97-AF65-F5344CB8AC3E}">
        <p14:creationId xmlns:p14="http://schemas.microsoft.com/office/powerpoint/2010/main" val="21446369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Date Placeholder 4"/>
          <p:cNvSpPr>
            <a:spLocks noGrp="1"/>
          </p:cNvSpPr>
          <p:nvPr>
            <p:ph type="dt" sz="quarter" idx="10"/>
          </p:nvPr>
        </p:nvSpPr>
        <p:spPr>
          <a:noFill/>
        </p:spPr>
        <p:txBody>
          <a:bodyPr/>
          <a:lstStyle/>
          <a:p>
            <a:r>
              <a:rPr lang="en-US"/>
              <a:t>Winter 2007</a:t>
            </a:r>
          </a:p>
        </p:txBody>
      </p:sp>
      <p:sp>
        <p:nvSpPr>
          <p:cNvPr id="50179" name="Footer Placeholder 5"/>
          <p:cNvSpPr>
            <a:spLocks noGrp="1"/>
          </p:cNvSpPr>
          <p:nvPr>
            <p:ph type="ftr" sz="quarter" idx="11"/>
          </p:nvPr>
        </p:nvSpPr>
        <p:spPr>
          <a:noFill/>
        </p:spPr>
        <p:txBody>
          <a:bodyPr/>
          <a:lstStyle/>
          <a:p>
            <a:r>
              <a:rPr lang="en-US"/>
              <a:t>R. Todd Lines</a:t>
            </a:r>
          </a:p>
        </p:txBody>
      </p:sp>
      <p:sp>
        <p:nvSpPr>
          <p:cNvPr id="50180" name="Slide Number Placeholder 6"/>
          <p:cNvSpPr>
            <a:spLocks noGrp="1"/>
          </p:cNvSpPr>
          <p:nvPr>
            <p:ph type="sldNum" sz="quarter" idx="12"/>
          </p:nvPr>
        </p:nvSpPr>
        <p:spPr>
          <a:noFill/>
        </p:spPr>
        <p:txBody>
          <a:bodyPr/>
          <a:lstStyle/>
          <a:p>
            <a:fld id="{BDCED46C-3496-4F4D-B6B4-CABD5763A9F2}" type="slidenum">
              <a:rPr lang="en-US" smtClean="0"/>
              <a:pPr/>
              <a:t>26</a:t>
            </a:fld>
            <a:endParaRPr lang="en-US"/>
          </a:p>
        </p:txBody>
      </p:sp>
      <p:sp>
        <p:nvSpPr>
          <p:cNvPr id="50181" name="Rectangle 2"/>
          <p:cNvSpPr>
            <a:spLocks noGrp="1" noChangeArrowheads="1"/>
          </p:cNvSpPr>
          <p:nvPr>
            <p:ph type="title"/>
          </p:nvPr>
        </p:nvSpPr>
        <p:spPr/>
        <p:txBody>
          <a:bodyPr/>
          <a:lstStyle/>
          <a:p>
            <a:pPr eaLnBrk="1" hangingPunct="1"/>
            <a:r>
              <a:rPr lang="en-US"/>
              <a:t>Amplitude and Wavelength</a:t>
            </a:r>
          </a:p>
        </p:txBody>
      </p:sp>
      <p:sp>
        <p:nvSpPr>
          <p:cNvPr id="50182" name="Rectangle 3"/>
          <p:cNvSpPr>
            <a:spLocks noGrp="1" noChangeArrowheads="1"/>
          </p:cNvSpPr>
          <p:nvPr>
            <p:ph type="body" sz="half" idx="1"/>
          </p:nvPr>
        </p:nvSpPr>
        <p:spPr>
          <a:xfrm>
            <a:off x="457200" y="1600200"/>
            <a:ext cx="4879975" cy="4525963"/>
          </a:xfrm>
        </p:spPr>
        <p:txBody>
          <a:bodyPr/>
          <a:lstStyle/>
          <a:p>
            <a:pPr eaLnBrk="1" hangingPunct="1"/>
            <a:r>
              <a:rPr lang="en-US" sz="2400"/>
              <a:t>The </a:t>
            </a:r>
            <a:r>
              <a:rPr lang="en-US" sz="2400" b="1"/>
              <a:t>crest</a:t>
            </a:r>
            <a:r>
              <a:rPr lang="en-US" sz="2400"/>
              <a:t> of the wave is the location of the maximum displacement of the element from its normal position</a:t>
            </a:r>
          </a:p>
          <a:p>
            <a:pPr lvl="1" eaLnBrk="1" hangingPunct="1"/>
            <a:r>
              <a:rPr lang="en-US" sz="2000"/>
              <a:t>This distance is called the </a:t>
            </a:r>
            <a:r>
              <a:rPr lang="en-US" sz="2000" b="1"/>
              <a:t>amplitude</a:t>
            </a:r>
            <a:r>
              <a:rPr lang="en-US" sz="2000"/>
              <a:t>, </a:t>
            </a:r>
            <a:r>
              <a:rPr lang="en-US" sz="2000" i="1"/>
              <a:t>A</a:t>
            </a:r>
          </a:p>
          <a:p>
            <a:pPr lvl="1" eaLnBrk="1" hangingPunct="1"/>
            <a:r>
              <a:rPr lang="en-US" sz="2000"/>
              <a:t>The point at the negative amplitude is called the </a:t>
            </a:r>
            <a:r>
              <a:rPr lang="en-US" sz="2000" b="1"/>
              <a:t>trough</a:t>
            </a:r>
            <a:endParaRPr lang="en-US" sz="2000"/>
          </a:p>
          <a:p>
            <a:pPr eaLnBrk="1" hangingPunct="1"/>
            <a:r>
              <a:rPr lang="en-US" sz="2400"/>
              <a:t>The </a:t>
            </a:r>
            <a:r>
              <a:rPr lang="en-US" sz="2400" b="1"/>
              <a:t>wavelength</a:t>
            </a:r>
            <a:r>
              <a:rPr lang="en-US" sz="2400"/>
              <a:t>, </a:t>
            </a:r>
            <a:r>
              <a:rPr lang="en-US" sz="2400" i="1">
                <a:latin typeface="Symbol" pitchFamily="18" charset="2"/>
              </a:rPr>
              <a:t>l</a:t>
            </a:r>
            <a:r>
              <a:rPr lang="en-US" sz="2400"/>
              <a:t>, is the distance from one crest to the next</a:t>
            </a:r>
          </a:p>
        </p:txBody>
      </p:sp>
      <p:sp>
        <p:nvSpPr>
          <p:cNvPr id="9" name="ClipArt Placeholder 8"/>
          <p:cNvSpPr>
            <a:spLocks noGrp="1"/>
          </p:cNvSpPr>
          <p:nvPr>
            <p:ph type="clipArt" sz="half" idx="2"/>
          </p:nvPr>
        </p:nvSpPr>
        <p:spPr/>
        <p:txBody>
          <a:bodyPr/>
          <a:lstStyle/>
          <a:p>
            <a:endParaRPr lang="en-US"/>
          </a:p>
        </p:txBody>
      </p:sp>
    </p:spTree>
    <p:extLst>
      <p:ext uri="{BB962C8B-B14F-4D97-AF65-F5344CB8AC3E}">
        <p14:creationId xmlns:p14="http://schemas.microsoft.com/office/powerpoint/2010/main" val="26141114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sz="half" idx="1"/>
          </p:nvPr>
        </p:nvSpPr>
        <p:spPr/>
        <p:txBody>
          <a:bodyPr/>
          <a:lstStyle/>
          <a:p>
            <a:endParaRPr lang="en-US"/>
          </a:p>
        </p:txBody>
      </p:sp>
      <p:sp>
        <p:nvSpPr>
          <p:cNvPr id="4" name="ClipArt Placeholder 3"/>
          <p:cNvSpPr>
            <a:spLocks noGrp="1"/>
          </p:cNvSpPr>
          <p:nvPr>
            <p:ph type="clipArt" sz="half" idx="2"/>
          </p:nvPr>
        </p:nvSpPr>
        <p:spPr/>
        <p:txBody>
          <a:bodyPr/>
          <a:lstStyle/>
          <a:p>
            <a:endParaRPr lang="en-US"/>
          </a:p>
        </p:txBody>
      </p:sp>
      <p:pic>
        <p:nvPicPr>
          <p:cNvPr id="327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4039"/>
            <a:ext cx="3873500" cy="6833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337805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Date Placeholder 3"/>
          <p:cNvSpPr>
            <a:spLocks noGrp="1"/>
          </p:cNvSpPr>
          <p:nvPr>
            <p:ph type="dt" sz="quarter" idx="10"/>
          </p:nvPr>
        </p:nvSpPr>
        <p:spPr>
          <a:noFill/>
        </p:spPr>
        <p:txBody>
          <a:bodyPr/>
          <a:lstStyle/>
          <a:p>
            <a:r>
              <a:rPr lang="en-US"/>
              <a:t>Winter 2007</a:t>
            </a:r>
          </a:p>
        </p:txBody>
      </p:sp>
      <p:sp>
        <p:nvSpPr>
          <p:cNvPr id="51203" name="Footer Placeholder 4"/>
          <p:cNvSpPr>
            <a:spLocks noGrp="1"/>
          </p:cNvSpPr>
          <p:nvPr>
            <p:ph type="ftr" sz="quarter" idx="11"/>
          </p:nvPr>
        </p:nvSpPr>
        <p:spPr>
          <a:noFill/>
        </p:spPr>
        <p:txBody>
          <a:bodyPr/>
          <a:lstStyle/>
          <a:p>
            <a:r>
              <a:rPr lang="en-US"/>
              <a:t>R. Todd Lines</a:t>
            </a:r>
          </a:p>
        </p:txBody>
      </p:sp>
      <p:sp>
        <p:nvSpPr>
          <p:cNvPr id="51204" name="Slide Number Placeholder 5"/>
          <p:cNvSpPr>
            <a:spLocks noGrp="1"/>
          </p:cNvSpPr>
          <p:nvPr>
            <p:ph type="sldNum" sz="quarter" idx="12"/>
          </p:nvPr>
        </p:nvSpPr>
        <p:spPr>
          <a:noFill/>
        </p:spPr>
        <p:txBody>
          <a:bodyPr/>
          <a:lstStyle/>
          <a:p>
            <a:fld id="{0CE0B612-0B94-463A-9AD6-D3899DCBBD70}" type="slidenum">
              <a:rPr lang="en-US" smtClean="0"/>
              <a:pPr/>
              <a:t>28</a:t>
            </a:fld>
            <a:endParaRPr lang="en-US"/>
          </a:p>
        </p:txBody>
      </p:sp>
      <p:sp>
        <p:nvSpPr>
          <p:cNvPr id="51205" name="Rectangle 2"/>
          <p:cNvSpPr>
            <a:spLocks noGrp="1" noChangeArrowheads="1"/>
          </p:cNvSpPr>
          <p:nvPr>
            <p:ph type="title"/>
          </p:nvPr>
        </p:nvSpPr>
        <p:spPr/>
        <p:txBody>
          <a:bodyPr/>
          <a:lstStyle/>
          <a:p>
            <a:pPr eaLnBrk="1" hangingPunct="1"/>
            <a:r>
              <a:rPr lang="en-US"/>
              <a:t>Wavelength and Period</a:t>
            </a:r>
          </a:p>
        </p:txBody>
      </p:sp>
      <p:sp>
        <p:nvSpPr>
          <p:cNvPr id="51206" name="Rectangle 3"/>
          <p:cNvSpPr>
            <a:spLocks noGrp="1" noChangeArrowheads="1"/>
          </p:cNvSpPr>
          <p:nvPr>
            <p:ph type="body" idx="1"/>
          </p:nvPr>
        </p:nvSpPr>
        <p:spPr/>
        <p:txBody>
          <a:bodyPr/>
          <a:lstStyle/>
          <a:p>
            <a:pPr eaLnBrk="1" hangingPunct="1">
              <a:lnSpc>
                <a:spcPct val="90000"/>
              </a:lnSpc>
            </a:pPr>
            <a:r>
              <a:rPr lang="en-US"/>
              <a:t>More generally, the </a:t>
            </a:r>
            <a:r>
              <a:rPr lang="en-US" b="1"/>
              <a:t>wavelength</a:t>
            </a:r>
            <a:r>
              <a:rPr lang="en-US"/>
              <a:t> is the minimum distance between any two identical points on adjacent waves</a:t>
            </a:r>
          </a:p>
          <a:p>
            <a:pPr eaLnBrk="1" hangingPunct="1">
              <a:lnSpc>
                <a:spcPct val="90000"/>
              </a:lnSpc>
            </a:pPr>
            <a:r>
              <a:rPr lang="en-US"/>
              <a:t>The </a:t>
            </a:r>
            <a:r>
              <a:rPr lang="en-US" b="1"/>
              <a:t>period</a:t>
            </a:r>
            <a:r>
              <a:rPr lang="en-US" i="1"/>
              <a:t>,</a:t>
            </a:r>
            <a:r>
              <a:rPr lang="en-US" b="1" i="1"/>
              <a:t> </a:t>
            </a:r>
            <a:r>
              <a:rPr lang="en-US" i="1"/>
              <a:t>T ,</a:t>
            </a:r>
            <a:r>
              <a:rPr lang="en-US"/>
              <a:t> is the time interval required for two identical points of adjacent waves to pass by a point</a:t>
            </a:r>
          </a:p>
          <a:p>
            <a:pPr lvl="1" eaLnBrk="1" hangingPunct="1">
              <a:lnSpc>
                <a:spcPct val="90000"/>
              </a:lnSpc>
            </a:pPr>
            <a:r>
              <a:rPr lang="en-US"/>
              <a:t>The period of the wave is the same as the period of the simple harmonic oscillation of one element of the medium</a:t>
            </a:r>
          </a:p>
        </p:txBody>
      </p:sp>
    </p:spTree>
    <p:extLst>
      <p:ext uri="{BB962C8B-B14F-4D97-AF65-F5344CB8AC3E}">
        <p14:creationId xmlns:p14="http://schemas.microsoft.com/office/powerpoint/2010/main" val="27105268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Date Placeholder 3"/>
          <p:cNvSpPr>
            <a:spLocks noGrp="1"/>
          </p:cNvSpPr>
          <p:nvPr>
            <p:ph type="dt" sz="quarter" idx="10"/>
          </p:nvPr>
        </p:nvSpPr>
        <p:spPr>
          <a:noFill/>
        </p:spPr>
        <p:txBody>
          <a:bodyPr/>
          <a:lstStyle/>
          <a:p>
            <a:r>
              <a:rPr lang="en-US"/>
              <a:t>Winter 2007</a:t>
            </a:r>
          </a:p>
        </p:txBody>
      </p:sp>
      <p:sp>
        <p:nvSpPr>
          <p:cNvPr id="52227" name="Footer Placeholder 4"/>
          <p:cNvSpPr>
            <a:spLocks noGrp="1"/>
          </p:cNvSpPr>
          <p:nvPr>
            <p:ph type="ftr" sz="quarter" idx="11"/>
          </p:nvPr>
        </p:nvSpPr>
        <p:spPr>
          <a:noFill/>
        </p:spPr>
        <p:txBody>
          <a:bodyPr/>
          <a:lstStyle/>
          <a:p>
            <a:r>
              <a:rPr lang="en-US"/>
              <a:t>R. Todd Lines</a:t>
            </a:r>
          </a:p>
        </p:txBody>
      </p:sp>
      <p:sp>
        <p:nvSpPr>
          <p:cNvPr id="52228" name="Slide Number Placeholder 5"/>
          <p:cNvSpPr>
            <a:spLocks noGrp="1"/>
          </p:cNvSpPr>
          <p:nvPr>
            <p:ph type="sldNum" sz="quarter" idx="12"/>
          </p:nvPr>
        </p:nvSpPr>
        <p:spPr>
          <a:noFill/>
        </p:spPr>
        <p:txBody>
          <a:bodyPr/>
          <a:lstStyle/>
          <a:p>
            <a:fld id="{7756F50B-7866-470A-8715-38CA1645C162}" type="slidenum">
              <a:rPr lang="en-US" smtClean="0"/>
              <a:pPr/>
              <a:t>29</a:t>
            </a:fld>
            <a:endParaRPr lang="en-US"/>
          </a:p>
        </p:txBody>
      </p:sp>
      <p:sp>
        <p:nvSpPr>
          <p:cNvPr id="52229" name="Rectangle 2"/>
          <p:cNvSpPr>
            <a:spLocks noGrp="1" noChangeArrowheads="1"/>
          </p:cNvSpPr>
          <p:nvPr>
            <p:ph type="title"/>
          </p:nvPr>
        </p:nvSpPr>
        <p:spPr/>
        <p:txBody>
          <a:bodyPr/>
          <a:lstStyle/>
          <a:p>
            <a:pPr eaLnBrk="1" hangingPunct="1"/>
            <a:r>
              <a:rPr lang="en-US"/>
              <a:t>Frequency</a:t>
            </a:r>
          </a:p>
        </p:txBody>
      </p:sp>
      <p:sp>
        <p:nvSpPr>
          <p:cNvPr id="52230" name="Rectangle 3"/>
          <p:cNvSpPr>
            <a:spLocks noGrp="1" noChangeArrowheads="1"/>
          </p:cNvSpPr>
          <p:nvPr>
            <p:ph type="body" idx="1"/>
          </p:nvPr>
        </p:nvSpPr>
        <p:spPr>
          <a:xfrm>
            <a:off x="457200" y="1600200"/>
            <a:ext cx="4267200" cy="4525963"/>
          </a:xfrm>
        </p:spPr>
        <p:txBody>
          <a:bodyPr/>
          <a:lstStyle/>
          <a:p>
            <a:pPr eaLnBrk="1" hangingPunct="1">
              <a:lnSpc>
                <a:spcPct val="80000"/>
              </a:lnSpc>
            </a:pPr>
            <a:r>
              <a:rPr lang="en-US" sz="2800"/>
              <a:t>The </a:t>
            </a:r>
            <a:r>
              <a:rPr lang="en-US" sz="2800" b="1"/>
              <a:t>frequency</a:t>
            </a:r>
            <a:r>
              <a:rPr lang="en-US" sz="2800"/>
              <a:t>, ƒ, is the number of crests (or any point on the wave) that pass a given point in a unit time interval</a:t>
            </a:r>
          </a:p>
          <a:p>
            <a:pPr lvl="1" eaLnBrk="1" hangingPunct="1">
              <a:lnSpc>
                <a:spcPct val="80000"/>
              </a:lnSpc>
            </a:pPr>
            <a:r>
              <a:rPr lang="en-US" sz="2400"/>
              <a:t>The time interval is most commonly the second</a:t>
            </a:r>
          </a:p>
          <a:p>
            <a:pPr lvl="1" eaLnBrk="1" hangingPunct="1">
              <a:lnSpc>
                <a:spcPct val="80000"/>
              </a:lnSpc>
            </a:pPr>
            <a:r>
              <a:rPr lang="en-US" sz="2400"/>
              <a:t>The frequency of the wave is the same as the frequency of the simple harmonic motion of one element of the medium</a:t>
            </a:r>
          </a:p>
        </p:txBody>
      </p:sp>
      <p:pic>
        <p:nvPicPr>
          <p:cNvPr id="5" name="Picture 4">
            <a:extLst>
              <a:ext uri="{FF2B5EF4-FFF2-40B4-BE49-F238E27FC236}">
                <a16:creationId xmlns:a16="http://schemas.microsoft.com/office/drawing/2014/main" id="{8001DD01-72A3-0AAC-F515-5EB673183406}"/>
              </a:ext>
            </a:extLst>
          </p:cNvPr>
          <p:cNvPicPr>
            <a:picLocks noChangeAspect="1"/>
          </p:cNvPicPr>
          <p:nvPr/>
        </p:nvPicPr>
        <p:blipFill>
          <a:blip r:embed="rId2"/>
          <a:stretch>
            <a:fillRect/>
          </a:stretch>
        </p:blipFill>
        <p:spPr>
          <a:xfrm>
            <a:off x="4810125" y="1600200"/>
            <a:ext cx="3486150" cy="2314575"/>
          </a:xfrm>
          <a:prstGeom prst="rect">
            <a:avLst/>
          </a:prstGeom>
        </p:spPr>
      </p:pic>
      <p:sp>
        <p:nvSpPr>
          <p:cNvPr id="2" name="TextBox 1">
            <a:extLst>
              <a:ext uri="{FF2B5EF4-FFF2-40B4-BE49-F238E27FC236}">
                <a16:creationId xmlns:a16="http://schemas.microsoft.com/office/drawing/2014/main" id="{42E748ED-C778-24F2-890D-4B780881579A}"/>
              </a:ext>
            </a:extLst>
          </p:cNvPr>
          <p:cNvSpPr txBox="1"/>
          <p:nvPr/>
        </p:nvSpPr>
        <p:spPr>
          <a:xfrm>
            <a:off x="7936089" y="3048379"/>
            <a:ext cx="261610" cy="369332"/>
          </a:xfrm>
          <a:prstGeom prst="rect">
            <a:avLst/>
          </a:prstGeom>
          <a:solidFill>
            <a:schemeClr val="bg1"/>
          </a:solidFill>
        </p:spPr>
        <p:txBody>
          <a:bodyPr wrap="none" rtlCol="0">
            <a:spAutoFit/>
          </a:bodyPr>
          <a:lstStyle/>
          <a:p>
            <a:r>
              <a:rPr lang="en-US" dirty="0"/>
              <a:t>t</a:t>
            </a:r>
          </a:p>
        </p:txBody>
      </p:sp>
    </p:spTree>
    <p:extLst>
      <p:ext uri="{BB962C8B-B14F-4D97-AF65-F5344CB8AC3E}">
        <p14:creationId xmlns:p14="http://schemas.microsoft.com/office/powerpoint/2010/main" val="22248835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Date Placeholder 3"/>
          <p:cNvSpPr>
            <a:spLocks noGrp="1"/>
          </p:cNvSpPr>
          <p:nvPr>
            <p:ph type="dt" sz="quarter" idx="10"/>
          </p:nvPr>
        </p:nvSpPr>
        <p:spPr>
          <a:noFill/>
        </p:spPr>
        <p:txBody>
          <a:bodyPr/>
          <a:lstStyle/>
          <a:p>
            <a:r>
              <a:rPr lang="en-US"/>
              <a:t>Winter 2007</a:t>
            </a:r>
          </a:p>
        </p:txBody>
      </p:sp>
      <p:sp>
        <p:nvSpPr>
          <p:cNvPr id="53251" name="Footer Placeholder 4"/>
          <p:cNvSpPr>
            <a:spLocks noGrp="1"/>
          </p:cNvSpPr>
          <p:nvPr>
            <p:ph type="ftr" sz="quarter" idx="11"/>
          </p:nvPr>
        </p:nvSpPr>
        <p:spPr>
          <a:noFill/>
        </p:spPr>
        <p:txBody>
          <a:bodyPr/>
          <a:lstStyle/>
          <a:p>
            <a:r>
              <a:rPr lang="en-US"/>
              <a:t>R. Todd Lines</a:t>
            </a:r>
          </a:p>
        </p:txBody>
      </p:sp>
      <p:sp>
        <p:nvSpPr>
          <p:cNvPr id="53252" name="Slide Number Placeholder 5"/>
          <p:cNvSpPr>
            <a:spLocks noGrp="1"/>
          </p:cNvSpPr>
          <p:nvPr>
            <p:ph type="sldNum" sz="quarter" idx="12"/>
          </p:nvPr>
        </p:nvSpPr>
        <p:spPr>
          <a:noFill/>
        </p:spPr>
        <p:txBody>
          <a:bodyPr/>
          <a:lstStyle/>
          <a:p>
            <a:fld id="{003D31FD-9B7F-4D94-878A-4AD12AC2E9A2}" type="slidenum">
              <a:rPr lang="en-US" smtClean="0"/>
              <a:pPr/>
              <a:t>30</a:t>
            </a:fld>
            <a:endParaRPr lang="en-US"/>
          </a:p>
        </p:txBody>
      </p:sp>
      <p:sp>
        <p:nvSpPr>
          <p:cNvPr id="53253" name="Rectangle 2"/>
          <p:cNvSpPr>
            <a:spLocks noGrp="1" noChangeArrowheads="1"/>
          </p:cNvSpPr>
          <p:nvPr>
            <p:ph type="title"/>
          </p:nvPr>
        </p:nvSpPr>
        <p:spPr/>
        <p:txBody>
          <a:bodyPr/>
          <a:lstStyle/>
          <a:p>
            <a:pPr eaLnBrk="1" hangingPunct="1"/>
            <a:r>
              <a:rPr lang="en-US"/>
              <a:t>Frequency, cont</a:t>
            </a:r>
          </a:p>
        </p:txBody>
      </p:sp>
      <p:sp>
        <p:nvSpPr>
          <p:cNvPr id="53254" name="Rectangle 3"/>
          <p:cNvSpPr>
            <a:spLocks noGrp="1" noChangeArrowheads="1"/>
          </p:cNvSpPr>
          <p:nvPr>
            <p:ph type="body" idx="1"/>
          </p:nvPr>
        </p:nvSpPr>
        <p:spPr/>
        <p:txBody>
          <a:bodyPr/>
          <a:lstStyle/>
          <a:p>
            <a:pPr eaLnBrk="1" hangingPunct="1"/>
            <a:r>
              <a:rPr lang="en-US"/>
              <a:t>The frequency and the period are related</a:t>
            </a:r>
          </a:p>
          <a:p>
            <a:pPr eaLnBrk="1" hangingPunct="1"/>
            <a:endParaRPr lang="en-US"/>
          </a:p>
          <a:p>
            <a:pPr eaLnBrk="1" hangingPunct="1"/>
            <a:endParaRPr lang="en-US"/>
          </a:p>
          <a:p>
            <a:pPr eaLnBrk="1" hangingPunct="1"/>
            <a:r>
              <a:rPr lang="en-US"/>
              <a:t>When the time interval is the second, the units of frequency are s</a:t>
            </a:r>
            <a:r>
              <a:rPr lang="en-US" baseline="30000"/>
              <a:t>-1</a:t>
            </a:r>
            <a:r>
              <a:rPr lang="en-US"/>
              <a:t> = Hz</a:t>
            </a:r>
          </a:p>
          <a:p>
            <a:pPr lvl="1" eaLnBrk="1" hangingPunct="1"/>
            <a:r>
              <a:rPr lang="en-US"/>
              <a:t>Hz is a hertz</a:t>
            </a:r>
          </a:p>
        </p:txBody>
      </p:sp>
      <p:pic>
        <p:nvPicPr>
          <p:cNvPr id="53255" name="Picture 4"/>
          <p:cNvPicPr>
            <a:picLocks noChangeAspect="1" noChangeArrowheads="1"/>
          </p:cNvPicPr>
          <p:nvPr/>
        </p:nvPicPr>
        <p:blipFill>
          <a:blip r:embed="rId2" cstate="print"/>
          <a:srcRect/>
          <a:stretch>
            <a:fillRect/>
          </a:stretch>
        </p:blipFill>
        <p:spPr bwMode="auto">
          <a:xfrm>
            <a:off x="4351338" y="2206625"/>
            <a:ext cx="1176337" cy="1049338"/>
          </a:xfrm>
          <a:prstGeom prst="rect">
            <a:avLst/>
          </a:prstGeom>
          <a:noFill/>
          <a:ln w="9525">
            <a:noFill/>
            <a:miter lim="800000"/>
            <a:headEnd/>
            <a:tailEnd/>
          </a:ln>
        </p:spPr>
      </p:pic>
    </p:spTree>
    <p:extLst>
      <p:ext uri="{BB962C8B-B14F-4D97-AF65-F5344CB8AC3E}">
        <p14:creationId xmlns:p14="http://schemas.microsoft.com/office/powerpoint/2010/main" val="23728728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4"/>
          <p:cNvPicPr>
            <a:picLocks noChangeAspect="1" noChangeArrowheads="1"/>
          </p:cNvPicPr>
          <p:nvPr/>
        </p:nvPicPr>
        <p:blipFill>
          <a:blip r:embed="rId2" cstate="print"/>
          <a:srcRect/>
          <a:stretch>
            <a:fillRect/>
          </a:stretch>
        </p:blipFill>
        <p:spPr bwMode="auto">
          <a:xfrm>
            <a:off x="736601" y="1011238"/>
            <a:ext cx="7323138" cy="4848369"/>
          </a:xfrm>
          <a:prstGeom prst="rect">
            <a:avLst/>
          </a:prstGeom>
          <a:noFill/>
          <a:ln w="9525">
            <a:noFill/>
            <a:miter lim="800000"/>
            <a:headEnd/>
            <a:tailEnd/>
          </a:ln>
        </p:spPr>
      </p:pic>
    </p:spTree>
    <p:extLst>
      <p:ext uri="{BB962C8B-B14F-4D97-AF65-F5344CB8AC3E}">
        <p14:creationId xmlns:p14="http://schemas.microsoft.com/office/powerpoint/2010/main" val="15736205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4" name="Picture 5"/>
          <p:cNvPicPr>
            <a:picLocks noChangeAspect="1" noChangeArrowheads="1"/>
          </p:cNvPicPr>
          <p:nvPr/>
        </p:nvPicPr>
        <p:blipFill>
          <a:blip r:embed="rId2" cstate="print"/>
          <a:srcRect/>
          <a:stretch>
            <a:fillRect/>
          </a:stretch>
        </p:blipFill>
        <p:spPr bwMode="auto">
          <a:xfrm>
            <a:off x="396875" y="419099"/>
            <a:ext cx="8074025" cy="6273883"/>
          </a:xfrm>
          <a:prstGeom prst="rect">
            <a:avLst/>
          </a:prstGeom>
          <a:noFill/>
          <a:ln w="9525">
            <a:noFill/>
            <a:miter lim="800000"/>
            <a:headEnd/>
            <a:tailEnd/>
          </a:ln>
        </p:spPr>
      </p:pic>
    </p:spTree>
    <p:extLst>
      <p:ext uri="{BB962C8B-B14F-4D97-AF65-F5344CB8AC3E}">
        <p14:creationId xmlns:p14="http://schemas.microsoft.com/office/powerpoint/2010/main" val="25340859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223.3.4</a:t>
            </a:r>
          </a:p>
        </p:txBody>
      </p:sp>
      <p:sp>
        <p:nvSpPr>
          <p:cNvPr id="3" name="Content Placeholder 2"/>
          <p:cNvSpPr>
            <a:spLocks noGrp="1"/>
          </p:cNvSpPr>
          <p:nvPr>
            <p:ph idx="1"/>
          </p:nvPr>
        </p:nvSpPr>
        <p:spPr/>
        <p:txBody>
          <a:bodyPr/>
          <a:lstStyle/>
          <a:p>
            <a:pPr>
              <a:buNone/>
            </a:pPr>
            <a:r>
              <a:rPr lang="en-US" dirty="0"/>
              <a:t>We know that frequency and period are inversely related. If the frequency is 0.2Hz what is the period?</a:t>
            </a:r>
          </a:p>
          <a:p>
            <a:pPr marL="514350" indent="-514350">
              <a:buFont typeface="+mj-lt"/>
              <a:buAutoNum type="alphaLcParenR"/>
            </a:pPr>
            <a:r>
              <a:rPr lang="en-US" dirty="0"/>
              <a:t>20 sec</a:t>
            </a:r>
          </a:p>
          <a:p>
            <a:pPr marL="514350" indent="-514350">
              <a:buFont typeface="+mj-lt"/>
              <a:buAutoNum type="alphaLcParenR"/>
            </a:pPr>
            <a:r>
              <a:rPr lang="en-US" dirty="0"/>
              <a:t>5 sec</a:t>
            </a:r>
          </a:p>
          <a:p>
            <a:pPr marL="514350" indent="-514350">
              <a:buFont typeface="+mj-lt"/>
              <a:buAutoNum type="alphaLcParenR"/>
            </a:pPr>
            <a:r>
              <a:rPr lang="en-US" dirty="0"/>
              <a:t>2 sec</a:t>
            </a:r>
          </a:p>
          <a:p>
            <a:pPr marL="514350" indent="-514350">
              <a:buFont typeface="+mj-lt"/>
              <a:buAutoNum type="alphaLcParenR"/>
            </a:pPr>
            <a:r>
              <a:rPr lang="en-US" dirty="0"/>
              <a:t>1 sec</a:t>
            </a:r>
          </a:p>
          <a:p>
            <a:pPr marL="514350" indent="-514350">
              <a:buFont typeface="+mj-lt"/>
              <a:buAutoNum type="alphaLcParenR"/>
            </a:pPr>
            <a:endParaRPr lang="en-US" dirty="0"/>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33</a:t>
            </a:fld>
            <a:endParaRPr lang="en-US"/>
          </a:p>
        </p:txBody>
      </p:sp>
    </p:spTree>
    <p:extLst>
      <p:ext uri="{BB962C8B-B14F-4D97-AF65-F5344CB8AC3E}">
        <p14:creationId xmlns:p14="http://schemas.microsoft.com/office/powerpoint/2010/main" val="20330355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223.3.5</a:t>
            </a:r>
          </a:p>
        </p:txBody>
      </p:sp>
      <p:sp>
        <p:nvSpPr>
          <p:cNvPr id="3" name="Content Placeholder 2"/>
          <p:cNvSpPr>
            <a:spLocks noGrp="1"/>
          </p:cNvSpPr>
          <p:nvPr>
            <p:ph idx="1"/>
          </p:nvPr>
        </p:nvSpPr>
        <p:spPr>
          <a:xfrm>
            <a:off x="457200" y="1287379"/>
            <a:ext cx="8229600" cy="4525963"/>
          </a:xfrm>
        </p:spPr>
        <p:txBody>
          <a:bodyPr>
            <a:normAutofit fontScale="92500" lnSpcReduction="10000"/>
          </a:bodyPr>
          <a:lstStyle/>
          <a:p>
            <a:pPr>
              <a:buNone/>
            </a:pPr>
            <a:r>
              <a:rPr lang="en-US" sz="2800" dirty="0"/>
              <a:t>When we talk about the period of a sinusoidal wave, what do we mean?</a:t>
            </a:r>
          </a:p>
          <a:p>
            <a:pPr marL="514350" indent="-514350">
              <a:buFont typeface="+mj-lt"/>
              <a:buAutoNum type="alphaLcParenR"/>
            </a:pPr>
            <a:r>
              <a:rPr lang="en-US" sz="2800" dirty="0"/>
              <a:t>Considering the snapshot view, it is the distance between wave crests</a:t>
            </a:r>
          </a:p>
          <a:p>
            <a:pPr marL="514350" indent="-514350">
              <a:buFont typeface="+mj-lt"/>
              <a:buAutoNum type="alphaLcParenR"/>
            </a:pPr>
            <a:r>
              <a:rPr lang="en-US" sz="2800" dirty="0"/>
              <a:t>Considering the history graph view (video camera view), it is the period of oscillation of a single medium element.</a:t>
            </a:r>
          </a:p>
          <a:p>
            <a:pPr marL="514350" indent="-514350">
              <a:buFont typeface="+mj-lt"/>
              <a:buAutoNum type="alphaLcParenR"/>
            </a:pPr>
            <a:r>
              <a:rPr lang="en-US" sz="2800" dirty="0"/>
              <a:t>Considering the snapshot view, it is the distance in maximum displacement between to medium points</a:t>
            </a:r>
          </a:p>
          <a:p>
            <a:pPr marL="514350" indent="-514350">
              <a:buFont typeface="+mj-lt"/>
              <a:buAutoNum type="alphaLcParenR"/>
            </a:pPr>
            <a:r>
              <a:rPr lang="en-US" sz="2800" dirty="0"/>
              <a:t>Considering the  history graph view, it is the distance between two wave crests.</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34</a:t>
            </a:fld>
            <a:endParaRPr lang="en-US"/>
          </a:p>
        </p:txBody>
      </p:sp>
    </p:spTree>
    <p:extLst>
      <p:ext uri="{BB962C8B-B14F-4D97-AF65-F5344CB8AC3E}">
        <p14:creationId xmlns:p14="http://schemas.microsoft.com/office/powerpoint/2010/main" val="22756190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223.3.6</a:t>
            </a:r>
          </a:p>
        </p:txBody>
      </p:sp>
      <p:sp>
        <p:nvSpPr>
          <p:cNvPr id="3" name="Content Placeholder 2"/>
          <p:cNvSpPr>
            <a:spLocks noGrp="1"/>
          </p:cNvSpPr>
          <p:nvPr>
            <p:ph idx="1"/>
          </p:nvPr>
        </p:nvSpPr>
        <p:spPr>
          <a:xfrm>
            <a:off x="457200" y="1287379"/>
            <a:ext cx="8229600" cy="4525963"/>
          </a:xfrm>
        </p:spPr>
        <p:txBody>
          <a:bodyPr>
            <a:normAutofit fontScale="92500" lnSpcReduction="10000"/>
          </a:bodyPr>
          <a:lstStyle/>
          <a:p>
            <a:pPr>
              <a:buNone/>
            </a:pPr>
            <a:r>
              <a:rPr lang="en-US" sz="2800" dirty="0"/>
              <a:t>When we talk about the wavelength of a sinusoidal wave, what do we mean?</a:t>
            </a:r>
          </a:p>
          <a:p>
            <a:pPr marL="514350" indent="-514350">
              <a:buFont typeface="+mj-lt"/>
              <a:buAutoNum type="alphaLcParenR"/>
            </a:pPr>
            <a:r>
              <a:rPr lang="en-US" sz="2800" dirty="0"/>
              <a:t>Considering the snapshot view, it is the distance between wave crests</a:t>
            </a:r>
          </a:p>
          <a:p>
            <a:pPr marL="514350" indent="-514350">
              <a:buFont typeface="+mj-lt"/>
              <a:buAutoNum type="alphaLcParenR"/>
            </a:pPr>
            <a:r>
              <a:rPr lang="en-US" sz="2800" dirty="0"/>
              <a:t>Considering the history graph view (video camera view), it is the period of oscillation of a single medium element.</a:t>
            </a:r>
          </a:p>
          <a:p>
            <a:pPr marL="514350" indent="-514350">
              <a:buFont typeface="+mj-lt"/>
              <a:buAutoNum type="alphaLcParenR"/>
            </a:pPr>
            <a:r>
              <a:rPr lang="en-US" sz="2800" dirty="0"/>
              <a:t>Considering the snapshot view, it is the distance in maximum displacement between to medium points</a:t>
            </a:r>
          </a:p>
          <a:p>
            <a:pPr marL="514350" indent="-514350">
              <a:buFont typeface="+mj-lt"/>
              <a:buAutoNum type="alphaLcParenR"/>
            </a:pPr>
            <a:r>
              <a:rPr lang="en-US" sz="2800" dirty="0"/>
              <a:t>Considering the  history graph view, it is the distance between two wave crests.</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35</a:t>
            </a:fld>
            <a:endParaRPr lang="en-US"/>
          </a:p>
        </p:txBody>
      </p:sp>
    </p:spTree>
    <p:extLst>
      <p:ext uri="{BB962C8B-B14F-4D97-AF65-F5344CB8AC3E}">
        <p14:creationId xmlns:p14="http://schemas.microsoft.com/office/powerpoint/2010/main" val="37360979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D758D-9AFB-4454-4AA8-F9DD427E9A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60C94C-6D3E-44C0-517D-234B12BBB3E1}"/>
              </a:ext>
            </a:extLst>
          </p:cNvPr>
          <p:cNvSpPr>
            <a:spLocks noGrp="1"/>
          </p:cNvSpPr>
          <p:nvPr>
            <p:ph type="title"/>
          </p:nvPr>
        </p:nvSpPr>
        <p:spPr/>
        <p:txBody>
          <a:bodyPr/>
          <a:lstStyle/>
          <a:p>
            <a:r>
              <a:rPr lang="en-US" dirty="0"/>
              <a:t>Question 223.3.8</a:t>
            </a:r>
          </a:p>
        </p:txBody>
      </p:sp>
      <p:sp>
        <p:nvSpPr>
          <p:cNvPr id="3" name="Content Placeholder 2">
            <a:extLst>
              <a:ext uri="{FF2B5EF4-FFF2-40B4-BE49-F238E27FC236}">
                <a16:creationId xmlns:a16="http://schemas.microsoft.com/office/drawing/2014/main" id="{1FD2476B-A95E-AFF7-964C-69C58A3EB540}"/>
              </a:ext>
            </a:extLst>
          </p:cNvPr>
          <p:cNvSpPr>
            <a:spLocks noGrp="1"/>
          </p:cNvSpPr>
          <p:nvPr>
            <p:ph idx="1"/>
          </p:nvPr>
        </p:nvSpPr>
        <p:spPr/>
        <p:txBody>
          <a:bodyPr/>
          <a:lstStyle/>
          <a:p>
            <a:pPr marL="0" indent="0">
              <a:buNone/>
            </a:pPr>
            <a:r>
              <a:rPr lang="en-US"/>
              <a:t>What does</a:t>
            </a:r>
            <a:r>
              <a:rPr lang="en-US">
                <a:sym typeface="Symbol" panose="05050102010706020507" pitchFamily="18" charset="2"/>
              </a:rPr>
              <a:t></a:t>
            </a:r>
            <a:r>
              <a:rPr lang="en-US"/>
              <a:t> </a:t>
            </a:r>
            <a:r>
              <a:rPr lang="en-US" dirty="0"/>
              <a:t>tell us?</a:t>
            </a:r>
          </a:p>
          <a:p>
            <a:pPr marL="514350" indent="-514350">
              <a:buFont typeface="+mj-lt"/>
              <a:buAutoNum type="alphaLcParenR"/>
            </a:pPr>
            <a:r>
              <a:rPr lang="en-US" dirty="0"/>
              <a:t>How far apart wave crests are in distance</a:t>
            </a:r>
          </a:p>
          <a:p>
            <a:pPr marL="514350" indent="-514350">
              <a:buFont typeface="+mj-lt"/>
              <a:buAutoNum type="alphaLcParenR"/>
            </a:pPr>
            <a:r>
              <a:rPr lang="en-US" dirty="0"/>
              <a:t>How often we get a wave crest in distance</a:t>
            </a:r>
          </a:p>
          <a:p>
            <a:pPr marL="514350" indent="-514350">
              <a:buFont typeface="+mj-lt"/>
              <a:buAutoNum type="alphaLcParenR"/>
            </a:pPr>
            <a:r>
              <a:rPr lang="en-US" dirty="0"/>
              <a:t>How far apart wave crests are in time</a:t>
            </a:r>
          </a:p>
          <a:p>
            <a:pPr marL="514350" indent="-514350">
              <a:buFont typeface="+mj-lt"/>
              <a:buAutoNum type="alphaLcParenR"/>
            </a:pPr>
            <a:r>
              <a:rPr lang="en-US" dirty="0"/>
              <a:t>How often we get a wave crest in time</a:t>
            </a:r>
          </a:p>
          <a:p>
            <a:pPr marL="514350" indent="-514350">
              <a:buFont typeface="+mj-lt"/>
              <a:buAutoNum type="alphaLcParenR"/>
            </a:pPr>
            <a:r>
              <a:rPr lang="en-US" dirty="0"/>
              <a:t>Nothing</a:t>
            </a:r>
          </a:p>
        </p:txBody>
      </p:sp>
      <p:sp>
        <p:nvSpPr>
          <p:cNvPr id="4" name="Slide Number Placeholder 3">
            <a:extLst>
              <a:ext uri="{FF2B5EF4-FFF2-40B4-BE49-F238E27FC236}">
                <a16:creationId xmlns:a16="http://schemas.microsoft.com/office/drawing/2014/main" id="{3AD54FD9-7F3B-C471-C0C6-6689E29F4DCF}"/>
              </a:ext>
            </a:extLst>
          </p:cNvPr>
          <p:cNvSpPr>
            <a:spLocks noGrp="1"/>
          </p:cNvSpPr>
          <p:nvPr>
            <p:ph type="sldNum" sz="quarter" idx="12"/>
          </p:nvPr>
        </p:nvSpPr>
        <p:spPr/>
        <p:txBody>
          <a:bodyPr/>
          <a:lstStyle/>
          <a:p>
            <a:pPr>
              <a:defRPr/>
            </a:pPr>
            <a:fld id="{64137B81-8888-4253-92EC-0AED2A590749}" type="slidenum">
              <a:rPr lang="en-US" smtClean="0"/>
              <a:pPr>
                <a:defRPr/>
              </a:pPr>
              <a:t>36</a:t>
            </a:fld>
            <a:endParaRPr lang="en-US"/>
          </a:p>
        </p:txBody>
      </p:sp>
    </p:spTree>
    <p:extLst>
      <p:ext uri="{BB962C8B-B14F-4D97-AF65-F5344CB8AC3E}">
        <p14:creationId xmlns:p14="http://schemas.microsoft.com/office/powerpoint/2010/main" val="40293467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223.3.8</a:t>
            </a:r>
          </a:p>
        </p:txBody>
      </p:sp>
      <p:sp>
        <p:nvSpPr>
          <p:cNvPr id="3" name="Content Placeholder 2"/>
          <p:cNvSpPr>
            <a:spLocks noGrp="1"/>
          </p:cNvSpPr>
          <p:nvPr>
            <p:ph idx="1"/>
          </p:nvPr>
        </p:nvSpPr>
        <p:spPr/>
        <p:txBody>
          <a:bodyPr/>
          <a:lstStyle/>
          <a:p>
            <a:pPr marL="0" indent="0">
              <a:buNone/>
            </a:pPr>
            <a:r>
              <a:rPr lang="en-US" dirty="0"/>
              <a:t>What does k tell us?</a:t>
            </a:r>
          </a:p>
          <a:p>
            <a:pPr marL="514350" indent="-514350">
              <a:buFont typeface="+mj-lt"/>
              <a:buAutoNum type="alphaLcParenR"/>
            </a:pPr>
            <a:r>
              <a:rPr lang="en-US" dirty="0"/>
              <a:t>How far apart wave crests are in distance</a:t>
            </a:r>
          </a:p>
          <a:p>
            <a:pPr marL="514350" indent="-514350">
              <a:buFont typeface="+mj-lt"/>
              <a:buAutoNum type="alphaLcParenR"/>
            </a:pPr>
            <a:r>
              <a:rPr lang="en-US" dirty="0"/>
              <a:t>How often we get a wave crest in distance</a:t>
            </a:r>
          </a:p>
          <a:p>
            <a:pPr marL="514350" indent="-514350">
              <a:buFont typeface="+mj-lt"/>
              <a:buAutoNum type="alphaLcParenR"/>
            </a:pPr>
            <a:r>
              <a:rPr lang="en-US" dirty="0"/>
              <a:t>How far apart wave crests are in time</a:t>
            </a:r>
          </a:p>
          <a:p>
            <a:pPr marL="514350" indent="-514350">
              <a:buFont typeface="+mj-lt"/>
              <a:buAutoNum type="alphaLcParenR"/>
            </a:pPr>
            <a:r>
              <a:rPr lang="en-US" dirty="0"/>
              <a:t>How often we get a wave crest in time</a:t>
            </a:r>
          </a:p>
          <a:p>
            <a:pPr marL="514350" indent="-514350">
              <a:buFont typeface="+mj-lt"/>
              <a:buAutoNum type="alphaLcParenR"/>
            </a:pPr>
            <a:r>
              <a:rPr lang="en-US" dirty="0"/>
              <a:t>Nothing</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37</a:t>
            </a:fld>
            <a:endParaRPr lang="en-US"/>
          </a:p>
        </p:txBody>
      </p:sp>
    </p:spTree>
    <p:extLst>
      <p:ext uri="{BB962C8B-B14F-4D97-AF65-F5344CB8AC3E}">
        <p14:creationId xmlns:p14="http://schemas.microsoft.com/office/powerpoint/2010/main" val="40523539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10"/>
          </p:nvPr>
        </p:nvSpPr>
        <p:spPr>
          <a:noFill/>
        </p:spPr>
        <p:txBody>
          <a:bodyPr/>
          <a:lstStyle/>
          <a:p>
            <a:r>
              <a:rPr lang="en-US"/>
              <a:t>Winter 2007</a:t>
            </a:r>
          </a:p>
        </p:txBody>
      </p:sp>
      <p:sp>
        <p:nvSpPr>
          <p:cNvPr id="8197" name="Footer Placeholder 4"/>
          <p:cNvSpPr>
            <a:spLocks noGrp="1"/>
          </p:cNvSpPr>
          <p:nvPr>
            <p:ph type="ftr" sz="quarter" idx="11"/>
          </p:nvPr>
        </p:nvSpPr>
        <p:spPr>
          <a:noFill/>
        </p:spPr>
        <p:txBody>
          <a:bodyPr/>
          <a:lstStyle/>
          <a:p>
            <a:r>
              <a:rPr lang="en-US"/>
              <a:t>R. Todd Lines</a:t>
            </a:r>
          </a:p>
        </p:txBody>
      </p:sp>
      <p:sp>
        <p:nvSpPr>
          <p:cNvPr id="8198" name="Slide Number Placeholder 5"/>
          <p:cNvSpPr>
            <a:spLocks noGrp="1"/>
          </p:cNvSpPr>
          <p:nvPr>
            <p:ph type="sldNum" sz="quarter" idx="12"/>
          </p:nvPr>
        </p:nvSpPr>
        <p:spPr>
          <a:noFill/>
        </p:spPr>
        <p:txBody>
          <a:bodyPr/>
          <a:lstStyle/>
          <a:p>
            <a:fld id="{99C4FF6E-0BC5-4353-B174-029A48221FCC}" type="slidenum">
              <a:rPr lang="en-US" smtClean="0"/>
              <a:pPr/>
              <a:t>38</a:t>
            </a:fld>
            <a:endParaRPr lang="en-US"/>
          </a:p>
        </p:txBody>
      </p:sp>
      <p:sp>
        <p:nvSpPr>
          <p:cNvPr id="8199" name="Rectangle 2"/>
          <p:cNvSpPr>
            <a:spLocks noGrp="1" noChangeArrowheads="1"/>
          </p:cNvSpPr>
          <p:nvPr>
            <p:ph type="title"/>
          </p:nvPr>
        </p:nvSpPr>
        <p:spPr/>
        <p:txBody>
          <a:bodyPr/>
          <a:lstStyle/>
          <a:p>
            <a:pPr eaLnBrk="1" hangingPunct="1"/>
            <a:r>
              <a:rPr lang="en-US"/>
              <a:t>Wavenumber</a:t>
            </a:r>
          </a:p>
        </p:txBody>
      </p:sp>
      <p:sp>
        <p:nvSpPr>
          <p:cNvPr id="8200" name="Rectangle 3"/>
          <p:cNvSpPr>
            <a:spLocks noGrp="1" noChangeArrowheads="1"/>
          </p:cNvSpPr>
          <p:nvPr>
            <p:ph type="body" idx="1"/>
          </p:nvPr>
        </p:nvSpPr>
        <p:spPr>
          <a:xfrm>
            <a:off x="457200" y="1600200"/>
            <a:ext cx="5051425" cy="4525963"/>
          </a:xfrm>
        </p:spPr>
        <p:txBody>
          <a:bodyPr/>
          <a:lstStyle/>
          <a:p>
            <a:pPr eaLnBrk="1" hangingPunct="1"/>
            <a:r>
              <a:rPr lang="en-US" sz="2400" dirty="0"/>
              <a:t>Consider again a sinusoidal wave</a:t>
            </a:r>
          </a:p>
          <a:p>
            <a:pPr eaLnBrk="1" hangingPunct="1"/>
            <a:endParaRPr lang="en-US" sz="2400" dirty="0"/>
          </a:p>
          <a:p>
            <a:pPr eaLnBrk="1" hangingPunct="1"/>
            <a:endParaRPr lang="en-US" sz="2400" dirty="0"/>
          </a:p>
          <a:p>
            <a:pPr eaLnBrk="1" hangingPunct="1"/>
            <a:r>
              <a:rPr lang="en-US" sz="2400" dirty="0"/>
              <a:t> A is the amplitude (</a:t>
            </a:r>
            <a:r>
              <a:rPr lang="en-US" sz="2400" dirty="0" err="1"/>
              <a:t>x</a:t>
            </a:r>
            <a:r>
              <a:rPr lang="en-US" sz="2400" baseline="-25000" dirty="0" err="1"/>
              <a:t>max</a:t>
            </a:r>
            <a:r>
              <a:rPr lang="en-US" sz="2400" dirty="0"/>
              <a:t>). </a:t>
            </a:r>
          </a:p>
          <a:p>
            <a:pPr eaLnBrk="1" hangingPunct="1"/>
            <a:r>
              <a:rPr lang="en-US" sz="2400" dirty="0"/>
              <a:t>We need to find k (like for SHM we found </a:t>
            </a:r>
            <a:r>
              <a:rPr lang="en-US" sz="2400" dirty="0">
                <a:sym typeface="Symbol" pitchFamily="18" charset="2"/>
              </a:rPr>
              <a:t></a:t>
            </a:r>
            <a:r>
              <a:rPr lang="en-US" sz="2400" dirty="0"/>
              <a:t>). </a:t>
            </a:r>
          </a:p>
          <a:p>
            <a:pPr eaLnBrk="1" hangingPunct="1"/>
            <a:r>
              <a:rPr lang="en-US" sz="2400" dirty="0"/>
              <a:t>Use initial conditions</a:t>
            </a:r>
          </a:p>
          <a:p>
            <a:pPr eaLnBrk="1" hangingPunct="1"/>
            <a:endParaRPr lang="en-US" sz="2400" dirty="0"/>
          </a:p>
        </p:txBody>
      </p:sp>
      <p:pic>
        <p:nvPicPr>
          <p:cNvPr id="8201" name="Picture 4"/>
          <p:cNvPicPr>
            <a:picLocks noChangeAspect="1" noChangeArrowheads="1"/>
          </p:cNvPicPr>
          <p:nvPr/>
        </p:nvPicPr>
        <p:blipFill>
          <a:blip r:embed="rId2" cstate="print"/>
          <a:srcRect/>
          <a:stretch>
            <a:fillRect/>
          </a:stretch>
        </p:blipFill>
        <p:spPr bwMode="auto">
          <a:xfrm>
            <a:off x="5719763" y="2598738"/>
            <a:ext cx="2987675" cy="1978025"/>
          </a:xfrm>
          <a:prstGeom prst="rect">
            <a:avLst/>
          </a:prstGeom>
          <a:noFill/>
          <a:ln w="9525">
            <a:noFill/>
            <a:miter lim="800000"/>
            <a:headEnd/>
            <a:tailEnd/>
          </a:ln>
        </p:spPr>
      </p:pic>
      <p:sp>
        <p:nvSpPr>
          <p:cNvPr id="8202" name="Rectangle 6"/>
          <p:cNvSpPr>
            <a:spLocks noChangeArrowheads="1"/>
          </p:cNvSpPr>
          <p:nvPr/>
        </p:nvSpPr>
        <p:spPr bwMode="auto">
          <a:xfrm>
            <a:off x="0" y="3300413"/>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8194" name="Object 5"/>
          <p:cNvGraphicFramePr>
            <a:graphicFrameLocks noChangeAspect="1"/>
          </p:cNvGraphicFramePr>
          <p:nvPr/>
        </p:nvGraphicFramePr>
        <p:xfrm>
          <a:off x="1330325" y="2208213"/>
          <a:ext cx="2841625" cy="541337"/>
        </p:xfrm>
        <a:graphic>
          <a:graphicData uri="http://schemas.openxmlformats.org/presentationml/2006/ole">
            <mc:AlternateContent xmlns:mc="http://schemas.openxmlformats.org/markup-compatibility/2006">
              <mc:Choice xmlns:v="urn:schemas-microsoft-com:vml" Requires="v">
                <p:oleObj name="Equation" r:id="rId3" imgW="1130040" imgH="215640" progId="Equation.3">
                  <p:embed/>
                </p:oleObj>
              </mc:Choice>
              <mc:Fallback>
                <p:oleObj name="Equation" r:id="rId3" imgW="1130040" imgH="215640" progId="Equation.3">
                  <p:embed/>
                  <p:pic>
                    <p:nvPicPr>
                      <p:cNvPr id="8194"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0325" y="2208213"/>
                        <a:ext cx="2841625" cy="541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3" name="Rectangle 8"/>
          <p:cNvSpPr>
            <a:spLocks noChangeArrowheads="1"/>
          </p:cNvSpPr>
          <p:nvPr/>
        </p:nvSpPr>
        <p:spPr bwMode="auto">
          <a:xfrm>
            <a:off x="0" y="3300413"/>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8195" name="Object 7"/>
          <p:cNvGraphicFramePr>
            <a:graphicFrameLocks noChangeAspect="1"/>
          </p:cNvGraphicFramePr>
          <p:nvPr/>
        </p:nvGraphicFramePr>
        <p:xfrm>
          <a:off x="1501775" y="4672013"/>
          <a:ext cx="2635250" cy="392112"/>
        </p:xfrm>
        <a:graphic>
          <a:graphicData uri="http://schemas.openxmlformats.org/presentationml/2006/ole">
            <mc:AlternateContent xmlns:mc="http://schemas.openxmlformats.org/markup-compatibility/2006">
              <mc:Choice xmlns:v="urn:schemas-microsoft-com:vml" Requires="v">
                <p:oleObj name="Equation" r:id="rId5" imgW="1447560" imgH="215640" progId="Equation.3">
                  <p:embed/>
                </p:oleObj>
              </mc:Choice>
              <mc:Fallback>
                <p:oleObj name="Equation" r:id="rId5" imgW="1447560" imgH="215640" progId="Equation.3">
                  <p:embed/>
                  <p:pic>
                    <p:nvPicPr>
                      <p:cNvPr id="8195"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01775" y="4672013"/>
                        <a:ext cx="2635250" cy="392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4" name="Rectangle 10"/>
          <p:cNvSpPr>
            <a:spLocks noChangeArrowheads="1"/>
          </p:cNvSpPr>
          <p:nvPr/>
        </p:nvSpPr>
        <p:spPr bwMode="auto">
          <a:xfrm>
            <a:off x="0" y="3262313"/>
            <a:ext cx="9144000" cy="0"/>
          </a:xfrm>
          <a:prstGeom prst="rect">
            <a:avLst/>
          </a:prstGeom>
          <a:noFill/>
          <a:ln w="9525" algn="ctr">
            <a:noFill/>
            <a:miter lim="800000"/>
            <a:headEnd/>
            <a:tailEnd/>
          </a:ln>
        </p:spPr>
        <p:txBody>
          <a:bodyPr wrap="none" anchor="ctr">
            <a:spAutoFit/>
          </a:bodyPr>
          <a:lstStyle/>
          <a:p>
            <a:endParaRPr lang="en-US"/>
          </a:p>
        </p:txBody>
      </p:sp>
    </p:spTree>
    <p:extLst>
      <p:ext uri="{BB962C8B-B14F-4D97-AF65-F5344CB8AC3E}">
        <p14:creationId xmlns:p14="http://schemas.microsoft.com/office/powerpoint/2010/main" val="27685982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3" name="Date Placeholder 3"/>
          <p:cNvSpPr>
            <a:spLocks noGrp="1"/>
          </p:cNvSpPr>
          <p:nvPr>
            <p:ph type="dt" sz="quarter" idx="10"/>
          </p:nvPr>
        </p:nvSpPr>
        <p:spPr>
          <a:noFill/>
        </p:spPr>
        <p:txBody>
          <a:bodyPr/>
          <a:lstStyle/>
          <a:p>
            <a:r>
              <a:rPr lang="en-US"/>
              <a:t>Winter 2007</a:t>
            </a:r>
          </a:p>
        </p:txBody>
      </p:sp>
      <p:sp>
        <p:nvSpPr>
          <p:cNvPr id="9224" name="Footer Placeholder 4"/>
          <p:cNvSpPr>
            <a:spLocks noGrp="1"/>
          </p:cNvSpPr>
          <p:nvPr>
            <p:ph type="ftr" sz="quarter" idx="11"/>
          </p:nvPr>
        </p:nvSpPr>
        <p:spPr>
          <a:noFill/>
        </p:spPr>
        <p:txBody>
          <a:bodyPr/>
          <a:lstStyle/>
          <a:p>
            <a:r>
              <a:rPr lang="en-US"/>
              <a:t>R. Todd Lines</a:t>
            </a:r>
          </a:p>
        </p:txBody>
      </p:sp>
      <p:sp>
        <p:nvSpPr>
          <p:cNvPr id="9225" name="Slide Number Placeholder 5"/>
          <p:cNvSpPr>
            <a:spLocks noGrp="1"/>
          </p:cNvSpPr>
          <p:nvPr>
            <p:ph type="sldNum" sz="quarter" idx="12"/>
          </p:nvPr>
        </p:nvSpPr>
        <p:spPr>
          <a:noFill/>
        </p:spPr>
        <p:txBody>
          <a:bodyPr/>
          <a:lstStyle/>
          <a:p>
            <a:fld id="{BC2515EE-4685-49E6-8473-10370292C8B7}" type="slidenum">
              <a:rPr lang="en-US" smtClean="0"/>
              <a:pPr/>
              <a:t>39</a:t>
            </a:fld>
            <a:endParaRPr lang="en-US"/>
          </a:p>
        </p:txBody>
      </p:sp>
      <p:sp>
        <p:nvSpPr>
          <p:cNvPr id="9226" name="Rectangle 2"/>
          <p:cNvSpPr>
            <a:spLocks noGrp="1" noChangeArrowheads="1"/>
          </p:cNvSpPr>
          <p:nvPr>
            <p:ph type="title"/>
          </p:nvPr>
        </p:nvSpPr>
        <p:spPr/>
        <p:txBody>
          <a:bodyPr/>
          <a:lstStyle/>
          <a:p>
            <a:pPr eaLnBrk="1" hangingPunct="1"/>
            <a:r>
              <a:rPr lang="en-US"/>
              <a:t>Wavenumber</a:t>
            </a:r>
          </a:p>
        </p:txBody>
      </p:sp>
      <p:sp>
        <p:nvSpPr>
          <p:cNvPr id="9227" name="Rectangle 3"/>
          <p:cNvSpPr>
            <a:spLocks noGrp="1" noChangeArrowheads="1"/>
          </p:cNvSpPr>
          <p:nvPr>
            <p:ph type="body" idx="1"/>
          </p:nvPr>
        </p:nvSpPr>
        <p:spPr>
          <a:xfrm>
            <a:off x="457200" y="1600200"/>
            <a:ext cx="4310063" cy="4525963"/>
          </a:xfrm>
        </p:spPr>
        <p:txBody>
          <a:bodyPr/>
          <a:lstStyle/>
          <a:p>
            <a:pPr eaLnBrk="1" hangingPunct="1">
              <a:lnSpc>
                <a:spcPct val="90000"/>
              </a:lnSpc>
            </a:pPr>
            <a:r>
              <a:rPr lang="en-US" sz="2400"/>
              <a:t>The next time y=0 will be when x=</a:t>
            </a:r>
            <a:r>
              <a:rPr lang="en-US" sz="2400">
                <a:sym typeface="Symbol" pitchFamily="18" charset="2"/>
              </a:rPr>
              <a:t>/2</a:t>
            </a:r>
          </a:p>
          <a:p>
            <a:pPr eaLnBrk="1" hangingPunct="1">
              <a:lnSpc>
                <a:spcPct val="90000"/>
              </a:lnSpc>
            </a:pPr>
            <a:endParaRPr lang="en-US" sz="2400">
              <a:sym typeface="Symbol" pitchFamily="18" charset="2"/>
            </a:endParaRPr>
          </a:p>
          <a:p>
            <a:pPr eaLnBrk="1" hangingPunct="1">
              <a:lnSpc>
                <a:spcPct val="90000"/>
              </a:lnSpc>
            </a:pPr>
            <a:endParaRPr lang="en-US" sz="2400">
              <a:sym typeface="Symbol" pitchFamily="18" charset="2"/>
            </a:endParaRPr>
          </a:p>
          <a:p>
            <a:pPr eaLnBrk="1" hangingPunct="1">
              <a:lnSpc>
                <a:spcPct val="90000"/>
              </a:lnSpc>
            </a:pPr>
            <a:r>
              <a:rPr lang="en-US" sz="2400">
                <a:sym typeface="Symbol" pitchFamily="18" charset="2"/>
              </a:rPr>
              <a:t>This is true when</a:t>
            </a:r>
          </a:p>
          <a:p>
            <a:pPr eaLnBrk="1" hangingPunct="1">
              <a:lnSpc>
                <a:spcPct val="90000"/>
              </a:lnSpc>
            </a:pPr>
            <a:endParaRPr lang="en-US" sz="2400">
              <a:sym typeface="Symbol" pitchFamily="18" charset="2"/>
            </a:endParaRPr>
          </a:p>
          <a:p>
            <a:pPr eaLnBrk="1" hangingPunct="1">
              <a:lnSpc>
                <a:spcPct val="90000"/>
              </a:lnSpc>
            </a:pPr>
            <a:endParaRPr lang="en-US" sz="2400">
              <a:sym typeface="Symbol" pitchFamily="18" charset="2"/>
            </a:endParaRPr>
          </a:p>
          <a:p>
            <a:pPr eaLnBrk="1" hangingPunct="1">
              <a:lnSpc>
                <a:spcPct val="90000"/>
              </a:lnSpc>
            </a:pPr>
            <a:r>
              <a:rPr lang="en-US" sz="2400">
                <a:sym typeface="Symbol" pitchFamily="18" charset="2"/>
              </a:rPr>
              <a:t>So</a:t>
            </a:r>
          </a:p>
          <a:p>
            <a:pPr eaLnBrk="1" hangingPunct="1">
              <a:lnSpc>
                <a:spcPct val="90000"/>
              </a:lnSpc>
            </a:pPr>
            <a:endParaRPr lang="en-US" sz="2400"/>
          </a:p>
        </p:txBody>
      </p:sp>
      <p:graphicFrame>
        <p:nvGraphicFramePr>
          <p:cNvPr id="9218" name="Object 4"/>
          <p:cNvGraphicFramePr>
            <a:graphicFrameLocks noChangeAspect="1"/>
          </p:cNvGraphicFramePr>
          <p:nvPr/>
        </p:nvGraphicFramePr>
        <p:xfrm>
          <a:off x="981075" y="2352675"/>
          <a:ext cx="2765425" cy="746125"/>
        </p:xfrm>
        <a:graphic>
          <a:graphicData uri="http://schemas.openxmlformats.org/presentationml/2006/ole">
            <mc:AlternateContent xmlns:mc="http://schemas.openxmlformats.org/markup-compatibility/2006">
              <mc:Choice xmlns:v="urn:schemas-microsoft-com:vml" Requires="v">
                <p:oleObj name="Equation" r:id="rId2" imgW="1587240" imgH="431640" progId="Equation.3">
                  <p:embed/>
                </p:oleObj>
              </mc:Choice>
              <mc:Fallback>
                <p:oleObj name="Equation" r:id="rId2" imgW="1587240" imgH="431640" progId="Equation.3">
                  <p:embed/>
                  <p:pic>
                    <p:nvPicPr>
                      <p:cNvPr id="921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1075" y="2352675"/>
                        <a:ext cx="2765425" cy="746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9228" name="Picture 5"/>
          <p:cNvPicPr>
            <a:picLocks noChangeAspect="1" noChangeArrowheads="1"/>
          </p:cNvPicPr>
          <p:nvPr/>
        </p:nvPicPr>
        <p:blipFill>
          <a:blip r:embed="rId4" cstate="print"/>
          <a:srcRect/>
          <a:stretch>
            <a:fillRect/>
          </a:stretch>
        </p:blipFill>
        <p:spPr bwMode="auto">
          <a:xfrm>
            <a:off x="4816475" y="1320800"/>
            <a:ext cx="4094163" cy="3181350"/>
          </a:xfrm>
          <a:prstGeom prst="rect">
            <a:avLst/>
          </a:prstGeom>
          <a:noFill/>
          <a:ln w="9525">
            <a:noFill/>
            <a:miter lim="800000"/>
            <a:headEnd/>
            <a:tailEnd/>
          </a:ln>
        </p:spPr>
      </p:pic>
      <p:sp>
        <p:nvSpPr>
          <p:cNvPr id="9229" name="Rectangle 7"/>
          <p:cNvSpPr>
            <a:spLocks noChangeArrowheads="1"/>
          </p:cNvSpPr>
          <p:nvPr/>
        </p:nvSpPr>
        <p:spPr bwMode="auto">
          <a:xfrm>
            <a:off x="0" y="3262313"/>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9219" name="Object 6"/>
          <p:cNvGraphicFramePr>
            <a:graphicFrameLocks noChangeAspect="1"/>
          </p:cNvGraphicFramePr>
          <p:nvPr/>
        </p:nvGraphicFramePr>
        <p:xfrm>
          <a:off x="1636713" y="3597275"/>
          <a:ext cx="989012" cy="746125"/>
        </p:xfrm>
        <a:graphic>
          <a:graphicData uri="http://schemas.openxmlformats.org/presentationml/2006/ole">
            <mc:AlternateContent xmlns:mc="http://schemas.openxmlformats.org/markup-compatibility/2006">
              <mc:Choice xmlns:v="urn:schemas-microsoft-com:vml" Requires="v">
                <p:oleObj name="Equation" r:id="rId5" imgW="520560" imgH="393480" progId="Equation.3">
                  <p:embed/>
                </p:oleObj>
              </mc:Choice>
              <mc:Fallback>
                <p:oleObj name="Equation" r:id="rId5" imgW="520560" imgH="393480" progId="Equation.3">
                  <p:embed/>
                  <p:pic>
                    <p:nvPicPr>
                      <p:cNvPr id="9219"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36713" y="3597275"/>
                        <a:ext cx="989012" cy="746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0" name="Object 9"/>
          <p:cNvGraphicFramePr>
            <a:graphicFrameLocks noChangeAspect="1"/>
          </p:cNvGraphicFramePr>
          <p:nvPr/>
        </p:nvGraphicFramePr>
        <p:xfrm>
          <a:off x="1557338" y="4433888"/>
          <a:ext cx="977900" cy="793750"/>
        </p:xfrm>
        <a:graphic>
          <a:graphicData uri="http://schemas.openxmlformats.org/presentationml/2006/ole">
            <mc:AlternateContent xmlns:mc="http://schemas.openxmlformats.org/markup-compatibility/2006">
              <mc:Choice xmlns:v="urn:schemas-microsoft-com:vml" Requires="v">
                <p:oleObj name="Equation" r:id="rId7" imgW="482400" imgH="393480" progId="Equation.3">
                  <p:embed/>
                </p:oleObj>
              </mc:Choice>
              <mc:Fallback>
                <p:oleObj name="Equation" r:id="rId7" imgW="482400" imgH="393480" progId="Equation.3">
                  <p:embed/>
                  <p:pic>
                    <p:nvPicPr>
                      <p:cNvPr id="922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57338" y="4433888"/>
                        <a:ext cx="977900" cy="793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1" name="Object 8"/>
          <p:cNvGraphicFramePr>
            <a:graphicFrameLocks noChangeAspect="1"/>
          </p:cNvGraphicFramePr>
          <p:nvPr/>
        </p:nvGraphicFramePr>
        <p:xfrm>
          <a:off x="839788" y="5194300"/>
          <a:ext cx="2374900" cy="763588"/>
        </p:xfrm>
        <a:graphic>
          <a:graphicData uri="http://schemas.openxmlformats.org/presentationml/2006/ole">
            <mc:AlternateContent xmlns:mc="http://schemas.openxmlformats.org/markup-compatibility/2006">
              <mc:Choice xmlns:v="urn:schemas-microsoft-com:vml" Requires="v">
                <p:oleObj name="Equation" r:id="rId9" imgW="1333440" imgH="431640" progId="Equation.3">
                  <p:embed/>
                </p:oleObj>
              </mc:Choice>
              <mc:Fallback>
                <p:oleObj name="Equation" r:id="rId9" imgW="1333440" imgH="431640" progId="Equation.3">
                  <p:embed/>
                  <p:pic>
                    <p:nvPicPr>
                      <p:cNvPr id="9221"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9788" y="5194300"/>
                        <a:ext cx="2374900" cy="763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30" name="Rectangle 10"/>
          <p:cNvSpPr>
            <a:spLocks noChangeArrowheads="1"/>
          </p:cNvSpPr>
          <p:nvPr/>
        </p:nvSpPr>
        <p:spPr bwMode="auto">
          <a:xfrm>
            <a:off x="0" y="2836863"/>
            <a:ext cx="9144000" cy="0"/>
          </a:xfrm>
          <a:prstGeom prst="rect">
            <a:avLst/>
          </a:prstGeom>
          <a:noFill/>
          <a:ln w="9525" algn="ctr">
            <a:noFill/>
            <a:miter lim="800000"/>
            <a:headEnd/>
            <a:tailEnd/>
          </a:ln>
        </p:spPr>
        <p:txBody>
          <a:bodyPr wrap="none" anchor="ctr">
            <a:spAutoFit/>
          </a:bodyPr>
          <a:lstStyle/>
          <a:p>
            <a:endParaRPr lang="en-US"/>
          </a:p>
        </p:txBody>
      </p:sp>
      <p:sp>
        <p:nvSpPr>
          <p:cNvPr id="9231" name="Text Box 12"/>
          <p:cNvSpPr txBox="1">
            <a:spLocks noChangeArrowheads="1"/>
          </p:cNvSpPr>
          <p:nvPr/>
        </p:nvSpPr>
        <p:spPr bwMode="auto">
          <a:xfrm>
            <a:off x="5195888" y="4594225"/>
            <a:ext cx="3529012" cy="915988"/>
          </a:xfrm>
          <a:prstGeom prst="rect">
            <a:avLst/>
          </a:prstGeom>
          <a:noFill/>
          <a:ln w="9525" algn="ctr">
            <a:noFill/>
            <a:miter lim="800000"/>
            <a:headEnd/>
            <a:tailEnd/>
          </a:ln>
        </p:spPr>
        <p:txBody>
          <a:bodyPr>
            <a:spAutoFit/>
          </a:bodyPr>
          <a:lstStyle/>
          <a:p>
            <a:r>
              <a:rPr lang="en-US"/>
              <a:t>We have a special name for a, it is the wavenumber, and we give it the symbol </a:t>
            </a:r>
            <a:r>
              <a:rPr lang="en-US" i="1"/>
              <a:t>k</a:t>
            </a:r>
            <a:endParaRPr lang="en-US"/>
          </a:p>
        </p:txBody>
      </p:sp>
      <p:sp>
        <p:nvSpPr>
          <p:cNvPr id="9232" name="Rectangle 14"/>
          <p:cNvSpPr>
            <a:spLocks noChangeArrowheads="1"/>
          </p:cNvSpPr>
          <p:nvPr/>
        </p:nvSpPr>
        <p:spPr bwMode="auto">
          <a:xfrm>
            <a:off x="0" y="3262313"/>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9222" name="Object 13"/>
          <p:cNvGraphicFramePr>
            <a:graphicFrameLocks noChangeAspect="1"/>
          </p:cNvGraphicFramePr>
          <p:nvPr/>
        </p:nvGraphicFramePr>
        <p:xfrm>
          <a:off x="6361113" y="5449888"/>
          <a:ext cx="1036637" cy="844550"/>
        </p:xfrm>
        <a:graphic>
          <a:graphicData uri="http://schemas.openxmlformats.org/presentationml/2006/ole">
            <mc:AlternateContent xmlns:mc="http://schemas.openxmlformats.org/markup-compatibility/2006">
              <mc:Choice xmlns:v="urn:schemas-microsoft-com:vml" Requires="v">
                <p:oleObj name="Equation" r:id="rId11" imgW="482400" imgH="393480" progId="Equation.3">
                  <p:embed/>
                </p:oleObj>
              </mc:Choice>
              <mc:Fallback>
                <p:oleObj name="Equation" r:id="rId11" imgW="482400" imgH="393480" progId="Equation.3">
                  <p:embed/>
                  <p:pic>
                    <p:nvPicPr>
                      <p:cNvPr id="9222"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61113" y="5449888"/>
                        <a:ext cx="1036637" cy="844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379881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5363570" y="4012442"/>
            <a:ext cx="3323230" cy="2113721"/>
          </a:xfrm>
        </p:spPr>
        <p:txBody>
          <a:bodyPr>
            <a:normAutofit fontScale="85000" lnSpcReduction="10000"/>
          </a:bodyPr>
          <a:lstStyle/>
          <a:p>
            <a:r>
              <a:rPr lang="en-US" dirty="0"/>
              <a:t>From </a:t>
            </a:r>
            <a:r>
              <a:rPr lang="en-US" dirty="0" err="1"/>
              <a:t>Alemily</a:t>
            </a:r>
            <a:r>
              <a:rPr lang="en-US" dirty="0"/>
              <a:t>, licensed under the Creative Commons Attribution-Share Alike 2.5 Generic</a:t>
            </a:r>
          </a:p>
        </p:txBody>
      </p:sp>
      <p:pic>
        <p:nvPicPr>
          <p:cNvPr id="9218" name="Picture 2"/>
          <p:cNvPicPr>
            <a:picLocks noChangeAspect="1" noChangeArrowheads="1"/>
          </p:cNvPicPr>
          <p:nvPr/>
        </p:nvPicPr>
        <p:blipFill>
          <a:blip r:embed="rId2" cstate="print"/>
          <a:srcRect/>
          <a:stretch>
            <a:fillRect/>
          </a:stretch>
        </p:blipFill>
        <p:spPr bwMode="auto">
          <a:xfrm>
            <a:off x="0" y="0"/>
            <a:ext cx="5336275" cy="6913664"/>
          </a:xfrm>
          <a:prstGeom prst="rect">
            <a:avLst/>
          </a:prstGeom>
          <a:noFill/>
          <a:ln w="9525">
            <a:noFill/>
            <a:miter lim="800000"/>
            <a:headEnd/>
            <a:tailEnd/>
          </a:ln>
          <a:effectLst/>
        </p:spPr>
      </p:pic>
    </p:spTree>
    <p:extLst>
      <p:ext uri="{BB962C8B-B14F-4D97-AF65-F5344CB8AC3E}">
        <p14:creationId xmlns:p14="http://schemas.microsoft.com/office/powerpoint/2010/main" val="33829000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72B7B-EFB8-4C7F-90D0-1B2BAF160A1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23EB5EA-4A30-43C0-845A-0A13288A23E8}"/>
              </a:ext>
            </a:extLst>
          </p:cNvPr>
          <p:cNvSpPr>
            <a:spLocks noGrp="1"/>
          </p:cNvSpPr>
          <p:nvPr>
            <p:ph idx="1"/>
          </p:nvPr>
        </p:nvSpPr>
        <p:spPr/>
        <p:txBody>
          <a:bodyPr/>
          <a:lstStyle/>
          <a:p>
            <a:endParaRPr lang="en-US"/>
          </a:p>
        </p:txBody>
      </p:sp>
      <p:pic>
        <p:nvPicPr>
          <p:cNvPr id="47106" name="Picture 2" descr="File:9522Plowing with Carabaos in the Philippines 19.jpg">
            <a:extLst>
              <a:ext uri="{FF2B5EF4-FFF2-40B4-BE49-F238E27FC236}">
                <a16:creationId xmlns:a16="http://schemas.microsoft.com/office/drawing/2014/main" id="{A27E2C75-F56E-44F0-898D-F296214648C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2097" r="31476" b="18661"/>
          <a:stretch/>
        </p:blipFill>
        <p:spPr bwMode="auto">
          <a:xfrm>
            <a:off x="930676" y="2228295"/>
            <a:ext cx="5221549" cy="281422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6EC44253-38CF-4A03-BA5D-5C8CCC819E63}"/>
              </a:ext>
            </a:extLst>
          </p:cNvPr>
          <p:cNvCxnSpPr/>
          <p:nvPr/>
        </p:nvCxnSpPr>
        <p:spPr>
          <a:xfrm>
            <a:off x="1828800" y="4199138"/>
            <a:ext cx="1074198" cy="0"/>
          </a:xfrm>
          <a:prstGeom prst="straightConnector1">
            <a:avLst/>
          </a:prstGeom>
          <a:ln w="571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C7C303D-EC7B-41AB-8E18-63C1FE9326F7}"/>
              </a:ext>
            </a:extLst>
          </p:cNvPr>
          <p:cNvSpPr txBox="1"/>
          <p:nvPr/>
        </p:nvSpPr>
        <p:spPr>
          <a:xfrm>
            <a:off x="1358283" y="3338004"/>
            <a:ext cx="2068497" cy="646331"/>
          </a:xfrm>
          <a:prstGeom prst="rect">
            <a:avLst/>
          </a:prstGeom>
          <a:noFill/>
        </p:spPr>
        <p:txBody>
          <a:bodyPr wrap="square" rtlCol="0">
            <a:spAutoFit/>
          </a:bodyPr>
          <a:lstStyle/>
          <a:p>
            <a:pPr algn="ctr"/>
            <a:r>
              <a:rPr lang="en-US" dirty="0">
                <a:solidFill>
                  <a:schemeClr val="bg1"/>
                </a:solidFill>
              </a:rPr>
              <a:t>About two furrows per meter</a:t>
            </a:r>
          </a:p>
        </p:txBody>
      </p:sp>
    </p:spTree>
    <p:extLst>
      <p:ext uri="{BB962C8B-B14F-4D97-AF65-F5344CB8AC3E}">
        <p14:creationId xmlns:p14="http://schemas.microsoft.com/office/powerpoint/2010/main" val="35738170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7106" name="Picture 2" descr="https://upload.wikimedia.org/wikipedia/commons/thumb/c/c7/2008_03_28_-_I70_Cable_Barrier.JPG/1920px-2008_03_28_-_I70_Cable_Barrier.JPG"/>
          <p:cNvPicPr>
            <a:picLocks noChangeAspect="1" noChangeArrowheads="1"/>
          </p:cNvPicPr>
          <p:nvPr/>
        </p:nvPicPr>
        <p:blipFill rotWithShape="1">
          <a:blip r:embed="rId2">
            <a:extLst>
              <a:ext uri="{28A0092B-C50C-407E-A947-70E740481C1C}">
                <a14:useLocalDpi xmlns:a14="http://schemas.microsoft.com/office/drawing/2010/main" val="0"/>
              </a:ext>
            </a:extLst>
          </a:blip>
          <a:srcRect l="10969" r="4354"/>
          <a:stretch/>
        </p:blipFill>
        <p:spPr bwMode="auto">
          <a:xfrm>
            <a:off x="0" y="461819"/>
            <a:ext cx="9162474" cy="6134101"/>
          </a:xfrm>
          <a:prstGeom prst="rect">
            <a:avLst/>
          </a:prstGeom>
          <a:noFill/>
          <a:extLst>
            <a:ext uri="{909E8E84-426E-40DD-AFC4-6F175D3DCCD1}">
              <a14:hiddenFill xmlns:a14="http://schemas.microsoft.com/office/drawing/2010/main">
                <a:solidFill>
                  <a:srgbClr val="FFFFFF"/>
                </a:solidFill>
              </a14:hiddenFill>
            </a:ext>
          </a:extLst>
        </p:spPr>
      </p:pic>
      <p:sp>
        <p:nvSpPr>
          <p:cNvPr id="4" name="Right Arrow 3"/>
          <p:cNvSpPr/>
          <p:nvPr/>
        </p:nvSpPr>
        <p:spPr>
          <a:xfrm rot="3891752">
            <a:off x="4507346" y="4174837"/>
            <a:ext cx="1533236" cy="9328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3860800" y="5615709"/>
            <a:ext cx="2872902" cy="707886"/>
          </a:xfrm>
          <a:prstGeom prst="rect">
            <a:avLst/>
          </a:prstGeom>
          <a:noFill/>
        </p:spPr>
        <p:txBody>
          <a:bodyPr wrap="none" rtlCol="0">
            <a:spAutoFit/>
          </a:bodyPr>
          <a:lstStyle/>
          <a:p>
            <a:r>
              <a:rPr lang="en-US" sz="4000" dirty="0"/>
              <a:t>Rumble Strip</a:t>
            </a:r>
          </a:p>
        </p:txBody>
      </p:sp>
      <p:sp>
        <p:nvSpPr>
          <p:cNvPr id="6" name="Rectangle 5"/>
          <p:cNvSpPr/>
          <p:nvPr/>
        </p:nvSpPr>
        <p:spPr>
          <a:xfrm>
            <a:off x="0" y="408770"/>
            <a:ext cx="8981690" cy="369332"/>
          </a:xfrm>
          <a:prstGeom prst="rect">
            <a:avLst/>
          </a:prstGeom>
        </p:spPr>
        <p:txBody>
          <a:bodyPr wrap="none">
            <a:spAutoFit/>
          </a:bodyPr>
          <a:lstStyle/>
          <a:p>
            <a:r>
              <a:rPr lang="en-US" b="1" dirty="0" err="1">
                <a:solidFill>
                  <a:schemeClr val="accent1">
                    <a:lumMod val="40000"/>
                    <a:lumOff val="60000"/>
                  </a:schemeClr>
                </a:solidFill>
              </a:rPr>
              <a:t>Thisisbossi</a:t>
            </a:r>
            <a:r>
              <a:rPr lang="en-US" b="1" dirty="0">
                <a:solidFill>
                  <a:schemeClr val="accent1">
                    <a:lumMod val="40000"/>
                    <a:lumOff val="60000"/>
                  </a:schemeClr>
                </a:solidFill>
              </a:rPr>
              <a:t>  https://commons.wikimedia.org/wiki/File:2008_03_28_-_I70_Cable_Barrier.JPG</a:t>
            </a:r>
          </a:p>
        </p:txBody>
      </p:sp>
    </p:spTree>
    <p:extLst>
      <p:ext uri="{BB962C8B-B14F-4D97-AF65-F5344CB8AC3E}">
        <p14:creationId xmlns:p14="http://schemas.microsoft.com/office/powerpoint/2010/main" val="28454610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268D4-DACB-4F3E-98B4-621A6F58B121}"/>
              </a:ext>
            </a:extLst>
          </p:cNvPr>
          <p:cNvSpPr>
            <a:spLocks noGrp="1"/>
          </p:cNvSpPr>
          <p:nvPr>
            <p:ph type="title"/>
          </p:nvPr>
        </p:nvSpPr>
        <p:spPr/>
        <p:txBody>
          <a:bodyPr/>
          <a:lstStyle/>
          <a:p>
            <a:r>
              <a:rPr lang="en-US" dirty="0"/>
              <a:t>Musical Rumble Strip Route 66</a:t>
            </a:r>
          </a:p>
        </p:txBody>
      </p:sp>
      <p:pic>
        <p:nvPicPr>
          <p:cNvPr id="4" name="Online Media 3">
            <a:hlinkClick r:id="" action="ppaction://media"/>
            <a:extLst>
              <a:ext uri="{FF2B5EF4-FFF2-40B4-BE49-F238E27FC236}">
                <a16:creationId xmlns:a16="http://schemas.microsoft.com/office/drawing/2014/main" id="{F0CF56A6-97D1-4F63-A90A-A65B0DA633C4}"/>
              </a:ext>
            </a:extLst>
          </p:cNvPr>
          <p:cNvPicPr>
            <a:picLocks noGrp="1" noRot="1" noChangeAspect="1"/>
          </p:cNvPicPr>
          <p:nvPr>
            <p:ph idx="1"/>
            <a:videoFile r:link="rId1"/>
          </p:nvPr>
        </p:nvPicPr>
        <p:blipFill>
          <a:blip r:embed="rId3"/>
          <a:stretch>
            <a:fillRect/>
          </a:stretch>
        </p:blipFill>
        <p:spPr>
          <a:xfrm>
            <a:off x="710214" y="1599692"/>
            <a:ext cx="7730395" cy="4348347"/>
          </a:xfrm>
          <a:prstGeom prst="rect">
            <a:avLst/>
          </a:prstGeom>
        </p:spPr>
      </p:pic>
    </p:spTree>
    <p:extLst>
      <p:ext uri="{BB962C8B-B14F-4D97-AF65-F5344CB8AC3E}">
        <p14:creationId xmlns:p14="http://schemas.microsoft.com/office/powerpoint/2010/main" val="16641771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223.3.3</a:t>
            </a:r>
          </a:p>
        </p:txBody>
      </p:sp>
      <p:sp>
        <p:nvSpPr>
          <p:cNvPr id="3" name="Content Placeholder 2"/>
          <p:cNvSpPr>
            <a:spLocks noGrp="1"/>
          </p:cNvSpPr>
          <p:nvPr>
            <p:ph idx="1"/>
          </p:nvPr>
        </p:nvSpPr>
        <p:spPr/>
        <p:txBody>
          <a:bodyPr/>
          <a:lstStyle/>
          <a:p>
            <a:pPr>
              <a:buNone/>
            </a:pPr>
            <a:r>
              <a:rPr lang="en-US" dirty="0"/>
              <a:t>I have a sinusoidal wave traveling with a wave speed of 10m/s.  The wavelength is 5m. What is the frequency?</a:t>
            </a:r>
          </a:p>
          <a:p>
            <a:pPr marL="514350" indent="-514350">
              <a:buFont typeface="+mj-lt"/>
              <a:buAutoNum type="alphaLcParenR"/>
            </a:pPr>
            <a:r>
              <a:rPr lang="en-US" dirty="0"/>
              <a:t>5m</a:t>
            </a:r>
          </a:p>
          <a:p>
            <a:pPr marL="514350" indent="-514350">
              <a:buFont typeface="+mj-lt"/>
              <a:buAutoNum type="alphaLcParenR"/>
            </a:pPr>
            <a:r>
              <a:rPr lang="en-US" dirty="0"/>
              <a:t>2 sec</a:t>
            </a:r>
          </a:p>
          <a:p>
            <a:pPr marL="514350" indent="-514350">
              <a:buFont typeface="+mj-lt"/>
              <a:buAutoNum type="alphaLcParenR"/>
            </a:pPr>
            <a:r>
              <a:rPr lang="en-US" dirty="0"/>
              <a:t>2 Hz</a:t>
            </a:r>
          </a:p>
          <a:p>
            <a:pPr marL="514350" indent="-514350">
              <a:buFont typeface="+mj-lt"/>
              <a:buAutoNum type="alphaLcParenR"/>
            </a:pPr>
            <a:r>
              <a:rPr lang="en-US" dirty="0"/>
              <a:t>50 1/sec</a:t>
            </a:r>
          </a:p>
          <a:p>
            <a:pPr marL="514350" indent="-514350">
              <a:buFont typeface="+mj-lt"/>
              <a:buAutoNum type="alphaLcParenR"/>
            </a:pPr>
            <a:endParaRPr lang="en-US" dirty="0"/>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44</a:t>
            </a:fld>
            <a:endParaRPr lang="en-US"/>
          </a:p>
        </p:txBody>
      </p:sp>
    </p:spTree>
    <p:extLst>
      <p:ext uri="{BB962C8B-B14F-4D97-AF65-F5344CB8AC3E}">
        <p14:creationId xmlns:p14="http://schemas.microsoft.com/office/powerpoint/2010/main" val="6692375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7" name="Picture 3"/>
          <p:cNvPicPr>
            <a:picLocks noChangeAspect="1" noChangeArrowheads="1"/>
          </p:cNvPicPr>
          <p:nvPr/>
        </p:nvPicPr>
        <p:blipFill>
          <a:blip r:embed="rId2" cstate="print"/>
          <a:srcRect/>
          <a:stretch>
            <a:fillRect/>
          </a:stretch>
        </p:blipFill>
        <p:spPr bwMode="auto">
          <a:xfrm>
            <a:off x="890695" y="1665027"/>
            <a:ext cx="7176933" cy="1205457"/>
          </a:xfrm>
          <a:prstGeom prst="rect">
            <a:avLst/>
          </a:prstGeom>
          <a:noFill/>
          <a:ln w="9525">
            <a:noFill/>
            <a:miter lim="800000"/>
            <a:headEnd/>
            <a:tailEnd/>
          </a:ln>
          <a:effectLst/>
        </p:spPr>
      </p:pic>
      <p:pic>
        <p:nvPicPr>
          <p:cNvPr id="31748" name="Picture 4"/>
          <p:cNvPicPr>
            <a:picLocks noChangeAspect="1" noChangeArrowheads="1"/>
          </p:cNvPicPr>
          <p:nvPr/>
        </p:nvPicPr>
        <p:blipFill>
          <a:blip r:embed="rId3" cstate="print"/>
          <a:srcRect/>
          <a:stretch>
            <a:fillRect/>
          </a:stretch>
        </p:blipFill>
        <p:spPr bwMode="auto">
          <a:xfrm>
            <a:off x="844403" y="4580720"/>
            <a:ext cx="7586029" cy="1274170"/>
          </a:xfrm>
          <a:prstGeom prst="rect">
            <a:avLst/>
          </a:prstGeom>
          <a:noFill/>
          <a:ln w="9525">
            <a:noFill/>
            <a:miter lim="800000"/>
            <a:headEnd/>
            <a:tailEnd/>
          </a:ln>
          <a:effectLst/>
        </p:spPr>
      </p:pic>
      <p:sp>
        <p:nvSpPr>
          <p:cNvPr id="3175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1749" name="Object 5"/>
          <p:cNvGraphicFramePr>
            <a:graphicFrameLocks noChangeAspect="1"/>
          </p:cNvGraphicFramePr>
          <p:nvPr/>
        </p:nvGraphicFramePr>
        <p:xfrm>
          <a:off x="2292824" y="368490"/>
          <a:ext cx="4124960" cy="914400"/>
        </p:xfrm>
        <a:graphic>
          <a:graphicData uri="http://schemas.openxmlformats.org/presentationml/2006/ole">
            <mc:AlternateContent xmlns:mc="http://schemas.openxmlformats.org/markup-compatibility/2006">
              <mc:Choice xmlns:v="urn:schemas-microsoft-com:vml" Requires="v">
                <p:oleObj name="Equation" r:id="rId4" imgW="1930400" imgH="431800" progId="Equation.3">
                  <p:embed/>
                </p:oleObj>
              </mc:Choice>
              <mc:Fallback>
                <p:oleObj name="Equation" r:id="rId4" imgW="1930400" imgH="431800" progId="Equation.3">
                  <p:embed/>
                  <p:pic>
                    <p:nvPicPr>
                      <p:cNvPr id="31749"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92824" y="368490"/>
                        <a:ext cx="412496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5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1751" name="Object 7"/>
          <p:cNvGraphicFramePr>
            <a:graphicFrameLocks noChangeAspect="1"/>
          </p:cNvGraphicFramePr>
          <p:nvPr/>
        </p:nvGraphicFramePr>
        <p:xfrm>
          <a:off x="2412033" y="3283778"/>
          <a:ext cx="3863975" cy="804863"/>
        </p:xfrm>
        <a:graphic>
          <a:graphicData uri="http://schemas.openxmlformats.org/presentationml/2006/ole">
            <mc:AlternateContent xmlns:mc="http://schemas.openxmlformats.org/markup-compatibility/2006">
              <mc:Choice xmlns:v="urn:schemas-microsoft-com:vml" Requires="v">
                <p:oleObj name="Equation" r:id="rId6" imgW="2057400" imgH="431640" progId="Equation.3">
                  <p:embed/>
                </p:oleObj>
              </mc:Choice>
              <mc:Fallback>
                <p:oleObj name="Equation" r:id="rId6" imgW="2057400" imgH="431640" progId="Equation.3">
                  <p:embed/>
                  <p:pic>
                    <p:nvPicPr>
                      <p:cNvPr id="31751" name="Object 7"/>
                      <p:cNvPicPr>
                        <a:picLocks noChangeAspect="1" noChangeArrowheads="1"/>
                      </p:cNvPicPr>
                      <p:nvPr/>
                    </p:nvPicPr>
                    <p:blipFill>
                      <a:blip r:embed="rId7"/>
                      <a:srcRect/>
                      <a:stretch>
                        <a:fillRect/>
                      </a:stretch>
                    </p:blipFill>
                    <p:spPr bwMode="auto">
                      <a:xfrm>
                        <a:off x="2412033" y="3283778"/>
                        <a:ext cx="3863975" cy="804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80386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2" cstate="print"/>
          <a:srcRect/>
          <a:stretch>
            <a:fillRect/>
          </a:stretch>
        </p:blipFill>
        <p:spPr bwMode="auto">
          <a:xfrm>
            <a:off x="801829" y="1796575"/>
            <a:ext cx="7261017" cy="1219580"/>
          </a:xfrm>
          <a:prstGeom prst="rect">
            <a:avLst/>
          </a:prstGeom>
          <a:noFill/>
          <a:ln w="9525">
            <a:noFill/>
            <a:miter lim="800000"/>
            <a:headEnd/>
            <a:tailEnd/>
          </a:ln>
          <a:effectLst/>
        </p:spPr>
      </p:pic>
      <p:pic>
        <p:nvPicPr>
          <p:cNvPr id="34819" name="Picture 3"/>
          <p:cNvPicPr>
            <a:picLocks noChangeAspect="1" noChangeArrowheads="1"/>
          </p:cNvPicPr>
          <p:nvPr/>
        </p:nvPicPr>
        <p:blipFill>
          <a:blip r:embed="rId3" cstate="print"/>
          <a:srcRect/>
          <a:stretch>
            <a:fillRect/>
          </a:stretch>
        </p:blipFill>
        <p:spPr bwMode="auto">
          <a:xfrm>
            <a:off x="938308" y="4594366"/>
            <a:ext cx="7098504" cy="1192284"/>
          </a:xfrm>
          <a:prstGeom prst="rect">
            <a:avLst/>
          </a:prstGeom>
          <a:noFill/>
          <a:ln w="9525">
            <a:noFill/>
            <a:miter lim="800000"/>
            <a:headEnd/>
            <a:tailEnd/>
          </a:ln>
          <a:effectLst/>
        </p:spPr>
      </p:pic>
      <p:sp>
        <p:nvSpPr>
          <p:cNvPr id="3482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4820" name="Object 4"/>
          <p:cNvGraphicFramePr>
            <a:graphicFrameLocks noChangeAspect="1"/>
          </p:cNvGraphicFramePr>
          <p:nvPr/>
        </p:nvGraphicFramePr>
        <p:xfrm>
          <a:off x="2373313" y="409575"/>
          <a:ext cx="3948112" cy="900113"/>
        </p:xfrm>
        <a:graphic>
          <a:graphicData uri="http://schemas.openxmlformats.org/presentationml/2006/ole">
            <mc:AlternateContent xmlns:mc="http://schemas.openxmlformats.org/markup-compatibility/2006">
              <mc:Choice xmlns:v="urn:schemas-microsoft-com:vml" Requires="v">
                <p:oleObj name="Equation" r:id="rId4" imgW="1879560" imgH="431640" progId="Equation.3">
                  <p:embed/>
                </p:oleObj>
              </mc:Choice>
              <mc:Fallback>
                <p:oleObj name="Equation" r:id="rId4" imgW="1879560" imgH="431640" progId="Equation.3">
                  <p:embed/>
                  <p:pic>
                    <p:nvPicPr>
                      <p:cNvPr id="34820" name="Object 4"/>
                      <p:cNvPicPr>
                        <a:picLocks noChangeAspect="1" noChangeArrowheads="1"/>
                      </p:cNvPicPr>
                      <p:nvPr/>
                    </p:nvPicPr>
                    <p:blipFill>
                      <a:blip r:embed="rId5"/>
                      <a:srcRect/>
                      <a:stretch>
                        <a:fillRect/>
                      </a:stretch>
                    </p:blipFill>
                    <p:spPr bwMode="auto">
                      <a:xfrm>
                        <a:off x="2373313" y="409575"/>
                        <a:ext cx="3948112" cy="900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2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4822" name="Object 6"/>
          <p:cNvGraphicFramePr>
            <a:graphicFrameLocks noChangeAspect="1"/>
          </p:cNvGraphicFramePr>
          <p:nvPr/>
        </p:nvGraphicFramePr>
        <p:xfrm>
          <a:off x="2354263" y="3248025"/>
          <a:ext cx="4408487" cy="819150"/>
        </p:xfrm>
        <a:graphic>
          <a:graphicData uri="http://schemas.openxmlformats.org/presentationml/2006/ole">
            <mc:AlternateContent xmlns:mc="http://schemas.openxmlformats.org/markup-compatibility/2006">
              <mc:Choice xmlns:v="urn:schemas-microsoft-com:vml" Requires="v">
                <p:oleObj name="Equation" r:id="rId6" imgW="2311200" imgH="431640" progId="Equation.3">
                  <p:embed/>
                </p:oleObj>
              </mc:Choice>
              <mc:Fallback>
                <p:oleObj name="Equation" r:id="rId6" imgW="2311200" imgH="431640" progId="Equation.3">
                  <p:embed/>
                  <p:pic>
                    <p:nvPicPr>
                      <p:cNvPr id="34822" name="Object 6"/>
                      <p:cNvPicPr>
                        <a:picLocks noChangeAspect="1" noChangeArrowheads="1"/>
                      </p:cNvPicPr>
                      <p:nvPr/>
                    </p:nvPicPr>
                    <p:blipFill>
                      <a:blip r:embed="rId7"/>
                      <a:srcRect/>
                      <a:stretch>
                        <a:fillRect/>
                      </a:stretch>
                    </p:blipFill>
                    <p:spPr bwMode="auto">
                      <a:xfrm>
                        <a:off x="2354263" y="3248025"/>
                        <a:ext cx="4408487" cy="819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649067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223.3.9</a:t>
            </a:r>
          </a:p>
        </p:txBody>
      </p:sp>
      <p:sp>
        <p:nvSpPr>
          <p:cNvPr id="3" name="Content Placeholder 2"/>
          <p:cNvSpPr>
            <a:spLocks noGrp="1"/>
          </p:cNvSpPr>
          <p:nvPr>
            <p:ph idx="1"/>
          </p:nvPr>
        </p:nvSpPr>
        <p:spPr/>
        <p:txBody>
          <a:bodyPr/>
          <a:lstStyle/>
          <a:p>
            <a:pPr marL="0" indent="0">
              <a:buNone/>
            </a:pPr>
            <a:r>
              <a:rPr lang="en-US" dirty="0"/>
              <a:t>What shape are sound waves?</a:t>
            </a:r>
          </a:p>
          <a:p>
            <a:pPr marL="514350" indent="-514350">
              <a:buFont typeface="+mj-lt"/>
              <a:buAutoNum type="alphaLcParenR"/>
            </a:pPr>
            <a:r>
              <a:rPr lang="en-US" dirty="0"/>
              <a:t>linear</a:t>
            </a:r>
          </a:p>
          <a:p>
            <a:pPr marL="514350" indent="-514350">
              <a:buFont typeface="+mj-lt"/>
              <a:buAutoNum type="alphaLcParenR"/>
            </a:pPr>
            <a:r>
              <a:rPr lang="en-US" dirty="0"/>
              <a:t>circular</a:t>
            </a:r>
          </a:p>
          <a:p>
            <a:pPr marL="514350" indent="-514350">
              <a:buFont typeface="+mj-lt"/>
              <a:buAutoNum type="alphaLcParenR"/>
            </a:pPr>
            <a:r>
              <a:rPr lang="en-US"/>
              <a:t>Spherical</a:t>
            </a:r>
            <a:endParaRPr lang="en-US" dirty="0"/>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47</a:t>
            </a:fld>
            <a:endParaRPr lang="en-US"/>
          </a:p>
        </p:txBody>
      </p:sp>
    </p:spTree>
    <p:extLst>
      <p:ext uri="{BB962C8B-B14F-4D97-AF65-F5344CB8AC3E}">
        <p14:creationId xmlns:p14="http://schemas.microsoft.com/office/powerpoint/2010/main" val="42031049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a:xfrm>
            <a:off x="1289713" y="5105400"/>
            <a:ext cx="6400800" cy="1752600"/>
          </a:xfrm>
        </p:spPr>
        <p:txBody>
          <a:bodyPr>
            <a:normAutofit/>
          </a:bodyPr>
          <a:lstStyle/>
          <a:p>
            <a:r>
              <a:rPr lang="en-US" sz="2000" dirty="0"/>
              <a:t>Water Drop and wave From Julian Evil: Attribution-Share Alike 2.0 Generic</a:t>
            </a:r>
          </a:p>
        </p:txBody>
      </p:sp>
      <p:pic>
        <p:nvPicPr>
          <p:cNvPr id="1026" name="Picture 2"/>
          <p:cNvPicPr>
            <a:picLocks noChangeAspect="1" noChangeArrowheads="1"/>
          </p:cNvPicPr>
          <p:nvPr/>
        </p:nvPicPr>
        <p:blipFill>
          <a:blip r:embed="rId2" cstate="print"/>
          <a:srcRect/>
          <a:stretch>
            <a:fillRect/>
          </a:stretch>
        </p:blipFill>
        <p:spPr bwMode="auto">
          <a:xfrm>
            <a:off x="707409" y="0"/>
            <a:ext cx="7620000" cy="5086350"/>
          </a:xfrm>
          <a:prstGeom prst="rect">
            <a:avLst/>
          </a:prstGeom>
          <a:noFill/>
          <a:ln w="9525">
            <a:noFill/>
            <a:miter lim="800000"/>
            <a:headEnd/>
            <a:tailEnd/>
          </a:ln>
        </p:spPr>
      </p:pic>
    </p:spTree>
    <p:extLst>
      <p:ext uri="{BB962C8B-B14F-4D97-AF65-F5344CB8AC3E}">
        <p14:creationId xmlns:p14="http://schemas.microsoft.com/office/powerpoint/2010/main" val="6835495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ChangeAspect="1" noChangeArrowheads="1"/>
          </p:cNvPicPr>
          <p:nvPr/>
        </p:nvPicPr>
        <p:blipFill>
          <a:blip r:embed="rId2" cstate="print"/>
          <a:srcRect l="1445" t="4200" b="4743"/>
          <a:stretch>
            <a:fillRect/>
          </a:stretch>
        </p:blipFill>
        <p:spPr bwMode="auto">
          <a:xfrm>
            <a:off x="2971800" y="2895600"/>
            <a:ext cx="3248025" cy="1066800"/>
          </a:xfrm>
          <a:prstGeom prst="rect">
            <a:avLst/>
          </a:prstGeom>
          <a:noFill/>
          <a:ln w="9525">
            <a:noFill/>
            <a:miter lim="800000"/>
            <a:headEnd/>
            <a:tailEnd/>
          </a:ln>
          <a:effectLst/>
        </p:spPr>
      </p:pic>
      <p:sp>
        <p:nvSpPr>
          <p:cNvPr id="5" name="TextBox 4"/>
          <p:cNvSpPr txBox="1"/>
          <p:nvPr/>
        </p:nvSpPr>
        <p:spPr>
          <a:xfrm>
            <a:off x="2819400" y="4876800"/>
            <a:ext cx="4038600" cy="646331"/>
          </a:xfrm>
          <a:prstGeom prst="rect">
            <a:avLst/>
          </a:prstGeom>
          <a:noFill/>
        </p:spPr>
        <p:txBody>
          <a:bodyPr wrap="square" rtlCol="0">
            <a:spAutoFit/>
          </a:bodyPr>
          <a:lstStyle/>
          <a:p>
            <a:r>
              <a:rPr lang="en-US" dirty="0"/>
              <a:t>Portion of a Spherical Wave: Wave becomes more flat as it expands</a:t>
            </a:r>
          </a:p>
        </p:txBody>
      </p:sp>
      <p:cxnSp>
        <p:nvCxnSpPr>
          <p:cNvPr id="7" name="Straight Arrow Connector 6"/>
          <p:cNvCxnSpPr/>
          <p:nvPr/>
        </p:nvCxnSpPr>
        <p:spPr>
          <a:xfrm rot="16200000" flipV="1">
            <a:off x="3276600" y="4191000"/>
            <a:ext cx="914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rot="5400000" flipH="1" flipV="1">
            <a:off x="3619500" y="3848100"/>
            <a:ext cx="121920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3886200" y="3581400"/>
            <a:ext cx="1447800" cy="1219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3886200" y="3657600"/>
            <a:ext cx="2209800" cy="1143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33298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2F779A-5D6A-858C-4A69-5A500F40FF2D}"/>
              </a:ext>
            </a:extLst>
          </p:cNvPr>
          <p:cNvSpPr>
            <a:spLocks noGrp="1"/>
          </p:cNvSpPr>
          <p:nvPr>
            <p:ph type="ctrTitle"/>
          </p:nvPr>
        </p:nvSpPr>
        <p:spPr/>
        <p:txBody>
          <a:bodyPr/>
          <a:lstStyle/>
          <a:p>
            <a:r>
              <a:rPr lang="en-US" dirty="0"/>
              <a:t>END</a:t>
            </a:r>
          </a:p>
        </p:txBody>
      </p:sp>
      <p:sp>
        <p:nvSpPr>
          <p:cNvPr id="5" name="Subtitle 4">
            <a:extLst>
              <a:ext uri="{FF2B5EF4-FFF2-40B4-BE49-F238E27FC236}">
                <a16:creationId xmlns:a16="http://schemas.microsoft.com/office/drawing/2014/main" id="{EDDA31AA-F4F9-0FFC-A350-87D5B842DC3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802012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223.4.0.1</a:t>
            </a:r>
          </a:p>
        </p:txBody>
      </p:sp>
      <p:sp>
        <p:nvSpPr>
          <p:cNvPr id="3" name="Content Placeholder 2"/>
          <p:cNvSpPr>
            <a:spLocks noGrp="1"/>
          </p:cNvSpPr>
          <p:nvPr>
            <p:ph idx="1"/>
          </p:nvPr>
        </p:nvSpPr>
        <p:spPr/>
        <p:txBody>
          <a:bodyPr/>
          <a:lstStyle/>
          <a:p>
            <a:pPr marL="0" indent="0">
              <a:buNone/>
            </a:pPr>
            <a:r>
              <a:rPr lang="en-US" dirty="0"/>
              <a:t>For sound waves, what is a compression?</a:t>
            </a:r>
          </a:p>
          <a:p>
            <a:pPr marL="514350" indent="-514350">
              <a:buAutoNum type="alphaLcParenR"/>
            </a:pPr>
            <a:r>
              <a:rPr lang="en-US" dirty="0"/>
              <a:t>It is a region of higher pressure</a:t>
            </a:r>
          </a:p>
          <a:p>
            <a:pPr marL="514350" indent="-514350">
              <a:buAutoNum type="alphaLcParenR"/>
            </a:pPr>
            <a:r>
              <a:rPr lang="en-US" dirty="0"/>
              <a:t>It is a region of lower pressure</a:t>
            </a:r>
          </a:p>
          <a:p>
            <a:pPr marL="514350" indent="-514350">
              <a:buAutoNum type="alphaLcParenR"/>
            </a:pPr>
            <a:r>
              <a:rPr lang="en-US" dirty="0"/>
              <a:t>It is an area over which a force is applied</a:t>
            </a:r>
          </a:p>
          <a:p>
            <a:pPr marL="514350" indent="-514350">
              <a:buAutoNum type="alphaLcParenR"/>
            </a:pPr>
            <a:r>
              <a:rPr lang="en-US" dirty="0"/>
              <a:t>It refers to the collision time of molecules</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51</a:t>
            </a:fld>
            <a:endParaRPr lang="en-US"/>
          </a:p>
        </p:txBody>
      </p:sp>
    </p:spTree>
    <p:extLst>
      <p:ext uri="{BB962C8B-B14F-4D97-AF65-F5344CB8AC3E}">
        <p14:creationId xmlns:p14="http://schemas.microsoft.com/office/powerpoint/2010/main" val="9351479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223.4.0.2</a:t>
            </a:r>
          </a:p>
        </p:txBody>
      </p:sp>
      <p:sp>
        <p:nvSpPr>
          <p:cNvPr id="3" name="Content Placeholder 2"/>
          <p:cNvSpPr>
            <a:spLocks noGrp="1"/>
          </p:cNvSpPr>
          <p:nvPr>
            <p:ph idx="1"/>
          </p:nvPr>
        </p:nvSpPr>
        <p:spPr/>
        <p:txBody>
          <a:bodyPr/>
          <a:lstStyle/>
          <a:p>
            <a:pPr marL="0" indent="0">
              <a:buNone/>
            </a:pPr>
            <a:r>
              <a:rPr lang="en-US" dirty="0"/>
              <a:t>For sound waves, a compression is a high pressure region, what do we call a low pressure region?</a:t>
            </a:r>
          </a:p>
          <a:p>
            <a:pPr marL="514350" indent="-514350">
              <a:buAutoNum type="alphaLcParenR"/>
            </a:pPr>
            <a:r>
              <a:rPr lang="en-US" dirty="0"/>
              <a:t>Low pressure region</a:t>
            </a:r>
          </a:p>
          <a:p>
            <a:pPr marL="514350" indent="-514350">
              <a:buAutoNum type="alphaLcParenR"/>
            </a:pPr>
            <a:r>
              <a:rPr lang="en-US" dirty="0"/>
              <a:t>Pressure </a:t>
            </a:r>
            <a:r>
              <a:rPr lang="en-US" dirty="0" err="1"/>
              <a:t>minimimization</a:t>
            </a:r>
            <a:endParaRPr lang="en-US" dirty="0"/>
          </a:p>
          <a:p>
            <a:pPr marL="514350" indent="-514350">
              <a:buAutoNum type="alphaLcParenR"/>
            </a:pPr>
            <a:r>
              <a:rPr lang="en-US" dirty="0" err="1"/>
              <a:t>hypopresurization</a:t>
            </a:r>
            <a:endParaRPr lang="en-US" dirty="0"/>
          </a:p>
          <a:p>
            <a:pPr marL="514350" indent="-514350">
              <a:buAutoNum type="alphaLcParenR"/>
            </a:pPr>
            <a:r>
              <a:rPr lang="en-US" dirty="0"/>
              <a:t>Rarefaction</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52</a:t>
            </a:fld>
            <a:endParaRPr lang="en-US"/>
          </a:p>
        </p:txBody>
      </p:sp>
    </p:spTree>
    <p:extLst>
      <p:ext uri="{BB962C8B-B14F-4D97-AF65-F5344CB8AC3E}">
        <p14:creationId xmlns:p14="http://schemas.microsoft.com/office/powerpoint/2010/main" val="438039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223.4.0.3</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We can represent a sound wave as displacement, s(</a:t>
                </a:r>
                <a:r>
                  <a:rPr lang="en-US" dirty="0" err="1"/>
                  <a:t>x,t</a:t>
                </a:r>
                <a:r>
                  <a:rPr lang="en-US" dirty="0"/>
                  <a:t>), or pressure difference, </a:t>
                </a:r>
                <a:r>
                  <a:rPr lang="en-US" dirty="0">
                    <a:sym typeface="Symbol"/>
                  </a:rPr>
                  <a:t>P(</a:t>
                </a:r>
                <a:r>
                  <a:rPr lang="en-US" dirty="0" err="1">
                    <a:sym typeface="Symbol"/>
                  </a:rPr>
                  <a:t>x,t</a:t>
                </a:r>
                <a:r>
                  <a:rPr lang="en-US" dirty="0">
                    <a:sym typeface="Symbol"/>
                  </a:rPr>
                  <a:t>). By how much </a:t>
                </a:r>
                <a:r>
                  <a:rPr lang="en-US">
                    <a:sym typeface="Symbol"/>
                  </a:rPr>
                  <a:t>is P(</a:t>
                </a:r>
                <a:r>
                  <a:rPr lang="en-US" dirty="0" err="1">
                    <a:sym typeface="Symbol"/>
                  </a:rPr>
                  <a:t>x,t</a:t>
                </a:r>
                <a:r>
                  <a:rPr lang="en-US" dirty="0">
                    <a:sym typeface="Symbol"/>
                  </a:rPr>
                  <a:t>) out of phase with </a:t>
                </a:r>
                <a:r>
                  <a:rPr lang="en-US" dirty="0"/>
                  <a:t>s(</a:t>
                </a:r>
                <a:r>
                  <a:rPr lang="en-US" dirty="0" err="1"/>
                  <a:t>x,t</a:t>
                </a:r>
                <a:r>
                  <a:rPr lang="en-US" dirty="0"/>
                  <a:t>)?</a:t>
                </a:r>
              </a:p>
              <a:p>
                <a:pPr marL="514350" indent="-514350">
                  <a:buAutoNum type="alphaLcParenR"/>
                </a:pPr>
                <a:r>
                  <a:rPr lang="en-US" dirty="0"/>
                  <a:t>They are not out of phase</a:t>
                </a:r>
              </a:p>
              <a:p>
                <a:pPr marL="514350" indent="-514350">
                  <a:buAutoNum type="alphaLcParenR"/>
                </a:pPr>
                <a14:m>
                  <m:oMath xmlns:m="http://schemas.openxmlformats.org/officeDocument/2006/math">
                    <m:r>
                      <a:rPr lang="en-US" i="1" dirty="0" smtClean="0">
                        <a:latin typeface="Cambria Math"/>
                        <a:sym typeface="Symbol"/>
                      </a:rPr>
                      <m:t></m:t>
                    </m:r>
                  </m:oMath>
                </a14:m>
                <a:r>
                  <a:rPr lang="en-US" dirty="0"/>
                  <a:t>/2</a:t>
                </a:r>
              </a:p>
              <a:p>
                <a:pPr marL="514350" indent="-514350">
                  <a:buAutoNum type="alphaLcParenR"/>
                </a:pPr>
                <a14:m>
                  <m:oMath xmlns:m="http://schemas.openxmlformats.org/officeDocument/2006/math">
                    <m:r>
                      <a:rPr lang="en-US" i="1" dirty="0">
                        <a:latin typeface="Cambria Math"/>
                        <a:sym typeface="Symbol"/>
                      </a:rPr>
                      <m:t></m:t>
                    </m:r>
                  </m:oMath>
                </a14:m>
                <a:endParaRPr lang="en-US" dirty="0"/>
              </a:p>
              <a:p>
                <a:pPr marL="514350" indent="-514350">
                  <a:buFont typeface="Arial" pitchFamily="34" charset="0"/>
                  <a:buAutoNum type="alphaLcParenR"/>
                </a:pPr>
                <a:r>
                  <a:rPr lang="en-US" dirty="0"/>
                  <a:t>2</a:t>
                </a:r>
                <a14:m>
                  <m:oMath xmlns:m="http://schemas.openxmlformats.org/officeDocument/2006/math">
                    <m:r>
                      <a:rPr lang="en-US" i="1" dirty="0">
                        <a:latin typeface="Cambria Math"/>
                        <a:sym typeface="Symbol"/>
                      </a:rPr>
                      <m:t></m:t>
                    </m:r>
                  </m:oMath>
                </a14:m>
                <a:endParaRPr lang="en-US" dirty="0"/>
              </a:p>
              <a:p>
                <a:pPr marL="514350" indent="-514350">
                  <a:buAutoNum type="alphaLcParenR"/>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926" t="-1752" b="-148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53</a:t>
            </a:fld>
            <a:endParaRPr lang="en-US"/>
          </a:p>
        </p:txBody>
      </p:sp>
    </p:spTree>
    <p:extLst>
      <p:ext uri="{BB962C8B-B14F-4D97-AF65-F5344CB8AC3E}">
        <p14:creationId xmlns:p14="http://schemas.microsoft.com/office/powerpoint/2010/main" val="8408471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281" name="Picture 1"/>
          <p:cNvPicPr>
            <a:picLocks noChangeAspect="1" noChangeArrowheads="1"/>
          </p:cNvPicPr>
          <p:nvPr/>
        </p:nvPicPr>
        <p:blipFill>
          <a:blip r:embed="rId2" cstate="print"/>
          <a:srcRect/>
          <a:stretch>
            <a:fillRect/>
          </a:stretch>
        </p:blipFill>
        <p:spPr bwMode="auto">
          <a:xfrm>
            <a:off x="3502025" y="-4763"/>
            <a:ext cx="4352925" cy="6867526"/>
          </a:xfrm>
          <a:prstGeom prst="rect">
            <a:avLst/>
          </a:prstGeom>
          <a:noFill/>
          <a:ln w="9525">
            <a:noFill/>
            <a:miter lim="800000"/>
            <a:headEnd/>
            <a:tailEnd/>
          </a:ln>
        </p:spPr>
      </p:pic>
    </p:spTree>
    <p:extLst>
      <p:ext uri="{BB962C8B-B14F-4D97-AF65-F5344CB8AC3E}">
        <p14:creationId xmlns:p14="http://schemas.microsoft.com/office/powerpoint/2010/main" val="24423746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5" name="Rectangle 41"/>
          <p:cNvSpPr>
            <a:spLocks noChangeArrowheads="1"/>
          </p:cNvSpPr>
          <p:nvPr/>
        </p:nvSpPr>
        <p:spPr bwMode="auto">
          <a:xfrm>
            <a:off x="3238500" y="2032000"/>
            <a:ext cx="2900363" cy="831850"/>
          </a:xfrm>
          <a:prstGeom prst="rect">
            <a:avLst/>
          </a:prstGeom>
          <a:solidFill>
            <a:schemeClr val="accent1"/>
          </a:solidFill>
          <a:ln w="9525">
            <a:noFill/>
            <a:miter lim="800000"/>
            <a:headEnd/>
            <a:tailEnd/>
          </a:ln>
        </p:spPr>
        <p:txBody>
          <a:bodyPr wrap="none" anchor="ctr"/>
          <a:lstStyle/>
          <a:p>
            <a:endParaRPr lang="en-US" dirty="0"/>
          </a:p>
        </p:txBody>
      </p:sp>
      <p:sp>
        <p:nvSpPr>
          <p:cNvPr id="104" name="Rectangle 39"/>
          <p:cNvSpPr>
            <a:spLocks noChangeArrowheads="1"/>
          </p:cNvSpPr>
          <p:nvPr/>
        </p:nvSpPr>
        <p:spPr bwMode="auto">
          <a:xfrm>
            <a:off x="708025" y="2011363"/>
            <a:ext cx="3054350" cy="800100"/>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482307" name="Rectangle 41"/>
          <p:cNvSpPr>
            <a:spLocks noChangeArrowheads="1"/>
          </p:cNvSpPr>
          <p:nvPr/>
        </p:nvSpPr>
        <p:spPr bwMode="auto">
          <a:xfrm>
            <a:off x="6308725" y="2011363"/>
            <a:ext cx="2633663" cy="830262"/>
          </a:xfrm>
          <a:prstGeom prst="rect">
            <a:avLst/>
          </a:prstGeom>
          <a:solidFill>
            <a:schemeClr val="accent1"/>
          </a:solidFill>
          <a:ln w="9525">
            <a:noFill/>
            <a:miter lim="800000"/>
            <a:headEnd/>
            <a:tailEnd/>
          </a:ln>
        </p:spPr>
        <p:txBody>
          <a:bodyPr wrap="none" anchor="ctr"/>
          <a:lstStyle/>
          <a:p>
            <a:endParaRPr lang="en-US" dirty="0"/>
          </a:p>
        </p:txBody>
      </p:sp>
      <p:sp>
        <p:nvSpPr>
          <p:cNvPr id="119" name="Rectangle 39"/>
          <p:cNvSpPr>
            <a:spLocks noChangeArrowheads="1"/>
          </p:cNvSpPr>
          <p:nvPr/>
        </p:nvSpPr>
        <p:spPr bwMode="auto">
          <a:xfrm>
            <a:off x="5502275" y="2000250"/>
            <a:ext cx="2986088" cy="830263"/>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120" name="Rectangle 119"/>
          <p:cNvSpPr/>
          <p:nvPr/>
        </p:nvSpPr>
        <p:spPr>
          <a:xfrm>
            <a:off x="477838" y="2003425"/>
            <a:ext cx="1744662" cy="815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82310" name="Rectangle 44"/>
          <p:cNvSpPr>
            <a:spLocks noChangeArrowheads="1"/>
          </p:cNvSpPr>
          <p:nvPr/>
        </p:nvSpPr>
        <p:spPr bwMode="auto">
          <a:xfrm>
            <a:off x="1150938" y="2260600"/>
            <a:ext cx="1000125" cy="298450"/>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sp>
        <p:nvSpPr>
          <p:cNvPr id="482311" name="Rectangle 45"/>
          <p:cNvSpPr>
            <a:spLocks noChangeArrowheads="1"/>
          </p:cNvSpPr>
          <p:nvPr/>
        </p:nvSpPr>
        <p:spPr bwMode="auto">
          <a:xfrm>
            <a:off x="2151063" y="2011363"/>
            <a:ext cx="212725" cy="796925"/>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sp>
        <p:nvSpPr>
          <p:cNvPr id="123" name="Oval 122"/>
          <p:cNvSpPr/>
          <p:nvPr/>
        </p:nvSpPr>
        <p:spPr>
          <a:xfrm>
            <a:off x="2460625" y="2441575"/>
            <a:ext cx="114300" cy="147638"/>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4" name="Oval 123"/>
          <p:cNvSpPr/>
          <p:nvPr/>
        </p:nvSpPr>
        <p:spPr>
          <a:xfrm>
            <a:off x="2484438" y="2273300"/>
            <a:ext cx="114300" cy="1460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6" name="Oval 125"/>
          <p:cNvSpPr/>
          <p:nvPr/>
        </p:nvSpPr>
        <p:spPr>
          <a:xfrm>
            <a:off x="2471738" y="2095500"/>
            <a:ext cx="114300" cy="146050"/>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82315" name="Rectangle 43"/>
          <p:cNvSpPr>
            <a:spLocks noChangeArrowheads="1"/>
          </p:cNvSpPr>
          <p:nvPr/>
        </p:nvSpPr>
        <p:spPr bwMode="auto">
          <a:xfrm>
            <a:off x="1196975" y="2808288"/>
            <a:ext cx="7726363" cy="131762"/>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128" name="Oval 127"/>
          <p:cNvSpPr/>
          <p:nvPr/>
        </p:nvSpPr>
        <p:spPr>
          <a:xfrm>
            <a:off x="2493963" y="2667000"/>
            <a:ext cx="114300" cy="147638"/>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82317" name="Rectangle 42"/>
          <p:cNvSpPr>
            <a:spLocks noChangeArrowheads="1"/>
          </p:cNvSpPr>
          <p:nvPr/>
        </p:nvSpPr>
        <p:spPr bwMode="auto">
          <a:xfrm>
            <a:off x="1196975" y="1911350"/>
            <a:ext cx="7726363" cy="1317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cxnSp>
        <p:nvCxnSpPr>
          <p:cNvPr id="130" name="Straight Connector 129"/>
          <p:cNvCxnSpPr/>
          <p:nvPr/>
        </p:nvCxnSpPr>
        <p:spPr>
          <a:xfrm>
            <a:off x="1360488" y="4341813"/>
            <a:ext cx="7837487" cy="15875"/>
          </a:xfrm>
          <a:prstGeom prst="line">
            <a:avLst/>
          </a:prstGeom>
        </p:spPr>
        <p:style>
          <a:lnRef idx="1">
            <a:schemeClr val="accent1"/>
          </a:lnRef>
          <a:fillRef idx="0">
            <a:schemeClr val="accent1"/>
          </a:fillRef>
          <a:effectRef idx="0">
            <a:schemeClr val="accent1"/>
          </a:effectRef>
          <a:fontRef idx="minor">
            <a:schemeClr val="tx1"/>
          </a:fontRef>
        </p:style>
      </p:cxnSp>
      <p:sp>
        <p:nvSpPr>
          <p:cNvPr id="131" name="Rectangle 130"/>
          <p:cNvSpPr/>
          <p:nvPr/>
        </p:nvSpPr>
        <p:spPr>
          <a:xfrm>
            <a:off x="3798888" y="4289425"/>
            <a:ext cx="239712" cy="750888"/>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2" name="Rectangle 131"/>
          <p:cNvSpPr/>
          <p:nvPr/>
        </p:nvSpPr>
        <p:spPr>
          <a:xfrm>
            <a:off x="4278313" y="4371975"/>
            <a:ext cx="266700" cy="47307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3" name="Rectangle 132"/>
          <p:cNvSpPr/>
          <p:nvPr/>
        </p:nvSpPr>
        <p:spPr>
          <a:xfrm flipV="1">
            <a:off x="4789488" y="4391025"/>
            <a:ext cx="277812" cy="225425"/>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4" name="Rectangle 133"/>
          <p:cNvSpPr/>
          <p:nvPr/>
        </p:nvSpPr>
        <p:spPr>
          <a:xfrm>
            <a:off x="5302250" y="4305300"/>
            <a:ext cx="238125" cy="1016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5" name="Rectangle 134"/>
          <p:cNvSpPr/>
          <p:nvPr/>
        </p:nvSpPr>
        <p:spPr>
          <a:xfrm>
            <a:off x="5878513" y="4208463"/>
            <a:ext cx="266700" cy="182562"/>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6" name="Rectangle 135"/>
          <p:cNvSpPr/>
          <p:nvPr/>
        </p:nvSpPr>
        <p:spPr>
          <a:xfrm>
            <a:off x="6324600" y="3881438"/>
            <a:ext cx="261938" cy="50958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7" name="Rectangle 136"/>
          <p:cNvSpPr/>
          <p:nvPr/>
        </p:nvSpPr>
        <p:spPr>
          <a:xfrm>
            <a:off x="6819900" y="3686175"/>
            <a:ext cx="190500" cy="70485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8" name="Rectangle 137"/>
          <p:cNvSpPr/>
          <p:nvPr/>
        </p:nvSpPr>
        <p:spPr>
          <a:xfrm>
            <a:off x="7250113" y="3930650"/>
            <a:ext cx="233362" cy="46037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9" name="Rectangle 138"/>
          <p:cNvSpPr/>
          <p:nvPr/>
        </p:nvSpPr>
        <p:spPr>
          <a:xfrm flipV="1">
            <a:off x="7713663" y="4154488"/>
            <a:ext cx="276225" cy="193675"/>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0" name="Rectangle 139"/>
          <p:cNvSpPr/>
          <p:nvPr/>
        </p:nvSpPr>
        <p:spPr>
          <a:xfrm>
            <a:off x="8143875" y="4319588"/>
            <a:ext cx="227013" cy="7143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1" name="Rectangle 140"/>
          <p:cNvSpPr/>
          <p:nvPr/>
        </p:nvSpPr>
        <p:spPr>
          <a:xfrm>
            <a:off x="8605838" y="4319588"/>
            <a:ext cx="228600" cy="71437"/>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2" name="Rectangle 141"/>
          <p:cNvSpPr/>
          <p:nvPr/>
        </p:nvSpPr>
        <p:spPr>
          <a:xfrm flipV="1">
            <a:off x="1965325" y="4143375"/>
            <a:ext cx="276225" cy="201613"/>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4" name="Rectangle 143"/>
          <p:cNvSpPr/>
          <p:nvPr/>
        </p:nvSpPr>
        <p:spPr>
          <a:xfrm>
            <a:off x="2406650" y="4319588"/>
            <a:ext cx="254000" cy="9207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8" name="Rectangle 147"/>
          <p:cNvSpPr/>
          <p:nvPr/>
        </p:nvSpPr>
        <p:spPr>
          <a:xfrm>
            <a:off x="2814638" y="4316413"/>
            <a:ext cx="228600" cy="2667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9" name="Rectangle 148"/>
          <p:cNvSpPr/>
          <p:nvPr/>
        </p:nvSpPr>
        <p:spPr>
          <a:xfrm>
            <a:off x="3282950" y="4316413"/>
            <a:ext cx="314325" cy="56038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0" name="Oval 149"/>
          <p:cNvSpPr/>
          <p:nvPr/>
        </p:nvSpPr>
        <p:spPr>
          <a:xfrm>
            <a:off x="6362700" y="2371725"/>
            <a:ext cx="114300" cy="1460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1" name="Oval 150"/>
          <p:cNvSpPr/>
          <p:nvPr/>
        </p:nvSpPr>
        <p:spPr>
          <a:xfrm>
            <a:off x="5338763" y="2354263"/>
            <a:ext cx="114300" cy="14763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2" name="Oval 151"/>
          <p:cNvSpPr/>
          <p:nvPr/>
        </p:nvSpPr>
        <p:spPr>
          <a:xfrm flipH="1">
            <a:off x="8256588" y="2589213"/>
            <a:ext cx="114300" cy="1460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3" name="Oval 152"/>
          <p:cNvSpPr/>
          <p:nvPr/>
        </p:nvSpPr>
        <p:spPr>
          <a:xfrm flipH="1">
            <a:off x="8202613" y="2114550"/>
            <a:ext cx="114300" cy="147638"/>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4" name="Oval 153"/>
          <p:cNvSpPr/>
          <p:nvPr/>
        </p:nvSpPr>
        <p:spPr>
          <a:xfrm flipH="1">
            <a:off x="7413625" y="2327275"/>
            <a:ext cx="114300" cy="147638"/>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18" name="Oval 217"/>
          <p:cNvSpPr/>
          <p:nvPr/>
        </p:nvSpPr>
        <p:spPr>
          <a:xfrm flipH="1">
            <a:off x="2557463" y="2484438"/>
            <a:ext cx="114300" cy="1460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19" name="Oval 218"/>
          <p:cNvSpPr/>
          <p:nvPr/>
        </p:nvSpPr>
        <p:spPr>
          <a:xfrm flipH="1">
            <a:off x="3319463" y="2373313"/>
            <a:ext cx="114300" cy="14763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20" name="Oval 219"/>
          <p:cNvSpPr/>
          <p:nvPr/>
        </p:nvSpPr>
        <p:spPr>
          <a:xfrm flipH="1">
            <a:off x="4289425" y="2397125"/>
            <a:ext cx="114300" cy="14605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21" name="Oval 220"/>
          <p:cNvSpPr/>
          <p:nvPr/>
        </p:nvSpPr>
        <p:spPr>
          <a:xfrm>
            <a:off x="8339138" y="2228850"/>
            <a:ext cx="114300" cy="147638"/>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22" name="Oval 221"/>
          <p:cNvSpPr/>
          <p:nvPr/>
        </p:nvSpPr>
        <p:spPr>
          <a:xfrm>
            <a:off x="8245475" y="2392363"/>
            <a:ext cx="114300" cy="14763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23" name="Oval 222"/>
          <p:cNvSpPr/>
          <p:nvPr/>
        </p:nvSpPr>
        <p:spPr>
          <a:xfrm>
            <a:off x="8675688" y="2392363"/>
            <a:ext cx="114300" cy="14763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nvGrpSpPr>
          <p:cNvPr id="2" name="Group 332"/>
          <p:cNvGrpSpPr>
            <a:grpSpLocks/>
          </p:cNvGrpSpPr>
          <p:nvPr/>
        </p:nvGrpSpPr>
        <p:grpSpPr bwMode="auto">
          <a:xfrm>
            <a:off x="1927225" y="3675063"/>
            <a:ext cx="7016750" cy="1365250"/>
            <a:chOff x="1103665" y="397777"/>
            <a:chExt cx="7252679" cy="1452358"/>
          </a:xfrm>
        </p:grpSpPr>
        <p:sp>
          <p:nvSpPr>
            <p:cNvPr id="482347" name="Line 23"/>
            <p:cNvSpPr>
              <a:spLocks noChangeShapeType="1"/>
            </p:cNvSpPr>
            <p:nvPr/>
          </p:nvSpPr>
          <p:spPr bwMode="auto">
            <a:xfrm>
              <a:off x="1103665" y="748468"/>
              <a:ext cx="100365" cy="63762"/>
            </a:xfrm>
            <a:prstGeom prst="line">
              <a:avLst/>
            </a:prstGeom>
            <a:noFill/>
            <a:ln w="3">
              <a:solidFill>
                <a:srgbClr val="FF0000"/>
              </a:solidFill>
              <a:round/>
              <a:headEnd/>
              <a:tailEnd/>
            </a:ln>
          </p:spPr>
          <p:txBody>
            <a:bodyPr/>
            <a:lstStyle/>
            <a:p>
              <a:endParaRPr lang="en-US" dirty="0"/>
            </a:p>
          </p:txBody>
        </p:sp>
        <p:sp>
          <p:nvSpPr>
            <p:cNvPr id="482348" name="Line 24"/>
            <p:cNvSpPr>
              <a:spLocks noChangeShapeType="1"/>
            </p:cNvSpPr>
            <p:nvPr/>
          </p:nvSpPr>
          <p:spPr bwMode="auto">
            <a:xfrm>
              <a:off x="1204030" y="812230"/>
              <a:ext cx="100365" cy="67305"/>
            </a:xfrm>
            <a:prstGeom prst="line">
              <a:avLst/>
            </a:prstGeom>
            <a:noFill/>
            <a:ln w="3">
              <a:solidFill>
                <a:srgbClr val="FF0000"/>
              </a:solidFill>
              <a:round/>
              <a:headEnd/>
              <a:tailEnd/>
            </a:ln>
          </p:spPr>
          <p:txBody>
            <a:bodyPr/>
            <a:lstStyle/>
            <a:p>
              <a:endParaRPr lang="en-US" dirty="0"/>
            </a:p>
          </p:txBody>
        </p:sp>
        <p:sp>
          <p:nvSpPr>
            <p:cNvPr id="482349" name="Line 25"/>
            <p:cNvSpPr>
              <a:spLocks noChangeShapeType="1"/>
            </p:cNvSpPr>
            <p:nvPr/>
          </p:nvSpPr>
          <p:spPr bwMode="auto">
            <a:xfrm>
              <a:off x="1304394" y="879535"/>
              <a:ext cx="100365" cy="70847"/>
            </a:xfrm>
            <a:prstGeom prst="line">
              <a:avLst/>
            </a:prstGeom>
            <a:noFill/>
            <a:ln w="3">
              <a:solidFill>
                <a:srgbClr val="FF0000"/>
              </a:solidFill>
              <a:round/>
              <a:headEnd/>
              <a:tailEnd/>
            </a:ln>
          </p:spPr>
          <p:txBody>
            <a:bodyPr/>
            <a:lstStyle/>
            <a:p>
              <a:endParaRPr lang="en-US" dirty="0"/>
            </a:p>
          </p:txBody>
        </p:sp>
        <p:sp>
          <p:nvSpPr>
            <p:cNvPr id="482350" name="Line 26"/>
            <p:cNvSpPr>
              <a:spLocks noChangeShapeType="1"/>
            </p:cNvSpPr>
            <p:nvPr/>
          </p:nvSpPr>
          <p:spPr bwMode="auto">
            <a:xfrm>
              <a:off x="1404760" y="950381"/>
              <a:ext cx="100365" cy="70847"/>
            </a:xfrm>
            <a:prstGeom prst="line">
              <a:avLst/>
            </a:prstGeom>
            <a:noFill/>
            <a:ln w="3">
              <a:solidFill>
                <a:srgbClr val="FF0000"/>
              </a:solidFill>
              <a:round/>
              <a:headEnd/>
              <a:tailEnd/>
            </a:ln>
          </p:spPr>
          <p:txBody>
            <a:bodyPr/>
            <a:lstStyle/>
            <a:p>
              <a:endParaRPr lang="en-US" dirty="0"/>
            </a:p>
          </p:txBody>
        </p:sp>
        <p:sp>
          <p:nvSpPr>
            <p:cNvPr id="482351" name="Line 27"/>
            <p:cNvSpPr>
              <a:spLocks noChangeShapeType="1"/>
            </p:cNvSpPr>
            <p:nvPr/>
          </p:nvSpPr>
          <p:spPr bwMode="auto">
            <a:xfrm>
              <a:off x="1505125" y="1021229"/>
              <a:ext cx="100365" cy="74388"/>
            </a:xfrm>
            <a:prstGeom prst="line">
              <a:avLst/>
            </a:prstGeom>
            <a:noFill/>
            <a:ln w="3">
              <a:solidFill>
                <a:srgbClr val="FF0000"/>
              </a:solidFill>
              <a:round/>
              <a:headEnd/>
              <a:tailEnd/>
            </a:ln>
          </p:spPr>
          <p:txBody>
            <a:bodyPr/>
            <a:lstStyle/>
            <a:p>
              <a:endParaRPr lang="en-US" dirty="0"/>
            </a:p>
          </p:txBody>
        </p:sp>
        <p:sp>
          <p:nvSpPr>
            <p:cNvPr id="482352" name="Line 28"/>
            <p:cNvSpPr>
              <a:spLocks noChangeShapeType="1"/>
            </p:cNvSpPr>
            <p:nvPr/>
          </p:nvSpPr>
          <p:spPr bwMode="auto">
            <a:xfrm>
              <a:off x="1605489" y="1095617"/>
              <a:ext cx="95082" cy="70847"/>
            </a:xfrm>
            <a:prstGeom prst="line">
              <a:avLst/>
            </a:prstGeom>
            <a:noFill/>
            <a:ln w="3">
              <a:solidFill>
                <a:srgbClr val="FF0000"/>
              </a:solidFill>
              <a:round/>
              <a:headEnd/>
              <a:tailEnd/>
            </a:ln>
          </p:spPr>
          <p:txBody>
            <a:bodyPr/>
            <a:lstStyle/>
            <a:p>
              <a:endParaRPr lang="en-US" dirty="0"/>
            </a:p>
          </p:txBody>
        </p:sp>
        <p:sp>
          <p:nvSpPr>
            <p:cNvPr id="482353" name="Line 29"/>
            <p:cNvSpPr>
              <a:spLocks noChangeShapeType="1"/>
            </p:cNvSpPr>
            <p:nvPr/>
          </p:nvSpPr>
          <p:spPr bwMode="auto">
            <a:xfrm>
              <a:off x="1700572" y="1166464"/>
              <a:ext cx="100365" cy="74388"/>
            </a:xfrm>
            <a:prstGeom prst="line">
              <a:avLst/>
            </a:prstGeom>
            <a:noFill/>
            <a:ln w="3">
              <a:solidFill>
                <a:srgbClr val="FF0000"/>
              </a:solidFill>
              <a:round/>
              <a:headEnd/>
              <a:tailEnd/>
            </a:ln>
          </p:spPr>
          <p:txBody>
            <a:bodyPr/>
            <a:lstStyle/>
            <a:p>
              <a:endParaRPr lang="en-US" dirty="0"/>
            </a:p>
          </p:txBody>
        </p:sp>
        <p:sp>
          <p:nvSpPr>
            <p:cNvPr id="482354" name="Line 30"/>
            <p:cNvSpPr>
              <a:spLocks noChangeShapeType="1"/>
            </p:cNvSpPr>
            <p:nvPr/>
          </p:nvSpPr>
          <p:spPr bwMode="auto">
            <a:xfrm>
              <a:off x="1800936" y="1240853"/>
              <a:ext cx="100365" cy="70847"/>
            </a:xfrm>
            <a:prstGeom prst="line">
              <a:avLst/>
            </a:prstGeom>
            <a:noFill/>
            <a:ln w="3">
              <a:solidFill>
                <a:srgbClr val="FF0000"/>
              </a:solidFill>
              <a:round/>
              <a:headEnd/>
              <a:tailEnd/>
            </a:ln>
          </p:spPr>
          <p:txBody>
            <a:bodyPr/>
            <a:lstStyle/>
            <a:p>
              <a:endParaRPr lang="en-US" dirty="0"/>
            </a:p>
          </p:txBody>
        </p:sp>
        <p:sp>
          <p:nvSpPr>
            <p:cNvPr id="482355" name="Line 31"/>
            <p:cNvSpPr>
              <a:spLocks noChangeShapeType="1"/>
            </p:cNvSpPr>
            <p:nvPr/>
          </p:nvSpPr>
          <p:spPr bwMode="auto">
            <a:xfrm>
              <a:off x="1901301" y="1311700"/>
              <a:ext cx="100365" cy="70847"/>
            </a:xfrm>
            <a:prstGeom prst="line">
              <a:avLst/>
            </a:prstGeom>
            <a:noFill/>
            <a:ln w="3">
              <a:solidFill>
                <a:srgbClr val="FF0000"/>
              </a:solidFill>
              <a:round/>
              <a:headEnd/>
              <a:tailEnd/>
            </a:ln>
          </p:spPr>
          <p:txBody>
            <a:bodyPr/>
            <a:lstStyle/>
            <a:p>
              <a:endParaRPr lang="en-US" dirty="0"/>
            </a:p>
          </p:txBody>
        </p:sp>
        <p:sp>
          <p:nvSpPr>
            <p:cNvPr id="482356" name="Line 32"/>
            <p:cNvSpPr>
              <a:spLocks noChangeShapeType="1"/>
            </p:cNvSpPr>
            <p:nvPr/>
          </p:nvSpPr>
          <p:spPr bwMode="auto">
            <a:xfrm>
              <a:off x="2001665" y="1382546"/>
              <a:ext cx="100365" cy="67305"/>
            </a:xfrm>
            <a:prstGeom prst="line">
              <a:avLst/>
            </a:prstGeom>
            <a:noFill/>
            <a:ln w="3">
              <a:solidFill>
                <a:srgbClr val="FF0000"/>
              </a:solidFill>
              <a:round/>
              <a:headEnd/>
              <a:tailEnd/>
            </a:ln>
          </p:spPr>
          <p:txBody>
            <a:bodyPr/>
            <a:lstStyle/>
            <a:p>
              <a:endParaRPr lang="en-US" dirty="0"/>
            </a:p>
          </p:txBody>
        </p:sp>
        <p:sp>
          <p:nvSpPr>
            <p:cNvPr id="482357" name="Line 33"/>
            <p:cNvSpPr>
              <a:spLocks noChangeShapeType="1"/>
            </p:cNvSpPr>
            <p:nvPr/>
          </p:nvSpPr>
          <p:spPr bwMode="auto">
            <a:xfrm>
              <a:off x="2102032" y="1449851"/>
              <a:ext cx="95082" cy="63762"/>
            </a:xfrm>
            <a:prstGeom prst="line">
              <a:avLst/>
            </a:prstGeom>
            <a:noFill/>
            <a:ln w="3">
              <a:solidFill>
                <a:srgbClr val="FF0000"/>
              </a:solidFill>
              <a:round/>
              <a:headEnd/>
              <a:tailEnd/>
            </a:ln>
          </p:spPr>
          <p:txBody>
            <a:bodyPr/>
            <a:lstStyle/>
            <a:p>
              <a:endParaRPr lang="en-US" dirty="0"/>
            </a:p>
          </p:txBody>
        </p:sp>
        <p:sp>
          <p:nvSpPr>
            <p:cNvPr id="482358" name="Line 34"/>
            <p:cNvSpPr>
              <a:spLocks noChangeShapeType="1"/>
            </p:cNvSpPr>
            <p:nvPr/>
          </p:nvSpPr>
          <p:spPr bwMode="auto">
            <a:xfrm>
              <a:off x="2197114" y="1513613"/>
              <a:ext cx="100365" cy="60220"/>
            </a:xfrm>
            <a:prstGeom prst="line">
              <a:avLst/>
            </a:prstGeom>
            <a:noFill/>
            <a:ln w="3">
              <a:solidFill>
                <a:srgbClr val="FF0000"/>
              </a:solidFill>
              <a:round/>
              <a:headEnd/>
              <a:tailEnd/>
            </a:ln>
          </p:spPr>
          <p:txBody>
            <a:bodyPr/>
            <a:lstStyle/>
            <a:p>
              <a:endParaRPr lang="en-US" dirty="0"/>
            </a:p>
          </p:txBody>
        </p:sp>
        <p:sp>
          <p:nvSpPr>
            <p:cNvPr id="482359" name="Line 35"/>
            <p:cNvSpPr>
              <a:spLocks noChangeShapeType="1"/>
            </p:cNvSpPr>
            <p:nvPr/>
          </p:nvSpPr>
          <p:spPr bwMode="auto">
            <a:xfrm>
              <a:off x="2297478" y="1573832"/>
              <a:ext cx="100365" cy="53135"/>
            </a:xfrm>
            <a:prstGeom prst="line">
              <a:avLst/>
            </a:prstGeom>
            <a:noFill/>
            <a:ln w="3">
              <a:solidFill>
                <a:srgbClr val="FF0000"/>
              </a:solidFill>
              <a:round/>
              <a:headEnd/>
              <a:tailEnd/>
            </a:ln>
          </p:spPr>
          <p:txBody>
            <a:bodyPr/>
            <a:lstStyle/>
            <a:p>
              <a:endParaRPr lang="en-US" dirty="0"/>
            </a:p>
          </p:txBody>
        </p:sp>
        <p:sp>
          <p:nvSpPr>
            <p:cNvPr id="482360" name="Line 36"/>
            <p:cNvSpPr>
              <a:spLocks noChangeShapeType="1"/>
            </p:cNvSpPr>
            <p:nvPr/>
          </p:nvSpPr>
          <p:spPr bwMode="auto">
            <a:xfrm>
              <a:off x="2397843" y="1626967"/>
              <a:ext cx="100365" cy="53135"/>
            </a:xfrm>
            <a:prstGeom prst="line">
              <a:avLst/>
            </a:prstGeom>
            <a:noFill/>
            <a:ln w="3">
              <a:solidFill>
                <a:srgbClr val="FF0000"/>
              </a:solidFill>
              <a:round/>
              <a:headEnd/>
              <a:tailEnd/>
            </a:ln>
          </p:spPr>
          <p:txBody>
            <a:bodyPr/>
            <a:lstStyle/>
            <a:p>
              <a:endParaRPr lang="en-US" dirty="0"/>
            </a:p>
          </p:txBody>
        </p:sp>
        <p:sp>
          <p:nvSpPr>
            <p:cNvPr id="482361" name="Line 37"/>
            <p:cNvSpPr>
              <a:spLocks noChangeShapeType="1"/>
            </p:cNvSpPr>
            <p:nvPr/>
          </p:nvSpPr>
          <p:spPr bwMode="auto">
            <a:xfrm>
              <a:off x="2498208" y="1680102"/>
              <a:ext cx="100365" cy="42508"/>
            </a:xfrm>
            <a:prstGeom prst="line">
              <a:avLst/>
            </a:prstGeom>
            <a:noFill/>
            <a:ln w="3">
              <a:solidFill>
                <a:srgbClr val="FF0000"/>
              </a:solidFill>
              <a:round/>
              <a:headEnd/>
              <a:tailEnd/>
            </a:ln>
          </p:spPr>
          <p:txBody>
            <a:bodyPr/>
            <a:lstStyle/>
            <a:p>
              <a:endParaRPr lang="en-US" dirty="0"/>
            </a:p>
          </p:txBody>
        </p:sp>
        <p:sp>
          <p:nvSpPr>
            <p:cNvPr id="482362" name="Line 38"/>
            <p:cNvSpPr>
              <a:spLocks noChangeShapeType="1"/>
            </p:cNvSpPr>
            <p:nvPr/>
          </p:nvSpPr>
          <p:spPr bwMode="auto">
            <a:xfrm>
              <a:off x="2598572" y="1722610"/>
              <a:ext cx="95082" cy="38965"/>
            </a:xfrm>
            <a:prstGeom prst="line">
              <a:avLst/>
            </a:prstGeom>
            <a:noFill/>
            <a:ln w="3">
              <a:solidFill>
                <a:srgbClr val="FF0000"/>
              </a:solidFill>
              <a:round/>
              <a:headEnd/>
              <a:tailEnd/>
            </a:ln>
          </p:spPr>
          <p:txBody>
            <a:bodyPr/>
            <a:lstStyle/>
            <a:p>
              <a:endParaRPr lang="en-US" dirty="0"/>
            </a:p>
          </p:txBody>
        </p:sp>
        <p:sp>
          <p:nvSpPr>
            <p:cNvPr id="482363" name="Line 39"/>
            <p:cNvSpPr>
              <a:spLocks noChangeShapeType="1"/>
            </p:cNvSpPr>
            <p:nvPr/>
          </p:nvSpPr>
          <p:spPr bwMode="auto">
            <a:xfrm>
              <a:off x="2693656" y="1761577"/>
              <a:ext cx="100365" cy="31881"/>
            </a:xfrm>
            <a:prstGeom prst="line">
              <a:avLst/>
            </a:prstGeom>
            <a:noFill/>
            <a:ln w="3">
              <a:solidFill>
                <a:srgbClr val="FF0000"/>
              </a:solidFill>
              <a:round/>
              <a:headEnd/>
              <a:tailEnd/>
            </a:ln>
          </p:spPr>
          <p:txBody>
            <a:bodyPr/>
            <a:lstStyle/>
            <a:p>
              <a:endParaRPr lang="en-US" dirty="0"/>
            </a:p>
          </p:txBody>
        </p:sp>
        <p:sp>
          <p:nvSpPr>
            <p:cNvPr id="482364" name="Line 40"/>
            <p:cNvSpPr>
              <a:spLocks noChangeShapeType="1"/>
            </p:cNvSpPr>
            <p:nvPr/>
          </p:nvSpPr>
          <p:spPr bwMode="auto">
            <a:xfrm>
              <a:off x="2794021" y="1793457"/>
              <a:ext cx="100365" cy="24796"/>
            </a:xfrm>
            <a:prstGeom prst="line">
              <a:avLst/>
            </a:prstGeom>
            <a:noFill/>
            <a:ln w="3">
              <a:solidFill>
                <a:srgbClr val="FF0000"/>
              </a:solidFill>
              <a:round/>
              <a:headEnd/>
              <a:tailEnd/>
            </a:ln>
          </p:spPr>
          <p:txBody>
            <a:bodyPr/>
            <a:lstStyle/>
            <a:p>
              <a:endParaRPr lang="en-US" dirty="0"/>
            </a:p>
          </p:txBody>
        </p:sp>
        <p:sp>
          <p:nvSpPr>
            <p:cNvPr id="482365" name="Line 41"/>
            <p:cNvSpPr>
              <a:spLocks noChangeShapeType="1"/>
            </p:cNvSpPr>
            <p:nvPr/>
          </p:nvSpPr>
          <p:spPr bwMode="auto">
            <a:xfrm>
              <a:off x="2894385" y="1818253"/>
              <a:ext cx="100365" cy="17712"/>
            </a:xfrm>
            <a:prstGeom prst="line">
              <a:avLst/>
            </a:prstGeom>
            <a:noFill/>
            <a:ln w="3">
              <a:solidFill>
                <a:srgbClr val="FF0000"/>
              </a:solidFill>
              <a:round/>
              <a:headEnd/>
              <a:tailEnd/>
            </a:ln>
          </p:spPr>
          <p:txBody>
            <a:bodyPr/>
            <a:lstStyle/>
            <a:p>
              <a:endParaRPr lang="en-US" dirty="0"/>
            </a:p>
          </p:txBody>
        </p:sp>
        <p:sp>
          <p:nvSpPr>
            <p:cNvPr id="482366" name="Line 42"/>
            <p:cNvSpPr>
              <a:spLocks noChangeShapeType="1"/>
            </p:cNvSpPr>
            <p:nvPr/>
          </p:nvSpPr>
          <p:spPr bwMode="auto">
            <a:xfrm>
              <a:off x="2994750" y="1835965"/>
              <a:ext cx="100365" cy="10627"/>
            </a:xfrm>
            <a:prstGeom prst="line">
              <a:avLst/>
            </a:prstGeom>
            <a:noFill/>
            <a:ln w="3">
              <a:solidFill>
                <a:srgbClr val="FF0000"/>
              </a:solidFill>
              <a:round/>
              <a:headEnd/>
              <a:tailEnd/>
            </a:ln>
          </p:spPr>
          <p:txBody>
            <a:bodyPr/>
            <a:lstStyle/>
            <a:p>
              <a:endParaRPr lang="en-US" dirty="0"/>
            </a:p>
          </p:txBody>
        </p:sp>
        <p:sp>
          <p:nvSpPr>
            <p:cNvPr id="482367" name="Line 43"/>
            <p:cNvSpPr>
              <a:spLocks noChangeShapeType="1"/>
            </p:cNvSpPr>
            <p:nvPr/>
          </p:nvSpPr>
          <p:spPr bwMode="auto">
            <a:xfrm>
              <a:off x="3095114" y="1846593"/>
              <a:ext cx="100365" cy="3542"/>
            </a:xfrm>
            <a:prstGeom prst="line">
              <a:avLst/>
            </a:prstGeom>
            <a:noFill/>
            <a:ln w="3">
              <a:solidFill>
                <a:srgbClr val="FF0000"/>
              </a:solidFill>
              <a:round/>
              <a:headEnd/>
              <a:tailEnd/>
            </a:ln>
          </p:spPr>
          <p:txBody>
            <a:bodyPr/>
            <a:lstStyle/>
            <a:p>
              <a:endParaRPr lang="en-US" dirty="0"/>
            </a:p>
          </p:txBody>
        </p:sp>
        <p:sp>
          <p:nvSpPr>
            <p:cNvPr id="482368" name="Line 44"/>
            <p:cNvSpPr>
              <a:spLocks noChangeShapeType="1"/>
            </p:cNvSpPr>
            <p:nvPr/>
          </p:nvSpPr>
          <p:spPr bwMode="auto">
            <a:xfrm flipV="1">
              <a:off x="3195479" y="1846593"/>
              <a:ext cx="95082" cy="3542"/>
            </a:xfrm>
            <a:prstGeom prst="line">
              <a:avLst/>
            </a:prstGeom>
            <a:noFill/>
            <a:ln w="3">
              <a:solidFill>
                <a:srgbClr val="FF0000"/>
              </a:solidFill>
              <a:round/>
              <a:headEnd/>
              <a:tailEnd/>
            </a:ln>
          </p:spPr>
          <p:txBody>
            <a:bodyPr/>
            <a:lstStyle/>
            <a:p>
              <a:endParaRPr lang="en-US" dirty="0"/>
            </a:p>
          </p:txBody>
        </p:sp>
        <p:sp>
          <p:nvSpPr>
            <p:cNvPr id="482369" name="Line 45"/>
            <p:cNvSpPr>
              <a:spLocks noChangeShapeType="1"/>
            </p:cNvSpPr>
            <p:nvPr/>
          </p:nvSpPr>
          <p:spPr bwMode="auto">
            <a:xfrm flipV="1">
              <a:off x="3290561" y="1835965"/>
              <a:ext cx="100365" cy="10627"/>
            </a:xfrm>
            <a:prstGeom prst="line">
              <a:avLst/>
            </a:prstGeom>
            <a:noFill/>
            <a:ln w="3">
              <a:solidFill>
                <a:srgbClr val="FF0000"/>
              </a:solidFill>
              <a:round/>
              <a:headEnd/>
              <a:tailEnd/>
            </a:ln>
          </p:spPr>
          <p:txBody>
            <a:bodyPr/>
            <a:lstStyle/>
            <a:p>
              <a:endParaRPr lang="en-US" dirty="0"/>
            </a:p>
          </p:txBody>
        </p:sp>
        <p:sp>
          <p:nvSpPr>
            <p:cNvPr id="482370" name="Line 46"/>
            <p:cNvSpPr>
              <a:spLocks noChangeShapeType="1"/>
            </p:cNvSpPr>
            <p:nvPr/>
          </p:nvSpPr>
          <p:spPr bwMode="auto">
            <a:xfrm flipV="1">
              <a:off x="3390927" y="1814711"/>
              <a:ext cx="100365" cy="21255"/>
            </a:xfrm>
            <a:prstGeom prst="line">
              <a:avLst/>
            </a:prstGeom>
            <a:noFill/>
            <a:ln w="3">
              <a:solidFill>
                <a:srgbClr val="FF0000"/>
              </a:solidFill>
              <a:round/>
              <a:headEnd/>
              <a:tailEnd/>
            </a:ln>
          </p:spPr>
          <p:txBody>
            <a:bodyPr/>
            <a:lstStyle/>
            <a:p>
              <a:endParaRPr lang="en-US" dirty="0"/>
            </a:p>
          </p:txBody>
        </p:sp>
        <p:sp>
          <p:nvSpPr>
            <p:cNvPr id="482371" name="Line 47"/>
            <p:cNvSpPr>
              <a:spLocks noChangeShapeType="1"/>
            </p:cNvSpPr>
            <p:nvPr/>
          </p:nvSpPr>
          <p:spPr bwMode="auto">
            <a:xfrm flipV="1">
              <a:off x="3491292" y="1789915"/>
              <a:ext cx="100365" cy="24796"/>
            </a:xfrm>
            <a:prstGeom prst="line">
              <a:avLst/>
            </a:prstGeom>
            <a:noFill/>
            <a:ln w="3">
              <a:solidFill>
                <a:srgbClr val="FF0000"/>
              </a:solidFill>
              <a:round/>
              <a:headEnd/>
              <a:tailEnd/>
            </a:ln>
          </p:spPr>
          <p:txBody>
            <a:bodyPr/>
            <a:lstStyle/>
            <a:p>
              <a:endParaRPr lang="en-US" dirty="0"/>
            </a:p>
          </p:txBody>
        </p:sp>
        <p:sp>
          <p:nvSpPr>
            <p:cNvPr id="482372" name="Line 48"/>
            <p:cNvSpPr>
              <a:spLocks noChangeShapeType="1"/>
            </p:cNvSpPr>
            <p:nvPr/>
          </p:nvSpPr>
          <p:spPr bwMode="auto">
            <a:xfrm flipV="1">
              <a:off x="3591657" y="1758034"/>
              <a:ext cx="100365" cy="31881"/>
            </a:xfrm>
            <a:prstGeom prst="line">
              <a:avLst/>
            </a:prstGeom>
            <a:noFill/>
            <a:ln w="3">
              <a:solidFill>
                <a:srgbClr val="FF0000"/>
              </a:solidFill>
              <a:round/>
              <a:headEnd/>
              <a:tailEnd/>
            </a:ln>
          </p:spPr>
          <p:txBody>
            <a:bodyPr/>
            <a:lstStyle/>
            <a:p>
              <a:endParaRPr lang="en-US" dirty="0"/>
            </a:p>
          </p:txBody>
        </p:sp>
        <p:sp>
          <p:nvSpPr>
            <p:cNvPr id="482373" name="Line 49"/>
            <p:cNvSpPr>
              <a:spLocks noChangeShapeType="1"/>
            </p:cNvSpPr>
            <p:nvPr/>
          </p:nvSpPr>
          <p:spPr bwMode="auto">
            <a:xfrm flipV="1">
              <a:off x="3692021" y="1719068"/>
              <a:ext cx="95082" cy="38965"/>
            </a:xfrm>
            <a:prstGeom prst="line">
              <a:avLst/>
            </a:prstGeom>
            <a:noFill/>
            <a:ln w="3">
              <a:solidFill>
                <a:srgbClr val="FF0000"/>
              </a:solidFill>
              <a:round/>
              <a:headEnd/>
              <a:tailEnd/>
            </a:ln>
          </p:spPr>
          <p:txBody>
            <a:bodyPr/>
            <a:lstStyle/>
            <a:p>
              <a:endParaRPr lang="en-US" dirty="0"/>
            </a:p>
          </p:txBody>
        </p:sp>
        <p:sp>
          <p:nvSpPr>
            <p:cNvPr id="482374" name="Line 50"/>
            <p:cNvSpPr>
              <a:spLocks noChangeShapeType="1"/>
            </p:cNvSpPr>
            <p:nvPr/>
          </p:nvSpPr>
          <p:spPr bwMode="auto">
            <a:xfrm flipV="1">
              <a:off x="3787103" y="1673017"/>
              <a:ext cx="100365" cy="46050"/>
            </a:xfrm>
            <a:prstGeom prst="line">
              <a:avLst/>
            </a:prstGeom>
            <a:noFill/>
            <a:ln w="3">
              <a:solidFill>
                <a:srgbClr val="FF0000"/>
              </a:solidFill>
              <a:round/>
              <a:headEnd/>
              <a:tailEnd/>
            </a:ln>
          </p:spPr>
          <p:txBody>
            <a:bodyPr/>
            <a:lstStyle/>
            <a:p>
              <a:endParaRPr lang="en-US" dirty="0"/>
            </a:p>
          </p:txBody>
        </p:sp>
        <p:sp>
          <p:nvSpPr>
            <p:cNvPr id="482375" name="Line 51"/>
            <p:cNvSpPr>
              <a:spLocks noChangeShapeType="1"/>
            </p:cNvSpPr>
            <p:nvPr/>
          </p:nvSpPr>
          <p:spPr bwMode="auto">
            <a:xfrm flipV="1">
              <a:off x="3887468" y="1623425"/>
              <a:ext cx="100365" cy="49593"/>
            </a:xfrm>
            <a:prstGeom prst="line">
              <a:avLst/>
            </a:prstGeom>
            <a:noFill/>
            <a:ln w="3">
              <a:solidFill>
                <a:srgbClr val="FF0000"/>
              </a:solidFill>
              <a:round/>
              <a:headEnd/>
              <a:tailEnd/>
            </a:ln>
          </p:spPr>
          <p:txBody>
            <a:bodyPr/>
            <a:lstStyle/>
            <a:p>
              <a:endParaRPr lang="en-US" dirty="0"/>
            </a:p>
          </p:txBody>
        </p:sp>
        <p:sp>
          <p:nvSpPr>
            <p:cNvPr id="482376" name="Line 52"/>
            <p:cNvSpPr>
              <a:spLocks noChangeShapeType="1"/>
            </p:cNvSpPr>
            <p:nvPr/>
          </p:nvSpPr>
          <p:spPr bwMode="auto">
            <a:xfrm flipV="1">
              <a:off x="3987833" y="1566747"/>
              <a:ext cx="100365" cy="56678"/>
            </a:xfrm>
            <a:prstGeom prst="line">
              <a:avLst/>
            </a:prstGeom>
            <a:noFill/>
            <a:ln w="3">
              <a:solidFill>
                <a:srgbClr val="FF0000"/>
              </a:solidFill>
              <a:round/>
              <a:headEnd/>
              <a:tailEnd/>
            </a:ln>
          </p:spPr>
          <p:txBody>
            <a:bodyPr/>
            <a:lstStyle/>
            <a:p>
              <a:endParaRPr lang="en-US" dirty="0"/>
            </a:p>
          </p:txBody>
        </p:sp>
        <p:sp>
          <p:nvSpPr>
            <p:cNvPr id="482377" name="Line 53"/>
            <p:cNvSpPr>
              <a:spLocks noChangeShapeType="1"/>
            </p:cNvSpPr>
            <p:nvPr/>
          </p:nvSpPr>
          <p:spPr bwMode="auto">
            <a:xfrm flipV="1">
              <a:off x="4088199" y="1506528"/>
              <a:ext cx="100365" cy="60220"/>
            </a:xfrm>
            <a:prstGeom prst="line">
              <a:avLst/>
            </a:prstGeom>
            <a:noFill/>
            <a:ln w="3">
              <a:solidFill>
                <a:srgbClr val="FF0000"/>
              </a:solidFill>
              <a:round/>
              <a:headEnd/>
              <a:tailEnd/>
            </a:ln>
          </p:spPr>
          <p:txBody>
            <a:bodyPr/>
            <a:lstStyle/>
            <a:p>
              <a:endParaRPr lang="en-US" dirty="0"/>
            </a:p>
          </p:txBody>
        </p:sp>
        <p:sp>
          <p:nvSpPr>
            <p:cNvPr id="482378" name="Line 54"/>
            <p:cNvSpPr>
              <a:spLocks noChangeShapeType="1"/>
            </p:cNvSpPr>
            <p:nvPr/>
          </p:nvSpPr>
          <p:spPr bwMode="auto">
            <a:xfrm flipV="1">
              <a:off x="4188563" y="1442766"/>
              <a:ext cx="95082" cy="63762"/>
            </a:xfrm>
            <a:prstGeom prst="line">
              <a:avLst/>
            </a:prstGeom>
            <a:noFill/>
            <a:ln w="3">
              <a:solidFill>
                <a:srgbClr val="FF0000"/>
              </a:solidFill>
              <a:round/>
              <a:headEnd/>
              <a:tailEnd/>
            </a:ln>
          </p:spPr>
          <p:txBody>
            <a:bodyPr/>
            <a:lstStyle/>
            <a:p>
              <a:endParaRPr lang="en-US" dirty="0"/>
            </a:p>
          </p:txBody>
        </p:sp>
        <p:sp>
          <p:nvSpPr>
            <p:cNvPr id="482379" name="Line 55"/>
            <p:cNvSpPr>
              <a:spLocks noChangeShapeType="1"/>
            </p:cNvSpPr>
            <p:nvPr/>
          </p:nvSpPr>
          <p:spPr bwMode="auto">
            <a:xfrm flipV="1">
              <a:off x="4283646" y="1375461"/>
              <a:ext cx="100365" cy="67305"/>
            </a:xfrm>
            <a:prstGeom prst="line">
              <a:avLst/>
            </a:prstGeom>
            <a:noFill/>
            <a:ln w="3">
              <a:solidFill>
                <a:srgbClr val="FF0000"/>
              </a:solidFill>
              <a:round/>
              <a:headEnd/>
              <a:tailEnd/>
            </a:ln>
          </p:spPr>
          <p:txBody>
            <a:bodyPr/>
            <a:lstStyle/>
            <a:p>
              <a:endParaRPr lang="en-US" dirty="0"/>
            </a:p>
          </p:txBody>
        </p:sp>
        <p:sp>
          <p:nvSpPr>
            <p:cNvPr id="482380" name="Line 56"/>
            <p:cNvSpPr>
              <a:spLocks noChangeShapeType="1"/>
            </p:cNvSpPr>
            <p:nvPr/>
          </p:nvSpPr>
          <p:spPr bwMode="auto">
            <a:xfrm flipV="1">
              <a:off x="4384010" y="1304615"/>
              <a:ext cx="100365" cy="70847"/>
            </a:xfrm>
            <a:prstGeom prst="line">
              <a:avLst/>
            </a:prstGeom>
            <a:noFill/>
            <a:ln w="3">
              <a:solidFill>
                <a:srgbClr val="FF0000"/>
              </a:solidFill>
              <a:round/>
              <a:headEnd/>
              <a:tailEnd/>
            </a:ln>
          </p:spPr>
          <p:txBody>
            <a:bodyPr/>
            <a:lstStyle/>
            <a:p>
              <a:endParaRPr lang="en-US" dirty="0"/>
            </a:p>
          </p:txBody>
        </p:sp>
        <p:sp>
          <p:nvSpPr>
            <p:cNvPr id="482381" name="Line 57"/>
            <p:cNvSpPr>
              <a:spLocks noChangeShapeType="1"/>
            </p:cNvSpPr>
            <p:nvPr/>
          </p:nvSpPr>
          <p:spPr bwMode="auto">
            <a:xfrm flipV="1">
              <a:off x="4484375" y="1233768"/>
              <a:ext cx="100365" cy="70847"/>
            </a:xfrm>
            <a:prstGeom prst="line">
              <a:avLst/>
            </a:prstGeom>
            <a:noFill/>
            <a:ln w="3">
              <a:solidFill>
                <a:srgbClr val="FF0000"/>
              </a:solidFill>
              <a:round/>
              <a:headEnd/>
              <a:tailEnd/>
            </a:ln>
          </p:spPr>
          <p:txBody>
            <a:bodyPr/>
            <a:lstStyle/>
            <a:p>
              <a:endParaRPr lang="en-US" dirty="0"/>
            </a:p>
          </p:txBody>
        </p:sp>
        <p:sp>
          <p:nvSpPr>
            <p:cNvPr id="482382" name="Line 58"/>
            <p:cNvSpPr>
              <a:spLocks noChangeShapeType="1"/>
            </p:cNvSpPr>
            <p:nvPr/>
          </p:nvSpPr>
          <p:spPr bwMode="auto">
            <a:xfrm flipV="1">
              <a:off x="4584739" y="1159379"/>
              <a:ext cx="100365" cy="74388"/>
            </a:xfrm>
            <a:prstGeom prst="line">
              <a:avLst/>
            </a:prstGeom>
            <a:noFill/>
            <a:ln w="3">
              <a:solidFill>
                <a:srgbClr val="FF0000"/>
              </a:solidFill>
              <a:round/>
              <a:headEnd/>
              <a:tailEnd/>
            </a:ln>
          </p:spPr>
          <p:txBody>
            <a:bodyPr/>
            <a:lstStyle/>
            <a:p>
              <a:endParaRPr lang="en-US" dirty="0"/>
            </a:p>
          </p:txBody>
        </p:sp>
        <p:sp>
          <p:nvSpPr>
            <p:cNvPr id="482383" name="Line 59"/>
            <p:cNvSpPr>
              <a:spLocks noChangeShapeType="1"/>
            </p:cNvSpPr>
            <p:nvPr/>
          </p:nvSpPr>
          <p:spPr bwMode="auto">
            <a:xfrm flipV="1">
              <a:off x="4685104" y="1088532"/>
              <a:ext cx="95082" cy="70847"/>
            </a:xfrm>
            <a:prstGeom prst="line">
              <a:avLst/>
            </a:prstGeom>
            <a:noFill/>
            <a:ln w="3">
              <a:solidFill>
                <a:srgbClr val="FF0000"/>
              </a:solidFill>
              <a:round/>
              <a:headEnd/>
              <a:tailEnd/>
            </a:ln>
          </p:spPr>
          <p:txBody>
            <a:bodyPr/>
            <a:lstStyle/>
            <a:p>
              <a:endParaRPr lang="en-US" dirty="0"/>
            </a:p>
          </p:txBody>
        </p:sp>
        <p:sp>
          <p:nvSpPr>
            <p:cNvPr id="482384" name="Line 60"/>
            <p:cNvSpPr>
              <a:spLocks noChangeShapeType="1"/>
            </p:cNvSpPr>
            <p:nvPr/>
          </p:nvSpPr>
          <p:spPr bwMode="auto">
            <a:xfrm flipV="1">
              <a:off x="4780188" y="1014144"/>
              <a:ext cx="100365" cy="74388"/>
            </a:xfrm>
            <a:prstGeom prst="line">
              <a:avLst/>
            </a:prstGeom>
            <a:noFill/>
            <a:ln w="3">
              <a:solidFill>
                <a:srgbClr val="FF0000"/>
              </a:solidFill>
              <a:round/>
              <a:headEnd/>
              <a:tailEnd/>
            </a:ln>
          </p:spPr>
          <p:txBody>
            <a:bodyPr/>
            <a:lstStyle/>
            <a:p>
              <a:endParaRPr lang="en-US" dirty="0"/>
            </a:p>
          </p:txBody>
        </p:sp>
        <p:sp>
          <p:nvSpPr>
            <p:cNvPr id="482385" name="Line 61"/>
            <p:cNvSpPr>
              <a:spLocks noChangeShapeType="1"/>
            </p:cNvSpPr>
            <p:nvPr/>
          </p:nvSpPr>
          <p:spPr bwMode="auto">
            <a:xfrm flipV="1">
              <a:off x="4880552" y="943296"/>
              <a:ext cx="100365" cy="70847"/>
            </a:xfrm>
            <a:prstGeom prst="line">
              <a:avLst/>
            </a:prstGeom>
            <a:noFill/>
            <a:ln w="3">
              <a:solidFill>
                <a:srgbClr val="FF0000"/>
              </a:solidFill>
              <a:round/>
              <a:headEnd/>
              <a:tailEnd/>
            </a:ln>
          </p:spPr>
          <p:txBody>
            <a:bodyPr/>
            <a:lstStyle/>
            <a:p>
              <a:endParaRPr lang="en-US" dirty="0"/>
            </a:p>
          </p:txBody>
        </p:sp>
        <p:sp>
          <p:nvSpPr>
            <p:cNvPr id="482386" name="Line 62"/>
            <p:cNvSpPr>
              <a:spLocks noChangeShapeType="1"/>
            </p:cNvSpPr>
            <p:nvPr/>
          </p:nvSpPr>
          <p:spPr bwMode="auto">
            <a:xfrm flipV="1">
              <a:off x="4980917" y="872450"/>
              <a:ext cx="100365" cy="70847"/>
            </a:xfrm>
            <a:prstGeom prst="line">
              <a:avLst/>
            </a:prstGeom>
            <a:noFill/>
            <a:ln w="3">
              <a:solidFill>
                <a:srgbClr val="FF0000"/>
              </a:solidFill>
              <a:round/>
              <a:headEnd/>
              <a:tailEnd/>
            </a:ln>
          </p:spPr>
          <p:txBody>
            <a:bodyPr/>
            <a:lstStyle/>
            <a:p>
              <a:endParaRPr lang="en-US" dirty="0"/>
            </a:p>
          </p:txBody>
        </p:sp>
        <p:sp>
          <p:nvSpPr>
            <p:cNvPr id="482387" name="Line 63"/>
            <p:cNvSpPr>
              <a:spLocks noChangeShapeType="1"/>
            </p:cNvSpPr>
            <p:nvPr/>
          </p:nvSpPr>
          <p:spPr bwMode="auto">
            <a:xfrm flipV="1">
              <a:off x="5081282" y="805146"/>
              <a:ext cx="100365" cy="67305"/>
            </a:xfrm>
            <a:prstGeom prst="line">
              <a:avLst/>
            </a:prstGeom>
            <a:noFill/>
            <a:ln w="3">
              <a:solidFill>
                <a:srgbClr val="FF0000"/>
              </a:solidFill>
              <a:round/>
              <a:headEnd/>
              <a:tailEnd/>
            </a:ln>
          </p:spPr>
          <p:txBody>
            <a:bodyPr/>
            <a:lstStyle/>
            <a:p>
              <a:endParaRPr lang="en-US" dirty="0"/>
            </a:p>
          </p:txBody>
        </p:sp>
        <p:sp>
          <p:nvSpPr>
            <p:cNvPr id="482388" name="Line 64"/>
            <p:cNvSpPr>
              <a:spLocks noChangeShapeType="1"/>
            </p:cNvSpPr>
            <p:nvPr/>
          </p:nvSpPr>
          <p:spPr bwMode="auto">
            <a:xfrm flipV="1">
              <a:off x="5181646" y="741383"/>
              <a:ext cx="95082" cy="63762"/>
            </a:xfrm>
            <a:prstGeom prst="line">
              <a:avLst/>
            </a:prstGeom>
            <a:noFill/>
            <a:ln w="3">
              <a:solidFill>
                <a:srgbClr val="FF0000"/>
              </a:solidFill>
              <a:round/>
              <a:headEnd/>
              <a:tailEnd/>
            </a:ln>
          </p:spPr>
          <p:txBody>
            <a:bodyPr/>
            <a:lstStyle/>
            <a:p>
              <a:endParaRPr lang="en-US" dirty="0"/>
            </a:p>
          </p:txBody>
        </p:sp>
        <p:sp>
          <p:nvSpPr>
            <p:cNvPr id="482389" name="Line 65"/>
            <p:cNvSpPr>
              <a:spLocks noChangeShapeType="1"/>
            </p:cNvSpPr>
            <p:nvPr/>
          </p:nvSpPr>
          <p:spPr bwMode="auto">
            <a:xfrm flipV="1">
              <a:off x="5276728" y="681164"/>
              <a:ext cx="100365" cy="60220"/>
            </a:xfrm>
            <a:prstGeom prst="line">
              <a:avLst/>
            </a:prstGeom>
            <a:noFill/>
            <a:ln w="3">
              <a:solidFill>
                <a:srgbClr val="FF0000"/>
              </a:solidFill>
              <a:round/>
              <a:headEnd/>
              <a:tailEnd/>
            </a:ln>
          </p:spPr>
          <p:txBody>
            <a:bodyPr/>
            <a:lstStyle/>
            <a:p>
              <a:endParaRPr lang="en-US" dirty="0"/>
            </a:p>
          </p:txBody>
        </p:sp>
        <p:sp>
          <p:nvSpPr>
            <p:cNvPr id="482390" name="Line 66"/>
            <p:cNvSpPr>
              <a:spLocks noChangeShapeType="1"/>
            </p:cNvSpPr>
            <p:nvPr/>
          </p:nvSpPr>
          <p:spPr bwMode="auto">
            <a:xfrm flipV="1">
              <a:off x="5377093" y="624487"/>
              <a:ext cx="100365" cy="56678"/>
            </a:xfrm>
            <a:prstGeom prst="line">
              <a:avLst/>
            </a:prstGeom>
            <a:noFill/>
            <a:ln w="3">
              <a:solidFill>
                <a:srgbClr val="FF0000"/>
              </a:solidFill>
              <a:round/>
              <a:headEnd/>
              <a:tailEnd/>
            </a:ln>
          </p:spPr>
          <p:txBody>
            <a:bodyPr/>
            <a:lstStyle/>
            <a:p>
              <a:endParaRPr lang="en-US" dirty="0"/>
            </a:p>
          </p:txBody>
        </p:sp>
        <p:sp>
          <p:nvSpPr>
            <p:cNvPr id="482391" name="Line 67"/>
            <p:cNvSpPr>
              <a:spLocks noChangeShapeType="1"/>
            </p:cNvSpPr>
            <p:nvPr/>
          </p:nvSpPr>
          <p:spPr bwMode="auto">
            <a:xfrm flipV="1">
              <a:off x="5477459" y="574894"/>
              <a:ext cx="100365" cy="49593"/>
            </a:xfrm>
            <a:prstGeom prst="line">
              <a:avLst/>
            </a:prstGeom>
            <a:noFill/>
            <a:ln w="3">
              <a:solidFill>
                <a:srgbClr val="FF0000"/>
              </a:solidFill>
              <a:round/>
              <a:headEnd/>
              <a:tailEnd/>
            </a:ln>
          </p:spPr>
          <p:txBody>
            <a:bodyPr/>
            <a:lstStyle/>
            <a:p>
              <a:endParaRPr lang="en-US" dirty="0"/>
            </a:p>
          </p:txBody>
        </p:sp>
        <p:sp>
          <p:nvSpPr>
            <p:cNvPr id="482392" name="Line 68"/>
            <p:cNvSpPr>
              <a:spLocks noChangeShapeType="1"/>
            </p:cNvSpPr>
            <p:nvPr/>
          </p:nvSpPr>
          <p:spPr bwMode="auto">
            <a:xfrm flipV="1">
              <a:off x="5577824" y="528844"/>
              <a:ext cx="95082" cy="46050"/>
            </a:xfrm>
            <a:prstGeom prst="line">
              <a:avLst/>
            </a:prstGeom>
            <a:noFill/>
            <a:ln w="3">
              <a:solidFill>
                <a:srgbClr val="FF0000"/>
              </a:solidFill>
              <a:round/>
              <a:headEnd/>
              <a:tailEnd/>
            </a:ln>
          </p:spPr>
          <p:txBody>
            <a:bodyPr/>
            <a:lstStyle/>
            <a:p>
              <a:endParaRPr lang="en-US" dirty="0"/>
            </a:p>
          </p:txBody>
        </p:sp>
        <p:sp>
          <p:nvSpPr>
            <p:cNvPr id="482393" name="Line 69"/>
            <p:cNvSpPr>
              <a:spLocks noChangeShapeType="1"/>
            </p:cNvSpPr>
            <p:nvPr/>
          </p:nvSpPr>
          <p:spPr bwMode="auto">
            <a:xfrm flipV="1">
              <a:off x="5672906" y="489878"/>
              <a:ext cx="100365" cy="38965"/>
            </a:xfrm>
            <a:prstGeom prst="line">
              <a:avLst/>
            </a:prstGeom>
            <a:noFill/>
            <a:ln w="3">
              <a:solidFill>
                <a:srgbClr val="FF0000"/>
              </a:solidFill>
              <a:round/>
              <a:headEnd/>
              <a:tailEnd/>
            </a:ln>
          </p:spPr>
          <p:txBody>
            <a:bodyPr/>
            <a:lstStyle/>
            <a:p>
              <a:endParaRPr lang="en-US" dirty="0"/>
            </a:p>
          </p:txBody>
        </p:sp>
        <p:sp>
          <p:nvSpPr>
            <p:cNvPr id="482394" name="Line 70"/>
            <p:cNvSpPr>
              <a:spLocks noChangeShapeType="1"/>
            </p:cNvSpPr>
            <p:nvPr/>
          </p:nvSpPr>
          <p:spPr bwMode="auto">
            <a:xfrm flipV="1">
              <a:off x="5773271" y="457997"/>
              <a:ext cx="100365" cy="31881"/>
            </a:xfrm>
            <a:prstGeom prst="line">
              <a:avLst/>
            </a:prstGeom>
            <a:noFill/>
            <a:ln w="3">
              <a:solidFill>
                <a:srgbClr val="FF0000"/>
              </a:solidFill>
              <a:round/>
              <a:headEnd/>
              <a:tailEnd/>
            </a:ln>
          </p:spPr>
          <p:txBody>
            <a:bodyPr/>
            <a:lstStyle/>
            <a:p>
              <a:endParaRPr lang="en-US" dirty="0"/>
            </a:p>
          </p:txBody>
        </p:sp>
        <p:sp>
          <p:nvSpPr>
            <p:cNvPr id="482395" name="Line 71"/>
            <p:cNvSpPr>
              <a:spLocks noChangeShapeType="1"/>
            </p:cNvSpPr>
            <p:nvPr/>
          </p:nvSpPr>
          <p:spPr bwMode="auto">
            <a:xfrm flipV="1">
              <a:off x="5873635" y="433201"/>
              <a:ext cx="100365" cy="24796"/>
            </a:xfrm>
            <a:prstGeom prst="line">
              <a:avLst/>
            </a:prstGeom>
            <a:noFill/>
            <a:ln w="3">
              <a:solidFill>
                <a:srgbClr val="FF0000"/>
              </a:solidFill>
              <a:round/>
              <a:headEnd/>
              <a:tailEnd/>
            </a:ln>
          </p:spPr>
          <p:txBody>
            <a:bodyPr/>
            <a:lstStyle/>
            <a:p>
              <a:endParaRPr lang="en-US" dirty="0"/>
            </a:p>
          </p:txBody>
        </p:sp>
        <p:sp>
          <p:nvSpPr>
            <p:cNvPr id="482396" name="Line 72"/>
            <p:cNvSpPr>
              <a:spLocks noChangeShapeType="1"/>
            </p:cNvSpPr>
            <p:nvPr/>
          </p:nvSpPr>
          <p:spPr bwMode="auto">
            <a:xfrm flipV="1">
              <a:off x="5974000" y="411946"/>
              <a:ext cx="100365" cy="21255"/>
            </a:xfrm>
            <a:prstGeom prst="line">
              <a:avLst/>
            </a:prstGeom>
            <a:noFill/>
            <a:ln w="3">
              <a:solidFill>
                <a:srgbClr val="FF0000"/>
              </a:solidFill>
              <a:round/>
              <a:headEnd/>
              <a:tailEnd/>
            </a:ln>
          </p:spPr>
          <p:txBody>
            <a:bodyPr/>
            <a:lstStyle/>
            <a:p>
              <a:endParaRPr lang="en-US" dirty="0"/>
            </a:p>
          </p:txBody>
        </p:sp>
        <p:sp>
          <p:nvSpPr>
            <p:cNvPr id="482397" name="Line 73"/>
            <p:cNvSpPr>
              <a:spLocks noChangeShapeType="1"/>
            </p:cNvSpPr>
            <p:nvPr/>
          </p:nvSpPr>
          <p:spPr bwMode="auto">
            <a:xfrm flipV="1">
              <a:off x="6074364" y="401319"/>
              <a:ext cx="100365" cy="10627"/>
            </a:xfrm>
            <a:prstGeom prst="line">
              <a:avLst/>
            </a:prstGeom>
            <a:noFill/>
            <a:ln w="3">
              <a:solidFill>
                <a:srgbClr val="FF0000"/>
              </a:solidFill>
              <a:round/>
              <a:headEnd/>
              <a:tailEnd/>
            </a:ln>
          </p:spPr>
          <p:txBody>
            <a:bodyPr/>
            <a:lstStyle/>
            <a:p>
              <a:endParaRPr lang="en-US" dirty="0"/>
            </a:p>
          </p:txBody>
        </p:sp>
        <p:sp>
          <p:nvSpPr>
            <p:cNvPr id="482398" name="Line 74"/>
            <p:cNvSpPr>
              <a:spLocks noChangeShapeType="1"/>
            </p:cNvSpPr>
            <p:nvPr/>
          </p:nvSpPr>
          <p:spPr bwMode="auto">
            <a:xfrm flipV="1">
              <a:off x="6174730" y="397777"/>
              <a:ext cx="95082" cy="3542"/>
            </a:xfrm>
            <a:prstGeom prst="line">
              <a:avLst/>
            </a:prstGeom>
            <a:noFill/>
            <a:ln w="3">
              <a:solidFill>
                <a:srgbClr val="FF0000"/>
              </a:solidFill>
              <a:round/>
              <a:headEnd/>
              <a:tailEnd/>
            </a:ln>
          </p:spPr>
          <p:txBody>
            <a:bodyPr/>
            <a:lstStyle/>
            <a:p>
              <a:endParaRPr lang="en-US" dirty="0"/>
            </a:p>
          </p:txBody>
        </p:sp>
        <p:sp>
          <p:nvSpPr>
            <p:cNvPr id="482399" name="Line 75"/>
            <p:cNvSpPr>
              <a:spLocks noChangeShapeType="1"/>
            </p:cNvSpPr>
            <p:nvPr/>
          </p:nvSpPr>
          <p:spPr bwMode="auto">
            <a:xfrm>
              <a:off x="6269813" y="397777"/>
              <a:ext cx="100365" cy="3542"/>
            </a:xfrm>
            <a:prstGeom prst="line">
              <a:avLst/>
            </a:prstGeom>
            <a:noFill/>
            <a:ln w="3">
              <a:solidFill>
                <a:srgbClr val="FF0000"/>
              </a:solidFill>
              <a:round/>
              <a:headEnd/>
              <a:tailEnd/>
            </a:ln>
          </p:spPr>
          <p:txBody>
            <a:bodyPr/>
            <a:lstStyle/>
            <a:p>
              <a:endParaRPr lang="en-US" dirty="0"/>
            </a:p>
          </p:txBody>
        </p:sp>
        <p:sp>
          <p:nvSpPr>
            <p:cNvPr id="482400" name="Line 76"/>
            <p:cNvSpPr>
              <a:spLocks noChangeShapeType="1"/>
            </p:cNvSpPr>
            <p:nvPr/>
          </p:nvSpPr>
          <p:spPr bwMode="auto">
            <a:xfrm>
              <a:off x="6370177" y="401319"/>
              <a:ext cx="100365" cy="10627"/>
            </a:xfrm>
            <a:prstGeom prst="line">
              <a:avLst/>
            </a:prstGeom>
            <a:noFill/>
            <a:ln w="3">
              <a:solidFill>
                <a:srgbClr val="FF0000"/>
              </a:solidFill>
              <a:round/>
              <a:headEnd/>
              <a:tailEnd/>
            </a:ln>
          </p:spPr>
          <p:txBody>
            <a:bodyPr/>
            <a:lstStyle/>
            <a:p>
              <a:endParaRPr lang="en-US" dirty="0"/>
            </a:p>
          </p:txBody>
        </p:sp>
        <p:sp>
          <p:nvSpPr>
            <p:cNvPr id="482401" name="Line 77"/>
            <p:cNvSpPr>
              <a:spLocks noChangeShapeType="1"/>
            </p:cNvSpPr>
            <p:nvPr/>
          </p:nvSpPr>
          <p:spPr bwMode="auto">
            <a:xfrm>
              <a:off x="6470542" y="411946"/>
              <a:ext cx="100365" cy="17712"/>
            </a:xfrm>
            <a:prstGeom prst="line">
              <a:avLst/>
            </a:prstGeom>
            <a:noFill/>
            <a:ln w="3">
              <a:solidFill>
                <a:srgbClr val="FF0000"/>
              </a:solidFill>
              <a:round/>
              <a:headEnd/>
              <a:tailEnd/>
            </a:ln>
          </p:spPr>
          <p:txBody>
            <a:bodyPr/>
            <a:lstStyle/>
            <a:p>
              <a:endParaRPr lang="en-US" dirty="0"/>
            </a:p>
          </p:txBody>
        </p:sp>
        <p:sp>
          <p:nvSpPr>
            <p:cNvPr id="482402" name="Line 78"/>
            <p:cNvSpPr>
              <a:spLocks noChangeShapeType="1"/>
            </p:cNvSpPr>
            <p:nvPr/>
          </p:nvSpPr>
          <p:spPr bwMode="auto">
            <a:xfrm>
              <a:off x="6570906" y="429658"/>
              <a:ext cx="100365" cy="24796"/>
            </a:xfrm>
            <a:prstGeom prst="line">
              <a:avLst/>
            </a:prstGeom>
            <a:noFill/>
            <a:ln w="3">
              <a:solidFill>
                <a:srgbClr val="FF0000"/>
              </a:solidFill>
              <a:round/>
              <a:headEnd/>
              <a:tailEnd/>
            </a:ln>
          </p:spPr>
          <p:txBody>
            <a:bodyPr/>
            <a:lstStyle/>
            <a:p>
              <a:endParaRPr lang="en-US" dirty="0"/>
            </a:p>
          </p:txBody>
        </p:sp>
        <p:sp>
          <p:nvSpPr>
            <p:cNvPr id="482403" name="Line 79"/>
            <p:cNvSpPr>
              <a:spLocks noChangeShapeType="1"/>
            </p:cNvSpPr>
            <p:nvPr/>
          </p:nvSpPr>
          <p:spPr bwMode="auto">
            <a:xfrm>
              <a:off x="6671271" y="454454"/>
              <a:ext cx="95082" cy="31881"/>
            </a:xfrm>
            <a:prstGeom prst="line">
              <a:avLst/>
            </a:prstGeom>
            <a:noFill/>
            <a:ln w="3">
              <a:solidFill>
                <a:srgbClr val="FF0000"/>
              </a:solidFill>
              <a:round/>
              <a:headEnd/>
              <a:tailEnd/>
            </a:ln>
          </p:spPr>
          <p:txBody>
            <a:bodyPr/>
            <a:lstStyle/>
            <a:p>
              <a:endParaRPr lang="en-US" dirty="0"/>
            </a:p>
          </p:txBody>
        </p:sp>
        <p:sp>
          <p:nvSpPr>
            <p:cNvPr id="482404" name="Line 80"/>
            <p:cNvSpPr>
              <a:spLocks noChangeShapeType="1"/>
            </p:cNvSpPr>
            <p:nvPr/>
          </p:nvSpPr>
          <p:spPr bwMode="auto">
            <a:xfrm>
              <a:off x="6766353" y="486336"/>
              <a:ext cx="100365" cy="38965"/>
            </a:xfrm>
            <a:prstGeom prst="line">
              <a:avLst/>
            </a:prstGeom>
            <a:noFill/>
            <a:ln w="3">
              <a:solidFill>
                <a:srgbClr val="FF0000"/>
              </a:solidFill>
              <a:round/>
              <a:headEnd/>
              <a:tailEnd/>
            </a:ln>
          </p:spPr>
          <p:txBody>
            <a:bodyPr/>
            <a:lstStyle/>
            <a:p>
              <a:endParaRPr lang="en-US" dirty="0"/>
            </a:p>
          </p:txBody>
        </p:sp>
        <p:sp>
          <p:nvSpPr>
            <p:cNvPr id="482405" name="Line 81"/>
            <p:cNvSpPr>
              <a:spLocks noChangeShapeType="1"/>
            </p:cNvSpPr>
            <p:nvPr/>
          </p:nvSpPr>
          <p:spPr bwMode="auto">
            <a:xfrm>
              <a:off x="6866719" y="525301"/>
              <a:ext cx="100365" cy="42508"/>
            </a:xfrm>
            <a:prstGeom prst="line">
              <a:avLst/>
            </a:prstGeom>
            <a:noFill/>
            <a:ln w="3">
              <a:solidFill>
                <a:srgbClr val="FF0000"/>
              </a:solidFill>
              <a:round/>
              <a:headEnd/>
              <a:tailEnd/>
            </a:ln>
          </p:spPr>
          <p:txBody>
            <a:bodyPr/>
            <a:lstStyle/>
            <a:p>
              <a:endParaRPr lang="en-US" dirty="0"/>
            </a:p>
          </p:txBody>
        </p:sp>
        <p:sp>
          <p:nvSpPr>
            <p:cNvPr id="482406" name="Line 82"/>
            <p:cNvSpPr>
              <a:spLocks noChangeShapeType="1"/>
            </p:cNvSpPr>
            <p:nvPr/>
          </p:nvSpPr>
          <p:spPr bwMode="auto">
            <a:xfrm>
              <a:off x="6967084" y="567809"/>
              <a:ext cx="100365" cy="49593"/>
            </a:xfrm>
            <a:prstGeom prst="line">
              <a:avLst/>
            </a:prstGeom>
            <a:noFill/>
            <a:ln w="3">
              <a:solidFill>
                <a:srgbClr val="FF0000"/>
              </a:solidFill>
              <a:round/>
              <a:headEnd/>
              <a:tailEnd/>
            </a:ln>
          </p:spPr>
          <p:txBody>
            <a:bodyPr/>
            <a:lstStyle/>
            <a:p>
              <a:endParaRPr lang="en-US" dirty="0"/>
            </a:p>
          </p:txBody>
        </p:sp>
        <p:sp>
          <p:nvSpPr>
            <p:cNvPr id="482407" name="Line 83"/>
            <p:cNvSpPr>
              <a:spLocks noChangeShapeType="1"/>
            </p:cNvSpPr>
            <p:nvPr/>
          </p:nvSpPr>
          <p:spPr bwMode="auto">
            <a:xfrm>
              <a:off x="7067449" y="617402"/>
              <a:ext cx="100365" cy="56678"/>
            </a:xfrm>
            <a:prstGeom prst="line">
              <a:avLst/>
            </a:prstGeom>
            <a:noFill/>
            <a:ln w="3">
              <a:solidFill>
                <a:srgbClr val="FF0000"/>
              </a:solidFill>
              <a:round/>
              <a:headEnd/>
              <a:tailEnd/>
            </a:ln>
          </p:spPr>
          <p:txBody>
            <a:bodyPr/>
            <a:lstStyle/>
            <a:p>
              <a:endParaRPr lang="en-US" dirty="0"/>
            </a:p>
          </p:txBody>
        </p:sp>
        <p:sp>
          <p:nvSpPr>
            <p:cNvPr id="482408" name="Line 84"/>
            <p:cNvSpPr>
              <a:spLocks noChangeShapeType="1"/>
            </p:cNvSpPr>
            <p:nvPr/>
          </p:nvSpPr>
          <p:spPr bwMode="auto">
            <a:xfrm>
              <a:off x="7167813" y="674080"/>
              <a:ext cx="95082" cy="60220"/>
            </a:xfrm>
            <a:prstGeom prst="line">
              <a:avLst/>
            </a:prstGeom>
            <a:noFill/>
            <a:ln w="3">
              <a:solidFill>
                <a:srgbClr val="FF0000"/>
              </a:solidFill>
              <a:round/>
              <a:headEnd/>
              <a:tailEnd/>
            </a:ln>
          </p:spPr>
          <p:txBody>
            <a:bodyPr/>
            <a:lstStyle/>
            <a:p>
              <a:endParaRPr lang="en-US" dirty="0"/>
            </a:p>
          </p:txBody>
        </p:sp>
        <p:sp>
          <p:nvSpPr>
            <p:cNvPr id="482409" name="Line 85"/>
            <p:cNvSpPr>
              <a:spLocks noChangeShapeType="1"/>
            </p:cNvSpPr>
            <p:nvPr/>
          </p:nvSpPr>
          <p:spPr bwMode="auto">
            <a:xfrm>
              <a:off x="7262895" y="734300"/>
              <a:ext cx="100365" cy="63762"/>
            </a:xfrm>
            <a:prstGeom prst="line">
              <a:avLst/>
            </a:prstGeom>
            <a:noFill/>
            <a:ln w="3">
              <a:solidFill>
                <a:srgbClr val="FF0000"/>
              </a:solidFill>
              <a:round/>
              <a:headEnd/>
              <a:tailEnd/>
            </a:ln>
          </p:spPr>
          <p:txBody>
            <a:bodyPr/>
            <a:lstStyle/>
            <a:p>
              <a:endParaRPr lang="en-US" dirty="0"/>
            </a:p>
          </p:txBody>
        </p:sp>
        <p:sp>
          <p:nvSpPr>
            <p:cNvPr id="482410" name="Line 86"/>
            <p:cNvSpPr>
              <a:spLocks noChangeShapeType="1"/>
            </p:cNvSpPr>
            <p:nvPr/>
          </p:nvSpPr>
          <p:spPr bwMode="auto">
            <a:xfrm>
              <a:off x="7363260" y="798061"/>
              <a:ext cx="100365" cy="67305"/>
            </a:xfrm>
            <a:prstGeom prst="line">
              <a:avLst/>
            </a:prstGeom>
            <a:noFill/>
            <a:ln w="3">
              <a:solidFill>
                <a:srgbClr val="FF0000"/>
              </a:solidFill>
              <a:round/>
              <a:headEnd/>
              <a:tailEnd/>
            </a:ln>
          </p:spPr>
          <p:txBody>
            <a:bodyPr/>
            <a:lstStyle/>
            <a:p>
              <a:endParaRPr lang="en-US" dirty="0"/>
            </a:p>
          </p:txBody>
        </p:sp>
        <p:sp>
          <p:nvSpPr>
            <p:cNvPr id="482411" name="Line 87"/>
            <p:cNvSpPr>
              <a:spLocks noChangeShapeType="1"/>
            </p:cNvSpPr>
            <p:nvPr/>
          </p:nvSpPr>
          <p:spPr bwMode="auto">
            <a:xfrm>
              <a:off x="7463626" y="865366"/>
              <a:ext cx="100365" cy="70847"/>
            </a:xfrm>
            <a:prstGeom prst="line">
              <a:avLst/>
            </a:prstGeom>
            <a:noFill/>
            <a:ln w="3">
              <a:solidFill>
                <a:srgbClr val="FF0000"/>
              </a:solidFill>
              <a:round/>
              <a:headEnd/>
              <a:tailEnd/>
            </a:ln>
          </p:spPr>
          <p:txBody>
            <a:bodyPr/>
            <a:lstStyle/>
            <a:p>
              <a:endParaRPr lang="en-US" dirty="0"/>
            </a:p>
          </p:txBody>
        </p:sp>
        <p:sp>
          <p:nvSpPr>
            <p:cNvPr id="482412" name="Line 88"/>
            <p:cNvSpPr>
              <a:spLocks noChangeShapeType="1"/>
            </p:cNvSpPr>
            <p:nvPr/>
          </p:nvSpPr>
          <p:spPr bwMode="auto">
            <a:xfrm>
              <a:off x="7563991" y="936212"/>
              <a:ext cx="100365" cy="70847"/>
            </a:xfrm>
            <a:prstGeom prst="line">
              <a:avLst/>
            </a:prstGeom>
            <a:noFill/>
            <a:ln w="3">
              <a:solidFill>
                <a:srgbClr val="FF0000"/>
              </a:solidFill>
              <a:round/>
              <a:headEnd/>
              <a:tailEnd/>
            </a:ln>
          </p:spPr>
          <p:txBody>
            <a:bodyPr/>
            <a:lstStyle/>
            <a:p>
              <a:endParaRPr lang="en-US" dirty="0"/>
            </a:p>
          </p:txBody>
        </p:sp>
        <p:sp>
          <p:nvSpPr>
            <p:cNvPr id="482413" name="Line 89"/>
            <p:cNvSpPr>
              <a:spLocks noChangeShapeType="1"/>
            </p:cNvSpPr>
            <p:nvPr/>
          </p:nvSpPr>
          <p:spPr bwMode="auto">
            <a:xfrm>
              <a:off x="7664355" y="1007059"/>
              <a:ext cx="100365" cy="74388"/>
            </a:xfrm>
            <a:prstGeom prst="line">
              <a:avLst/>
            </a:prstGeom>
            <a:noFill/>
            <a:ln w="3">
              <a:solidFill>
                <a:srgbClr val="FF0000"/>
              </a:solidFill>
              <a:round/>
              <a:headEnd/>
              <a:tailEnd/>
            </a:ln>
          </p:spPr>
          <p:txBody>
            <a:bodyPr/>
            <a:lstStyle/>
            <a:p>
              <a:endParaRPr lang="en-US" dirty="0"/>
            </a:p>
          </p:txBody>
        </p:sp>
        <p:sp>
          <p:nvSpPr>
            <p:cNvPr id="482414" name="Line 90"/>
            <p:cNvSpPr>
              <a:spLocks noChangeShapeType="1"/>
            </p:cNvSpPr>
            <p:nvPr/>
          </p:nvSpPr>
          <p:spPr bwMode="auto">
            <a:xfrm>
              <a:off x="7764720" y="1081447"/>
              <a:ext cx="95082" cy="70847"/>
            </a:xfrm>
            <a:prstGeom prst="line">
              <a:avLst/>
            </a:prstGeom>
            <a:noFill/>
            <a:ln w="3">
              <a:solidFill>
                <a:srgbClr val="FF0000"/>
              </a:solidFill>
              <a:round/>
              <a:headEnd/>
              <a:tailEnd/>
            </a:ln>
          </p:spPr>
          <p:txBody>
            <a:bodyPr/>
            <a:lstStyle/>
            <a:p>
              <a:endParaRPr lang="en-US" dirty="0"/>
            </a:p>
          </p:txBody>
        </p:sp>
        <p:sp>
          <p:nvSpPr>
            <p:cNvPr id="482415" name="Line 91"/>
            <p:cNvSpPr>
              <a:spLocks noChangeShapeType="1"/>
            </p:cNvSpPr>
            <p:nvPr/>
          </p:nvSpPr>
          <p:spPr bwMode="auto">
            <a:xfrm>
              <a:off x="7859802" y="1152295"/>
              <a:ext cx="100365" cy="74388"/>
            </a:xfrm>
            <a:prstGeom prst="line">
              <a:avLst/>
            </a:prstGeom>
            <a:noFill/>
            <a:ln w="3">
              <a:solidFill>
                <a:srgbClr val="FF0000"/>
              </a:solidFill>
              <a:round/>
              <a:headEnd/>
              <a:tailEnd/>
            </a:ln>
          </p:spPr>
          <p:txBody>
            <a:bodyPr/>
            <a:lstStyle/>
            <a:p>
              <a:endParaRPr lang="en-US" dirty="0"/>
            </a:p>
          </p:txBody>
        </p:sp>
        <p:sp>
          <p:nvSpPr>
            <p:cNvPr id="482416" name="Line 92"/>
            <p:cNvSpPr>
              <a:spLocks noChangeShapeType="1"/>
            </p:cNvSpPr>
            <p:nvPr/>
          </p:nvSpPr>
          <p:spPr bwMode="auto">
            <a:xfrm>
              <a:off x="7960167" y="1226683"/>
              <a:ext cx="100365" cy="70847"/>
            </a:xfrm>
            <a:prstGeom prst="line">
              <a:avLst/>
            </a:prstGeom>
            <a:noFill/>
            <a:ln w="3">
              <a:solidFill>
                <a:srgbClr val="FF0000"/>
              </a:solidFill>
              <a:round/>
              <a:headEnd/>
              <a:tailEnd/>
            </a:ln>
          </p:spPr>
          <p:txBody>
            <a:bodyPr/>
            <a:lstStyle/>
            <a:p>
              <a:endParaRPr lang="en-US" dirty="0"/>
            </a:p>
          </p:txBody>
        </p:sp>
        <p:sp>
          <p:nvSpPr>
            <p:cNvPr id="482417" name="Line 93"/>
            <p:cNvSpPr>
              <a:spLocks noChangeShapeType="1"/>
            </p:cNvSpPr>
            <p:nvPr/>
          </p:nvSpPr>
          <p:spPr bwMode="auto">
            <a:xfrm>
              <a:off x="8060531" y="1297530"/>
              <a:ext cx="100365" cy="70847"/>
            </a:xfrm>
            <a:prstGeom prst="line">
              <a:avLst/>
            </a:prstGeom>
            <a:noFill/>
            <a:ln w="3">
              <a:solidFill>
                <a:srgbClr val="FF0000"/>
              </a:solidFill>
              <a:round/>
              <a:headEnd/>
              <a:tailEnd/>
            </a:ln>
          </p:spPr>
          <p:txBody>
            <a:bodyPr/>
            <a:lstStyle/>
            <a:p>
              <a:endParaRPr lang="en-US" dirty="0"/>
            </a:p>
          </p:txBody>
        </p:sp>
        <p:sp>
          <p:nvSpPr>
            <p:cNvPr id="482418" name="Line 94"/>
            <p:cNvSpPr>
              <a:spLocks noChangeShapeType="1"/>
            </p:cNvSpPr>
            <p:nvPr/>
          </p:nvSpPr>
          <p:spPr bwMode="auto">
            <a:xfrm>
              <a:off x="8160898" y="1368378"/>
              <a:ext cx="100365" cy="67305"/>
            </a:xfrm>
            <a:prstGeom prst="line">
              <a:avLst/>
            </a:prstGeom>
            <a:noFill/>
            <a:ln w="3">
              <a:solidFill>
                <a:srgbClr val="FF0000"/>
              </a:solidFill>
              <a:round/>
              <a:headEnd/>
              <a:tailEnd/>
            </a:ln>
          </p:spPr>
          <p:txBody>
            <a:bodyPr/>
            <a:lstStyle/>
            <a:p>
              <a:endParaRPr lang="en-US" dirty="0"/>
            </a:p>
          </p:txBody>
        </p:sp>
        <p:sp>
          <p:nvSpPr>
            <p:cNvPr id="482419" name="Line 95"/>
            <p:cNvSpPr>
              <a:spLocks noChangeShapeType="1"/>
            </p:cNvSpPr>
            <p:nvPr/>
          </p:nvSpPr>
          <p:spPr bwMode="auto">
            <a:xfrm>
              <a:off x="8261262" y="1435681"/>
              <a:ext cx="95082" cy="63762"/>
            </a:xfrm>
            <a:prstGeom prst="line">
              <a:avLst/>
            </a:prstGeom>
            <a:noFill/>
            <a:ln w="3">
              <a:solidFill>
                <a:srgbClr val="FF0000"/>
              </a:solidFill>
              <a:round/>
              <a:headEnd/>
              <a:tailEnd/>
            </a:ln>
          </p:spPr>
          <p:txBody>
            <a:bodyPr/>
            <a:lstStyle/>
            <a:p>
              <a:endParaRPr lang="en-US" dirty="0"/>
            </a:p>
          </p:txBody>
        </p:sp>
      </p:grpSp>
      <p:sp>
        <p:nvSpPr>
          <p:cNvPr id="482346" name="TextBox 333"/>
          <p:cNvSpPr txBox="1">
            <a:spLocks noChangeArrowheads="1"/>
          </p:cNvSpPr>
          <p:nvPr/>
        </p:nvSpPr>
        <p:spPr bwMode="auto">
          <a:xfrm>
            <a:off x="173038" y="3502025"/>
            <a:ext cx="1209675" cy="954088"/>
          </a:xfrm>
          <a:prstGeom prst="rect">
            <a:avLst/>
          </a:prstGeom>
          <a:noFill/>
          <a:ln w="9525">
            <a:noFill/>
            <a:miter lim="800000"/>
            <a:headEnd/>
            <a:tailEnd/>
          </a:ln>
        </p:spPr>
        <p:txBody>
          <a:bodyPr>
            <a:spAutoFit/>
          </a:bodyPr>
          <a:lstStyle/>
          <a:p>
            <a:r>
              <a:rPr lang="en-US" sz="1400" dirty="0"/>
              <a:t>Bar Graph of Displacement from  Original Position</a:t>
            </a:r>
          </a:p>
        </p:txBody>
      </p:sp>
    </p:spTree>
    <p:extLst>
      <p:ext uri="{BB962C8B-B14F-4D97-AF65-F5344CB8AC3E}">
        <p14:creationId xmlns:p14="http://schemas.microsoft.com/office/powerpoint/2010/main" val="28214424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pPr eaLnBrk="1" hangingPunct="1"/>
            <a:r>
              <a:rPr lang="en-US"/>
              <a:t>Wave Function</a:t>
            </a:r>
          </a:p>
        </p:txBody>
      </p:sp>
      <p:sp>
        <p:nvSpPr>
          <p:cNvPr id="3076" name="Text Box 30"/>
          <p:cNvSpPr txBox="1">
            <a:spLocks noChangeArrowheads="1"/>
          </p:cNvSpPr>
          <p:nvPr/>
        </p:nvSpPr>
        <p:spPr bwMode="auto">
          <a:xfrm>
            <a:off x="4729713" y="3715657"/>
            <a:ext cx="1585913" cy="915988"/>
          </a:xfrm>
          <a:prstGeom prst="rect">
            <a:avLst/>
          </a:prstGeom>
          <a:noFill/>
          <a:ln w="9525" algn="ctr">
            <a:noFill/>
            <a:miter lim="800000"/>
            <a:headEnd/>
            <a:tailEnd/>
          </a:ln>
        </p:spPr>
        <p:txBody>
          <a:bodyPr>
            <a:spAutoFit/>
          </a:bodyPr>
          <a:lstStyle/>
          <a:p>
            <a:r>
              <a:rPr lang="en-US" dirty="0">
                <a:solidFill>
                  <a:srgbClr val="FF0000"/>
                </a:solidFill>
              </a:rPr>
              <a:t>Fluid displaced to fill void</a:t>
            </a:r>
          </a:p>
        </p:txBody>
      </p:sp>
      <p:sp>
        <p:nvSpPr>
          <p:cNvPr id="18437" name="Rectangle 5"/>
          <p:cNvSpPr>
            <a:spLocks noChangeArrowheads="1"/>
          </p:cNvSpPr>
          <p:nvPr/>
        </p:nvSpPr>
        <p:spPr bwMode="auto">
          <a:xfrm>
            <a:off x="6826250" y="2449513"/>
            <a:ext cx="828675" cy="609600"/>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a:defRPr/>
            </a:pPr>
            <a:endParaRPr lang="en-US"/>
          </a:p>
        </p:txBody>
      </p:sp>
      <p:sp>
        <p:nvSpPr>
          <p:cNvPr id="18438" name="Rectangle 6"/>
          <p:cNvSpPr>
            <a:spLocks noChangeArrowheads="1"/>
          </p:cNvSpPr>
          <p:nvPr/>
        </p:nvSpPr>
        <p:spPr bwMode="auto">
          <a:xfrm>
            <a:off x="7654925" y="2449513"/>
            <a:ext cx="828675" cy="609600"/>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a:defRPr/>
            </a:pPr>
            <a:endParaRPr lang="en-US"/>
          </a:p>
        </p:txBody>
      </p:sp>
      <p:sp>
        <p:nvSpPr>
          <p:cNvPr id="3079" name="Rectangle 8"/>
          <p:cNvSpPr>
            <a:spLocks noChangeArrowheads="1"/>
          </p:cNvSpPr>
          <p:nvPr/>
        </p:nvSpPr>
        <p:spPr bwMode="auto">
          <a:xfrm>
            <a:off x="6072188" y="2373313"/>
            <a:ext cx="2462212" cy="74612"/>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a:p>
        </p:txBody>
      </p:sp>
      <p:sp>
        <p:nvSpPr>
          <p:cNvPr id="3080" name="Rectangle 9"/>
          <p:cNvSpPr>
            <a:spLocks noChangeArrowheads="1"/>
          </p:cNvSpPr>
          <p:nvPr/>
        </p:nvSpPr>
        <p:spPr bwMode="auto">
          <a:xfrm>
            <a:off x="6072188" y="3059113"/>
            <a:ext cx="2462212" cy="61912"/>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a:p>
        </p:txBody>
      </p:sp>
      <p:sp>
        <p:nvSpPr>
          <p:cNvPr id="3081" name="Rectangle 10"/>
          <p:cNvSpPr>
            <a:spLocks noChangeArrowheads="1"/>
          </p:cNvSpPr>
          <p:nvPr/>
        </p:nvSpPr>
        <p:spPr bwMode="auto">
          <a:xfrm>
            <a:off x="5543550" y="2640013"/>
            <a:ext cx="1055688" cy="228600"/>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a:p>
        </p:txBody>
      </p:sp>
      <p:sp>
        <p:nvSpPr>
          <p:cNvPr id="3082" name="Rectangle 11"/>
          <p:cNvSpPr>
            <a:spLocks noChangeArrowheads="1"/>
          </p:cNvSpPr>
          <p:nvPr/>
        </p:nvSpPr>
        <p:spPr bwMode="auto">
          <a:xfrm>
            <a:off x="6599238" y="2449513"/>
            <a:ext cx="227012" cy="609600"/>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a:p>
        </p:txBody>
      </p:sp>
      <p:pic>
        <p:nvPicPr>
          <p:cNvPr id="3083" name="Picture 12"/>
          <p:cNvPicPr>
            <a:picLocks noChangeAspect="1" noChangeArrowheads="1"/>
          </p:cNvPicPr>
          <p:nvPr/>
        </p:nvPicPr>
        <p:blipFill>
          <a:blip r:embed="rId2" cstate="print"/>
          <a:srcRect/>
          <a:stretch>
            <a:fillRect/>
          </a:stretch>
        </p:blipFill>
        <p:spPr bwMode="auto">
          <a:xfrm>
            <a:off x="7205663" y="3589338"/>
            <a:ext cx="1177925" cy="1320800"/>
          </a:xfrm>
          <a:prstGeom prst="rect">
            <a:avLst/>
          </a:prstGeom>
          <a:noFill/>
          <a:ln w="9525" algn="ctr">
            <a:noFill/>
            <a:miter lim="800000"/>
            <a:headEnd/>
            <a:tailEnd/>
          </a:ln>
        </p:spPr>
      </p:pic>
      <p:sp>
        <p:nvSpPr>
          <p:cNvPr id="3084" name="Text Box 19"/>
          <p:cNvSpPr txBox="1">
            <a:spLocks noChangeArrowheads="1"/>
          </p:cNvSpPr>
          <p:nvPr/>
        </p:nvSpPr>
        <p:spPr bwMode="auto">
          <a:xfrm>
            <a:off x="6727825" y="3605213"/>
            <a:ext cx="452438" cy="274637"/>
          </a:xfrm>
          <a:prstGeom prst="rect">
            <a:avLst/>
          </a:prstGeom>
          <a:noFill/>
          <a:ln w="9525" algn="ctr">
            <a:noFill/>
            <a:miter lim="800000"/>
            <a:headEnd/>
            <a:tailEnd/>
          </a:ln>
        </p:spPr>
        <p:txBody>
          <a:bodyPr wrap="none">
            <a:spAutoFit/>
          </a:bodyPr>
          <a:lstStyle/>
          <a:p>
            <a:r>
              <a:rPr lang="en-US" sz="1200">
                <a:sym typeface="Symbol" pitchFamily="18" charset="2"/>
              </a:rPr>
              <a:t>s</a:t>
            </a:r>
            <a:r>
              <a:rPr lang="en-US" sz="1200" baseline="-25000">
                <a:sym typeface="Symbol" pitchFamily="18" charset="2"/>
              </a:rPr>
              <a:t>max</a:t>
            </a:r>
          </a:p>
        </p:txBody>
      </p:sp>
      <p:sp>
        <p:nvSpPr>
          <p:cNvPr id="3085" name="Text Box 20"/>
          <p:cNvSpPr txBox="1">
            <a:spLocks noChangeArrowheads="1"/>
          </p:cNvSpPr>
          <p:nvPr/>
        </p:nvSpPr>
        <p:spPr bwMode="auto">
          <a:xfrm>
            <a:off x="8180388" y="4119563"/>
            <a:ext cx="257175" cy="274637"/>
          </a:xfrm>
          <a:prstGeom prst="rect">
            <a:avLst/>
          </a:prstGeom>
          <a:noFill/>
          <a:ln w="9525" algn="ctr">
            <a:noFill/>
            <a:miter lim="800000"/>
            <a:headEnd/>
            <a:tailEnd/>
          </a:ln>
        </p:spPr>
        <p:txBody>
          <a:bodyPr wrap="none">
            <a:spAutoFit/>
          </a:bodyPr>
          <a:lstStyle/>
          <a:p>
            <a:r>
              <a:rPr lang="en-US" sz="1200"/>
              <a:t>x</a:t>
            </a:r>
          </a:p>
        </p:txBody>
      </p:sp>
      <p:sp>
        <p:nvSpPr>
          <p:cNvPr id="3086" name="Text Box 22"/>
          <p:cNvSpPr txBox="1">
            <a:spLocks noChangeArrowheads="1"/>
          </p:cNvSpPr>
          <p:nvPr/>
        </p:nvSpPr>
        <p:spPr bwMode="auto">
          <a:xfrm>
            <a:off x="6972300" y="3287713"/>
            <a:ext cx="260350" cy="274637"/>
          </a:xfrm>
          <a:prstGeom prst="rect">
            <a:avLst/>
          </a:prstGeom>
          <a:noFill/>
          <a:ln w="9525" algn="ctr">
            <a:noFill/>
            <a:miter lim="800000"/>
            <a:headEnd/>
            <a:tailEnd/>
          </a:ln>
        </p:spPr>
        <p:txBody>
          <a:bodyPr wrap="none">
            <a:spAutoFit/>
          </a:bodyPr>
          <a:lstStyle/>
          <a:p>
            <a:r>
              <a:rPr lang="en-US" sz="1200"/>
              <a:t>s</a:t>
            </a:r>
          </a:p>
        </p:txBody>
      </p:sp>
      <p:sp>
        <p:nvSpPr>
          <p:cNvPr id="3087" name="Line 13"/>
          <p:cNvSpPr>
            <a:spLocks noChangeShapeType="1"/>
          </p:cNvSpPr>
          <p:nvPr/>
        </p:nvSpPr>
        <p:spPr bwMode="auto">
          <a:xfrm flipV="1">
            <a:off x="7224713" y="2449513"/>
            <a:ext cx="0" cy="2438400"/>
          </a:xfrm>
          <a:prstGeom prst="line">
            <a:avLst/>
          </a:prstGeom>
          <a:noFill/>
          <a:ln w="9525">
            <a:solidFill>
              <a:schemeClr val="tx1"/>
            </a:solidFill>
            <a:prstDash val="dash"/>
            <a:round/>
            <a:headEnd/>
            <a:tailEnd/>
          </a:ln>
        </p:spPr>
        <p:txBody>
          <a:bodyPr wrap="none" anchor="ctr"/>
          <a:lstStyle/>
          <a:p>
            <a:endParaRPr lang="en-US"/>
          </a:p>
        </p:txBody>
      </p:sp>
      <p:sp>
        <p:nvSpPr>
          <p:cNvPr id="3088" name="Line 15"/>
          <p:cNvSpPr>
            <a:spLocks noChangeShapeType="1"/>
          </p:cNvSpPr>
          <p:nvPr/>
        </p:nvSpPr>
        <p:spPr bwMode="auto">
          <a:xfrm flipV="1">
            <a:off x="8021638" y="2449513"/>
            <a:ext cx="0" cy="2514600"/>
          </a:xfrm>
          <a:prstGeom prst="line">
            <a:avLst/>
          </a:prstGeom>
          <a:noFill/>
          <a:ln w="9525">
            <a:solidFill>
              <a:schemeClr val="tx1"/>
            </a:solidFill>
            <a:prstDash val="dash"/>
            <a:round/>
            <a:headEnd/>
            <a:tailEnd/>
          </a:ln>
        </p:spPr>
        <p:txBody>
          <a:bodyPr wrap="none" anchor="ctr"/>
          <a:lstStyle/>
          <a:p>
            <a:endParaRPr lang="en-US"/>
          </a:p>
        </p:txBody>
      </p:sp>
      <p:sp>
        <p:nvSpPr>
          <p:cNvPr id="3089" name="Line 29"/>
          <p:cNvSpPr>
            <a:spLocks noChangeShapeType="1"/>
          </p:cNvSpPr>
          <p:nvPr/>
        </p:nvSpPr>
        <p:spPr bwMode="auto">
          <a:xfrm flipV="1">
            <a:off x="6199188" y="2906713"/>
            <a:ext cx="684212" cy="685800"/>
          </a:xfrm>
          <a:prstGeom prst="line">
            <a:avLst/>
          </a:prstGeom>
          <a:noFill/>
          <a:ln w="9525">
            <a:solidFill>
              <a:srgbClr val="FF0000"/>
            </a:solidFill>
            <a:round/>
            <a:headEnd/>
            <a:tailEnd type="triangle" w="med" len="med"/>
          </a:ln>
        </p:spPr>
        <p:txBody>
          <a:bodyPr wrap="none" anchor="ctr"/>
          <a:lstStyle/>
          <a:p>
            <a:endParaRPr lang="en-US"/>
          </a:p>
        </p:txBody>
      </p:sp>
      <p:sp>
        <p:nvSpPr>
          <p:cNvPr id="3090" name="Line 31"/>
          <p:cNvSpPr>
            <a:spLocks noChangeShapeType="1"/>
          </p:cNvSpPr>
          <p:nvPr/>
        </p:nvSpPr>
        <p:spPr bwMode="auto">
          <a:xfrm flipH="1">
            <a:off x="7642225" y="2144713"/>
            <a:ext cx="303213" cy="685800"/>
          </a:xfrm>
          <a:prstGeom prst="line">
            <a:avLst/>
          </a:prstGeom>
          <a:noFill/>
          <a:ln w="9525">
            <a:solidFill>
              <a:srgbClr val="FF0000"/>
            </a:solidFill>
            <a:round/>
            <a:headEnd/>
            <a:tailEnd type="triangle" w="med" len="med"/>
          </a:ln>
        </p:spPr>
        <p:txBody>
          <a:bodyPr wrap="none" anchor="ctr"/>
          <a:lstStyle/>
          <a:p>
            <a:endParaRPr lang="en-US"/>
          </a:p>
        </p:txBody>
      </p:sp>
      <p:sp>
        <p:nvSpPr>
          <p:cNvPr id="3091" name="Text Box 32"/>
          <p:cNvSpPr txBox="1">
            <a:spLocks noChangeArrowheads="1"/>
          </p:cNvSpPr>
          <p:nvPr/>
        </p:nvSpPr>
        <p:spPr bwMode="auto">
          <a:xfrm>
            <a:off x="7359229" y="1471354"/>
            <a:ext cx="1585912" cy="641350"/>
          </a:xfrm>
          <a:prstGeom prst="rect">
            <a:avLst/>
          </a:prstGeom>
          <a:noFill/>
          <a:ln w="9525" algn="ctr">
            <a:noFill/>
            <a:miter lim="800000"/>
            <a:headEnd/>
            <a:tailEnd/>
          </a:ln>
        </p:spPr>
        <p:txBody>
          <a:bodyPr>
            <a:spAutoFit/>
          </a:bodyPr>
          <a:lstStyle/>
          <a:p>
            <a:r>
              <a:rPr lang="en-US" dirty="0">
                <a:solidFill>
                  <a:srgbClr val="FF0000"/>
                </a:solidFill>
              </a:rPr>
              <a:t>Propagating rarefaction</a:t>
            </a:r>
          </a:p>
        </p:txBody>
      </p:sp>
      <p:sp>
        <p:nvSpPr>
          <p:cNvPr id="3092" name="Rectangle 35"/>
          <p:cNvSpPr>
            <a:spLocks noChangeArrowheads="1"/>
          </p:cNvSpPr>
          <p:nvPr/>
        </p:nvSpPr>
        <p:spPr bwMode="auto">
          <a:xfrm>
            <a:off x="0" y="3248025"/>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3074" name="Object 34"/>
          <p:cNvGraphicFramePr>
            <a:graphicFrameLocks noChangeAspect="1"/>
          </p:cNvGraphicFramePr>
          <p:nvPr/>
        </p:nvGraphicFramePr>
        <p:xfrm>
          <a:off x="958850" y="3268663"/>
          <a:ext cx="3008313" cy="457200"/>
        </p:xfrm>
        <a:graphic>
          <a:graphicData uri="http://schemas.openxmlformats.org/presentationml/2006/ole">
            <mc:AlternateContent xmlns:mc="http://schemas.openxmlformats.org/markup-compatibility/2006">
              <mc:Choice xmlns:v="urn:schemas-microsoft-com:vml" Requires="v">
                <p:oleObj name="Equation" r:id="rId3" imgW="1511280" imgH="228600" progId="Equation.3">
                  <p:embed/>
                </p:oleObj>
              </mc:Choice>
              <mc:Fallback>
                <p:oleObj name="Equation" r:id="rId3" imgW="1511280" imgH="228600" progId="Equation.3">
                  <p:embed/>
                  <p:pic>
                    <p:nvPicPr>
                      <p:cNvPr id="3074"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8850" y="3268663"/>
                        <a:ext cx="3008313"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7035668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 name="Rectangle 333"/>
          <p:cNvSpPr/>
          <p:nvPr/>
        </p:nvSpPr>
        <p:spPr>
          <a:xfrm>
            <a:off x="0" y="0"/>
            <a:ext cx="9144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nvGrpSpPr>
          <p:cNvPr id="2" name="Group 349"/>
          <p:cNvGrpSpPr>
            <a:grpSpLocks/>
          </p:cNvGrpSpPr>
          <p:nvPr/>
        </p:nvGrpSpPr>
        <p:grpSpPr bwMode="auto">
          <a:xfrm>
            <a:off x="0" y="228600"/>
            <a:ext cx="10115550" cy="6564313"/>
            <a:chOff x="0" y="229344"/>
            <a:chExt cx="10115265" cy="6564135"/>
          </a:xfrm>
        </p:grpSpPr>
        <p:sp>
          <p:nvSpPr>
            <p:cNvPr id="485379" name="Rectangle 41"/>
            <p:cNvSpPr>
              <a:spLocks noChangeArrowheads="1"/>
            </p:cNvSpPr>
            <p:nvPr/>
          </p:nvSpPr>
          <p:spPr bwMode="auto">
            <a:xfrm>
              <a:off x="1317191" y="3752504"/>
              <a:ext cx="3162280" cy="831124"/>
            </a:xfrm>
            <a:prstGeom prst="rect">
              <a:avLst/>
            </a:prstGeom>
            <a:solidFill>
              <a:schemeClr val="accent1"/>
            </a:solidFill>
            <a:ln w="9525">
              <a:noFill/>
              <a:miter lim="800000"/>
              <a:headEnd/>
              <a:tailEnd/>
            </a:ln>
          </p:spPr>
          <p:txBody>
            <a:bodyPr wrap="none" anchor="ctr"/>
            <a:lstStyle/>
            <a:p>
              <a:endParaRPr lang="en-US" dirty="0"/>
            </a:p>
          </p:txBody>
        </p:sp>
        <p:sp>
          <p:nvSpPr>
            <p:cNvPr id="485380" name="Rectangle 41"/>
            <p:cNvSpPr>
              <a:spLocks noChangeArrowheads="1"/>
            </p:cNvSpPr>
            <p:nvPr/>
          </p:nvSpPr>
          <p:spPr bwMode="auto">
            <a:xfrm>
              <a:off x="3238520" y="350718"/>
              <a:ext cx="3162280" cy="831124"/>
            </a:xfrm>
            <a:prstGeom prst="rect">
              <a:avLst/>
            </a:prstGeom>
            <a:solidFill>
              <a:schemeClr val="accent1"/>
            </a:solidFill>
            <a:ln w="9525">
              <a:noFill/>
              <a:miter lim="800000"/>
              <a:headEnd/>
              <a:tailEnd/>
            </a:ln>
          </p:spPr>
          <p:txBody>
            <a:bodyPr wrap="none" anchor="ctr"/>
            <a:lstStyle/>
            <a:p>
              <a:endParaRPr lang="en-US" dirty="0"/>
            </a:p>
          </p:txBody>
        </p:sp>
        <p:sp>
          <p:nvSpPr>
            <p:cNvPr id="104" name="Rectangle 39"/>
            <p:cNvSpPr>
              <a:spLocks noChangeArrowheads="1"/>
            </p:cNvSpPr>
            <p:nvPr/>
          </p:nvSpPr>
          <p:spPr bwMode="auto">
            <a:xfrm>
              <a:off x="708005" y="329354"/>
              <a:ext cx="3054264" cy="800078"/>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485382" name="Rectangle 41"/>
            <p:cNvSpPr>
              <a:spLocks noChangeArrowheads="1"/>
            </p:cNvSpPr>
            <p:nvPr/>
          </p:nvSpPr>
          <p:spPr bwMode="auto">
            <a:xfrm>
              <a:off x="6308289" y="328950"/>
              <a:ext cx="2634337" cy="831124"/>
            </a:xfrm>
            <a:prstGeom prst="rect">
              <a:avLst/>
            </a:prstGeom>
            <a:solidFill>
              <a:schemeClr val="accent1"/>
            </a:solidFill>
            <a:ln w="9525">
              <a:noFill/>
              <a:miter lim="800000"/>
              <a:headEnd/>
              <a:tailEnd/>
            </a:ln>
          </p:spPr>
          <p:txBody>
            <a:bodyPr wrap="none" anchor="ctr"/>
            <a:lstStyle/>
            <a:p>
              <a:endParaRPr lang="en-US" dirty="0"/>
            </a:p>
          </p:txBody>
        </p:sp>
        <p:sp>
          <p:nvSpPr>
            <p:cNvPr id="119" name="Rectangle 39"/>
            <p:cNvSpPr>
              <a:spLocks noChangeArrowheads="1"/>
            </p:cNvSpPr>
            <p:nvPr/>
          </p:nvSpPr>
          <p:spPr bwMode="auto">
            <a:xfrm>
              <a:off x="6743510" y="318242"/>
              <a:ext cx="2986004" cy="830240"/>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120" name="Rectangle 119"/>
            <p:cNvSpPr/>
            <p:nvPr/>
          </p:nvSpPr>
          <p:spPr>
            <a:xfrm>
              <a:off x="477825" y="321417"/>
              <a:ext cx="1744613" cy="8175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85385" name="Rectangle 44"/>
            <p:cNvSpPr>
              <a:spLocks noChangeArrowheads="1"/>
            </p:cNvSpPr>
            <p:nvPr/>
          </p:nvSpPr>
          <p:spPr bwMode="auto">
            <a:xfrm>
              <a:off x="1150889" y="577959"/>
              <a:ext cx="999461" cy="298812"/>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sp>
          <p:nvSpPr>
            <p:cNvPr id="485386" name="Rectangle 45"/>
            <p:cNvSpPr>
              <a:spLocks noChangeArrowheads="1"/>
            </p:cNvSpPr>
            <p:nvPr/>
          </p:nvSpPr>
          <p:spPr bwMode="auto">
            <a:xfrm>
              <a:off x="2150350" y="328949"/>
              <a:ext cx="214170" cy="796833"/>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sp>
          <p:nvSpPr>
            <p:cNvPr id="123" name="Oval 122"/>
            <p:cNvSpPr/>
            <p:nvPr/>
          </p:nvSpPr>
          <p:spPr>
            <a:xfrm>
              <a:off x="2460556" y="759555"/>
              <a:ext cx="114297" cy="14763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4" name="Oval 123"/>
            <p:cNvSpPr/>
            <p:nvPr/>
          </p:nvSpPr>
          <p:spPr>
            <a:xfrm>
              <a:off x="2484368" y="591284"/>
              <a:ext cx="114297" cy="14763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6" name="Oval 125"/>
            <p:cNvSpPr/>
            <p:nvPr/>
          </p:nvSpPr>
          <p:spPr>
            <a:xfrm>
              <a:off x="2471668" y="413489"/>
              <a:ext cx="114297" cy="14604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8" name="Oval 127"/>
            <p:cNvSpPr/>
            <p:nvPr/>
          </p:nvSpPr>
          <p:spPr>
            <a:xfrm>
              <a:off x="2493893" y="986561"/>
              <a:ext cx="114297" cy="146046"/>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130" name="Straight Connector 129"/>
            <p:cNvCxnSpPr/>
            <p:nvPr/>
          </p:nvCxnSpPr>
          <p:spPr>
            <a:xfrm>
              <a:off x="1360450" y="2169216"/>
              <a:ext cx="7837266" cy="15875"/>
            </a:xfrm>
            <a:prstGeom prst="line">
              <a:avLst/>
            </a:prstGeom>
          </p:spPr>
          <p:style>
            <a:lnRef idx="1">
              <a:schemeClr val="accent1"/>
            </a:lnRef>
            <a:fillRef idx="0">
              <a:schemeClr val="accent1"/>
            </a:fillRef>
            <a:effectRef idx="0">
              <a:schemeClr val="accent1"/>
            </a:effectRef>
            <a:fontRef idx="minor">
              <a:schemeClr val="tx1"/>
            </a:fontRef>
          </p:style>
        </p:cxnSp>
        <p:sp>
          <p:nvSpPr>
            <p:cNvPr id="131" name="Rectangle 130"/>
            <p:cNvSpPr/>
            <p:nvPr/>
          </p:nvSpPr>
          <p:spPr>
            <a:xfrm>
              <a:off x="3800368" y="2199379"/>
              <a:ext cx="238118" cy="7508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2" name="Rectangle 131"/>
            <p:cNvSpPr/>
            <p:nvPr/>
          </p:nvSpPr>
          <p:spPr>
            <a:xfrm>
              <a:off x="4278192" y="2199379"/>
              <a:ext cx="266692" cy="473062"/>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3" name="Rectangle 132"/>
            <p:cNvSpPr/>
            <p:nvPr/>
          </p:nvSpPr>
          <p:spPr>
            <a:xfrm flipV="1">
              <a:off x="4790940" y="2218428"/>
              <a:ext cx="276217" cy="22541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4" name="Rectangle 133"/>
            <p:cNvSpPr/>
            <p:nvPr/>
          </p:nvSpPr>
          <p:spPr>
            <a:xfrm>
              <a:off x="5302101" y="2134292"/>
              <a:ext cx="238118" cy="101597"/>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5" name="Rectangle 134"/>
            <p:cNvSpPr/>
            <p:nvPr/>
          </p:nvSpPr>
          <p:spPr>
            <a:xfrm>
              <a:off x="5878347" y="2035870"/>
              <a:ext cx="266692" cy="182558"/>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6" name="Rectangle 135"/>
            <p:cNvSpPr/>
            <p:nvPr/>
          </p:nvSpPr>
          <p:spPr>
            <a:xfrm>
              <a:off x="6324422" y="1710442"/>
              <a:ext cx="190495" cy="50798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7" name="Rectangle 136"/>
            <p:cNvSpPr/>
            <p:nvPr/>
          </p:nvSpPr>
          <p:spPr>
            <a:xfrm>
              <a:off x="6819708" y="1513597"/>
              <a:ext cx="234943" cy="70483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8" name="Rectangle 137"/>
            <p:cNvSpPr/>
            <p:nvPr/>
          </p:nvSpPr>
          <p:spPr>
            <a:xfrm>
              <a:off x="7249909" y="1758066"/>
              <a:ext cx="233355" cy="46036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9" name="Rectangle 138"/>
            <p:cNvSpPr/>
            <p:nvPr/>
          </p:nvSpPr>
          <p:spPr>
            <a:xfrm flipV="1">
              <a:off x="7713446" y="1983484"/>
              <a:ext cx="276217" cy="192082"/>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0" name="Rectangle 139"/>
            <p:cNvSpPr/>
            <p:nvPr/>
          </p:nvSpPr>
          <p:spPr>
            <a:xfrm>
              <a:off x="8143646" y="2146992"/>
              <a:ext cx="227007" cy="7143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1" name="Rectangle 140"/>
            <p:cNvSpPr/>
            <p:nvPr/>
          </p:nvSpPr>
          <p:spPr>
            <a:xfrm>
              <a:off x="8588133" y="2146992"/>
              <a:ext cx="246056" cy="26986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2" name="Rectangle 141"/>
            <p:cNvSpPr/>
            <p:nvPr/>
          </p:nvSpPr>
          <p:spPr>
            <a:xfrm flipV="1">
              <a:off x="1965270" y="1970785"/>
              <a:ext cx="276217" cy="20319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4" name="Rectangle 143"/>
            <p:cNvSpPr/>
            <p:nvPr/>
          </p:nvSpPr>
          <p:spPr>
            <a:xfrm>
              <a:off x="2406582" y="2148580"/>
              <a:ext cx="253993" cy="9207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8" name="Rectangle 147"/>
            <p:cNvSpPr/>
            <p:nvPr/>
          </p:nvSpPr>
          <p:spPr>
            <a:xfrm>
              <a:off x="2814559" y="2145405"/>
              <a:ext cx="228594" cy="266693"/>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9" name="Rectangle 148"/>
            <p:cNvSpPr/>
            <p:nvPr/>
          </p:nvSpPr>
          <p:spPr>
            <a:xfrm>
              <a:off x="3282858" y="2145405"/>
              <a:ext cx="314316" cy="56037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0" name="Oval 149"/>
            <p:cNvSpPr/>
            <p:nvPr/>
          </p:nvSpPr>
          <p:spPr>
            <a:xfrm>
              <a:off x="6362521" y="689707"/>
              <a:ext cx="114297" cy="14604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1" name="Oval 150"/>
            <p:cNvSpPr/>
            <p:nvPr/>
          </p:nvSpPr>
          <p:spPr>
            <a:xfrm>
              <a:off x="5340200" y="672245"/>
              <a:ext cx="114297" cy="147633"/>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2" name="Oval 151"/>
            <p:cNvSpPr/>
            <p:nvPr/>
          </p:nvSpPr>
          <p:spPr>
            <a:xfrm flipH="1">
              <a:off x="8256355" y="907189"/>
              <a:ext cx="114297" cy="14604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362" name="Rectangle 361"/>
            <p:cNvSpPr/>
            <p:nvPr/>
          </p:nvSpPr>
          <p:spPr>
            <a:xfrm>
              <a:off x="8865938" y="234107"/>
              <a:ext cx="1249327" cy="10397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3" name="Oval 152"/>
            <p:cNvSpPr/>
            <p:nvPr/>
          </p:nvSpPr>
          <p:spPr>
            <a:xfrm flipH="1">
              <a:off x="8202382" y="432538"/>
              <a:ext cx="114297" cy="14763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4" name="Oval 153"/>
            <p:cNvSpPr/>
            <p:nvPr/>
          </p:nvSpPr>
          <p:spPr>
            <a:xfrm flipH="1">
              <a:off x="7413416" y="645258"/>
              <a:ext cx="114297" cy="147634"/>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18" name="Oval 217"/>
            <p:cNvSpPr/>
            <p:nvPr/>
          </p:nvSpPr>
          <p:spPr>
            <a:xfrm flipH="1">
              <a:off x="2557391" y="802416"/>
              <a:ext cx="114297" cy="14604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19" name="Oval 218"/>
            <p:cNvSpPr/>
            <p:nvPr/>
          </p:nvSpPr>
          <p:spPr>
            <a:xfrm flipH="1">
              <a:off x="3320956" y="691294"/>
              <a:ext cx="114297" cy="147633"/>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20" name="Oval 219"/>
            <p:cNvSpPr/>
            <p:nvPr/>
          </p:nvSpPr>
          <p:spPr>
            <a:xfrm flipH="1">
              <a:off x="4289304" y="715106"/>
              <a:ext cx="114297" cy="14604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21" name="Oval 220"/>
            <p:cNvSpPr/>
            <p:nvPr/>
          </p:nvSpPr>
          <p:spPr>
            <a:xfrm>
              <a:off x="8338903" y="546835"/>
              <a:ext cx="114297" cy="14763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22" name="Oval 221"/>
            <p:cNvSpPr/>
            <p:nvPr/>
          </p:nvSpPr>
          <p:spPr>
            <a:xfrm>
              <a:off x="8245243" y="710344"/>
              <a:ext cx="114297" cy="14763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23" name="Oval 222"/>
            <p:cNvSpPr/>
            <p:nvPr/>
          </p:nvSpPr>
          <p:spPr>
            <a:xfrm>
              <a:off x="8350015" y="808766"/>
              <a:ext cx="114297" cy="147633"/>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nvGrpSpPr>
            <p:cNvPr id="3" name="Group 332"/>
            <p:cNvGrpSpPr>
              <a:grpSpLocks/>
            </p:cNvGrpSpPr>
            <p:nvPr/>
          </p:nvGrpSpPr>
          <p:grpSpPr bwMode="auto">
            <a:xfrm>
              <a:off x="1926771" y="1585004"/>
              <a:ext cx="7017400" cy="1365709"/>
              <a:chOff x="1103665" y="397777"/>
              <a:chExt cx="7252679" cy="1452358"/>
            </a:xfrm>
          </p:grpSpPr>
          <p:sp>
            <p:nvSpPr>
              <p:cNvPr id="485543" name="Line 23"/>
              <p:cNvSpPr>
                <a:spLocks noChangeShapeType="1"/>
              </p:cNvSpPr>
              <p:nvPr/>
            </p:nvSpPr>
            <p:spPr bwMode="auto">
              <a:xfrm>
                <a:off x="1103665" y="748468"/>
                <a:ext cx="100365" cy="63762"/>
              </a:xfrm>
              <a:prstGeom prst="line">
                <a:avLst/>
              </a:prstGeom>
              <a:noFill/>
              <a:ln w="3">
                <a:solidFill>
                  <a:srgbClr val="FF0000"/>
                </a:solidFill>
                <a:round/>
                <a:headEnd/>
                <a:tailEnd/>
              </a:ln>
            </p:spPr>
            <p:txBody>
              <a:bodyPr/>
              <a:lstStyle/>
              <a:p>
                <a:endParaRPr lang="en-US" dirty="0"/>
              </a:p>
            </p:txBody>
          </p:sp>
          <p:sp>
            <p:nvSpPr>
              <p:cNvPr id="485544" name="Line 24"/>
              <p:cNvSpPr>
                <a:spLocks noChangeShapeType="1"/>
              </p:cNvSpPr>
              <p:nvPr/>
            </p:nvSpPr>
            <p:spPr bwMode="auto">
              <a:xfrm>
                <a:off x="1204030" y="812230"/>
                <a:ext cx="100365" cy="67305"/>
              </a:xfrm>
              <a:prstGeom prst="line">
                <a:avLst/>
              </a:prstGeom>
              <a:noFill/>
              <a:ln w="3">
                <a:solidFill>
                  <a:srgbClr val="FF0000"/>
                </a:solidFill>
                <a:round/>
                <a:headEnd/>
                <a:tailEnd/>
              </a:ln>
            </p:spPr>
            <p:txBody>
              <a:bodyPr/>
              <a:lstStyle/>
              <a:p>
                <a:endParaRPr lang="en-US" dirty="0"/>
              </a:p>
            </p:txBody>
          </p:sp>
          <p:sp>
            <p:nvSpPr>
              <p:cNvPr id="485545" name="Line 25"/>
              <p:cNvSpPr>
                <a:spLocks noChangeShapeType="1"/>
              </p:cNvSpPr>
              <p:nvPr/>
            </p:nvSpPr>
            <p:spPr bwMode="auto">
              <a:xfrm>
                <a:off x="1304394" y="879535"/>
                <a:ext cx="100365" cy="70847"/>
              </a:xfrm>
              <a:prstGeom prst="line">
                <a:avLst/>
              </a:prstGeom>
              <a:noFill/>
              <a:ln w="3">
                <a:solidFill>
                  <a:srgbClr val="FF0000"/>
                </a:solidFill>
                <a:round/>
                <a:headEnd/>
                <a:tailEnd/>
              </a:ln>
            </p:spPr>
            <p:txBody>
              <a:bodyPr/>
              <a:lstStyle/>
              <a:p>
                <a:endParaRPr lang="en-US" dirty="0"/>
              </a:p>
            </p:txBody>
          </p:sp>
          <p:sp>
            <p:nvSpPr>
              <p:cNvPr id="485546" name="Line 26"/>
              <p:cNvSpPr>
                <a:spLocks noChangeShapeType="1"/>
              </p:cNvSpPr>
              <p:nvPr/>
            </p:nvSpPr>
            <p:spPr bwMode="auto">
              <a:xfrm>
                <a:off x="1404760" y="950381"/>
                <a:ext cx="100365" cy="70847"/>
              </a:xfrm>
              <a:prstGeom prst="line">
                <a:avLst/>
              </a:prstGeom>
              <a:noFill/>
              <a:ln w="3">
                <a:solidFill>
                  <a:srgbClr val="FF0000"/>
                </a:solidFill>
                <a:round/>
                <a:headEnd/>
                <a:tailEnd/>
              </a:ln>
            </p:spPr>
            <p:txBody>
              <a:bodyPr/>
              <a:lstStyle/>
              <a:p>
                <a:endParaRPr lang="en-US" dirty="0"/>
              </a:p>
            </p:txBody>
          </p:sp>
          <p:sp>
            <p:nvSpPr>
              <p:cNvPr id="485547" name="Line 27"/>
              <p:cNvSpPr>
                <a:spLocks noChangeShapeType="1"/>
              </p:cNvSpPr>
              <p:nvPr/>
            </p:nvSpPr>
            <p:spPr bwMode="auto">
              <a:xfrm>
                <a:off x="1505125" y="1021229"/>
                <a:ext cx="100365" cy="74388"/>
              </a:xfrm>
              <a:prstGeom prst="line">
                <a:avLst/>
              </a:prstGeom>
              <a:noFill/>
              <a:ln w="3">
                <a:solidFill>
                  <a:srgbClr val="FF0000"/>
                </a:solidFill>
                <a:round/>
                <a:headEnd/>
                <a:tailEnd/>
              </a:ln>
            </p:spPr>
            <p:txBody>
              <a:bodyPr/>
              <a:lstStyle/>
              <a:p>
                <a:endParaRPr lang="en-US" dirty="0"/>
              </a:p>
            </p:txBody>
          </p:sp>
          <p:sp>
            <p:nvSpPr>
              <p:cNvPr id="485548" name="Line 28"/>
              <p:cNvSpPr>
                <a:spLocks noChangeShapeType="1"/>
              </p:cNvSpPr>
              <p:nvPr/>
            </p:nvSpPr>
            <p:spPr bwMode="auto">
              <a:xfrm>
                <a:off x="1605489" y="1095617"/>
                <a:ext cx="95082" cy="70847"/>
              </a:xfrm>
              <a:prstGeom prst="line">
                <a:avLst/>
              </a:prstGeom>
              <a:noFill/>
              <a:ln w="3">
                <a:solidFill>
                  <a:srgbClr val="FF0000"/>
                </a:solidFill>
                <a:round/>
                <a:headEnd/>
                <a:tailEnd/>
              </a:ln>
            </p:spPr>
            <p:txBody>
              <a:bodyPr/>
              <a:lstStyle/>
              <a:p>
                <a:endParaRPr lang="en-US" dirty="0"/>
              </a:p>
            </p:txBody>
          </p:sp>
          <p:sp>
            <p:nvSpPr>
              <p:cNvPr id="485549" name="Line 29"/>
              <p:cNvSpPr>
                <a:spLocks noChangeShapeType="1"/>
              </p:cNvSpPr>
              <p:nvPr/>
            </p:nvSpPr>
            <p:spPr bwMode="auto">
              <a:xfrm>
                <a:off x="1700572" y="1166464"/>
                <a:ext cx="100365" cy="74388"/>
              </a:xfrm>
              <a:prstGeom prst="line">
                <a:avLst/>
              </a:prstGeom>
              <a:noFill/>
              <a:ln w="3">
                <a:solidFill>
                  <a:srgbClr val="FF0000"/>
                </a:solidFill>
                <a:round/>
                <a:headEnd/>
                <a:tailEnd/>
              </a:ln>
            </p:spPr>
            <p:txBody>
              <a:bodyPr/>
              <a:lstStyle/>
              <a:p>
                <a:endParaRPr lang="en-US" dirty="0"/>
              </a:p>
            </p:txBody>
          </p:sp>
          <p:sp>
            <p:nvSpPr>
              <p:cNvPr id="485550" name="Line 30"/>
              <p:cNvSpPr>
                <a:spLocks noChangeShapeType="1"/>
              </p:cNvSpPr>
              <p:nvPr/>
            </p:nvSpPr>
            <p:spPr bwMode="auto">
              <a:xfrm>
                <a:off x="1800936" y="1240853"/>
                <a:ext cx="100365" cy="70847"/>
              </a:xfrm>
              <a:prstGeom prst="line">
                <a:avLst/>
              </a:prstGeom>
              <a:noFill/>
              <a:ln w="3">
                <a:solidFill>
                  <a:srgbClr val="FF0000"/>
                </a:solidFill>
                <a:round/>
                <a:headEnd/>
                <a:tailEnd/>
              </a:ln>
            </p:spPr>
            <p:txBody>
              <a:bodyPr/>
              <a:lstStyle/>
              <a:p>
                <a:endParaRPr lang="en-US" dirty="0"/>
              </a:p>
            </p:txBody>
          </p:sp>
          <p:sp>
            <p:nvSpPr>
              <p:cNvPr id="485551" name="Line 31"/>
              <p:cNvSpPr>
                <a:spLocks noChangeShapeType="1"/>
              </p:cNvSpPr>
              <p:nvPr/>
            </p:nvSpPr>
            <p:spPr bwMode="auto">
              <a:xfrm>
                <a:off x="1901301" y="1311700"/>
                <a:ext cx="100365" cy="70847"/>
              </a:xfrm>
              <a:prstGeom prst="line">
                <a:avLst/>
              </a:prstGeom>
              <a:noFill/>
              <a:ln w="3">
                <a:solidFill>
                  <a:srgbClr val="FF0000"/>
                </a:solidFill>
                <a:round/>
                <a:headEnd/>
                <a:tailEnd/>
              </a:ln>
            </p:spPr>
            <p:txBody>
              <a:bodyPr/>
              <a:lstStyle/>
              <a:p>
                <a:endParaRPr lang="en-US" dirty="0"/>
              </a:p>
            </p:txBody>
          </p:sp>
          <p:sp>
            <p:nvSpPr>
              <p:cNvPr id="485552" name="Line 32"/>
              <p:cNvSpPr>
                <a:spLocks noChangeShapeType="1"/>
              </p:cNvSpPr>
              <p:nvPr/>
            </p:nvSpPr>
            <p:spPr bwMode="auto">
              <a:xfrm>
                <a:off x="2001665" y="1382546"/>
                <a:ext cx="100365" cy="67305"/>
              </a:xfrm>
              <a:prstGeom prst="line">
                <a:avLst/>
              </a:prstGeom>
              <a:noFill/>
              <a:ln w="3">
                <a:solidFill>
                  <a:srgbClr val="FF0000"/>
                </a:solidFill>
                <a:round/>
                <a:headEnd/>
                <a:tailEnd/>
              </a:ln>
            </p:spPr>
            <p:txBody>
              <a:bodyPr/>
              <a:lstStyle/>
              <a:p>
                <a:endParaRPr lang="en-US" dirty="0"/>
              </a:p>
            </p:txBody>
          </p:sp>
          <p:sp>
            <p:nvSpPr>
              <p:cNvPr id="485553" name="Line 33"/>
              <p:cNvSpPr>
                <a:spLocks noChangeShapeType="1"/>
              </p:cNvSpPr>
              <p:nvPr/>
            </p:nvSpPr>
            <p:spPr bwMode="auto">
              <a:xfrm>
                <a:off x="2102032" y="1449851"/>
                <a:ext cx="95082" cy="63762"/>
              </a:xfrm>
              <a:prstGeom prst="line">
                <a:avLst/>
              </a:prstGeom>
              <a:noFill/>
              <a:ln w="3">
                <a:solidFill>
                  <a:srgbClr val="FF0000"/>
                </a:solidFill>
                <a:round/>
                <a:headEnd/>
                <a:tailEnd/>
              </a:ln>
            </p:spPr>
            <p:txBody>
              <a:bodyPr/>
              <a:lstStyle/>
              <a:p>
                <a:endParaRPr lang="en-US" dirty="0"/>
              </a:p>
            </p:txBody>
          </p:sp>
          <p:sp>
            <p:nvSpPr>
              <p:cNvPr id="485554" name="Line 34"/>
              <p:cNvSpPr>
                <a:spLocks noChangeShapeType="1"/>
              </p:cNvSpPr>
              <p:nvPr/>
            </p:nvSpPr>
            <p:spPr bwMode="auto">
              <a:xfrm>
                <a:off x="2197114" y="1513613"/>
                <a:ext cx="100365" cy="60220"/>
              </a:xfrm>
              <a:prstGeom prst="line">
                <a:avLst/>
              </a:prstGeom>
              <a:noFill/>
              <a:ln w="3">
                <a:solidFill>
                  <a:srgbClr val="FF0000"/>
                </a:solidFill>
                <a:round/>
                <a:headEnd/>
                <a:tailEnd/>
              </a:ln>
            </p:spPr>
            <p:txBody>
              <a:bodyPr/>
              <a:lstStyle/>
              <a:p>
                <a:endParaRPr lang="en-US" dirty="0"/>
              </a:p>
            </p:txBody>
          </p:sp>
          <p:sp>
            <p:nvSpPr>
              <p:cNvPr id="485555" name="Line 35"/>
              <p:cNvSpPr>
                <a:spLocks noChangeShapeType="1"/>
              </p:cNvSpPr>
              <p:nvPr/>
            </p:nvSpPr>
            <p:spPr bwMode="auto">
              <a:xfrm>
                <a:off x="2297478" y="1573832"/>
                <a:ext cx="100365" cy="53135"/>
              </a:xfrm>
              <a:prstGeom prst="line">
                <a:avLst/>
              </a:prstGeom>
              <a:noFill/>
              <a:ln w="3">
                <a:solidFill>
                  <a:srgbClr val="FF0000"/>
                </a:solidFill>
                <a:round/>
                <a:headEnd/>
                <a:tailEnd/>
              </a:ln>
            </p:spPr>
            <p:txBody>
              <a:bodyPr/>
              <a:lstStyle/>
              <a:p>
                <a:endParaRPr lang="en-US" dirty="0"/>
              </a:p>
            </p:txBody>
          </p:sp>
          <p:sp>
            <p:nvSpPr>
              <p:cNvPr id="485556" name="Line 36"/>
              <p:cNvSpPr>
                <a:spLocks noChangeShapeType="1"/>
              </p:cNvSpPr>
              <p:nvPr/>
            </p:nvSpPr>
            <p:spPr bwMode="auto">
              <a:xfrm>
                <a:off x="2397843" y="1626967"/>
                <a:ext cx="100365" cy="53135"/>
              </a:xfrm>
              <a:prstGeom prst="line">
                <a:avLst/>
              </a:prstGeom>
              <a:noFill/>
              <a:ln w="3">
                <a:solidFill>
                  <a:srgbClr val="FF0000"/>
                </a:solidFill>
                <a:round/>
                <a:headEnd/>
                <a:tailEnd/>
              </a:ln>
            </p:spPr>
            <p:txBody>
              <a:bodyPr/>
              <a:lstStyle/>
              <a:p>
                <a:endParaRPr lang="en-US" dirty="0"/>
              </a:p>
            </p:txBody>
          </p:sp>
          <p:sp>
            <p:nvSpPr>
              <p:cNvPr id="485557" name="Line 37"/>
              <p:cNvSpPr>
                <a:spLocks noChangeShapeType="1"/>
              </p:cNvSpPr>
              <p:nvPr/>
            </p:nvSpPr>
            <p:spPr bwMode="auto">
              <a:xfrm>
                <a:off x="2498208" y="1680102"/>
                <a:ext cx="100365" cy="42508"/>
              </a:xfrm>
              <a:prstGeom prst="line">
                <a:avLst/>
              </a:prstGeom>
              <a:noFill/>
              <a:ln w="3">
                <a:solidFill>
                  <a:srgbClr val="FF0000"/>
                </a:solidFill>
                <a:round/>
                <a:headEnd/>
                <a:tailEnd/>
              </a:ln>
            </p:spPr>
            <p:txBody>
              <a:bodyPr/>
              <a:lstStyle/>
              <a:p>
                <a:endParaRPr lang="en-US" dirty="0"/>
              </a:p>
            </p:txBody>
          </p:sp>
          <p:sp>
            <p:nvSpPr>
              <p:cNvPr id="485558" name="Line 38"/>
              <p:cNvSpPr>
                <a:spLocks noChangeShapeType="1"/>
              </p:cNvSpPr>
              <p:nvPr/>
            </p:nvSpPr>
            <p:spPr bwMode="auto">
              <a:xfrm>
                <a:off x="2598572" y="1722610"/>
                <a:ext cx="95082" cy="38965"/>
              </a:xfrm>
              <a:prstGeom prst="line">
                <a:avLst/>
              </a:prstGeom>
              <a:noFill/>
              <a:ln w="3">
                <a:solidFill>
                  <a:srgbClr val="FF0000"/>
                </a:solidFill>
                <a:round/>
                <a:headEnd/>
                <a:tailEnd/>
              </a:ln>
            </p:spPr>
            <p:txBody>
              <a:bodyPr/>
              <a:lstStyle/>
              <a:p>
                <a:endParaRPr lang="en-US" dirty="0"/>
              </a:p>
            </p:txBody>
          </p:sp>
          <p:sp>
            <p:nvSpPr>
              <p:cNvPr id="485559" name="Line 39"/>
              <p:cNvSpPr>
                <a:spLocks noChangeShapeType="1"/>
              </p:cNvSpPr>
              <p:nvPr/>
            </p:nvSpPr>
            <p:spPr bwMode="auto">
              <a:xfrm>
                <a:off x="2693656" y="1761577"/>
                <a:ext cx="100365" cy="31881"/>
              </a:xfrm>
              <a:prstGeom prst="line">
                <a:avLst/>
              </a:prstGeom>
              <a:noFill/>
              <a:ln w="3">
                <a:solidFill>
                  <a:srgbClr val="FF0000"/>
                </a:solidFill>
                <a:round/>
                <a:headEnd/>
                <a:tailEnd/>
              </a:ln>
            </p:spPr>
            <p:txBody>
              <a:bodyPr/>
              <a:lstStyle/>
              <a:p>
                <a:endParaRPr lang="en-US" dirty="0"/>
              </a:p>
            </p:txBody>
          </p:sp>
          <p:sp>
            <p:nvSpPr>
              <p:cNvPr id="485560" name="Line 40"/>
              <p:cNvSpPr>
                <a:spLocks noChangeShapeType="1"/>
              </p:cNvSpPr>
              <p:nvPr/>
            </p:nvSpPr>
            <p:spPr bwMode="auto">
              <a:xfrm>
                <a:off x="2794021" y="1793457"/>
                <a:ext cx="100365" cy="24796"/>
              </a:xfrm>
              <a:prstGeom prst="line">
                <a:avLst/>
              </a:prstGeom>
              <a:noFill/>
              <a:ln w="3">
                <a:solidFill>
                  <a:srgbClr val="FF0000"/>
                </a:solidFill>
                <a:round/>
                <a:headEnd/>
                <a:tailEnd/>
              </a:ln>
            </p:spPr>
            <p:txBody>
              <a:bodyPr/>
              <a:lstStyle/>
              <a:p>
                <a:endParaRPr lang="en-US" dirty="0"/>
              </a:p>
            </p:txBody>
          </p:sp>
          <p:sp>
            <p:nvSpPr>
              <p:cNvPr id="485561" name="Line 41"/>
              <p:cNvSpPr>
                <a:spLocks noChangeShapeType="1"/>
              </p:cNvSpPr>
              <p:nvPr/>
            </p:nvSpPr>
            <p:spPr bwMode="auto">
              <a:xfrm>
                <a:off x="2894385" y="1818253"/>
                <a:ext cx="100365" cy="17712"/>
              </a:xfrm>
              <a:prstGeom prst="line">
                <a:avLst/>
              </a:prstGeom>
              <a:noFill/>
              <a:ln w="3">
                <a:solidFill>
                  <a:srgbClr val="FF0000"/>
                </a:solidFill>
                <a:round/>
                <a:headEnd/>
                <a:tailEnd/>
              </a:ln>
            </p:spPr>
            <p:txBody>
              <a:bodyPr/>
              <a:lstStyle/>
              <a:p>
                <a:endParaRPr lang="en-US" dirty="0"/>
              </a:p>
            </p:txBody>
          </p:sp>
          <p:sp>
            <p:nvSpPr>
              <p:cNvPr id="485562" name="Line 42"/>
              <p:cNvSpPr>
                <a:spLocks noChangeShapeType="1"/>
              </p:cNvSpPr>
              <p:nvPr/>
            </p:nvSpPr>
            <p:spPr bwMode="auto">
              <a:xfrm>
                <a:off x="2994750" y="1835965"/>
                <a:ext cx="100365" cy="10627"/>
              </a:xfrm>
              <a:prstGeom prst="line">
                <a:avLst/>
              </a:prstGeom>
              <a:noFill/>
              <a:ln w="3">
                <a:solidFill>
                  <a:srgbClr val="FF0000"/>
                </a:solidFill>
                <a:round/>
                <a:headEnd/>
                <a:tailEnd/>
              </a:ln>
            </p:spPr>
            <p:txBody>
              <a:bodyPr/>
              <a:lstStyle/>
              <a:p>
                <a:endParaRPr lang="en-US" dirty="0"/>
              </a:p>
            </p:txBody>
          </p:sp>
          <p:sp>
            <p:nvSpPr>
              <p:cNvPr id="485563" name="Line 43"/>
              <p:cNvSpPr>
                <a:spLocks noChangeShapeType="1"/>
              </p:cNvSpPr>
              <p:nvPr/>
            </p:nvSpPr>
            <p:spPr bwMode="auto">
              <a:xfrm>
                <a:off x="3095114" y="1846593"/>
                <a:ext cx="100365" cy="3542"/>
              </a:xfrm>
              <a:prstGeom prst="line">
                <a:avLst/>
              </a:prstGeom>
              <a:noFill/>
              <a:ln w="3">
                <a:solidFill>
                  <a:srgbClr val="FF0000"/>
                </a:solidFill>
                <a:round/>
                <a:headEnd/>
                <a:tailEnd/>
              </a:ln>
            </p:spPr>
            <p:txBody>
              <a:bodyPr/>
              <a:lstStyle/>
              <a:p>
                <a:endParaRPr lang="en-US" dirty="0"/>
              </a:p>
            </p:txBody>
          </p:sp>
          <p:sp>
            <p:nvSpPr>
              <p:cNvPr id="485564" name="Line 44"/>
              <p:cNvSpPr>
                <a:spLocks noChangeShapeType="1"/>
              </p:cNvSpPr>
              <p:nvPr/>
            </p:nvSpPr>
            <p:spPr bwMode="auto">
              <a:xfrm flipV="1">
                <a:off x="3195479" y="1846593"/>
                <a:ext cx="95082" cy="3542"/>
              </a:xfrm>
              <a:prstGeom prst="line">
                <a:avLst/>
              </a:prstGeom>
              <a:noFill/>
              <a:ln w="3">
                <a:solidFill>
                  <a:srgbClr val="FF0000"/>
                </a:solidFill>
                <a:round/>
                <a:headEnd/>
                <a:tailEnd/>
              </a:ln>
            </p:spPr>
            <p:txBody>
              <a:bodyPr/>
              <a:lstStyle/>
              <a:p>
                <a:endParaRPr lang="en-US" dirty="0"/>
              </a:p>
            </p:txBody>
          </p:sp>
          <p:sp>
            <p:nvSpPr>
              <p:cNvPr id="485565" name="Line 45"/>
              <p:cNvSpPr>
                <a:spLocks noChangeShapeType="1"/>
              </p:cNvSpPr>
              <p:nvPr/>
            </p:nvSpPr>
            <p:spPr bwMode="auto">
              <a:xfrm flipV="1">
                <a:off x="3290561" y="1835965"/>
                <a:ext cx="100365" cy="10627"/>
              </a:xfrm>
              <a:prstGeom prst="line">
                <a:avLst/>
              </a:prstGeom>
              <a:noFill/>
              <a:ln w="3">
                <a:solidFill>
                  <a:srgbClr val="FF0000"/>
                </a:solidFill>
                <a:round/>
                <a:headEnd/>
                <a:tailEnd/>
              </a:ln>
            </p:spPr>
            <p:txBody>
              <a:bodyPr/>
              <a:lstStyle/>
              <a:p>
                <a:endParaRPr lang="en-US" dirty="0"/>
              </a:p>
            </p:txBody>
          </p:sp>
          <p:sp>
            <p:nvSpPr>
              <p:cNvPr id="485566" name="Line 46"/>
              <p:cNvSpPr>
                <a:spLocks noChangeShapeType="1"/>
              </p:cNvSpPr>
              <p:nvPr/>
            </p:nvSpPr>
            <p:spPr bwMode="auto">
              <a:xfrm flipV="1">
                <a:off x="3390927" y="1814711"/>
                <a:ext cx="100365" cy="21255"/>
              </a:xfrm>
              <a:prstGeom prst="line">
                <a:avLst/>
              </a:prstGeom>
              <a:noFill/>
              <a:ln w="3">
                <a:solidFill>
                  <a:srgbClr val="FF0000"/>
                </a:solidFill>
                <a:round/>
                <a:headEnd/>
                <a:tailEnd/>
              </a:ln>
            </p:spPr>
            <p:txBody>
              <a:bodyPr/>
              <a:lstStyle/>
              <a:p>
                <a:endParaRPr lang="en-US" dirty="0"/>
              </a:p>
            </p:txBody>
          </p:sp>
          <p:sp>
            <p:nvSpPr>
              <p:cNvPr id="485567" name="Line 47"/>
              <p:cNvSpPr>
                <a:spLocks noChangeShapeType="1"/>
              </p:cNvSpPr>
              <p:nvPr/>
            </p:nvSpPr>
            <p:spPr bwMode="auto">
              <a:xfrm flipV="1">
                <a:off x="3491292" y="1789915"/>
                <a:ext cx="100365" cy="24796"/>
              </a:xfrm>
              <a:prstGeom prst="line">
                <a:avLst/>
              </a:prstGeom>
              <a:noFill/>
              <a:ln w="3">
                <a:solidFill>
                  <a:srgbClr val="FF0000"/>
                </a:solidFill>
                <a:round/>
                <a:headEnd/>
                <a:tailEnd/>
              </a:ln>
            </p:spPr>
            <p:txBody>
              <a:bodyPr/>
              <a:lstStyle/>
              <a:p>
                <a:endParaRPr lang="en-US" dirty="0"/>
              </a:p>
            </p:txBody>
          </p:sp>
          <p:sp>
            <p:nvSpPr>
              <p:cNvPr id="485568" name="Line 48"/>
              <p:cNvSpPr>
                <a:spLocks noChangeShapeType="1"/>
              </p:cNvSpPr>
              <p:nvPr/>
            </p:nvSpPr>
            <p:spPr bwMode="auto">
              <a:xfrm flipV="1">
                <a:off x="3591657" y="1758034"/>
                <a:ext cx="100365" cy="31881"/>
              </a:xfrm>
              <a:prstGeom prst="line">
                <a:avLst/>
              </a:prstGeom>
              <a:noFill/>
              <a:ln w="3">
                <a:solidFill>
                  <a:srgbClr val="FF0000"/>
                </a:solidFill>
                <a:round/>
                <a:headEnd/>
                <a:tailEnd/>
              </a:ln>
            </p:spPr>
            <p:txBody>
              <a:bodyPr/>
              <a:lstStyle/>
              <a:p>
                <a:endParaRPr lang="en-US" dirty="0"/>
              </a:p>
            </p:txBody>
          </p:sp>
          <p:sp>
            <p:nvSpPr>
              <p:cNvPr id="485569" name="Line 49"/>
              <p:cNvSpPr>
                <a:spLocks noChangeShapeType="1"/>
              </p:cNvSpPr>
              <p:nvPr/>
            </p:nvSpPr>
            <p:spPr bwMode="auto">
              <a:xfrm flipV="1">
                <a:off x="3692021" y="1719068"/>
                <a:ext cx="95082" cy="38965"/>
              </a:xfrm>
              <a:prstGeom prst="line">
                <a:avLst/>
              </a:prstGeom>
              <a:noFill/>
              <a:ln w="3">
                <a:solidFill>
                  <a:srgbClr val="FF0000"/>
                </a:solidFill>
                <a:round/>
                <a:headEnd/>
                <a:tailEnd/>
              </a:ln>
            </p:spPr>
            <p:txBody>
              <a:bodyPr/>
              <a:lstStyle/>
              <a:p>
                <a:endParaRPr lang="en-US" dirty="0"/>
              </a:p>
            </p:txBody>
          </p:sp>
          <p:sp>
            <p:nvSpPr>
              <p:cNvPr id="485570" name="Line 50"/>
              <p:cNvSpPr>
                <a:spLocks noChangeShapeType="1"/>
              </p:cNvSpPr>
              <p:nvPr/>
            </p:nvSpPr>
            <p:spPr bwMode="auto">
              <a:xfrm flipV="1">
                <a:off x="3787103" y="1673017"/>
                <a:ext cx="100365" cy="46050"/>
              </a:xfrm>
              <a:prstGeom prst="line">
                <a:avLst/>
              </a:prstGeom>
              <a:noFill/>
              <a:ln w="3">
                <a:solidFill>
                  <a:srgbClr val="FF0000"/>
                </a:solidFill>
                <a:round/>
                <a:headEnd/>
                <a:tailEnd/>
              </a:ln>
            </p:spPr>
            <p:txBody>
              <a:bodyPr/>
              <a:lstStyle/>
              <a:p>
                <a:endParaRPr lang="en-US" dirty="0"/>
              </a:p>
            </p:txBody>
          </p:sp>
          <p:sp>
            <p:nvSpPr>
              <p:cNvPr id="485571" name="Line 51"/>
              <p:cNvSpPr>
                <a:spLocks noChangeShapeType="1"/>
              </p:cNvSpPr>
              <p:nvPr/>
            </p:nvSpPr>
            <p:spPr bwMode="auto">
              <a:xfrm flipV="1">
                <a:off x="3887468" y="1623425"/>
                <a:ext cx="100365" cy="49593"/>
              </a:xfrm>
              <a:prstGeom prst="line">
                <a:avLst/>
              </a:prstGeom>
              <a:noFill/>
              <a:ln w="3">
                <a:solidFill>
                  <a:srgbClr val="FF0000"/>
                </a:solidFill>
                <a:round/>
                <a:headEnd/>
                <a:tailEnd/>
              </a:ln>
            </p:spPr>
            <p:txBody>
              <a:bodyPr/>
              <a:lstStyle/>
              <a:p>
                <a:endParaRPr lang="en-US" dirty="0"/>
              </a:p>
            </p:txBody>
          </p:sp>
          <p:sp>
            <p:nvSpPr>
              <p:cNvPr id="485572" name="Line 52"/>
              <p:cNvSpPr>
                <a:spLocks noChangeShapeType="1"/>
              </p:cNvSpPr>
              <p:nvPr/>
            </p:nvSpPr>
            <p:spPr bwMode="auto">
              <a:xfrm flipV="1">
                <a:off x="3987833" y="1566747"/>
                <a:ext cx="100365" cy="56678"/>
              </a:xfrm>
              <a:prstGeom prst="line">
                <a:avLst/>
              </a:prstGeom>
              <a:noFill/>
              <a:ln w="3">
                <a:solidFill>
                  <a:srgbClr val="FF0000"/>
                </a:solidFill>
                <a:round/>
                <a:headEnd/>
                <a:tailEnd/>
              </a:ln>
            </p:spPr>
            <p:txBody>
              <a:bodyPr/>
              <a:lstStyle/>
              <a:p>
                <a:endParaRPr lang="en-US" dirty="0"/>
              </a:p>
            </p:txBody>
          </p:sp>
          <p:sp>
            <p:nvSpPr>
              <p:cNvPr id="485573" name="Line 53"/>
              <p:cNvSpPr>
                <a:spLocks noChangeShapeType="1"/>
              </p:cNvSpPr>
              <p:nvPr/>
            </p:nvSpPr>
            <p:spPr bwMode="auto">
              <a:xfrm flipV="1">
                <a:off x="4088199" y="1506528"/>
                <a:ext cx="100365" cy="60220"/>
              </a:xfrm>
              <a:prstGeom prst="line">
                <a:avLst/>
              </a:prstGeom>
              <a:noFill/>
              <a:ln w="3">
                <a:solidFill>
                  <a:srgbClr val="FF0000"/>
                </a:solidFill>
                <a:round/>
                <a:headEnd/>
                <a:tailEnd/>
              </a:ln>
            </p:spPr>
            <p:txBody>
              <a:bodyPr/>
              <a:lstStyle/>
              <a:p>
                <a:endParaRPr lang="en-US" dirty="0"/>
              </a:p>
            </p:txBody>
          </p:sp>
          <p:sp>
            <p:nvSpPr>
              <p:cNvPr id="485574" name="Line 54"/>
              <p:cNvSpPr>
                <a:spLocks noChangeShapeType="1"/>
              </p:cNvSpPr>
              <p:nvPr/>
            </p:nvSpPr>
            <p:spPr bwMode="auto">
              <a:xfrm flipV="1">
                <a:off x="4188563" y="1442766"/>
                <a:ext cx="95082" cy="63762"/>
              </a:xfrm>
              <a:prstGeom prst="line">
                <a:avLst/>
              </a:prstGeom>
              <a:noFill/>
              <a:ln w="3">
                <a:solidFill>
                  <a:srgbClr val="FF0000"/>
                </a:solidFill>
                <a:round/>
                <a:headEnd/>
                <a:tailEnd/>
              </a:ln>
            </p:spPr>
            <p:txBody>
              <a:bodyPr/>
              <a:lstStyle/>
              <a:p>
                <a:endParaRPr lang="en-US" dirty="0"/>
              </a:p>
            </p:txBody>
          </p:sp>
          <p:sp>
            <p:nvSpPr>
              <p:cNvPr id="485575" name="Line 55"/>
              <p:cNvSpPr>
                <a:spLocks noChangeShapeType="1"/>
              </p:cNvSpPr>
              <p:nvPr/>
            </p:nvSpPr>
            <p:spPr bwMode="auto">
              <a:xfrm flipV="1">
                <a:off x="4283646" y="1375461"/>
                <a:ext cx="100365" cy="67305"/>
              </a:xfrm>
              <a:prstGeom prst="line">
                <a:avLst/>
              </a:prstGeom>
              <a:noFill/>
              <a:ln w="3">
                <a:solidFill>
                  <a:srgbClr val="FF0000"/>
                </a:solidFill>
                <a:round/>
                <a:headEnd/>
                <a:tailEnd/>
              </a:ln>
            </p:spPr>
            <p:txBody>
              <a:bodyPr/>
              <a:lstStyle/>
              <a:p>
                <a:endParaRPr lang="en-US" dirty="0"/>
              </a:p>
            </p:txBody>
          </p:sp>
          <p:sp>
            <p:nvSpPr>
              <p:cNvPr id="485576" name="Line 56"/>
              <p:cNvSpPr>
                <a:spLocks noChangeShapeType="1"/>
              </p:cNvSpPr>
              <p:nvPr/>
            </p:nvSpPr>
            <p:spPr bwMode="auto">
              <a:xfrm flipV="1">
                <a:off x="4384010" y="1304615"/>
                <a:ext cx="100365" cy="70847"/>
              </a:xfrm>
              <a:prstGeom prst="line">
                <a:avLst/>
              </a:prstGeom>
              <a:noFill/>
              <a:ln w="3">
                <a:solidFill>
                  <a:srgbClr val="FF0000"/>
                </a:solidFill>
                <a:round/>
                <a:headEnd/>
                <a:tailEnd/>
              </a:ln>
            </p:spPr>
            <p:txBody>
              <a:bodyPr/>
              <a:lstStyle/>
              <a:p>
                <a:endParaRPr lang="en-US" dirty="0"/>
              </a:p>
            </p:txBody>
          </p:sp>
          <p:sp>
            <p:nvSpPr>
              <p:cNvPr id="485577" name="Line 57"/>
              <p:cNvSpPr>
                <a:spLocks noChangeShapeType="1"/>
              </p:cNvSpPr>
              <p:nvPr/>
            </p:nvSpPr>
            <p:spPr bwMode="auto">
              <a:xfrm flipV="1">
                <a:off x="4484375" y="1233768"/>
                <a:ext cx="100365" cy="70847"/>
              </a:xfrm>
              <a:prstGeom prst="line">
                <a:avLst/>
              </a:prstGeom>
              <a:noFill/>
              <a:ln w="3">
                <a:solidFill>
                  <a:srgbClr val="FF0000"/>
                </a:solidFill>
                <a:round/>
                <a:headEnd/>
                <a:tailEnd/>
              </a:ln>
            </p:spPr>
            <p:txBody>
              <a:bodyPr/>
              <a:lstStyle/>
              <a:p>
                <a:endParaRPr lang="en-US" dirty="0"/>
              </a:p>
            </p:txBody>
          </p:sp>
          <p:sp>
            <p:nvSpPr>
              <p:cNvPr id="485578" name="Line 58"/>
              <p:cNvSpPr>
                <a:spLocks noChangeShapeType="1"/>
              </p:cNvSpPr>
              <p:nvPr/>
            </p:nvSpPr>
            <p:spPr bwMode="auto">
              <a:xfrm flipV="1">
                <a:off x="4584739" y="1159379"/>
                <a:ext cx="100365" cy="74388"/>
              </a:xfrm>
              <a:prstGeom prst="line">
                <a:avLst/>
              </a:prstGeom>
              <a:noFill/>
              <a:ln w="3">
                <a:solidFill>
                  <a:srgbClr val="FF0000"/>
                </a:solidFill>
                <a:round/>
                <a:headEnd/>
                <a:tailEnd/>
              </a:ln>
            </p:spPr>
            <p:txBody>
              <a:bodyPr/>
              <a:lstStyle/>
              <a:p>
                <a:endParaRPr lang="en-US" dirty="0"/>
              </a:p>
            </p:txBody>
          </p:sp>
          <p:sp>
            <p:nvSpPr>
              <p:cNvPr id="485579" name="Line 59"/>
              <p:cNvSpPr>
                <a:spLocks noChangeShapeType="1"/>
              </p:cNvSpPr>
              <p:nvPr/>
            </p:nvSpPr>
            <p:spPr bwMode="auto">
              <a:xfrm flipV="1">
                <a:off x="4685104" y="1088532"/>
                <a:ext cx="95082" cy="70847"/>
              </a:xfrm>
              <a:prstGeom prst="line">
                <a:avLst/>
              </a:prstGeom>
              <a:noFill/>
              <a:ln w="3">
                <a:solidFill>
                  <a:srgbClr val="FF0000"/>
                </a:solidFill>
                <a:round/>
                <a:headEnd/>
                <a:tailEnd/>
              </a:ln>
            </p:spPr>
            <p:txBody>
              <a:bodyPr/>
              <a:lstStyle/>
              <a:p>
                <a:endParaRPr lang="en-US" dirty="0"/>
              </a:p>
            </p:txBody>
          </p:sp>
          <p:sp>
            <p:nvSpPr>
              <p:cNvPr id="485580" name="Line 60"/>
              <p:cNvSpPr>
                <a:spLocks noChangeShapeType="1"/>
              </p:cNvSpPr>
              <p:nvPr/>
            </p:nvSpPr>
            <p:spPr bwMode="auto">
              <a:xfrm flipV="1">
                <a:off x="4780188" y="1014144"/>
                <a:ext cx="100365" cy="74388"/>
              </a:xfrm>
              <a:prstGeom prst="line">
                <a:avLst/>
              </a:prstGeom>
              <a:noFill/>
              <a:ln w="3">
                <a:solidFill>
                  <a:srgbClr val="FF0000"/>
                </a:solidFill>
                <a:round/>
                <a:headEnd/>
                <a:tailEnd/>
              </a:ln>
            </p:spPr>
            <p:txBody>
              <a:bodyPr/>
              <a:lstStyle/>
              <a:p>
                <a:endParaRPr lang="en-US" dirty="0"/>
              </a:p>
            </p:txBody>
          </p:sp>
          <p:sp>
            <p:nvSpPr>
              <p:cNvPr id="485581" name="Line 61"/>
              <p:cNvSpPr>
                <a:spLocks noChangeShapeType="1"/>
              </p:cNvSpPr>
              <p:nvPr/>
            </p:nvSpPr>
            <p:spPr bwMode="auto">
              <a:xfrm flipV="1">
                <a:off x="4880552" y="943296"/>
                <a:ext cx="100365" cy="70847"/>
              </a:xfrm>
              <a:prstGeom prst="line">
                <a:avLst/>
              </a:prstGeom>
              <a:noFill/>
              <a:ln w="3">
                <a:solidFill>
                  <a:srgbClr val="FF0000"/>
                </a:solidFill>
                <a:round/>
                <a:headEnd/>
                <a:tailEnd/>
              </a:ln>
            </p:spPr>
            <p:txBody>
              <a:bodyPr/>
              <a:lstStyle/>
              <a:p>
                <a:endParaRPr lang="en-US" dirty="0"/>
              </a:p>
            </p:txBody>
          </p:sp>
          <p:sp>
            <p:nvSpPr>
              <p:cNvPr id="485582" name="Line 62"/>
              <p:cNvSpPr>
                <a:spLocks noChangeShapeType="1"/>
              </p:cNvSpPr>
              <p:nvPr/>
            </p:nvSpPr>
            <p:spPr bwMode="auto">
              <a:xfrm flipV="1">
                <a:off x="4980917" y="872450"/>
                <a:ext cx="100365" cy="70847"/>
              </a:xfrm>
              <a:prstGeom prst="line">
                <a:avLst/>
              </a:prstGeom>
              <a:noFill/>
              <a:ln w="3">
                <a:solidFill>
                  <a:srgbClr val="FF0000"/>
                </a:solidFill>
                <a:round/>
                <a:headEnd/>
                <a:tailEnd/>
              </a:ln>
            </p:spPr>
            <p:txBody>
              <a:bodyPr/>
              <a:lstStyle/>
              <a:p>
                <a:endParaRPr lang="en-US" dirty="0"/>
              </a:p>
            </p:txBody>
          </p:sp>
          <p:sp>
            <p:nvSpPr>
              <p:cNvPr id="485583" name="Line 63"/>
              <p:cNvSpPr>
                <a:spLocks noChangeShapeType="1"/>
              </p:cNvSpPr>
              <p:nvPr/>
            </p:nvSpPr>
            <p:spPr bwMode="auto">
              <a:xfrm flipV="1">
                <a:off x="5081282" y="805146"/>
                <a:ext cx="100365" cy="67305"/>
              </a:xfrm>
              <a:prstGeom prst="line">
                <a:avLst/>
              </a:prstGeom>
              <a:noFill/>
              <a:ln w="3">
                <a:solidFill>
                  <a:srgbClr val="FF0000"/>
                </a:solidFill>
                <a:round/>
                <a:headEnd/>
                <a:tailEnd/>
              </a:ln>
            </p:spPr>
            <p:txBody>
              <a:bodyPr/>
              <a:lstStyle/>
              <a:p>
                <a:endParaRPr lang="en-US" dirty="0"/>
              </a:p>
            </p:txBody>
          </p:sp>
          <p:sp>
            <p:nvSpPr>
              <p:cNvPr id="485584" name="Line 64"/>
              <p:cNvSpPr>
                <a:spLocks noChangeShapeType="1"/>
              </p:cNvSpPr>
              <p:nvPr/>
            </p:nvSpPr>
            <p:spPr bwMode="auto">
              <a:xfrm flipV="1">
                <a:off x="5181646" y="741383"/>
                <a:ext cx="95082" cy="63762"/>
              </a:xfrm>
              <a:prstGeom prst="line">
                <a:avLst/>
              </a:prstGeom>
              <a:noFill/>
              <a:ln w="3">
                <a:solidFill>
                  <a:srgbClr val="FF0000"/>
                </a:solidFill>
                <a:round/>
                <a:headEnd/>
                <a:tailEnd/>
              </a:ln>
            </p:spPr>
            <p:txBody>
              <a:bodyPr/>
              <a:lstStyle/>
              <a:p>
                <a:endParaRPr lang="en-US" dirty="0"/>
              </a:p>
            </p:txBody>
          </p:sp>
          <p:sp>
            <p:nvSpPr>
              <p:cNvPr id="485585" name="Line 65"/>
              <p:cNvSpPr>
                <a:spLocks noChangeShapeType="1"/>
              </p:cNvSpPr>
              <p:nvPr/>
            </p:nvSpPr>
            <p:spPr bwMode="auto">
              <a:xfrm flipV="1">
                <a:off x="5276728" y="681164"/>
                <a:ext cx="100365" cy="60220"/>
              </a:xfrm>
              <a:prstGeom prst="line">
                <a:avLst/>
              </a:prstGeom>
              <a:noFill/>
              <a:ln w="3">
                <a:solidFill>
                  <a:srgbClr val="FF0000"/>
                </a:solidFill>
                <a:round/>
                <a:headEnd/>
                <a:tailEnd/>
              </a:ln>
            </p:spPr>
            <p:txBody>
              <a:bodyPr/>
              <a:lstStyle/>
              <a:p>
                <a:endParaRPr lang="en-US" dirty="0"/>
              </a:p>
            </p:txBody>
          </p:sp>
          <p:sp>
            <p:nvSpPr>
              <p:cNvPr id="485586" name="Line 66"/>
              <p:cNvSpPr>
                <a:spLocks noChangeShapeType="1"/>
              </p:cNvSpPr>
              <p:nvPr/>
            </p:nvSpPr>
            <p:spPr bwMode="auto">
              <a:xfrm flipV="1">
                <a:off x="5377093" y="624487"/>
                <a:ext cx="100365" cy="56678"/>
              </a:xfrm>
              <a:prstGeom prst="line">
                <a:avLst/>
              </a:prstGeom>
              <a:noFill/>
              <a:ln w="3">
                <a:solidFill>
                  <a:srgbClr val="FF0000"/>
                </a:solidFill>
                <a:round/>
                <a:headEnd/>
                <a:tailEnd/>
              </a:ln>
            </p:spPr>
            <p:txBody>
              <a:bodyPr/>
              <a:lstStyle/>
              <a:p>
                <a:endParaRPr lang="en-US" dirty="0"/>
              </a:p>
            </p:txBody>
          </p:sp>
          <p:sp>
            <p:nvSpPr>
              <p:cNvPr id="485587" name="Line 67"/>
              <p:cNvSpPr>
                <a:spLocks noChangeShapeType="1"/>
              </p:cNvSpPr>
              <p:nvPr/>
            </p:nvSpPr>
            <p:spPr bwMode="auto">
              <a:xfrm flipV="1">
                <a:off x="5477459" y="574894"/>
                <a:ext cx="100365" cy="49593"/>
              </a:xfrm>
              <a:prstGeom prst="line">
                <a:avLst/>
              </a:prstGeom>
              <a:noFill/>
              <a:ln w="3">
                <a:solidFill>
                  <a:srgbClr val="FF0000"/>
                </a:solidFill>
                <a:round/>
                <a:headEnd/>
                <a:tailEnd/>
              </a:ln>
            </p:spPr>
            <p:txBody>
              <a:bodyPr/>
              <a:lstStyle/>
              <a:p>
                <a:endParaRPr lang="en-US" dirty="0"/>
              </a:p>
            </p:txBody>
          </p:sp>
          <p:sp>
            <p:nvSpPr>
              <p:cNvPr id="485588" name="Line 68"/>
              <p:cNvSpPr>
                <a:spLocks noChangeShapeType="1"/>
              </p:cNvSpPr>
              <p:nvPr/>
            </p:nvSpPr>
            <p:spPr bwMode="auto">
              <a:xfrm flipV="1">
                <a:off x="5577824" y="528844"/>
                <a:ext cx="95082" cy="46050"/>
              </a:xfrm>
              <a:prstGeom prst="line">
                <a:avLst/>
              </a:prstGeom>
              <a:noFill/>
              <a:ln w="3">
                <a:solidFill>
                  <a:srgbClr val="FF0000"/>
                </a:solidFill>
                <a:round/>
                <a:headEnd/>
                <a:tailEnd/>
              </a:ln>
            </p:spPr>
            <p:txBody>
              <a:bodyPr/>
              <a:lstStyle/>
              <a:p>
                <a:endParaRPr lang="en-US" dirty="0"/>
              </a:p>
            </p:txBody>
          </p:sp>
          <p:sp>
            <p:nvSpPr>
              <p:cNvPr id="485589" name="Line 69"/>
              <p:cNvSpPr>
                <a:spLocks noChangeShapeType="1"/>
              </p:cNvSpPr>
              <p:nvPr/>
            </p:nvSpPr>
            <p:spPr bwMode="auto">
              <a:xfrm flipV="1">
                <a:off x="5672906" y="489878"/>
                <a:ext cx="100365" cy="38965"/>
              </a:xfrm>
              <a:prstGeom prst="line">
                <a:avLst/>
              </a:prstGeom>
              <a:noFill/>
              <a:ln w="3">
                <a:solidFill>
                  <a:srgbClr val="FF0000"/>
                </a:solidFill>
                <a:round/>
                <a:headEnd/>
                <a:tailEnd/>
              </a:ln>
            </p:spPr>
            <p:txBody>
              <a:bodyPr/>
              <a:lstStyle/>
              <a:p>
                <a:endParaRPr lang="en-US" dirty="0"/>
              </a:p>
            </p:txBody>
          </p:sp>
          <p:sp>
            <p:nvSpPr>
              <p:cNvPr id="485590" name="Line 70"/>
              <p:cNvSpPr>
                <a:spLocks noChangeShapeType="1"/>
              </p:cNvSpPr>
              <p:nvPr/>
            </p:nvSpPr>
            <p:spPr bwMode="auto">
              <a:xfrm flipV="1">
                <a:off x="5773271" y="457997"/>
                <a:ext cx="100365" cy="31881"/>
              </a:xfrm>
              <a:prstGeom prst="line">
                <a:avLst/>
              </a:prstGeom>
              <a:noFill/>
              <a:ln w="3">
                <a:solidFill>
                  <a:srgbClr val="FF0000"/>
                </a:solidFill>
                <a:round/>
                <a:headEnd/>
                <a:tailEnd/>
              </a:ln>
            </p:spPr>
            <p:txBody>
              <a:bodyPr/>
              <a:lstStyle/>
              <a:p>
                <a:endParaRPr lang="en-US" dirty="0"/>
              </a:p>
            </p:txBody>
          </p:sp>
          <p:sp>
            <p:nvSpPr>
              <p:cNvPr id="485591" name="Line 71"/>
              <p:cNvSpPr>
                <a:spLocks noChangeShapeType="1"/>
              </p:cNvSpPr>
              <p:nvPr/>
            </p:nvSpPr>
            <p:spPr bwMode="auto">
              <a:xfrm flipV="1">
                <a:off x="5873635" y="433201"/>
                <a:ext cx="100365" cy="24796"/>
              </a:xfrm>
              <a:prstGeom prst="line">
                <a:avLst/>
              </a:prstGeom>
              <a:noFill/>
              <a:ln w="3">
                <a:solidFill>
                  <a:srgbClr val="FF0000"/>
                </a:solidFill>
                <a:round/>
                <a:headEnd/>
                <a:tailEnd/>
              </a:ln>
            </p:spPr>
            <p:txBody>
              <a:bodyPr/>
              <a:lstStyle/>
              <a:p>
                <a:endParaRPr lang="en-US" dirty="0"/>
              </a:p>
            </p:txBody>
          </p:sp>
          <p:sp>
            <p:nvSpPr>
              <p:cNvPr id="485592" name="Line 72"/>
              <p:cNvSpPr>
                <a:spLocks noChangeShapeType="1"/>
              </p:cNvSpPr>
              <p:nvPr/>
            </p:nvSpPr>
            <p:spPr bwMode="auto">
              <a:xfrm flipV="1">
                <a:off x="5974000" y="411946"/>
                <a:ext cx="100365" cy="21255"/>
              </a:xfrm>
              <a:prstGeom prst="line">
                <a:avLst/>
              </a:prstGeom>
              <a:noFill/>
              <a:ln w="3">
                <a:solidFill>
                  <a:srgbClr val="FF0000"/>
                </a:solidFill>
                <a:round/>
                <a:headEnd/>
                <a:tailEnd/>
              </a:ln>
            </p:spPr>
            <p:txBody>
              <a:bodyPr/>
              <a:lstStyle/>
              <a:p>
                <a:endParaRPr lang="en-US" dirty="0"/>
              </a:p>
            </p:txBody>
          </p:sp>
          <p:sp>
            <p:nvSpPr>
              <p:cNvPr id="485593" name="Line 73"/>
              <p:cNvSpPr>
                <a:spLocks noChangeShapeType="1"/>
              </p:cNvSpPr>
              <p:nvPr/>
            </p:nvSpPr>
            <p:spPr bwMode="auto">
              <a:xfrm flipV="1">
                <a:off x="6074364" y="401319"/>
                <a:ext cx="100365" cy="10627"/>
              </a:xfrm>
              <a:prstGeom prst="line">
                <a:avLst/>
              </a:prstGeom>
              <a:noFill/>
              <a:ln w="3">
                <a:solidFill>
                  <a:srgbClr val="FF0000"/>
                </a:solidFill>
                <a:round/>
                <a:headEnd/>
                <a:tailEnd/>
              </a:ln>
            </p:spPr>
            <p:txBody>
              <a:bodyPr/>
              <a:lstStyle/>
              <a:p>
                <a:endParaRPr lang="en-US" dirty="0"/>
              </a:p>
            </p:txBody>
          </p:sp>
          <p:sp>
            <p:nvSpPr>
              <p:cNvPr id="485594" name="Line 74"/>
              <p:cNvSpPr>
                <a:spLocks noChangeShapeType="1"/>
              </p:cNvSpPr>
              <p:nvPr/>
            </p:nvSpPr>
            <p:spPr bwMode="auto">
              <a:xfrm flipV="1">
                <a:off x="6174730" y="397777"/>
                <a:ext cx="95082" cy="3542"/>
              </a:xfrm>
              <a:prstGeom prst="line">
                <a:avLst/>
              </a:prstGeom>
              <a:noFill/>
              <a:ln w="3">
                <a:solidFill>
                  <a:srgbClr val="FF0000"/>
                </a:solidFill>
                <a:round/>
                <a:headEnd/>
                <a:tailEnd/>
              </a:ln>
            </p:spPr>
            <p:txBody>
              <a:bodyPr/>
              <a:lstStyle/>
              <a:p>
                <a:endParaRPr lang="en-US" dirty="0"/>
              </a:p>
            </p:txBody>
          </p:sp>
          <p:sp>
            <p:nvSpPr>
              <p:cNvPr id="485595" name="Line 75"/>
              <p:cNvSpPr>
                <a:spLocks noChangeShapeType="1"/>
              </p:cNvSpPr>
              <p:nvPr/>
            </p:nvSpPr>
            <p:spPr bwMode="auto">
              <a:xfrm>
                <a:off x="6269813" y="397777"/>
                <a:ext cx="100365" cy="3542"/>
              </a:xfrm>
              <a:prstGeom prst="line">
                <a:avLst/>
              </a:prstGeom>
              <a:noFill/>
              <a:ln w="3">
                <a:solidFill>
                  <a:srgbClr val="FF0000"/>
                </a:solidFill>
                <a:round/>
                <a:headEnd/>
                <a:tailEnd/>
              </a:ln>
            </p:spPr>
            <p:txBody>
              <a:bodyPr/>
              <a:lstStyle/>
              <a:p>
                <a:endParaRPr lang="en-US" dirty="0"/>
              </a:p>
            </p:txBody>
          </p:sp>
          <p:sp>
            <p:nvSpPr>
              <p:cNvPr id="485596" name="Line 76"/>
              <p:cNvSpPr>
                <a:spLocks noChangeShapeType="1"/>
              </p:cNvSpPr>
              <p:nvPr/>
            </p:nvSpPr>
            <p:spPr bwMode="auto">
              <a:xfrm>
                <a:off x="6370177" y="401319"/>
                <a:ext cx="100365" cy="10627"/>
              </a:xfrm>
              <a:prstGeom prst="line">
                <a:avLst/>
              </a:prstGeom>
              <a:noFill/>
              <a:ln w="3">
                <a:solidFill>
                  <a:srgbClr val="FF0000"/>
                </a:solidFill>
                <a:round/>
                <a:headEnd/>
                <a:tailEnd/>
              </a:ln>
            </p:spPr>
            <p:txBody>
              <a:bodyPr/>
              <a:lstStyle/>
              <a:p>
                <a:endParaRPr lang="en-US" dirty="0"/>
              </a:p>
            </p:txBody>
          </p:sp>
          <p:sp>
            <p:nvSpPr>
              <p:cNvPr id="485597" name="Line 77"/>
              <p:cNvSpPr>
                <a:spLocks noChangeShapeType="1"/>
              </p:cNvSpPr>
              <p:nvPr/>
            </p:nvSpPr>
            <p:spPr bwMode="auto">
              <a:xfrm>
                <a:off x="6470542" y="411946"/>
                <a:ext cx="100365" cy="17712"/>
              </a:xfrm>
              <a:prstGeom prst="line">
                <a:avLst/>
              </a:prstGeom>
              <a:noFill/>
              <a:ln w="3">
                <a:solidFill>
                  <a:srgbClr val="FF0000"/>
                </a:solidFill>
                <a:round/>
                <a:headEnd/>
                <a:tailEnd/>
              </a:ln>
            </p:spPr>
            <p:txBody>
              <a:bodyPr/>
              <a:lstStyle/>
              <a:p>
                <a:endParaRPr lang="en-US" dirty="0"/>
              </a:p>
            </p:txBody>
          </p:sp>
          <p:sp>
            <p:nvSpPr>
              <p:cNvPr id="485598" name="Line 78"/>
              <p:cNvSpPr>
                <a:spLocks noChangeShapeType="1"/>
              </p:cNvSpPr>
              <p:nvPr/>
            </p:nvSpPr>
            <p:spPr bwMode="auto">
              <a:xfrm>
                <a:off x="6570906" y="429658"/>
                <a:ext cx="100365" cy="24796"/>
              </a:xfrm>
              <a:prstGeom prst="line">
                <a:avLst/>
              </a:prstGeom>
              <a:noFill/>
              <a:ln w="3">
                <a:solidFill>
                  <a:srgbClr val="FF0000"/>
                </a:solidFill>
                <a:round/>
                <a:headEnd/>
                <a:tailEnd/>
              </a:ln>
            </p:spPr>
            <p:txBody>
              <a:bodyPr/>
              <a:lstStyle/>
              <a:p>
                <a:endParaRPr lang="en-US" dirty="0"/>
              </a:p>
            </p:txBody>
          </p:sp>
          <p:sp>
            <p:nvSpPr>
              <p:cNvPr id="485599" name="Line 79"/>
              <p:cNvSpPr>
                <a:spLocks noChangeShapeType="1"/>
              </p:cNvSpPr>
              <p:nvPr/>
            </p:nvSpPr>
            <p:spPr bwMode="auto">
              <a:xfrm>
                <a:off x="6671271" y="454454"/>
                <a:ext cx="95082" cy="31881"/>
              </a:xfrm>
              <a:prstGeom prst="line">
                <a:avLst/>
              </a:prstGeom>
              <a:noFill/>
              <a:ln w="3">
                <a:solidFill>
                  <a:srgbClr val="FF0000"/>
                </a:solidFill>
                <a:round/>
                <a:headEnd/>
                <a:tailEnd/>
              </a:ln>
            </p:spPr>
            <p:txBody>
              <a:bodyPr/>
              <a:lstStyle/>
              <a:p>
                <a:endParaRPr lang="en-US" dirty="0"/>
              </a:p>
            </p:txBody>
          </p:sp>
          <p:sp>
            <p:nvSpPr>
              <p:cNvPr id="485600" name="Line 80"/>
              <p:cNvSpPr>
                <a:spLocks noChangeShapeType="1"/>
              </p:cNvSpPr>
              <p:nvPr/>
            </p:nvSpPr>
            <p:spPr bwMode="auto">
              <a:xfrm>
                <a:off x="6766353" y="486336"/>
                <a:ext cx="100365" cy="38965"/>
              </a:xfrm>
              <a:prstGeom prst="line">
                <a:avLst/>
              </a:prstGeom>
              <a:noFill/>
              <a:ln w="3">
                <a:solidFill>
                  <a:srgbClr val="FF0000"/>
                </a:solidFill>
                <a:round/>
                <a:headEnd/>
                <a:tailEnd/>
              </a:ln>
            </p:spPr>
            <p:txBody>
              <a:bodyPr/>
              <a:lstStyle/>
              <a:p>
                <a:endParaRPr lang="en-US" dirty="0"/>
              </a:p>
            </p:txBody>
          </p:sp>
          <p:sp>
            <p:nvSpPr>
              <p:cNvPr id="485601" name="Line 81"/>
              <p:cNvSpPr>
                <a:spLocks noChangeShapeType="1"/>
              </p:cNvSpPr>
              <p:nvPr/>
            </p:nvSpPr>
            <p:spPr bwMode="auto">
              <a:xfrm>
                <a:off x="6866719" y="525301"/>
                <a:ext cx="100365" cy="42508"/>
              </a:xfrm>
              <a:prstGeom prst="line">
                <a:avLst/>
              </a:prstGeom>
              <a:noFill/>
              <a:ln w="3">
                <a:solidFill>
                  <a:srgbClr val="FF0000"/>
                </a:solidFill>
                <a:round/>
                <a:headEnd/>
                <a:tailEnd/>
              </a:ln>
            </p:spPr>
            <p:txBody>
              <a:bodyPr/>
              <a:lstStyle/>
              <a:p>
                <a:endParaRPr lang="en-US" dirty="0"/>
              </a:p>
            </p:txBody>
          </p:sp>
          <p:sp>
            <p:nvSpPr>
              <p:cNvPr id="485602" name="Line 82"/>
              <p:cNvSpPr>
                <a:spLocks noChangeShapeType="1"/>
              </p:cNvSpPr>
              <p:nvPr/>
            </p:nvSpPr>
            <p:spPr bwMode="auto">
              <a:xfrm>
                <a:off x="6967084" y="567809"/>
                <a:ext cx="100365" cy="49593"/>
              </a:xfrm>
              <a:prstGeom prst="line">
                <a:avLst/>
              </a:prstGeom>
              <a:noFill/>
              <a:ln w="3">
                <a:solidFill>
                  <a:srgbClr val="FF0000"/>
                </a:solidFill>
                <a:round/>
                <a:headEnd/>
                <a:tailEnd/>
              </a:ln>
            </p:spPr>
            <p:txBody>
              <a:bodyPr/>
              <a:lstStyle/>
              <a:p>
                <a:endParaRPr lang="en-US" dirty="0"/>
              </a:p>
            </p:txBody>
          </p:sp>
          <p:sp>
            <p:nvSpPr>
              <p:cNvPr id="485603" name="Line 83"/>
              <p:cNvSpPr>
                <a:spLocks noChangeShapeType="1"/>
              </p:cNvSpPr>
              <p:nvPr/>
            </p:nvSpPr>
            <p:spPr bwMode="auto">
              <a:xfrm>
                <a:off x="7067449" y="617402"/>
                <a:ext cx="100365" cy="56678"/>
              </a:xfrm>
              <a:prstGeom prst="line">
                <a:avLst/>
              </a:prstGeom>
              <a:noFill/>
              <a:ln w="3">
                <a:solidFill>
                  <a:srgbClr val="FF0000"/>
                </a:solidFill>
                <a:round/>
                <a:headEnd/>
                <a:tailEnd/>
              </a:ln>
            </p:spPr>
            <p:txBody>
              <a:bodyPr/>
              <a:lstStyle/>
              <a:p>
                <a:endParaRPr lang="en-US" dirty="0"/>
              </a:p>
            </p:txBody>
          </p:sp>
          <p:sp>
            <p:nvSpPr>
              <p:cNvPr id="485604" name="Line 84"/>
              <p:cNvSpPr>
                <a:spLocks noChangeShapeType="1"/>
              </p:cNvSpPr>
              <p:nvPr/>
            </p:nvSpPr>
            <p:spPr bwMode="auto">
              <a:xfrm>
                <a:off x="7167813" y="674080"/>
                <a:ext cx="95082" cy="60220"/>
              </a:xfrm>
              <a:prstGeom prst="line">
                <a:avLst/>
              </a:prstGeom>
              <a:noFill/>
              <a:ln w="3">
                <a:solidFill>
                  <a:srgbClr val="FF0000"/>
                </a:solidFill>
                <a:round/>
                <a:headEnd/>
                <a:tailEnd/>
              </a:ln>
            </p:spPr>
            <p:txBody>
              <a:bodyPr/>
              <a:lstStyle/>
              <a:p>
                <a:endParaRPr lang="en-US" dirty="0"/>
              </a:p>
            </p:txBody>
          </p:sp>
          <p:sp>
            <p:nvSpPr>
              <p:cNvPr id="485605" name="Line 85"/>
              <p:cNvSpPr>
                <a:spLocks noChangeShapeType="1"/>
              </p:cNvSpPr>
              <p:nvPr/>
            </p:nvSpPr>
            <p:spPr bwMode="auto">
              <a:xfrm>
                <a:off x="7262895" y="734300"/>
                <a:ext cx="100365" cy="63762"/>
              </a:xfrm>
              <a:prstGeom prst="line">
                <a:avLst/>
              </a:prstGeom>
              <a:noFill/>
              <a:ln w="3">
                <a:solidFill>
                  <a:srgbClr val="FF0000"/>
                </a:solidFill>
                <a:round/>
                <a:headEnd/>
                <a:tailEnd/>
              </a:ln>
            </p:spPr>
            <p:txBody>
              <a:bodyPr/>
              <a:lstStyle/>
              <a:p>
                <a:endParaRPr lang="en-US" dirty="0"/>
              </a:p>
            </p:txBody>
          </p:sp>
          <p:sp>
            <p:nvSpPr>
              <p:cNvPr id="485606" name="Line 86"/>
              <p:cNvSpPr>
                <a:spLocks noChangeShapeType="1"/>
              </p:cNvSpPr>
              <p:nvPr/>
            </p:nvSpPr>
            <p:spPr bwMode="auto">
              <a:xfrm>
                <a:off x="7363260" y="798061"/>
                <a:ext cx="100365" cy="67305"/>
              </a:xfrm>
              <a:prstGeom prst="line">
                <a:avLst/>
              </a:prstGeom>
              <a:noFill/>
              <a:ln w="3">
                <a:solidFill>
                  <a:srgbClr val="FF0000"/>
                </a:solidFill>
                <a:round/>
                <a:headEnd/>
                <a:tailEnd/>
              </a:ln>
            </p:spPr>
            <p:txBody>
              <a:bodyPr/>
              <a:lstStyle/>
              <a:p>
                <a:endParaRPr lang="en-US" dirty="0"/>
              </a:p>
            </p:txBody>
          </p:sp>
          <p:sp>
            <p:nvSpPr>
              <p:cNvPr id="485607" name="Line 87"/>
              <p:cNvSpPr>
                <a:spLocks noChangeShapeType="1"/>
              </p:cNvSpPr>
              <p:nvPr/>
            </p:nvSpPr>
            <p:spPr bwMode="auto">
              <a:xfrm>
                <a:off x="7463626" y="865366"/>
                <a:ext cx="100365" cy="70847"/>
              </a:xfrm>
              <a:prstGeom prst="line">
                <a:avLst/>
              </a:prstGeom>
              <a:noFill/>
              <a:ln w="3">
                <a:solidFill>
                  <a:srgbClr val="FF0000"/>
                </a:solidFill>
                <a:round/>
                <a:headEnd/>
                <a:tailEnd/>
              </a:ln>
            </p:spPr>
            <p:txBody>
              <a:bodyPr/>
              <a:lstStyle/>
              <a:p>
                <a:endParaRPr lang="en-US" dirty="0"/>
              </a:p>
            </p:txBody>
          </p:sp>
          <p:sp>
            <p:nvSpPr>
              <p:cNvPr id="485608" name="Line 88"/>
              <p:cNvSpPr>
                <a:spLocks noChangeShapeType="1"/>
              </p:cNvSpPr>
              <p:nvPr/>
            </p:nvSpPr>
            <p:spPr bwMode="auto">
              <a:xfrm>
                <a:off x="7563991" y="936212"/>
                <a:ext cx="100365" cy="70847"/>
              </a:xfrm>
              <a:prstGeom prst="line">
                <a:avLst/>
              </a:prstGeom>
              <a:noFill/>
              <a:ln w="3">
                <a:solidFill>
                  <a:srgbClr val="FF0000"/>
                </a:solidFill>
                <a:round/>
                <a:headEnd/>
                <a:tailEnd/>
              </a:ln>
            </p:spPr>
            <p:txBody>
              <a:bodyPr/>
              <a:lstStyle/>
              <a:p>
                <a:endParaRPr lang="en-US" dirty="0"/>
              </a:p>
            </p:txBody>
          </p:sp>
          <p:sp>
            <p:nvSpPr>
              <p:cNvPr id="485609" name="Line 89"/>
              <p:cNvSpPr>
                <a:spLocks noChangeShapeType="1"/>
              </p:cNvSpPr>
              <p:nvPr/>
            </p:nvSpPr>
            <p:spPr bwMode="auto">
              <a:xfrm>
                <a:off x="7664355" y="1007059"/>
                <a:ext cx="100365" cy="74388"/>
              </a:xfrm>
              <a:prstGeom prst="line">
                <a:avLst/>
              </a:prstGeom>
              <a:noFill/>
              <a:ln w="3">
                <a:solidFill>
                  <a:srgbClr val="FF0000"/>
                </a:solidFill>
                <a:round/>
                <a:headEnd/>
                <a:tailEnd/>
              </a:ln>
            </p:spPr>
            <p:txBody>
              <a:bodyPr/>
              <a:lstStyle/>
              <a:p>
                <a:endParaRPr lang="en-US" dirty="0"/>
              </a:p>
            </p:txBody>
          </p:sp>
          <p:sp>
            <p:nvSpPr>
              <p:cNvPr id="485610" name="Line 90"/>
              <p:cNvSpPr>
                <a:spLocks noChangeShapeType="1"/>
              </p:cNvSpPr>
              <p:nvPr/>
            </p:nvSpPr>
            <p:spPr bwMode="auto">
              <a:xfrm>
                <a:off x="7764720" y="1081447"/>
                <a:ext cx="95082" cy="70847"/>
              </a:xfrm>
              <a:prstGeom prst="line">
                <a:avLst/>
              </a:prstGeom>
              <a:noFill/>
              <a:ln w="3">
                <a:solidFill>
                  <a:srgbClr val="FF0000"/>
                </a:solidFill>
                <a:round/>
                <a:headEnd/>
                <a:tailEnd/>
              </a:ln>
            </p:spPr>
            <p:txBody>
              <a:bodyPr/>
              <a:lstStyle/>
              <a:p>
                <a:endParaRPr lang="en-US" dirty="0"/>
              </a:p>
            </p:txBody>
          </p:sp>
          <p:sp>
            <p:nvSpPr>
              <p:cNvPr id="485611" name="Line 91"/>
              <p:cNvSpPr>
                <a:spLocks noChangeShapeType="1"/>
              </p:cNvSpPr>
              <p:nvPr/>
            </p:nvSpPr>
            <p:spPr bwMode="auto">
              <a:xfrm>
                <a:off x="7859802" y="1152295"/>
                <a:ext cx="100365" cy="74388"/>
              </a:xfrm>
              <a:prstGeom prst="line">
                <a:avLst/>
              </a:prstGeom>
              <a:noFill/>
              <a:ln w="3">
                <a:solidFill>
                  <a:srgbClr val="FF0000"/>
                </a:solidFill>
                <a:round/>
                <a:headEnd/>
                <a:tailEnd/>
              </a:ln>
            </p:spPr>
            <p:txBody>
              <a:bodyPr/>
              <a:lstStyle/>
              <a:p>
                <a:endParaRPr lang="en-US" dirty="0"/>
              </a:p>
            </p:txBody>
          </p:sp>
          <p:sp>
            <p:nvSpPr>
              <p:cNvPr id="485612" name="Line 92"/>
              <p:cNvSpPr>
                <a:spLocks noChangeShapeType="1"/>
              </p:cNvSpPr>
              <p:nvPr/>
            </p:nvSpPr>
            <p:spPr bwMode="auto">
              <a:xfrm>
                <a:off x="7960167" y="1226683"/>
                <a:ext cx="100365" cy="70847"/>
              </a:xfrm>
              <a:prstGeom prst="line">
                <a:avLst/>
              </a:prstGeom>
              <a:noFill/>
              <a:ln w="3">
                <a:solidFill>
                  <a:srgbClr val="FF0000"/>
                </a:solidFill>
                <a:round/>
                <a:headEnd/>
                <a:tailEnd/>
              </a:ln>
            </p:spPr>
            <p:txBody>
              <a:bodyPr/>
              <a:lstStyle/>
              <a:p>
                <a:endParaRPr lang="en-US" dirty="0"/>
              </a:p>
            </p:txBody>
          </p:sp>
          <p:sp>
            <p:nvSpPr>
              <p:cNvPr id="485613" name="Line 93"/>
              <p:cNvSpPr>
                <a:spLocks noChangeShapeType="1"/>
              </p:cNvSpPr>
              <p:nvPr/>
            </p:nvSpPr>
            <p:spPr bwMode="auto">
              <a:xfrm>
                <a:off x="8060531" y="1297530"/>
                <a:ext cx="100365" cy="70847"/>
              </a:xfrm>
              <a:prstGeom prst="line">
                <a:avLst/>
              </a:prstGeom>
              <a:noFill/>
              <a:ln w="3">
                <a:solidFill>
                  <a:srgbClr val="FF0000"/>
                </a:solidFill>
                <a:round/>
                <a:headEnd/>
                <a:tailEnd/>
              </a:ln>
            </p:spPr>
            <p:txBody>
              <a:bodyPr/>
              <a:lstStyle/>
              <a:p>
                <a:endParaRPr lang="en-US" dirty="0"/>
              </a:p>
            </p:txBody>
          </p:sp>
          <p:sp>
            <p:nvSpPr>
              <p:cNvPr id="485614" name="Line 94"/>
              <p:cNvSpPr>
                <a:spLocks noChangeShapeType="1"/>
              </p:cNvSpPr>
              <p:nvPr/>
            </p:nvSpPr>
            <p:spPr bwMode="auto">
              <a:xfrm>
                <a:off x="8160898" y="1368378"/>
                <a:ext cx="100365" cy="67305"/>
              </a:xfrm>
              <a:prstGeom prst="line">
                <a:avLst/>
              </a:prstGeom>
              <a:noFill/>
              <a:ln w="3">
                <a:solidFill>
                  <a:srgbClr val="FF0000"/>
                </a:solidFill>
                <a:round/>
                <a:headEnd/>
                <a:tailEnd/>
              </a:ln>
            </p:spPr>
            <p:txBody>
              <a:bodyPr/>
              <a:lstStyle/>
              <a:p>
                <a:endParaRPr lang="en-US" dirty="0"/>
              </a:p>
            </p:txBody>
          </p:sp>
          <p:sp>
            <p:nvSpPr>
              <p:cNvPr id="485615" name="Line 95"/>
              <p:cNvSpPr>
                <a:spLocks noChangeShapeType="1"/>
              </p:cNvSpPr>
              <p:nvPr/>
            </p:nvSpPr>
            <p:spPr bwMode="auto">
              <a:xfrm>
                <a:off x="8261262" y="1435681"/>
                <a:ext cx="95082" cy="63762"/>
              </a:xfrm>
              <a:prstGeom prst="line">
                <a:avLst/>
              </a:prstGeom>
              <a:noFill/>
              <a:ln w="3">
                <a:solidFill>
                  <a:srgbClr val="FF0000"/>
                </a:solidFill>
                <a:round/>
                <a:headEnd/>
                <a:tailEnd/>
              </a:ln>
            </p:spPr>
            <p:txBody>
              <a:bodyPr/>
              <a:lstStyle/>
              <a:p>
                <a:endParaRPr lang="en-US" dirty="0"/>
              </a:p>
            </p:txBody>
          </p:sp>
        </p:grpSp>
        <p:sp>
          <p:nvSpPr>
            <p:cNvPr id="485420" name="Rectangle 41"/>
            <p:cNvSpPr>
              <a:spLocks noChangeArrowheads="1"/>
            </p:cNvSpPr>
            <p:nvPr/>
          </p:nvSpPr>
          <p:spPr bwMode="auto">
            <a:xfrm>
              <a:off x="3243959" y="3785247"/>
              <a:ext cx="2900958" cy="831124"/>
            </a:xfrm>
            <a:prstGeom prst="rect">
              <a:avLst/>
            </a:prstGeom>
            <a:solidFill>
              <a:schemeClr val="accent1"/>
            </a:solidFill>
            <a:ln w="9525">
              <a:noFill/>
              <a:miter lim="800000"/>
              <a:headEnd/>
              <a:tailEnd/>
            </a:ln>
          </p:spPr>
          <p:txBody>
            <a:bodyPr wrap="none" anchor="ctr"/>
            <a:lstStyle/>
            <a:p>
              <a:endParaRPr lang="en-US" dirty="0"/>
            </a:p>
          </p:txBody>
        </p:sp>
        <p:sp>
          <p:nvSpPr>
            <p:cNvPr id="485421" name="Rectangle 41"/>
            <p:cNvSpPr>
              <a:spLocks noChangeArrowheads="1"/>
            </p:cNvSpPr>
            <p:nvPr/>
          </p:nvSpPr>
          <p:spPr bwMode="auto">
            <a:xfrm>
              <a:off x="6313728" y="3763479"/>
              <a:ext cx="2634337" cy="831124"/>
            </a:xfrm>
            <a:prstGeom prst="rect">
              <a:avLst/>
            </a:prstGeom>
            <a:solidFill>
              <a:schemeClr val="accent1"/>
            </a:solidFill>
            <a:ln w="9525">
              <a:noFill/>
              <a:miter lim="800000"/>
              <a:headEnd/>
              <a:tailEnd/>
            </a:ln>
          </p:spPr>
          <p:txBody>
            <a:bodyPr wrap="none" anchor="ctr"/>
            <a:lstStyle/>
            <a:p>
              <a:endParaRPr lang="en-US" dirty="0"/>
            </a:p>
          </p:txBody>
        </p:sp>
        <p:sp>
          <p:nvSpPr>
            <p:cNvPr id="145" name="Rectangle 39"/>
            <p:cNvSpPr>
              <a:spLocks noChangeArrowheads="1"/>
            </p:cNvSpPr>
            <p:nvPr/>
          </p:nvSpPr>
          <p:spPr bwMode="auto">
            <a:xfrm>
              <a:off x="4152783" y="3751911"/>
              <a:ext cx="2986004" cy="831827"/>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146" name="Rectangle 145"/>
            <p:cNvSpPr/>
            <p:nvPr/>
          </p:nvSpPr>
          <p:spPr>
            <a:xfrm>
              <a:off x="0" y="3756673"/>
              <a:ext cx="1249328" cy="8159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85424" name="Rectangle 44"/>
            <p:cNvSpPr>
              <a:spLocks noChangeArrowheads="1"/>
            </p:cNvSpPr>
            <p:nvPr/>
          </p:nvSpPr>
          <p:spPr bwMode="auto">
            <a:xfrm>
              <a:off x="176588" y="4012488"/>
              <a:ext cx="999461" cy="298812"/>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sp>
          <p:nvSpPr>
            <p:cNvPr id="485425" name="Rectangle 45"/>
            <p:cNvSpPr>
              <a:spLocks noChangeArrowheads="1"/>
            </p:cNvSpPr>
            <p:nvPr/>
          </p:nvSpPr>
          <p:spPr bwMode="auto">
            <a:xfrm>
              <a:off x="1176049" y="3763478"/>
              <a:ext cx="214170" cy="796833"/>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sp>
          <p:nvSpPr>
            <p:cNvPr id="156" name="Oval 155"/>
            <p:cNvSpPr/>
            <p:nvPr/>
          </p:nvSpPr>
          <p:spPr>
            <a:xfrm>
              <a:off x="1681116" y="4161475"/>
              <a:ext cx="114297" cy="14763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7" name="Oval 156"/>
            <p:cNvSpPr/>
            <p:nvPr/>
          </p:nvSpPr>
          <p:spPr>
            <a:xfrm>
              <a:off x="2489130" y="4024954"/>
              <a:ext cx="114297" cy="14763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8" name="Oval 157"/>
            <p:cNvSpPr/>
            <p:nvPr/>
          </p:nvSpPr>
          <p:spPr>
            <a:xfrm>
              <a:off x="3359055" y="4109089"/>
              <a:ext cx="114297" cy="14604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85429" name="Rectangle 43"/>
            <p:cNvSpPr>
              <a:spLocks noChangeArrowheads="1"/>
            </p:cNvSpPr>
            <p:nvPr/>
          </p:nvSpPr>
          <p:spPr bwMode="auto">
            <a:xfrm>
              <a:off x="1201868" y="4560310"/>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160" name="Oval 159"/>
            <p:cNvSpPr/>
            <p:nvPr/>
          </p:nvSpPr>
          <p:spPr>
            <a:xfrm>
              <a:off x="4263905" y="4044004"/>
              <a:ext cx="114297" cy="147633"/>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85431" name="Rectangle 42"/>
            <p:cNvSpPr>
              <a:spLocks noChangeArrowheads="1"/>
            </p:cNvSpPr>
            <p:nvPr/>
          </p:nvSpPr>
          <p:spPr bwMode="auto">
            <a:xfrm>
              <a:off x="1201868" y="3663873"/>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178" name="Oval 177"/>
            <p:cNvSpPr/>
            <p:nvPr/>
          </p:nvSpPr>
          <p:spPr>
            <a:xfrm>
              <a:off x="5535457" y="3910657"/>
              <a:ext cx="114297" cy="14763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9" name="Oval 178"/>
            <p:cNvSpPr/>
            <p:nvPr/>
          </p:nvSpPr>
          <p:spPr>
            <a:xfrm>
              <a:off x="5344962" y="4107502"/>
              <a:ext cx="114297" cy="146046"/>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0" name="Oval 179"/>
            <p:cNvSpPr/>
            <p:nvPr/>
          </p:nvSpPr>
          <p:spPr>
            <a:xfrm flipH="1">
              <a:off x="8197619" y="4096389"/>
              <a:ext cx="114297" cy="14763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1" name="Oval 180"/>
            <p:cNvSpPr/>
            <p:nvPr/>
          </p:nvSpPr>
          <p:spPr>
            <a:xfrm flipH="1">
              <a:off x="5627529" y="4112264"/>
              <a:ext cx="114297" cy="14763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2" name="Oval 181"/>
            <p:cNvSpPr/>
            <p:nvPr/>
          </p:nvSpPr>
          <p:spPr>
            <a:xfrm flipH="1">
              <a:off x="5557681" y="4309108"/>
              <a:ext cx="114297" cy="146046"/>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3" name="Oval 182"/>
            <p:cNvSpPr/>
            <p:nvPr/>
          </p:nvSpPr>
          <p:spPr>
            <a:xfrm flipH="1">
              <a:off x="5387823" y="3926532"/>
              <a:ext cx="114297" cy="14604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4" name="Oval 183"/>
            <p:cNvSpPr/>
            <p:nvPr/>
          </p:nvSpPr>
          <p:spPr>
            <a:xfrm flipH="1">
              <a:off x="5416397" y="4371020"/>
              <a:ext cx="114297" cy="147633"/>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5" name="Oval 184"/>
            <p:cNvSpPr/>
            <p:nvPr/>
          </p:nvSpPr>
          <p:spPr>
            <a:xfrm flipH="1">
              <a:off x="5486245" y="4166237"/>
              <a:ext cx="114297" cy="146046"/>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6" name="Oval 185"/>
            <p:cNvSpPr/>
            <p:nvPr/>
          </p:nvSpPr>
          <p:spPr>
            <a:xfrm>
              <a:off x="7283245" y="4063053"/>
              <a:ext cx="114297" cy="14763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7" name="Oval 186"/>
            <p:cNvSpPr/>
            <p:nvPr/>
          </p:nvSpPr>
          <p:spPr>
            <a:xfrm>
              <a:off x="6406969" y="4112264"/>
              <a:ext cx="114297" cy="14763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8" name="Oval 187"/>
            <p:cNvSpPr/>
            <p:nvPr/>
          </p:nvSpPr>
          <p:spPr>
            <a:xfrm>
              <a:off x="9029446" y="4080515"/>
              <a:ext cx="114297" cy="14604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162" name="Straight Connector 161"/>
            <p:cNvCxnSpPr/>
            <p:nvPr/>
          </p:nvCxnSpPr>
          <p:spPr>
            <a:xfrm flipV="1">
              <a:off x="1366799" y="6110873"/>
              <a:ext cx="7837266" cy="15875"/>
            </a:xfrm>
            <a:prstGeom prst="line">
              <a:avLst/>
            </a:prstGeom>
          </p:spPr>
          <p:style>
            <a:lnRef idx="1">
              <a:schemeClr val="accent1"/>
            </a:lnRef>
            <a:fillRef idx="0">
              <a:schemeClr val="accent1"/>
            </a:fillRef>
            <a:effectRef idx="0">
              <a:schemeClr val="accent1"/>
            </a:effectRef>
            <a:fontRef idx="minor">
              <a:schemeClr val="tx1"/>
            </a:fontRef>
          </p:style>
        </p:cxnSp>
        <p:sp>
          <p:nvSpPr>
            <p:cNvPr id="163" name="Rectangle 162"/>
            <p:cNvSpPr/>
            <p:nvPr/>
          </p:nvSpPr>
          <p:spPr>
            <a:xfrm flipV="1">
              <a:off x="3805131" y="5428266"/>
              <a:ext cx="239705" cy="75086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64" name="Rectangle 163"/>
            <p:cNvSpPr/>
            <p:nvPr/>
          </p:nvSpPr>
          <p:spPr>
            <a:xfrm flipV="1">
              <a:off x="4284542" y="5623523"/>
              <a:ext cx="265105" cy="473062"/>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65" name="Rectangle 164"/>
            <p:cNvSpPr/>
            <p:nvPr/>
          </p:nvSpPr>
          <p:spPr>
            <a:xfrm>
              <a:off x="4795703" y="5852117"/>
              <a:ext cx="277804" cy="22541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66" name="Rectangle 165"/>
            <p:cNvSpPr/>
            <p:nvPr/>
          </p:nvSpPr>
          <p:spPr>
            <a:xfrm flipV="1">
              <a:off x="5306863" y="6061661"/>
              <a:ext cx="239705" cy="101597"/>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67" name="Rectangle 166"/>
            <p:cNvSpPr/>
            <p:nvPr/>
          </p:nvSpPr>
          <p:spPr>
            <a:xfrm flipV="1">
              <a:off x="5884697" y="6077535"/>
              <a:ext cx="265105" cy="182558"/>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68" name="Rectangle 167"/>
            <p:cNvSpPr/>
            <p:nvPr/>
          </p:nvSpPr>
          <p:spPr>
            <a:xfrm flipV="1">
              <a:off x="6330772" y="6077535"/>
              <a:ext cx="260343" cy="50957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69" name="Rectangle 168"/>
            <p:cNvSpPr/>
            <p:nvPr/>
          </p:nvSpPr>
          <p:spPr>
            <a:xfrm flipV="1">
              <a:off x="6826058" y="6077535"/>
              <a:ext cx="190495" cy="70483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0" name="Rectangle 169"/>
            <p:cNvSpPr/>
            <p:nvPr/>
          </p:nvSpPr>
          <p:spPr>
            <a:xfrm flipV="1">
              <a:off x="7256259" y="6077535"/>
              <a:ext cx="233355" cy="46036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1" name="Rectangle 170"/>
            <p:cNvSpPr/>
            <p:nvPr/>
          </p:nvSpPr>
          <p:spPr>
            <a:xfrm>
              <a:off x="7718208" y="6120397"/>
              <a:ext cx="277805" cy="19367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2" name="Rectangle 171"/>
            <p:cNvSpPr/>
            <p:nvPr/>
          </p:nvSpPr>
          <p:spPr>
            <a:xfrm flipV="1">
              <a:off x="8148408" y="6077535"/>
              <a:ext cx="228594" cy="7143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3" name="Rectangle 172"/>
            <p:cNvSpPr/>
            <p:nvPr/>
          </p:nvSpPr>
          <p:spPr>
            <a:xfrm flipV="1">
              <a:off x="8611945" y="5910853"/>
              <a:ext cx="222244" cy="23811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4" name="Rectangle 173"/>
            <p:cNvSpPr/>
            <p:nvPr/>
          </p:nvSpPr>
          <p:spPr>
            <a:xfrm>
              <a:off x="1970032" y="6123572"/>
              <a:ext cx="276217" cy="201607"/>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5" name="Rectangle 174"/>
            <p:cNvSpPr/>
            <p:nvPr/>
          </p:nvSpPr>
          <p:spPr>
            <a:xfrm flipV="1">
              <a:off x="2411345" y="6056899"/>
              <a:ext cx="253993" cy="9207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6" name="Rectangle 175"/>
            <p:cNvSpPr/>
            <p:nvPr/>
          </p:nvSpPr>
          <p:spPr>
            <a:xfrm flipV="1">
              <a:off x="2819321" y="5885454"/>
              <a:ext cx="228594" cy="266693"/>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7" name="Rectangle 176"/>
            <p:cNvSpPr/>
            <p:nvPr/>
          </p:nvSpPr>
          <p:spPr>
            <a:xfrm flipV="1">
              <a:off x="3287620" y="5591774"/>
              <a:ext cx="315903" cy="56037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nvGrpSpPr>
            <p:cNvPr id="4" name="Group 332"/>
            <p:cNvGrpSpPr>
              <a:grpSpLocks/>
            </p:cNvGrpSpPr>
            <p:nvPr/>
          </p:nvGrpSpPr>
          <p:grpSpPr bwMode="auto">
            <a:xfrm flipV="1">
              <a:off x="1932210" y="5427770"/>
              <a:ext cx="7017400" cy="1365709"/>
              <a:chOff x="1103665" y="397777"/>
              <a:chExt cx="7252679" cy="1452358"/>
            </a:xfrm>
          </p:grpSpPr>
          <p:sp>
            <p:nvSpPr>
              <p:cNvPr id="485470" name="Line 23"/>
              <p:cNvSpPr>
                <a:spLocks noChangeShapeType="1"/>
              </p:cNvSpPr>
              <p:nvPr/>
            </p:nvSpPr>
            <p:spPr bwMode="auto">
              <a:xfrm>
                <a:off x="1103665" y="748468"/>
                <a:ext cx="100365" cy="63762"/>
              </a:xfrm>
              <a:prstGeom prst="line">
                <a:avLst/>
              </a:prstGeom>
              <a:noFill/>
              <a:ln w="3">
                <a:solidFill>
                  <a:srgbClr val="FF0000"/>
                </a:solidFill>
                <a:round/>
                <a:headEnd/>
                <a:tailEnd/>
              </a:ln>
            </p:spPr>
            <p:txBody>
              <a:bodyPr/>
              <a:lstStyle/>
              <a:p>
                <a:endParaRPr lang="en-US" dirty="0"/>
              </a:p>
            </p:txBody>
          </p:sp>
          <p:sp>
            <p:nvSpPr>
              <p:cNvPr id="485471" name="Line 24"/>
              <p:cNvSpPr>
                <a:spLocks noChangeShapeType="1"/>
              </p:cNvSpPr>
              <p:nvPr/>
            </p:nvSpPr>
            <p:spPr bwMode="auto">
              <a:xfrm>
                <a:off x="1204030" y="812230"/>
                <a:ext cx="100365" cy="67305"/>
              </a:xfrm>
              <a:prstGeom prst="line">
                <a:avLst/>
              </a:prstGeom>
              <a:noFill/>
              <a:ln w="3">
                <a:solidFill>
                  <a:srgbClr val="FF0000"/>
                </a:solidFill>
                <a:round/>
                <a:headEnd/>
                <a:tailEnd/>
              </a:ln>
            </p:spPr>
            <p:txBody>
              <a:bodyPr/>
              <a:lstStyle/>
              <a:p>
                <a:endParaRPr lang="en-US" dirty="0"/>
              </a:p>
            </p:txBody>
          </p:sp>
          <p:sp>
            <p:nvSpPr>
              <p:cNvPr id="485472" name="Line 25"/>
              <p:cNvSpPr>
                <a:spLocks noChangeShapeType="1"/>
              </p:cNvSpPr>
              <p:nvPr/>
            </p:nvSpPr>
            <p:spPr bwMode="auto">
              <a:xfrm>
                <a:off x="1304394" y="879535"/>
                <a:ext cx="100365" cy="70847"/>
              </a:xfrm>
              <a:prstGeom prst="line">
                <a:avLst/>
              </a:prstGeom>
              <a:noFill/>
              <a:ln w="3">
                <a:solidFill>
                  <a:srgbClr val="FF0000"/>
                </a:solidFill>
                <a:round/>
                <a:headEnd/>
                <a:tailEnd/>
              </a:ln>
            </p:spPr>
            <p:txBody>
              <a:bodyPr/>
              <a:lstStyle/>
              <a:p>
                <a:endParaRPr lang="en-US" dirty="0"/>
              </a:p>
            </p:txBody>
          </p:sp>
          <p:sp>
            <p:nvSpPr>
              <p:cNvPr id="485473" name="Line 26"/>
              <p:cNvSpPr>
                <a:spLocks noChangeShapeType="1"/>
              </p:cNvSpPr>
              <p:nvPr/>
            </p:nvSpPr>
            <p:spPr bwMode="auto">
              <a:xfrm>
                <a:off x="1404760" y="950381"/>
                <a:ext cx="100365" cy="70847"/>
              </a:xfrm>
              <a:prstGeom prst="line">
                <a:avLst/>
              </a:prstGeom>
              <a:noFill/>
              <a:ln w="3">
                <a:solidFill>
                  <a:srgbClr val="FF0000"/>
                </a:solidFill>
                <a:round/>
                <a:headEnd/>
                <a:tailEnd/>
              </a:ln>
            </p:spPr>
            <p:txBody>
              <a:bodyPr/>
              <a:lstStyle/>
              <a:p>
                <a:endParaRPr lang="en-US" dirty="0"/>
              </a:p>
            </p:txBody>
          </p:sp>
          <p:sp>
            <p:nvSpPr>
              <p:cNvPr id="485474" name="Line 27"/>
              <p:cNvSpPr>
                <a:spLocks noChangeShapeType="1"/>
              </p:cNvSpPr>
              <p:nvPr/>
            </p:nvSpPr>
            <p:spPr bwMode="auto">
              <a:xfrm>
                <a:off x="1505125" y="1021229"/>
                <a:ext cx="100365" cy="74388"/>
              </a:xfrm>
              <a:prstGeom prst="line">
                <a:avLst/>
              </a:prstGeom>
              <a:noFill/>
              <a:ln w="3">
                <a:solidFill>
                  <a:srgbClr val="FF0000"/>
                </a:solidFill>
                <a:round/>
                <a:headEnd/>
                <a:tailEnd/>
              </a:ln>
            </p:spPr>
            <p:txBody>
              <a:bodyPr/>
              <a:lstStyle/>
              <a:p>
                <a:endParaRPr lang="en-US" dirty="0"/>
              </a:p>
            </p:txBody>
          </p:sp>
          <p:sp>
            <p:nvSpPr>
              <p:cNvPr id="485475" name="Line 28"/>
              <p:cNvSpPr>
                <a:spLocks noChangeShapeType="1"/>
              </p:cNvSpPr>
              <p:nvPr/>
            </p:nvSpPr>
            <p:spPr bwMode="auto">
              <a:xfrm>
                <a:off x="1605489" y="1095617"/>
                <a:ext cx="95082" cy="70847"/>
              </a:xfrm>
              <a:prstGeom prst="line">
                <a:avLst/>
              </a:prstGeom>
              <a:noFill/>
              <a:ln w="3">
                <a:solidFill>
                  <a:srgbClr val="FF0000"/>
                </a:solidFill>
                <a:round/>
                <a:headEnd/>
                <a:tailEnd/>
              </a:ln>
            </p:spPr>
            <p:txBody>
              <a:bodyPr/>
              <a:lstStyle/>
              <a:p>
                <a:endParaRPr lang="en-US" dirty="0"/>
              </a:p>
            </p:txBody>
          </p:sp>
          <p:sp>
            <p:nvSpPr>
              <p:cNvPr id="485476" name="Line 29"/>
              <p:cNvSpPr>
                <a:spLocks noChangeShapeType="1"/>
              </p:cNvSpPr>
              <p:nvPr/>
            </p:nvSpPr>
            <p:spPr bwMode="auto">
              <a:xfrm>
                <a:off x="1700572" y="1166464"/>
                <a:ext cx="100365" cy="74388"/>
              </a:xfrm>
              <a:prstGeom prst="line">
                <a:avLst/>
              </a:prstGeom>
              <a:noFill/>
              <a:ln w="3">
                <a:solidFill>
                  <a:srgbClr val="FF0000"/>
                </a:solidFill>
                <a:round/>
                <a:headEnd/>
                <a:tailEnd/>
              </a:ln>
            </p:spPr>
            <p:txBody>
              <a:bodyPr/>
              <a:lstStyle/>
              <a:p>
                <a:endParaRPr lang="en-US" dirty="0"/>
              </a:p>
            </p:txBody>
          </p:sp>
          <p:sp>
            <p:nvSpPr>
              <p:cNvPr id="485477" name="Line 30"/>
              <p:cNvSpPr>
                <a:spLocks noChangeShapeType="1"/>
              </p:cNvSpPr>
              <p:nvPr/>
            </p:nvSpPr>
            <p:spPr bwMode="auto">
              <a:xfrm>
                <a:off x="1800936" y="1240853"/>
                <a:ext cx="100365" cy="70847"/>
              </a:xfrm>
              <a:prstGeom prst="line">
                <a:avLst/>
              </a:prstGeom>
              <a:noFill/>
              <a:ln w="3">
                <a:solidFill>
                  <a:srgbClr val="FF0000"/>
                </a:solidFill>
                <a:round/>
                <a:headEnd/>
                <a:tailEnd/>
              </a:ln>
            </p:spPr>
            <p:txBody>
              <a:bodyPr/>
              <a:lstStyle/>
              <a:p>
                <a:endParaRPr lang="en-US" dirty="0"/>
              </a:p>
            </p:txBody>
          </p:sp>
          <p:sp>
            <p:nvSpPr>
              <p:cNvPr id="485478" name="Line 31"/>
              <p:cNvSpPr>
                <a:spLocks noChangeShapeType="1"/>
              </p:cNvSpPr>
              <p:nvPr/>
            </p:nvSpPr>
            <p:spPr bwMode="auto">
              <a:xfrm>
                <a:off x="1901301" y="1311700"/>
                <a:ext cx="100365" cy="70847"/>
              </a:xfrm>
              <a:prstGeom prst="line">
                <a:avLst/>
              </a:prstGeom>
              <a:noFill/>
              <a:ln w="3">
                <a:solidFill>
                  <a:srgbClr val="FF0000"/>
                </a:solidFill>
                <a:round/>
                <a:headEnd/>
                <a:tailEnd/>
              </a:ln>
            </p:spPr>
            <p:txBody>
              <a:bodyPr/>
              <a:lstStyle/>
              <a:p>
                <a:endParaRPr lang="en-US" dirty="0"/>
              </a:p>
            </p:txBody>
          </p:sp>
          <p:sp>
            <p:nvSpPr>
              <p:cNvPr id="485479" name="Line 32"/>
              <p:cNvSpPr>
                <a:spLocks noChangeShapeType="1"/>
              </p:cNvSpPr>
              <p:nvPr/>
            </p:nvSpPr>
            <p:spPr bwMode="auto">
              <a:xfrm>
                <a:off x="2001665" y="1382546"/>
                <a:ext cx="100365" cy="67305"/>
              </a:xfrm>
              <a:prstGeom prst="line">
                <a:avLst/>
              </a:prstGeom>
              <a:noFill/>
              <a:ln w="3">
                <a:solidFill>
                  <a:srgbClr val="FF0000"/>
                </a:solidFill>
                <a:round/>
                <a:headEnd/>
                <a:tailEnd/>
              </a:ln>
            </p:spPr>
            <p:txBody>
              <a:bodyPr/>
              <a:lstStyle/>
              <a:p>
                <a:endParaRPr lang="en-US" dirty="0"/>
              </a:p>
            </p:txBody>
          </p:sp>
          <p:sp>
            <p:nvSpPr>
              <p:cNvPr id="485480" name="Line 33"/>
              <p:cNvSpPr>
                <a:spLocks noChangeShapeType="1"/>
              </p:cNvSpPr>
              <p:nvPr/>
            </p:nvSpPr>
            <p:spPr bwMode="auto">
              <a:xfrm>
                <a:off x="2102032" y="1449851"/>
                <a:ext cx="95082" cy="63762"/>
              </a:xfrm>
              <a:prstGeom prst="line">
                <a:avLst/>
              </a:prstGeom>
              <a:noFill/>
              <a:ln w="3">
                <a:solidFill>
                  <a:srgbClr val="FF0000"/>
                </a:solidFill>
                <a:round/>
                <a:headEnd/>
                <a:tailEnd/>
              </a:ln>
            </p:spPr>
            <p:txBody>
              <a:bodyPr/>
              <a:lstStyle/>
              <a:p>
                <a:endParaRPr lang="en-US" dirty="0"/>
              </a:p>
            </p:txBody>
          </p:sp>
          <p:sp>
            <p:nvSpPr>
              <p:cNvPr id="485481" name="Line 34"/>
              <p:cNvSpPr>
                <a:spLocks noChangeShapeType="1"/>
              </p:cNvSpPr>
              <p:nvPr/>
            </p:nvSpPr>
            <p:spPr bwMode="auto">
              <a:xfrm>
                <a:off x="2197114" y="1513613"/>
                <a:ext cx="100365" cy="60220"/>
              </a:xfrm>
              <a:prstGeom prst="line">
                <a:avLst/>
              </a:prstGeom>
              <a:noFill/>
              <a:ln w="3">
                <a:solidFill>
                  <a:srgbClr val="FF0000"/>
                </a:solidFill>
                <a:round/>
                <a:headEnd/>
                <a:tailEnd/>
              </a:ln>
            </p:spPr>
            <p:txBody>
              <a:bodyPr/>
              <a:lstStyle/>
              <a:p>
                <a:endParaRPr lang="en-US" dirty="0"/>
              </a:p>
            </p:txBody>
          </p:sp>
          <p:sp>
            <p:nvSpPr>
              <p:cNvPr id="485482" name="Line 35"/>
              <p:cNvSpPr>
                <a:spLocks noChangeShapeType="1"/>
              </p:cNvSpPr>
              <p:nvPr/>
            </p:nvSpPr>
            <p:spPr bwMode="auto">
              <a:xfrm>
                <a:off x="2297478" y="1573832"/>
                <a:ext cx="100365" cy="53135"/>
              </a:xfrm>
              <a:prstGeom prst="line">
                <a:avLst/>
              </a:prstGeom>
              <a:noFill/>
              <a:ln w="3">
                <a:solidFill>
                  <a:srgbClr val="FF0000"/>
                </a:solidFill>
                <a:round/>
                <a:headEnd/>
                <a:tailEnd/>
              </a:ln>
            </p:spPr>
            <p:txBody>
              <a:bodyPr/>
              <a:lstStyle/>
              <a:p>
                <a:endParaRPr lang="en-US" dirty="0"/>
              </a:p>
            </p:txBody>
          </p:sp>
          <p:sp>
            <p:nvSpPr>
              <p:cNvPr id="485483" name="Line 36"/>
              <p:cNvSpPr>
                <a:spLocks noChangeShapeType="1"/>
              </p:cNvSpPr>
              <p:nvPr/>
            </p:nvSpPr>
            <p:spPr bwMode="auto">
              <a:xfrm>
                <a:off x="2397843" y="1626967"/>
                <a:ext cx="100365" cy="53135"/>
              </a:xfrm>
              <a:prstGeom prst="line">
                <a:avLst/>
              </a:prstGeom>
              <a:noFill/>
              <a:ln w="3">
                <a:solidFill>
                  <a:srgbClr val="FF0000"/>
                </a:solidFill>
                <a:round/>
                <a:headEnd/>
                <a:tailEnd/>
              </a:ln>
            </p:spPr>
            <p:txBody>
              <a:bodyPr/>
              <a:lstStyle/>
              <a:p>
                <a:endParaRPr lang="en-US" dirty="0"/>
              </a:p>
            </p:txBody>
          </p:sp>
          <p:sp>
            <p:nvSpPr>
              <p:cNvPr id="485484" name="Line 37"/>
              <p:cNvSpPr>
                <a:spLocks noChangeShapeType="1"/>
              </p:cNvSpPr>
              <p:nvPr/>
            </p:nvSpPr>
            <p:spPr bwMode="auto">
              <a:xfrm>
                <a:off x="2498208" y="1680102"/>
                <a:ext cx="100365" cy="42508"/>
              </a:xfrm>
              <a:prstGeom prst="line">
                <a:avLst/>
              </a:prstGeom>
              <a:noFill/>
              <a:ln w="3">
                <a:solidFill>
                  <a:srgbClr val="FF0000"/>
                </a:solidFill>
                <a:round/>
                <a:headEnd/>
                <a:tailEnd/>
              </a:ln>
            </p:spPr>
            <p:txBody>
              <a:bodyPr/>
              <a:lstStyle/>
              <a:p>
                <a:endParaRPr lang="en-US" dirty="0"/>
              </a:p>
            </p:txBody>
          </p:sp>
          <p:sp>
            <p:nvSpPr>
              <p:cNvPr id="485485" name="Line 38"/>
              <p:cNvSpPr>
                <a:spLocks noChangeShapeType="1"/>
              </p:cNvSpPr>
              <p:nvPr/>
            </p:nvSpPr>
            <p:spPr bwMode="auto">
              <a:xfrm>
                <a:off x="2598572" y="1722610"/>
                <a:ext cx="95082" cy="38965"/>
              </a:xfrm>
              <a:prstGeom prst="line">
                <a:avLst/>
              </a:prstGeom>
              <a:noFill/>
              <a:ln w="3">
                <a:solidFill>
                  <a:srgbClr val="FF0000"/>
                </a:solidFill>
                <a:round/>
                <a:headEnd/>
                <a:tailEnd/>
              </a:ln>
            </p:spPr>
            <p:txBody>
              <a:bodyPr/>
              <a:lstStyle/>
              <a:p>
                <a:endParaRPr lang="en-US" dirty="0"/>
              </a:p>
            </p:txBody>
          </p:sp>
          <p:sp>
            <p:nvSpPr>
              <p:cNvPr id="485486" name="Line 39"/>
              <p:cNvSpPr>
                <a:spLocks noChangeShapeType="1"/>
              </p:cNvSpPr>
              <p:nvPr/>
            </p:nvSpPr>
            <p:spPr bwMode="auto">
              <a:xfrm>
                <a:off x="2693656" y="1761577"/>
                <a:ext cx="100365" cy="31881"/>
              </a:xfrm>
              <a:prstGeom prst="line">
                <a:avLst/>
              </a:prstGeom>
              <a:noFill/>
              <a:ln w="3">
                <a:solidFill>
                  <a:srgbClr val="FF0000"/>
                </a:solidFill>
                <a:round/>
                <a:headEnd/>
                <a:tailEnd/>
              </a:ln>
            </p:spPr>
            <p:txBody>
              <a:bodyPr/>
              <a:lstStyle/>
              <a:p>
                <a:endParaRPr lang="en-US" dirty="0"/>
              </a:p>
            </p:txBody>
          </p:sp>
          <p:sp>
            <p:nvSpPr>
              <p:cNvPr id="485487" name="Line 40"/>
              <p:cNvSpPr>
                <a:spLocks noChangeShapeType="1"/>
              </p:cNvSpPr>
              <p:nvPr/>
            </p:nvSpPr>
            <p:spPr bwMode="auto">
              <a:xfrm>
                <a:off x="2794021" y="1793457"/>
                <a:ext cx="100365" cy="24796"/>
              </a:xfrm>
              <a:prstGeom prst="line">
                <a:avLst/>
              </a:prstGeom>
              <a:noFill/>
              <a:ln w="3">
                <a:solidFill>
                  <a:srgbClr val="FF0000"/>
                </a:solidFill>
                <a:round/>
                <a:headEnd/>
                <a:tailEnd/>
              </a:ln>
            </p:spPr>
            <p:txBody>
              <a:bodyPr/>
              <a:lstStyle/>
              <a:p>
                <a:endParaRPr lang="en-US" dirty="0"/>
              </a:p>
            </p:txBody>
          </p:sp>
          <p:sp>
            <p:nvSpPr>
              <p:cNvPr id="485488" name="Line 41"/>
              <p:cNvSpPr>
                <a:spLocks noChangeShapeType="1"/>
              </p:cNvSpPr>
              <p:nvPr/>
            </p:nvSpPr>
            <p:spPr bwMode="auto">
              <a:xfrm>
                <a:off x="2894385" y="1818253"/>
                <a:ext cx="100365" cy="17712"/>
              </a:xfrm>
              <a:prstGeom prst="line">
                <a:avLst/>
              </a:prstGeom>
              <a:noFill/>
              <a:ln w="3">
                <a:solidFill>
                  <a:srgbClr val="FF0000"/>
                </a:solidFill>
                <a:round/>
                <a:headEnd/>
                <a:tailEnd/>
              </a:ln>
            </p:spPr>
            <p:txBody>
              <a:bodyPr/>
              <a:lstStyle/>
              <a:p>
                <a:endParaRPr lang="en-US" dirty="0"/>
              </a:p>
            </p:txBody>
          </p:sp>
          <p:sp>
            <p:nvSpPr>
              <p:cNvPr id="485489" name="Line 42"/>
              <p:cNvSpPr>
                <a:spLocks noChangeShapeType="1"/>
              </p:cNvSpPr>
              <p:nvPr/>
            </p:nvSpPr>
            <p:spPr bwMode="auto">
              <a:xfrm>
                <a:off x="2994750" y="1835965"/>
                <a:ext cx="100365" cy="10627"/>
              </a:xfrm>
              <a:prstGeom prst="line">
                <a:avLst/>
              </a:prstGeom>
              <a:noFill/>
              <a:ln w="3">
                <a:solidFill>
                  <a:srgbClr val="FF0000"/>
                </a:solidFill>
                <a:round/>
                <a:headEnd/>
                <a:tailEnd/>
              </a:ln>
            </p:spPr>
            <p:txBody>
              <a:bodyPr/>
              <a:lstStyle/>
              <a:p>
                <a:endParaRPr lang="en-US" dirty="0"/>
              </a:p>
            </p:txBody>
          </p:sp>
          <p:sp>
            <p:nvSpPr>
              <p:cNvPr id="485490" name="Line 43"/>
              <p:cNvSpPr>
                <a:spLocks noChangeShapeType="1"/>
              </p:cNvSpPr>
              <p:nvPr/>
            </p:nvSpPr>
            <p:spPr bwMode="auto">
              <a:xfrm>
                <a:off x="3095114" y="1846593"/>
                <a:ext cx="100365" cy="3542"/>
              </a:xfrm>
              <a:prstGeom prst="line">
                <a:avLst/>
              </a:prstGeom>
              <a:noFill/>
              <a:ln w="3">
                <a:solidFill>
                  <a:srgbClr val="FF0000"/>
                </a:solidFill>
                <a:round/>
                <a:headEnd/>
                <a:tailEnd/>
              </a:ln>
            </p:spPr>
            <p:txBody>
              <a:bodyPr/>
              <a:lstStyle/>
              <a:p>
                <a:endParaRPr lang="en-US" dirty="0"/>
              </a:p>
            </p:txBody>
          </p:sp>
          <p:sp>
            <p:nvSpPr>
              <p:cNvPr id="485491" name="Line 44"/>
              <p:cNvSpPr>
                <a:spLocks noChangeShapeType="1"/>
              </p:cNvSpPr>
              <p:nvPr/>
            </p:nvSpPr>
            <p:spPr bwMode="auto">
              <a:xfrm flipV="1">
                <a:off x="3195479" y="1846593"/>
                <a:ext cx="95082" cy="3542"/>
              </a:xfrm>
              <a:prstGeom prst="line">
                <a:avLst/>
              </a:prstGeom>
              <a:noFill/>
              <a:ln w="3">
                <a:solidFill>
                  <a:srgbClr val="FF0000"/>
                </a:solidFill>
                <a:round/>
                <a:headEnd/>
                <a:tailEnd/>
              </a:ln>
            </p:spPr>
            <p:txBody>
              <a:bodyPr/>
              <a:lstStyle/>
              <a:p>
                <a:endParaRPr lang="en-US" dirty="0"/>
              </a:p>
            </p:txBody>
          </p:sp>
          <p:sp>
            <p:nvSpPr>
              <p:cNvPr id="485492" name="Line 45"/>
              <p:cNvSpPr>
                <a:spLocks noChangeShapeType="1"/>
              </p:cNvSpPr>
              <p:nvPr/>
            </p:nvSpPr>
            <p:spPr bwMode="auto">
              <a:xfrm flipV="1">
                <a:off x="3290561" y="1835965"/>
                <a:ext cx="100365" cy="10627"/>
              </a:xfrm>
              <a:prstGeom prst="line">
                <a:avLst/>
              </a:prstGeom>
              <a:noFill/>
              <a:ln w="3">
                <a:solidFill>
                  <a:srgbClr val="FF0000"/>
                </a:solidFill>
                <a:round/>
                <a:headEnd/>
                <a:tailEnd/>
              </a:ln>
            </p:spPr>
            <p:txBody>
              <a:bodyPr/>
              <a:lstStyle/>
              <a:p>
                <a:endParaRPr lang="en-US" dirty="0"/>
              </a:p>
            </p:txBody>
          </p:sp>
          <p:sp>
            <p:nvSpPr>
              <p:cNvPr id="485493" name="Line 46"/>
              <p:cNvSpPr>
                <a:spLocks noChangeShapeType="1"/>
              </p:cNvSpPr>
              <p:nvPr/>
            </p:nvSpPr>
            <p:spPr bwMode="auto">
              <a:xfrm flipV="1">
                <a:off x="3390927" y="1814711"/>
                <a:ext cx="100365" cy="21255"/>
              </a:xfrm>
              <a:prstGeom prst="line">
                <a:avLst/>
              </a:prstGeom>
              <a:noFill/>
              <a:ln w="3">
                <a:solidFill>
                  <a:srgbClr val="FF0000"/>
                </a:solidFill>
                <a:round/>
                <a:headEnd/>
                <a:tailEnd/>
              </a:ln>
            </p:spPr>
            <p:txBody>
              <a:bodyPr/>
              <a:lstStyle/>
              <a:p>
                <a:endParaRPr lang="en-US" dirty="0"/>
              </a:p>
            </p:txBody>
          </p:sp>
          <p:sp>
            <p:nvSpPr>
              <p:cNvPr id="485494" name="Line 47"/>
              <p:cNvSpPr>
                <a:spLocks noChangeShapeType="1"/>
              </p:cNvSpPr>
              <p:nvPr/>
            </p:nvSpPr>
            <p:spPr bwMode="auto">
              <a:xfrm flipV="1">
                <a:off x="3491292" y="1789915"/>
                <a:ext cx="100365" cy="24796"/>
              </a:xfrm>
              <a:prstGeom prst="line">
                <a:avLst/>
              </a:prstGeom>
              <a:noFill/>
              <a:ln w="3">
                <a:solidFill>
                  <a:srgbClr val="FF0000"/>
                </a:solidFill>
                <a:round/>
                <a:headEnd/>
                <a:tailEnd/>
              </a:ln>
            </p:spPr>
            <p:txBody>
              <a:bodyPr/>
              <a:lstStyle/>
              <a:p>
                <a:endParaRPr lang="en-US" dirty="0"/>
              </a:p>
            </p:txBody>
          </p:sp>
          <p:sp>
            <p:nvSpPr>
              <p:cNvPr id="485495" name="Line 48"/>
              <p:cNvSpPr>
                <a:spLocks noChangeShapeType="1"/>
              </p:cNvSpPr>
              <p:nvPr/>
            </p:nvSpPr>
            <p:spPr bwMode="auto">
              <a:xfrm flipV="1">
                <a:off x="3591657" y="1758034"/>
                <a:ext cx="100365" cy="31881"/>
              </a:xfrm>
              <a:prstGeom prst="line">
                <a:avLst/>
              </a:prstGeom>
              <a:noFill/>
              <a:ln w="3">
                <a:solidFill>
                  <a:srgbClr val="FF0000"/>
                </a:solidFill>
                <a:round/>
                <a:headEnd/>
                <a:tailEnd/>
              </a:ln>
            </p:spPr>
            <p:txBody>
              <a:bodyPr/>
              <a:lstStyle/>
              <a:p>
                <a:endParaRPr lang="en-US" dirty="0"/>
              </a:p>
            </p:txBody>
          </p:sp>
          <p:sp>
            <p:nvSpPr>
              <p:cNvPr id="485496" name="Line 49"/>
              <p:cNvSpPr>
                <a:spLocks noChangeShapeType="1"/>
              </p:cNvSpPr>
              <p:nvPr/>
            </p:nvSpPr>
            <p:spPr bwMode="auto">
              <a:xfrm flipV="1">
                <a:off x="3692021" y="1719068"/>
                <a:ext cx="95082" cy="38965"/>
              </a:xfrm>
              <a:prstGeom prst="line">
                <a:avLst/>
              </a:prstGeom>
              <a:noFill/>
              <a:ln w="3">
                <a:solidFill>
                  <a:srgbClr val="FF0000"/>
                </a:solidFill>
                <a:round/>
                <a:headEnd/>
                <a:tailEnd/>
              </a:ln>
            </p:spPr>
            <p:txBody>
              <a:bodyPr/>
              <a:lstStyle/>
              <a:p>
                <a:endParaRPr lang="en-US" dirty="0"/>
              </a:p>
            </p:txBody>
          </p:sp>
          <p:sp>
            <p:nvSpPr>
              <p:cNvPr id="485497" name="Line 50"/>
              <p:cNvSpPr>
                <a:spLocks noChangeShapeType="1"/>
              </p:cNvSpPr>
              <p:nvPr/>
            </p:nvSpPr>
            <p:spPr bwMode="auto">
              <a:xfrm flipV="1">
                <a:off x="3787103" y="1673017"/>
                <a:ext cx="100365" cy="46050"/>
              </a:xfrm>
              <a:prstGeom prst="line">
                <a:avLst/>
              </a:prstGeom>
              <a:noFill/>
              <a:ln w="3">
                <a:solidFill>
                  <a:srgbClr val="FF0000"/>
                </a:solidFill>
                <a:round/>
                <a:headEnd/>
                <a:tailEnd/>
              </a:ln>
            </p:spPr>
            <p:txBody>
              <a:bodyPr/>
              <a:lstStyle/>
              <a:p>
                <a:endParaRPr lang="en-US" dirty="0"/>
              </a:p>
            </p:txBody>
          </p:sp>
          <p:sp>
            <p:nvSpPr>
              <p:cNvPr id="485498" name="Line 51"/>
              <p:cNvSpPr>
                <a:spLocks noChangeShapeType="1"/>
              </p:cNvSpPr>
              <p:nvPr/>
            </p:nvSpPr>
            <p:spPr bwMode="auto">
              <a:xfrm flipV="1">
                <a:off x="3887468" y="1623425"/>
                <a:ext cx="100365" cy="49593"/>
              </a:xfrm>
              <a:prstGeom prst="line">
                <a:avLst/>
              </a:prstGeom>
              <a:noFill/>
              <a:ln w="3">
                <a:solidFill>
                  <a:srgbClr val="FF0000"/>
                </a:solidFill>
                <a:round/>
                <a:headEnd/>
                <a:tailEnd/>
              </a:ln>
            </p:spPr>
            <p:txBody>
              <a:bodyPr/>
              <a:lstStyle/>
              <a:p>
                <a:endParaRPr lang="en-US" dirty="0"/>
              </a:p>
            </p:txBody>
          </p:sp>
          <p:sp>
            <p:nvSpPr>
              <p:cNvPr id="485499" name="Line 52"/>
              <p:cNvSpPr>
                <a:spLocks noChangeShapeType="1"/>
              </p:cNvSpPr>
              <p:nvPr/>
            </p:nvSpPr>
            <p:spPr bwMode="auto">
              <a:xfrm flipV="1">
                <a:off x="3987833" y="1566747"/>
                <a:ext cx="100365" cy="56678"/>
              </a:xfrm>
              <a:prstGeom prst="line">
                <a:avLst/>
              </a:prstGeom>
              <a:noFill/>
              <a:ln w="3">
                <a:solidFill>
                  <a:srgbClr val="FF0000"/>
                </a:solidFill>
                <a:round/>
                <a:headEnd/>
                <a:tailEnd/>
              </a:ln>
            </p:spPr>
            <p:txBody>
              <a:bodyPr/>
              <a:lstStyle/>
              <a:p>
                <a:endParaRPr lang="en-US" dirty="0"/>
              </a:p>
            </p:txBody>
          </p:sp>
          <p:sp>
            <p:nvSpPr>
              <p:cNvPr id="485500" name="Line 53"/>
              <p:cNvSpPr>
                <a:spLocks noChangeShapeType="1"/>
              </p:cNvSpPr>
              <p:nvPr/>
            </p:nvSpPr>
            <p:spPr bwMode="auto">
              <a:xfrm flipV="1">
                <a:off x="4088199" y="1506528"/>
                <a:ext cx="100365" cy="60220"/>
              </a:xfrm>
              <a:prstGeom prst="line">
                <a:avLst/>
              </a:prstGeom>
              <a:noFill/>
              <a:ln w="3">
                <a:solidFill>
                  <a:srgbClr val="FF0000"/>
                </a:solidFill>
                <a:round/>
                <a:headEnd/>
                <a:tailEnd/>
              </a:ln>
            </p:spPr>
            <p:txBody>
              <a:bodyPr/>
              <a:lstStyle/>
              <a:p>
                <a:endParaRPr lang="en-US" dirty="0"/>
              </a:p>
            </p:txBody>
          </p:sp>
          <p:sp>
            <p:nvSpPr>
              <p:cNvPr id="485501" name="Line 54"/>
              <p:cNvSpPr>
                <a:spLocks noChangeShapeType="1"/>
              </p:cNvSpPr>
              <p:nvPr/>
            </p:nvSpPr>
            <p:spPr bwMode="auto">
              <a:xfrm flipV="1">
                <a:off x="4188563" y="1442766"/>
                <a:ext cx="95082" cy="63762"/>
              </a:xfrm>
              <a:prstGeom prst="line">
                <a:avLst/>
              </a:prstGeom>
              <a:noFill/>
              <a:ln w="3">
                <a:solidFill>
                  <a:srgbClr val="FF0000"/>
                </a:solidFill>
                <a:round/>
                <a:headEnd/>
                <a:tailEnd/>
              </a:ln>
            </p:spPr>
            <p:txBody>
              <a:bodyPr/>
              <a:lstStyle/>
              <a:p>
                <a:endParaRPr lang="en-US" dirty="0"/>
              </a:p>
            </p:txBody>
          </p:sp>
          <p:sp>
            <p:nvSpPr>
              <p:cNvPr id="485502" name="Line 55"/>
              <p:cNvSpPr>
                <a:spLocks noChangeShapeType="1"/>
              </p:cNvSpPr>
              <p:nvPr/>
            </p:nvSpPr>
            <p:spPr bwMode="auto">
              <a:xfrm flipV="1">
                <a:off x="4283646" y="1375461"/>
                <a:ext cx="100365" cy="67305"/>
              </a:xfrm>
              <a:prstGeom prst="line">
                <a:avLst/>
              </a:prstGeom>
              <a:noFill/>
              <a:ln w="3">
                <a:solidFill>
                  <a:srgbClr val="FF0000"/>
                </a:solidFill>
                <a:round/>
                <a:headEnd/>
                <a:tailEnd/>
              </a:ln>
            </p:spPr>
            <p:txBody>
              <a:bodyPr/>
              <a:lstStyle/>
              <a:p>
                <a:endParaRPr lang="en-US" dirty="0"/>
              </a:p>
            </p:txBody>
          </p:sp>
          <p:sp>
            <p:nvSpPr>
              <p:cNvPr id="485503" name="Line 56"/>
              <p:cNvSpPr>
                <a:spLocks noChangeShapeType="1"/>
              </p:cNvSpPr>
              <p:nvPr/>
            </p:nvSpPr>
            <p:spPr bwMode="auto">
              <a:xfrm flipV="1">
                <a:off x="4384010" y="1304615"/>
                <a:ext cx="100365" cy="70847"/>
              </a:xfrm>
              <a:prstGeom prst="line">
                <a:avLst/>
              </a:prstGeom>
              <a:noFill/>
              <a:ln w="3">
                <a:solidFill>
                  <a:srgbClr val="FF0000"/>
                </a:solidFill>
                <a:round/>
                <a:headEnd/>
                <a:tailEnd/>
              </a:ln>
            </p:spPr>
            <p:txBody>
              <a:bodyPr/>
              <a:lstStyle/>
              <a:p>
                <a:endParaRPr lang="en-US" dirty="0"/>
              </a:p>
            </p:txBody>
          </p:sp>
          <p:sp>
            <p:nvSpPr>
              <p:cNvPr id="485504" name="Line 57"/>
              <p:cNvSpPr>
                <a:spLocks noChangeShapeType="1"/>
              </p:cNvSpPr>
              <p:nvPr/>
            </p:nvSpPr>
            <p:spPr bwMode="auto">
              <a:xfrm flipV="1">
                <a:off x="4484375" y="1233768"/>
                <a:ext cx="100365" cy="70847"/>
              </a:xfrm>
              <a:prstGeom prst="line">
                <a:avLst/>
              </a:prstGeom>
              <a:noFill/>
              <a:ln w="3">
                <a:solidFill>
                  <a:srgbClr val="FF0000"/>
                </a:solidFill>
                <a:round/>
                <a:headEnd/>
                <a:tailEnd/>
              </a:ln>
            </p:spPr>
            <p:txBody>
              <a:bodyPr/>
              <a:lstStyle/>
              <a:p>
                <a:endParaRPr lang="en-US" dirty="0"/>
              </a:p>
            </p:txBody>
          </p:sp>
          <p:sp>
            <p:nvSpPr>
              <p:cNvPr id="485505" name="Line 58"/>
              <p:cNvSpPr>
                <a:spLocks noChangeShapeType="1"/>
              </p:cNvSpPr>
              <p:nvPr/>
            </p:nvSpPr>
            <p:spPr bwMode="auto">
              <a:xfrm flipV="1">
                <a:off x="4584739" y="1159379"/>
                <a:ext cx="100365" cy="74388"/>
              </a:xfrm>
              <a:prstGeom prst="line">
                <a:avLst/>
              </a:prstGeom>
              <a:noFill/>
              <a:ln w="3">
                <a:solidFill>
                  <a:srgbClr val="FF0000"/>
                </a:solidFill>
                <a:round/>
                <a:headEnd/>
                <a:tailEnd/>
              </a:ln>
            </p:spPr>
            <p:txBody>
              <a:bodyPr/>
              <a:lstStyle/>
              <a:p>
                <a:endParaRPr lang="en-US" dirty="0"/>
              </a:p>
            </p:txBody>
          </p:sp>
          <p:sp>
            <p:nvSpPr>
              <p:cNvPr id="485506" name="Line 59"/>
              <p:cNvSpPr>
                <a:spLocks noChangeShapeType="1"/>
              </p:cNvSpPr>
              <p:nvPr/>
            </p:nvSpPr>
            <p:spPr bwMode="auto">
              <a:xfrm flipV="1">
                <a:off x="4685104" y="1088532"/>
                <a:ext cx="95082" cy="70847"/>
              </a:xfrm>
              <a:prstGeom prst="line">
                <a:avLst/>
              </a:prstGeom>
              <a:noFill/>
              <a:ln w="3">
                <a:solidFill>
                  <a:srgbClr val="FF0000"/>
                </a:solidFill>
                <a:round/>
                <a:headEnd/>
                <a:tailEnd/>
              </a:ln>
            </p:spPr>
            <p:txBody>
              <a:bodyPr/>
              <a:lstStyle/>
              <a:p>
                <a:endParaRPr lang="en-US" dirty="0"/>
              </a:p>
            </p:txBody>
          </p:sp>
          <p:sp>
            <p:nvSpPr>
              <p:cNvPr id="485507" name="Line 60"/>
              <p:cNvSpPr>
                <a:spLocks noChangeShapeType="1"/>
              </p:cNvSpPr>
              <p:nvPr/>
            </p:nvSpPr>
            <p:spPr bwMode="auto">
              <a:xfrm flipV="1">
                <a:off x="4780188" y="1014144"/>
                <a:ext cx="100365" cy="74388"/>
              </a:xfrm>
              <a:prstGeom prst="line">
                <a:avLst/>
              </a:prstGeom>
              <a:noFill/>
              <a:ln w="3">
                <a:solidFill>
                  <a:srgbClr val="FF0000"/>
                </a:solidFill>
                <a:round/>
                <a:headEnd/>
                <a:tailEnd/>
              </a:ln>
            </p:spPr>
            <p:txBody>
              <a:bodyPr/>
              <a:lstStyle/>
              <a:p>
                <a:endParaRPr lang="en-US" dirty="0"/>
              </a:p>
            </p:txBody>
          </p:sp>
          <p:sp>
            <p:nvSpPr>
              <p:cNvPr id="485508" name="Line 61"/>
              <p:cNvSpPr>
                <a:spLocks noChangeShapeType="1"/>
              </p:cNvSpPr>
              <p:nvPr/>
            </p:nvSpPr>
            <p:spPr bwMode="auto">
              <a:xfrm flipV="1">
                <a:off x="4880552" y="943296"/>
                <a:ext cx="100365" cy="70847"/>
              </a:xfrm>
              <a:prstGeom prst="line">
                <a:avLst/>
              </a:prstGeom>
              <a:noFill/>
              <a:ln w="3">
                <a:solidFill>
                  <a:srgbClr val="FF0000"/>
                </a:solidFill>
                <a:round/>
                <a:headEnd/>
                <a:tailEnd/>
              </a:ln>
            </p:spPr>
            <p:txBody>
              <a:bodyPr/>
              <a:lstStyle/>
              <a:p>
                <a:endParaRPr lang="en-US" dirty="0"/>
              </a:p>
            </p:txBody>
          </p:sp>
          <p:sp>
            <p:nvSpPr>
              <p:cNvPr id="485509" name="Line 62"/>
              <p:cNvSpPr>
                <a:spLocks noChangeShapeType="1"/>
              </p:cNvSpPr>
              <p:nvPr/>
            </p:nvSpPr>
            <p:spPr bwMode="auto">
              <a:xfrm flipV="1">
                <a:off x="4980917" y="872450"/>
                <a:ext cx="100365" cy="70847"/>
              </a:xfrm>
              <a:prstGeom prst="line">
                <a:avLst/>
              </a:prstGeom>
              <a:noFill/>
              <a:ln w="3">
                <a:solidFill>
                  <a:srgbClr val="FF0000"/>
                </a:solidFill>
                <a:round/>
                <a:headEnd/>
                <a:tailEnd/>
              </a:ln>
            </p:spPr>
            <p:txBody>
              <a:bodyPr/>
              <a:lstStyle/>
              <a:p>
                <a:endParaRPr lang="en-US" dirty="0"/>
              </a:p>
            </p:txBody>
          </p:sp>
          <p:sp>
            <p:nvSpPr>
              <p:cNvPr id="485510" name="Line 63"/>
              <p:cNvSpPr>
                <a:spLocks noChangeShapeType="1"/>
              </p:cNvSpPr>
              <p:nvPr/>
            </p:nvSpPr>
            <p:spPr bwMode="auto">
              <a:xfrm flipV="1">
                <a:off x="5081282" y="805146"/>
                <a:ext cx="100365" cy="67305"/>
              </a:xfrm>
              <a:prstGeom prst="line">
                <a:avLst/>
              </a:prstGeom>
              <a:noFill/>
              <a:ln w="3">
                <a:solidFill>
                  <a:srgbClr val="FF0000"/>
                </a:solidFill>
                <a:round/>
                <a:headEnd/>
                <a:tailEnd/>
              </a:ln>
            </p:spPr>
            <p:txBody>
              <a:bodyPr/>
              <a:lstStyle/>
              <a:p>
                <a:endParaRPr lang="en-US" dirty="0"/>
              </a:p>
            </p:txBody>
          </p:sp>
          <p:sp>
            <p:nvSpPr>
              <p:cNvPr id="485511" name="Line 64"/>
              <p:cNvSpPr>
                <a:spLocks noChangeShapeType="1"/>
              </p:cNvSpPr>
              <p:nvPr/>
            </p:nvSpPr>
            <p:spPr bwMode="auto">
              <a:xfrm flipV="1">
                <a:off x="5181646" y="741383"/>
                <a:ext cx="95082" cy="63762"/>
              </a:xfrm>
              <a:prstGeom prst="line">
                <a:avLst/>
              </a:prstGeom>
              <a:noFill/>
              <a:ln w="3">
                <a:solidFill>
                  <a:srgbClr val="FF0000"/>
                </a:solidFill>
                <a:round/>
                <a:headEnd/>
                <a:tailEnd/>
              </a:ln>
            </p:spPr>
            <p:txBody>
              <a:bodyPr/>
              <a:lstStyle/>
              <a:p>
                <a:endParaRPr lang="en-US" dirty="0"/>
              </a:p>
            </p:txBody>
          </p:sp>
          <p:sp>
            <p:nvSpPr>
              <p:cNvPr id="485512" name="Line 65"/>
              <p:cNvSpPr>
                <a:spLocks noChangeShapeType="1"/>
              </p:cNvSpPr>
              <p:nvPr/>
            </p:nvSpPr>
            <p:spPr bwMode="auto">
              <a:xfrm flipV="1">
                <a:off x="5276728" y="681164"/>
                <a:ext cx="100365" cy="60220"/>
              </a:xfrm>
              <a:prstGeom prst="line">
                <a:avLst/>
              </a:prstGeom>
              <a:noFill/>
              <a:ln w="3">
                <a:solidFill>
                  <a:srgbClr val="FF0000"/>
                </a:solidFill>
                <a:round/>
                <a:headEnd/>
                <a:tailEnd/>
              </a:ln>
            </p:spPr>
            <p:txBody>
              <a:bodyPr/>
              <a:lstStyle/>
              <a:p>
                <a:endParaRPr lang="en-US" dirty="0"/>
              </a:p>
            </p:txBody>
          </p:sp>
          <p:sp>
            <p:nvSpPr>
              <p:cNvPr id="485513" name="Line 66"/>
              <p:cNvSpPr>
                <a:spLocks noChangeShapeType="1"/>
              </p:cNvSpPr>
              <p:nvPr/>
            </p:nvSpPr>
            <p:spPr bwMode="auto">
              <a:xfrm flipV="1">
                <a:off x="5377093" y="624487"/>
                <a:ext cx="100365" cy="56678"/>
              </a:xfrm>
              <a:prstGeom prst="line">
                <a:avLst/>
              </a:prstGeom>
              <a:noFill/>
              <a:ln w="3">
                <a:solidFill>
                  <a:srgbClr val="FF0000"/>
                </a:solidFill>
                <a:round/>
                <a:headEnd/>
                <a:tailEnd/>
              </a:ln>
            </p:spPr>
            <p:txBody>
              <a:bodyPr/>
              <a:lstStyle/>
              <a:p>
                <a:endParaRPr lang="en-US" dirty="0"/>
              </a:p>
            </p:txBody>
          </p:sp>
          <p:sp>
            <p:nvSpPr>
              <p:cNvPr id="485514" name="Line 67"/>
              <p:cNvSpPr>
                <a:spLocks noChangeShapeType="1"/>
              </p:cNvSpPr>
              <p:nvPr/>
            </p:nvSpPr>
            <p:spPr bwMode="auto">
              <a:xfrm flipV="1">
                <a:off x="5477459" y="574894"/>
                <a:ext cx="100365" cy="49593"/>
              </a:xfrm>
              <a:prstGeom prst="line">
                <a:avLst/>
              </a:prstGeom>
              <a:noFill/>
              <a:ln w="3">
                <a:solidFill>
                  <a:srgbClr val="FF0000"/>
                </a:solidFill>
                <a:round/>
                <a:headEnd/>
                <a:tailEnd/>
              </a:ln>
            </p:spPr>
            <p:txBody>
              <a:bodyPr/>
              <a:lstStyle/>
              <a:p>
                <a:endParaRPr lang="en-US" dirty="0"/>
              </a:p>
            </p:txBody>
          </p:sp>
          <p:sp>
            <p:nvSpPr>
              <p:cNvPr id="485515" name="Line 68"/>
              <p:cNvSpPr>
                <a:spLocks noChangeShapeType="1"/>
              </p:cNvSpPr>
              <p:nvPr/>
            </p:nvSpPr>
            <p:spPr bwMode="auto">
              <a:xfrm flipV="1">
                <a:off x="5577824" y="528844"/>
                <a:ext cx="95082" cy="46050"/>
              </a:xfrm>
              <a:prstGeom prst="line">
                <a:avLst/>
              </a:prstGeom>
              <a:noFill/>
              <a:ln w="3">
                <a:solidFill>
                  <a:srgbClr val="FF0000"/>
                </a:solidFill>
                <a:round/>
                <a:headEnd/>
                <a:tailEnd/>
              </a:ln>
            </p:spPr>
            <p:txBody>
              <a:bodyPr/>
              <a:lstStyle/>
              <a:p>
                <a:endParaRPr lang="en-US" dirty="0"/>
              </a:p>
            </p:txBody>
          </p:sp>
          <p:sp>
            <p:nvSpPr>
              <p:cNvPr id="485516" name="Line 69"/>
              <p:cNvSpPr>
                <a:spLocks noChangeShapeType="1"/>
              </p:cNvSpPr>
              <p:nvPr/>
            </p:nvSpPr>
            <p:spPr bwMode="auto">
              <a:xfrm flipV="1">
                <a:off x="5672906" y="489878"/>
                <a:ext cx="100365" cy="38965"/>
              </a:xfrm>
              <a:prstGeom prst="line">
                <a:avLst/>
              </a:prstGeom>
              <a:noFill/>
              <a:ln w="3">
                <a:solidFill>
                  <a:srgbClr val="FF0000"/>
                </a:solidFill>
                <a:round/>
                <a:headEnd/>
                <a:tailEnd/>
              </a:ln>
            </p:spPr>
            <p:txBody>
              <a:bodyPr/>
              <a:lstStyle/>
              <a:p>
                <a:endParaRPr lang="en-US" dirty="0"/>
              </a:p>
            </p:txBody>
          </p:sp>
          <p:sp>
            <p:nvSpPr>
              <p:cNvPr id="485517" name="Line 70"/>
              <p:cNvSpPr>
                <a:spLocks noChangeShapeType="1"/>
              </p:cNvSpPr>
              <p:nvPr/>
            </p:nvSpPr>
            <p:spPr bwMode="auto">
              <a:xfrm flipV="1">
                <a:off x="5773271" y="457997"/>
                <a:ext cx="100365" cy="31881"/>
              </a:xfrm>
              <a:prstGeom prst="line">
                <a:avLst/>
              </a:prstGeom>
              <a:noFill/>
              <a:ln w="3">
                <a:solidFill>
                  <a:srgbClr val="FF0000"/>
                </a:solidFill>
                <a:round/>
                <a:headEnd/>
                <a:tailEnd/>
              </a:ln>
            </p:spPr>
            <p:txBody>
              <a:bodyPr/>
              <a:lstStyle/>
              <a:p>
                <a:endParaRPr lang="en-US" dirty="0"/>
              </a:p>
            </p:txBody>
          </p:sp>
          <p:sp>
            <p:nvSpPr>
              <p:cNvPr id="485518" name="Line 71"/>
              <p:cNvSpPr>
                <a:spLocks noChangeShapeType="1"/>
              </p:cNvSpPr>
              <p:nvPr/>
            </p:nvSpPr>
            <p:spPr bwMode="auto">
              <a:xfrm flipV="1">
                <a:off x="5873635" y="433201"/>
                <a:ext cx="100365" cy="24796"/>
              </a:xfrm>
              <a:prstGeom prst="line">
                <a:avLst/>
              </a:prstGeom>
              <a:noFill/>
              <a:ln w="3">
                <a:solidFill>
                  <a:srgbClr val="FF0000"/>
                </a:solidFill>
                <a:round/>
                <a:headEnd/>
                <a:tailEnd/>
              </a:ln>
            </p:spPr>
            <p:txBody>
              <a:bodyPr/>
              <a:lstStyle/>
              <a:p>
                <a:endParaRPr lang="en-US" dirty="0"/>
              </a:p>
            </p:txBody>
          </p:sp>
          <p:sp>
            <p:nvSpPr>
              <p:cNvPr id="485519" name="Line 72"/>
              <p:cNvSpPr>
                <a:spLocks noChangeShapeType="1"/>
              </p:cNvSpPr>
              <p:nvPr/>
            </p:nvSpPr>
            <p:spPr bwMode="auto">
              <a:xfrm flipV="1">
                <a:off x="5974000" y="411946"/>
                <a:ext cx="100365" cy="21255"/>
              </a:xfrm>
              <a:prstGeom prst="line">
                <a:avLst/>
              </a:prstGeom>
              <a:noFill/>
              <a:ln w="3">
                <a:solidFill>
                  <a:srgbClr val="FF0000"/>
                </a:solidFill>
                <a:round/>
                <a:headEnd/>
                <a:tailEnd/>
              </a:ln>
            </p:spPr>
            <p:txBody>
              <a:bodyPr/>
              <a:lstStyle/>
              <a:p>
                <a:endParaRPr lang="en-US" dirty="0"/>
              </a:p>
            </p:txBody>
          </p:sp>
          <p:sp>
            <p:nvSpPr>
              <p:cNvPr id="485520" name="Line 73"/>
              <p:cNvSpPr>
                <a:spLocks noChangeShapeType="1"/>
              </p:cNvSpPr>
              <p:nvPr/>
            </p:nvSpPr>
            <p:spPr bwMode="auto">
              <a:xfrm flipV="1">
                <a:off x="6074364" y="401319"/>
                <a:ext cx="100365" cy="10627"/>
              </a:xfrm>
              <a:prstGeom prst="line">
                <a:avLst/>
              </a:prstGeom>
              <a:noFill/>
              <a:ln w="3">
                <a:solidFill>
                  <a:srgbClr val="FF0000"/>
                </a:solidFill>
                <a:round/>
                <a:headEnd/>
                <a:tailEnd/>
              </a:ln>
            </p:spPr>
            <p:txBody>
              <a:bodyPr/>
              <a:lstStyle/>
              <a:p>
                <a:endParaRPr lang="en-US" dirty="0"/>
              </a:p>
            </p:txBody>
          </p:sp>
          <p:sp>
            <p:nvSpPr>
              <p:cNvPr id="485521" name="Line 74"/>
              <p:cNvSpPr>
                <a:spLocks noChangeShapeType="1"/>
              </p:cNvSpPr>
              <p:nvPr/>
            </p:nvSpPr>
            <p:spPr bwMode="auto">
              <a:xfrm flipV="1">
                <a:off x="6174730" y="397777"/>
                <a:ext cx="95082" cy="3542"/>
              </a:xfrm>
              <a:prstGeom prst="line">
                <a:avLst/>
              </a:prstGeom>
              <a:noFill/>
              <a:ln w="3">
                <a:solidFill>
                  <a:srgbClr val="FF0000"/>
                </a:solidFill>
                <a:round/>
                <a:headEnd/>
                <a:tailEnd/>
              </a:ln>
            </p:spPr>
            <p:txBody>
              <a:bodyPr/>
              <a:lstStyle/>
              <a:p>
                <a:endParaRPr lang="en-US" dirty="0"/>
              </a:p>
            </p:txBody>
          </p:sp>
          <p:sp>
            <p:nvSpPr>
              <p:cNvPr id="485522" name="Line 75"/>
              <p:cNvSpPr>
                <a:spLocks noChangeShapeType="1"/>
              </p:cNvSpPr>
              <p:nvPr/>
            </p:nvSpPr>
            <p:spPr bwMode="auto">
              <a:xfrm>
                <a:off x="6269813" y="397777"/>
                <a:ext cx="100365" cy="3542"/>
              </a:xfrm>
              <a:prstGeom prst="line">
                <a:avLst/>
              </a:prstGeom>
              <a:noFill/>
              <a:ln w="3">
                <a:solidFill>
                  <a:srgbClr val="FF0000"/>
                </a:solidFill>
                <a:round/>
                <a:headEnd/>
                <a:tailEnd/>
              </a:ln>
            </p:spPr>
            <p:txBody>
              <a:bodyPr/>
              <a:lstStyle/>
              <a:p>
                <a:endParaRPr lang="en-US" dirty="0"/>
              </a:p>
            </p:txBody>
          </p:sp>
          <p:sp>
            <p:nvSpPr>
              <p:cNvPr id="485523" name="Line 76"/>
              <p:cNvSpPr>
                <a:spLocks noChangeShapeType="1"/>
              </p:cNvSpPr>
              <p:nvPr/>
            </p:nvSpPr>
            <p:spPr bwMode="auto">
              <a:xfrm>
                <a:off x="6370177" y="401319"/>
                <a:ext cx="100365" cy="10627"/>
              </a:xfrm>
              <a:prstGeom prst="line">
                <a:avLst/>
              </a:prstGeom>
              <a:noFill/>
              <a:ln w="3">
                <a:solidFill>
                  <a:srgbClr val="FF0000"/>
                </a:solidFill>
                <a:round/>
                <a:headEnd/>
                <a:tailEnd/>
              </a:ln>
            </p:spPr>
            <p:txBody>
              <a:bodyPr/>
              <a:lstStyle/>
              <a:p>
                <a:endParaRPr lang="en-US" dirty="0"/>
              </a:p>
            </p:txBody>
          </p:sp>
          <p:sp>
            <p:nvSpPr>
              <p:cNvPr id="485524" name="Line 77"/>
              <p:cNvSpPr>
                <a:spLocks noChangeShapeType="1"/>
              </p:cNvSpPr>
              <p:nvPr/>
            </p:nvSpPr>
            <p:spPr bwMode="auto">
              <a:xfrm>
                <a:off x="6470542" y="411946"/>
                <a:ext cx="100365" cy="17712"/>
              </a:xfrm>
              <a:prstGeom prst="line">
                <a:avLst/>
              </a:prstGeom>
              <a:noFill/>
              <a:ln w="3">
                <a:solidFill>
                  <a:srgbClr val="FF0000"/>
                </a:solidFill>
                <a:round/>
                <a:headEnd/>
                <a:tailEnd/>
              </a:ln>
            </p:spPr>
            <p:txBody>
              <a:bodyPr/>
              <a:lstStyle/>
              <a:p>
                <a:endParaRPr lang="en-US" dirty="0"/>
              </a:p>
            </p:txBody>
          </p:sp>
          <p:sp>
            <p:nvSpPr>
              <p:cNvPr id="485525" name="Line 78"/>
              <p:cNvSpPr>
                <a:spLocks noChangeShapeType="1"/>
              </p:cNvSpPr>
              <p:nvPr/>
            </p:nvSpPr>
            <p:spPr bwMode="auto">
              <a:xfrm>
                <a:off x="6570906" y="429658"/>
                <a:ext cx="100365" cy="24796"/>
              </a:xfrm>
              <a:prstGeom prst="line">
                <a:avLst/>
              </a:prstGeom>
              <a:noFill/>
              <a:ln w="3">
                <a:solidFill>
                  <a:srgbClr val="FF0000"/>
                </a:solidFill>
                <a:round/>
                <a:headEnd/>
                <a:tailEnd/>
              </a:ln>
            </p:spPr>
            <p:txBody>
              <a:bodyPr/>
              <a:lstStyle/>
              <a:p>
                <a:endParaRPr lang="en-US" dirty="0"/>
              </a:p>
            </p:txBody>
          </p:sp>
          <p:sp>
            <p:nvSpPr>
              <p:cNvPr id="485526" name="Line 79"/>
              <p:cNvSpPr>
                <a:spLocks noChangeShapeType="1"/>
              </p:cNvSpPr>
              <p:nvPr/>
            </p:nvSpPr>
            <p:spPr bwMode="auto">
              <a:xfrm>
                <a:off x="6671271" y="454454"/>
                <a:ext cx="95082" cy="31881"/>
              </a:xfrm>
              <a:prstGeom prst="line">
                <a:avLst/>
              </a:prstGeom>
              <a:noFill/>
              <a:ln w="3">
                <a:solidFill>
                  <a:srgbClr val="FF0000"/>
                </a:solidFill>
                <a:round/>
                <a:headEnd/>
                <a:tailEnd/>
              </a:ln>
            </p:spPr>
            <p:txBody>
              <a:bodyPr/>
              <a:lstStyle/>
              <a:p>
                <a:endParaRPr lang="en-US" dirty="0"/>
              </a:p>
            </p:txBody>
          </p:sp>
          <p:sp>
            <p:nvSpPr>
              <p:cNvPr id="485527" name="Line 80"/>
              <p:cNvSpPr>
                <a:spLocks noChangeShapeType="1"/>
              </p:cNvSpPr>
              <p:nvPr/>
            </p:nvSpPr>
            <p:spPr bwMode="auto">
              <a:xfrm>
                <a:off x="6766353" y="486336"/>
                <a:ext cx="100365" cy="38965"/>
              </a:xfrm>
              <a:prstGeom prst="line">
                <a:avLst/>
              </a:prstGeom>
              <a:noFill/>
              <a:ln w="3">
                <a:solidFill>
                  <a:srgbClr val="FF0000"/>
                </a:solidFill>
                <a:round/>
                <a:headEnd/>
                <a:tailEnd/>
              </a:ln>
            </p:spPr>
            <p:txBody>
              <a:bodyPr/>
              <a:lstStyle/>
              <a:p>
                <a:endParaRPr lang="en-US" dirty="0"/>
              </a:p>
            </p:txBody>
          </p:sp>
          <p:sp>
            <p:nvSpPr>
              <p:cNvPr id="485528" name="Line 81"/>
              <p:cNvSpPr>
                <a:spLocks noChangeShapeType="1"/>
              </p:cNvSpPr>
              <p:nvPr/>
            </p:nvSpPr>
            <p:spPr bwMode="auto">
              <a:xfrm>
                <a:off x="6866719" y="525301"/>
                <a:ext cx="100365" cy="42508"/>
              </a:xfrm>
              <a:prstGeom prst="line">
                <a:avLst/>
              </a:prstGeom>
              <a:noFill/>
              <a:ln w="3">
                <a:solidFill>
                  <a:srgbClr val="FF0000"/>
                </a:solidFill>
                <a:round/>
                <a:headEnd/>
                <a:tailEnd/>
              </a:ln>
            </p:spPr>
            <p:txBody>
              <a:bodyPr/>
              <a:lstStyle/>
              <a:p>
                <a:endParaRPr lang="en-US" dirty="0"/>
              </a:p>
            </p:txBody>
          </p:sp>
          <p:sp>
            <p:nvSpPr>
              <p:cNvPr id="485529" name="Line 82"/>
              <p:cNvSpPr>
                <a:spLocks noChangeShapeType="1"/>
              </p:cNvSpPr>
              <p:nvPr/>
            </p:nvSpPr>
            <p:spPr bwMode="auto">
              <a:xfrm>
                <a:off x="6967084" y="567809"/>
                <a:ext cx="100365" cy="49593"/>
              </a:xfrm>
              <a:prstGeom prst="line">
                <a:avLst/>
              </a:prstGeom>
              <a:noFill/>
              <a:ln w="3">
                <a:solidFill>
                  <a:srgbClr val="FF0000"/>
                </a:solidFill>
                <a:round/>
                <a:headEnd/>
                <a:tailEnd/>
              </a:ln>
            </p:spPr>
            <p:txBody>
              <a:bodyPr/>
              <a:lstStyle/>
              <a:p>
                <a:endParaRPr lang="en-US" dirty="0"/>
              </a:p>
            </p:txBody>
          </p:sp>
          <p:sp>
            <p:nvSpPr>
              <p:cNvPr id="485530" name="Line 83"/>
              <p:cNvSpPr>
                <a:spLocks noChangeShapeType="1"/>
              </p:cNvSpPr>
              <p:nvPr/>
            </p:nvSpPr>
            <p:spPr bwMode="auto">
              <a:xfrm>
                <a:off x="7067449" y="617402"/>
                <a:ext cx="100365" cy="56678"/>
              </a:xfrm>
              <a:prstGeom prst="line">
                <a:avLst/>
              </a:prstGeom>
              <a:noFill/>
              <a:ln w="3">
                <a:solidFill>
                  <a:srgbClr val="FF0000"/>
                </a:solidFill>
                <a:round/>
                <a:headEnd/>
                <a:tailEnd/>
              </a:ln>
            </p:spPr>
            <p:txBody>
              <a:bodyPr/>
              <a:lstStyle/>
              <a:p>
                <a:endParaRPr lang="en-US" dirty="0"/>
              </a:p>
            </p:txBody>
          </p:sp>
          <p:sp>
            <p:nvSpPr>
              <p:cNvPr id="485531" name="Line 84"/>
              <p:cNvSpPr>
                <a:spLocks noChangeShapeType="1"/>
              </p:cNvSpPr>
              <p:nvPr/>
            </p:nvSpPr>
            <p:spPr bwMode="auto">
              <a:xfrm>
                <a:off x="7167813" y="674080"/>
                <a:ext cx="95082" cy="60220"/>
              </a:xfrm>
              <a:prstGeom prst="line">
                <a:avLst/>
              </a:prstGeom>
              <a:noFill/>
              <a:ln w="3">
                <a:solidFill>
                  <a:srgbClr val="FF0000"/>
                </a:solidFill>
                <a:round/>
                <a:headEnd/>
                <a:tailEnd/>
              </a:ln>
            </p:spPr>
            <p:txBody>
              <a:bodyPr/>
              <a:lstStyle/>
              <a:p>
                <a:endParaRPr lang="en-US" dirty="0"/>
              </a:p>
            </p:txBody>
          </p:sp>
          <p:sp>
            <p:nvSpPr>
              <p:cNvPr id="485532" name="Line 85"/>
              <p:cNvSpPr>
                <a:spLocks noChangeShapeType="1"/>
              </p:cNvSpPr>
              <p:nvPr/>
            </p:nvSpPr>
            <p:spPr bwMode="auto">
              <a:xfrm>
                <a:off x="7262895" y="734300"/>
                <a:ext cx="100365" cy="63762"/>
              </a:xfrm>
              <a:prstGeom prst="line">
                <a:avLst/>
              </a:prstGeom>
              <a:noFill/>
              <a:ln w="3">
                <a:solidFill>
                  <a:srgbClr val="FF0000"/>
                </a:solidFill>
                <a:round/>
                <a:headEnd/>
                <a:tailEnd/>
              </a:ln>
            </p:spPr>
            <p:txBody>
              <a:bodyPr/>
              <a:lstStyle/>
              <a:p>
                <a:endParaRPr lang="en-US" dirty="0"/>
              </a:p>
            </p:txBody>
          </p:sp>
          <p:sp>
            <p:nvSpPr>
              <p:cNvPr id="485533" name="Line 86"/>
              <p:cNvSpPr>
                <a:spLocks noChangeShapeType="1"/>
              </p:cNvSpPr>
              <p:nvPr/>
            </p:nvSpPr>
            <p:spPr bwMode="auto">
              <a:xfrm>
                <a:off x="7363260" y="798061"/>
                <a:ext cx="100365" cy="67305"/>
              </a:xfrm>
              <a:prstGeom prst="line">
                <a:avLst/>
              </a:prstGeom>
              <a:noFill/>
              <a:ln w="3">
                <a:solidFill>
                  <a:srgbClr val="FF0000"/>
                </a:solidFill>
                <a:round/>
                <a:headEnd/>
                <a:tailEnd/>
              </a:ln>
            </p:spPr>
            <p:txBody>
              <a:bodyPr/>
              <a:lstStyle/>
              <a:p>
                <a:endParaRPr lang="en-US" dirty="0"/>
              </a:p>
            </p:txBody>
          </p:sp>
          <p:sp>
            <p:nvSpPr>
              <p:cNvPr id="485534" name="Line 87"/>
              <p:cNvSpPr>
                <a:spLocks noChangeShapeType="1"/>
              </p:cNvSpPr>
              <p:nvPr/>
            </p:nvSpPr>
            <p:spPr bwMode="auto">
              <a:xfrm>
                <a:off x="7463626" y="865366"/>
                <a:ext cx="100365" cy="70847"/>
              </a:xfrm>
              <a:prstGeom prst="line">
                <a:avLst/>
              </a:prstGeom>
              <a:noFill/>
              <a:ln w="3">
                <a:solidFill>
                  <a:srgbClr val="FF0000"/>
                </a:solidFill>
                <a:round/>
                <a:headEnd/>
                <a:tailEnd/>
              </a:ln>
            </p:spPr>
            <p:txBody>
              <a:bodyPr/>
              <a:lstStyle/>
              <a:p>
                <a:endParaRPr lang="en-US" dirty="0"/>
              </a:p>
            </p:txBody>
          </p:sp>
          <p:sp>
            <p:nvSpPr>
              <p:cNvPr id="485535" name="Line 88"/>
              <p:cNvSpPr>
                <a:spLocks noChangeShapeType="1"/>
              </p:cNvSpPr>
              <p:nvPr/>
            </p:nvSpPr>
            <p:spPr bwMode="auto">
              <a:xfrm>
                <a:off x="7563991" y="936212"/>
                <a:ext cx="100365" cy="70847"/>
              </a:xfrm>
              <a:prstGeom prst="line">
                <a:avLst/>
              </a:prstGeom>
              <a:noFill/>
              <a:ln w="3">
                <a:solidFill>
                  <a:srgbClr val="FF0000"/>
                </a:solidFill>
                <a:round/>
                <a:headEnd/>
                <a:tailEnd/>
              </a:ln>
            </p:spPr>
            <p:txBody>
              <a:bodyPr/>
              <a:lstStyle/>
              <a:p>
                <a:endParaRPr lang="en-US" dirty="0"/>
              </a:p>
            </p:txBody>
          </p:sp>
          <p:sp>
            <p:nvSpPr>
              <p:cNvPr id="485536" name="Line 89"/>
              <p:cNvSpPr>
                <a:spLocks noChangeShapeType="1"/>
              </p:cNvSpPr>
              <p:nvPr/>
            </p:nvSpPr>
            <p:spPr bwMode="auto">
              <a:xfrm>
                <a:off x="7664355" y="1007059"/>
                <a:ext cx="100365" cy="74388"/>
              </a:xfrm>
              <a:prstGeom prst="line">
                <a:avLst/>
              </a:prstGeom>
              <a:noFill/>
              <a:ln w="3">
                <a:solidFill>
                  <a:srgbClr val="FF0000"/>
                </a:solidFill>
                <a:round/>
                <a:headEnd/>
                <a:tailEnd/>
              </a:ln>
            </p:spPr>
            <p:txBody>
              <a:bodyPr/>
              <a:lstStyle/>
              <a:p>
                <a:endParaRPr lang="en-US" dirty="0"/>
              </a:p>
            </p:txBody>
          </p:sp>
          <p:sp>
            <p:nvSpPr>
              <p:cNvPr id="485537" name="Line 90"/>
              <p:cNvSpPr>
                <a:spLocks noChangeShapeType="1"/>
              </p:cNvSpPr>
              <p:nvPr/>
            </p:nvSpPr>
            <p:spPr bwMode="auto">
              <a:xfrm>
                <a:off x="7764720" y="1081447"/>
                <a:ext cx="95082" cy="70847"/>
              </a:xfrm>
              <a:prstGeom prst="line">
                <a:avLst/>
              </a:prstGeom>
              <a:noFill/>
              <a:ln w="3">
                <a:solidFill>
                  <a:srgbClr val="FF0000"/>
                </a:solidFill>
                <a:round/>
                <a:headEnd/>
                <a:tailEnd/>
              </a:ln>
            </p:spPr>
            <p:txBody>
              <a:bodyPr/>
              <a:lstStyle/>
              <a:p>
                <a:endParaRPr lang="en-US" dirty="0"/>
              </a:p>
            </p:txBody>
          </p:sp>
          <p:sp>
            <p:nvSpPr>
              <p:cNvPr id="485538" name="Line 91"/>
              <p:cNvSpPr>
                <a:spLocks noChangeShapeType="1"/>
              </p:cNvSpPr>
              <p:nvPr/>
            </p:nvSpPr>
            <p:spPr bwMode="auto">
              <a:xfrm>
                <a:off x="7859802" y="1152295"/>
                <a:ext cx="100365" cy="74388"/>
              </a:xfrm>
              <a:prstGeom prst="line">
                <a:avLst/>
              </a:prstGeom>
              <a:noFill/>
              <a:ln w="3">
                <a:solidFill>
                  <a:srgbClr val="FF0000"/>
                </a:solidFill>
                <a:round/>
                <a:headEnd/>
                <a:tailEnd/>
              </a:ln>
            </p:spPr>
            <p:txBody>
              <a:bodyPr/>
              <a:lstStyle/>
              <a:p>
                <a:endParaRPr lang="en-US" dirty="0"/>
              </a:p>
            </p:txBody>
          </p:sp>
          <p:sp>
            <p:nvSpPr>
              <p:cNvPr id="485539" name="Line 92"/>
              <p:cNvSpPr>
                <a:spLocks noChangeShapeType="1"/>
              </p:cNvSpPr>
              <p:nvPr/>
            </p:nvSpPr>
            <p:spPr bwMode="auto">
              <a:xfrm>
                <a:off x="7960167" y="1226683"/>
                <a:ext cx="100365" cy="70847"/>
              </a:xfrm>
              <a:prstGeom prst="line">
                <a:avLst/>
              </a:prstGeom>
              <a:noFill/>
              <a:ln w="3">
                <a:solidFill>
                  <a:srgbClr val="FF0000"/>
                </a:solidFill>
                <a:round/>
                <a:headEnd/>
                <a:tailEnd/>
              </a:ln>
            </p:spPr>
            <p:txBody>
              <a:bodyPr/>
              <a:lstStyle/>
              <a:p>
                <a:endParaRPr lang="en-US" dirty="0"/>
              </a:p>
            </p:txBody>
          </p:sp>
          <p:sp>
            <p:nvSpPr>
              <p:cNvPr id="485540" name="Line 93"/>
              <p:cNvSpPr>
                <a:spLocks noChangeShapeType="1"/>
              </p:cNvSpPr>
              <p:nvPr/>
            </p:nvSpPr>
            <p:spPr bwMode="auto">
              <a:xfrm>
                <a:off x="8060531" y="1297530"/>
                <a:ext cx="100365" cy="70847"/>
              </a:xfrm>
              <a:prstGeom prst="line">
                <a:avLst/>
              </a:prstGeom>
              <a:noFill/>
              <a:ln w="3">
                <a:solidFill>
                  <a:srgbClr val="FF0000"/>
                </a:solidFill>
                <a:round/>
                <a:headEnd/>
                <a:tailEnd/>
              </a:ln>
            </p:spPr>
            <p:txBody>
              <a:bodyPr/>
              <a:lstStyle/>
              <a:p>
                <a:endParaRPr lang="en-US" dirty="0"/>
              </a:p>
            </p:txBody>
          </p:sp>
          <p:sp>
            <p:nvSpPr>
              <p:cNvPr id="485541" name="Line 94"/>
              <p:cNvSpPr>
                <a:spLocks noChangeShapeType="1"/>
              </p:cNvSpPr>
              <p:nvPr/>
            </p:nvSpPr>
            <p:spPr bwMode="auto">
              <a:xfrm>
                <a:off x="8160898" y="1368378"/>
                <a:ext cx="100365" cy="67305"/>
              </a:xfrm>
              <a:prstGeom prst="line">
                <a:avLst/>
              </a:prstGeom>
              <a:noFill/>
              <a:ln w="3">
                <a:solidFill>
                  <a:srgbClr val="FF0000"/>
                </a:solidFill>
                <a:round/>
                <a:headEnd/>
                <a:tailEnd/>
              </a:ln>
            </p:spPr>
            <p:txBody>
              <a:bodyPr/>
              <a:lstStyle/>
              <a:p>
                <a:endParaRPr lang="en-US" dirty="0"/>
              </a:p>
            </p:txBody>
          </p:sp>
          <p:sp>
            <p:nvSpPr>
              <p:cNvPr id="485542" name="Line 95"/>
              <p:cNvSpPr>
                <a:spLocks noChangeShapeType="1"/>
              </p:cNvSpPr>
              <p:nvPr/>
            </p:nvSpPr>
            <p:spPr bwMode="auto">
              <a:xfrm>
                <a:off x="8261262" y="1435681"/>
                <a:ext cx="95082" cy="63762"/>
              </a:xfrm>
              <a:prstGeom prst="line">
                <a:avLst/>
              </a:prstGeom>
              <a:noFill/>
              <a:ln w="3">
                <a:solidFill>
                  <a:srgbClr val="FF0000"/>
                </a:solidFill>
                <a:round/>
                <a:headEnd/>
                <a:tailEnd/>
              </a:ln>
            </p:spPr>
            <p:txBody>
              <a:bodyPr/>
              <a:lstStyle/>
              <a:p>
                <a:endParaRPr lang="en-US" dirty="0"/>
              </a:p>
            </p:txBody>
          </p:sp>
        </p:grpSp>
        <p:sp>
          <p:nvSpPr>
            <p:cNvPr id="485460" name="Rectangle 43"/>
            <p:cNvSpPr>
              <a:spLocks noChangeArrowheads="1"/>
            </p:cNvSpPr>
            <p:nvPr/>
          </p:nvSpPr>
          <p:spPr bwMode="auto">
            <a:xfrm>
              <a:off x="1196429" y="1125781"/>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485461" name="Rectangle 42"/>
            <p:cNvSpPr>
              <a:spLocks noChangeArrowheads="1"/>
            </p:cNvSpPr>
            <p:nvPr/>
          </p:nvSpPr>
          <p:spPr bwMode="auto">
            <a:xfrm>
              <a:off x="1196429" y="229344"/>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485462" name="TextBox 343"/>
            <p:cNvSpPr txBox="1">
              <a:spLocks noChangeArrowheads="1"/>
            </p:cNvSpPr>
            <p:nvPr/>
          </p:nvSpPr>
          <p:spPr bwMode="auto">
            <a:xfrm>
              <a:off x="0" y="1485901"/>
              <a:ext cx="1469571" cy="1200329"/>
            </a:xfrm>
            <a:prstGeom prst="rect">
              <a:avLst/>
            </a:prstGeom>
            <a:noFill/>
            <a:ln w="9525">
              <a:noFill/>
              <a:miter lim="800000"/>
              <a:headEnd/>
              <a:tailEnd/>
            </a:ln>
          </p:spPr>
          <p:txBody>
            <a:bodyPr>
              <a:spAutoFit/>
            </a:bodyPr>
            <a:lstStyle/>
            <a:p>
              <a:r>
                <a:rPr lang="en-US" sz="2400" dirty="0"/>
                <a:t>Pressure change is large here</a:t>
              </a:r>
            </a:p>
          </p:txBody>
        </p:sp>
        <p:cxnSp>
          <p:nvCxnSpPr>
            <p:cNvPr id="363" name="Straight Arrow Connector 362"/>
            <p:cNvCxnSpPr/>
            <p:nvPr/>
          </p:nvCxnSpPr>
          <p:spPr>
            <a:xfrm flipV="1">
              <a:off x="1338225" y="1159594"/>
              <a:ext cx="1046133" cy="66990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5" name="Straight Arrow Connector 364"/>
            <p:cNvCxnSpPr/>
            <p:nvPr/>
          </p:nvCxnSpPr>
          <p:spPr>
            <a:xfrm flipV="1">
              <a:off x="1338225" y="996086"/>
              <a:ext cx="6646675" cy="81595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0" name="Straight Arrow Connector 369"/>
            <p:cNvCxnSpPr/>
            <p:nvPr/>
          </p:nvCxnSpPr>
          <p:spPr>
            <a:xfrm>
              <a:off x="1355687" y="1845375"/>
              <a:ext cx="3836880" cy="223672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85466" name="TextBox 370"/>
            <p:cNvSpPr txBox="1">
              <a:spLocks noChangeArrowheads="1"/>
            </p:cNvSpPr>
            <p:nvPr/>
          </p:nvSpPr>
          <p:spPr bwMode="auto">
            <a:xfrm>
              <a:off x="0" y="4724400"/>
              <a:ext cx="1469571" cy="1569660"/>
            </a:xfrm>
            <a:prstGeom prst="rect">
              <a:avLst/>
            </a:prstGeom>
            <a:noFill/>
            <a:ln w="9525">
              <a:noFill/>
              <a:miter lim="800000"/>
              <a:headEnd/>
              <a:tailEnd/>
            </a:ln>
          </p:spPr>
          <p:txBody>
            <a:bodyPr>
              <a:spAutoFit/>
            </a:bodyPr>
            <a:lstStyle/>
            <a:p>
              <a:r>
                <a:rPr lang="en-US" sz="2400" dirty="0"/>
                <a:t>Pressure change is almost zero here</a:t>
              </a:r>
            </a:p>
          </p:txBody>
        </p:sp>
        <p:cxnSp>
          <p:nvCxnSpPr>
            <p:cNvPr id="374" name="Straight Arrow Connector 373"/>
            <p:cNvCxnSpPr/>
            <p:nvPr/>
          </p:nvCxnSpPr>
          <p:spPr>
            <a:xfrm flipV="1">
              <a:off x="1387436" y="4359907"/>
              <a:ext cx="2041467" cy="1028672"/>
            </a:xfrm>
            <a:prstGeom prst="straightConnector1">
              <a:avLst/>
            </a:prstGeom>
            <a:ln>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378" name="Straight Arrow Connector 377"/>
            <p:cNvCxnSpPr/>
            <p:nvPr/>
          </p:nvCxnSpPr>
          <p:spPr>
            <a:xfrm rot="5400000" flipH="1" flipV="1">
              <a:off x="505602" y="1844583"/>
              <a:ext cx="4425830" cy="2662163"/>
            </a:xfrm>
            <a:prstGeom prst="straightConnector1">
              <a:avLst/>
            </a:prstGeom>
            <a:ln>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381" name="Straight Arrow Connector 380"/>
            <p:cNvCxnSpPr/>
            <p:nvPr/>
          </p:nvCxnSpPr>
          <p:spPr>
            <a:xfrm flipV="1">
              <a:off x="1420773" y="4359907"/>
              <a:ext cx="5405285" cy="1028672"/>
            </a:xfrm>
            <a:prstGeom prst="straightConnector1">
              <a:avLst/>
            </a:prstGeom>
            <a:ln>
              <a:solidFill>
                <a:srgbClr val="FFC000"/>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9737594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Rectangle 243"/>
          <p:cNvSpPr/>
          <p:nvPr/>
        </p:nvSpPr>
        <p:spPr>
          <a:xfrm>
            <a:off x="0" y="0"/>
            <a:ext cx="9144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nvGrpSpPr>
          <p:cNvPr id="2" name="Group 248"/>
          <p:cNvGrpSpPr>
            <a:grpSpLocks/>
          </p:cNvGrpSpPr>
          <p:nvPr/>
        </p:nvGrpSpPr>
        <p:grpSpPr bwMode="auto">
          <a:xfrm>
            <a:off x="0" y="228600"/>
            <a:ext cx="10115550" cy="6342063"/>
            <a:chOff x="0" y="229344"/>
            <a:chExt cx="10115265" cy="6340791"/>
          </a:xfrm>
        </p:grpSpPr>
        <p:sp>
          <p:nvSpPr>
            <p:cNvPr id="487427" name="Rectangle 41"/>
            <p:cNvSpPr>
              <a:spLocks noChangeArrowheads="1"/>
            </p:cNvSpPr>
            <p:nvPr/>
          </p:nvSpPr>
          <p:spPr bwMode="auto">
            <a:xfrm>
              <a:off x="1317191" y="3752504"/>
              <a:ext cx="3162280" cy="831124"/>
            </a:xfrm>
            <a:prstGeom prst="rect">
              <a:avLst/>
            </a:prstGeom>
            <a:solidFill>
              <a:schemeClr val="accent1"/>
            </a:solidFill>
            <a:ln w="9525">
              <a:noFill/>
              <a:miter lim="800000"/>
              <a:headEnd/>
              <a:tailEnd/>
            </a:ln>
          </p:spPr>
          <p:txBody>
            <a:bodyPr wrap="none" anchor="ctr"/>
            <a:lstStyle/>
            <a:p>
              <a:endParaRPr lang="en-US" dirty="0"/>
            </a:p>
          </p:txBody>
        </p:sp>
        <p:sp>
          <p:nvSpPr>
            <p:cNvPr id="487428" name="Rectangle 41"/>
            <p:cNvSpPr>
              <a:spLocks noChangeArrowheads="1"/>
            </p:cNvSpPr>
            <p:nvPr/>
          </p:nvSpPr>
          <p:spPr bwMode="auto">
            <a:xfrm>
              <a:off x="3238520" y="350718"/>
              <a:ext cx="3162280" cy="831124"/>
            </a:xfrm>
            <a:prstGeom prst="rect">
              <a:avLst/>
            </a:prstGeom>
            <a:solidFill>
              <a:schemeClr val="accent1"/>
            </a:solidFill>
            <a:ln w="9525">
              <a:noFill/>
              <a:miter lim="800000"/>
              <a:headEnd/>
              <a:tailEnd/>
            </a:ln>
          </p:spPr>
          <p:txBody>
            <a:bodyPr wrap="none" anchor="ctr"/>
            <a:lstStyle/>
            <a:p>
              <a:endParaRPr lang="en-US" dirty="0"/>
            </a:p>
          </p:txBody>
        </p:sp>
        <p:sp>
          <p:nvSpPr>
            <p:cNvPr id="104" name="Rectangle 39"/>
            <p:cNvSpPr>
              <a:spLocks noChangeArrowheads="1"/>
            </p:cNvSpPr>
            <p:nvPr/>
          </p:nvSpPr>
          <p:spPr bwMode="auto">
            <a:xfrm>
              <a:off x="708005" y="329337"/>
              <a:ext cx="3054264" cy="801526"/>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487430" name="Rectangle 41"/>
            <p:cNvSpPr>
              <a:spLocks noChangeArrowheads="1"/>
            </p:cNvSpPr>
            <p:nvPr/>
          </p:nvSpPr>
          <p:spPr bwMode="auto">
            <a:xfrm>
              <a:off x="6308289" y="328950"/>
              <a:ext cx="2634337" cy="831124"/>
            </a:xfrm>
            <a:prstGeom prst="rect">
              <a:avLst/>
            </a:prstGeom>
            <a:solidFill>
              <a:schemeClr val="accent1"/>
            </a:solidFill>
            <a:ln w="9525">
              <a:noFill/>
              <a:miter lim="800000"/>
              <a:headEnd/>
              <a:tailEnd/>
            </a:ln>
          </p:spPr>
          <p:txBody>
            <a:bodyPr wrap="none" anchor="ctr"/>
            <a:lstStyle/>
            <a:p>
              <a:endParaRPr lang="en-US" dirty="0"/>
            </a:p>
          </p:txBody>
        </p:sp>
        <p:sp>
          <p:nvSpPr>
            <p:cNvPr id="119" name="Rectangle 39"/>
            <p:cNvSpPr>
              <a:spLocks noChangeArrowheads="1"/>
            </p:cNvSpPr>
            <p:nvPr/>
          </p:nvSpPr>
          <p:spPr bwMode="auto">
            <a:xfrm>
              <a:off x="6743510" y="318226"/>
              <a:ext cx="2986004" cy="831683"/>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120" name="Rectangle 119"/>
            <p:cNvSpPr/>
            <p:nvPr/>
          </p:nvSpPr>
          <p:spPr>
            <a:xfrm>
              <a:off x="477825" y="321401"/>
              <a:ext cx="1744613" cy="8173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87433" name="Rectangle 44"/>
            <p:cNvSpPr>
              <a:spLocks noChangeArrowheads="1"/>
            </p:cNvSpPr>
            <p:nvPr/>
          </p:nvSpPr>
          <p:spPr bwMode="auto">
            <a:xfrm>
              <a:off x="1150889" y="577959"/>
              <a:ext cx="999461" cy="298812"/>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sp>
          <p:nvSpPr>
            <p:cNvPr id="487434" name="Rectangle 45"/>
            <p:cNvSpPr>
              <a:spLocks noChangeArrowheads="1"/>
            </p:cNvSpPr>
            <p:nvPr/>
          </p:nvSpPr>
          <p:spPr bwMode="auto">
            <a:xfrm>
              <a:off x="2150350" y="328949"/>
              <a:ext cx="214170" cy="796833"/>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sp>
          <p:nvSpPr>
            <p:cNvPr id="123" name="Oval 122"/>
            <p:cNvSpPr/>
            <p:nvPr/>
          </p:nvSpPr>
          <p:spPr>
            <a:xfrm>
              <a:off x="2460556" y="759463"/>
              <a:ext cx="114297" cy="147608"/>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4" name="Oval 123"/>
            <p:cNvSpPr/>
            <p:nvPr/>
          </p:nvSpPr>
          <p:spPr>
            <a:xfrm>
              <a:off x="2484368" y="591221"/>
              <a:ext cx="114297" cy="14760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6" name="Oval 125"/>
            <p:cNvSpPr/>
            <p:nvPr/>
          </p:nvSpPr>
          <p:spPr>
            <a:xfrm>
              <a:off x="2471668" y="413457"/>
              <a:ext cx="114297" cy="146021"/>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8" name="Oval 127"/>
            <p:cNvSpPr/>
            <p:nvPr/>
          </p:nvSpPr>
          <p:spPr>
            <a:xfrm>
              <a:off x="2493893" y="986430"/>
              <a:ext cx="114297" cy="146021"/>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130" name="Straight Connector 129"/>
            <p:cNvCxnSpPr/>
            <p:nvPr/>
          </p:nvCxnSpPr>
          <p:spPr>
            <a:xfrm>
              <a:off x="1360450" y="2168880"/>
              <a:ext cx="7837266" cy="17459"/>
            </a:xfrm>
            <a:prstGeom prst="line">
              <a:avLst/>
            </a:prstGeom>
          </p:spPr>
          <p:style>
            <a:lnRef idx="1">
              <a:schemeClr val="accent1"/>
            </a:lnRef>
            <a:fillRef idx="0">
              <a:schemeClr val="accent1"/>
            </a:fillRef>
            <a:effectRef idx="0">
              <a:schemeClr val="accent1"/>
            </a:effectRef>
            <a:fontRef idx="minor">
              <a:schemeClr val="tx1"/>
            </a:fontRef>
          </p:style>
        </p:cxnSp>
        <p:sp>
          <p:nvSpPr>
            <p:cNvPr id="150" name="Oval 149"/>
            <p:cNvSpPr/>
            <p:nvPr/>
          </p:nvSpPr>
          <p:spPr>
            <a:xfrm>
              <a:off x="6362521" y="689627"/>
              <a:ext cx="114297" cy="146021"/>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1" name="Oval 150"/>
            <p:cNvSpPr/>
            <p:nvPr/>
          </p:nvSpPr>
          <p:spPr>
            <a:xfrm>
              <a:off x="5340200" y="672168"/>
              <a:ext cx="114297" cy="14760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2" name="Oval 151"/>
            <p:cNvSpPr/>
            <p:nvPr/>
          </p:nvSpPr>
          <p:spPr>
            <a:xfrm flipH="1">
              <a:off x="8256355" y="907071"/>
              <a:ext cx="114297" cy="14602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362" name="Rectangle 361"/>
            <p:cNvSpPr/>
            <p:nvPr/>
          </p:nvSpPr>
          <p:spPr>
            <a:xfrm>
              <a:off x="8865938" y="234106"/>
              <a:ext cx="1249327" cy="10396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3" name="Oval 152"/>
            <p:cNvSpPr/>
            <p:nvPr/>
          </p:nvSpPr>
          <p:spPr>
            <a:xfrm flipH="1">
              <a:off x="8202382" y="432503"/>
              <a:ext cx="114297" cy="147608"/>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4" name="Oval 153"/>
            <p:cNvSpPr/>
            <p:nvPr/>
          </p:nvSpPr>
          <p:spPr>
            <a:xfrm flipH="1">
              <a:off x="7413416" y="645186"/>
              <a:ext cx="114297" cy="147608"/>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18" name="Oval 217"/>
            <p:cNvSpPr/>
            <p:nvPr/>
          </p:nvSpPr>
          <p:spPr>
            <a:xfrm flipH="1">
              <a:off x="2557391" y="802317"/>
              <a:ext cx="114297" cy="146021"/>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19" name="Oval 218"/>
            <p:cNvSpPr/>
            <p:nvPr/>
          </p:nvSpPr>
          <p:spPr>
            <a:xfrm flipH="1">
              <a:off x="3320956" y="691214"/>
              <a:ext cx="114297" cy="14760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20" name="Oval 219"/>
            <p:cNvSpPr/>
            <p:nvPr/>
          </p:nvSpPr>
          <p:spPr>
            <a:xfrm flipH="1">
              <a:off x="4289304" y="715022"/>
              <a:ext cx="114297" cy="147608"/>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21" name="Oval 220"/>
            <p:cNvSpPr/>
            <p:nvPr/>
          </p:nvSpPr>
          <p:spPr>
            <a:xfrm>
              <a:off x="8338903" y="546780"/>
              <a:ext cx="114297" cy="147608"/>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22" name="Oval 221"/>
            <p:cNvSpPr/>
            <p:nvPr/>
          </p:nvSpPr>
          <p:spPr>
            <a:xfrm>
              <a:off x="8245243" y="710261"/>
              <a:ext cx="114297" cy="14760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23" name="Oval 222"/>
            <p:cNvSpPr/>
            <p:nvPr/>
          </p:nvSpPr>
          <p:spPr>
            <a:xfrm>
              <a:off x="8350015" y="808666"/>
              <a:ext cx="114297" cy="1476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87452" name="Rectangle 41"/>
            <p:cNvSpPr>
              <a:spLocks noChangeArrowheads="1"/>
            </p:cNvSpPr>
            <p:nvPr/>
          </p:nvSpPr>
          <p:spPr bwMode="auto">
            <a:xfrm>
              <a:off x="3243959" y="3785247"/>
              <a:ext cx="2900958" cy="831124"/>
            </a:xfrm>
            <a:prstGeom prst="rect">
              <a:avLst/>
            </a:prstGeom>
            <a:solidFill>
              <a:schemeClr val="accent1"/>
            </a:solidFill>
            <a:ln w="9525">
              <a:noFill/>
              <a:miter lim="800000"/>
              <a:headEnd/>
              <a:tailEnd/>
            </a:ln>
          </p:spPr>
          <p:txBody>
            <a:bodyPr wrap="none" anchor="ctr"/>
            <a:lstStyle/>
            <a:p>
              <a:endParaRPr lang="en-US" dirty="0"/>
            </a:p>
          </p:txBody>
        </p:sp>
        <p:sp>
          <p:nvSpPr>
            <p:cNvPr id="487453" name="Rectangle 41"/>
            <p:cNvSpPr>
              <a:spLocks noChangeArrowheads="1"/>
            </p:cNvSpPr>
            <p:nvPr/>
          </p:nvSpPr>
          <p:spPr bwMode="auto">
            <a:xfrm>
              <a:off x="6313728" y="3763479"/>
              <a:ext cx="2634337" cy="831124"/>
            </a:xfrm>
            <a:prstGeom prst="rect">
              <a:avLst/>
            </a:prstGeom>
            <a:solidFill>
              <a:schemeClr val="accent1"/>
            </a:solidFill>
            <a:ln w="9525">
              <a:noFill/>
              <a:miter lim="800000"/>
              <a:headEnd/>
              <a:tailEnd/>
            </a:ln>
          </p:spPr>
          <p:txBody>
            <a:bodyPr wrap="none" anchor="ctr"/>
            <a:lstStyle/>
            <a:p>
              <a:endParaRPr lang="en-US" dirty="0"/>
            </a:p>
          </p:txBody>
        </p:sp>
        <p:sp>
          <p:nvSpPr>
            <p:cNvPr id="145" name="Rectangle 39"/>
            <p:cNvSpPr>
              <a:spLocks noChangeArrowheads="1"/>
            </p:cNvSpPr>
            <p:nvPr/>
          </p:nvSpPr>
          <p:spPr bwMode="auto">
            <a:xfrm>
              <a:off x="4152783" y="3752887"/>
              <a:ext cx="2986004" cy="830096"/>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146" name="Rectangle 145"/>
            <p:cNvSpPr/>
            <p:nvPr/>
          </p:nvSpPr>
          <p:spPr>
            <a:xfrm>
              <a:off x="0" y="3756062"/>
              <a:ext cx="1249328" cy="8173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87456" name="Rectangle 44"/>
            <p:cNvSpPr>
              <a:spLocks noChangeArrowheads="1"/>
            </p:cNvSpPr>
            <p:nvPr/>
          </p:nvSpPr>
          <p:spPr bwMode="auto">
            <a:xfrm>
              <a:off x="176588" y="4012488"/>
              <a:ext cx="999461" cy="298812"/>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sp>
          <p:nvSpPr>
            <p:cNvPr id="487457" name="Rectangle 45"/>
            <p:cNvSpPr>
              <a:spLocks noChangeArrowheads="1"/>
            </p:cNvSpPr>
            <p:nvPr/>
          </p:nvSpPr>
          <p:spPr bwMode="auto">
            <a:xfrm>
              <a:off x="1176049" y="3763478"/>
              <a:ext cx="214170" cy="796833"/>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sp>
          <p:nvSpPr>
            <p:cNvPr id="156" name="Oval 155"/>
            <p:cNvSpPr/>
            <p:nvPr/>
          </p:nvSpPr>
          <p:spPr>
            <a:xfrm>
              <a:off x="1681116" y="4162380"/>
              <a:ext cx="114297" cy="14602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7" name="Oval 156"/>
            <p:cNvSpPr/>
            <p:nvPr/>
          </p:nvSpPr>
          <p:spPr>
            <a:xfrm>
              <a:off x="2489130" y="4025882"/>
              <a:ext cx="114297" cy="14602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8" name="Oval 157"/>
            <p:cNvSpPr/>
            <p:nvPr/>
          </p:nvSpPr>
          <p:spPr>
            <a:xfrm>
              <a:off x="3359055" y="4108416"/>
              <a:ext cx="114297" cy="147608"/>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87461" name="Rectangle 43"/>
            <p:cNvSpPr>
              <a:spLocks noChangeArrowheads="1"/>
            </p:cNvSpPr>
            <p:nvPr/>
          </p:nvSpPr>
          <p:spPr bwMode="auto">
            <a:xfrm>
              <a:off x="1201868" y="4560310"/>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160" name="Oval 159"/>
            <p:cNvSpPr/>
            <p:nvPr/>
          </p:nvSpPr>
          <p:spPr>
            <a:xfrm>
              <a:off x="4263905" y="4044929"/>
              <a:ext cx="114297" cy="146021"/>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87463" name="Rectangle 42"/>
            <p:cNvSpPr>
              <a:spLocks noChangeArrowheads="1"/>
            </p:cNvSpPr>
            <p:nvPr/>
          </p:nvSpPr>
          <p:spPr bwMode="auto">
            <a:xfrm>
              <a:off x="1201868" y="3663873"/>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178" name="Oval 177"/>
            <p:cNvSpPr/>
            <p:nvPr/>
          </p:nvSpPr>
          <p:spPr>
            <a:xfrm>
              <a:off x="5535457" y="3911605"/>
              <a:ext cx="114297" cy="146021"/>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9" name="Oval 178"/>
            <p:cNvSpPr/>
            <p:nvPr/>
          </p:nvSpPr>
          <p:spPr>
            <a:xfrm>
              <a:off x="5344962" y="4106829"/>
              <a:ext cx="114297" cy="14760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0" name="Oval 179"/>
            <p:cNvSpPr/>
            <p:nvPr/>
          </p:nvSpPr>
          <p:spPr>
            <a:xfrm flipH="1">
              <a:off x="8197619" y="4095718"/>
              <a:ext cx="114297" cy="14760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1" name="Oval 180"/>
            <p:cNvSpPr/>
            <p:nvPr/>
          </p:nvSpPr>
          <p:spPr>
            <a:xfrm flipH="1">
              <a:off x="5627529" y="4113178"/>
              <a:ext cx="114297" cy="146021"/>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2" name="Oval 181"/>
            <p:cNvSpPr/>
            <p:nvPr/>
          </p:nvSpPr>
          <p:spPr>
            <a:xfrm flipH="1">
              <a:off x="5557681" y="4308401"/>
              <a:ext cx="114297" cy="147608"/>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3" name="Oval 182"/>
            <p:cNvSpPr/>
            <p:nvPr/>
          </p:nvSpPr>
          <p:spPr>
            <a:xfrm flipH="1">
              <a:off x="5387823" y="3925890"/>
              <a:ext cx="114297" cy="147607"/>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4" name="Oval 183"/>
            <p:cNvSpPr/>
            <p:nvPr/>
          </p:nvSpPr>
          <p:spPr>
            <a:xfrm flipH="1">
              <a:off x="5416397" y="4371888"/>
              <a:ext cx="114297" cy="146021"/>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5" name="Oval 184"/>
            <p:cNvSpPr/>
            <p:nvPr/>
          </p:nvSpPr>
          <p:spPr>
            <a:xfrm flipH="1">
              <a:off x="5486245" y="4165554"/>
              <a:ext cx="114297" cy="147608"/>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6" name="Oval 185"/>
            <p:cNvSpPr/>
            <p:nvPr/>
          </p:nvSpPr>
          <p:spPr>
            <a:xfrm>
              <a:off x="7283245" y="4063975"/>
              <a:ext cx="114297" cy="14602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7" name="Oval 186"/>
            <p:cNvSpPr/>
            <p:nvPr/>
          </p:nvSpPr>
          <p:spPr>
            <a:xfrm>
              <a:off x="6406969" y="4113178"/>
              <a:ext cx="114297" cy="14602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8" name="Oval 187"/>
            <p:cNvSpPr/>
            <p:nvPr/>
          </p:nvSpPr>
          <p:spPr>
            <a:xfrm>
              <a:off x="9029446" y="4079847"/>
              <a:ext cx="114297" cy="147608"/>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87475" name="Rectangle 43"/>
            <p:cNvSpPr>
              <a:spLocks noChangeArrowheads="1"/>
            </p:cNvSpPr>
            <p:nvPr/>
          </p:nvSpPr>
          <p:spPr bwMode="auto">
            <a:xfrm>
              <a:off x="1196429" y="1125781"/>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487476" name="Rectangle 42"/>
            <p:cNvSpPr>
              <a:spLocks noChangeArrowheads="1"/>
            </p:cNvSpPr>
            <p:nvPr/>
          </p:nvSpPr>
          <p:spPr bwMode="auto">
            <a:xfrm>
              <a:off x="1196429" y="229344"/>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487477" name="TextBox 343"/>
            <p:cNvSpPr txBox="1">
              <a:spLocks noChangeArrowheads="1"/>
            </p:cNvSpPr>
            <p:nvPr/>
          </p:nvSpPr>
          <p:spPr bwMode="auto">
            <a:xfrm>
              <a:off x="244979" y="1433930"/>
              <a:ext cx="1469571" cy="1938992"/>
            </a:xfrm>
            <a:prstGeom prst="rect">
              <a:avLst/>
            </a:prstGeom>
            <a:noFill/>
            <a:ln w="9525">
              <a:noFill/>
              <a:miter lim="800000"/>
              <a:headEnd/>
              <a:tailEnd/>
            </a:ln>
          </p:spPr>
          <p:txBody>
            <a:bodyPr>
              <a:spAutoFit/>
            </a:bodyPr>
            <a:lstStyle/>
            <a:p>
              <a:r>
                <a:rPr lang="en-US" sz="2400" dirty="0"/>
                <a:t>Pressure is higher than normal here</a:t>
              </a:r>
            </a:p>
          </p:txBody>
        </p:sp>
        <p:cxnSp>
          <p:nvCxnSpPr>
            <p:cNvPr id="363" name="Straight Arrow Connector 362"/>
            <p:cNvCxnSpPr/>
            <p:nvPr/>
          </p:nvCxnSpPr>
          <p:spPr>
            <a:xfrm flipV="1">
              <a:off x="1616029" y="1107056"/>
              <a:ext cx="1012796" cy="6237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5" name="Straight Arrow Connector 364"/>
            <p:cNvCxnSpPr/>
            <p:nvPr/>
          </p:nvCxnSpPr>
          <p:spPr>
            <a:xfrm flipV="1">
              <a:off x="1600155" y="943576"/>
              <a:ext cx="6629213" cy="8031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0" name="Straight Arrow Connector 369"/>
            <p:cNvCxnSpPr/>
            <p:nvPr/>
          </p:nvCxnSpPr>
          <p:spPr>
            <a:xfrm>
              <a:off x="1616029" y="1746690"/>
              <a:ext cx="3821005" cy="22839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87481" name="TextBox 370"/>
            <p:cNvSpPr txBox="1">
              <a:spLocks noChangeArrowheads="1"/>
            </p:cNvSpPr>
            <p:nvPr/>
          </p:nvSpPr>
          <p:spPr bwMode="auto">
            <a:xfrm>
              <a:off x="0" y="4724400"/>
              <a:ext cx="1469571" cy="1569660"/>
            </a:xfrm>
            <a:prstGeom prst="rect">
              <a:avLst/>
            </a:prstGeom>
            <a:noFill/>
            <a:ln w="9525">
              <a:noFill/>
              <a:miter lim="800000"/>
              <a:headEnd/>
              <a:tailEnd/>
            </a:ln>
          </p:spPr>
          <p:txBody>
            <a:bodyPr>
              <a:spAutoFit/>
            </a:bodyPr>
            <a:lstStyle/>
            <a:p>
              <a:r>
                <a:rPr lang="en-US" sz="2400" dirty="0"/>
                <a:t>Pressure change is almost zero here</a:t>
              </a:r>
            </a:p>
          </p:txBody>
        </p:sp>
        <p:cxnSp>
          <p:nvCxnSpPr>
            <p:cNvPr id="374" name="Straight Arrow Connector 373"/>
            <p:cNvCxnSpPr/>
            <p:nvPr/>
          </p:nvCxnSpPr>
          <p:spPr>
            <a:xfrm flipV="1">
              <a:off x="1508083" y="4359191"/>
              <a:ext cx="1920821" cy="1241176"/>
            </a:xfrm>
            <a:prstGeom prst="straightConnector1">
              <a:avLst/>
            </a:prstGeom>
            <a:ln>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378" name="Straight Arrow Connector 377"/>
            <p:cNvCxnSpPr/>
            <p:nvPr/>
          </p:nvCxnSpPr>
          <p:spPr>
            <a:xfrm rot="5400000" flipH="1" flipV="1">
              <a:off x="473462" y="2024230"/>
              <a:ext cx="4637745" cy="2514529"/>
            </a:xfrm>
            <a:prstGeom prst="straightConnector1">
              <a:avLst/>
            </a:prstGeom>
            <a:ln>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381" name="Straight Arrow Connector 380"/>
            <p:cNvCxnSpPr/>
            <p:nvPr/>
          </p:nvCxnSpPr>
          <p:spPr>
            <a:xfrm flipV="1">
              <a:off x="1519195" y="4359191"/>
              <a:ext cx="5306862" cy="1225304"/>
            </a:xfrm>
            <a:prstGeom prst="straightConnector1">
              <a:avLst/>
            </a:prstGeom>
            <a:ln>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131" name="Rectangle 130"/>
            <p:cNvSpPr/>
            <p:nvPr/>
          </p:nvSpPr>
          <p:spPr>
            <a:xfrm flipV="1">
              <a:off x="2428807" y="1478456"/>
              <a:ext cx="263518" cy="679314"/>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2" name="Rectangle 131"/>
            <p:cNvSpPr/>
            <p:nvPr/>
          </p:nvSpPr>
          <p:spPr>
            <a:xfrm flipV="1">
              <a:off x="2890757" y="1684790"/>
              <a:ext cx="266692" cy="47298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3" name="Rectangle 132"/>
            <p:cNvSpPr/>
            <p:nvPr/>
          </p:nvSpPr>
          <p:spPr>
            <a:xfrm>
              <a:off x="3401917" y="1913344"/>
              <a:ext cx="277804" cy="22538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4" name="Rectangle 133"/>
            <p:cNvSpPr/>
            <p:nvPr/>
          </p:nvSpPr>
          <p:spPr>
            <a:xfrm flipV="1">
              <a:off x="3914665" y="2122852"/>
              <a:ext cx="238118" cy="99992"/>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5" name="Rectangle 134"/>
            <p:cNvSpPr/>
            <p:nvPr/>
          </p:nvSpPr>
          <p:spPr>
            <a:xfrm flipV="1">
              <a:off x="4457574" y="2138724"/>
              <a:ext cx="266692" cy="42377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6" name="Rectangle 135"/>
            <p:cNvSpPr/>
            <p:nvPr/>
          </p:nvSpPr>
          <p:spPr>
            <a:xfrm flipV="1">
              <a:off x="4936986" y="2138724"/>
              <a:ext cx="227007" cy="644396"/>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7" name="Rectangle 136"/>
            <p:cNvSpPr/>
            <p:nvPr/>
          </p:nvSpPr>
          <p:spPr>
            <a:xfrm flipV="1">
              <a:off x="5432272" y="2138724"/>
              <a:ext cx="233356" cy="70470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8" name="Rectangle 137"/>
            <p:cNvSpPr/>
            <p:nvPr/>
          </p:nvSpPr>
          <p:spPr>
            <a:xfrm flipV="1">
              <a:off x="5862473" y="2138724"/>
              <a:ext cx="233355" cy="576146"/>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9" name="Rectangle 138"/>
            <p:cNvSpPr/>
            <p:nvPr/>
          </p:nvSpPr>
          <p:spPr>
            <a:xfrm>
              <a:off x="6324422" y="2181577"/>
              <a:ext cx="277805" cy="193636"/>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0" name="Rectangle 139"/>
            <p:cNvSpPr/>
            <p:nvPr/>
          </p:nvSpPr>
          <p:spPr>
            <a:xfrm flipV="1">
              <a:off x="6754623" y="2138724"/>
              <a:ext cx="228594" cy="71423"/>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1" name="Rectangle 140"/>
            <p:cNvSpPr/>
            <p:nvPr/>
          </p:nvSpPr>
          <p:spPr>
            <a:xfrm flipV="1">
              <a:off x="7200697" y="1833985"/>
              <a:ext cx="300030" cy="325372"/>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8" name="Rectangle 147"/>
            <p:cNvSpPr/>
            <p:nvPr/>
          </p:nvSpPr>
          <p:spPr>
            <a:xfrm flipV="1">
              <a:off x="8626232" y="1564164"/>
              <a:ext cx="212719" cy="599955"/>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9" name="Rectangle 148"/>
            <p:cNvSpPr/>
            <p:nvPr/>
          </p:nvSpPr>
          <p:spPr>
            <a:xfrm flipV="1">
              <a:off x="8161108" y="1495915"/>
              <a:ext cx="304791" cy="66026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nvGrpSpPr>
            <p:cNvPr id="3" name="Group 542"/>
            <p:cNvGrpSpPr>
              <a:grpSpLocks/>
            </p:cNvGrpSpPr>
            <p:nvPr/>
          </p:nvGrpSpPr>
          <p:grpSpPr bwMode="auto">
            <a:xfrm>
              <a:off x="2573838" y="1496023"/>
              <a:ext cx="6640042" cy="1382644"/>
              <a:chOff x="2573838" y="1496023"/>
              <a:chExt cx="6640042" cy="1382644"/>
            </a:xfrm>
          </p:grpSpPr>
          <p:sp>
            <p:nvSpPr>
              <p:cNvPr id="487594" name="Line 44"/>
              <p:cNvSpPr>
                <a:spLocks noChangeShapeType="1"/>
              </p:cNvSpPr>
              <p:nvPr/>
            </p:nvSpPr>
            <p:spPr bwMode="auto">
              <a:xfrm>
                <a:off x="2573838" y="1512958"/>
                <a:ext cx="86879" cy="3331"/>
              </a:xfrm>
              <a:prstGeom prst="line">
                <a:avLst/>
              </a:prstGeom>
              <a:noFill/>
              <a:ln w="3">
                <a:solidFill>
                  <a:srgbClr val="FF0000"/>
                </a:solidFill>
                <a:round/>
                <a:headEnd/>
                <a:tailEnd/>
              </a:ln>
            </p:spPr>
            <p:txBody>
              <a:bodyPr/>
              <a:lstStyle/>
              <a:p>
                <a:endParaRPr lang="en-US" dirty="0"/>
              </a:p>
            </p:txBody>
          </p:sp>
          <p:sp>
            <p:nvSpPr>
              <p:cNvPr id="487595" name="Line 45"/>
              <p:cNvSpPr>
                <a:spLocks noChangeShapeType="1"/>
              </p:cNvSpPr>
              <p:nvPr/>
            </p:nvSpPr>
            <p:spPr bwMode="auto">
              <a:xfrm>
                <a:off x="2660716" y="1516290"/>
                <a:ext cx="91705" cy="9993"/>
              </a:xfrm>
              <a:prstGeom prst="line">
                <a:avLst/>
              </a:prstGeom>
              <a:noFill/>
              <a:ln w="3">
                <a:solidFill>
                  <a:srgbClr val="FF0000"/>
                </a:solidFill>
                <a:round/>
                <a:headEnd/>
                <a:tailEnd/>
              </a:ln>
            </p:spPr>
            <p:txBody>
              <a:bodyPr/>
              <a:lstStyle/>
              <a:p>
                <a:endParaRPr lang="en-US" dirty="0"/>
              </a:p>
            </p:txBody>
          </p:sp>
          <p:sp>
            <p:nvSpPr>
              <p:cNvPr id="487596" name="Line 46"/>
              <p:cNvSpPr>
                <a:spLocks noChangeShapeType="1"/>
              </p:cNvSpPr>
              <p:nvPr/>
            </p:nvSpPr>
            <p:spPr bwMode="auto">
              <a:xfrm>
                <a:off x="2752423" y="1526282"/>
                <a:ext cx="91705" cy="19987"/>
              </a:xfrm>
              <a:prstGeom prst="line">
                <a:avLst/>
              </a:prstGeom>
              <a:noFill/>
              <a:ln w="3">
                <a:solidFill>
                  <a:srgbClr val="FF0000"/>
                </a:solidFill>
                <a:round/>
                <a:headEnd/>
                <a:tailEnd/>
              </a:ln>
            </p:spPr>
            <p:txBody>
              <a:bodyPr/>
              <a:lstStyle/>
              <a:p>
                <a:endParaRPr lang="en-US" dirty="0"/>
              </a:p>
            </p:txBody>
          </p:sp>
          <p:sp>
            <p:nvSpPr>
              <p:cNvPr id="487597" name="Line 47"/>
              <p:cNvSpPr>
                <a:spLocks noChangeShapeType="1"/>
              </p:cNvSpPr>
              <p:nvPr/>
            </p:nvSpPr>
            <p:spPr bwMode="auto">
              <a:xfrm>
                <a:off x="2844128" y="1546268"/>
                <a:ext cx="91705" cy="23317"/>
              </a:xfrm>
              <a:prstGeom prst="line">
                <a:avLst/>
              </a:prstGeom>
              <a:noFill/>
              <a:ln w="3">
                <a:solidFill>
                  <a:srgbClr val="FF0000"/>
                </a:solidFill>
                <a:round/>
                <a:headEnd/>
                <a:tailEnd/>
              </a:ln>
            </p:spPr>
            <p:txBody>
              <a:bodyPr/>
              <a:lstStyle/>
              <a:p>
                <a:endParaRPr lang="en-US" dirty="0"/>
              </a:p>
            </p:txBody>
          </p:sp>
          <p:sp>
            <p:nvSpPr>
              <p:cNvPr id="487598" name="Line 48"/>
              <p:cNvSpPr>
                <a:spLocks noChangeShapeType="1"/>
              </p:cNvSpPr>
              <p:nvPr/>
            </p:nvSpPr>
            <p:spPr bwMode="auto">
              <a:xfrm>
                <a:off x="2935833" y="1569585"/>
                <a:ext cx="91705" cy="29979"/>
              </a:xfrm>
              <a:prstGeom prst="line">
                <a:avLst/>
              </a:prstGeom>
              <a:noFill/>
              <a:ln w="3">
                <a:solidFill>
                  <a:srgbClr val="FF0000"/>
                </a:solidFill>
                <a:round/>
                <a:headEnd/>
                <a:tailEnd/>
              </a:ln>
            </p:spPr>
            <p:txBody>
              <a:bodyPr/>
              <a:lstStyle/>
              <a:p>
                <a:endParaRPr lang="en-US" dirty="0"/>
              </a:p>
            </p:txBody>
          </p:sp>
          <p:sp>
            <p:nvSpPr>
              <p:cNvPr id="487599" name="Line 49"/>
              <p:cNvSpPr>
                <a:spLocks noChangeShapeType="1"/>
              </p:cNvSpPr>
              <p:nvPr/>
            </p:nvSpPr>
            <p:spPr bwMode="auto">
              <a:xfrm>
                <a:off x="3027537" y="1599565"/>
                <a:ext cx="86879" cy="36640"/>
              </a:xfrm>
              <a:prstGeom prst="line">
                <a:avLst/>
              </a:prstGeom>
              <a:noFill/>
              <a:ln w="3">
                <a:solidFill>
                  <a:srgbClr val="FF0000"/>
                </a:solidFill>
                <a:round/>
                <a:headEnd/>
                <a:tailEnd/>
              </a:ln>
            </p:spPr>
            <p:txBody>
              <a:bodyPr/>
              <a:lstStyle/>
              <a:p>
                <a:endParaRPr lang="en-US" dirty="0"/>
              </a:p>
            </p:txBody>
          </p:sp>
          <p:sp>
            <p:nvSpPr>
              <p:cNvPr id="487600" name="Line 50"/>
              <p:cNvSpPr>
                <a:spLocks noChangeShapeType="1"/>
              </p:cNvSpPr>
              <p:nvPr/>
            </p:nvSpPr>
            <p:spPr bwMode="auto">
              <a:xfrm>
                <a:off x="3114414" y="1636206"/>
                <a:ext cx="91705" cy="43303"/>
              </a:xfrm>
              <a:prstGeom prst="line">
                <a:avLst/>
              </a:prstGeom>
              <a:noFill/>
              <a:ln w="3">
                <a:solidFill>
                  <a:srgbClr val="FF0000"/>
                </a:solidFill>
                <a:round/>
                <a:headEnd/>
                <a:tailEnd/>
              </a:ln>
            </p:spPr>
            <p:txBody>
              <a:bodyPr/>
              <a:lstStyle/>
              <a:p>
                <a:endParaRPr lang="en-US" dirty="0"/>
              </a:p>
            </p:txBody>
          </p:sp>
          <p:sp>
            <p:nvSpPr>
              <p:cNvPr id="487601" name="Line 51"/>
              <p:cNvSpPr>
                <a:spLocks noChangeShapeType="1"/>
              </p:cNvSpPr>
              <p:nvPr/>
            </p:nvSpPr>
            <p:spPr bwMode="auto">
              <a:xfrm>
                <a:off x="3206121" y="1679508"/>
                <a:ext cx="91705" cy="46634"/>
              </a:xfrm>
              <a:prstGeom prst="line">
                <a:avLst/>
              </a:prstGeom>
              <a:noFill/>
              <a:ln w="3">
                <a:solidFill>
                  <a:srgbClr val="FF0000"/>
                </a:solidFill>
                <a:round/>
                <a:headEnd/>
                <a:tailEnd/>
              </a:ln>
            </p:spPr>
            <p:txBody>
              <a:bodyPr/>
              <a:lstStyle/>
              <a:p>
                <a:endParaRPr lang="en-US" dirty="0"/>
              </a:p>
            </p:txBody>
          </p:sp>
          <p:sp>
            <p:nvSpPr>
              <p:cNvPr id="487602" name="Line 52"/>
              <p:cNvSpPr>
                <a:spLocks noChangeShapeType="1"/>
              </p:cNvSpPr>
              <p:nvPr/>
            </p:nvSpPr>
            <p:spPr bwMode="auto">
              <a:xfrm>
                <a:off x="3297826" y="1726142"/>
                <a:ext cx="91705" cy="53297"/>
              </a:xfrm>
              <a:prstGeom prst="line">
                <a:avLst/>
              </a:prstGeom>
              <a:noFill/>
              <a:ln w="3">
                <a:solidFill>
                  <a:srgbClr val="FF0000"/>
                </a:solidFill>
                <a:round/>
                <a:headEnd/>
                <a:tailEnd/>
              </a:ln>
            </p:spPr>
            <p:txBody>
              <a:bodyPr/>
              <a:lstStyle/>
              <a:p>
                <a:endParaRPr lang="en-US" dirty="0"/>
              </a:p>
            </p:txBody>
          </p:sp>
          <p:sp>
            <p:nvSpPr>
              <p:cNvPr id="487603" name="Line 53"/>
              <p:cNvSpPr>
                <a:spLocks noChangeShapeType="1"/>
              </p:cNvSpPr>
              <p:nvPr/>
            </p:nvSpPr>
            <p:spPr bwMode="auto">
              <a:xfrm>
                <a:off x="3389532" y="1779438"/>
                <a:ext cx="91705" cy="56627"/>
              </a:xfrm>
              <a:prstGeom prst="line">
                <a:avLst/>
              </a:prstGeom>
              <a:noFill/>
              <a:ln w="3">
                <a:solidFill>
                  <a:srgbClr val="FF0000"/>
                </a:solidFill>
                <a:round/>
                <a:headEnd/>
                <a:tailEnd/>
              </a:ln>
            </p:spPr>
            <p:txBody>
              <a:bodyPr/>
              <a:lstStyle/>
              <a:p>
                <a:endParaRPr lang="en-US" dirty="0"/>
              </a:p>
            </p:txBody>
          </p:sp>
          <p:sp>
            <p:nvSpPr>
              <p:cNvPr id="487604" name="Line 54"/>
              <p:cNvSpPr>
                <a:spLocks noChangeShapeType="1"/>
              </p:cNvSpPr>
              <p:nvPr/>
            </p:nvSpPr>
            <p:spPr bwMode="auto">
              <a:xfrm>
                <a:off x="3481236" y="1836065"/>
                <a:ext cx="86879" cy="59958"/>
              </a:xfrm>
              <a:prstGeom prst="line">
                <a:avLst/>
              </a:prstGeom>
              <a:noFill/>
              <a:ln w="3">
                <a:solidFill>
                  <a:srgbClr val="FF0000"/>
                </a:solidFill>
                <a:round/>
                <a:headEnd/>
                <a:tailEnd/>
              </a:ln>
            </p:spPr>
            <p:txBody>
              <a:bodyPr/>
              <a:lstStyle/>
              <a:p>
                <a:endParaRPr lang="en-US" dirty="0"/>
              </a:p>
            </p:txBody>
          </p:sp>
          <p:sp>
            <p:nvSpPr>
              <p:cNvPr id="487605" name="Line 55"/>
              <p:cNvSpPr>
                <a:spLocks noChangeShapeType="1"/>
              </p:cNvSpPr>
              <p:nvPr/>
            </p:nvSpPr>
            <p:spPr bwMode="auto">
              <a:xfrm>
                <a:off x="3568114" y="1896023"/>
                <a:ext cx="91705" cy="63290"/>
              </a:xfrm>
              <a:prstGeom prst="line">
                <a:avLst/>
              </a:prstGeom>
              <a:noFill/>
              <a:ln w="3">
                <a:solidFill>
                  <a:srgbClr val="FF0000"/>
                </a:solidFill>
                <a:round/>
                <a:headEnd/>
                <a:tailEnd/>
              </a:ln>
            </p:spPr>
            <p:txBody>
              <a:bodyPr/>
              <a:lstStyle/>
              <a:p>
                <a:endParaRPr lang="en-US" dirty="0"/>
              </a:p>
            </p:txBody>
          </p:sp>
          <p:sp>
            <p:nvSpPr>
              <p:cNvPr id="487606" name="Line 56"/>
              <p:cNvSpPr>
                <a:spLocks noChangeShapeType="1"/>
              </p:cNvSpPr>
              <p:nvPr/>
            </p:nvSpPr>
            <p:spPr bwMode="auto">
              <a:xfrm>
                <a:off x="3659819" y="1959312"/>
                <a:ext cx="91705" cy="66620"/>
              </a:xfrm>
              <a:prstGeom prst="line">
                <a:avLst/>
              </a:prstGeom>
              <a:noFill/>
              <a:ln w="3">
                <a:solidFill>
                  <a:srgbClr val="FF0000"/>
                </a:solidFill>
                <a:round/>
                <a:headEnd/>
                <a:tailEnd/>
              </a:ln>
            </p:spPr>
            <p:txBody>
              <a:bodyPr/>
              <a:lstStyle/>
              <a:p>
                <a:endParaRPr lang="en-US" dirty="0"/>
              </a:p>
            </p:txBody>
          </p:sp>
          <p:sp>
            <p:nvSpPr>
              <p:cNvPr id="487607" name="Line 57"/>
              <p:cNvSpPr>
                <a:spLocks noChangeShapeType="1"/>
              </p:cNvSpPr>
              <p:nvPr/>
            </p:nvSpPr>
            <p:spPr bwMode="auto">
              <a:xfrm>
                <a:off x="3751525" y="2025932"/>
                <a:ext cx="91705" cy="66620"/>
              </a:xfrm>
              <a:prstGeom prst="line">
                <a:avLst/>
              </a:prstGeom>
              <a:noFill/>
              <a:ln w="3">
                <a:solidFill>
                  <a:srgbClr val="FF0000"/>
                </a:solidFill>
                <a:round/>
                <a:headEnd/>
                <a:tailEnd/>
              </a:ln>
            </p:spPr>
            <p:txBody>
              <a:bodyPr/>
              <a:lstStyle/>
              <a:p>
                <a:endParaRPr lang="en-US" dirty="0"/>
              </a:p>
            </p:txBody>
          </p:sp>
          <p:sp>
            <p:nvSpPr>
              <p:cNvPr id="487608" name="Line 58"/>
              <p:cNvSpPr>
                <a:spLocks noChangeShapeType="1"/>
              </p:cNvSpPr>
              <p:nvPr/>
            </p:nvSpPr>
            <p:spPr bwMode="auto">
              <a:xfrm>
                <a:off x="3843229" y="2092553"/>
                <a:ext cx="91705" cy="69950"/>
              </a:xfrm>
              <a:prstGeom prst="line">
                <a:avLst/>
              </a:prstGeom>
              <a:noFill/>
              <a:ln w="3">
                <a:solidFill>
                  <a:srgbClr val="FF0000"/>
                </a:solidFill>
                <a:round/>
                <a:headEnd/>
                <a:tailEnd/>
              </a:ln>
            </p:spPr>
            <p:txBody>
              <a:bodyPr/>
              <a:lstStyle/>
              <a:p>
                <a:endParaRPr lang="en-US" dirty="0"/>
              </a:p>
            </p:txBody>
          </p:sp>
          <p:sp>
            <p:nvSpPr>
              <p:cNvPr id="487609" name="Line 59"/>
              <p:cNvSpPr>
                <a:spLocks noChangeShapeType="1"/>
              </p:cNvSpPr>
              <p:nvPr/>
            </p:nvSpPr>
            <p:spPr bwMode="auto">
              <a:xfrm>
                <a:off x="3934934" y="2162503"/>
                <a:ext cx="86879" cy="66620"/>
              </a:xfrm>
              <a:prstGeom prst="line">
                <a:avLst/>
              </a:prstGeom>
              <a:noFill/>
              <a:ln w="3">
                <a:solidFill>
                  <a:srgbClr val="FF0000"/>
                </a:solidFill>
                <a:round/>
                <a:headEnd/>
                <a:tailEnd/>
              </a:ln>
            </p:spPr>
            <p:txBody>
              <a:bodyPr/>
              <a:lstStyle/>
              <a:p>
                <a:endParaRPr lang="en-US" dirty="0"/>
              </a:p>
            </p:txBody>
          </p:sp>
          <p:sp>
            <p:nvSpPr>
              <p:cNvPr id="487610" name="Line 60"/>
              <p:cNvSpPr>
                <a:spLocks noChangeShapeType="1"/>
              </p:cNvSpPr>
              <p:nvPr/>
            </p:nvSpPr>
            <p:spPr bwMode="auto">
              <a:xfrm>
                <a:off x="4021814" y="2229123"/>
                <a:ext cx="91705" cy="69950"/>
              </a:xfrm>
              <a:prstGeom prst="line">
                <a:avLst/>
              </a:prstGeom>
              <a:noFill/>
              <a:ln w="3">
                <a:solidFill>
                  <a:srgbClr val="FF0000"/>
                </a:solidFill>
                <a:round/>
                <a:headEnd/>
                <a:tailEnd/>
              </a:ln>
            </p:spPr>
            <p:txBody>
              <a:bodyPr/>
              <a:lstStyle/>
              <a:p>
                <a:endParaRPr lang="en-US" dirty="0"/>
              </a:p>
            </p:txBody>
          </p:sp>
          <p:sp>
            <p:nvSpPr>
              <p:cNvPr id="487611" name="Line 61"/>
              <p:cNvSpPr>
                <a:spLocks noChangeShapeType="1"/>
              </p:cNvSpPr>
              <p:nvPr/>
            </p:nvSpPr>
            <p:spPr bwMode="auto">
              <a:xfrm>
                <a:off x="4113518" y="2299074"/>
                <a:ext cx="91705" cy="66620"/>
              </a:xfrm>
              <a:prstGeom prst="line">
                <a:avLst/>
              </a:prstGeom>
              <a:noFill/>
              <a:ln w="3">
                <a:solidFill>
                  <a:srgbClr val="FF0000"/>
                </a:solidFill>
                <a:round/>
                <a:headEnd/>
                <a:tailEnd/>
              </a:ln>
            </p:spPr>
            <p:txBody>
              <a:bodyPr/>
              <a:lstStyle/>
              <a:p>
                <a:endParaRPr lang="en-US" dirty="0"/>
              </a:p>
            </p:txBody>
          </p:sp>
          <p:sp>
            <p:nvSpPr>
              <p:cNvPr id="487612" name="Line 62"/>
              <p:cNvSpPr>
                <a:spLocks noChangeShapeType="1"/>
              </p:cNvSpPr>
              <p:nvPr/>
            </p:nvSpPr>
            <p:spPr bwMode="auto">
              <a:xfrm>
                <a:off x="4205223" y="2365693"/>
                <a:ext cx="91705" cy="66620"/>
              </a:xfrm>
              <a:prstGeom prst="line">
                <a:avLst/>
              </a:prstGeom>
              <a:noFill/>
              <a:ln w="3">
                <a:solidFill>
                  <a:srgbClr val="FF0000"/>
                </a:solidFill>
                <a:round/>
                <a:headEnd/>
                <a:tailEnd/>
              </a:ln>
            </p:spPr>
            <p:txBody>
              <a:bodyPr/>
              <a:lstStyle/>
              <a:p>
                <a:endParaRPr lang="en-US" dirty="0"/>
              </a:p>
            </p:txBody>
          </p:sp>
          <p:sp>
            <p:nvSpPr>
              <p:cNvPr id="487613" name="Line 63"/>
              <p:cNvSpPr>
                <a:spLocks noChangeShapeType="1"/>
              </p:cNvSpPr>
              <p:nvPr/>
            </p:nvSpPr>
            <p:spPr bwMode="auto">
              <a:xfrm>
                <a:off x="4296929" y="2432312"/>
                <a:ext cx="91705" cy="63290"/>
              </a:xfrm>
              <a:prstGeom prst="line">
                <a:avLst/>
              </a:prstGeom>
              <a:noFill/>
              <a:ln w="3">
                <a:solidFill>
                  <a:srgbClr val="FF0000"/>
                </a:solidFill>
                <a:round/>
                <a:headEnd/>
                <a:tailEnd/>
              </a:ln>
            </p:spPr>
            <p:txBody>
              <a:bodyPr/>
              <a:lstStyle/>
              <a:p>
                <a:endParaRPr lang="en-US" dirty="0"/>
              </a:p>
            </p:txBody>
          </p:sp>
          <p:sp>
            <p:nvSpPr>
              <p:cNvPr id="487614" name="Line 64"/>
              <p:cNvSpPr>
                <a:spLocks noChangeShapeType="1"/>
              </p:cNvSpPr>
              <p:nvPr/>
            </p:nvSpPr>
            <p:spPr bwMode="auto">
              <a:xfrm>
                <a:off x="4388633" y="2495603"/>
                <a:ext cx="86879" cy="59958"/>
              </a:xfrm>
              <a:prstGeom prst="line">
                <a:avLst/>
              </a:prstGeom>
              <a:noFill/>
              <a:ln w="3">
                <a:solidFill>
                  <a:srgbClr val="FF0000"/>
                </a:solidFill>
                <a:round/>
                <a:headEnd/>
                <a:tailEnd/>
              </a:ln>
            </p:spPr>
            <p:txBody>
              <a:bodyPr/>
              <a:lstStyle/>
              <a:p>
                <a:endParaRPr lang="en-US" dirty="0"/>
              </a:p>
            </p:txBody>
          </p:sp>
          <p:sp>
            <p:nvSpPr>
              <p:cNvPr id="487615" name="Line 65"/>
              <p:cNvSpPr>
                <a:spLocks noChangeShapeType="1"/>
              </p:cNvSpPr>
              <p:nvPr/>
            </p:nvSpPr>
            <p:spPr bwMode="auto">
              <a:xfrm>
                <a:off x="4475511" y="2555560"/>
                <a:ext cx="91705" cy="56627"/>
              </a:xfrm>
              <a:prstGeom prst="line">
                <a:avLst/>
              </a:prstGeom>
              <a:noFill/>
              <a:ln w="3">
                <a:solidFill>
                  <a:srgbClr val="FF0000"/>
                </a:solidFill>
                <a:round/>
                <a:headEnd/>
                <a:tailEnd/>
              </a:ln>
            </p:spPr>
            <p:txBody>
              <a:bodyPr/>
              <a:lstStyle/>
              <a:p>
                <a:endParaRPr lang="en-US" dirty="0"/>
              </a:p>
            </p:txBody>
          </p:sp>
          <p:sp>
            <p:nvSpPr>
              <p:cNvPr id="487616" name="Line 66"/>
              <p:cNvSpPr>
                <a:spLocks noChangeShapeType="1"/>
              </p:cNvSpPr>
              <p:nvPr/>
            </p:nvSpPr>
            <p:spPr bwMode="auto">
              <a:xfrm>
                <a:off x="4567216" y="2612186"/>
                <a:ext cx="91705" cy="53297"/>
              </a:xfrm>
              <a:prstGeom prst="line">
                <a:avLst/>
              </a:prstGeom>
              <a:noFill/>
              <a:ln w="3">
                <a:solidFill>
                  <a:srgbClr val="FF0000"/>
                </a:solidFill>
                <a:round/>
                <a:headEnd/>
                <a:tailEnd/>
              </a:ln>
            </p:spPr>
            <p:txBody>
              <a:bodyPr/>
              <a:lstStyle/>
              <a:p>
                <a:endParaRPr lang="en-US" dirty="0"/>
              </a:p>
            </p:txBody>
          </p:sp>
          <p:sp>
            <p:nvSpPr>
              <p:cNvPr id="487617" name="Line 67"/>
              <p:cNvSpPr>
                <a:spLocks noChangeShapeType="1"/>
              </p:cNvSpPr>
              <p:nvPr/>
            </p:nvSpPr>
            <p:spPr bwMode="auto">
              <a:xfrm>
                <a:off x="4658922" y="2665483"/>
                <a:ext cx="91705" cy="46634"/>
              </a:xfrm>
              <a:prstGeom prst="line">
                <a:avLst/>
              </a:prstGeom>
              <a:noFill/>
              <a:ln w="3">
                <a:solidFill>
                  <a:srgbClr val="FF0000"/>
                </a:solidFill>
                <a:round/>
                <a:headEnd/>
                <a:tailEnd/>
              </a:ln>
            </p:spPr>
            <p:txBody>
              <a:bodyPr/>
              <a:lstStyle/>
              <a:p>
                <a:endParaRPr lang="en-US" dirty="0"/>
              </a:p>
            </p:txBody>
          </p:sp>
          <p:sp>
            <p:nvSpPr>
              <p:cNvPr id="487618" name="Line 68"/>
              <p:cNvSpPr>
                <a:spLocks noChangeShapeType="1"/>
              </p:cNvSpPr>
              <p:nvPr/>
            </p:nvSpPr>
            <p:spPr bwMode="auto">
              <a:xfrm>
                <a:off x="4750627" y="2712117"/>
                <a:ext cx="86879" cy="43303"/>
              </a:xfrm>
              <a:prstGeom prst="line">
                <a:avLst/>
              </a:prstGeom>
              <a:noFill/>
              <a:ln w="3">
                <a:solidFill>
                  <a:srgbClr val="FF0000"/>
                </a:solidFill>
                <a:round/>
                <a:headEnd/>
                <a:tailEnd/>
              </a:ln>
            </p:spPr>
            <p:txBody>
              <a:bodyPr/>
              <a:lstStyle/>
              <a:p>
                <a:endParaRPr lang="en-US" dirty="0"/>
              </a:p>
            </p:txBody>
          </p:sp>
          <p:sp>
            <p:nvSpPr>
              <p:cNvPr id="487619" name="Line 69"/>
              <p:cNvSpPr>
                <a:spLocks noChangeShapeType="1"/>
              </p:cNvSpPr>
              <p:nvPr/>
            </p:nvSpPr>
            <p:spPr bwMode="auto">
              <a:xfrm>
                <a:off x="4837506" y="2755421"/>
                <a:ext cx="91705" cy="36640"/>
              </a:xfrm>
              <a:prstGeom prst="line">
                <a:avLst/>
              </a:prstGeom>
              <a:noFill/>
              <a:ln w="3">
                <a:solidFill>
                  <a:srgbClr val="FF0000"/>
                </a:solidFill>
                <a:round/>
                <a:headEnd/>
                <a:tailEnd/>
              </a:ln>
            </p:spPr>
            <p:txBody>
              <a:bodyPr/>
              <a:lstStyle/>
              <a:p>
                <a:endParaRPr lang="en-US" dirty="0"/>
              </a:p>
            </p:txBody>
          </p:sp>
          <p:sp>
            <p:nvSpPr>
              <p:cNvPr id="487620" name="Line 70"/>
              <p:cNvSpPr>
                <a:spLocks noChangeShapeType="1"/>
              </p:cNvSpPr>
              <p:nvPr/>
            </p:nvSpPr>
            <p:spPr bwMode="auto">
              <a:xfrm>
                <a:off x="4929211" y="2792061"/>
                <a:ext cx="91705" cy="29979"/>
              </a:xfrm>
              <a:prstGeom prst="line">
                <a:avLst/>
              </a:prstGeom>
              <a:noFill/>
              <a:ln w="3">
                <a:solidFill>
                  <a:srgbClr val="FF0000"/>
                </a:solidFill>
                <a:round/>
                <a:headEnd/>
                <a:tailEnd/>
              </a:ln>
            </p:spPr>
            <p:txBody>
              <a:bodyPr/>
              <a:lstStyle/>
              <a:p>
                <a:endParaRPr lang="en-US" dirty="0"/>
              </a:p>
            </p:txBody>
          </p:sp>
          <p:sp>
            <p:nvSpPr>
              <p:cNvPr id="487621" name="Line 71"/>
              <p:cNvSpPr>
                <a:spLocks noChangeShapeType="1"/>
              </p:cNvSpPr>
              <p:nvPr/>
            </p:nvSpPr>
            <p:spPr bwMode="auto">
              <a:xfrm>
                <a:off x="5020915" y="2822039"/>
                <a:ext cx="91705" cy="23317"/>
              </a:xfrm>
              <a:prstGeom prst="line">
                <a:avLst/>
              </a:prstGeom>
              <a:noFill/>
              <a:ln w="3">
                <a:solidFill>
                  <a:srgbClr val="FF0000"/>
                </a:solidFill>
                <a:round/>
                <a:headEnd/>
                <a:tailEnd/>
              </a:ln>
            </p:spPr>
            <p:txBody>
              <a:bodyPr/>
              <a:lstStyle/>
              <a:p>
                <a:endParaRPr lang="en-US" dirty="0"/>
              </a:p>
            </p:txBody>
          </p:sp>
          <p:sp>
            <p:nvSpPr>
              <p:cNvPr id="487622" name="Line 72"/>
              <p:cNvSpPr>
                <a:spLocks noChangeShapeType="1"/>
              </p:cNvSpPr>
              <p:nvPr/>
            </p:nvSpPr>
            <p:spPr bwMode="auto">
              <a:xfrm>
                <a:off x="5112620" y="2845356"/>
                <a:ext cx="91705" cy="19987"/>
              </a:xfrm>
              <a:prstGeom prst="line">
                <a:avLst/>
              </a:prstGeom>
              <a:noFill/>
              <a:ln w="3">
                <a:solidFill>
                  <a:srgbClr val="FF0000"/>
                </a:solidFill>
                <a:round/>
                <a:headEnd/>
                <a:tailEnd/>
              </a:ln>
            </p:spPr>
            <p:txBody>
              <a:bodyPr/>
              <a:lstStyle/>
              <a:p>
                <a:endParaRPr lang="en-US" dirty="0"/>
              </a:p>
            </p:txBody>
          </p:sp>
          <p:sp>
            <p:nvSpPr>
              <p:cNvPr id="487623" name="Line 73"/>
              <p:cNvSpPr>
                <a:spLocks noChangeShapeType="1"/>
              </p:cNvSpPr>
              <p:nvPr/>
            </p:nvSpPr>
            <p:spPr bwMode="auto">
              <a:xfrm>
                <a:off x="5204324" y="2865343"/>
                <a:ext cx="91705" cy="9993"/>
              </a:xfrm>
              <a:prstGeom prst="line">
                <a:avLst/>
              </a:prstGeom>
              <a:noFill/>
              <a:ln w="3">
                <a:solidFill>
                  <a:srgbClr val="FF0000"/>
                </a:solidFill>
                <a:round/>
                <a:headEnd/>
                <a:tailEnd/>
              </a:ln>
            </p:spPr>
            <p:txBody>
              <a:bodyPr/>
              <a:lstStyle/>
              <a:p>
                <a:endParaRPr lang="en-US" dirty="0"/>
              </a:p>
            </p:txBody>
          </p:sp>
          <p:sp>
            <p:nvSpPr>
              <p:cNvPr id="487624" name="Line 74"/>
              <p:cNvSpPr>
                <a:spLocks noChangeShapeType="1"/>
              </p:cNvSpPr>
              <p:nvPr/>
            </p:nvSpPr>
            <p:spPr bwMode="auto">
              <a:xfrm>
                <a:off x="5296030" y="2875336"/>
                <a:ext cx="86879" cy="3331"/>
              </a:xfrm>
              <a:prstGeom prst="line">
                <a:avLst/>
              </a:prstGeom>
              <a:noFill/>
              <a:ln w="3">
                <a:solidFill>
                  <a:srgbClr val="FF0000"/>
                </a:solidFill>
                <a:round/>
                <a:headEnd/>
                <a:tailEnd/>
              </a:ln>
            </p:spPr>
            <p:txBody>
              <a:bodyPr/>
              <a:lstStyle/>
              <a:p>
                <a:endParaRPr lang="en-US" dirty="0"/>
              </a:p>
            </p:txBody>
          </p:sp>
          <p:sp>
            <p:nvSpPr>
              <p:cNvPr id="487625" name="Line 75"/>
              <p:cNvSpPr>
                <a:spLocks noChangeShapeType="1"/>
              </p:cNvSpPr>
              <p:nvPr/>
            </p:nvSpPr>
            <p:spPr bwMode="auto">
              <a:xfrm flipV="1">
                <a:off x="5382910" y="2875336"/>
                <a:ext cx="91705" cy="3331"/>
              </a:xfrm>
              <a:prstGeom prst="line">
                <a:avLst/>
              </a:prstGeom>
              <a:noFill/>
              <a:ln w="3">
                <a:solidFill>
                  <a:srgbClr val="FF0000"/>
                </a:solidFill>
                <a:round/>
                <a:headEnd/>
                <a:tailEnd/>
              </a:ln>
            </p:spPr>
            <p:txBody>
              <a:bodyPr/>
              <a:lstStyle/>
              <a:p>
                <a:endParaRPr lang="en-US" dirty="0"/>
              </a:p>
            </p:txBody>
          </p:sp>
          <p:sp>
            <p:nvSpPr>
              <p:cNvPr id="487626" name="Line 76"/>
              <p:cNvSpPr>
                <a:spLocks noChangeShapeType="1"/>
              </p:cNvSpPr>
              <p:nvPr/>
            </p:nvSpPr>
            <p:spPr bwMode="auto">
              <a:xfrm flipV="1">
                <a:off x="5474614" y="2865343"/>
                <a:ext cx="91705" cy="9993"/>
              </a:xfrm>
              <a:prstGeom prst="line">
                <a:avLst/>
              </a:prstGeom>
              <a:noFill/>
              <a:ln w="3">
                <a:solidFill>
                  <a:srgbClr val="FF0000"/>
                </a:solidFill>
                <a:round/>
                <a:headEnd/>
                <a:tailEnd/>
              </a:ln>
            </p:spPr>
            <p:txBody>
              <a:bodyPr/>
              <a:lstStyle/>
              <a:p>
                <a:endParaRPr lang="en-US" dirty="0"/>
              </a:p>
            </p:txBody>
          </p:sp>
          <p:sp>
            <p:nvSpPr>
              <p:cNvPr id="487627" name="Line 77"/>
              <p:cNvSpPr>
                <a:spLocks noChangeShapeType="1"/>
              </p:cNvSpPr>
              <p:nvPr/>
            </p:nvSpPr>
            <p:spPr bwMode="auto">
              <a:xfrm flipV="1">
                <a:off x="5566319" y="2848688"/>
                <a:ext cx="91705" cy="16655"/>
              </a:xfrm>
              <a:prstGeom prst="line">
                <a:avLst/>
              </a:prstGeom>
              <a:noFill/>
              <a:ln w="3">
                <a:solidFill>
                  <a:srgbClr val="FF0000"/>
                </a:solidFill>
                <a:round/>
                <a:headEnd/>
                <a:tailEnd/>
              </a:ln>
            </p:spPr>
            <p:txBody>
              <a:bodyPr/>
              <a:lstStyle/>
              <a:p>
                <a:endParaRPr lang="en-US" dirty="0"/>
              </a:p>
            </p:txBody>
          </p:sp>
          <p:sp>
            <p:nvSpPr>
              <p:cNvPr id="487628" name="Line 78"/>
              <p:cNvSpPr>
                <a:spLocks noChangeShapeType="1"/>
              </p:cNvSpPr>
              <p:nvPr/>
            </p:nvSpPr>
            <p:spPr bwMode="auto">
              <a:xfrm flipV="1">
                <a:off x="5658023" y="2825371"/>
                <a:ext cx="91705" cy="23317"/>
              </a:xfrm>
              <a:prstGeom prst="line">
                <a:avLst/>
              </a:prstGeom>
              <a:noFill/>
              <a:ln w="3">
                <a:solidFill>
                  <a:srgbClr val="FF0000"/>
                </a:solidFill>
                <a:round/>
                <a:headEnd/>
                <a:tailEnd/>
              </a:ln>
            </p:spPr>
            <p:txBody>
              <a:bodyPr/>
              <a:lstStyle/>
              <a:p>
                <a:endParaRPr lang="en-US" dirty="0"/>
              </a:p>
            </p:txBody>
          </p:sp>
          <p:sp>
            <p:nvSpPr>
              <p:cNvPr id="487629" name="Line 79"/>
              <p:cNvSpPr>
                <a:spLocks noChangeShapeType="1"/>
              </p:cNvSpPr>
              <p:nvPr/>
            </p:nvSpPr>
            <p:spPr bwMode="auto">
              <a:xfrm flipV="1">
                <a:off x="5749728" y="2795392"/>
                <a:ext cx="86879" cy="29979"/>
              </a:xfrm>
              <a:prstGeom prst="line">
                <a:avLst/>
              </a:prstGeom>
              <a:noFill/>
              <a:ln w="3">
                <a:solidFill>
                  <a:srgbClr val="FF0000"/>
                </a:solidFill>
                <a:round/>
                <a:headEnd/>
                <a:tailEnd/>
              </a:ln>
            </p:spPr>
            <p:txBody>
              <a:bodyPr/>
              <a:lstStyle/>
              <a:p>
                <a:endParaRPr lang="en-US" dirty="0"/>
              </a:p>
            </p:txBody>
          </p:sp>
          <p:sp>
            <p:nvSpPr>
              <p:cNvPr id="487630" name="Line 80"/>
              <p:cNvSpPr>
                <a:spLocks noChangeShapeType="1"/>
              </p:cNvSpPr>
              <p:nvPr/>
            </p:nvSpPr>
            <p:spPr bwMode="auto">
              <a:xfrm flipV="1">
                <a:off x="5836607" y="2758752"/>
                <a:ext cx="91705" cy="36640"/>
              </a:xfrm>
              <a:prstGeom prst="line">
                <a:avLst/>
              </a:prstGeom>
              <a:noFill/>
              <a:ln w="3">
                <a:solidFill>
                  <a:srgbClr val="FF0000"/>
                </a:solidFill>
                <a:round/>
                <a:headEnd/>
                <a:tailEnd/>
              </a:ln>
            </p:spPr>
            <p:txBody>
              <a:bodyPr/>
              <a:lstStyle/>
              <a:p>
                <a:endParaRPr lang="en-US" dirty="0"/>
              </a:p>
            </p:txBody>
          </p:sp>
          <p:sp>
            <p:nvSpPr>
              <p:cNvPr id="487631" name="Line 81"/>
              <p:cNvSpPr>
                <a:spLocks noChangeShapeType="1"/>
              </p:cNvSpPr>
              <p:nvPr/>
            </p:nvSpPr>
            <p:spPr bwMode="auto">
              <a:xfrm flipV="1">
                <a:off x="5928313" y="2718779"/>
                <a:ext cx="91705" cy="39972"/>
              </a:xfrm>
              <a:prstGeom prst="line">
                <a:avLst/>
              </a:prstGeom>
              <a:noFill/>
              <a:ln w="3">
                <a:solidFill>
                  <a:srgbClr val="FF0000"/>
                </a:solidFill>
                <a:round/>
                <a:headEnd/>
                <a:tailEnd/>
              </a:ln>
            </p:spPr>
            <p:txBody>
              <a:bodyPr/>
              <a:lstStyle/>
              <a:p>
                <a:endParaRPr lang="en-US" dirty="0"/>
              </a:p>
            </p:txBody>
          </p:sp>
          <p:sp>
            <p:nvSpPr>
              <p:cNvPr id="487632" name="Line 82"/>
              <p:cNvSpPr>
                <a:spLocks noChangeShapeType="1"/>
              </p:cNvSpPr>
              <p:nvPr/>
            </p:nvSpPr>
            <p:spPr bwMode="auto">
              <a:xfrm flipV="1">
                <a:off x="6020018" y="2672145"/>
                <a:ext cx="91705" cy="46634"/>
              </a:xfrm>
              <a:prstGeom prst="line">
                <a:avLst/>
              </a:prstGeom>
              <a:noFill/>
              <a:ln w="3">
                <a:solidFill>
                  <a:srgbClr val="FF0000"/>
                </a:solidFill>
                <a:round/>
                <a:headEnd/>
                <a:tailEnd/>
              </a:ln>
            </p:spPr>
            <p:txBody>
              <a:bodyPr/>
              <a:lstStyle/>
              <a:p>
                <a:endParaRPr lang="en-US" dirty="0"/>
              </a:p>
            </p:txBody>
          </p:sp>
          <p:sp>
            <p:nvSpPr>
              <p:cNvPr id="487633" name="Line 83"/>
              <p:cNvSpPr>
                <a:spLocks noChangeShapeType="1"/>
              </p:cNvSpPr>
              <p:nvPr/>
            </p:nvSpPr>
            <p:spPr bwMode="auto">
              <a:xfrm flipV="1">
                <a:off x="6111723" y="2618848"/>
                <a:ext cx="91705" cy="53297"/>
              </a:xfrm>
              <a:prstGeom prst="line">
                <a:avLst/>
              </a:prstGeom>
              <a:noFill/>
              <a:ln w="3">
                <a:solidFill>
                  <a:srgbClr val="FF0000"/>
                </a:solidFill>
                <a:round/>
                <a:headEnd/>
                <a:tailEnd/>
              </a:ln>
            </p:spPr>
            <p:txBody>
              <a:bodyPr/>
              <a:lstStyle/>
              <a:p>
                <a:endParaRPr lang="en-US" dirty="0"/>
              </a:p>
            </p:txBody>
          </p:sp>
          <p:sp>
            <p:nvSpPr>
              <p:cNvPr id="487634" name="Line 84"/>
              <p:cNvSpPr>
                <a:spLocks noChangeShapeType="1"/>
              </p:cNvSpPr>
              <p:nvPr/>
            </p:nvSpPr>
            <p:spPr bwMode="auto">
              <a:xfrm flipV="1">
                <a:off x="6203427" y="2562221"/>
                <a:ext cx="86879" cy="56627"/>
              </a:xfrm>
              <a:prstGeom prst="line">
                <a:avLst/>
              </a:prstGeom>
              <a:noFill/>
              <a:ln w="3">
                <a:solidFill>
                  <a:srgbClr val="FF0000"/>
                </a:solidFill>
                <a:round/>
                <a:headEnd/>
                <a:tailEnd/>
              </a:ln>
            </p:spPr>
            <p:txBody>
              <a:bodyPr/>
              <a:lstStyle/>
              <a:p>
                <a:endParaRPr lang="en-US" dirty="0"/>
              </a:p>
            </p:txBody>
          </p:sp>
          <p:sp>
            <p:nvSpPr>
              <p:cNvPr id="487635" name="Line 85"/>
              <p:cNvSpPr>
                <a:spLocks noChangeShapeType="1"/>
              </p:cNvSpPr>
              <p:nvPr/>
            </p:nvSpPr>
            <p:spPr bwMode="auto">
              <a:xfrm flipV="1">
                <a:off x="6290306" y="2502263"/>
                <a:ext cx="91705" cy="59958"/>
              </a:xfrm>
              <a:prstGeom prst="line">
                <a:avLst/>
              </a:prstGeom>
              <a:noFill/>
              <a:ln w="3">
                <a:solidFill>
                  <a:srgbClr val="FF0000"/>
                </a:solidFill>
                <a:round/>
                <a:headEnd/>
                <a:tailEnd/>
              </a:ln>
            </p:spPr>
            <p:txBody>
              <a:bodyPr/>
              <a:lstStyle/>
              <a:p>
                <a:endParaRPr lang="en-US" dirty="0"/>
              </a:p>
            </p:txBody>
          </p:sp>
          <p:sp>
            <p:nvSpPr>
              <p:cNvPr id="487636" name="Line 86"/>
              <p:cNvSpPr>
                <a:spLocks noChangeShapeType="1"/>
              </p:cNvSpPr>
              <p:nvPr/>
            </p:nvSpPr>
            <p:spPr bwMode="auto">
              <a:xfrm flipV="1">
                <a:off x="6382011" y="2438974"/>
                <a:ext cx="91705" cy="63290"/>
              </a:xfrm>
              <a:prstGeom prst="line">
                <a:avLst/>
              </a:prstGeom>
              <a:noFill/>
              <a:ln w="3">
                <a:solidFill>
                  <a:srgbClr val="FF0000"/>
                </a:solidFill>
                <a:round/>
                <a:headEnd/>
                <a:tailEnd/>
              </a:ln>
            </p:spPr>
            <p:txBody>
              <a:bodyPr/>
              <a:lstStyle/>
              <a:p>
                <a:endParaRPr lang="en-US" dirty="0"/>
              </a:p>
            </p:txBody>
          </p:sp>
          <p:sp>
            <p:nvSpPr>
              <p:cNvPr id="487637" name="Line 87"/>
              <p:cNvSpPr>
                <a:spLocks noChangeShapeType="1"/>
              </p:cNvSpPr>
              <p:nvPr/>
            </p:nvSpPr>
            <p:spPr bwMode="auto">
              <a:xfrm flipV="1">
                <a:off x="6473717" y="2372355"/>
                <a:ext cx="91705" cy="66620"/>
              </a:xfrm>
              <a:prstGeom prst="line">
                <a:avLst/>
              </a:prstGeom>
              <a:noFill/>
              <a:ln w="3">
                <a:solidFill>
                  <a:srgbClr val="FF0000"/>
                </a:solidFill>
                <a:round/>
                <a:headEnd/>
                <a:tailEnd/>
              </a:ln>
            </p:spPr>
            <p:txBody>
              <a:bodyPr/>
              <a:lstStyle/>
              <a:p>
                <a:endParaRPr lang="en-US" dirty="0"/>
              </a:p>
            </p:txBody>
          </p:sp>
          <p:sp>
            <p:nvSpPr>
              <p:cNvPr id="487638" name="Line 88"/>
              <p:cNvSpPr>
                <a:spLocks noChangeShapeType="1"/>
              </p:cNvSpPr>
              <p:nvPr/>
            </p:nvSpPr>
            <p:spPr bwMode="auto">
              <a:xfrm flipV="1">
                <a:off x="6565422" y="2305736"/>
                <a:ext cx="91705" cy="66620"/>
              </a:xfrm>
              <a:prstGeom prst="line">
                <a:avLst/>
              </a:prstGeom>
              <a:noFill/>
              <a:ln w="3">
                <a:solidFill>
                  <a:srgbClr val="FF0000"/>
                </a:solidFill>
                <a:round/>
                <a:headEnd/>
                <a:tailEnd/>
              </a:ln>
            </p:spPr>
            <p:txBody>
              <a:bodyPr/>
              <a:lstStyle/>
              <a:p>
                <a:endParaRPr lang="en-US" dirty="0"/>
              </a:p>
            </p:txBody>
          </p:sp>
          <p:sp>
            <p:nvSpPr>
              <p:cNvPr id="487639" name="Line 89"/>
              <p:cNvSpPr>
                <a:spLocks noChangeShapeType="1"/>
              </p:cNvSpPr>
              <p:nvPr/>
            </p:nvSpPr>
            <p:spPr bwMode="auto">
              <a:xfrm flipV="1">
                <a:off x="6657126" y="2235785"/>
                <a:ext cx="91705" cy="69950"/>
              </a:xfrm>
              <a:prstGeom prst="line">
                <a:avLst/>
              </a:prstGeom>
              <a:noFill/>
              <a:ln w="3">
                <a:solidFill>
                  <a:srgbClr val="FF0000"/>
                </a:solidFill>
                <a:round/>
                <a:headEnd/>
                <a:tailEnd/>
              </a:ln>
            </p:spPr>
            <p:txBody>
              <a:bodyPr/>
              <a:lstStyle/>
              <a:p>
                <a:endParaRPr lang="en-US" dirty="0"/>
              </a:p>
            </p:txBody>
          </p:sp>
          <p:sp>
            <p:nvSpPr>
              <p:cNvPr id="487640" name="Line 90"/>
              <p:cNvSpPr>
                <a:spLocks noChangeShapeType="1"/>
              </p:cNvSpPr>
              <p:nvPr/>
            </p:nvSpPr>
            <p:spPr bwMode="auto">
              <a:xfrm flipV="1">
                <a:off x="6748831" y="2169165"/>
                <a:ext cx="86879" cy="66620"/>
              </a:xfrm>
              <a:prstGeom prst="line">
                <a:avLst/>
              </a:prstGeom>
              <a:noFill/>
              <a:ln w="3">
                <a:solidFill>
                  <a:srgbClr val="FF0000"/>
                </a:solidFill>
                <a:round/>
                <a:headEnd/>
                <a:tailEnd/>
              </a:ln>
            </p:spPr>
            <p:txBody>
              <a:bodyPr/>
              <a:lstStyle/>
              <a:p>
                <a:endParaRPr lang="en-US" dirty="0"/>
              </a:p>
            </p:txBody>
          </p:sp>
          <p:sp>
            <p:nvSpPr>
              <p:cNvPr id="487641" name="Line 91"/>
              <p:cNvSpPr>
                <a:spLocks noChangeShapeType="1"/>
              </p:cNvSpPr>
              <p:nvPr/>
            </p:nvSpPr>
            <p:spPr bwMode="auto">
              <a:xfrm flipV="1">
                <a:off x="6835710" y="2099214"/>
                <a:ext cx="91705" cy="69950"/>
              </a:xfrm>
              <a:prstGeom prst="line">
                <a:avLst/>
              </a:prstGeom>
              <a:noFill/>
              <a:ln w="3">
                <a:solidFill>
                  <a:srgbClr val="FF0000"/>
                </a:solidFill>
                <a:round/>
                <a:headEnd/>
                <a:tailEnd/>
              </a:ln>
            </p:spPr>
            <p:txBody>
              <a:bodyPr/>
              <a:lstStyle/>
              <a:p>
                <a:endParaRPr lang="en-US" dirty="0"/>
              </a:p>
            </p:txBody>
          </p:sp>
          <p:sp>
            <p:nvSpPr>
              <p:cNvPr id="487642" name="Line 92"/>
              <p:cNvSpPr>
                <a:spLocks noChangeShapeType="1"/>
              </p:cNvSpPr>
              <p:nvPr/>
            </p:nvSpPr>
            <p:spPr bwMode="auto">
              <a:xfrm flipV="1">
                <a:off x="6927415" y="2032594"/>
                <a:ext cx="91705" cy="66620"/>
              </a:xfrm>
              <a:prstGeom prst="line">
                <a:avLst/>
              </a:prstGeom>
              <a:noFill/>
              <a:ln w="3">
                <a:solidFill>
                  <a:srgbClr val="FF0000"/>
                </a:solidFill>
                <a:round/>
                <a:headEnd/>
                <a:tailEnd/>
              </a:ln>
            </p:spPr>
            <p:txBody>
              <a:bodyPr/>
              <a:lstStyle/>
              <a:p>
                <a:endParaRPr lang="en-US" dirty="0"/>
              </a:p>
            </p:txBody>
          </p:sp>
          <p:sp>
            <p:nvSpPr>
              <p:cNvPr id="487643" name="Line 93"/>
              <p:cNvSpPr>
                <a:spLocks noChangeShapeType="1"/>
              </p:cNvSpPr>
              <p:nvPr/>
            </p:nvSpPr>
            <p:spPr bwMode="auto">
              <a:xfrm flipV="1">
                <a:off x="7019119" y="1965974"/>
                <a:ext cx="91705" cy="66620"/>
              </a:xfrm>
              <a:prstGeom prst="line">
                <a:avLst/>
              </a:prstGeom>
              <a:noFill/>
              <a:ln w="3">
                <a:solidFill>
                  <a:srgbClr val="FF0000"/>
                </a:solidFill>
                <a:round/>
                <a:headEnd/>
                <a:tailEnd/>
              </a:ln>
            </p:spPr>
            <p:txBody>
              <a:bodyPr/>
              <a:lstStyle/>
              <a:p>
                <a:endParaRPr lang="en-US" dirty="0"/>
              </a:p>
            </p:txBody>
          </p:sp>
          <p:sp>
            <p:nvSpPr>
              <p:cNvPr id="487644" name="Line 94"/>
              <p:cNvSpPr>
                <a:spLocks noChangeShapeType="1"/>
              </p:cNvSpPr>
              <p:nvPr/>
            </p:nvSpPr>
            <p:spPr bwMode="auto">
              <a:xfrm flipV="1">
                <a:off x="7110826" y="1902683"/>
                <a:ext cx="91705" cy="63290"/>
              </a:xfrm>
              <a:prstGeom prst="line">
                <a:avLst/>
              </a:prstGeom>
              <a:noFill/>
              <a:ln w="3">
                <a:solidFill>
                  <a:srgbClr val="FF0000"/>
                </a:solidFill>
                <a:round/>
                <a:headEnd/>
                <a:tailEnd/>
              </a:ln>
            </p:spPr>
            <p:txBody>
              <a:bodyPr/>
              <a:lstStyle/>
              <a:p>
                <a:endParaRPr lang="en-US" dirty="0"/>
              </a:p>
            </p:txBody>
          </p:sp>
          <p:sp>
            <p:nvSpPr>
              <p:cNvPr id="487645" name="Line 95"/>
              <p:cNvSpPr>
                <a:spLocks noChangeShapeType="1"/>
              </p:cNvSpPr>
              <p:nvPr/>
            </p:nvSpPr>
            <p:spPr bwMode="auto">
              <a:xfrm flipV="1">
                <a:off x="7202530" y="1842727"/>
                <a:ext cx="86879" cy="59958"/>
              </a:xfrm>
              <a:prstGeom prst="line">
                <a:avLst/>
              </a:prstGeom>
              <a:noFill/>
              <a:ln w="3">
                <a:solidFill>
                  <a:srgbClr val="FF0000"/>
                </a:solidFill>
                <a:round/>
                <a:headEnd/>
                <a:tailEnd/>
              </a:ln>
            </p:spPr>
            <p:txBody>
              <a:bodyPr/>
              <a:lstStyle/>
              <a:p>
                <a:endParaRPr lang="en-US" dirty="0"/>
              </a:p>
            </p:txBody>
          </p:sp>
          <p:sp>
            <p:nvSpPr>
              <p:cNvPr id="487646" name="Line 33"/>
              <p:cNvSpPr>
                <a:spLocks noChangeShapeType="1"/>
              </p:cNvSpPr>
              <p:nvPr/>
            </p:nvSpPr>
            <p:spPr bwMode="auto">
              <a:xfrm flipH="1" flipV="1">
                <a:off x="9127001" y="1812468"/>
                <a:ext cx="86879" cy="59958"/>
              </a:xfrm>
              <a:prstGeom prst="line">
                <a:avLst/>
              </a:prstGeom>
              <a:noFill/>
              <a:ln w="3">
                <a:solidFill>
                  <a:srgbClr val="FF0000"/>
                </a:solidFill>
                <a:round/>
                <a:headEnd/>
                <a:tailEnd/>
              </a:ln>
            </p:spPr>
            <p:txBody>
              <a:bodyPr/>
              <a:lstStyle/>
              <a:p>
                <a:endParaRPr lang="en-US" dirty="0"/>
              </a:p>
            </p:txBody>
          </p:sp>
          <p:sp>
            <p:nvSpPr>
              <p:cNvPr id="487647" name="Line 34"/>
              <p:cNvSpPr>
                <a:spLocks noChangeShapeType="1"/>
              </p:cNvSpPr>
              <p:nvPr/>
            </p:nvSpPr>
            <p:spPr bwMode="auto">
              <a:xfrm flipH="1" flipV="1">
                <a:off x="9035296" y="1755841"/>
                <a:ext cx="91705" cy="56627"/>
              </a:xfrm>
              <a:prstGeom prst="line">
                <a:avLst/>
              </a:prstGeom>
              <a:noFill/>
              <a:ln w="3">
                <a:solidFill>
                  <a:srgbClr val="FF0000"/>
                </a:solidFill>
                <a:round/>
                <a:headEnd/>
                <a:tailEnd/>
              </a:ln>
            </p:spPr>
            <p:txBody>
              <a:bodyPr/>
              <a:lstStyle/>
              <a:p>
                <a:endParaRPr lang="en-US" dirty="0"/>
              </a:p>
            </p:txBody>
          </p:sp>
          <p:sp>
            <p:nvSpPr>
              <p:cNvPr id="487648" name="Line 35"/>
              <p:cNvSpPr>
                <a:spLocks noChangeShapeType="1"/>
              </p:cNvSpPr>
              <p:nvPr/>
            </p:nvSpPr>
            <p:spPr bwMode="auto">
              <a:xfrm flipH="1" flipV="1">
                <a:off x="8943592" y="1705877"/>
                <a:ext cx="91705" cy="49965"/>
              </a:xfrm>
              <a:prstGeom prst="line">
                <a:avLst/>
              </a:prstGeom>
              <a:noFill/>
              <a:ln w="3">
                <a:solidFill>
                  <a:srgbClr val="FF0000"/>
                </a:solidFill>
                <a:round/>
                <a:headEnd/>
                <a:tailEnd/>
              </a:ln>
            </p:spPr>
            <p:txBody>
              <a:bodyPr/>
              <a:lstStyle/>
              <a:p>
                <a:endParaRPr lang="en-US" dirty="0"/>
              </a:p>
            </p:txBody>
          </p:sp>
          <p:sp>
            <p:nvSpPr>
              <p:cNvPr id="487649" name="Line 36"/>
              <p:cNvSpPr>
                <a:spLocks noChangeShapeType="1"/>
              </p:cNvSpPr>
              <p:nvPr/>
            </p:nvSpPr>
            <p:spPr bwMode="auto">
              <a:xfrm flipH="1" flipV="1">
                <a:off x="8851886" y="1655912"/>
                <a:ext cx="91705" cy="49965"/>
              </a:xfrm>
              <a:prstGeom prst="line">
                <a:avLst/>
              </a:prstGeom>
              <a:noFill/>
              <a:ln w="3">
                <a:solidFill>
                  <a:srgbClr val="FF0000"/>
                </a:solidFill>
                <a:round/>
                <a:headEnd/>
                <a:tailEnd/>
              </a:ln>
            </p:spPr>
            <p:txBody>
              <a:bodyPr/>
              <a:lstStyle/>
              <a:p>
                <a:endParaRPr lang="en-US" dirty="0"/>
              </a:p>
            </p:txBody>
          </p:sp>
          <p:sp>
            <p:nvSpPr>
              <p:cNvPr id="487650" name="Line 37"/>
              <p:cNvSpPr>
                <a:spLocks noChangeShapeType="1"/>
              </p:cNvSpPr>
              <p:nvPr/>
            </p:nvSpPr>
            <p:spPr bwMode="auto">
              <a:xfrm flipH="1" flipV="1">
                <a:off x="8760181" y="1615940"/>
                <a:ext cx="91705" cy="39972"/>
              </a:xfrm>
              <a:prstGeom prst="line">
                <a:avLst/>
              </a:prstGeom>
              <a:noFill/>
              <a:ln w="3">
                <a:solidFill>
                  <a:srgbClr val="FF0000"/>
                </a:solidFill>
                <a:round/>
                <a:headEnd/>
                <a:tailEnd/>
              </a:ln>
            </p:spPr>
            <p:txBody>
              <a:bodyPr/>
              <a:lstStyle/>
              <a:p>
                <a:endParaRPr lang="en-US" dirty="0"/>
              </a:p>
            </p:txBody>
          </p:sp>
          <p:sp>
            <p:nvSpPr>
              <p:cNvPr id="487651" name="Line 38"/>
              <p:cNvSpPr>
                <a:spLocks noChangeShapeType="1"/>
              </p:cNvSpPr>
              <p:nvPr/>
            </p:nvSpPr>
            <p:spPr bwMode="auto">
              <a:xfrm flipH="1" flipV="1">
                <a:off x="8673304" y="1579300"/>
                <a:ext cx="86879" cy="36640"/>
              </a:xfrm>
              <a:prstGeom prst="line">
                <a:avLst/>
              </a:prstGeom>
              <a:noFill/>
              <a:ln w="3">
                <a:solidFill>
                  <a:srgbClr val="FF0000"/>
                </a:solidFill>
                <a:round/>
                <a:headEnd/>
                <a:tailEnd/>
              </a:ln>
            </p:spPr>
            <p:txBody>
              <a:bodyPr/>
              <a:lstStyle/>
              <a:p>
                <a:endParaRPr lang="en-US" dirty="0"/>
              </a:p>
            </p:txBody>
          </p:sp>
          <p:sp>
            <p:nvSpPr>
              <p:cNvPr id="487652" name="Line 39"/>
              <p:cNvSpPr>
                <a:spLocks noChangeShapeType="1"/>
              </p:cNvSpPr>
              <p:nvPr/>
            </p:nvSpPr>
            <p:spPr bwMode="auto">
              <a:xfrm flipH="1" flipV="1">
                <a:off x="8581597" y="1549319"/>
                <a:ext cx="91705" cy="29979"/>
              </a:xfrm>
              <a:prstGeom prst="line">
                <a:avLst/>
              </a:prstGeom>
              <a:noFill/>
              <a:ln w="3">
                <a:solidFill>
                  <a:srgbClr val="FF0000"/>
                </a:solidFill>
                <a:round/>
                <a:headEnd/>
                <a:tailEnd/>
              </a:ln>
            </p:spPr>
            <p:txBody>
              <a:bodyPr/>
              <a:lstStyle/>
              <a:p>
                <a:endParaRPr lang="en-US" dirty="0"/>
              </a:p>
            </p:txBody>
          </p:sp>
          <p:sp>
            <p:nvSpPr>
              <p:cNvPr id="487653" name="Line 40"/>
              <p:cNvSpPr>
                <a:spLocks noChangeShapeType="1"/>
              </p:cNvSpPr>
              <p:nvPr/>
            </p:nvSpPr>
            <p:spPr bwMode="auto">
              <a:xfrm flipH="1" flipV="1">
                <a:off x="8489892" y="1526003"/>
                <a:ext cx="91705" cy="23317"/>
              </a:xfrm>
              <a:prstGeom prst="line">
                <a:avLst/>
              </a:prstGeom>
              <a:noFill/>
              <a:ln w="3">
                <a:solidFill>
                  <a:srgbClr val="FF0000"/>
                </a:solidFill>
                <a:round/>
                <a:headEnd/>
                <a:tailEnd/>
              </a:ln>
            </p:spPr>
            <p:txBody>
              <a:bodyPr/>
              <a:lstStyle/>
              <a:p>
                <a:endParaRPr lang="en-US" dirty="0"/>
              </a:p>
            </p:txBody>
          </p:sp>
          <p:sp>
            <p:nvSpPr>
              <p:cNvPr id="487654" name="Line 41"/>
              <p:cNvSpPr>
                <a:spLocks noChangeShapeType="1"/>
              </p:cNvSpPr>
              <p:nvPr/>
            </p:nvSpPr>
            <p:spPr bwMode="auto">
              <a:xfrm flipH="1" flipV="1">
                <a:off x="8398187" y="1509348"/>
                <a:ext cx="91705" cy="16655"/>
              </a:xfrm>
              <a:prstGeom prst="line">
                <a:avLst/>
              </a:prstGeom>
              <a:noFill/>
              <a:ln w="3">
                <a:solidFill>
                  <a:srgbClr val="FF0000"/>
                </a:solidFill>
                <a:round/>
                <a:headEnd/>
                <a:tailEnd/>
              </a:ln>
            </p:spPr>
            <p:txBody>
              <a:bodyPr/>
              <a:lstStyle/>
              <a:p>
                <a:endParaRPr lang="en-US" dirty="0"/>
              </a:p>
            </p:txBody>
          </p:sp>
          <p:sp>
            <p:nvSpPr>
              <p:cNvPr id="487655" name="Line 42"/>
              <p:cNvSpPr>
                <a:spLocks noChangeShapeType="1"/>
              </p:cNvSpPr>
              <p:nvPr/>
            </p:nvSpPr>
            <p:spPr bwMode="auto">
              <a:xfrm flipH="1" flipV="1">
                <a:off x="8306482" y="1499355"/>
                <a:ext cx="91705" cy="9993"/>
              </a:xfrm>
              <a:prstGeom prst="line">
                <a:avLst/>
              </a:prstGeom>
              <a:noFill/>
              <a:ln w="3">
                <a:solidFill>
                  <a:srgbClr val="FF0000"/>
                </a:solidFill>
                <a:round/>
                <a:headEnd/>
                <a:tailEnd/>
              </a:ln>
            </p:spPr>
            <p:txBody>
              <a:bodyPr/>
              <a:lstStyle/>
              <a:p>
                <a:endParaRPr lang="en-US" dirty="0"/>
              </a:p>
            </p:txBody>
          </p:sp>
          <p:sp>
            <p:nvSpPr>
              <p:cNvPr id="487656" name="Line 43"/>
              <p:cNvSpPr>
                <a:spLocks noChangeShapeType="1"/>
              </p:cNvSpPr>
              <p:nvPr/>
            </p:nvSpPr>
            <p:spPr bwMode="auto">
              <a:xfrm flipH="1" flipV="1">
                <a:off x="8214778" y="1496023"/>
                <a:ext cx="91705" cy="3331"/>
              </a:xfrm>
              <a:prstGeom prst="line">
                <a:avLst/>
              </a:prstGeom>
              <a:noFill/>
              <a:ln w="3">
                <a:solidFill>
                  <a:srgbClr val="FF0000"/>
                </a:solidFill>
                <a:round/>
                <a:headEnd/>
                <a:tailEnd/>
              </a:ln>
            </p:spPr>
            <p:txBody>
              <a:bodyPr/>
              <a:lstStyle/>
              <a:p>
                <a:endParaRPr lang="en-US" dirty="0"/>
              </a:p>
            </p:txBody>
          </p:sp>
          <p:sp>
            <p:nvSpPr>
              <p:cNvPr id="487657" name="Line 44"/>
              <p:cNvSpPr>
                <a:spLocks noChangeShapeType="1"/>
              </p:cNvSpPr>
              <p:nvPr/>
            </p:nvSpPr>
            <p:spPr bwMode="auto">
              <a:xfrm flipH="1">
                <a:off x="8127900" y="1496023"/>
                <a:ext cx="86879" cy="3331"/>
              </a:xfrm>
              <a:prstGeom prst="line">
                <a:avLst/>
              </a:prstGeom>
              <a:noFill/>
              <a:ln w="3">
                <a:solidFill>
                  <a:srgbClr val="FF0000"/>
                </a:solidFill>
                <a:round/>
                <a:headEnd/>
                <a:tailEnd/>
              </a:ln>
            </p:spPr>
            <p:txBody>
              <a:bodyPr/>
              <a:lstStyle/>
              <a:p>
                <a:endParaRPr lang="en-US" dirty="0"/>
              </a:p>
            </p:txBody>
          </p:sp>
          <p:sp>
            <p:nvSpPr>
              <p:cNvPr id="487658" name="Line 45"/>
              <p:cNvSpPr>
                <a:spLocks noChangeShapeType="1"/>
              </p:cNvSpPr>
              <p:nvPr/>
            </p:nvSpPr>
            <p:spPr bwMode="auto">
              <a:xfrm flipH="1">
                <a:off x="8036194" y="1499355"/>
                <a:ext cx="91705" cy="9993"/>
              </a:xfrm>
              <a:prstGeom prst="line">
                <a:avLst/>
              </a:prstGeom>
              <a:noFill/>
              <a:ln w="3">
                <a:solidFill>
                  <a:srgbClr val="FF0000"/>
                </a:solidFill>
                <a:round/>
                <a:headEnd/>
                <a:tailEnd/>
              </a:ln>
            </p:spPr>
            <p:txBody>
              <a:bodyPr/>
              <a:lstStyle/>
              <a:p>
                <a:endParaRPr lang="en-US" dirty="0"/>
              </a:p>
            </p:txBody>
          </p:sp>
          <p:sp>
            <p:nvSpPr>
              <p:cNvPr id="487659" name="Line 46"/>
              <p:cNvSpPr>
                <a:spLocks noChangeShapeType="1"/>
              </p:cNvSpPr>
              <p:nvPr/>
            </p:nvSpPr>
            <p:spPr bwMode="auto">
              <a:xfrm flipH="1">
                <a:off x="7944488" y="1509347"/>
                <a:ext cx="91705" cy="19987"/>
              </a:xfrm>
              <a:prstGeom prst="line">
                <a:avLst/>
              </a:prstGeom>
              <a:noFill/>
              <a:ln w="3">
                <a:solidFill>
                  <a:srgbClr val="FF0000"/>
                </a:solidFill>
                <a:round/>
                <a:headEnd/>
                <a:tailEnd/>
              </a:ln>
            </p:spPr>
            <p:txBody>
              <a:bodyPr/>
              <a:lstStyle/>
              <a:p>
                <a:endParaRPr lang="en-US" dirty="0"/>
              </a:p>
            </p:txBody>
          </p:sp>
          <p:sp>
            <p:nvSpPr>
              <p:cNvPr id="487660" name="Line 47"/>
              <p:cNvSpPr>
                <a:spLocks noChangeShapeType="1"/>
              </p:cNvSpPr>
              <p:nvPr/>
            </p:nvSpPr>
            <p:spPr bwMode="auto">
              <a:xfrm flipH="1">
                <a:off x="7852783" y="1529333"/>
                <a:ext cx="91705" cy="23317"/>
              </a:xfrm>
              <a:prstGeom prst="line">
                <a:avLst/>
              </a:prstGeom>
              <a:noFill/>
              <a:ln w="3">
                <a:solidFill>
                  <a:srgbClr val="FF0000"/>
                </a:solidFill>
                <a:round/>
                <a:headEnd/>
                <a:tailEnd/>
              </a:ln>
            </p:spPr>
            <p:txBody>
              <a:bodyPr/>
              <a:lstStyle/>
              <a:p>
                <a:endParaRPr lang="en-US" dirty="0"/>
              </a:p>
            </p:txBody>
          </p:sp>
          <p:sp>
            <p:nvSpPr>
              <p:cNvPr id="487661" name="Line 48"/>
              <p:cNvSpPr>
                <a:spLocks noChangeShapeType="1"/>
              </p:cNvSpPr>
              <p:nvPr/>
            </p:nvSpPr>
            <p:spPr bwMode="auto">
              <a:xfrm flipH="1">
                <a:off x="7761078" y="1552650"/>
                <a:ext cx="91705" cy="29979"/>
              </a:xfrm>
              <a:prstGeom prst="line">
                <a:avLst/>
              </a:prstGeom>
              <a:noFill/>
              <a:ln w="3">
                <a:solidFill>
                  <a:srgbClr val="FF0000"/>
                </a:solidFill>
                <a:round/>
                <a:headEnd/>
                <a:tailEnd/>
              </a:ln>
            </p:spPr>
            <p:txBody>
              <a:bodyPr/>
              <a:lstStyle/>
              <a:p>
                <a:endParaRPr lang="en-US" dirty="0"/>
              </a:p>
            </p:txBody>
          </p:sp>
          <p:sp>
            <p:nvSpPr>
              <p:cNvPr id="487662" name="Line 49"/>
              <p:cNvSpPr>
                <a:spLocks noChangeShapeType="1"/>
              </p:cNvSpPr>
              <p:nvPr/>
            </p:nvSpPr>
            <p:spPr bwMode="auto">
              <a:xfrm flipH="1">
                <a:off x="7674201" y="1582630"/>
                <a:ext cx="86879" cy="36640"/>
              </a:xfrm>
              <a:prstGeom prst="line">
                <a:avLst/>
              </a:prstGeom>
              <a:noFill/>
              <a:ln w="3">
                <a:solidFill>
                  <a:srgbClr val="FF0000"/>
                </a:solidFill>
                <a:round/>
                <a:headEnd/>
                <a:tailEnd/>
              </a:ln>
            </p:spPr>
            <p:txBody>
              <a:bodyPr/>
              <a:lstStyle/>
              <a:p>
                <a:endParaRPr lang="en-US" dirty="0"/>
              </a:p>
            </p:txBody>
          </p:sp>
          <p:sp>
            <p:nvSpPr>
              <p:cNvPr id="487663" name="Line 50"/>
              <p:cNvSpPr>
                <a:spLocks noChangeShapeType="1"/>
              </p:cNvSpPr>
              <p:nvPr/>
            </p:nvSpPr>
            <p:spPr bwMode="auto">
              <a:xfrm flipH="1">
                <a:off x="7582495" y="1619271"/>
                <a:ext cx="91705" cy="43303"/>
              </a:xfrm>
              <a:prstGeom prst="line">
                <a:avLst/>
              </a:prstGeom>
              <a:noFill/>
              <a:ln w="3">
                <a:solidFill>
                  <a:srgbClr val="FF0000"/>
                </a:solidFill>
                <a:round/>
                <a:headEnd/>
                <a:tailEnd/>
              </a:ln>
            </p:spPr>
            <p:txBody>
              <a:bodyPr/>
              <a:lstStyle/>
              <a:p>
                <a:endParaRPr lang="en-US" dirty="0"/>
              </a:p>
            </p:txBody>
          </p:sp>
          <p:sp>
            <p:nvSpPr>
              <p:cNvPr id="487664" name="Line 51"/>
              <p:cNvSpPr>
                <a:spLocks noChangeShapeType="1"/>
              </p:cNvSpPr>
              <p:nvPr/>
            </p:nvSpPr>
            <p:spPr bwMode="auto">
              <a:xfrm flipH="1">
                <a:off x="7490790" y="1662573"/>
                <a:ext cx="91705" cy="46634"/>
              </a:xfrm>
              <a:prstGeom prst="line">
                <a:avLst/>
              </a:prstGeom>
              <a:noFill/>
              <a:ln w="3">
                <a:solidFill>
                  <a:srgbClr val="FF0000"/>
                </a:solidFill>
                <a:round/>
                <a:headEnd/>
                <a:tailEnd/>
              </a:ln>
            </p:spPr>
            <p:txBody>
              <a:bodyPr/>
              <a:lstStyle/>
              <a:p>
                <a:endParaRPr lang="en-US" dirty="0"/>
              </a:p>
            </p:txBody>
          </p:sp>
          <p:sp>
            <p:nvSpPr>
              <p:cNvPr id="487665" name="Line 52"/>
              <p:cNvSpPr>
                <a:spLocks noChangeShapeType="1"/>
              </p:cNvSpPr>
              <p:nvPr/>
            </p:nvSpPr>
            <p:spPr bwMode="auto">
              <a:xfrm flipH="1">
                <a:off x="7399085" y="1709207"/>
                <a:ext cx="91705" cy="53297"/>
              </a:xfrm>
              <a:prstGeom prst="line">
                <a:avLst/>
              </a:prstGeom>
              <a:noFill/>
              <a:ln w="3">
                <a:solidFill>
                  <a:srgbClr val="FF0000"/>
                </a:solidFill>
                <a:round/>
                <a:headEnd/>
                <a:tailEnd/>
              </a:ln>
            </p:spPr>
            <p:txBody>
              <a:bodyPr/>
              <a:lstStyle/>
              <a:p>
                <a:endParaRPr lang="en-US" dirty="0"/>
              </a:p>
            </p:txBody>
          </p:sp>
          <p:sp>
            <p:nvSpPr>
              <p:cNvPr id="487666" name="Line 53"/>
              <p:cNvSpPr>
                <a:spLocks noChangeShapeType="1"/>
              </p:cNvSpPr>
              <p:nvPr/>
            </p:nvSpPr>
            <p:spPr bwMode="auto">
              <a:xfrm flipH="1">
                <a:off x="7307379" y="1771735"/>
                <a:ext cx="91705" cy="56627"/>
              </a:xfrm>
              <a:prstGeom prst="line">
                <a:avLst/>
              </a:prstGeom>
              <a:noFill/>
              <a:ln w="3">
                <a:solidFill>
                  <a:srgbClr val="FF0000"/>
                </a:solidFill>
                <a:round/>
                <a:headEnd/>
                <a:tailEnd/>
              </a:ln>
            </p:spPr>
            <p:txBody>
              <a:bodyPr/>
              <a:lstStyle/>
              <a:p>
                <a:endParaRPr lang="en-US" dirty="0"/>
              </a:p>
            </p:txBody>
          </p:sp>
          <p:sp>
            <p:nvSpPr>
              <p:cNvPr id="487667" name="Line 54"/>
              <p:cNvSpPr>
                <a:spLocks noChangeShapeType="1"/>
              </p:cNvSpPr>
              <p:nvPr/>
            </p:nvSpPr>
            <p:spPr bwMode="auto">
              <a:xfrm flipH="1">
                <a:off x="7220501" y="1830743"/>
                <a:ext cx="86879" cy="59958"/>
              </a:xfrm>
              <a:prstGeom prst="line">
                <a:avLst/>
              </a:prstGeom>
              <a:noFill/>
              <a:ln w="3">
                <a:solidFill>
                  <a:srgbClr val="FF0000"/>
                </a:solidFill>
                <a:round/>
                <a:headEnd/>
                <a:tailEnd/>
              </a:ln>
            </p:spPr>
            <p:txBody>
              <a:bodyPr/>
              <a:lstStyle/>
              <a:p>
                <a:endParaRPr lang="en-US" dirty="0"/>
              </a:p>
            </p:txBody>
          </p:sp>
        </p:grpSp>
        <p:sp>
          <p:nvSpPr>
            <p:cNvPr id="437" name="Rectangle 436"/>
            <p:cNvSpPr/>
            <p:nvPr/>
          </p:nvSpPr>
          <p:spPr>
            <a:xfrm flipV="1">
              <a:off x="7710271" y="1580036"/>
              <a:ext cx="214306" cy="6015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40" name="Rectangle 439"/>
            <p:cNvSpPr/>
            <p:nvPr/>
          </p:nvSpPr>
          <p:spPr>
            <a:xfrm>
              <a:off x="2395471" y="5890821"/>
              <a:ext cx="263518" cy="679314"/>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41" name="Rectangle 440"/>
            <p:cNvSpPr/>
            <p:nvPr/>
          </p:nvSpPr>
          <p:spPr>
            <a:xfrm>
              <a:off x="2857419" y="5890821"/>
              <a:ext cx="265106" cy="47456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42" name="Rectangle 441"/>
            <p:cNvSpPr/>
            <p:nvPr/>
          </p:nvSpPr>
          <p:spPr>
            <a:xfrm flipV="1">
              <a:off x="3368580" y="5909867"/>
              <a:ext cx="276217" cy="22538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43" name="Rectangle 442"/>
            <p:cNvSpPr/>
            <p:nvPr/>
          </p:nvSpPr>
          <p:spPr>
            <a:xfrm>
              <a:off x="3879741" y="5825746"/>
              <a:ext cx="239706" cy="10158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44" name="Rectangle 443"/>
            <p:cNvSpPr/>
            <p:nvPr/>
          </p:nvSpPr>
          <p:spPr>
            <a:xfrm>
              <a:off x="4422650" y="5486089"/>
              <a:ext cx="268280" cy="42377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45" name="Rectangle 444"/>
            <p:cNvSpPr/>
            <p:nvPr/>
          </p:nvSpPr>
          <p:spPr>
            <a:xfrm>
              <a:off x="4903650" y="5267058"/>
              <a:ext cx="227006" cy="64280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46" name="Rectangle 445"/>
            <p:cNvSpPr/>
            <p:nvPr/>
          </p:nvSpPr>
          <p:spPr>
            <a:xfrm>
              <a:off x="5398936" y="5205159"/>
              <a:ext cx="233355" cy="70470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47" name="Rectangle 446"/>
            <p:cNvSpPr/>
            <p:nvPr/>
          </p:nvSpPr>
          <p:spPr>
            <a:xfrm>
              <a:off x="5829136" y="5333720"/>
              <a:ext cx="233356" cy="576147"/>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48" name="Rectangle 447"/>
            <p:cNvSpPr/>
            <p:nvPr/>
          </p:nvSpPr>
          <p:spPr>
            <a:xfrm flipV="1">
              <a:off x="6291086" y="5674965"/>
              <a:ext cx="277804" cy="19204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49" name="Rectangle 448"/>
            <p:cNvSpPr/>
            <p:nvPr/>
          </p:nvSpPr>
          <p:spPr>
            <a:xfrm>
              <a:off x="6721286" y="5838444"/>
              <a:ext cx="228594" cy="71424"/>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50" name="Rectangle 449"/>
            <p:cNvSpPr/>
            <p:nvPr/>
          </p:nvSpPr>
          <p:spPr>
            <a:xfrm>
              <a:off x="7167361" y="5889234"/>
              <a:ext cx="300029" cy="325373"/>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53" name="Rectangle 452"/>
            <p:cNvSpPr/>
            <p:nvPr/>
          </p:nvSpPr>
          <p:spPr>
            <a:xfrm>
              <a:off x="8591308" y="5884473"/>
              <a:ext cx="214307" cy="60154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54" name="Rectangle 453"/>
            <p:cNvSpPr/>
            <p:nvPr/>
          </p:nvSpPr>
          <p:spPr>
            <a:xfrm>
              <a:off x="8127771" y="5892408"/>
              <a:ext cx="304791" cy="66026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nvGrpSpPr>
            <p:cNvPr id="4" name="Group 541"/>
            <p:cNvGrpSpPr>
              <a:grpSpLocks/>
            </p:cNvGrpSpPr>
            <p:nvPr/>
          </p:nvGrpSpPr>
          <p:grpSpPr bwMode="auto">
            <a:xfrm>
              <a:off x="2539993" y="5170636"/>
              <a:ext cx="6640101" cy="1382644"/>
              <a:chOff x="2539993" y="5170636"/>
              <a:chExt cx="6640101" cy="1382644"/>
            </a:xfrm>
          </p:grpSpPr>
          <p:sp>
            <p:nvSpPr>
              <p:cNvPr id="487520" name="Line 44"/>
              <p:cNvSpPr>
                <a:spLocks noChangeShapeType="1"/>
              </p:cNvSpPr>
              <p:nvPr/>
            </p:nvSpPr>
            <p:spPr bwMode="auto">
              <a:xfrm flipV="1">
                <a:off x="2539993" y="6533014"/>
                <a:ext cx="86879" cy="3331"/>
              </a:xfrm>
              <a:prstGeom prst="line">
                <a:avLst/>
              </a:prstGeom>
              <a:noFill/>
              <a:ln w="3">
                <a:solidFill>
                  <a:srgbClr val="FF0000"/>
                </a:solidFill>
                <a:round/>
                <a:headEnd/>
                <a:tailEnd/>
              </a:ln>
            </p:spPr>
            <p:txBody>
              <a:bodyPr/>
              <a:lstStyle/>
              <a:p>
                <a:endParaRPr lang="en-US" dirty="0"/>
              </a:p>
            </p:txBody>
          </p:sp>
          <p:sp>
            <p:nvSpPr>
              <p:cNvPr id="487521" name="Line 45"/>
              <p:cNvSpPr>
                <a:spLocks noChangeShapeType="1"/>
              </p:cNvSpPr>
              <p:nvPr/>
            </p:nvSpPr>
            <p:spPr bwMode="auto">
              <a:xfrm flipV="1">
                <a:off x="2626871" y="6523020"/>
                <a:ext cx="91706" cy="9993"/>
              </a:xfrm>
              <a:prstGeom prst="line">
                <a:avLst/>
              </a:prstGeom>
              <a:noFill/>
              <a:ln w="3">
                <a:solidFill>
                  <a:srgbClr val="FF0000"/>
                </a:solidFill>
                <a:round/>
                <a:headEnd/>
                <a:tailEnd/>
              </a:ln>
            </p:spPr>
            <p:txBody>
              <a:bodyPr/>
              <a:lstStyle/>
              <a:p>
                <a:endParaRPr lang="en-US" dirty="0"/>
              </a:p>
            </p:txBody>
          </p:sp>
          <p:sp>
            <p:nvSpPr>
              <p:cNvPr id="487522" name="Line 46"/>
              <p:cNvSpPr>
                <a:spLocks noChangeShapeType="1"/>
              </p:cNvSpPr>
              <p:nvPr/>
            </p:nvSpPr>
            <p:spPr bwMode="auto">
              <a:xfrm flipV="1">
                <a:off x="2718579" y="6503034"/>
                <a:ext cx="91706" cy="19987"/>
              </a:xfrm>
              <a:prstGeom prst="line">
                <a:avLst/>
              </a:prstGeom>
              <a:noFill/>
              <a:ln w="3">
                <a:solidFill>
                  <a:srgbClr val="FF0000"/>
                </a:solidFill>
                <a:round/>
                <a:headEnd/>
                <a:tailEnd/>
              </a:ln>
            </p:spPr>
            <p:txBody>
              <a:bodyPr/>
              <a:lstStyle/>
              <a:p>
                <a:endParaRPr lang="en-US" dirty="0"/>
              </a:p>
            </p:txBody>
          </p:sp>
          <p:sp>
            <p:nvSpPr>
              <p:cNvPr id="487523" name="Line 47"/>
              <p:cNvSpPr>
                <a:spLocks noChangeShapeType="1"/>
              </p:cNvSpPr>
              <p:nvPr/>
            </p:nvSpPr>
            <p:spPr bwMode="auto">
              <a:xfrm flipV="1">
                <a:off x="2810285" y="6479718"/>
                <a:ext cx="91706" cy="23317"/>
              </a:xfrm>
              <a:prstGeom prst="line">
                <a:avLst/>
              </a:prstGeom>
              <a:noFill/>
              <a:ln w="3">
                <a:solidFill>
                  <a:srgbClr val="FF0000"/>
                </a:solidFill>
                <a:round/>
                <a:headEnd/>
                <a:tailEnd/>
              </a:ln>
            </p:spPr>
            <p:txBody>
              <a:bodyPr/>
              <a:lstStyle/>
              <a:p>
                <a:endParaRPr lang="en-US" dirty="0"/>
              </a:p>
            </p:txBody>
          </p:sp>
          <p:sp>
            <p:nvSpPr>
              <p:cNvPr id="487524" name="Line 48"/>
              <p:cNvSpPr>
                <a:spLocks noChangeShapeType="1"/>
              </p:cNvSpPr>
              <p:nvPr/>
            </p:nvSpPr>
            <p:spPr bwMode="auto">
              <a:xfrm flipV="1">
                <a:off x="2901991" y="6449739"/>
                <a:ext cx="91706" cy="29979"/>
              </a:xfrm>
              <a:prstGeom prst="line">
                <a:avLst/>
              </a:prstGeom>
              <a:noFill/>
              <a:ln w="3">
                <a:solidFill>
                  <a:srgbClr val="FF0000"/>
                </a:solidFill>
                <a:round/>
                <a:headEnd/>
                <a:tailEnd/>
              </a:ln>
            </p:spPr>
            <p:txBody>
              <a:bodyPr/>
              <a:lstStyle/>
              <a:p>
                <a:endParaRPr lang="en-US" dirty="0"/>
              </a:p>
            </p:txBody>
          </p:sp>
          <p:sp>
            <p:nvSpPr>
              <p:cNvPr id="487525" name="Line 49"/>
              <p:cNvSpPr>
                <a:spLocks noChangeShapeType="1"/>
              </p:cNvSpPr>
              <p:nvPr/>
            </p:nvSpPr>
            <p:spPr bwMode="auto">
              <a:xfrm flipV="1">
                <a:off x="2993696" y="6413098"/>
                <a:ext cx="86879" cy="36640"/>
              </a:xfrm>
              <a:prstGeom prst="line">
                <a:avLst/>
              </a:prstGeom>
              <a:noFill/>
              <a:ln w="3">
                <a:solidFill>
                  <a:srgbClr val="FF0000"/>
                </a:solidFill>
                <a:round/>
                <a:headEnd/>
                <a:tailEnd/>
              </a:ln>
            </p:spPr>
            <p:txBody>
              <a:bodyPr/>
              <a:lstStyle/>
              <a:p>
                <a:endParaRPr lang="en-US" dirty="0"/>
              </a:p>
            </p:txBody>
          </p:sp>
          <p:sp>
            <p:nvSpPr>
              <p:cNvPr id="487526" name="Line 50"/>
              <p:cNvSpPr>
                <a:spLocks noChangeShapeType="1"/>
              </p:cNvSpPr>
              <p:nvPr/>
            </p:nvSpPr>
            <p:spPr bwMode="auto">
              <a:xfrm flipV="1">
                <a:off x="3080574" y="6369794"/>
                <a:ext cx="91706" cy="43303"/>
              </a:xfrm>
              <a:prstGeom prst="line">
                <a:avLst/>
              </a:prstGeom>
              <a:noFill/>
              <a:ln w="3">
                <a:solidFill>
                  <a:srgbClr val="FF0000"/>
                </a:solidFill>
                <a:round/>
                <a:headEnd/>
                <a:tailEnd/>
              </a:ln>
            </p:spPr>
            <p:txBody>
              <a:bodyPr/>
              <a:lstStyle/>
              <a:p>
                <a:endParaRPr lang="en-US" dirty="0"/>
              </a:p>
            </p:txBody>
          </p:sp>
          <p:sp>
            <p:nvSpPr>
              <p:cNvPr id="487527" name="Line 51"/>
              <p:cNvSpPr>
                <a:spLocks noChangeShapeType="1"/>
              </p:cNvSpPr>
              <p:nvPr/>
            </p:nvSpPr>
            <p:spPr bwMode="auto">
              <a:xfrm flipV="1">
                <a:off x="3172281" y="6323161"/>
                <a:ext cx="91706" cy="46634"/>
              </a:xfrm>
              <a:prstGeom prst="line">
                <a:avLst/>
              </a:prstGeom>
              <a:noFill/>
              <a:ln w="3">
                <a:solidFill>
                  <a:srgbClr val="FF0000"/>
                </a:solidFill>
                <a:round/>
                <a:headEnd/>
                <a:tailEnd/>
              </a:ln>
            </p:spPr>
            <p:txBody>
              <a:bodyPr/>
              <a:lstStyle/>
              <a:p>
                <a:endParaRPr lang="en-US" dirty="0"/>
              </a:p>
            </p:txBody>
          </p:sp>
          <p:sp>
            <p:nvSpPr>
              <p:cNvPr id="487528" name="Line 52"/>
              <p:cNvSpPr>
                <a:spLocks noChangeShapeType="1"/>
              </p:cNvSpPr>
              <p:nvPr/>
            </p:nvSpPr>
            <p:spPr bwMode="auto">
              <a:xfrm flipV="1">
                <a:off x="3263987" y="6269864"/>
                <a:ext cx="91706" cy="53297"/>
              </a:xfrm>
              <a:prstGeom prst="line">
                <a:avLst/>
              </a:prstGeom>
              <a:noFill/>
              <a:ln w="3">
                <a:solidFill>
                  <a:srgbClr val="FF0000"/>
                </a:solidFill>
                <a:round/>
                <a:headEnd/>
                <a:tailEnd/>
              </a:ln>
            </p:spPr>
            <p:txBody>
              <a:bodyPr/>
              <a:lstStyle/>
              <a:p>
                <a:endParaRPr lang="en-US" dirty="0"/>
              </a:p>
            </p:txBody>
          </p:sp>
          <p:sp>
            <p:nvSpPr>
              <p:cNvPr id="487529" name="Line 53"/>
              <p:cNvSpPr>
                <a:spLocks noChangeShapeType="1"/>
              </p:cNvSpPr>
              <p:nvPr/>
            </p:nvSpPr>
            <p:spPr bwMode="auto">
              <a:xfrm flipV="1">
                <a:off x="3355694" y="6213238"/>
                <a:ext cx="91706" cy="56627"/>
              </a:xfrm>
              <a:prstGeom prst="line">
                <a:avLst/>
              </a:prstGeom>
              <a:noFill/>
              <a:ln w="3">
                <a:solidFill>
                  <a:srgbClr val="FF0000"/>
                </a:solidFill>
                <a:round/>
                <a:headEnd/>
                <a:tailEnd/>
              </a:ln>
            </p:spPr>
            <p:txBody>
              <a:bodyPr/>
              <a:lstStyle/>
              <a:p>
                <a:endParaRPr lang="en-US" dirty="0"/>
              </a:p>
            </p:txBody>
          </p:sp>
          <p:sp>
            <p:nvSpPr>
              <p:cNvPr id="487530" name="Line 54"/>
              <p:cNvSpPr>
                <a:spLocks noChangeShapeType="1"/>
              </p:cNvSpPr>
              <p:nvPr/>
            </p:nvSpPr>
            <p:spPr bwMode="auto">
              <a:xfrm flipV="1">
                <a:off x="3447399" y="6153280"/>
                <a:ext cx="86879" cy="59958"/>
              </a:xfrm>
              <a:prstGeom prst="line">
                <a:avLst/>
              </a:prstGeom>
              <a:noFill/>
              <a:ln w="3">
                <a:solidFill>
                  <a:srgbClr val="FF0000"/>
                </a:solidFill>
                <a:round/>
                <a:headEnd/>
                <a:tailEnd/>
              </a:ln>
            </p:spPr>
            <p:txBody>
              <a:bodyPr/>
              <a:lstStyle/>
              <a:p>
                <a:endParaRPr lang="en-US" dirty="0"/>
              </a:p>
            </p:txBody>
          </p:sp>
          <p:sp>
            <p:nvSpPr>
              <p:cNvPr id="487531" name="Line 55"/>
              <p:cNvSpPr>
                <a:spLocks noChangeShapeType="1"/>
              </p:cNvSpPr>
              <p:nvPr/>
            </p:nvSpPr>
            <p:spPr bwMode="auto">
              <a:xfrm flipV="1">
                <a:off x="3534278" y="6089990"/>
                <a:ext cx="91706" cy="63290"/>
              </a:xfrm>
              <a:prstGeom prst="line">
                <a:avLst/>
              </a:prstGeom>
              <a:noFill/>
              <a:ln w="3">
                <a:solidFill>
                  <a:srgbClr val="FF0000"/>
                </a:solidFill>
                <a:round/>
                <a:headEnd/>
                <a:tailEnd/>
              </a:ln>
            </p:spPr>
            <p:txBody>
              <a:bodyPr/>
              <a:lstStyle/>
              <a:p>
                <a:endParaRPr lang="en-US" dirty="0"/>
              </a:p>
            </p:txBody>
          </p:sp>
          <p:sp>
            <p:nvSpPr>
              <p:cNvPr id="487532" name="Line 56"/>
              <p:cNvSpPr>
                <a:spLocks noChangeShapeType="1"/>
              </p:cNvSpPr>
              <p:nvPr/>
            </p:nvSpPr>
            <p:spPr bwMode="auto">
              <a:xfrm flipV="1">
                <a:off x="3625984" y="6023371"/>
                <a:ext cx="91706" cy="66620"/>
              </a:xfrm>
              <a:prstGeom prst="line">
                <a:avLst/>
              </a:prstGeom>
              <a:noFill/>
              <a:ln w="3">
                <a:solidFill>
                  <a:srgbClr val="FF0000"/>
                </a:solidFill>
                <a:round/>
                <a:headEnd/>
                <a:tailEnd/>
              </a:ln>
            </p:spPr>
            <p:txBody>
              <a:bodyPr/>
              <a:lstStyle/>
              <a:p>
                <a:endParaRPr lang="en-US" dirty="0"/>
              </a:p>
            </p:txBody>
          </p:sp>
          <p:sp>
            <p:nvSpPr>
              <p:cNvPr id="487533" name="Line 57"/>
              <p:cNvSpPr>
                <a:spLocks noChangeShapeType="1"/>
              </p:cNvSpPr>
              <p:nvPr/>
            </p:nvSpPr>
            <p:spPr bwMode="auto">
              <a:xfrm flipV="1">
                <a:off x="3717690" y="5956751"/>
                <a:ext cx="91706" cy="66620"/>
              </a:xfrm>
              <a:prstGeom prst="line">
                <a:avLst/>
              </a:prstGeom>
              <a:noFill/>
              <a:ln w="3">
                <a:solidFill>
                  <a:srgbClr val="FF0000"/>
                </a:solidFill>
                <a:round/>
                <a:headEnd/>
                <a:tailEnd/>
              </a:ln>
            </p:spPr>
            <p:txBody>
              <a:bodyPr/>
              <a:lstStyle/>
              <a:p>
                <a:endParaRPr lang="en-US" dirty="0"/>
              </a:p>
            </p:txBody>
          </p:sp>
          <p:sp>
            <p:nvSpPr>
              <p:cNvPr id="487534" name="Line 58"/>
              <p:cNvSpPr>
                <a:spLocks noChangeShapeType="1"/>
              </p:cNvSpPr>
              <p:nvPr/>
            </p:nvSpPr>
            <p:spPr bwMode="auto">
              <a:xfrm flipV="1">
                <a:off x="3809395" y="5886800"/>
                <a:ext cx="91706" cy="69950"/>
              </a:xfrm>
              <a:prstGeom prst="line">
                <a:avLst/>
              </a:prstGeom>
              <a:noFill/>
              <a:ln w="3">
                <a:solidFill>
                  <a:srgbClr val="FF0000"/>
                </a:solidFill>
                <a:round/>
                <a:headEnd/>
                <a:tailEnd/>
              </a:ln>
            </p:spPr>
            <p:txBody>
              <a:bodyPr/>
              <a:lstStyle/>
              <a:p>
                <a:endParaRPr lang="en-US" dirty="0"/>
              </a:p>
            </p:txBody>
          </p:sp>
          <p:sp>
            <p:nvSpPr>
              <p:cNvPr id="487535" name="Line 59"/>
              <p:cNvSpPr>
                <a:spLocks noChangeShapeType="1"/>
              </p:cNvSpPr>
              <p:nvPr/>
            </p:nvSpPr>
            <p:spPr bwMode="auto">
              <a:xfrm flipV="1">
                <a:off x="3901101" y="5820180"/>
                <a:ext cx="86879" cy="66620"/>
              </a:xfrm>
              <a:prstGeom prst="line">
                <a:avLst/>
              </a:prstGeom>
              <a:noFill/>
              <a:ln w="3">
                <a:solidFill>
                  <a:srgbClr val="FF0000"/>
                </a:solidFill>
                <a:round/>
                <a:headEnd/>
                <a:tailEnd/>
              </a:ln>
            </p:spPr>
            <p:txBody>
              <a:bodyPr/>
              <a:lstStyle/>
              <a:p>
                <a:endParaRPr lang="en-US" dirty="0"/>
              </a:p>
            </p:txBody>
          </p:sp>
          <p:sp>
            <p:nvSpPr>
              <p:cNvPr id="487536" name="Line 60"/>
              <p:cNvSpPr>
                <a:spLocks noChangeShapeType="1"/>
              </p:cNvSpPr>
              <p:nvPr/>
            </p:nvSpPr>
            <p:spPr bwMode="auto">
              <a:xfrm flipV="1">
                <a:off x="3987982" y="5750230"/>
                <a:ext cx="91706" cy="69950"/>
              </a:xfrm>
              <a:prstGeom prst="line">
                <a:avLst/>
              </a:prstGeom>
              <a:noFill/>
              <a:ln w="3">
                <a:solidFill>
                  <a:srgbClr val="FF0000"/>
                </a:solidFill>
                <a:round/>
                <a:headEnd/>
                <a:tailEnd/>
              </a:ln>
            </p:spPr>
            <p:txBody>
              <a:bodyPr/>
              <a:lstStyle/>
              <a:p>
                <a:endParaRPr lang="en-US" dirty="0"/>
              </a:p>
            </p:txBody>
          </p:sp>
          <p:sp>
            <p:nvSpPr>
              <p:cNvPr id="487537" name="Line 61"/>
              <p:cNvSpPr>
                <a:spLocks noChangeShapeType="1"/>
              </p:cNvSpPr>
              <p:nvPr/>
            </p:nvSpPr>
            <p:spPr bwMode="auto">
              <a:xfrm flipV="1">
                <a:off x="4079687" y="5683609"/>
                <a:ext cx="91706" cy="66620"/>
              </a:xfrm>
              <a:prstGeom prst="line">
                <a:avLst/>
              </a:prstGeom>
              <a:noFill/>
              <a:ln w="3">
                <a:solidFill>
                  <a:srgbClr val="FF0000"/>
                </a:solidFill>
                <a:round/>
                <a:headEnd/>
                <a:tailEnd/>
              </a:ln>
            </p:spPr>
            <p:txBody>
              <a:bodyPr/>
              <a:lstStyle/>
              <a:p>
                <a:endParaRPr lang="en-US" dirty="0"/>
              </a:p>
            </p:txBody>
          </p:sp>
          <p:sp>
            <p:nvSpPr>
              <p:cNvPr id="487538" name="Line 62"/>
              <p:cNvSpPr>
                <a:spLocks noChangeShapeType="1"/>
              </p:cNvSpPr>
              <p:nvPr/>
            </p:nvSpPr>
            <p:spPr bwMode="auto">
              <a:xfrm flipV="1">
                <a:off x="4171393" y="5616990"/>
                <a:ext cx="91706" cy="66620"/>
              </a:xfrm>
              <a:prstGeom prst="line">
                <a:avLst/>
              </a:prstGeom>
              <a:noFill/>
              <a:ln w="3">
                <a:solidFill>
                  <a:srgbClr val="FF0000"/>
                </a:solidFill>
                <a:round/>
                <a:headEnd/>
                <a:tailEnd/>
              </a:ln>
            </p:spPr>
            <p:txBody>
              <a:bodyPr/>
              <a:lstStyle/>
              <a:p>
                <a:endParaRPr lang="en-US" dirty="0"/>
              </a:p>
            </p:txBody>
          </p:sp>
          <p:sp>
            <p:nvSpPr>
              <p:cNvPr id="487539" name="Line 63"/>
              <p:cNvSpPr>
                <a:spLocks noChangeShapeType="1"/>
              </p:cNvSpPr>
              <p:nvPr/>
            </p:nvSpPr>
            <p:spPr bwMode="auto">
              <a:xfrm flipV="1">
                <a:off x="4263099" y="5553701"/>
                <a:ext cx="91706" cy="63290"/>
              </a:xfrm>
              <a:prstGeom prst="line">
                <a:avLst/>
              </a:prstGeom>
              <a:noFill/>
              <a:ln w="3">
                <a:solidFill>
                  <a:srgbClr val="FF0000"/>
                </a:solidFill>
                <a:round/>
                <a:headEnd/>
                <a:tailEnd/>
              </a:ln>
            </p:spPr>
            <p:txBody>
              <a:bodyPr/>
              <a:lstStyle/>
              <a:p>
                <a:endParaRPr lang="en-US" dirty="0"/>
              </a:p>
            </p:txBody>
          </p:sp>
          <p:sp>
            <p:nvSpPr>
              <p:cNvPr id="487540" name="Line 64"/>
              <p:cNvSpPr>
                <a:spLocks noChangeShapeType="1"/>
              </p:cNvSpPr>
              <p:nvPr/>
            </p:nvSpPr>
            <p:spPr bwMode="auto">
              <a:xfrm flipV="1">
                <a:off x="4354804" y="5493742"/>
                <a:ext cx="86879" cy="59958"/>
              </a:xfrm>
              <a:prstGeom prst="line">
                <a:avLst/>
              </a:prstGeom>
              <a:noFill/>
              <a:ln w="3">
                <a:solidFill>
                  <a:srgbClr val="FF0000"/>
                </a:solidFill>
                <a:round/>
                <a:headEnd/>
                <a:tailEnd/>
              </a:ln>
            </p:spPr>
            <p:txBody>
              <a:bodyPr/>
              <a:lstStyle/>
              <a:p>
                <a:endParaRPr lang="en-US" dirty="0"/>
              </a:p>
            </p:txBody>
          </p:sp>
          <p:sp>
            <p:nvSpPr>
              <p:cNvPr id="487541" name="Line 65"/>
              <p:cNvSpPr>
                <a:spLocks noChangeShapeType="1"/>
              </p:cNvSpPr>
              <p:nvPr/>
            </p:nvSpPr>
            <p:spPr bwMode="auto">
              <a:xfrm flipV="1">
                <a:off x="4441683" y="5437116"/>
                <a:ext cx="91706" cy="56627"/>
              </a:xfrm>
              <a:prstGeom prst="line">
                <a:avLst/>
              </a:prstGeom>
              <a:noFill/>
              <a:ln w="3">
                <a:solidFill>
                  <a:srgbClr val="FF0000"/>
                </a:solidFill>
                <a:round/>
                <a:headEnd/>
                <a:tailEnd/>
              </a:ln>
            </p:spPr>
            <p:txBody>
              <a:bodyPr/>
              <a:lstStyle/>
              <a:p>
                <a:endParaRPr lang="en-US" dirty="0"/>
              </a:p>
            </p:txBody>
          </p:sp>
          <p:sp>
            <p:nvSpPr>
              <p:cNvPr id="487542" name="Line 66"/>
              <p:cNvSpPr>
                <a:spLocks noChangeShapeType="1"/>
              </p:cNvSpPr>
              <p:nvPr/>
            </p:nvSpPr>
            <p:spPr bwMode="auto">
              <a:xfrm flipV="1">
                <a:off x="4533389" y="5383820"/>
                <a:ext cx="91706" cy="53297"/>
              </a:xfrm>
              <a:prstGeom prst="line">
                <a:avLst/>
              </a:prstGeom>
              <a:noFill/>
              <a:ln w="3">
                <a:solidFill>
                  <a:srgbClr val="FF0000"/>
                </a:solidFill>
                <a:round/>
                <a:headEnd/>
                <a:tailEnd/>
              </a:ln>
            </p:spPr>
            <p:txBody>
              <a:bodyPr/>
              <a:lstStyle/>
              <a:p>
                <a:endParaRPr lang="en-US" dirty="0"/>
              </a:p>
            </p:txBody>
          </p:sp>
          <p:sp>
            <p:nvSpPr>
              <p:cNvPr id="487543" name="Line 67"/>
              <p:cNvSpPr>
                <a:spLocks noChangeShapeType="1"/>
              </p:cNvSpPr>
              <p:nvPr/>
            </p:nvSpPr>
            <p:spPr bwMode="auto">
              <a:xfrm flipV="1">
                <a:off x="4625096" y="5337186"/>
                <a:ext cx="91706" cy="46634"/>
              </a:xfrm>
              <a:prstGeom prst="line">
                <a:avLst/>
              </a:prstGeom>
              <a:noFill/>
              <a:ln w="3">
                <a:solidFill>
                  <a:srgbClr val="FF0000"/>
                </a:solidFill>
                <a:round/>
                <a:headEnd/>
                <a:tailEnd/>
              </a:ln>
            </p:spPr>
            <p:txBody>
              <a:bodyPr/>
              <a:lstStyle/>
              <a:p>
                <a:endParaRPr lang="en-US" dirty="0"/>
              </a:p>
            </p:txBody>
          </p:sp>
          <p:sp>
            <p:nvSpPr>
              <p:cNvPr id="487544" name="Line 68"/>
              <p:cNvSpPr>
                <a:spLocks noChangeShapeType="1"/>
              </p:cNvSpPr>
              <p:nvPr/>
            </p:nvSpPr>
            <p:spPr bwMode="auto">
              <a:xfrm flipV="1">
                <a:off x="4716802" y="5293883"/>
                <a:ext cx="86879" cy="43303"/>
              </a:xfrm>
              <a:prstGeom prst="line">
                <a:avLst/>
              </a:prstGeom>
              <a:noFill/>
              <a:ln w="3">
                <a:solidFill>
                  <a:srgbClr val="FF0000"/>
                </a:solidFill>
                <a:round/>
                <a:headEnd/>
                <a:tailEnd/>
              </a:ln>
            </p:spPr>
            <p:txBody>
              <a:bodyPr/>
              <a:lstStyle/>
              <a:p>
                <a:endParaRPr lang="en-US" dirty="0"/>
              </a:p>
            </p:txBody>
          </p:sp>
          <p:sp>
            <p:nvSpPr>
              <p:cNvPr id="487545" name="Line 69"/>
              <p:cNvSpPr>
                <a:spLocks noChangeShapeType="1"/>
              </p:cNvSpPr>
              <p:nvPr/>
            </p:nvSpPr>
            <p:spPr bwMode="auto">
              <a:xfrm flipV="1">
                <a:off x="4803681" y="5257242"/>
                <a:ext cx="91706" cy="36640"/>
              </a:xfrm>
              <a:prstGeom prst="line">
                <a:avLst/>
              </a:prstGeom>
              <a:noFill/>
              <a:ln w="3">
                <a:solidFill>
                  <a:srgbClr val="FF0000"/>
                </a:solidFill>
                <a:round/>
                <a:headEnd/>
                <a:tailEnd/>
              </a:ln>
            </p:spPr>
            <p:txBody>
              <a:bodyPr/>
              <a:lstStyle/>
              <a:p>
                <a:endParaRPr lang="en-US" dirty="0"/>
              </a:p>
            </p:txBody>
          </p:sp>
          <p:sp>
            <p:nvSpPr>
              <p:cNvPr id="487546" name="Line 70"/>
              <p:cNvSpPr>
                <a:spLocks noChangeShapeType="1"/>
              </p:cNvSpPr>
              <p:nvPr/>
            </p:nvSpPr>
            <p:spPr bwMode="auto">
              <a:xfrm flipV="1">
                <a:off x="4895387" y="5227263"/>
                <a:ext cx="91706" cy="29979"/>
              </a:xfrm>
              <a:prstGeom prst="line">
                <a:avLst/>
              </a:prstGeom>
              <a:noFill/>
              <a:ln w="3">
                <a:solidFill>
                  <a:srgbClr val="FF0000"/>
                </a:solidFill>
                <a:round/>
                <a:headEnd/>
                <a:tailEnd/>
              </a:ln>
            </p:spPr>
            <p:txBody>
              <a:bodyPr/>
              <a:lstStyle/>
              <a:p>
                <a:endParaRPr lang="en-US" dirty="0"/>
              </a:p>
            </p:txBody>
          </p:sp>
          <p:sp>
            <p:nvSpPr>
              <p:cNvPr id="487547" name="Line 71"/>
              <p:cNvSpPr>
                <a:spLocks noChangeShapeType="1"/>
              </p:cNvSpPr>
              <p:nvPr/>
            </p:nvSpPr>
            <p:spPr bwMode="auto">
              <a:xfrm flipV="1">
                <a:off x="4987092" y="5203947"/>
                <a:ext cx="91706" cy="23317"/>
              </a:xfrm>
              <a:prstGeom prst="line">
                <a:avLst/>
              </a:prstGeom>
              <a:noFill/>
              <a:ln w="3">
                <a:solidFill>
                  <a:srgbClr val="FF0000"/>
                </a:solidFill>
                <a:round/>
                <a:headEnd/>
                <a:tailEnd/>
              </a:ln>
            </p:spPr>
            <p:txBody>
              <a:bodyPr/>
              <a:lstStyle/>
              <a:p>
                <a:endParaRPr lang="en-US" dirty="0"/>
              </a:p>
            </p:txBody>
          </p:sp>
          <p:sp>
            <p:nvSpPr>
              <p:cNvPr id="487548" name="Line 72"/>
              <p:cNvSpPr>
                <a:spLocks noChangeShapeType="1"/>
              </p:cNvSpPr>
              <p:nvPr/>
            </p:nvSpPr>
            <p:spPr bwMode="auto">
              <a:xfrm flipV="1">
                <a:off x="5078798" y="5183960"/>
                <a:ext cx="91706" cy="19987"/>
              </a:xfrm>
              <a:prstGeom prst="line">
                <a:avLst/>
              </a:prstGeom>
              <a:noFill/>
              <a:ln w="3">
                <a:solidFill>
                  <a:srgbClr val="FF0000"/>
                </a:solidFill>
                <a:round/>
                <a:headEnd/>
                <a:tailEnd/>
              </a:ln>
            </p:spPr>
            <p:txBody>
              <a:bodyPr/>
              <a:lstStyle/>
              <a:p>
                <a:endParaRPr lang="en-US" dirty="0"/>
              </a:p>
            </p:txBody>
          </p:sp>
          <p:sp>
            <p:nvSpPr>
              <p:cNvPr id="487549" name="Line 73"/>
              <p:cNvSpPr>
                <a:spLocks noChangeShapeType="1"/>
              </p:cNvSpPr>
              <p:nvPr/>
            </p:nvSpPr>
            <p:spPr bwMode="auto">
              <a:xfrm flipV="1">
                <a:off x="5170503" y="5173967"/>
                <a:ext cx="91706" cy="9993"/>
              </a:xfrm>
              <a:prstGeom prst="line">
                <a:avLst/>
              </a:prstGeom>
              <a:noFill/>
              <a:ln w="3">
                <a:solidFill>
                  <a:srgbClr val="FF0000"/>
                </a:solidFill>
                <a:round/>
                <a:headEnd/>
                <a:tailEnd/>
              </a:ln>
            </p:spPr>
            <p:txBody>
              <a:bodyPr/>
              <a:lstStyle/>
              <a:p>
                <a:endParaRPr lang="en-US" dirty="0"/>
              </a:p>
            </p:txBody>
          </p:sp>
          <p:sp>
            <p:nvSpPr>
              <p:cNvPr id="487550" name="Line 74"/>
              <p:cNvSpPr>
                <a:spLocks noChangeShapeType="1"/>
              </p:cNvSpPr>
              <p:nvPr/>
            </p:nvSpPr>
            <p:spPr bwMode="auto">
              <a:xfrm flipV="1">
                <a:off x="5262210" y="5170636"/>
                <a:ext cx="86879" cy="3331"/>
              </a:xfrm>
              <a:prstGeom prst="line">
                <a:avLst/>
              </a:prstGeom>
              <a:noFill/>
              <a:ln w="3">
                <a:solidFill>
                  <a:srgbClr val="FF0000"/>
                </a:solidFill>
                <a:round/>
                <a:headEnd/>
                <a:tailEnd/>
              </a:ln>
            </p:spPr>
            <p:txBody>
              <a:bodyPr/>
              <a:lstStyle/>
              <a:p>
                <a:endParaRPr lang="en-US" dirty="0"/>
              </a:p>
            </p:txBody>
          </p:sp>
          <p:sp>
            <p:nvSpPr>
              <p:cNvPr id="487551" name="Line 75"/>
              <p:cNvSpPr>
                <a:spLocks noChangeShapeType="1"/>
              </p:cNvSpPr>
              <p:nvPr/>
            </p:nvSpPr>
            <p:spPr bwMode="auto">
              <a:xfrm>
                <a:off x="5349090" y="5170636"/>
                <a:ext cx="91706" cy="3331"/>
              </a:xfrm>
              <a:prstGeom prst="line">
                <a:avLst/>
              </a:prstGeom>
              <a:noFill/>
              <a:ln w="3">
                <a:solidFill>
                  <a:srgbClr val="FF0000"/>
                </a:solidFill>
                <a:round/>
                <a:headEnd/>
                <a:tailEnd/>
              </a:ln>
            </p:spPr>
            <p:txBody>
              <a:bodyPr/>
              <a:lstStyle/>
              <a:p>
                <a:endParaRPr lang="en-US" dirty="0"/>
              </a:p>
            </p:txBody>
          </p:sp>
          <p:sp>
            <p:nvSpPr>
              <p:cNvPr id="487552" name="Line 76"/>
              <p:cNvSpPr>
                <a:spLocks noChangeShapeType="1"/>
              </p:cNvSpPr>
              <p:nvPr/>
            </p:nvSpPr>
            <p:spPr bwMode="auto">
              <a:xfrm>
                <a:off x="5440795" y="5173967"/>
                <a:ext cx="91706" cy="9993"/>
              </a:xfrm>
              <a:prstGeom prst="line">
                <a:avLst/>
              </a:prstGeom>
              <a:noFill/>
              <a:ln w="3">
                <a:solidFill>
                  <a:srgbClr val="FF0000"/>
                </a:solidFill>
                <a:round/>
                <a:headEnd/>
                <a:tailEnd/>
              </a:ln>
            </p:spPr>
            <p:txBody>
              <a:bodyPr/>
              <a:lstStyle/>
              <a:p>
                <a:endParaRPr lang="en-US" dirty="0"/>
              </a:p>
            </p:txBody>
          </p:sp>
          <p:sp>
            <p:nvSpPr>
              <p:cNvPr id="487553" name="Line 77"/>
              <p:cNvSpPr>
                <a:spLocks noChangeShapeType="1"/>
              </p:cNvSpPr>
              <p:nvPr/>
            </p:nvSpPr>
            <p:spPr bwMode="auto">
              <a:xfrm>
                <a:off x="5532501" y="5183960"/>
                <a:ext cx="91706" cy="16655"/>
              </a:xfrm>
              <a:prstGeom prst="line">
                <a:avLst/>
              </a:prstGeom>
              <a:noFill/>
              <a:ln w="3">
                <a:solidFill>
                  <a:srgbClr val="FF0000"/>
                </a:solidFill>
                <a:round/>
                <a:headEnd/>
                <a:tailEnd/>
              </a:ln>
            </p:spPr>
            <p:txBody>
              <a:bodyPr/>
              <a:lstStyle/>
              <a:p>
                <a:endParaRPr lang="en-US" dirty="0"/>
              </a:p>
            </p:txBody>
          </p:sp>
          <p:sp>
            <p:nvSpPr>
              <p:cNvPr id="487554" name="Line 78"/>
              <p:cNvSpPr>
                <a:spLocks noChangeShapeType="1"/>
              </p:cNvSpPr>
              <p:nvPr/>
            </p:nvSpPr>
            <p:spPr bwMode="auto">
              <a:xfrm>
                <a:off x="5624206" y="5200615"/>
                <a:ext cx="91706" cy="23317"/>
              </a:xfrm>
              <a:prstGeom prst="line">
                <a:avLst/>
              </a:prstGeom>
              <a:noFill/>
              <a:ln w="3">
                <a:solidFill>
                  <a:srgbClr val="FF0000"/>
                </a:solidFill>
                <a:round/>
                <a:headEnd/>
                <a:tailEnd/>
              </a:ln>
            </p:spPr>
            <p:txBody>
              <a:bodyPr/>
              <a:lstStyle/>
              <a:p>
                <a:endParaRPr lang="en-US" dirty="0"/>
              </a:p>
            </p:txBody>
          </p:sp>
          <p:sp>
            <p:nvSpPr>
              <p:cNvPr id="487555" name="Line 79"/>
              <p:cNvSpPr>
                <a:spLocks noChangeShapeType="1"/>
              </p:cNvSpPr>
              <p:nvPr/>
            </p:nvSpPr>
            <p:spPr bwMode="auto">
              <a:xfrm>
                <a:off x="5715912" y="5223932"/>
                <a:ext cx="86879" cy="29979"/>
              </a:xfrm>
              <a:prstGeom prst="line">
                <a:avLst/>
              </a:prstGeom>
              <a:noFill/>
              <a:ln w="3">
                <a:solidFill>
                  <a:srgbClr val="FF0000"/>
                </a:solidFill>
                <a:round/>
                <a:headEnd/>
                <a:tailEnd/>
              </a:ln>
            </p:spPr>
            <p:txBody>
              <a:bodyPr/>
              <a:lstStyle/>
              <a:p>
                <a:endParaRPr lang="en-US" dirty="0"/>
              </a:p>
            </p:txBody>
          </p:sp>
          <p:sp>
            <p:nvSpPr>
              <p:cNvPr id="487556" name="Line 80"/>
              <p:cNvSpPr>
                <a:spLocks noChangeShapeType="1"/>
              </p:cNvSpPr>
              <p:nvPr/>
            </p:nvSpPr>
            <p:spPr bwMode="auto">
              <a:xfrm>
                <a:off x="5802791" y="5253911"/>
                <a:ext cx="91706" cy="36640"/>
              </a:xfrm>
              <a:prstGeom prst="line">
                <a:avLst/>
              </a:prstGeom>
              <a:noFill/>
              <a:ln w="3">
                <a:solidFill>
                  <a:srgbClr val="FF0000"/>
                </a:solidFill>
                <a:round/>
                <a:headEnd/>
                <a:tailEnd/>
              </a:ln>
            </p:spPr>
            <p:txBody>
              <a:bodyPr/>
              <a:lstStyle/>
              <a:p>
                <a:endParaRPr lang="en-US" dirty="0"/>
              </a:p>
            </p:txBody>
          </p:sp>
          <p:sp>
            <p:nvSpPr>
              <p:cNvPr id="487557" name="Line 81"/>
              <p:cNvSpPr>
                <a:spLocks noChangeShapeType="1"/>
              </p:cNvSpPr>
              <p:nvPr/>
            </p:nvSpPr>
            <p:spPr bwMode="auto">
              <a:xfrm>
                <a:off x="5894498" y="5290552"/>
                <a:ext cx="91706" cy="39972"/>
              </a:xfrm>
              <a:prstGeom prst="line">
                <a:avLst/>
              </a:prstGeom>
              <a:noFill/>
              <a:ln w="3">
                <a:solidFill>
                  <a:srgbClr val="FF0000"/>
                </a:solidFill>
                <a:round/>
                <a:headEnd/>
                <a:tailEnd/>
              </a:ln>
            </p:spPr>
            <p:txBody>
              <a:bodyPr/>
              <a:lstStyle/>
              <a:p>
                <a:endParaRPr lang="en-US" dirty="0"/>
              </a:p>
            </p:txBody>
          </p:sp>
          <p:sp>
            <p:nvSpPr>
              <p:cNvPr id="487558" name="Line 82"/>
              <p:cNvSpPr>
                <a:spLocks noChangeShapeType="1"/>
              </p:cNvSpPr>
              <p:nvPr/>
            </p:nvSpPr>
            <p:spPr bwMode="auto">
              <a:xfrm>
                <a:off x="5986204" y="5330524"/>
                <a:ext cx="91706" cy="46634"/>
              </a:xfrm>
              <a:prstGeom prst="line">
                <a:avLst/>
              </a:prstGeom>
              <a:noFill/>
              <a:ln w="3">
                <a:solidFill>
                  <a:srgbClr val="FF0000"/>
                </a:solidFill>
                <a:round/>
                <a:headEnd/>
                <a:tailEnd/>
              </a:ln>
            </p:spPr>
            <p:txBody>
              <a:bodyPr/>
              <a:lstStyle/>
              <a:p>
                <a:endParaRPr lang="en-US" dirty="0"/>
              </a:p>
            </p:txBody>
          </p:sp>
          <p:sp>
            <p:nvSpPr>
              <p:cNvPr id="487559" name="Line 83"/>
              <p:cNvSpPr>
                <a:spLocks noChangeShapeType="1"/>
              </p:cNvSpPr>
              <p:nvPr/>
            </p:nvSpPr>
            <p:spPr bwMode="auto">
              <a:xfrm>
                <a:off x="6077910" y="5377158"/>
                <a:ext cx="91706" cy="53297"/>
              </a:xfrm>
              <a:prstGeom prst="line">
                <a:avLst/>
              </a:prstGeom>
              <a:noFill/>
              <a:ln w="3">
                <a:solidFill>
                  <a:srgbClr val="FF0000"/>
                </a:solidFill>
                <a:round/>
                <a:headEnd/>
                <a:tailEnd/>
              </a:ln>
            </p:spPr>
            <p:txBody>
              <a:bodyPr/>
              <a:lstStyle/>
              <a:p>
                <a:endParaRPr lang="en-US" dirty="0"/>
              </a:p>
            </p:txBody>
          </p:sp>
          <p:sp>
            <p:nvSpPr>
              <p:cNvPr id="487560" name="Line 84"/>
              <p:cNvSpPr>
                <a:spLocks noChangeShapeType="1"/>
              </p:cNvSpPr>
              <p:nvPr/>
            </p:nvSpPr>
            <p:spPr bwMode="auto">
              <a:xfrm>
                <a:off x="6169615" y="5430455"/>
                <a:ext cx="86879" cy="56627"/>
              </a:xfrm>
              <a:prstGeom prst="line">
                <a:avLst/>
              </a:prstGeom>
              <a:noFill/>
              <a:ln w="3">
                <a:solidFill>
                  <a:srgbClr val="FF0000"/>
                </a:solidFill>
                <a:round/>
                <a:headEnd/>
                <a:tailEnd/>
              </a:ln>
            </p:spPr>
            <p:txBody>
              <a:bodyPr/>
              <a:lstStyle/>
              <a:p>
                <a:endParaRPr lang="en-US" dirty="0"/>
              </a:p>
            </p:txBody>
          </p:sp>
          <p:sp>
            <p:nvSpPr>
              <p:cNvPr id="487561" name="Line 85"/>
              <p:cNvSpPr>
                <a:spLocks noChangeShapeType="1"/>
              </p:cNvSpPr>
              <p:nvPr/>
            </p:nvSpPr>
            <p:spPr bwMode="auto">
              <a:xfrm>
                <a:off x="6256494" y="5487082"/>
                <a:ext cx="91706" cy="59958"/>
              </a:xfrm>
              <a:prstGeom prst="line">
                <a:avLst/>
              </a:prstGeom>
              <a:noFill/>
              <a:ln w="3">
                <a:solidFill>
                  <a:srgbClr val="FF0000"/>
                </a:solidFill>
                <a:round/>
                <a:headEnd/>
                <a:tailEnd/>
              </a:ln>
            </p:spPr>
            <p:txBody>
              <a:bodyPr/>
              <a:lstStyle/>
              <a:p>
                <a:endParaRPr lang="en-US" dirty="0"/>
              </a:p>
            </p:txBody>
          </p:sp>
          <p:sp>
            <p:nvSpPr>
              <p:cNvPr id="487562" name="Line 86"/>
              <p:cNvSpPr>
                <a:spLocks noChangeShapeType="1"/>
              </p:cNvSpPr>
              <p:nvPr/>
            </p:nvSpPr>
            <p:spPr bwMode="auto">
              <a:xfrm>
                <a:off x="6348200" y="5547039"/>
                <a:ext cx="91706" cy="63290"/>
              </a:xfrm>
              <a:prstGeom prst="line">
                <a:avLst/>
              </a:prstGeom>
              <a:noFill/>
              <a:ln w="3">
                <a:solidFill>
                  <a:srgbClr val="FF0000"/>
                </a:solidFill>
                <a:round/>
                <a:headEnd/>
                <a:tailEnd/>
              </a:ln>
            </p:spPr>
            <p:txBody>
              <a:bodyPr/>
              <a:lstStyle/>
              <a:p>
                <a:endParaRPr lang="en-US" dirty="0"/>
              </a:p>
            </p:txBody>
          </p:sp>
          <p:sp>
            <p:nvSpPr>
              <p:cNvPr id="487563" name="Line 87"/>
              <p:cNvSpPr>
                <a:spLocks noChangeShapeType="1"/>
              </p:cNvSpPr>
              <p:nvPr/>
            </p:nvSpPr>
            <p:spPr bwMode="auto">
              <a:xfrm>
                <a:off x="6439907" y="5610328"/>
                <a:ext cx="91706" cy="66620"/>
              </a:xfrm>
              <a:prstGeom prst="line">
                <a:avLst/>
              </a:prstGeom>
              <a:noFill/>
              <a:ln w="3">
                <a:solidFill>
                  <a:srgbClr val="FF0000"/>
                </a:solidFill>
                <a:round/>
                <a:headEnd/>
                <a:tailEnd/>
              </a:ln>
            </p:spPr>
            <p:txBody>
              <a:bodyPr/>
              <a:lstStyle/>
              <a:p>
                <a:endParaRPr lang="en-US" dirty="0"/>
              </a:p>
            </p:txBody>
          </p:sp>
          <p:sp>
            <p:nvSpPr>
              <p:cNvPr id="487564" name="Line 88"/>
              <p:cNvSpPr>
                <a:spLocks noChangeShapeType="1"/>
              </p:cNvSpPr>
              <p:nvPr/>
            </p:nvSpPr>
            <p:spPr bwMode="auto">
              <a:xfrm>
                <a:off x="6531613" y="5676947"/>
                <a:ext cx="91706" cy="66620"/>
              </a:xfrm>
              <a:prstGeom prst="line">
                <a:avLst/>
              </a:prstGeom>
              <a:noFill/>
              <a:ln w="3">
                <a:solidFill>
                  <a:srgbClr val="FF0000"/>
                </a:solidFill>
                <a:round/>
                <a:headEnd/>
                <a:tailEnd/>
              </a:ln>
            </p:spPr>
            <p:txBody>
              <a:bodyPr/>
              <a:lstStyle/>
              <a:p>
                <a:endParaRPr lang="en-US" dirty="0"/>
              </a:p>
            </p:txBody>
          </p:sp>
          <p:sp>
            <p:nvSpPr>
              <p:cNvPr id="487565" name="Line 89"/>
              <p:cNvSpPr>
                <a:spLocks noChangeShapeType="1"/>
              </p:cNvSpPr>
              <p:nvPr/>
            </p:nvSpPr>
            <p:spPr bwMode="auto">
              <a:xfrm>
                <a:off x="6623318" y="5743568"/>
                <a:ext cx="91706" cy="69950"/>
              </a:xfrm>
              <a:prstGeom prst="line">
                <a:avLst/>
              </a:prstGeom>
              <a:noFill/>
              <a:ln w="3">
                <a:solidFill>
                  <a:srgbClr val="FF0000"/>
                </a:solidFill>
                <a:round/>
                <a:headEnd/>
                <a:tailEnd/>
              </a:ln>
            </p:spPr>
            <p:txBody>
              <a:bodyPr/>
              <a:lstStyle/>
              <a:p>
                <a:endParaRPr lang="en-US" dirty="0"/>
              </a:p>
            </p:txBody>
          </p:sp>
          <p:sp>
            <p:nvSpPr>
              <p:cNvPr id="487566" name="Line 90"/>
              <p:cNvSpPr>
                <a:spLocks noChangeShapeType="1"/>
              </p:cNvSpPr>
              <p:nvPr/>
            </p:nvSpPr>
            <p:spPr bwMode="auto">
              <a:xfrm>
                <a:off x="6715024" y="5813518"/>
                <a:ext cx="86879" cy="66620"/>
              </a:xfrm>
              <a:prstGeom prst="line">
                <a:avLst/>
              </a:prstGeom>
              <a:noFill/>
              <a:ln w="3">
                <a:solidFill>
                  <a:srgbClr val="FF0000"/>
                </a:solidFill>
                <a:round/>
                <a:headEnd/>
                <a:tailEnd/>
              </a:ln>
            </p:spPr>
            <p:txBody>
              <a:bodyPr/>
              <a:lstStyle/>
              <a:p>
                <a:endParaRPr lang="en-US" dirty="0"/>
              </a:p>
            </p:txBody>
          </p:sp>
          <p:sp>
            <p:nvSpPr>
              <p:cNvPr id="487567" name="Line 91"/>
              <p:cNvSpPr>
                <a:spLocks noChangeShapeType="1"/>
              </p:cNvSpPr>
              <p:nvPr/>
            </p:nvSpPr>
            <p:spPr bwMode="auto">
              <a:xfrm>
                <a:off x="6801903" y="5880139"/>
                <a:ext cx="91706" cy="69950"/>
              </a:xfrm>
              <a:prstGeom prst="line">
                <a:avLst/>
              </a:prstGeom>
              <a:noFill/>
              <a:ln w="3">
                <a:solidFill>
                  <a:srgbClr val="FF0000"/>
                </a:solidFill>
                <a:round/>
                <a:headEnd/>
                <a:tailEnd/>
              </a:ln>
            </p:spPr>
            <p:txBody>
              <a:bodyPr/>
              <a:lstStyle/>
              <a:p>
                <a:endParaRPr lang="en-US" dirty="0"/>
              </a:p>
            </p:txBody>
          </p:sp>
          <p:sp>
            <p:nvSpPr>
              <p:cNvPr id="487568" name="Line 92"/>
              <p:cNvSpPr>
                <a:spLocks noChangeShapeType="1"/>
              </p:cNvSpPr>
              <p:nvPr/>
            </p:nvSpPr>
            <p:spPr bwMode="auto">
              <a:xfrm>
                <a:off x="6893609" y="5950089"/>
                <a:ext cx="91706" cy="66620"/>
              </a:xfrm>
              <a:prstGeom prst="line">
                <a:avLst/>
              </a:prstGeom>
              <a:noFill/>
              <a:ln w="3">
                <a:solidFill>
                  <a:srgbClr val="FF0000"/>
                </a:solidFill>
                <a:round/>
                <a:headEnd/>
                <a:tailEnd/>
              </a:ln>
            </p:spPr>
            <p:txBody>
              <a:bodyPr/>
              <a:lstStyle/>
              <a:p>
                <a:endParaRPr lang="en-US" dirty="0"/>
              </a:p>
            </p:txBody>
          </p:sp>
          <p:sp>
            <p:nvSpPr>
              <p:cNvPr id="487569" name="Line 93"/>
              <p:cNvSpPr>
                <a:spLocks noChangeShapeType="1"/>
              </p:cNvSpPr>
              <p:nvPr/>
            </p:nvSpPr>
            <p:spPr bwMode="auto">
              <a:xfrm>
                <a:off x="6985314" y="6016709"/>
                <a:ext cx="91706" cy="66620"/>
              </a:xfrm>
              <a:prstGeom prst="line">
                <a:avLst/>
              </a:prstGeom>
              <a:noFill/>
              <a:ln w="3">
                <a:solidFill>
                  <a:srgbClr val="FF0000"/>
                </a:solidFill>
                <a:round/>
                <a:headEnd/>
                <a:tailEnd/>
              </a:ln>
            </p:spPr>
            <p:txBody>
              <a:bodyPr/>
              <a:lstStyle/>
              <a:p>
                <a:endParaRPr lang="en-US" dirty="0"/>
              </a:p>
            </p:txBody>
          </p:sp>
          <p:sp>
            <p:nvSpPr>
              <p:cNvPr id="487570" name="Line 94"/>
              <p:cNvSpPr>
                <a:spLocks noChangeShapeType="1"/>
              </p:cNvSpPr>
              <p:nvPr/>
            </p:nvSpPr>
            <p:spPr bwMode="auto">
              <a:xfrm>
                <a:off x="7077022" y="6083330"/>
                <a:ext cx="91706" cy="63290"/>
              </a:xfrm>
              <a:prstGeom prst="line">
                <a:avLst/>
              </a:prstGeom>
              <a:noFill/>
              <a:ln w="3">
                <a:solidFill>
                  <a:srgbClr val="FF0000"/>
                </a:solidFill>
                <a:round/>
                <a:headEnd/>
                <a:tailEnd/>
              </a:ln>
            </p:spPr>
            <p:txBody>
              <a:bodyPr/>
              <a:lstStyle/>
              <a:p>
                <a:endParaRPr lang="en-US" dirty="0"/>
              </a:p>
            </p:txBody>
          </p:sp>
          <p:sp>
            <p:nvSpPr>
              <p:cNvPr id="487571" name="Line 95"/>
              <p:cNvSpPr>
                <a:spLocks noChangeShapeType="1"/>
              </p:cNvSpPr>
              <p:nvPr/>
            </p:nvSpPr>
            <p:spPr bwMode="auto">
              <a:xfrm>
                <a:off x="7168727" y="6146618"/>
                <a:ext cx="86879" cy="59958"/>
              </a:xfrm>
              <a:prstGeom prst="line">
                <a:avLst/>
              </a:prstGeom>
              <a:noFill/>
              <a:ln w="3">
                <a:solidFill>
                  <a:srgbClr val="FF0000"/>
                </a:solidFill>
                <a:round/>
                <a:headEnd/>
                <a:tailEnd/>
              </a:ln>
            </p:spPr>
            <p:txBody>
              <a:bodyPr/>
              <a:lstStyle/>
              <a:p>
                <a:endParaRPr lang="en-US" dirty="0"/>
              </a:p>
            </p:txBody>
          </p:sp>
          <p:sp>
            <p:nvSpPr>
              <p:cNvPr id="487572" name="Line 33"/>
              <p:cNvSpPr>
                <a:spLocks noChangeShapeType="1"/>
              </p:cNvSpPr>
              <p:nvPr/>
            </p:nvSpPr>
            <p:spPr bwMode="auto">
              <a:xfrm flipH="1">
                <a:off x="9093215" y="6176877"/>
                <a:ext cx="86879" cy="59958"/>
              </a:xfrm>
              <a:prstGeom prst="line">
                <a:avLst/>
              </a:prstGeom>
              <a:noFill/>
              <a:ln w="3">
                <a:solidFill>
                  <a:srgbClr val="FF0000"/>
                </a:solidFill>
                <a:round/>
                <a:headEnd/>
                <a:tailEnd/>
              </a:ln>
            </p:spPr>
            <p:txBody>
              <a:bodyPr/>
              <a:lstStyle/>
              <a:p>
                <a:endParaRPr lang="en-US" dirty="0"/>
              </a:p>
            </p:txBody>
          </p:sp>
          <p:sp>
            <p:nvSpPr>
              <p:cNvPr id="487573" name="Line 34"/>
              <p:cNvSpPr>
                <a:spLocks noChangeShapeType="1"/>
              </p:cNvSpPr>
              <p:nvPr/>
            </p:nvSpPr>
            <p:spPr bwMode="auto">
              <a:xfrm flipH="1">
                <a:off x="9001509" y="6236835"/>
                <a:ext cx="91706" cy="56627"/>
              </a:xfrm>
              <a:prstGeom prst="line">
                <a:avLst/>
              </a:prstGeom>
              <a:noFill/>
              <a:ln w="3">
                <a:solidFill>
                  <a:srgbClr val="FF0000"/>
                </a:solidFill>
                <a:round/>
                <a:headEnd/>
                <a:tailEnd/>
              </a:ln>
            </p:spPr>
            <p:txBody>
              <a:bodyPr/>
              <a:lstStyle/>
              <a:p>
                <a:endParaRPr lang="en-US" dirty="0"/>
              </a:p>
            </p:txBody>
          </p:sp>
          <p:sp>
            <p:nvSpPr>
              <p:cNvPr id="487574" name="Line 35"/>
              <p:cNvSpPr>
                <a:spLocks noChangeShapeType="1"/>
              </p:cNvSpPr>
              <p:nvPr/>
            </p:nvSpPr>
            <p:spPr bwMode="auto">
              <a:xfrm flipH="1">
                <a:off x="8909804" y="6293461"/>
                <a:ext cx="91706" cy="49965"/>
              </a:xfrm>
              <a:prstGeom prst="line">
                <a:avLst/>
              </a:prstGeom>
              <a:noFill/>
              <a:ln w="3">
                <a:solidFill>
                  <a:srgbClr val="FF0000"/>
                </a:solidFill>
                <a:round/>
                <a:headEnd/>
                <a:tailEnd/>
              </a:ln>
            </p:spPr>
            <p:txBody>
              <a:bodyPr/>
              <a:lstStyle/>
              <a:p>
                <a:endParaRPr lang="en-US" dirty="0"/>
              </a:p>
            </p:txBody>
          </p:sp>
          <p:sp>
            <p:nvSpPr>
              <p:cNvPr id="487575" name="Line 36"/>
              <p:cNvSpPr>
                <a:spLocks noChangeShapeType="1"/>
              </p:cNvSpPr>
              <p:nvPr/>
            </p:nvSpPr>
            <p:spPr bwMode="auto">
              <a:xfrm flipH="1">
                <a:off x="8818097" y="6343426"/>
                <a:ext cx="91706" cy="49965"/>
              </a:xfrm>
              <a:prstGeom prst="line">
                <a:avLst/>
              </a:prstGeom>
              <a:noFill/>
              <a:ln w="3">
                <a:solidFill>
                  <a:srgbClr val="FF0000"/>
                </a:solidFill>
                <a:round/>
                <a:headEnd/>
                <a:tailEnd/>
              </a:ln>
            </p:spPr>
            <p:txBody>
              <a:bodyPr/>
              <a:lstStyle/>
              <a:p>
                <a:endParaRPr lang="en-US" dirty="0"/>
              </a:p>
            </p:txBody>
          </p:sp>
          <p:sp>
            <p:nvSpPr>
              <p:cNvPr id="487576" name="Line 37"/>
              <p:cNvSpPr>
                <a:spLocks noChangeShapeType="1"/>
              </p:cNvSpPr>
              <p:nvPr/>
            </p:nvSpPr>
            <p:spPr bwMode="auto">
              <a:xfrm flipH="1">
                <a:off x="8726391" y="6393391"/>
                <a:ext cx="91706" cy="39972"/>
              </a:xfrm>
              <a:prstGeom prst="line">
                <a:avLst/>
              </a:prstGeom>
              <a:noFill/>
              <a:ln w="3">
                <a:solidFill>
                  <a:srgbClr val="FF0000"/>
                </a:solidFill>
                <a:round/>
                <a:headEnd/>
                <a:tailEnd/>
              </a:ln>
            </p:spPr>
            <p:txBody>
              <a:bodyPr/>
              <a:lstStyle/>
              <a:p>
                <a:endParaRPr lang="en-US" dirty="0"/>
              </a:p>
            </p:txBody>
          </p:sp>
          <p:sp>
            <p:nvSpPr>
              <p:cNvPr id="487577" name="Line 38"/>
              <p:cNvSpPr>
                <a:spLocks noChangeShapeType="1"/>
              </p:cNvSpPr>
              <p:nvPr/>
            </p:nvSpPr>
            <p:spPr bwMode="auto">
              <a:xfrm flipH="1">
                <a:off x="8639514" y="6433363"/>
                <a:ext cx="86879" cy="36640"/>
              </a:xfrm>
              <a:prstGeom prst="line">
                <a:avLst/>
              </a:prstGeom>
              <a:noFill/>
              <a:ln w="3">
                <a:solidFill>
                  <a:srgbClr val="FF0000"/>
                </a:solidFill>
                <a:round/>
                <a:headEnd/>
                <a:tailEnd/>
              </a:ln>
            </p:spPr>
            <p:txBody>
              <a:bodyPr/>
              <a:lstStyle/>
              <a:p>
                <a:endParaRPr lang="en-US" dirty="0"/>
              </a:p>
            </p:txBody>
          </p:sp>
          <p:sp>
            <p:nvSpPr>
              <p:cNvPr id="487578" name="Line 39"/>
              <p:cNvSpPr>
                <a:spLocks noChangeShapeType="1"/>
              </p:cNvSpPr>
              <p:nvPr/>
            </p:nvSpPr>
            <p:spPr bwMode="auto">
              <a:xfrm flipH="1">
                <a:off x="8547806" y="6470005"/>
                <a:ext cx="91706" cy="29979"/>
              </a:xfrm>
              <a:prstGeom prst="line">
                <a:avLst/>
              </a:prstGeom>
              <a:noFill/>
              <a:ln w="3">
                <a:solidFill>
                  <a:srgbClr val="FF0000"/>
                </a:solidFill>
                <a:round/>
                <a:headEnd/>
                <a:tailEnd/>
              </a:ln>
            </p:spPr>
            <p:txBody>
              <a:bodyPr/>
              <a:lstStyle/>
              <a:p>
                <a:endParaRPr lang="en-US" dirty="0"/>
              </a:p>
            </p:txBody>
          </p:sp>
          <p:sp>
            <p:nvSpPr>
              <p:cNvPr id="487579" name="Line 40"/>
              <p:cNvSpPr>
                <a:spLocks noChangeShapeType="1"/>
              </p:cNvSpPr>
              <p:nvPr/>
            </p:nvSpPr>
            <p:spPr bwMode="auto">
              <a:xfrm flipH="1">
                <a:off x="8456100" y="6499983"/>
                <a:ext cx="91706" cy="23317"/>
              </a:xfrm>
              <a:prstGeom prst="line">
                <a:avLst/>
              </a:prstGeom>
              <a:noFill/>
              <a:ln w="3">
                <a:solidFill>
                  <a:srgbClr val="FF0000"/>
                </a:solidFill>
                <a:round/>
                <a:headEnd/>
                <a:tailEnd/>
              </a:ln>
            </p:spPr>
            <p:txBody>
              <a:bodyPr/>
              <a:lstStyle/>
              <a:p>
                <a:endParaRPr lang="en-US" dirty="0"/>
              </a:p>
            </p:txBody>
          </p:sp>
          <p:sp>
            <p:nvSpPr>
              <p:cNvPr id="487580" name="Line 41"/>
              <p:cNvSpPr>
                <a:spLocks noChangeShapeType="1"/>
              </p:cNvSpPr>
              <p:nvPr/>
            </p:nvSpPr>
            <p:spPr bwMode="auto">
              <a:xfrm flipH="1">
                <a:off x="8364394" y="6523300"/>
                <a:ext cx="91706" cy="16655"/>
              </a:xfrm>
              <a:prstGeom prst="line">
                <a:avLst/>
              </a:prstGeom>
              <a:noFill/>
              <a:ln w="3">
                <a:solidFill>
                  <a:srgbClr val="FF0000"/>
                </a:solidFill>
                <a:round/>
                <a:headEnd/>
                <a:tailEnd/>
              </a:ln>
            </p:spPr>
            <p:txBody>
              <a:bodyPr/>
              <a:lstStyle/>
              <a:p>
                <a:endParaRPr lang="en-US" dirty="0"/>
              </a:p>
            </p:txBody>
          </p:sp>
          <p:sp>
            <p:nvSpPr>
              <p:cNvPr id="487581" name="Line 42"/>
              <p:cNvSpPr>
                <a:spLocks noChangeShapeType="1"/>
              </p:cNvSpPr>
              <p:nvPr/>
            </p:nvSpPr>
            <p:spPr bwMode="auto">
              <a:xfrm flipH="1">
                <a:off x="8272688" y="6539955"/>
                <a:ext cx="91706" cy="9993"/>
              </a:xfrm>
              <a:prstGeom prst="line">
                <a:avLst/>
              </a:prstGeom>
              <a:noFill/>
              <a:ln w="3">
                <a:solidFill>
                  <a:srgbClr val="FF0000"/>
                </a:solidFill>
                <a:round/>
                <a:headEnd/>
                <a:tailEnd/>
              </a:ln>
            </p:spPr>
            <p:txBody>
              <a:bodyPr/>
              <a:lstStyle/>
              <a:p>
                <a:endParaRPr lang="en-US" dirty="0"/>
              </a:p>
            </p:txBody>
          </p:sp>
          <p:sp>
            <p:nvSpPr>
              <p:cNvPr id="487582" name="Line 43"/>
              <p:cNvSpPr>
                <a:spLocks noChangeShapeType="1"/>
              </p:cNvSpPr>
              <p:nvPr/>
            </p:nvSpPr>
            <p:spPr bwMode="auto">
              <a:xfrm flipH="1">
                <a:off x="8180983" y="6549949"/>
                <a:ext cx="91706" cy="3331"/>
              </a:xfrm>
              <a:prstGeom prst="line">
                <a:avLst/>
              </a:prstGeom>
              <a:noFill/>
              <a:ln w="3">
                <a:solidFill>
                  <a:srgbClr val="FF0000"/>
                </a:solidFill>
                <a:round/>
                <a:headEnd/>
                <a:tailEnd/>
              </a:ln>
            </p:spPr>
            <p:txBody>
              <a:bodyPr/>
              <a:lstStyle/>
              <a:p>
                <a:endParaRPr lang="en-US" dirty="0"/>
              </a:p>
            </p:txBody>
          </p:sp>
          <p:sp>
            <p:nvSpPr>
              <p:cNvPr id="487583" name="Line 44"/>
              <p:cNvSpPr>
                <a:spLocks noChangeShapeType="1"/>
              </p:cNvSpPr>
              <p:nvPr/>
            </p:nvSpPr>
            <p:spPr bwMode="auto">
              <a:xfrm flipH="1" flipV="1">
                <a:off x="8094105" y="6549949"/>
                <a:ext cx="86879" cy="3331"/>
              </a:xfrm>
              <a:prstGeom prst="line">
                <a:avLst/>
              </a:prstGeom>
              <a:noFill/>
              <a:ln w="3">
                <a:solidFill>
                  <a:srgbClr val="FF0000"/>
                </a:solidFill>
                <a:round/>
                <a:headEnd/>
                <a:tailEnd/>
              </a:ln>
            </p:spPr>
            <p:txBody>
              <a:bodyPr/>
              <a:lstStyle/>
              <a:p>
                <a:endParaRPr lang="en-US" dirty="0"/>
              </a:p>
            </p:txBody>
          </p:sp>
          <p:sp>
            <p:nvSpPr>
              <p:cNvPr id="487584" name="Line 45"/>
              <p:cNvSpPr>
                <a:spLocks noChangeShapeType="1"/>
              </p:cNvSpPr>
              <p:nvPr/>
            </p:nvSpPr>
            <p:spPr bwMode="auto">
              <a:xfrm flipH="1" flipV="1">
                <a:off x="8002398" y="6539955"/>
                <a:ext cx="91706" cy="9993"/>
              </a:xfrm>
              <a:prstGeom prst="line">
                <a:avLst/>
              </a:prstGeom>
              <a:noFill/>
              <a:ln w="3">
                <a:solidFill>
                  <a:srgbClr val="FF0000"/>
                </a:solidFill>
                <a:round/>
                <a:headEnd/>
                <a:tailEnd/>
              </a:ln>
            </p:spPr>
            <p:txBody>
              <a:bodyPr/>
              <a:lstStyle/>
              <a:p>
                <a:endParaRPr lang="en-US" dirty="0"/>
              </a:p>
            </p:txBody>
          </p:sp>
          <p:sp>
            <p:nvSpPr>
              <p:cNvPr id="487585" name="Line 46"/>
              <p:cNvSpPr>
                <a:spLocks noChangeShapeType="1"/>
              </p:cNvSpPr>
              <p:nvPr/>
            </p:nvSpPr>
            <p:spPr bwMode="auto">
              <a:xfrm flipH="1" flipV="1">
                <a:off x="7910691" y="6519969"/>
                <a:ext cx="91706" cy="19987"/>
              </a:xfrm>
              <a:prstGeom prst="line">
                <a:avLst/>
              </a:prstGeom>
              <a:noFill/>
              <a:ln w="3">
                <a:solidFill>
                  <a:srgbClr val="FF0000"/>
                </a:solidFill>
                <a:round/>
                <a:headEnd/>
                <a:tailEnd/>
              </a:ln>
            </p:spPr>
            <p:txBody>
              <a:bodyPr/>
              <a:lstStyle/>
              <a:p>
                <a:endParaRPr lang="en-US" dirty="0"/>
              </a:p>
            </p:txBody>
          </p:sp>
          <p:sp>
            <p:nvSpPr>
              <p:cNvPr id="487586" name="Line 47"/>
              <p:cNvSpPr>
                <a:spLocks noChangeShapeType="1"/>
              </p:cNvSpPr>
              <p:nvPr/>
            </p:nvSpPr>
            <p:spPr bwMode="auto">
              <a:xfrm flipH="1" flipV="1">
                <a:off x="7818985" y="6496653"/>
                <a:ext cx="91706" cy="23317"/>
              </a:xfrm>
              <a:prstGeom prst="line">
                <a:avLst/>
              </a:prstGeom>
              <a:noFill/>
              <a:ln w="3">
                <a:solidFill>
                  <a:srgbClr val="FF0000"/>
                </a:solidFill>
                <a:round/>
                <a:headEnd/>
                <a:tailEnd/>
              </a:ln>
            </p:spPr>
            <p:txBody>
              <a:bodyPr/>
              <a:lstStyle/>
              <a:p>
                <a:endParaRPr lang="en-US" dirty="0"/>
              </a:p>
            </p:txBody>
          </p:sp>
          <p:sp>
            <p:nvSpPr>
              <p:cNvPr id="487587" name="Line 48"/>
              <p:cNvSpPr>
                <a:spLocks noChangeShapeType="1"/>
              </p:cNvSpPr>
              <p:nvPr/>
            </p:nvSpPr>
            <p:spPr bwMode="auto">
              <a:xfrm flipH="1" flipV="1">
                <a:off x="7727279" y="6466674"/>
                <a:ext cx="91706" cy="29979"/>
              </a:xfrm>
              <a:prstGeom prst="line">
                <a:avLst/>
              </a:prstGeom>
              <a:noFill/>
              <a:ln w="3">
                <a:solidFill>
                  <a:srgbClr val="FF0000"/>
                </a:solidFill>
                <a:round/>
                <a:headEnd/>
                <a:tailEnd/>
              </a:ln>
            </p:spPr>
            <p:txBody>
              <a:bodyPr/>
              <a:lstStyle/>
              <a:p>
                <a:endParaRPr lang="en-US" dirty="0"/>
              </a:p>
            </p:txBody>
          </p:sp>
          <p:sp>
            <p:nvSpPr>
              <p:cNvPr id="487588" name="Line 49"/>
              <p:cNvSpPr>
                <a:spLocks noChangeShapeType="1"/>
              </p:cNvSpPr>
              <p:nvPr/>
            </p:nvSpPr>
            <p:spPr bwMode="auto">
              <a:xfrm flipH="1" flipV="1">
                <a:off x="7640402" y="6430033"/>
                <a:ext cx="86879" cy="36640"/>
              </a:xfrm>
              <a:prstGeom prst="line">
                <a:avLst/>
              </a:prstGeom>
              <a:noFill/>
              <a:ln w="3">
                <a:solidFill>
                  <a:srgbClr val="FF0000"/>
                </a:solidFill>
                <a:round/>
                <a:headEnd/>
                <a:tailEnd/>
              </a:ln>
            </p:spPr>
            <p:txBody>
              <a:bodyPr/>
              <a:lstStyle/>
              <a:p>
                <a:endParaRPr lang="en-US" dirty="0"/>
              </a:p>
            </p:txBody>
          </p:sp>
          <p:sp>
            <p:nvSpPr>
              <p:cNvPr id="487589" name="Line 50"/>
              <p:cNvSpPr>
                <a:spLocks noChangeShapeType="1"/>
              </p:cNvSpPr>
              <p:nvPr/>
            </p:nvSpPr>
            <p:spPr bwMode="auto">
              <a:xfrm flipH="1" flipV="1">
                <a:off x="7548695" y="6386729"/>
                <a:ext cx="91706" cy="43303"/>
              </a:xfrm>
              <a:prstGeom prst="line">
                <a:avLst/>
              </a:prstGeom>
              <a:noFill/>
              <a:ln w="3">
                <a:solidFill>
                  <a:srgbClr val="FF0000"/>
                </a:solidFill>
                <a:round/>
                <a:headEnd/>
                <a:tailEnd/>
              </a:ln>
            </p:spPr>
            <p:txBody>
              <a:bodyPr/>
              <a:lstStyle/>
              <a:p>
                <a:endParaRPr lang="en-US" dirty="0"/>
              </a:p>
            </p:txBody>
          </p:sp>
          <p:sp>
            <p:nvSpPr>
              <p:cNvPr id="487590" name="Line 51"/>
              <p:cNvSpPr>
                <a:spLocks noChangeShapeType="1"/>
              </p:cNvSpPr>
              <p:nvPr/>
            </p:nvSpPr>
            <p:spPr bwMode="auto">
              <a:xfrm flipH="1" flipV="1">
                <a:off x="7456989" y="6340096"/>
                <a:ext cx="91706" cy="46634"/>
              </a:xfrm>
              <a:prstGeom prst="line">
                <a:avLst/>
              </a:prstGeom>
              <a:noFill/>
              <a:ln w="3">
                <a:solidFill>
                  <a:srgbClr val="FF0000"/>
                </a:solidFill>
                <a:round/>
                <a:headEnd/>
                <a:tailEnd/>
              </a:ln>
            </p:spPr>
            <p:txBody>
              <a:bodyPr/>
              <a:lstStyle/>
              <a:p>
                <a:endParaRPr lang="en-US" dirty="0"/>
              </a:p>
            </p:txBody>
          </p:sp>
          <p:sp>
            <p:nvSpPr>
              <p:cNvPr id="487591" name="Line 52"/>
              <p:cNvSpPr>
                <a:spLocks noChangeShapeType="1"/>
              </p:cNvSpPr>
              <p:nvPr/>
            </p:nvSpPr>
            <p:spPr bwMode="auto">
              <a:xfrm flipH="1" flipV="1">
                <a:off x="7365283" y="6286799"/>
                <a:ext cx="91706" cy="53297"/>
              </a:xfrm>
              <a:prstGeom prst="line">
                <a:avLst/>
              </a:prstGeom>
              <a:noFill/>
              <a:ln w="3">
                <a:solidFill>
                  <a:srgbClr val="FF0000"/>
                </a:solidFill>
                <a:round/>
                <a:headEnd/>
                <a:tailEnd/>
              </a:ln>
            </p:spPr>
            <p:txBody>
              <a:bodyPr/>
              <a:lstStyle/>
              <a:p>
                <a:endParaRPr lang="en-US" dirty="0"/>
              </a:p>
            </p:txBody>
          </p:sp>
          <p:sp>
            <p:nvSpPr>
              <p:cNvPr id="487592" name="Line 53"/>
              <p:cNvSpPr>
                <a:spLocks noChangeShapeType="1"/>
              </p:cNvSpPr>
              <p:nvPr/>
            </p:nvSpPr>
            <p:spPr bwMode="auto">
              <a:xfrm flipH="1" flipV="1">
                <a:off x="7273576" y="6220941"/>
                <a:ext cx="91706" cy="56627"/>
              </a:xfrm>
              <a:prstGeom prst="line">
                <a:avLst/>
              </a:prstGeom>
              <a:noFill/>
              <a:ln w="3">
                <a:solidFill>
                  <a:srgbClr val="FF0000"/>
                </a:solidFill>
                <a:round/>
                <a:headEnd/>
                <a:tailEnd/>
              </a:ln>
            </p:spPr>
            <p:txBody>
              <a:bodyPr/>
              <a:lstStyle/>
              <a:p>
                <a:endParaRPr lang="en-US" dirty="0"/>
              </a:p>
            </p:txBody>
          </p:sp>
          <p:sp>
            <p:nvSpPr>
              <p:cNvPr id="487593" name="Line 54"/>
              <p:cNvSpPr>
                <a:spLocks noChangeShapeType="1"/>
              </p:cNvSpPr>
              <p:nvPr/>
            </p:nvSpPr>
            <p:spPr bwMode="auto">
              <a:xfrm flipH="1" flipV="1">
                <a:off x="7186698" y="6158602"/>
                <a:ext cx="86879" cy="59958"/>
              </a:xfrm>
              <a:prstGeom prst="line">
                <a:avLst/>
              </a:prstGeom>
              <a:noFill/>
              <a:ln w="3">
                <a:solidFill>
                  <a:srgbClr val="FF0000"/>
                </a:solidFill>
                <a:round/>
                <a:headEnd/>
                <a:tailEnd/>
              </a:ln>
            </p:spPr>
            <p:txBody>
              <a:bodyPr/>
              <a:lstStyle/>
              <a:p>
                <a:endParaRPr lang="en-US" dirty="0"/>
              </a:p>
            </p:txBody>
          </p:sp>
        </p:grpSp>
        <p:sp>
          <p:nvSpPr>
            <p:cNvPr id="456" name="Rectangle 455"/>
            <p:cNvSpPr/>
            <p:nvPr/>
          </p:nvSpPr>
          <p:spPr>
            <a:xfrm>
              <a:off x="7676934" y="5868601"/>
              <a:ext cx="214307" cy="599955"/>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541" name="Straight Connector 540"/>
            <p:cNvCxnSpPr/>
            <p:nvPr/>
          </p:nvCxnSpPr>
          <p:spPr>
            <a:xfrm>
              <a:off x="1631904" y="5860664"/>
              <a:ext cx="7837267" cy="15872"/>
            </a:xfrm>
            <a:prstGeom prst="line">
              <a:avLst/>
            </a:prstGeom>
          </p:spPr>
          <p:style>
            <a:lnRef idx="1">
              <a:schemeClr val="accent1"/>
            </a:lnRef>
            <a:fillRef idx="0">
              <a:schemeClr val="accent1"/>
            </a:fillRef>
            <a:effectRef idx="0">
              <a:schemeClr val="accent1"/>
            </a:effectRef>
            <a:fontRef idx="minor">
              <a:schemeClr val="tx1"/>
            </a:fontRef>
          </p:style>
        </p:cxnSp>
        <p:sp>
          <p:nvSpPr>
            <p:cNvPr id="487516" name="TextBox 543"/>
            <p:cNvSpPr txBox="1">
              <a:spLocks noChangeArrowheads="1"/>
            </p:cNvSpPr>
            <p:nvPr/>
          </p:nvSpPr>
          <p:spPr bwMode="auto">
            <a:xfrm>
              <a:off x="7397810" y="2319869"/>
              <a:ext cx="2015078" cy="1200329"/>
            </a:xfrm>
            <a:prstGeom prst="rect">
              <a:avLst/>
            </a:prstGeom>
            <a:noFill/>
            <a:ln w="9525">
              <a:noFill/>
              <a:miter lim="800000"/>
              <a:headEnd/>
              <a:tailEnd/>
            </a:ln>
          </p:spPr>
          <p:txBody>
            <a:bodyPr>
              <a:spAutoFit/>
            </a:bodyPr>
            <a:lstStyle/>
            <a:p>
              <a:r>
                <a:rPr lang="en-US" sz="2400" dirty="0"/>
                <a:t>Pressure is  lower than normal here</a:t>
              </a:r>
            </a:p>
          </p:txBody>
        </p:sp>
        <p:cxnSp>
          <p:nvCxnSpPr>
            <p:cNvPr id="545" name="Straight Arrow Connector 544"/>
            <p:cNvCxnSpPr>
              <a:stCxn id="487516" idx="1"/>
            </p:cNvCxnSpPr>
            <p:nvPr/>
          </p:nvCxnSpPr>
          <p:spPr>
            <a:xfrm rot="10800000">
              <a:off x="5517995" y="813427"/>
              <a:ext cx="1879547" cy="2106190"/>
            </a:xfrm>
            <a:prstGeom prst="straightConnector1">
              <a:avLst/>
            </a:prstGeom>
            <a:ln>
              <a:solidFill>
                <a:srgbClr val="080808"/>
              </a:solidFill>
              <a:tailEnd type="arrow"/>
            </a:ln>
          </p:spPr>
          <p:style>
            <a:lnRef idx="1">
              <a:schemeClr val="accent1"/>
            </a:lnRef>
            <a:fillRef idx="0">
              <a:schemeClr val="accent1"/>
            </a:fillRef>
            <a:effectRef idx="0">
              <a:schemeClr val="accent1"/>
            </a:effectRef>
            <a:fontRef idx="minor">
              <a:schemeClr val="tx1"/>
            </a:fontRef>
          </p:style>
        </p:cxnSp>
        <p:cxnSp>
          <p:nvCxnSpPr>
            <p:cNvPr id="548" name="Straight Arrow Connector 547"/>
            <p:cNvCxnSpPr>
              <a:stCxn id="487516" idx="1"/>
            </p:cNvCxnSpPr>
            <p:nvPr/>
          </p:nvCxnSpPr>
          <p:spPr>
            <a:xfrm rot="10800000" flipH="1" flipV="1">
              <a:off x="7397542" y="2919617"/>
              <a:ext cx="931837" cy="1449096"/>
            </a:xfrm>
            <a:prstGeom prst="straightConnector1">
              <a:avLst/>
            </a:prstGeom>
            <a:ln>
              <a:solidFill>
                <a:srgbClr val="080808"/>
              </a:solidFill>
              <a:tailEnd type="arrow"/>
            </a:ln>
          </p:spPr>
          <p:style>
            <a:lnRef idx="1">
              <a:schemeClr val="accent1"/>
            </a:lnRef>
            <a:fillRef idx="0">
              <a:schemeClr val="accent1"/>
            </a:fillRef>
            <a:effectRef idx="0">
              <a:schemeClr val="accent1"/>
            </a:effectRef>
            <a:fontRef idx="minor">
              <a:schemeClr val="tx1"/>
            </a:fontRef>
          </p:style>
        </p:cxnSp>
        <p:cxnSp>
          <p:nvCxnSpPr>
            <p:cNvPr id="553" name="Straight Arrow Connector 552"/>
            <p:cNvCxnSpPr>
              <a:stCxn id="487516" idx="1"/>
            </p:cNvCxnSpPr>
            <p:nvPr/>
          </p:nvCxnSpPr>
          <p:spPr>
            <a:xfrm rot="10800000" flipV="1">
              <a:off x="2724073" y="2919617"/>
              <a:ext cx="4673468" cy="1449096"/>
            </a:xfrm>
            <a:prstGeom prst="straightConnector1">
              <a:avLst/>
            </a:prstGeom>
            <a:ln>
              <a:solidFill>
                <a:srgbClr val="080808"/>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235737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4"/>
          <p:cNvGrpSpPr>
            <a:grpSpLocks/>
          </p:cNvGrpSpPr>
          <p:nvPr/>
        </p:nvGrpSpPr>
        <p:grpSpPr bwMode="auto">
          <a:xfrm>
            <a:off x="2525713" y="1752600"/>
            <a:ext cx="4102100" cy="4419600"/>
            <a:chOff x="4752975" y="1752600"/>
            <a:chExt cx="4102100" cy="4419600"/>
          </a:xfrm>
        </p:grpSpPr>
        <p:pic>
          <p:nvPicPr>
            <p:cNvPr id="493570" name="Picture 5"/>
            <p:cNvPicPr>
              <a:picLocks noChangeAspect="1" noChangeArrowheads="1"/>
            </p:cNvPicPr>
            <p:nvPr/>
          </p:nvPicPr>
          <p:blipFill>
            <a:blip r:embed="rId2" cstate="print"/>
            <a:srcRect/>
            <a:stretch>
              <a:fillRect/>
            </a:stretch>
          </p:blipFill>
          <p:spPr bwMode="auto">
            <a:xfrm>
              <a:off x="6589713" y="2968625"/>
              <a:ext cx="2160588" cy="1320800"/>
            </a:xfrm>
            <a:prstGeom prst="rect">
              <a:avLst/>
            </a:prstGeom>
            <a:noFill/>
            <a:ln w="9525" algn="ctr">
              <a:noFill/>
              <a:miter lim="800000"/>
              <a:headEnd/>
              <a:tailEnd/>
            </a:ln>
          </p:spPr>
        </p:pic>
        <p:pic>
          <p:nvPicPr>
            <p:cNvPr id="493571" name="Picture 6"/>
            <p:cNvPicPr>
              <a:picLocks noChangeAspect="1" noChangeArrowheads="1"/>
            </p:cNvPicPr>
            <p:nvPr/>
          </p:nvPicPr>
          <p:blipFill>
            <a:blip r:embed="rId3" cstate="print"/>
            <a:srcRect/>
            <a:stretch>
              <a:fillRect/>
            </a:stretch>
          </p:blipFill>
          <p:spPr bwMode="auto">
            <a:xfrm>
              <a:off x="6586084" y="4568825"/>
              <a:ext cx="2198687" cy="1603375"/>
            </a:xfrm>
            <a:prstGeom prst="rect">
              <a:avLst/>
            </a:prstGeom>
            <a:noFill/>
            <a:ln w="9525" algn="ctr">
              <a:noFill/>
              <a:miter lim="800000"/>
              <a:headEnd/>
              <a:tailEnd/>
            </a:ln>
          </p:spPr>
        </p:pic>
        <p:sp>
          <p:nvSpPr>
            <p:cNvPr id="493572" name="Line 7"/>
            <p:cNvSpPr>
              <a:spLocks noChangeShapeType="1"/>
            </p:cNvSpPr>
            <p:nvPr/>
          </p:nvSpPr>
          <p:spPr bwMode="auto">
            <a:xfrm flipV="1">
              <a:off x="6648450" y="1828800"/>
              <a:ext cx="0" cy="4035425"/>
            </a:xfrm>
            <a:prstGeom prst="line">
              <a:avLst/>
            </a:prstGeom>
            <a:noFill/>
            <a:ln w="9525">
              <a:solidFill>
                <a:schemeClr val="tx1"/>
              </a:solidFill>
              <a:prstDash val="dash"/>
              <a:round/>
              <a:headEnd/>
              <a:tailEnd/>
            </a:ln>
          </p:spPr>
          <p:txBody>
            <a:bodyPr wrap="none" anchor="ctr"/>
            <a:lstStyle/>
            <a:p>
              <a:endParaRPr lang="en-US" dirty="0"/>
            </a:p>
          </p:txBody>
        </p:sp>
        <p:sp>
          <p:nvSpPr>
            <p:cNvPr id="493573" name="Line 8"/>
            <p:cNvSpPr>
              <a:spLocks noChangeShapeType="1"/>
            </p:cNvSpPr>
            <p:nvPr/>
          </p:nvSpPr>
          <p:spPr bwMode="auto">
            <a:xfrm flipV="1">
              <a:off x="7375071" y="1828800"/>
              <a:ext cx="0" cy="4035425"/>
            </a:xfrm>
            <a:prstGeom prst="line">
              <a:avLst/>
            </a:prstGeom>
            <a:noFill/>
            <a:ln w="9525">
              <a:solidFill>
                <a:schemeClr val="tx1"/>
              </a:solidFill>
              <a:prstDash val="dash"/>
              <a:round/>
              <a:headEnd/>
              <a:tailEnd/>
            </a:ln>
          </p:spPr>
          <p:txBody>
            <a:bodyPr wrap="none" anchor="ctr"/>
            <a:lstStyle/>
            <a:p>
              <a:endParaRPr lang="en-US" dirty="0"/>
            </a:p>
          </p:txBody>
        </p:sp>
        <p:sp>
          <p:nvSpPr>
            <p:cNvPr id="493574" name="Line 9"/>
            <p:cNvSpPr>
              <a:spLocks noChangeShapeType="1"/>
            </p:cNvSpPr>
            <p:nvPr/>
          </p:nvSpPr>
          <p:spPr bwMode="auto">
            <a:xfrm flipV="1">
              <a:off x="8105775" y="1828800"/>
              <a:ext cx="0" cy="4035425"/>
            </a:xfrm>
            <a:prstGeom prst="line">
              <a:avLst/>
            </a:prstGeom>
            <a:noFill/>
            <a:ln w="9525">
              <a:solidFill>
                <a:schemeClr val="tx1"/>
              </a:solidFill>
              <a:prstDash val="dash"/>
              <a:round/>
              <a:headEnd/>
              <a:tailEnd/>
            </a:ln>
          </p:spPr>
          <p:txBody>
            <a:bodyPr wrap="none" anchor="ctr"/>
            <a:lstStyle/>
            <a:p>
              <a:endParaRPr lang="en-US" dirty="0"/>
            </a:p>
          </p:txBody>
        </p:sp>
        <p:grpSp>
          <p:nvGrpSpPr>
            <p:cNvPr id="3" name="Group 10"/>
            <p:cNvGrpSpPr>
              <a:grpSpLocks/>
            </p:cNvGrpSpPr>
            <p:nvPr/>
          </p:nvGrpSpPr>
          <p:grpSpPr bwMode="auto">
            <a:xfrm>
              <a:off x="6059488" y="1828800"/>
              <a:ext cx="2670175" cy="609600"/>
              <a:chOff x="3936" y="1152"/>
              <a:chExt cx="1600" cy="384"/>
            </a:xfrm>
          </p:grpSpPr>
          <p:sp>
            <p:nvSpPr>
              <p:cNvPr id="20" name="Rectangle 11"/>
              <p:cNvSpPr>
                <a:spLocks noChangeArrowheads="1"/>
              </p:cNvSpPr>
              <p:nvPr/>
            </p:nvSpPr>
            <p:spPr bwMode="auto">
              <a:xfrm>
                <a:off x="3936" y="1152"/>
                <a:ext cx="800" cy="384"/>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21" name="Rectangle 12"/>
              <p:cNvSpPr>
                <a:spLocks noChangeArrowheads="1"/>
              </p:cNvSpPr>
              <p:nvPr/>
            </p:nvSpPr>
            <p:spPr bwMode="auto">
              <a:xfrm>
                <a:off x="4736" y="1152"/>
                <a:ext cx="800" cy="384"/>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grpSp>
        <p:sp>
          <p:nvSpPr>
            <p:cNvPr id="493576" name="Rectangle 13"/>
            <p:cNvSpPr>
              <a:spLocks noChangeArrowheads="1"/>
            </p:cNvSpPr>
            <p:nvPr/>
          </p:nvSpPr>
          <p:spPr bwMode="auto">
            <a:xfrm>
              <a:off x="5486400" y="1752600"/>
              <a:ext cx="3352800" cy="7461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493577" name="Rectangle 14"/>
            <p:cNvSpPr>
              <a:spLocks noChangeArrowheads="1"/>
            </p:cNvSpPr>
            <p:nvPr/>
          </p:nvSpPr>
          <p:spPr bwMode="auto">
            <a:xfrm>
              <a:off x="4752975" y="2019300"/>
              <a:ext cx="1066800" cy="228600"/>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sp>
          <p:nvSpPr>
            <p:cNvPr id="493578" name="Rectangle 15"/>
            <p:cNvSpPr>
              <a:spLocks noChangeArrowheads="1"/>
            </p:cNvSpPr>
            <p:nvPr/>
          </p:nvSpPr>
          <p:spPr bwMode="auto">
            <a:xfrm>
              <a:off x="5819775" y="1828800"/>
              <a:ext cx="228600" cy="609600"/>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sp>
          <p:nvSpPr>
            <p:cNvPr id="493579" name="Text Box 16"/>
            <p:cNvSpPr txBox="1">
              <a:spLocks noChangeArrowheads="1"/>
            </p:cNvSpPr>
            <p:nvPr/>
          </p:nvSpPr>
          <p:spPr bwMode="auto">
            <a:xfrm>
              <a:off x="8580444" y="5350558"/>
              <a:ext cx="272832" cy="338554"/>
            </a:xfrm>
            <a:prstGeom prst="rect">
              <a:avLst/>
            </a:prstGeom>
            <a:noFill/>
            <a:ln w="9525" algn="ctr">
              <a:noFill/>
              <a:miter lim="800000"/>
              <a:headEnd/>
              <a:tailEnd/>
            </a:ln>
          </p:spPr>
          <p:txBody>
            <a:bodyPr wrap="none">
              <a:spAutoFit/>
            </a:bodyPr>
            <a:lstStyle/>
            <a:p>
              <a:pPr algn="ctr"/>
              <a:r>
                <a:rPr lang="en-US" sz="1600" dirty="0"/>
                <a:t>x</a:t>
              </a:r>
            </a:p>
          </p:txBody>
        </p:sp>
        <p:sp>
          <p:nvSpPr>
            <p:cNvPr id="493580" name="Rectangle 17"/>
            <p:cNvSpPr>
              <a:spLocks noChangeArrowheads="1"/>
            </p:cNvSpPr>
            <p:nvPr/>
          </p:nvSpPr>
          <p:spPr bwMode="auto">
            <a:xfrm>
              <a:off x="5537200" y="2438400"/>
              <a:ext cx="3317875" cy="76200"/>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493581" name="Text Box 20"/>
            <p:cNvSpPr txBox="1">
              <a:spLocks noChangeArrowheads="1"/>
            </p:cNvSpPr>
            <p:nvPr/>
          </p:nvSpPr>
          <p:spPr bwMode="auto">
            <a:xfrm>
              <a:off x="5590216" y="2743200"/>
              <a:ext cx="1037656" cy="276999"/>
            </a:xfrm>
            <a:prstGeom prst="rect">
              <a:avLst/>
            </a:prstGeom>
            <a:noFill/>
            <a:ln w="9525" algn="ctr">
              <a:noFill/>
              <a:miter lim="800000"/>
              <a:headEnd/>
              <a:tailEnd/>
            </a:ln>
          </p:spPr>
          <p:txBody>
            <a:bodyPr wrap="none">
              <a:spAutoFit/>
            </a:bodyPr>
            <a:lstStyle/>
            <a:p>
              <a:pPr algn="ctr"/>
              <a:r>
                <a:rPr lang="en-US" sz="1200" dirty="0"/>
                <a:t>Displacement</a:t>
              </a:r>
            </a:p>
          </p:txBody>
        </p:sp>
        <p:sp>
          <p:nvSpPr>
            <p:cNvPr id="493582" name="Text Box 22"/>
            <p:cNvSpPr txBox="1">
              <a:spLocks noChangeArrowheads="1"/>
            </p:cNvSpPr>
            <p:nvPr/>
          </p:nvSpPr>
          <p:spPr bwMode="auto">
            <a:xfrm>
              <a:off x="5255957" y="4343400"/>
              <a:ext cx="1371915" cy="276999"/>
            </a:xfrm>
            <a:prstGeom prst="rect">
              <a:avLst/>
            </a:prstGeom>
            <a:noFill/>
            <a:ln w="9525" algn="ctr">
              <a:noFill/>
              <a:miter lim="800000"/>
              <a:headEnd/>
              <a:tailEnd/>
            </a:ln>
          </p:spPr>
          <p:txBody>
            <a:bodyPr wrap="none">
              <a:spAutoFit/>
            </a:bodyPr>
            <a:lstStyle/>
            <a:p>
              <a:pPr algn="ctr"/>
              <a:r>
                <a:rPr lang="en-US" sz="1200" dirty="0">
                  <a:sym typeface="Symbol" pitchFamily="18" charset="2"/>
                </a:rPr>
                <a:t>Change in Pressure</a:t>
              </a:r>
            </a:p>
          </p:txBody>
        </p:sp>
        <p:sp>
          <p:nvSpPr>
            <p:cNvPr id="493583" name="Text Box 16"/>
            <p:cNvSpPr txBox="1">
              <a:spLocks noChangeArrowheads="1"/>
            </p:cNvSpPr>
            <p:nvPr/>
          </p:nvSpPr>
          <p:spPr bwMode="auto">
            <a:xfrm>
              <a:off x="8580444" y="3625123"/>
              <a:ext cx="272832" cy="338554"/>
            </a:xfrm>
            <a:prstGeom prst="rect">
              <a:avLst/>
            </a:prstGeom>
            <a:noFill/>
            <a:ln w="9525" algn="ctr">
              <a:noFill/>
              <a:miter lim="800000"/>
              <a:headEnd/>
              <a:tailEnd/>
            </a:ln>
          </p:spPr>
          <p:txBody>
            <a:bodyPr wrap="none">
              <a:spAutoFit/>
            </a:bodyPr>
            <a:lstStyle/>
            <a:p>
              <a:pPr algn="ctr"/>
              <a:r>
                <a:rPr lang="en-US" sz="1600" dirty="0"/>
                <a:t>x</a:t>
              </a:r>
            </a:p>
          </p:txBody>
        </p:sp>
      </p:grpSp>
    </p:spTree>
    <p:extLst>
      <p:ext uri="{BB962C8B-B14F-4D97-AF65-F5344CB8AC3E}">
        <p14:creationId xmlns:p14="http://schemas.microsoft.com/office/powerpoint/2010/main" val="18535128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p:txBody>
          <a:bodyPr/>
          <a:lstStyle/>
          <a:p>
            <a:pPr eaLnBrk="1" hangingPunct="1"/>
            <a:r>
              <a:rPr lang="en-US" dirty="0"/>
              <a:t>Question 223.4.2</a:t>
            </a:r>
          </a:p>
        </p:txBody>
      </p:sp>
      <p:sp>
        <p:nvSpPr>
          <p:cNvPr id="59396" name="Rectangle 3"/>
          <p:cNvSpPr>
            <a:spLocks noGrp="1" noChangeArrowheads="1"/>
          </p:cNvSpPr>
          <p:nvPr>
            <p:ph idx="1"/>
          </p:nvPr>
        </p:nvSpPr>
        <p:spPr/>
        <p:txBody>
          <a:bodyPr/>
          <a:lstStyle/>
          <a:p>
            <a:pPr marL="609600" indent="-609600" eaLnBrk="1" hangingPunct="1">
              <a:buFontTx/>
              <a:buNone/>
            </a:pPr>
            <a:r>
              <a:rPr lang="en-US" dirty="0"/>
              <a:t>The speed of sound in water is about 1.4km/s. Will the speed of sound be faster or slower in air?</a:t>
            </a:r>
          </a:p>
          <a:p>
            <a:pPr marL="609600" indent="-609600" eaLnBrk="1" hangingPunct="1">
              <a:buFontTx/>
              <a:buAutoNum type="alphaLcParenR"/>
            </a:pPr>
            <a:r>
              <a:rPr lang="en-US" dirty="0"/>
              <a:t>Faster</a:t>
            </a:r>
          </a:p>
          <a:p>
            <a:pPr marL="609600" indent="-609600" eaLnBrk="1" hangingPunct="1">
              <a:buFontTx/>
              <a:buAutoNum type="alphaLcParenR"/>
            </a:pPr>
            <a:r>
              <a:rPr lang="en-US" dirty="0"/>
              <a:t>Slower</a:t>
            </a:r>
          </a:p>
          <a:p>
            <a:pPr marL="609600" indent="-609600" eaLnBrk="1" hangingPunct="1">
              <a:buFontTx/>
              <a:buAutoNum type="alphaLcParenR"/>
            </a:pPr>
            <a:r>
              <a:rPr lang="en-US" dirty="0"/>
              <a:t>Can’t tell</a:t>
            </a:r>
          </a:p>
          <a:p>
            <a:pPr marL="609600" indent="-609600" eaLnBrk="1" hangingPunct="1"/>
            <a:endParaRPr lang="en-US" dirty="0"/>
          </a:p>
        </p:txBody>
      </p:sp>
      <p:sp>
        <p:nvSpPr>
          <p:cNvPr id="59394" name="Slide Number Placeholder 5"/>
          <p:cNvSpPr>
            <a:spLocks noGrp="1"/>
          </p:cNvSpPr>
          <p:nvPr>
            <p:ph type="sldNum" sz="quarter" idx="12"/>
          </p:nvPr>
        </p:nvSpPr>
        <p:spPr>
          <a:noFill/>
        </p:spPr>
        <p:txBody>
          <a:bodyPr/>
          <a:lstStyle/>
          <a:p>
            <a:fld id="{1D24A40A-39FE-434B-BF0F-F604B45A6121}" type="slidenum">
              <a:rPr lang="en-US" smtClean="0"/>
              <a:pPr/>
              <a:t>60</a:t>
            </a:fld>
            <a:endParaRPr lang="en-US"/>
          </a:p>
        </p:txBody>
      </p:sp>
    </p:spTree>
    <p:extLst>
      <p:ext uri="{BB962C8B-B14F-4D97-AF65-F5344CB8AC3E}">
        <p14:creationId xmlns:p14="http://schemas.microsoft.com/office/powerpoint/2010/main" val="15232839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r>
              <a:rPr lang="en-US" dirty="0"/>
              <a:t>Question 223.4.2</a:t>
            </a:r>
          </a:p>
        </p:txBody>
      </p:sp>
      <p:sp>
        <p:nvSpPr>
          <p:cNvPr id="60420" name="Rectangle 3"/>
          <p:cNvSpPr>
            <a:spLocks noGrp="1" noChangeArrowheads="1"/>
          </p:cNvSpPr>
          <p:nvPr>
            <p:ph idx="1"/>
          </p:nvPr>
        </p:nvSpPr>
        <p:spPr/>
        <p:txBody>
          <a:bodyPr/>
          <a:lstStyle/>
          <a:p>
            <a:pPr marL="609600" indent="-609600" eaLnBrk="1" hangingPunct="1">
              <a:buFontTx/>
              <a:buNone/>
            </a:pPr>
            <a:r>
              <a:rPr lang="en-US" dirty="0"/>
              <a:t>Will sound travel faster on a hot day or a cold day?</a:t>
            </a:r>
          </a:p>
          <a:p>
            <a:pPr marL="609600" indent="-609600" eaLnBrk="1" hangingPunct="1">
              <a:buFontTx/>
              <a:buAutoNum type="alphaLcParenR"/>
            </a:pPr>
            <a:r>
              <a:rPr lang="en-US" dirty="0"/>
              <a:t>Hot</a:t>
            </a:r>
          </a:p>
          <a:p>
            <a:pPr marL="609600" indent="-609600" eaLnBrk="1" hangingPunct="1">
              <a:buFontTx/>
              <a:buAutoNum type="alphaLcParenR"/>
            </a:pPr>
            <a:r>
              <a:rPr lang="en-US" dirty="0"/>
              <a:t>Cold</a:t>
            </a:r>
          </a:p>
          <a:p>
            <a:pPr marL="609600" indent="-609600" eaLnBrk="1" hangingPunct="1">
              <a:buFontTx/>
              <a:buAutoNum type="alphaLcParenR"/>
            </a:pPr>
            <a:r>
              <a:rPr lang="en-US" dirty="0"/>
              <a:t>Can’t tell</a:t>
            </a:r>
          </a:p>
          <a:p>
            <a:pPr marL="609600" indent="-609600" eaLnBrk="1" hangingPunct="1"/>
            <a:endParaRPr lang="en-US" dirty="0"/>
          </a:p>
        </p:txBody>
      </p:sp>
      <p:sp>
        <p:nvSpPr>
          <p:cNvPr id="60418" name="Slide Number Placeholder 5"/>
          <p:cNvSpPr>
            <a:spLocks noGrp="1"/>
          </p:cNvSpPr>
          <p:nvPr>
            <p:ph type="sldNum" sz="quarter" idx="12"/>
          </p:nvPr>
        </p:nvSpPr>
        <p:spPr>
          <a:noFill/>
        </p:spPr>
        <p:txBody>
          <a:bodyPr/>
          <a:lstStyle/>
          <a:p>
            <a:fld id="{BE300C31-1AEF-40A0-A6E9-08C5FA527675}" type="slidenum">
              <a:rPr lang="en-US" smtClean="0"/>
              <a:pPr/>
              <a:t>61</a:t>
            </a:fld>
            <a:endParaRPr lang="en-US"/>
          </a:p>
        </p:txBody>
      </p:sp>
    </p:spTree>
    <p:extLst>
      <p:ext uri="{BB962C8B-B14F-4D97-AF65-F5344CB8AC3E}">
        <p14:creationId xmlns:p14="http://schemas.microsoft.com/office/powerpoint/2010/main" val="7660826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Date Placeholder 3"/>
          <p:cNvSpPr>
            <a:spLocks noGrp="1"/>
          </p:cNvSpPr>
          <p:nvPr>
            <p:ph type="dt" sz="quarter" idx="10"/>
          </p:nvPr>
        </p:nvSpPr>
        <p:spPr>
          <a:noFill/>
        </p:spPr>
        <p:txBody>
          <a:bodyPr/>
          <a:lstStyle/>
          <a:p>
            <a:r>
              <a:rPr lang="en-US"/>
              <a:t>Winter 2007</a:t>
            </a:r>
          </a:p>
        </p:txBody>
      </p:sp>
      <p:sp>
        <p:nvSpPr>
          <p:cNvPr id="54275" name="Footer Placeholder 4"/>
          <p:cNvSpPr>
            <a:spLocks noGrp="1"/>
          </p:cNvSpPr>
          <p:nvPr>
            <p:ph type="ftr" sz="quarter" idx="11"/>
          </p:nvPr>
        </p:nvSpPr>
        <p:spPr>
          <a:noFill/>
        </p:spPr>
        <p:txBody>
          <a:bodyPr/>
          <a:lstStyle/>
          <a:p>
            <a:r>
              <a:rPr lang="en-US"/>
              <a:t>R. Todd Lines</a:t>
            </a:r>
          </a:p>
        </p:txBody>
      </p:sp>
      <p:sp>
        <p:nvSpPr>
          <p:cNvPr id="54276" name="Slide Number Placeholder 5"/>
          <p:cNvSpPr>
            <a:spLocks noGrp="1"/>
          </p:cNvSpPr>
          <p:nvPr>
            <p:ph type="sldNum" sz="quarter" idx="12"/>
          </p:nvPr>
        </p:nvSpPr>
        <p:spPr>
          <a:noFill/>
        </p:spPr>
        <p:txBody>
          <a:bodyPr/>
          <a:lstStyle/>
          <a:p>
            <a:fld id="{B51AC80D-74C9-41DC-A482-5937D870D373}" type="slidenum">
              <a:rPr lang="en-US" smtClean="0"/>
              <a:pPr/>
              <a:t>62</a:t>
            </a:fld>
            <a:endParaRPr lang="en-US"/>
          </a:p>
        </p:txBody>
      </p:sp>
      <p:sp>
        <p:nvSpPr>
          <p:cNvPr id="54277" name="Rectangle 2"/>
          <p:cNvSpPr>
            <a:spLocks noGrp="1" noChangeArrowheads="1"/>
          </p:cNvSpPr>
          <p:nvPr>
            <p:ph type="title"/>
          </p:nvPr>
        </p:nvSpPr>
        <p:spPr/>
        <p:txBody>
          <a:bodyPr/>
          <a:lstStyle/>
          <a:p>
            <a:pPr eaLnBrk="1" hangingPunct="1"/>
            <a:r>
              <a:rPr lang="en-US"/>
              <a:t>Speed of Waves</a:t>
            </a:r>
          </a:p>
        </p:txBody>
      </p:sp>
      <p:sp>
        <p:nvSpPr>
          <p:cNvPr id="54278" name="Rectangle 3"/>
          <p:cNvSpPr>
            <a:spLocks noGrp="1" noChangeArrowheads="1"/>
          </p:cNvSpPr>
          <p:nvPr>
            <p:ph type="body" idx="1"/>
          </p:nvPr>
        </p:nvSpPr>
        <p:spPr/>
        <p:txBody>
          <a:bodyPr/>
          <a:lstStyle/>
          <a:p>
            <a:pPr eaLnBrk="1" hangingPunct="1"/>
            <a:r>
              <a:rPr lang="en-US" sz="2800"/>
              <a:t>Waves travel with a specific speed</a:t>
            </a:r>
          </a:p>
          <a:p>
            <a:pPr lvl="1" eaLnBrk="1" hangingPunct="1"/>
            <a:r>
              <a:rPr lang="en-US" sz="2400"/>
              <a:t>The speed depends on the properties of the medium being disturbed</a:t>
            </a:r>
          </a:p>
          <a:p>
            <a:pPr eaLnBrk="1" hangingPunct="1"/>
            <a:r>
              <a:rPr lang="en-US" sz="2800"/>
              <a:t>The wave function is given by</a:t>
            </a:r>
          </a:p>
          <a:p>
            <a:pPr eaLnBrk="1" hangingPunct="1"/>
            <a:endParaRPr lang="en-US" sz="2800"/>
          </a:p>
          <a:p>
            <a:pPr eaLnBrk="1" hangingPunct="1"/>
            <a:endParaRPr lang="en-US" sz="2800"/>
          </a:p>
          <a:p>
            <a:pPr lvl="1" eaLnBrk="1" hangingPunct="1"/>
            <a:r>
              <a:rPr lang="en-US" sz="2400"/>
              <a:t>This is for a wave moving to the right</a:t>
            </a:r>
          </a:p>
          <a:p>
            <a:pPr lvl="1" eaLnBrk="1" hangingPunct="1"/>
            <a:r>
              <a:rPr lang="en-US" sz="2400"/>
              <a:t>For a wave moving to the left, replace </a:t>
            </a:r>
            <a:r>
              <a:rPr lang="en-US" sz="2400" i="1"/>
              <a:t>x</a:t>
            </a:r>
            <a:r>
              <a:rPr lang="en-US" sz="2400"/>
              <a:t> – </a:t>
            </a:r>
            <a:r>
              <a:rPr lang="en-US" sz="2400" i="1"/>
              <a:t>vt </a:t>
            </a:r>
            <a:r>
              <a:rPr lang="en-US" sz="2400"/>
              <a:t>with </a:t>
            </a:r>
            <a:r>
              <a:rPr lang="en-US" sz="2400" i="1"/>
              <a:t>x</a:t>
            </a:r>
            <a:r>
              <a:rPr lang="en-US" sz="2400"/>
              <a:t> + </a:t>
            </a:r>
            <a:r>
              <a:rPr lang="en-US" sz="2400" i="1"/>
              <a:t>vt </a:t>
            </a:r>
          </a:p>
        </p:txBody>
      </p:sp>
      <p:pic>
        <p:nvPicPr>
          <p:cNvPr id="54279" name="Picture 4"/>
          <p:cNvPicPr>
            <a:picLocks noChangeAspect="1" noChangeArrowheads="1"/>
          </p:cNvPicPr>
          <p:nvPr/>
        </p:nvPicPr>
        <p:blipFill>
          <a:blip r:embed="rId2" cstate="print"/>
          <a:srcRect/>
          <a:stretch>
            <a:fillRect/>
          </a:stretch>
        </p:blipFill>
        <p:spPr bwMode="auto">
          <a:xfrm>
            <a:off x="2551113" y="3546475"/>
            <a:ext cx="3397250" cy="788988"/>
          </a:xfrm>
          <a:prstGeom prst="rect">
            <a:avLst/>
          </a:prstGeom>
          <a:noFill/>
          <a:ln w="9525">
            <a:noFill/>
            <a:miter lim="800000"/>
            <a:headEnd/>
            <a:tailEnd/>
          </a:ln>
        </p:spPr>
      </p:pic>
    </p:spTree>
    <p:extLst>
      <p:ext uri="{BB962C8B-B14F-4D97-AF65-F5344CB8AC3E}">
        <p14:creationId xmlns:p14="http://schemas.microsoft.com/office/powerpoint/2010/main" val="34055795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Title 1"/>
          <p:cNvSpPr>
            <a:spLocks noGrp="1"/>
          </p:cNvSpPr>
          <p:nvPr>
            <p:ph type="title"/>
          </p:nvPr>
        </p:nvSpPr>
        <p:spPr/>
        <p:txBody>
          <a:bodyPr/>
          <a:lstStyle/>
          <a:p>
            <a:pPr eaLnBrk="1" hangingPunct="1"/>
            <a:endParaRPr lang="en-US"/>
          </a:p>
        </p:txBody>
      </p:sp>
      <p:sp>
        <p:nvSpPr>
          <p:cNvPr id="10245" name="Content Placeholder 2"/>
          <p:cNvSpPr>
            <a:spLocks noGrp="1"/>
          </p:cNvSpPr>
          <p:nvPr>
            <p:ph idx="1"/>
          </p:nvPr>
        </p:nvSpPr>
        <p:spPr/>
        <p:txBody>
          <a:bodyPr/>
          <a:lstStyle/>
          <a:p>
            <a:pPr eaLnBrk="1" hangingPunct="1"/>
            <a:endParaRPr lang="en-US"/>
          </a:p>
        </p:txBody>
      </p:sp>
      <p:sp>
        <p:nvSpPr>
          <p:cNvPr id="10246" name="Date Placeholder 3"/>
          <p:cNvSpPr>
            <a:spLocks noGrp="1"/>
          </p:cNvSpPr>
          <p:nvPr>
            <p:ph type="dt" sz="quarter" idx="10"/>
          </p:nvPr>
        </p:nvSpPr>
        <p:spPr>
          <a:noFill/>
        </p:spPr>
        <p:txBody>
          <a:bodyPr/>
          <a:lstStyle/>
          <a:p>
            <a:r>
              <a:rPr lang="en-US"/>
              <a:t>Winter 2007</a:t>
            </a:r>
          </a:p>
        </p:txBody>
      </p:sp>
      <p:sp>
        <p:nvSpPr>
          <p:cNvPr id="10247" name="Footer Placeholder 4"/>
          <p:cNvSpPr>
            <a:spLocks noGrp="1"/>
          </p:cNvSpPr>
          <p:nvPr>
            <p:ph type="ftr" sz="quarter" idx="11"/>
          </p:nvPr>
        </p:nvSpPr>
        <p:spPr>
          <a:noFill/>
        </p:spPr>
        <p:txBody>
          <a:bodyPr/>
          <a:lstStyle/>
          <a:p>
            <a:r>
              <a:rPr lang="en-US"/>
              <a:t>R. Todd Lines</a:t>
            </a:r>
          </a:p>
        </p:txBody>
      </p:sp>
      <p:sp>
        <p:nvSpPr>
          <p:cNvPr id="10248" name="Slide Number Placeholder 5"/>
          <p:cNvSpPr>
            <a:spLocks noGrp="1"/>
          </p:cNvSpPr>
          <p:nvPr>
            <p:ph type="sldNum" sz="quarter" idx="12"/>
          </p:nvPr>
        </p:nvSpPr>
        <p:spPr>
          <a:noFill/>
        </p:spPr>
        <p:txBody>
          <a:bodyPr/>
          <a:lstStyle/>
          <a:p>
            <a:fld id="{44B496DA-9A26-4127-B4DB-65938A21EBFF}" type="slidenum">
              <a:rPr lang="en-US" smtClean="0"/>
              <a:pPr/>
              <a:t>63</a:t>
            </a:fld>
            <a:endParaRPr lang="en-US"/>
          </a:p>
        </p:txBody>
      </p:sp>
      <p:grpSp>
        <p:nvGrpSpPr>
          <p:cNvPr id="2" name="Group 62"/>
          <p:cNvGrpSpPr>
            <a:grpSpLocks/>
          </p:cNvGrpSpPr>
          <p:nvPr/>
        </p:nvGrpSpPr>
        <p:grpSpPr bwMode="auto">
          <a:xfrm>
            <a:off x="2452688" y="2206625"/>
            <a:ext cx="5108575" cy="2635250"/>
            <a:chOff x="2287" y="1006"/>
            <a:chExt cx="3218" cy="1660"/>
          </a:xfrm>
        </p:grpSpPr>
        <p:sp>
          <p:nvSpPr>
            <p:cNvPr id="10250" name="Oval 41"/>
            <p:cNvSpPr>
              <a:spLocks noChangeArrowheads="1"/>
            </p:cNvSpPr>
            <p:nvPr/>
          </p:nvSpPr>
          <p:spPr bwMode="auto">
            <a:xfrm>
              <a:off x="2974" y="1066"/>
              <a:ext cx="324" cy="309"/>
            </a:xfrm>
            <a:prstGeom prst="ellipse">
              <a:avLst/>
            </a:prstGeom>
            <a:solidFill>
              <a:schemeClr val="bg1"/>
            </a:solidFill>
            <a:ln w="25400" algn="ctr">
              <a:solidFill>
                <a:schemeClr val="tx1"/>
              </a:solidFill>
              <a:round/>
              <a:headEnd/>
              <a:tailEnd/>
            </a:ln>
          </p:spPr>
          <p:txBody>
            <a:bodyPr wrap="none" anchor="ctr"/>
            <a:lstStyle/>
            <a:p>
              <a:endParaRPr lang="en-US"/>
            </a:p>
          </p:txBody>
        </p:sp>
        <p:graphicFrame>
          <p:nvGraphicFramePr>
            <p:cNvPr id="10242" name="Object 2"/>
            <p:cNvGraphicFramePr>
              <a:graphicFrameLocks noChangeAspect="1"/>
            </p:cNvGraphicFramePr>
            <p:nvPr/>
          </p:nvGraphicFramePr>
          <p:xfrm>
            <a:off x="3078" y="1055"/>
            <a:ext cx="128" cy="112"/>
          </p:xfrm>
          <a:graphic>
            <a:graphicData uri="http://schemas.openxmlformats.org/presentationml/2006/ole">
              <mc:AlternateContent xmlns:mc="http://schemas.openxmlformats.org/markup-compatibility/2006">
                <mc:Choice xmlns:v="urn:schemas-microsoft-com:vml" Requires="v">
                  <p:oleObj name="Equation" r:id="rId2" imgW="203040" imgH="177480" progId="Equation.3">
                    <p:embed/>
                  </p:oleObj>
                </mc:Choice>
                <mc:Fallback>
                  <p:oleObj name="Equation" r:id="rId2" imgW="203040" imgH="177480" progId="Equation.3">
                    <p:embed/>
                    <p:pic>
                      <p:nvPicPr>
                        <p:cNvPr id="10242"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8" y="1055"/>
                          <a:ext cx="128" cy="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1" name="Freeform 28"/>
            <p:cNvSpPr>
              <a:spLocks/>
            </p:cNvSpPr>
            <p:nvPr/>
          </p:nvSpPr>
          <p:spPr bwMode="auto">
            <a:xfrm>
              <a:off x="2287" y="1216"/>
              <a:ext cx="855" cy="558"/>
            </a:xfrm>
            <a:custGeom>
              <a:avLst/>
              <a:gdLst>
                <a:gd name="T0" fmla="*/ 855 w 855"/>
                <a:gd name="T1" fmla="*/ 0 h 558"/>
                <a:gd name="T2" fmla="*/ 759 w 855"/>
                <a:gd name="T3" fmla="*/ 9 h 558"/>
                <a:gd name="T4" fmla="*/ 657 w 855"/>
                <a:gd name="T5" fmla="*/ 57 h 558"/>
                <a:gd name="T6" fmla="*/ 561 w 855"/>
                <a:gd name="T7" fmla="*/ 141 h 558"/>
                <a:gd name="T8" fmla="*/ 414 w 855"/>
                <a:gd name="T9" fmla="*/ 333 h 558"/>
                <a:gd name="T10" fmla="*/ 285 w 855"/>
                <a:gd name="T11" fmla="*/ 429 h 558"/>
                <a:gd name="T12" fmla="*/ 0 w 855"/>
                <a:gd name="T13" fmla="*/ 558 h 558"/>
                <a:gd name="T14" fmla="*/ 0 60000 65536"/>
                <a:gd name="T15" fmla="*/ 0 60000 65536"/>
                <a:gd name="T16" fmla="*/ 0 60000 65536"/>
                <a:gd name="T17" fmla="*/ 0 60000 65536"/>
                <a:gd name="T18" fmla="*/ 0 60000 65536"/>
                <a:gd name="T19" fmla="*/ 0 60000 65536"/>
                <a:gd name="T20" fmla="*/ 0 60000 65536"/>
                <a:gd name="T21" fmla="*/ 0 w 855"/>
                <a:gd name="T22" fmla="*/ 0 h 558"/>
                <a:gd name="T23" fmla="*/ 855 w 855"/>
                <a:gd name="T24" fmla="*/ 558 h 5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5" h="558">
                  <a:moveTo>
                    <a:pt x="855" y="0"/>
                  </a:moveTo>
                  <a:cubicBezTo>
                    <a:pt x="823" y="0"/>
                    <a:pt x="792" y="0"/>
                    <a:pt x="759" y="9"/>
                  </a:cubicBezTo>
                  <a:cubicBezTo>
                    <a:pt x="726" y="18"/>
                    <a:pt x="690" y="35"/>
                    <a:pt x="657" y="57"/>
                  </a:cubicBezTo>
                  <a:cubicBezTo>
                    <a:pt x="624" y="79"/>
                    <a:pt x="601" y="95"/>
                    <a:pt x="561" y="141"/>
                  </a:cubicBezTo>
                  <a:cubicBezTo>
                    <a:pt x="521" y="187"/>
                    <a:pt x="460" y="285"/>
                    <a:pt x="414" y="333"/>
                  </a:cubicBezTo>
                  <a:cubicBezTo>
                    <a:pt x="368" y="381"/>
                    <a:pt x="354" y="392"/>
                    <a:pt x="285" y="429"/>
                  </a:cubicBezTo>
                  <a:cubicBezTo>
                    <a:pt x="216" y="466"/>
                    <a:pt x="47" y="537"/>
                    <a:pt x="0" y="558"/>
                  </a:cubicBezTo>
                </a:path>
              </a:pathLst>
            </a:custGeom>
            <a:noFill/>
            <a:ln w="38100">
              <a:solidFill>
                <a:srgbClr val="FFCC66"/>
              </a:solidFill>
              <a:round/>
              <a:headEnd/>
              <a:tailEnd/>
            </a:ln>
          </p:spPr>
          <p:txBody>
            <a:bodyPr wrap="none" anchor="ctr"/>
            <a:lstStyle/>
            <a:p>
              <a:endParaRPr lang="en-US"/>
            </a:p>
          </p:txBody>
        </p:sp>
        <p:sp>
          <p:nvSpPr>
            <p:cNvPr id="10252" name="Freeform 29"/>
            <p:cNvSpPr>
              <a:spLocks/>
            </p:cNvSpPr>
            <p:nvPr/>
          </p:nvSpPr>
          <p:spPr bwMode="auto">
            <a:xfrm flipH="1">
              <a:off x="3139" y="1219"/>
              <a:ext cx="855" cy="558"/>
            </a:xfrm>
            <a:custGeom>
              <a:avLst/>
              <a:gdLst>
                <a:gd name="T0" fmla="*/ 855 w 855"/>
                <a:gd name="T1" fmla="*/ 0 h 558"/>
                <a:gd name="T2" fmla="*/ 759 w 855"/>
                <a:gd name="T3" fmla="*/ 9 h 558"/>
                <a:gd name="T4" fmla="*/ 657 w 855"/>
                <a:gd name="T5" fmla="*/ 57 h 558"/>
                <a:gd name="T6" fmla="*/ 561 w 855"/>
                <a:gd name="T7" fmla="*/ 141 h 558"/>
                <a:gd name="T8" fmla="*/ 414 w 855"/>
                <a:gd name="T9" fmla="*/ 333 h 558"/>
                <a:gd name="T10" fmla="*/ 285 w 855"/>
                <a:gd name="T11" fmla="*/ 429 h 558"/>
                <a:gd name="T12" fmla="*/ 0 w 855"/>
                <a:gd name="T13" fmla="*/ 558 h 558"/>
                <a:gd name="T14" fmla="*/ 0 60000 65536"/>
                <a:gd name="T15" fmla="*/ 0 60000 65536"/>
                <a:gd name="T16" fmla="*/ 0 60000 65536"/>
                <a:gd name="T17" fmla="*/ 0 60000 65536"/>
                <a:gd name="T18" fmla="*/ 0 60000 65536"/>
                <a:gd name="T19" fmla="*/ 0 60000 65536"/>
                <a:gd name="T20" fmla="*/ 0 60000 65536"/>
                <a:gd name="T21" fmla="*/ 0 w 855"/>
                <a:gd name="T22" fmla="*/ 0 h 558"/>
                <a:gd name="T23" fmla="*/ 855 w 855"/>
                <a:gd name="T24" fmla="*/ 558 h 5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5" h="558">
                  <a:moveTo>
                    <a:pt x="855" y="0"/>
                  </a:moveTo>
                  <a:cubicBezTo>
                    <a:pt x="823" y="0"/>
                    <a:pt x="792" y="0"/>
                    <a:pt x="759" y="9"/>
                  </a:cubicBezTo>
                  <a:cubicBezTo>
                    <a:pt x="726" y="18"/>
                    <a:pt x="690" y="35"/>
                    <a:pt x="657" y="57"/>
                  </a:cubicBezTo>
                  <a:cubicBezTo>
                    <a:pt x="624" y="79"/>
                    <a:pt x="601" y="95"/>
                    <a:pt x="561" y="141"/>
                  </a:cubicBezTo>
                  <a:cubicBezTo>
                    <a:pt x="521" y="187"/>
                    <a:pt x="460" y="285"/>
                    <a:pt x="414" y="333"/>
                  </a:cubicBezTo>
                  <a:cubicBezTo>
                    <a:pt x="368" y="381"/>
                    <a:pt x="354" y="392"/>
                    <a:pt x="285" y="429"/>
                  </a:cubicBezTo>
                  <a:cubicBezTo>
                    <a:pt x="216" y="466"/>
                    <a:pt x="47" y="537"/>
                    <a:pt x="0" y="558"/>
                  </a:cubicBezTo>
                </a:path>
              </a:pathLst>
            </a:custGeom>
            <a:noFill/>
            <a:ln w="38100">
              <a:solidFill>
                <a:srgbClr val="FFCC66"/>
              </a:solidFill>
              <a:round/>
              <a:headEnd/>
              <a:tailEnd/>
            </a:ln>
          </p:spPr>
          <p:txBody>
            <a:bodyPr wrap="none" anchor="ctr"/>
            <a:lstStyle/>
            <a:p>
              <a:endParaRPr lang="en-US"/>
            </a:p>
          </p:txBody>
        </p:sp>
        <p:sp>
          <p:nvSpPr>
            <p:cNvPr id="10253" name="Arc 24"/>
            <p:cNvSpPr>
              <a:spLocks/>
            </p:cNvSpPr>
            <p:nvPr/>
          </p:nvSpPr>
          <p:spPr bwMode="auto">
            <a:xfrm>
              <a:off x="3008" y="1216"/>
              <a:ext cx="268" cy="320"/>
            </a:xfrm>
            <a:custGeom>
              <a:avLst/>
              <a:gdLst>
                <a:gd name="T0" fmla="*/ 0 w 17927"/>
                <a:gd name="T1" fmla="*/ 0 h 21600"/>
                <a:gd name="T2" fmla="*/ 4 w 17927"/>
                <a:gd name="T3" fmla="*/ 0 h 21600"/>
                <a:gd name="T4" fmla="*/ 2 w 17927"/>
                <a:gd name="T5" fmla="*/ 5 h 21600"/>
                <a:gd name="T6" fmla="*/ 0 60000 65536"/>
                <a:gd name="T7" fmla="*/ 0 60000 65536"/>
                <a:gd name="T8" fmla="*/ 0 60000 65536"/>
                <a:gd name="T9" fmla="*/ 0 w 17927"/>
                <a:gd name="T10" fmla="*/ 0 h 21600"/>
                <a:gd name="T11" fmla="*/ 17927 w 17927"/>
                <a:gd name="T12" fmla="*/ 21600 h 21600"/>
              </a:gdLst>
              <a:ahLst/>
              <a:cxnLst>
                <a:cxn ang="T6">
                  <a:pos x="T0" y="T1"/>
                </a:cxn>
                <a:cxn ang="T7">
                  <a:pos x="T2" y="T3"/>
                </a:cxn>
                <a:cxn ang="T8">
                  <a:pos x="T4" y="T5"/>
                </a:cxn>
              </a:cxnLst>
              <a:rect l="T9" t="T10" r="T11" b="T12"/>
              <a:pathLst>
                <a:path w="17927" h="21600" fill="none" extrusionOk="0">
                  <a:moveTo>
                    <a:pt x="0" y="1858"/>
                  </a:moveTo>
                  <a:cubicBezTo>
                    <a:pt x="2759" y="633"/>
                    <a:pt x="5745" y="-1"/>
                    <a:pt x="8765" y="0"/>
                  </a:cubicBezTo>
                  <a:cubicBezTo>
                    <a:pt x="11931" y="0"/>
                    <a:pt x="15059" y="696"/>
                    <a:pt x="17927" y="2039"/>
                  </a:cubicBezTo>
                </a:path>
                <a:path w="17927" h="21600" stroke="0" extrusionOk="0">
                  <a:moveTo>
                    <a:pt x="0" y="1858"/>
                  </a:moveTo>
                  <a:cubicBezTo>
                    <a:pt x="2759" y="633"/>
                    <a:pt x="5745" y="-1"/>
                    <a:pt x="8765" y="0"/>
                  </a:cubicBezTo>
                  <a:cubicBezTo>
                    <a:pt x="11931" y="0"/>
                    <a:pt x="15059" y="696"/>
                    <a:pt x="17927" y="2039"/>
                  </a:cubicBezTo>
                  <a:lnTo>
                    <a:pt x="8765" y="21600"/>
                  </a:lnTo>
                  <a:close/>
                </a:path>
              </a:pathLst>
            </a:custGeom>
            <a:noFill/>
            <a:ln w="38100">
              <a:solidFill>
                <a:srgbClr val="993300"/>
              </a:solidFill>
              <a:round/>
              <a:headEnd/>
              <a:tailEnd/>
            </a:ln>
          </p:spPr>
          <p:txBody>
            <a:bodyPr wrap="none" anchor="ctr"/>
            <a:lstStyle/>
            <a:p>
              <a:endParaRPr lang="en-US"/>
            </a:p>
          </p:txBody>
        </p:sp>
        <p:grpSp>
          <p:nvGrpSpPr>
            <p:cNvPr id="3" name="Group 51"/>
            <p:cNvGrpSpPr>
              <a:grpSpLocks/>
            </p:cNvGrpSpPr>
            <p:nvPr/>
          </p:nvGrpSpPr>
          <p:grpSpPr bwMode="auto">
            <a:xfrm>
              <a:off x="3852" y="1007"/>
              <a:ext cx="1653" cy="1659"/>
              <a:chOff x="3047" y="961"/>
              <a:chExt cx="1653" cy="1659"/>
            </a:xfrm>
          </p:grpSpPr>
          <p:sp>
            <p:nvSpPr>
              <p:cNvPr id="10257" name="Oval 42"/>
              <p:cNvSpPr>
                <a:spLocks noChangeArrowheads="1"/>
              </p:cNvSpPr>
              <p:nvPr/>
            </p:nvSpPr>
            <p:spPr bwMode="auto">
              <a:xfrm>
                <a:off x="3047" y="961"/>
                <a:ext cx="1653" cy="1659"/>
              </a:xfrm>
              <a:prstGeom prst="ellipse">
                <a:avLst/>
              </a:prstGeom>
              <a:solidFill>
                <a:schemeClr val="bg1"/>
              </a:solidFill>
              <a:ln w="25400" algn="ctr">
                <a:solidFill>
                  <a:schemeClr val="tx1"/>
                </a:solidFill>
                <a:round/>
                <a:headEnd/>
                <a:tailEnd/>
              </a:ln>
            </p:spPr>
            <p:txBody>
              <a:bodyPr wrap="none" anchor="ctr"/>
              <a:lstStyle/>
              <a:p>
                <a:endParaRPr lang="en-US"/>
              </a:p>
            </p:txBody>
          </p:sp>
          <p:graphicFrame>
            <p:nvGraphicFramePr>
              <p:cNvPr id="10243" name="Object 3"/>
              <p:cNvGraphicFramePr>
                <a:graphicFrameLocks noChangeAspect="1"/>
              </p:cNvGraphicFramePr>
              <p:nvPr/>
            </p:nvGraphicFramePr>
            <p:xfrm>
              <a:off x="3808" y="1230"/>
              <a:ext cx="173" cy="172"/>
            </p:xfrm>
            <a:graphic>
              <a:graphicData uri="http://schemas.openxmlformats.org/presentationml/2006/ole">
                <mc:AlternateContent xmlns:mc="http://schemas.openxmlformats.org/markup-compatibility/2006">
                  <mc:Choice xmlns:v="urn:schemas-microsoft-com:vml" Requires="v">
                    <p:oleObj name="Equation" r:id="rId4" imgW="203040" imgH="177480" progId="Equation.3">
                      <p:embed/>
                    </p:oleObj>
                  </mc:Choice>
                  <mc:Fallback>
                    <p:oleObj name="Equation" r:id="rId4" imgW="203040" imgH="177480" progId="Equation.3">
                      <p:embed/>
                      <p:pic>
                        <p:nvPicPr>
                          <p:cNvPr id="10243"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08" y="1230"/>
                            <a:ext cx="173" cy="1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8" name="Arc 36"/>
              <p:cNvSpPr>
                <a:spLocks/>
              </p:cNvSpPr>
              <p:nvPr/>
            </p:nvSpPr>
            <p:spPr bwMode="auto">
              <a:xfrm>
                <a:off x="3532" y="1522"/>
                <a:ext cx="709" cy="964"/>
              </a:xfrm>
              <a:custGeom>
                <a:avLst/>
                <a:gdLst>
                  <a:gd name="T0" fmla="*/ 0 w 17927"/>
                  <a:gd name="T1" fmla="*/ 4 h 21600"/>
                  <a:gd name="T2" fmla="*/ 28 w 17927"/>
                  <a:gd name="T3" fmla="*/ 4 h 21600"/>
                  <a:gd name="T4" fmla="*/ 14 w 17927"/>
                  <a:gd name="T5" fmla="*/ 43 h 21600"/>
                  <a:gd name="T6" fmla="*/ 0 60000 65536"/>
                  <a:gd name="T7" fmla="*/ 0 60000 65536"/>
                  <a:gd name="T8" fmla="*/ 0 60000 65536"/>
                  <a:gd name="T9" fmla="*/ 0 w 17927"/>
                  <a:gd name="T10" fmla="*/ 0 h 21600"/>
                  <a:gd name="T11" fmla="*/ 17927 w 17927"/>
                  <a:gd name="T12" fmla="*/ 21600 h 21600"/>
                </a:gdLst>
                <a:ahLst/>
                <a:cxnLst>
                  <a:cxn ang="T6">
                    <a:pos x="T0" y="T1"/>
                  </a:cxn>
                  <a:cxn ang="T7">
                    <a:pos x="T2" y="T3"/>
                  </a:cxn>
                  <a:cxn ang="T8">
                    <a:pos x="T4" y="T5"/>
                  </a:cxn>
                </a:cxnLst>
                <a:rect l="T9" t="T10" r="T11" b="T12"/>
                <a:pathLst>
                  <a:path w="17927" h="21600" fill="none" extrusionOk="0">
                    <a:moveTo>
                      <a:pt x="0" y="1858"/>
                    </a:moveTo>
                    <a:cubicBezTo>
                      <a:pt x="2759" y="633"/>
                      <a:pt x="5745" y="-1"/>
                      <a:pt x="8765" y="0"/>
                    </a:cubicBezTo>
                    <a:cubicBezTo>
                      <a:pt x="11931" y="0"/>
                      <a:pt x="15059" y="696"/>
                      <a:pt x="17927" y="2039"/>
                    </a:cubicBezTo>
                  </a:path>
                  <a:path w="17927" h="21600" stroke="0" extrusionOk="0">
                    <a:moveTo>
                      <a:pt x="0" y="1858"/>
                    </a:moveTo>
                    <a:cubicBezTo>
                      <a:pt x="2759" y="633"/>
                      <a:pt x="5745" y="-1"/>
                      <a:pt x="8765" y="0"/>
                    </a:cubicBezTo>
                    <a:cubicBezTo>
                      <a:pt x="11931" y="0"/>
                      <a:pt x="15059" y="696"/>
                      <a:pt x="17927" y="2039"/>
                    </a:cubicBezTo>
                    <a:lnTo>
                      <a:pt x="8765" y="21600"/>
                    </a:lnTo>
                    <a:close/>
                  </a:path>
                </a:pathLst>
              </a:custGeom>
              <a:noFill/>
              <a:ln w="76200">
                <a:solidFill>
                  <a:srgbClr val="993300"/>
                </a:solidFill>
                <a:round/>
                <a:headEnd/>
                <a:tailEnd/>
              </a:ln>
            </p:spPr>
            <p:txBody>
              <a:bodyPr wrap="none" anchor="ctr"/>
              <a:lstStyle/>
              <a:p>
                <a:endParaRPr lang="en-US"/>
              </a:p>
            </p:txBody>
          </p:sp>
          <p:sp>
            <p:nvSpPr>
              <p:cNvPr id="10259" name="Line 37"/>
              <p:cNvSpPr>
                <a:spLocks noChangeShapeType="1"/>
              </p:cNvSpPr>
              <p:nvPr/>
            </p:nvSpPr>
            <p:spPr bwMode="auto">
              <a:xfrm flipH="1">
                <a:off x="3878" y="1603"/>
                <a:ext cx="350" cy="886"/>
              </a:xfrm>
              <a:prstGeom prst="line">
                <a:avLst/>
              </a:prstGeom>
              <a:noFill/>
              <a:ln w="9525">
                <a:solidFill>
                  <a:schemeClr val="tx1"/>
                </a:solidFill>
                <a:prstDash val="dash"/>
                <a:round/>
                <a:headEnd/>
                <a:tailEnd/>
              </a:ln>
            </p:spPr>
            <p:txBody>
              <a:bodyPr wrap="none" anchor="ctr"/>
              <a:lstStyle/>
              <a:p>
                <a:endParaRPr lang="en-US"/>
              </a:p>
            </p:txBody>
          </p:sp>
          <p:sp>
            <p:nvSpPr>
              <p:cNvPr id="10260" name="Line 38"/>
              <p:cNvSpPr>
                <a:spLocks noChangeShapeType="1"/>
              </p:cNvSpPr>
              <p:nvPr/>
            </p:nvSpPr>
            <p:spPr bwMode="auto">
              <a:xfrm>
                <a:off x="3521" y="1567"/>
                <a:ext cx="349" cy="886"/>
              </a:xfrm>
              <a:prstGeom prst="line">
                <a:avLst/>
              </a:prstGeom>
              <a:noFill/>
              <a:ln w="9525">
                <a:solidFill>
                  <a:schemeClr val="tx1"/>
                </a:solidFill>
                <a:prstDash val="dash"/>
                <a:round/>
                <a:headEnd/>
                <a:tailEnd/>
              </a:ln>
            </p:spPr>
            <p:txBody>
              <a:bodyPr wrap="none" anchor="ctr"/>
              <a:lstStyle/>
              <a:p>
                <a:endParaRPr lang="en-US"/>
              </a:p>
            </p:txBody>
          </p:sp>
          <p:sp>
            <p:nvSpPr>
              <p:cNvPr id="10261" name="Line 39"/>
              <p:cNvSpPr>
                <a:spLocks noChangeShapeType="1"/>
              </p:cNvSpPr>
              <p:nvPr/>
            </p:nvSpPr>
            <p:spPr bwMode="auto">
              <a:xfrm>
                <a:off x="3878" y="1468"/>
                <a:ext cx="0" cy="985"/>
              </a:xfrm>
              <a:prstGeom prst="line">
                <a:avLst/>
              </a:prstGeom>
              <a:noFill/>
              <a:ln w="9525">
                <a:solidFill>
                  <a:schemeClr val="tx1"/>
                </a:solidFill>
                <a:prstDash val="dash"/>
                <a:round/>
                <a:headEnd/>
                <a:tailEnd/>
              </a:ln>
            </p:spPr>
            <p:txBody>
              <a:bodyPr wrap="none" anchor="ctr"/>
              <a:lstStyle/>
              <a:p>
                <a:endParaRPr lang="en-US"/>
              </a:p>
            </p:txBody>
          </p:sp>
          <p:sp>
            <p:nvSpPr>
              <p:cNvPr id="10262" name="Text Box 40"/>
              <p:cNvSpPr txBox="1">
                <a:spLocks noChangeArrowheads="1"/>
              </p:cNvSpPr>
              <p:nvPr/>
            </p:nvSpPr>
            <p:spPr bwMode="auto">
              <a:xfrm>
                <a:off x="3866" y="1988"/>
                <a:ext cx="183" cy="212"/>
              </a:xfrm>
              <a:prstGeom prst="rect">
                <a:avLst/>
              </a:prstGeom>
              <a:noFill/>
              <a:ln w="9525" algn="ctr">
                <a:noFill/>
                <a:miter lim="800000"/>
                <a:headEnd/>
                <a:tailEnd/>
              </a:ln>
            </p:spPr>
            <p:txBody>
              <a:bodyPr wrap="none">
                <a:spAutoFit/>
              </a:bodyPr>
              <a:lstStyle/>
              <a:p>
                <a:r>
                  <a:rPr lang="en-US" sz="1600">
                    <a:sym typeface="Symbol" pitchFamily="18" charset="2"/>
                  </a:rPr>
                  <a:t></a:t>
                </a:r>
              </a:p>
            </p:txBody>
          </p:sp>
          <p:sp>
            <p:nvSpPr>
              <p:cNvPr id="10263" name="Line 44"/>
              <p:cNvSpPr>
                <a:spLocks noChangeShapeType="1"/>
              </p:cNvSpPr>
              <p:nvPr/>
            </p:nvSpPr>
            <p:spPr bwMode="auto">
              <a:xfrm flipH="1">
                <a:off x="3319" y="1600"/>
                <a:ext cx="201" cy="110"/>
              </a:xfrm>
              <a:prstGeom prst="line">
                <a:avLst/>
              </a:prstGeom>
              <a:noFill/>
              <a:ln w="9525">
                <a:solidFill>
                  <a:srgbClr val="3366FF"/>
                </a:solidFill>
                <a:round/>
                <a:headEnd/>
                <a:tailEnd type="triangle" w="med" len="med"/>
              </a:ln>
            </p:spPr>
            <p:txBody>
              <a:bodyPr wrap="none" anchor="ctr"/>
              <a:lstStyle/>
              <a:p>
                <a:endParaRPr lang="en-US"/>
              </a:p>
            </p:txBody>
          </p:sp>
          <p:sp>
            <p:nvSpPr>
              <p:cNvPr id="10264" name="Line 45"/>
              <p:cNvSpPr>
                <a:spLocks noChangeShapeType="1"/>
              </p:cNvSpPr>
              <p:nvPr/>
            </p:nvSpPr>
            <p:spPr bwMode="auto">
              <a:xfrm>
                <a:off x="4247" y="1614"/>
                <a:ext cx="201" cy="110"/>
              </a:xfrm>
              <a:prstGeom prst="line">
                <a:avLst/>
              </a:prstGeom>
              <a:noFill/>
              <a:ln w="9525">
                <a:solidFill>
                  <a:srgbClr val="3366FF"/>
                </a:solidFill>
                <a:round/>
                <a:headEnd/>
                <a:tailEnd type="triangle" w="med" len="med"/>
              </a:ln>
            </p:spPr>
            <p:txBody>
              <a:bodyPr wrap="none" anchor="ctr"/>
              <a:lstStyle/>
              <a:p>
                <a:endParaRPr lang="en-US"/>
              </a:p>
            </p:txBody>
          </p:sp>
          <p:sp>
            <p:nvSpPr>
              <p:cNvPr id="10265" name="Text Box 46"/>
              <p:cNvSpPr txBox="1">
                <a:spLocks noChangeArrowheads="1"/>
              </p:cNvSpPr>
              <p:nvPr/>
            </p:nvSpPr>
            <p:spPr bwMode="auto">
              <a:xfrm>
                <a:off x="4442" y="1614"/>
                <a:ext cx="204" cy="231"/>
              </a:xfrm>
              <a:prstGeom prst="rect">
                <a:avLst/>
              </a:prstGeom>
              <a:noFill/>
              <a:ln w="9525" algn="ctr">
                <a:noFill/>
                <a:miter lim="800000"/>
                <a:headEnd/>
                <a:tailEnd/>
              </a:ln>
            </p:spPr>
            <p:txBody>
              <a:bodyPr wrap="none">
                <a:spAutoFit/>
              </a:bodyPr>
              <a:lstStyle/>
              <a:p>
                <a:r>
                  <a:rPr lang="en-US" b="1">
                    <a:solidFill>
                      <a:srgbClr val="3366FF"/>
                    </a:solidFill>
                  </a:rPr>
                  <a:t>T</a:t>
                </a:r>
              </a:p>
            </p:txBody>
          </p:sp>
          <p:sp>
            <p:nvSpPr>
              <p:cNvPr id="10266" name="Text Box 47"/>
              <p:cNvSpPr txBox="1">
                <a:spLocks noChangeArrowheads="1"/>
              </p:cNvSpPr>
              <p:nvPr/>
            </p:nvSpPr>
            <p:spPr bwMode="auto">
              <a:xfrm>
                <a:off x="3093" y="1627"/>
                <a:ext cx="204" cy="231"/>
              </a:xfrm>
              <a:prstGeom prst="rect">
                <a:avLst/>
              </a:prstGeom>
              <a:noFill/>
              <a:ln w="9525" algn="ctr">
                <a:noFill/>
                <a:miter lim="800000"/>
                <a:headEnd/>
                <a:tailEnd/>
              </a:ln>
            </p:spPr>
            <p:txBody>
              <a:bodyPr wrap="none">
                <a:spAutoFit/>
              </a:bodyPr>
              <a:lstStyle/>
              <a:p>
                <a:r>
                  <a:rPr lang="en-US" b="1">
                    <a:solidFill>
                      <a:srgbClr val="3366FF"/>
                    </a:solidFill>
                  </a:rPr>
                  <a:t>T</a:t>
                </a:r>
              </a:p>
            </p:txBody>
          </p:sp>
          <p:sp>
            <p:nvSpPr>
              <p:cNvPr id="10267" name="Line 48"/>
              <p:cNvSpPr>
                <a:spLocks noChangeShapeType="1"/>
              </p:cNvSpPr>
              <p:nvPr/>
            </p:nvSpPr>
            <p:spPr bwMode="auto">
              <a:xfrm>
                <a:off x="3173" y="1509"/>
                <a:ext cx="1408" cy="0"/>
              </a:xfrm>
              <a:prstGeom prst="line">
                <a:avLst/>
              </a:prstGeom>
              <a:noFill/>
              <a:ln w="9525">
                <a:solidFill>
                  <a:schemeClr val="tx1"/>
                </a:solidFill>
                <a:prstDash val="dash"/>
                <a:round/>
                <a:headEnd/>
                <a:tailEnd/>
              </a:ln>
            </p:spPr>
            <p:txBody>
              <a:bodyPr wrap="none" anchor="ctr"/>
              <a:lstStyle/>
              <a:p>
                <a:endParaRPr lang="en-US"/>
              </a:p>
            </p:txBody>
          </p:sp>
          <p:sp>
            <p:nvSpPr>
              <p:cNvPr id="10268" name="Text Box 49"/>
              <p:cNvSpPr txBox="1">
                <a:spLocks noChangeArrowheads="1"/>
              </p:cNvSpPr>
              <p:nvPr/>
            </p:nvSpPr>
            <p:spPr bwMode="auto">
              <a:xfrm>
                <a:off x="4310" y="1489"/>
                <a:ext cx="183" cy="212"/>
              </a:xfrm>
              <a:prstGeom prst="rect">
                <a:avLst/>
              </a:prstGeom>
              <a:noFill/>
              <a:ln w="9525" algn="ctr">
                <a:noFill/>
                <a:miter lim="800000"/>
                <a:headEnd/>
                <a:tailEnd/>
              </a:ln>
            </p:spPr>
            <p:txBody>
              <a:bodyPr wrap="none">
                <a:spAutoFit/>
              </a:bodyPr>
              <a:lstStyle/>
              <a:p>
                <a:r>
                  <a:rPr lang="en-US" sz="1600">
                    <a:sym typeface="Symbol" pitchFamily="18" charset="2"/>
                  </a:rPr>
                  <a:t></a:t>
                </a:r>
              </a:p>
            </p:txBody>
          </p:sp>
          <p:sp>
            <p:nvSpPr>
              <p:cNvPr id="10269" name="Text Box 50"/>
              <p:cNvSpPr txBox="1">
                <a:spLocks noChangeArrowheads="1"/>
              </p:cNvSpPr>
              <p:nvPr/>
            </p:nvSpPr>
            <p:spPr bwMode="auto">
              <a:xfrm>
                <a:off x="3227" y="1484"/>
                <a:ext cx="183" cy="212"/>
              </a:xfrm>
              <a:prstGeom prst="rect">
                <a:avLst/>
              </a:prstGeom>
              <a:noFill/>
              <a:ln w="9525" algn="ctr">
                <a:noFill/>
                <a:miter lim="800000"/>
                <a:headEnd/>
                <a:tailEnd/>
              </a:ln>
            </p:spPr>
            <p:txBody>
              <a:bodyPr wrap="none">
                <a:spAutoFit/>
              </a:bodyPr>
              <a:lstStyle/>
              <a:p>
                <a:r>
                  <a:rPr lang="en-US" sz="1600">
                    <a:sym typeface="Symbol" pitchFamily="18" charset="2"/>
                  </a:rPr>
                  <a:t></a:t>
                </a:r>
              </a:p>
            </p:txBody>
          </p:sp>
        </p:grpSp>
        <p:sp>
          <p:nvSpPr>
            <p:cNvPr id="10255" name="Line 52"/>
            <p:cNvSpPr>
              <a:spLocks noChangeShapeType="1"/>
            </p:cNvSpPr>
            <p:nvPr/>
          </p:nvSpPr>
          <p:spPr bwMode="auto">
            <a:xfrm flipH="1">
              <a:off x="3118" y="1006"/>
              <a:ext cx="1682" cy="55"/>
            </a:xfrm>
            <a:prstGeom prst="line">
              <a:avLst/>
            </a:prstGeom>
            <a:noFill/>
            <a:ln w="9525">
              <a:solidFill>
                <a:schemeClr val="tx1"/>
              </a:solidFill>
              <a:round/>
              <a:headEnd/>
              <a:tailEnd/>
            </a:ln>
          </p:spPr>
          <p:txBody>
            <a:bodyPr wrap="none" anchor="ctr"/>
            <a:lstStyle/>
            <a:p>
              <a:endParaRPr lang="en-US"/>
            </a:p>
          </p:txBody>
        </p:sp>
        <p:sp>
          <p:nvSpPr>
            <p:cNvPr id="10256" name="Line 53"/>
            <p:cNvSpPr>
              <a:spLocks noChangeShapeType="1"/>
            </p:cNvSpPr>
            <p:nvPr/>
          </p:nvSpPr>
          <p:spPr bwMode="auto">
            <a:xfrm flipH="1" flipV="1">
              <a:off x="2981" y="1280"/>
              <a:ext cx="1115" cy="1152"/>
            </a:xfrm>
            <a:prstGeom prst="line">
              <a:avLst/>
            </a:prstGeom>
            <a:noFill/>
            <a:ln w="9525">
              <a:solidFill>
                <a:schemeClr val="tx1"/>
              </a:solidFill>
              <a:round/>
              <a:headEnd/>
              <a:tailEnd/>
            </a:ln>
          </p:spPr>
          <p:txBody>
            <a:bodyPr wrap="none" anchor="ctr"/>
            <a:lstStyle/>
            <a:p>
              <a:endParaRPr lang="en-US"/>
            </a:p>
          </p:txBody>
        </p:sp>
      </p:grpSp>
    </p:spTree>
    <p:extLst>
      <p:ext uri="{BB962C8B-B14F-4D97-AF65-F5344CB8AC3E}">
        <p14:creationId xmlns:p14="http://schemas.microsoft.com/office/powerpoint/2010/main" val="20543930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Date Placeholder 4"/>
          <p:cNvSpPr>
            <a:spLocks noGrp="1"/>
          </p:cNvSpPr>
          <p:nvPr>
            <p:ph type="dt" sz="quarter" idx="10"/>
          </p:nvPr>
        </p:nvSpPr>
        <p:spPr>
          <a:noFill/>
        </p:spPr>
        <p:txBody>
          <a:bodyPr/>
          <a:lstStyle/>
          <a:p>
            <a:r>
              <a:rPr lang="en-US"/>
              <a:t>Winter 2007</a:t>
            </a:r>
          </a:p>
        </p:txBody>
      </p:sp>
      <p:sp>
        <p:nvSpPr>
          <p:cNvPr id="11269" name="Footer Placeholder 5"/>
          <p:cNvSpPr>
            <a:spLocks noGrp="1"/>
          </p:cNvSpPr>
          <p:nvPr>
            <p:ph type="ftr" sz="quarter" idx="11"/>
          </p:nvPr>
        </p:nvSpPr>
        <p:spPr>
          <a:noFill/>
        </p:spPr>
        <p:txBody>
          <a:bodyPr/>
          <a:lstStyle/>
          <a:p>
            <a:r>
              <a:rPr lang="en-US"/>
              <a:t>R. Todd Lines</a:t>
            </a:r>
          </a:p>
        </p:txBody>
      </p:sp>
      <p:sp>
        <p:nvSpPr>
          <p:cNvPr id="11270" name="Slide Number Placeholder 6"/>
          <p:cNvSpPr>
            <a:spLocks noGrp="1"/>
          </p:cNvSpPr>
          <p:nvPr>
            <p:ph type="sldNum" sz="quarter" idx="12"/>
          </p:nvPr>
        </p:nvSpPr>
        <p:spPr>
          <a:noFill/>
        </p:spPr>
        <p:txBody>
          <a:bodyPr/>
          <a:lstStyle/>
          <a:p>
            <a:fld id="{5C7A3FB9-8224-4B6F-9F67-0AF968C11E12}" type="slidenum">
              <a:rPr lang="en-US" smtClean="0"/>
              <a:pPr/>
              <a:t>64</a:t>
            </a:fld>
            <a:endParaRPr lang="en-US"/>
          </a:p>
        </p:txBody>
      </p:sp>
      <p:sp>
        <p:nvSpPr>
          <p:cNvPr id="11271" name="Rectangle 57"/>
          <p:cNvSpPr>
            <a:spLocks noGrp="1" noChangeArrowheads="1"/>
          </p:cNvSpPr>
          <p:nvPr>
            <p:ph type="title"/>
          </p:nvPr>
        </p:nvSpPr>
        <p:spPr/>
        <p:txBody>
          <a:bodyPr/>
          <a:lstStyle/>
          <a:p>
            <a:pPr eaLnBrk="1" hangingPunct="1"/>
            <a:r>
              <a:rPr lang="en-US"/>
              <a:t>Forces on a Segment of String</a:t>
            </a:r>
          </a:p>
        </p:txBody>
      </p:sp>
      <p:sp>
        <p:nvSpPr>
          <p:cNvPr id="11272" name="Rectangle 58"/>
          <p:cNvSpPr>
            <a:spLocks noGrp="1" noChangeArrowheads="1"/>
          </p:cNvSpPr>
          <p:nvPr>
            <p:ph type="body" sz="half" idx="1"/>
          </p:nvPr>
        </p:nvSpPr>
        <p:spPr/>
        <p:txBody>
          <a:bodyPr/>
          <a:lstStyle/>
          <a:p>
            <a:pPr eaLnBrk="1" hangingPunct="1"/>
            <a:r>
              <a:rPr lang="en-US" sz="2400"/>
              <a:t>Tension on the RHS of the element from the rest of the string on the right,  </a:t>
            </a:r>
          </a:p>
          <a:p>
            <a:pPr eaLnBrk="1" hangingPunct="1"/>
            <a:endParaRPr lang="en-US" sz="2400"/>
          </a:p>
          <a:p>
            <a:pPr eaLnBrk="1" hangingPunct="1"/>
            <a:r>
              <a:rPr lang="en-US" sz="2400"/>
              <a:t>Tension on the LHS of the element from the rest of the string on the left</a:t>
            </a:r>
          </a:p>
          <a:p>
            <a:pPr eaLnBrk="1" hangingPunct="1"/>
            <a:endParaRPr lang="en-US" sz="2400"/>
          </a:p>
          <a:p>
            <a:pPr eaLnBrk="1" hangingPunct="1"/>
            <a:r>
              <a:rPr lang="en-US" sz="2400"/>
              <a:t>Force due to gravity</a:t>
            </a:r>
          </a:p>
        </p:txBody>
      </p:sp>
      <p:grpSp>
        <p:nvGrpSpPr>
          <p:cNvPr id="2" name="Group 62"/>
          <p:cNvGrpSpPr>
            <a:grpSpLocks/>
          </p:cNvGrpSpPr>
          <p:nvPr/>
        </p:nvGrpSpPr>
        <p:grpSpPr bwMode="auto">
          <a:xfrm>
            <a:off x="3630613" y="1597025"/>
            <a:ext cx="5108575" cy="2635250"/>
            <a:chOff x="2287" y="1006"/>
            <a:chExt cx="3218" cy="1660"/>
          </a:xfrm>
        </p:grpSpPr>
        <p:sp>
          <p:nvSpPr>
            <p:cNvPr id="11275" name="Oval 41"/>
            <p:cNvSpPr>
              <a:spLocks noChangeArrowheads="1"/>
            </p:cNvSpPr>
            <p:nvPr/>
          </p:nvSpPr>
          <p:spPr bwMode="auto">
            <a:xfrm>
              <a:off x="2974" y="1066"/>
              <a:ext cx="324" cy="309"/>
            </a:xfrm>
            <a:prstGeom prst="ellipse">
              <a:avLst/>
            </a:prstGeom>
            <a:solidFill>
              <a:schemeClr val="bg1"/>
            </a:solidFill>
            <a:ln w="25400" algn="ctr">
              <a:solidFill>
                <a:schemeClr val="tx1"/>
              </a:solidFill>
              <a:round/>
              <a:headEnd/>
              <a:tailEnd/>
            </a:ln>
          </p:spPr>
          <p:txBody>
            <a:bodyPr wrap="none" anchor="ctr"/>
            <a:lstStyle/>
            <a:p>
              <a:endParaRPr lang="en-US"/>
            </a:p>
          </p:txBody>
        </p:sp>
        <p:graphicFrame>
          <p:nvGraphicFramePr>
            <p:cNvPr id="11266" name="Object 23"/>
            <p:cNvGraphicFramePr>
              <a:graphicFrameLocks noChangeAspect="1"/>
            </p:cNvGraphicFramePr>
            <p:nvPr/>
          </p:nvGraphicFramePr>
          <p:xfrm>
            <a:off x="3078" y="1055"/>
            <a:ext cx="128" cy="112"/>
          </p:xfrm>
          <a:graphic>
            <a:graphicData uri="http://schemas.openxmlformats.org/presentationml/2006/ole">
              <mc:AlternateContent xmlns:mc="http://schemas.openxmlformats.org/markup-compatibility/2006">
                <mc:Choice xmlns:v="urn:schemas-microsoft-com:vml" Requires="v">
                  <p:oleObj name="Equation" r:id="rId2" imgW="203040" imgH="177480" progId="Equation.3">
                    <p:embed/>
                  </p:oleObj>
                </mc:Choice>
                <mc:Fallback>
                  <p:oleObj name="Equation" r:id="rId2" imgW="203040" imgH="177480" progId="Equation.3">
                    <p:embed/>
                    <p:pic>
                      <p:nvPicPr>
                        <p:cNvPr id="11266" name="Object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8" y="1055"/>
                          <a:ext cx="128" cy="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6" name="Freeform 28"/>
            <p:cNvSpPr>
              <a:spLocks/>
            </p:cNvSpPr>
            <p:nvPr/>
          </p:nvSpPr>
          <p:spPr bwMode="auto">
            <a:xfrm>
              <a:off x="2287" y="1216"/>
              <a:ext cx="855" cy="558"/>
            </a:xfrm>
            <a:custGeom>
              <a:avLst/>
              <a:gdLst>
                <a:gd name="T0" fmla="*/ 855 w 855"/>
                <a:gd name="T1" fmla="*/ 0 h 558"/>
                <a:gd name="T2" fmla="*/ 759 w 855"/>
                <a:gd name="T3" fmla="*/ 9 h 558"/>
                <a:gd name="T4" fmla="*/ 657 w 855"/>
                <a:gd name="T5" fmla="*/ 57 h 558"/>
                <a:gd name="T6" fmla="*/ 561 w 855"/>
                <a:gd name="T7" fmla="*/ 141 h 558"/>
                <a:gd name="T8" fmla="*/ 414 w 855"/>
                <a:gd name="T9" fmla="*/ 333 h 558"/>
                <a:gd name="T10" fmla="*/ 285 w 855"/>
                <a:gd name="T11" fmla="*/ 429 h 558"/>
                <a:gd name="T12" fmla="*/ 0 w 855"/>
                <a:gd name="T13" fmla="*/ 558 h 558"/>
                <a:gd name="T14" fmla="*/ 0 60000 65536"/>
                <a:gd name="T15" fmla="*/ 0 60000 65536"/>
                <a:gd name="T16" fmla="*/ 0 60000 65536"/>
                <a:gd name="T17" fmla="*/ 0 60000 65536"/>
                <a:gd name="T18" fmla="*/ 0 60000 65536"/>
                <a:gd name="T19" fmla="*/ 0 60000 65536"/>
                <a:gd name="T20" fmla="*/ 0 60000 65536"/>
                <a:gd name="T21" fmla="*/ 0 w 855"/>
                <a:gd name="T22" fmla="*/ 0 h 558"/>
                <a:gd name="T23" fmla="*/ 855 w 855"/>
                <a:gd name="T24" fmla="*/ 558 h 5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5" h="558">
                  <a:moveTo>
                    <a:pt x="855" y="0"/>
                  </a:moveTo>
                  <a:cubicBezTo>
                    <a:pt x="823" y="0"/>
                    <a:pt x="792" y="0"/>
                    <a:pt x="759" y="9"/>
                  </a:cubicBezTo>
                  <a:cubicBezTo>
                    <a:pt x="726" y="18"/>
                    <a:pt x="690" y="35"/>
                    <a:pt x="657" y="57"/>
                  </a:cubicBezTo>
                  <a:cubicBezTo>
                    <a:pt x="624" y="79"/>
                    <a:pt x="601" y="95"/>
                    <a:pt x="561" y="141"/>
                  </a:cubicBezTo>
                  <a:cubicBezTo>
                    <a:pt x="521" y="187"/>
                    <a:pt x="460" y="285"/>
                    <a:pt x="414" y="333"/>
                  </a:cubicBezTo>
                  <a:cubicBezTo>
                    <a:pt x="368" y="381"/>
                    <a:pt x="354" y="392"/>
                    <a:pt x="285" y="429"/>
                  </a:cubicBezTo>
                  <a:cubicBezTo>
                    <a:pt x="216" y="466"/>
                    <a:pt x="47" y="537"/>
                    <a:pt x="0" y="558"/>
                  </a:cubicBezTo>
                </a:path>
              </a:pathLst>
            </a:custGeom>
            <a:noFill/>
            <a:ln w="38100">
              <a:solidFill>
                <a:srgbClr val="FFCC66"/>
              </a:solidFill>
              <a:round/>
              <a:headEnd/>
              <a:tailEnd/>
            </a:ln>
          </p:spPr>
          <p:txBody>
            <a:bodyPr wrap="none" anchor="ctr"/>
            <a:lstStyle/>
            <a:p>
              <a:endParaRPr lang="en-US"/>
            </a:p>
          </p:txBody>
        </p:sp>
        <p:sp>
          <p:nvSpPr>
            <p:cNvPr id="11277" name="Freeform 29"/>
            <p:cNvSpPr>
              <a:spLocks/>
            </p:cNvSpPr>
            <p:nvPr/>
          </p:nvSpPr>
          <p:spPr bwMode="auto">
            <a:xfrm flipH="1">
              <a:off x="3139" y="1219"/>
              <a:ext cx="855" cy="558"/>
            </a:xfrm>
            <a:custGeom>
              <a:avLst/>
              <a:gdLst>
                <a:gd name="T0" fmla="*/ 855 w 855"/>
                <a:gd name="T1" fmla="*/ 0 h 558"/>
                <a:gd name="T2" fmla="*/ 759 w 855"/>
                <a:gd name="T3" fmla="*/ 9 h 558"/>
                <a:gd name="T4" fmla="*/ 657 w 855"/>
                <a:gd name="T5" fmla="*/ 57 h 558"/>
                <a:gd name="T6" fmla="*/ 561 w 855"/>
                <a:gd name="T7" fmla="*/ 141 h 558"/>
                <a:gd name="T8" fmla="*/ 414 w 855"/>
                <a:gd name="T9" fmla="*/ 333 h 558"/>
                <a:gd name="T10" fmla="*/ 285 w 855"/>
                <a:gd name="T11" fmla="*/ 429 h 558"/>
                <a:gd name="T12" fmla="*/ 0 w 855"/>
                <a:gd name="T13" fmla="*/ 558 h 558"/>
                <a:gd name="T14" fmla="*/ 0 60000 65536"/>
                <a:gd name="T15" fmla="*/ 0 60000 65536"/>
                <a:gd name="T16" fmla="*/ 0 60000 65536"/>
                <a:gd name="T17" fmla="*/ 0 60000 65536"/>
                <a:gd name="T18" fmla="*/ 0 60000 65536"/>
                <a:gd name="T19" fmla="*/ 0 60000 65536"/>
                <a:gd name="T20" fmla="*/ 0 60000 65536"/>
                <a:gd name="T21" fmla="*/ 0 w 855"/>
                <a:gd name="T22" fmla="*/ 0 h 558"/>
                <a:gd name="T23" fmla="*/ 855 w 855"/>
                <a:gd name="T24" fmla="*/ 558 h 5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5" h="558">
                  <a:moveTo>
                    <a:pt x="855" y="0"/>
                  </a:moveTo>
                  <a:cubicBezTo>
                    <a:pt x="823" y="0"/>
                    <a:pt x="792" y="0"/>
                    <a:pt x="759" y="9"/>
                  </a:cubicBezTo>
                  <a:cubicBezTo>
                    <a:pt x="726" y="18"/>
                    <a:pt x="690" y="35"/>
                    <a:pt x="657" y="57"/>
                  </a:cubicBezTo>
                  <a:cubicBezTo>
                    <a:pt x="624" y="79"/>
                    <a:pt x="601" y="95"/>
                    <a:pt x="561" y="141"/>
                  </a:cubicBezTo>
                  <a:cubicBezTo>
                    <a:pt x="521" y="187"/>
                    <a:pt x="460" y="285"/>
                    <a:pt x="414" y="333"/>
                  </a:cubicBezTo>
                  <a:cubicBezTo>
                    <a:pt x="368" y="381"/>
                    <a:pt x="354" y="392"/>
                    <a:pt x="285" y="429"/>
                  </a:cubicBezTo>
                  <a:cubicBezTo>
                    <a:pt x="216" y="466"/>
                    <a:pt x="47" y="537"/>
                    <a:pt x="0" y="558"/>
                  </a:cubicBezTo>
                </a:path>
              </a:pathLst>
            </a:custGeom>
            <a:noFill/>
            <a:ln w="38100">
              <a:solidFill>
                <a:srgbClr val="FFCC66"/>
              </a:solidFill>
              <a:round/>
              <a:headEnd/>
              <a:tailEnd/>
            </a:ln>
          </p:spPr>
          <p:txBody>
            <a:bodyPr wrap="none" anchor="ctr"/>
            <a:lstStyle/>
            <a:p>
              <a:endParaRPr lang="en-US"/>
            </a:p>
          </p:txBody>
        </p:sp>
        <p:sp>
          <p:nvSpPr>
            <p:cNvPr id="11278" name="Arc 24"/>
            <p:cNvSpPr>
              <a:spLocks/>
            </p:cNvSpPr>
            <p:nvPr/>
          </p:nvSpPr>
          <p:spPr bwMode="auto">
            <a:xfrm>
              <a:off x="3008" y="1216"/>
              <a:ext cx="268" cy="320"/>
            </a:xfrm>
            <a:custGeom>
              <a:avLst/>
              <a:gdLst>
                <a:gd name="T0" fmla="*/ 0 w 17927"/>
                <a:gd name="T1" fmla="*/ 0 h 21600"/>
                <a:gd name="T2" fmla="*/ 4 w 17927"/>
                <a:gd name="T3" fmla="*/ 0 h 21600"/>
                <a:gd name="T4" fmla="*/ 2 w 17927"/>
                <a:gd name="T5" fmla="*/ 5 h 21600"/>
                <a:gd name="T6" fmla="*/ 0 60000 65536"/>
                <a:gd name="T7" fmla="*/ 0 60000 65536"/>
                <a:gd name="T8" fmla="*/ 0 60000 65536"/>
                <a:gd name="T9" fmla="*/ 0 w 17927"/>
                <a:gd name="T10" fmla="*/ 0 h 21600"/>
                <a:gd name="T11" fmla="*/ 17927 w 17927"/>
                <a:gd name="T12" fmla="*/ 21600 h 21600"/>
              </a:gdLst>
              <a:ahLst/>
              <a:cxnLst>
                <a:cxn ang="T6">
                  <a:pos x="T0" y="T1"/>
                </a:cxn>
                <a:cxn ang="T7">
                  <a:pos x="T2" y="T3"/>
                </a:cxn>
                <a:cxn ang="T8">
                  <a:pos x="T4" y="T5"/>
                </a:cxn>
              </a:cxnLst>
              <a:rect l="T9" t="T10" r="T11" b="T12"/>
              <a:pathLst>
                <a:path w="17927" h="21600" fill="none" extrusionOk="0">
                  <a:moveTo>
                    <a:pt x="0" y="1858"/>
                  </a:moveTo>
                  <a:cubicBezTo>
                    <a:pt x="2759" y="633"/>
                    <a:pt x="5745" y="-1"/>
                    <a:pt x="8765" y="0"/>
                  </a:cubicBezTo>
                  <a:cubicBezTo>
                    <a:pt x="11931" y="0"/>
                    <a:pt x="15059" y="696"/>
                    <a:pt x="17927" y="2039"/>
                  </a:cubicBezTo>
                </a:path>
                <a:path w="17927" h="21600" stroke="0" extrusionOk="0">
                  <a:moveTo>
                    <a:pt x="0" y="1858"/>
                  </a:moveTo>
                  <a:cubicBezTo>
                    <a:pt x="2759" y="633"/>
                    <a:pt x="5745" y="-1"/>
                    <a:pt x="8765" y="0"/>
                  </a:cubicBezTo>
                  <a:cubicBezTo>
                    <a:pt x="11931" y="0"/>
                    <a:pt x="15059" y="696"/>
                    <a:pt x="17927" y="2039"/>
                  </a:cubicBezTo>
                  <a:lnTo>
                    <a:pt x="8765" y="21600"/>
                  </a:lnTo>
                  <a:close/>
                </a:path>
              </a:pathLst>
            </a:custGeom>
            <a:noFill/>
            <a:ln w="38100">
              <a:solidFill>
                <a:srgbClr val="993300"/>
              </a:solidFill>
              <a:round/>
              <a:headEnd/>
              <a:tailEnd/>
            </a:ln>
          </p:spPr>
          <p:txBody>
            <a:bodyPr wrap="none" anchor="ctr"/>
            <a:lstStyle/>
            <a:p>
              <a:endParaRPr lang="en-US"/>
            </a:p>
          </p:txBody>
        </p:sp>
        <p:grpSp>
          <p:nvGrpSpPr>
            <p:cNvPr id="3" name="Group 51"/>
            <p:cNvGrpSpPr>
              <a:grpSpLocks/>
            </p:cNvGrpSpPr>
            <p:nvPr/>
          </p:nvGrpSpPr>
          <p:grpSpPr bwMode="auto">
            <a:xfrm>
              <a:off x="3852" y="1007"/>
              <a:ext cx="1653" cy="1659"/>
              <a:chOff x="3047" y="961"/>
              <a:chExt cx="1653" cy="1659"/>
            </a:xfrm>
          </p:grpSpPr>
          <p:sp>
            <p:nvSpPr>
              <p:cNvPr id="11282" name="Oval 42"/>
              <p:cNvSpPr>
                <a:spLocks noChangeArrowheads="1"/>
              </p:cNvSpPr>
              <p:nvPr/>
            </p:nvSpPr>
            <p:spPr bwMode="auto">
              <a:xfrm>
                <a:off x="3047" y="961"/>
                <a:ext cx="1653" cy="1659"/>
              </a:xfrm>
              <a:prstGeom prst="ellipse">
                <a:avLst/>
              </a:prstGeom>
              <a:solidFill>
                <a:schemeClr val="bg1"/>
              </a:solidFill>
              <a:ln w="25400" algn="ctr">
                <a:solidFill>
                  <a:schemeClr val="tx1"/>
                </a:solidFill>
                <a:round/>
                <a:headEnd/>
                <a:tailEnd/>
              </a:ln>
            </p:spPr>
            <p:txBody>
              <a:bodyPr wrap="none" anchor="ctr"/>
              <a:lstStyle/>
              <a:p>
                <a:endParaRPr lang="en-US"/>
              </a:p>
            </p:txBody>
          </p:sp>
          <p:graphicFrame>
            <p:nvGraphicFramePr>
              <p:cNvPr id="11267" name="Object 35"/>
              <p:cNvGraphicFramePr>
                <a:graphicFrameLocks noChangeAspect="1"/>
              </p:cNvGraphicFramePr>
              <p:nvPr/>
            </p:nvGraphicFramePr>
            <p:xfrm>
              <a:off x="3808" y="1230"/>
              <a:ext cx="173" cy="172"/>
            </p:xfrm>
            <a:graphic>
              <a:graphicData uri="http://schemas.openxmlformats.org/presentationml/2006/ole">
                <mc:AlternateContent xmlns:mc="http://schemas.openxmlformats.org/markup-compatibility/2006">
                  <mc:Choice xmlns:v="urn:schemas-microsoft-com:vml" Requires="v">
                    <p:oleObj name="Equation" r:id="rId4" imgW="203040" imgH="177480" progId="Equation.3">
                      <p:embed/>
                    </p:oleObj>
                  </mc:Choice>
                  <mc:Fallback>
                    <p:oleObj name="Equation" r:id="rId4" imgW="203040" imgH="177480" progId="Equation.3">
                      <p:embed/>
                      <p:pic>
                        <p:nvPicPr>
                          <p:cNvPr id="11267" name="Object 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08" y="1230"/>
                            <a:ext cx="173" cy="1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83" name="Arc 36"/>
              <p:cNvSpPr>
                <a:spLocks/>
              </p:cNvSpPr>
              <p:nvPr/>
            </p:nvSpPr>
            <p:spPr bwMode="auto">
              <a:xfrm>
                <a:off x="3532" y="1522"/>
                <a:ext cx="709" cy="964"/>
              </a:xfrm>
              <a:custGeom>
                <a:avLst/>
                <a:gdLst>
                  <a:gd name="T0" fmla="*/ 0 w 17927"/>
                  <a:gd name="T1" fmla="*/ 4 h 21600"/>
                  <a:gd name="T2" fmla="*/ 28 w 17927"/>
                  <a:gd name="T3" fmla="*/ 4 h 21600"/>
                  <a:gd name="T4" fmla="*/ 14 w 17927"/>
                  <a:gd name="T5" fmla="*/ 43 h 21600"/>
                  <a:gd name="T6" fmla="*/ 0 60000 65536"/>
                  <a:gd name="T7" fmla="*/ 0 60000 65536"/>
                  <a:gd name="T8" fmla="*/ 0 60000 65536"/>
                  <a:gd name="T9" fmla="*/ 0 w 17927"/>
                  <a:gd name="T10" fmla="*/ 0 h 21600"/>
                  <a:gd name="T11" fmla="*/ 17927 w 17927"/>
                  <a:gd name="T12" fmla="*/ 21600 h 21600"/>
                </a:gdLst>
                <a:ahLst/>
                <a:cxnLst>
                  <a:cxn ang="T6">
                    <a:pos x="T0" y="T1"/>
                  </a:cxn>
                  <a:cxn ang="T7">
                    <a:pos x="T2" y="T3"/>
                  </a:cxn>
                  <a:cxn ang="T8">
                    <a:pos x="T4" y="T5"/>
                  </a:cxn>
                </a:cxnLst>
                <a:rect l="T9" t="T10" r="T11" b="T12"/>
                <a:pathLst>
                  <a:path w="17927" h="21600" fill="none" extrusionOk="0">
                    <a:moveTo>
                      <a:pt x="0" y="1858"/>
                    </a:moveTo>
                    <a:cubicBezTo>
                      <a:pt x="2759" y="633"/>
                      <a:pt x="5745" y="-1"/>
                      <a:pt x="8765" y="0"/>
                    </a:cubicBezTo>
                    <a:cubicBezTo>
                      <a:pt x="11931" y="0"/>
                      <a:pt x="15059" y="696"/>
                      <a:pt x="17927" y="2039"/>
                    </a:cubicBezTo>
                  </a:path>
                  <a:path w="17927" h="21600" stroke="0" extrusionOk="0">
                    <a:moveTo>
                      <a:pt x="0" y="1858"/>
                    </a:moveTo>
                    <a:cubicBezTo>
                      <a:pt x="2759" y="633"/>
                      <a:pt x="5745" y="-1"/>
                      <a:pt x="8765" y="0"/>
                    </a:cubicBezTo>
                    <a:cubicBezTo>
                      <a:pt x="11931" y="0"/>
                      <a:pt x="15059" y="696"/>
                      <a:pt x="17927" y="2039"/>
                    </a:cubicBezTo>
                    <a:lnTo>
                      <a:pt x="8765" y="21600"/>
                    </a:lnTo>
                    <a:close/>
                  </a:path>
                </a:pathLst>
              </a:custGeom>
              <a:noFill/>
              <a:ln w="76200">
                <a:solidFill>
                  <a:srgbClr val="993300"/>
                </a:solidFill>
                <a:round/>
                <a:headEnd/>
                <a:tailEnd/>
              </a:ln>
            </p:spPr>
            <p:txBody>
              <a:bodyPr wrap="none" anchor="ctr"/>
              <a:lstStyle/>
              <a:p>
                <a:endParaRPr lang="en-US"/>
              </a:p>
            </p:txBody>
          </p:sp>
          <p:sp>
            <p:nvSpPr>
              <p:cNvPr id="11284" name="Line 37"/>
              <p:cNvSpPr>
                <a:spLocks noChangeShapeType="1"/>
              </p:cNvSpPr>
              <p:nvPr/>
            </p:nvSpPr>
            <p:spPr bwMode="auto">
              <a:xfrm flipH="1">
                <a:off x="3878" y="1603"/>
                <a:ext cx="350" cy="886"/>
              </a:xfrm>
              <a:prstGeom prst="line">
                <a:avLst/>
              </a:prstGeom>
              <a:noFill/>
              <a:ln w="9525">
                <a:solidFill>
                  <a:schemeClr val="tx1"/>
                </a:solidFill>
                <a:prstDash val="dash"/>
                <a:round/>
                <a:headEnd/>
                <a:tailEnd/>
              </a:ln>
            </p:spPr>
            <p:txBody>
              <a:bodyPr wrap="none" anchor="ctr"/>
              <a:lstStyle/>
              <a:p>
                <a:endParaRPr lang="en-US"/>
              </a:p>
            </p:txBody>
          </p:sp>
          <p:sp>
            <p:nvSpPr>
              <p:cNvPr id="11285" name="Line 38"/>
              <p:cNvSpPr>
                <a:spLocks noChangeShapeType="1"/>
              </p:cNvSpPr>
              <p:nvPr/>
            </p:nvSpPr>
            <p:spPr bwMode="auto">
              <a:xfrm>
                <a:off x="3521" y="1567"/>
                <a:ext cx="349" cy="886"/>
              </a:xfrm>
              <a:prstGeom prst="line">
                <a:avLst/>
              </a:prstGeom>
              <a:noFill/>
              <a:ln w="9525">
                <a:solidFill>
                  <a:schemeClr val="tx1"/>
                </a:solidFill>
                <a:prstDash val="dash"/>
                <a:round/>
                <a:headEnd/>
                <a:tailEnd/>
              </a:ln>
            </p:spPr>
            <p:txBody>
              <a:bodyPr wrap="none" anchor="ctr"/>
              <a:lstStyle/>
              <a:p>
                <a:endParaRPr lang="en-US"/>
              </a:p>
            </p:txBody>
          </p:sp>
          <p:sp>
            <p:nvSpPr>
              <p:cNvPr id="11286" name="Line 39"/>
              <p:cNvSpPr>
                <a:spLocks noChangeShapeType="1"/>
              </p:cNvSpPr>
              <p:nvPr/>
            </p:nvSpPr>
            <p:spPr bwMode="auto">
              <a:xfrm>
                <a:off x="3878" y="1468"/>
                <a:ext cx="0" cy="985"/>
              </a:xfrm>
              <a:prstGeom prst="line">
                <a:avLst/>
              </a:prstGeom>
              <a:noFill/>
              <a:ln w="9525">
                <a:solidFill>
                  <a:schemeClr val="tx1"/>
                </a:solidFill>
                <a:prstDash val="dash"/>
                <a:round/>
                <a:headEnd/>
                <a:tailEnd/>
              </a:ln>
            </p:spPr>
            <p:txBody>
              <a:bodyPr wrap="none" anchor="ctr"/>
              <a:lstStyle/>
              <a:p>
                <a:endParaRPr lang="en-US"/>
              </a:p>
            </p:txBody>
          </p:sp>
          <p:sp>
            <p:nvSpPr>
              <p:cNvPr id="11287" name="Text Box 40"/>
              <p:cNvSpPr txBox="1">
                <a:spLocks noChangeArrowheads="1"/>
              </p:cNvSpPr>
              <p:nvPr/>
            </p:nvSpPr>
            <p:spPr bwMode="auto">
              <a:xfrm>
                <a:off x="3866" y="1988"/>
                <a:ext cx="183" cy="212"/>
              </a:xfrm>
              <a:prstGeom prst="rect">
                <a:avLst/>
              </a:prstGeom>
              <a:noFill/>
              <a:ln w="9525" algn="ctr">
                <a:noFill/>
                <a:miter lim="800000"/>
                <a:headEnd/>
                <a:tailEnd/>
              </a:ln>
            </p:spPr>
            <p:txBody>
              <a:bodyPr wrap="none">
                <a:spAutoFit/>
              </a:bodyPr>
              <a:lstStyle/>
              <a:p>
                <a:r>
                  <a:rPr lang="en-US" sz="1600">
                    <a:sym typeface="Symbol" pitchFamily="18" charset="2"/>
                  </a:rPr>
                  <a:t></a:t>
                </a:r>
              </a:p>
            </p:txBody>
          </p:sp>
          <p:sp>
            <p:nvSpPr>
              <p:cNvPr id="11288" name="Line 44"/>
              <p:cNvSpPr>
                <a:spLocks noChangeShapeType="1"/>
              </p:cNvSpPr>
              <p:nvPr/>
            </p:nvSpPr>
            <p:spPr bwMode="auto">
              <a:xfrm flipH="1">
                <a:off x="3319" y="1600"/>
                <a:ext cx="201" cy="110"/>
              </a:xfrm>
              <a:prstGeom prst="line">
                <a:avLst/>
              </a:prstGeom>
              <a:noFill/>
              <a:ln w="9525">
                <a:solidFill>
                  <a:srgbClr val="3366FF"/>
                </a:solidFill>
                <a:round/>
                <a:headEnd/>
                <a:tailEnd type="triangle" w="med" len="med"/>
              </a:ln>
            </p:spPr>
            <p:txBody>
              <a:bodyPr wrap="none" anchor="ctr"/>
              <a:lstStyle/>
              <a:p>
                <a:endParaRPr lang="en-US"/>
              </a:p>
            </p:txBody>
          </p:sp>
          <p:sp>
            <p:nvSpPr>
              <p:cNvPr id="11289" name="Line 45"/>
              <p:cNvSpPr>
                <a:spLocks noChangeShapeType="1"/>
              </p:cNvSpPr>
              <p:nvPr/>
            </p:nvSpPr>
            <p:spPr bwMode="auto">
              <a:xfrm>
                <a:off x="4247" y="1614"/>
                <a:ext cx="201" cy="110"/>
              </a:xfrm>
              <a:prstGeom prst="line">
                <a:avLst/>
              </a:prstGeom>
              <a:noFill/>
              <a:ln w="9525">
                <a:solidFill>
                  <a:srgbClr val="3366FF"/>
                </a:solidFill>
                <a:round/>
                <a:headEnd/>
                <a:tailEnd type="triangle" w="med" len="med"/>
              </a:ln>
            </p:spPr>
            <p:txBody>
              <a:bodyPr wrap="none" anchor="ctr"/>
              <a:lstStyle/>
              <a:p>
                <a:endParaRPr lang="en-US"/>
              </a:p>
            </p:txBody>
          </p:sp>
          <p:sp>
            <p:nvSpPr>
              <p:cNvPr id="11290" name="Text Box 46"/>
              <p:cNvSpPr txBox="1">
                <a:spLocks noChangeArrowheads="1"/>
              </p:cNvSpPr>
              <p:nvPr/>
            </p:nvSpPr>
            <p:spPr bwMode="auto">
              <a:xfrm>
                <a:off x="4442" y="1614"/>
                <a:ext cx="204" cy="231"/>
              </a:xfrm>
              <a:prstGeom prst="rect">
                <a:avLst/>
              </a:prstGeom>
              <a:noFill/>
              <a:ln w="9525" algn="ctr">
                <a:noFill/>
                <a:miter lim="800000"/>
                <a:headEnd/>
                <a:tailEnd/>
              </a:ln>
            </p:spPr>
            <p:txBody>
              <a:bodyPr wrap="none">
                <a:spAutoFit/>
              </a:bodyPr>
              <a:lstStyle/>
              <a:p>
                <a:r>
                  <a:rPr lang="en-US" b="1">
                    <a:solidFill>
                      <a:srgbClr val="3366FF"/>
                    </a:solidFill>
                  </a:rPr>
                  <a:t>T</a:t>
                </a:r>
              </a:p>
            </p:txBody>
          </p:sp>
          <p:sp>
            <p:nvSpPr>
              <p:cNvPr id="11291" name="Text Box 47"/>
              <p:cNvSpPr txBox="1">
                <a:spLocks noChangeArrowheads="1"/>
              </p:cNvSpPr>
              <p:nvPr/>
            </p:nvSpPr>
            <p:spPr bwMode="auto">
              <a:xfrm>
                <a:off x="3093" y="1627"/>
                <a:ext cx="204" cy="231"/>
              </a:xfrm>
              <a:prstGeom prst="rect">
                <a:avLst/>
              </a:prstGeom>
              <a:noFill/>
              <a:ln w="9525" algn="ctr">
                <a:noFill/>
                <a:miter lim="800000"/>
                <a:headEnd/>
                <a:tailEnd/>
              </a:ln>
            </p:spPr>
            <p:txBody>
              <a:bodyPr wrap="none">
                <a:spAutoFit/>
              </a:bodyPr>
              <a:lstStyle/>
              <a:p>
                <a:r>
                  <a:rPr lang="en-US" b="1">
                    <a:solidFill>
                      <a:srgbClr val="3366FF"/>
                    </a:solidFill>
                  </a:rPr>
                  <a:t>T</a:t>
                </a:r>
              </a:p>
            </p:txBody>
          </p:sp>
          <p:sp>
            <p:nvSpPr>
              <p:cNvPr id="11292" name="Line 48"/>
              <p:cNvSpPr>
                <a:spLocks noChangeShapeType="1"/>
              </p:cNvSpPr>
              <p:nvPr/>
            </p:nvSpPr>
            <p:spPr bwMode="auto">
              <a:xfrm>
                <a:off x="3173" y="1509"/>
                <a:ext cx="1408" cy="0"/>
              </a:xfrm>
              <a:prstGeom prst="line">
                <a:avLst/>
              </a:prstGeom>
              <a:noFill/>
              <a:ln w="9525">
                <a:solidFill>
                  <a:schemeClr val="tx1"/>
                </a:solidFill>
                <a:prstDash val="dash"/>
                <a:round/>
                <a:headEnd/>
                <a:tailEnd/>
              </a:ln>
            </p:spPr>
            <p:txBody>
              <a:bodyPr wrap="none" anchor="ctr"/>
              <a:lstStyle/>
              <a:p>
                <a:endParaRPr lang="en-US"/>
              </a:p>
            </p:txBody>
          </p:sp>
          <p:sp>
            <p:nvSpPr>
              <p:cNvPr id="11293" name="Text Box 49"/>
              <p:cNvSpPr txBox="1">
                <a:spLocks noChangeArrowheads="1"/>
              </p:cNvSpPr>
              <p:nvPr/>
            </p:nvSpPr>
            <p:spPr bwMode="auto">
              <a:xfrm>
                <a:off x="4310" y="1489"/>
                <a:ext cx="183" cy="212"/>
              </a:xfrm>
              <a:prstGeom prst="rect">
                <a:avLst/>
              </a:prstGeom>
              <a:noFill/>
              <a:ln w="9525" algn="ctr">
                <a:noFill/>
                <a:miter lim="800000"/>
                <a:headEnd/>
                <a:tailEnd/>
              </a:ln>
            </p:spPr>
            <p:txBody>
              <a:bodyPr wrap="none">
                <a:spAutoFit/>
              </a:bodyPr>
              <a:lstStyle/>
              <a:p>
                <a:r>
                  <a:rPr lang="en-US" sz="1600">
                    <a:sym typeface="Symbol" pitchFamily="18" charset="2"/>
                  </a:rPr>
                  <a:t></a:t>
                </a:r>
              </a:p>
            </p:txBody>
          </p:sp>
          <p:sp>
            <p:nvSpPr>
              <p:cNvPr id="11294" name="Text Box 50"/>
              <p:cNvSpPr txBox="1">
                <a:spLocks noChangeArrowheads="1"/>
              </p:cNvSpPr>
              <p:nvPr/>
            </p:nvSpPr>
            <p:spPr bwMode="auto">
              <a:xfrm>
                <a:off x="3227" y="1484"/>
                <a:ext cx="183" cy="212"/>
              </a:xfrm>
              <a:prstGeom prst="rect">
                <a:avLst/>
              </a:prstGeom>
              <a:noFill/>
              <a:ln w="9525" algn="ctr">
                <a:noFill/>
                <a:miter lim="800000"/>
                <a:headEnd/>
                <a:tailEnd/>
              </a:ln>
            </p:spPr>
            <p:txBody>
              <a:bodyPr wrap="none">
                <a:spAutoFit/>
              </a:bodyPr>
              <a:lstStyle/>
              <a:p>
                <a:r>
                  <a:rPr lang="en-US" sz="1600">
                    <a:sym typeface="Symbol" pitchFamily="18" charset="2"/>
                  </a:rPr>
                  <a:t></a:t>
                </a:r>
              </a:p>
            </p:txBody>
          </p:sp>
        </p:grpSp>
        <p:sp>
          <p:nvSpPr>
            <p:cNvPr id="11280" name="Line 52"/>
            <p:cNvSpPr>
              <a:spLocks noChangeShapeType="1"/>
            </p:cNvSpPr>
            <p:nvPr/>
          </p:nvSpPr>
          <p:spPr bwMode="auto">
            <a:xfrm flipH="1">
              <a:off x="3118" y="1006"/>
              <a:ext cx="1682" cy="55"/>
            </a:xfrm>
            <a:prstGeom prst="line">
              <a:avLst/>
            </a:prstGeom>
            <a:noFill/>
            <a:ln w="9525">
              <a:solidFill>
                <a:schemeClr val="tx1"/>
              </a:solidFill>
              <a:round/>
              <a:headEnd/>
              <a:tailEnd/>
            </a:ln>
          </p:spPr>
          <p:txBody>
            <a:bodyPr wrap="none" anchor="ctr"/>
            <a:lstStyle/>
            <a:p>
              <a:endParaRPr lang="en-US"/>
            </a:p>
          </p:txBody>
        </p:sp>
        <p:sp>
          <p:nvSpPr>
            <p:cNvPr id="11281" name="Line 53"/>
            <p:cNvSpPr>
              <a:spLocks noChangeShapeType="1"/>
            </p:cNvSpPr>
            <p:nvPr/>
          </p:nvSpPr>
          <p:spPr bwMode="auto">
            <a:xfrm flipH="1" flipV="1">
              <a:off x="2981" y="1280"/>
              <a:ext cx="1115" cy="1152"/>
            </a:xfrm>
            <a:prstGeom prst="line">
              <a:avLst/>
            </a:prstGeom>
            <a:noFill/>
            <a:ln w="9525">
              <a:solidFill>
                <a:schemeClr val="tx1"/>
              </a:solidFill>
              <a:round/>
              <a:headEnd/>
              <a:tailEnd/>
            </a:ln>
          </p:spPr>
          <p:txBody>
            <a:bodyPr wrap="none" anchor="ctr"/>
            <a:lstStyle/>
            <a:p>
              <a:endParaRPr lang="en-US"/>
            </a:p>
          </p:txBody>
        </p:sp>
      </p:grpSp>
      <p:sp>
        <p:nvSpPr>
          <p:cNvPr id="11274" name="Rectangle 55"/>
          <p:cNvSpPr>
            <a:spLocks noChangeArrowheads="1"/>
          </p:cNvSpPr>
          <p:nvPr/>
        </p:nvSpPr>
        <p:spPr bwMode="auto">
          <a:xfrm>
            <a:off x="4876800" y="4514850"/>
            <a:ext cx="3367088" cy="1636713"/>
          </a:xfrm>
          <a:prstGeom prst="rect">
            <a:avLst/>
          </a:prstGeom>
          <a:noFill/>
          <a:ln w="9525">
            <a:noFill/>
            <a:miter lim="800000"/>
            <a:headEnd/>
            <a:tailEnd/>
          </a:ln>
        </p:spPr>
        <p:txBody>
          <a:bodyPr/>
          <a:lstStyle/>
          <a:p>
            <a:pPr marL="290513" indent="-290513" algn="l">
              <a:spcBef>
                <a:spcPct val="20000"/>
              </a:spcBef>
              <a:buFontTx/>
              <a:buChar char="•"/>
            </a:pPr>
            <a:endParaRPr lang="en-US" sz="2400"/>
          </a:p>
        </p:txBody>
      </p:sp>
    </p:spTree>
    <p:extLst>
      <p:ext uri="{BB962C8B-B14F-4D97-AF65-F5344CB8AC3E}">
        <p14:creationId xmlns:p14="http://schemas.microsoft.com/office/powerpoint/2010/main" val="184879523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Date Placeholder 3"/>
          <p:cNvSpPr>
            <a:spLocks noGrp="1"/>
          </p:cNvSpPr>
          <p:nvPr>
            <p:ph type="dt" sz="quarter" idx="10"/>
          </p:nvPr>
        </p:nvSpPr>
        <p:spPr>
          <a:noFill/>
        </p:spPr>
        <p:txBody>
          <a:bodyPr/>
          <a:lstStyle/>
          <a:p>
            <a:r>
              <a:rPr lang="en-US"/>
              <a:t>Winter 2007</a:t>
            </a:r>
          </a:p>
        </p:txBody>
      </p:sp>
      <p:sp>
        <p:nvSpPr>
          <p:cNvPr id="12294" name="Footer Placeholder 4"/>
          <p:cNvSpPr>
            <a:spLocks noGrp="1"/>
          </p:cNvSpPr>
          <p:nvPr>
            <p:ph type="ftr" sz="quarter" idx="11"/>
          </p:nvPr>
        </p:nvSpPr>
        <p:spPr>
          <a:noFill/>
        </p:spPr>
        <p:txBody>
          <a:bodyPr/>
          <a:lstStyle/>
          <a:p>
            <a:r>
              <a:rPr lang="en-US"/>
              <a:t>R. Todd Lines</a:t>
            </a:r>
          </a:p>
        </p:txBody>
      </p:sp>
      <p:sp>
        <p:nvSpPr>
          <p:cNvPr id="12295" name="Slide Number Placeholder 5"/>
          <p:cNvSpPr>
            <a:spLocks noGrp="1"/>
          </p:cNvSpPr>
          <p:nvPr>
            <p:ph type="sldNum" sz="quarter" idx="12"/>
          </p:nvPr>
        </p:nvSpPr>
        <p:spPr>
          <a:noFill/>
        </p:spPr>
        <p:txBody>
          <a:bodyPr/>
          <a:lstStyle/>
          <a:p>
            <a:fld id="{BB937D73-E016-4D34-A007-D3CAB01028EC}" type="slidenum">
              <a:rPr lang="en-US" smtClean="0"/>
              <a:pPr/>
              <a:t>65</a:t>
            </a:fld>
            <a:endParaRPr lang="en-US"/>
          </a:p>
        </p:txBody>
      </p:sp>
      <p:sp>
        <p:nvSpPr>
          <p:cNvPr id="12296" name="Rectangle 32"/>
          <p:cNvSpPr>
            <a:spLocks noGrp="1" noChangeArrowheads="1"/>
          </p:cNvSpPr>
          <p:nvPr>
            <p:ph type="title"/>
          </p:nvPr>
        </p:nvSpPr>
        <p:spPr/>
        <p:txBody>
          <a:bodyPr/>
          <a:lstStyle/>
          <a:p>
            <a:pPr eaLnBrk="1" hangingPunct="1"/>
            <a:r>
              <a:rPr lang="en-US"/>
              <a:t>Forces on a Segment of String</a:t>
            </a:r>
          </a:p>
        </p:txBody>
      </p:sp>
      <p:sp>
        <p:nvSpPr>
          <p:cNvPr id="12297" name="Rectangle 33"/>
          <p:cNvSpPr>
            <a:spLocks noGrp="1" noChangeArrowheads="1"/>
          </p:cNvSpPr>
          <p:nvPr>
            <p:ph type="body" idx="1"/>
          </p:nvPr>
        </p:nvSpPr>
        <p:spPr>
          <a:xfrm>
            <a:off x="457200" y="1600200"/>
            <a:ext cx="3989388" cy="4525963"/>
          </a:xfrm>
        </p:spPr>
        <p:txBody>
          <a:bodyPr/>
          <a:lstStyle/>
          <a:p>
            <a:pPr eaLnBrk="1" hangingPunct="1">
              <a:lnSpc>
                <a:spcPct val="90000"/>
              </a:lnSpc>
            </a:pPr>
            <a:r>
              <a:rPr lang="en-US" sz="2400"/>
              <a:t>Assume that </a:t>
            </a:r>
            <a:r>
              <a:rPr lang="en-US" sz="2400">
                <a:sym typeface="Symbol" pitchFamily="18" charset="2"/>
              </a:rPr>
              <a:t>s</a:t>
            </a:r>
            <a:r>
              <a:rPr lang="en-US" sz="2400"/>
              <a:t> an arc of a circle with radius R.</a:t>
            </a:r>
          </a:p>
          <a:p>
            <a:pPr eaLnBrk="1" hangingPunct="1">
              <a:lnSpc>
                <a:spcPct val="90000"/>
              </a:lnSpc>
            </a:pPr>
            <a:r>
              <a:rPr lang="en-US" sz="2400"/>
              <a:t>There is a force pulling left on the left end of the element that is tangent to the arc, </a:t>
            </a:r>
          </a:p>
          <a:p>
            <a:pPr eaLnBrk="1" hangingPunct="1">
              <a:lnSpc>
                <a:spcPct val="90000"/>
              </a:lnSpc>
            </a:pPr>
            <a:r>
              <a:rPr lang="en-US" sz="2400"/>
              <a:t>there is a force pulling right at the right end of the element which is tangent to the arc. </a:t>
            </a:r>
          </a:p>
          <a:p>
            <a:pPr eaLnBrk="1" hangingPunct="1">
              <a:lnSpc>
                <a:spcPct val="90000"/>
              </a:lnSpc>
            </a:pPr>
            <a:r>
              <a:rPr lang="en-US" sz="2400"/>
              <a:t>These forces produce centripetal accelerations</a:t>
            </a:r>
          </a:p>
        </p:txBody>
      </p:sp>
      <p:graphicFrame>
        <p:nvGraphicFramePr>
          <p:cNvPr id="12290" name="Object 30"/>
          <p:cNvGraphicFramePr>
            <a:graphicFrameLocks noChangeAspect="1"/>
          </p:cNvGraphicFramePr>
          <p:nvPr/>
        </p:nvGraphicFramePr>
        <p:xfrm>
          <a:off x="6126163" y="4743450"/>
          <a:ext cx="1042987" cy="976313"/>
        </p:xfrm>
        <a:graphic>
          <a:graphicData uri="http://schemas.openxmlformats.org/presentationml/2006/ole">
            <mc:AlternateContent xmlns:mc="http://schemas.openxmlformats.org/markup-compatibility/2006">
              <mc:Choice xmlns:v="urn:schemas-microsoft-com:vml" Requires="v">
                <p:oleObj name="Equation" r:id="rId2" imgW="444307" imgH="418918" progId="Equation.3">
                  <p:embed/>
                </p:oleObj>
              </mc:Choice>
              <mc:Fallback>
                <p:oleObj name="Equation" r:id="rId2" imgW="444307" imgH="418918" progId="Equation.3">
                  <p:embed/>
                  <p:pic>
                    <p:nvPicPr>
                      <p:cNvPr id="12290" name="Object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6163" y="4743450"/>
                        <a:ext cx="1042987" cy="976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57"/>
          <p:cNvGrpSpPr>
            <a:grpSpLocks/>
          </p:cNvGrpSpPr>
          <p:nvPr/>
        </p:nvGrpSpPr>
        <p:grpSpPr bwMode="auto">
          <a:xfrm>
            <a:off x="3630613" y="1597025"/>
            <a:ext cx="5108575" cy="2635250"/>
            <a:chOff x="2287" y="1006"/>
            <a:chExt cx="3218" cy="1660"/>
          </a:xfrm>
        </p:grpSpPr>
        <p:sp>
          <p:nvSpPr>
            <p:cNvPr id="12299" name="Oval 58"/>
            <p:cNvSpPr>
              <a:spLocks noChangeArrowheads="1"/>
            </p:cNvSpPr>
            <p:nvPr/>
          </p:nvSpPr>
          <p:spPr bwMode="auto">
            <a:xfrm>
              <a:off x="2974" y="1066"/>
              <a:ext cx="324" cy="309"/>
            </a:xfrm>
            <a:prstGeom prst="ellipse">
              <a:avLst/>
            </a:prstGeom>
            <a:solidFill>
              <a:schemeClr val="bg1"/>
            </a:solidFill>
            <a:ln w="25400" algn="ctr">
              <a:solidFill>
                <a:schemeClr val="tx1"/>
              </a:solidFill>
              <a:round/>
              <a:headEnd/>
              <a:tailEnd/>
            </a:ln>
          </p:spPr>
          <p:txBody>
            <a:bodyPr wrap="none" anchor="ctr"/>
            <a:lstStyle/>
            <a:p>
              <a:endParaRPr lang="en-US"/>
            </a:p>
          </p:txBody>
        </p:sp>
        <p:graphicFrame>
          <p:nvGraphicFramePr>
            <p:cNvPr id="12291" name="Object 59"/>
            <p:cNvGraphicFramePr>
              <a:graphicFrameLocks noChangeAspect="1"/>
            </p:cNvGraphicFramePr>
            <p:nvPr/>
          </p:nvGraphicFramePr>
          <p:xfrm>
            <a:off x="3078" y="1055"/>
            <a:ext cx="128" cy="112"/>
          </p:xfrm>
          <a:graphic>
            <a:graphicData uri="http://schemas.openxmlformats.org/presentationml/2006/ole">
              <mc:AlternateContent xmlns:mc="http://schemas.openxmlformats.org/markup-compatibility/2006">
                <mc:Choice xmlns:v="urn:schemas-microsoft-com:vml" Requires="v">
                  <p:oleObj name="Equation" r:id="rId4" imgW="203040" imgH="177480" progId="Equation.3">
                    <p:embed/>
                  </p:oleObj>
                </mc:Choice>
                <mc:Fallback>
                  <p:oleObj name="Equation" r:id="rId4" imgW="203040" imgH="177480" progId="Equation.3">
                    <p:embed/>
                    <p:pic>
                      <p:nvPicPr>
                        <p:cNvPr id="12291" name="Object 5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8" y="1055"/>
                          <a:ext cx="128" cy="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00" name="Freeform 60"/>
            <p:cNvSpPr>
              <a:spLocks/>
            </p:cNvSpPr>
            <p:nvPr/>
          </p:nvSpPr>
          <p:spPr bwMode="auto">
            <a:xfrm>
              <a:off x="2287" y="1216"/>
              <a:ext cx="855" cy="558"/>
            </a:xfrm>
            <a:custGeom>
              <a:avLst/>
              <a:gdLst>
                <a:gd name="T0" fmla="*/ 855 w 855"/>
                <a:gd name="T1" fmla="*/ 0 h 558"/>
                <a:gd name="T2" fmla="*/ 759 w 855"/>
                <a:gd name="T3" fmla="*/ 9 h 558"/>
                <a:gd name="T4" fmla="*/ 657 w 855"/>
                <a:gd name="T5" fmla="*/ 57 h 558"/>
                <a:gd name="T6" fmla="*/ 561 w 855"/>
                <a:gd name="T7" fmla="*/ 141 h 558"/>
                <a:gd name="T8" fmla="*/ 414 w 855"/>
                <a:gd name="T9" fmla="*/ 333 h 558"/>
                <a:gd name="T10" fmla="*/ 285 w 855"/>
                <a:gd name="T11" fmla="*/ 429 h 558"/>
                <a:gd name="T12" fmla="*/ 0 w 855"/>
                <a:gd name="T13" fmla="*/ 558 h 558"/>
                <a:gd name="T14" fmla="*/ 0 60000 65536"/>
                <a:gd name="T15" fmla="*/ 0 60000 65536"/>
                <a:gd name="T16" fmla="*/ 0 60000 65536"/>
                <a:gd name="T17" fmla="*/ 0 60000 65536"/>
                <a:gd name="T18" fmla="*/ 0 60000 65536"/>
                <a:gd name="T19" fmla="*/ 0 60000 65536"/>
                <a:gd name="T20" fmla="*/ 0 60000 65536"/>
                <a:gd name="T21" fmla="*/ 0 w 855"/>
                <a:gd name="T22" fmla="*/ 0 h 558"/>
                <a:gd name="T23" fmla="*/ 855 w 855"/>
                <a:gd name="T24" fmla="*/ 558 h 5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5" h="558">
                  <a:moveTo>
                    <a:pt x="855" y="0"/>
                  </a:moveTo>
                  <a:cubicBezTo>
                    <a:pt x="823" y="0"/>
                    <a:pt x="792" y="0"/>
                    <a:pt x="759" y="9"/>
                  </a:cubicBezTo>
                  <a:cubicBezTo>
                    <a:pt x="726" y="18"/>
                    <a:pt x="690" y="35"/>
                    <a:pt x="657" y="57"/>
                  </a:cubicBezTo>
                  <a:cubicBezTo>
                    <a:pt x="624" y="79"/>
                    <a:pt x="601" y="95"/>
                    <a:pt x="561" y="141"/>
                  </a:cubicBezTo>
                  <a:cubicBezTo>
                    <a:pt x="521" y="187"/>
                    <a:pt x="460" y="285"/>
                    <a:pt x="414" y="333"/>
                  </a:cubicBezTo>
                  <a:cubicBezTo>
                    <a:pt x="368" y="381"/>
                    <a:pt x="354" y="392"/>
                    <a:pt x="285" y="429"/>
                  </a:cubicBezTo>
                  <a:cubicBezTo>
                    <a:pt x="216" y="466"/>
                    <a:pt x="47" y="537"/>
                    <a:pt x="0" y="558"/>
                  </a:cubicBezTo>
                </a:path>
              </a:pathLst>
            </a:custGeom>
            <a:noFill/>
            <a:ln w="38100">
              <a:solidFill>
                <a:srgbClr val="FFCC66"/>
              </a:solidFill>
              <a:round/>
              <a:headEnd/>
              <a:tailEnd/>
            </a:ln>
          </p:spPr>
          <p:txBody>
            <a:bodyPr wrap="none" anchor="ctr"/>
            <a:lstStyle/>
            <a:p>
              <a:endParaRPr lang="en-US"/>
            </a:p>
          </p:txBody>
        </p:sp>
        <p:sp>
          <p:nvSpPr>
            <p:cNvPr id="12301" name="Freeform 61"/>
            <p:cNvSpPr>
              <a:spLocks/>
            </p:cNvSpPr>
            <p:nvPr/>
          </p:nvSpPr>
          <p:spPr bwMode="auto">
            <a:xfrm flipH="1">
              <a:off x="3139" y="1219"/>
              <a:ext cx="855" cy="558"/>
            </a:xfrm>
            <a:custGeom>
              <a:avLst/>
              <a:gdLst>
                <a:gd name="T0" fmla="*/ 855 w 855"/>
                <a:gd name="T1" fmla="*/ 0 h 558"/>
                <a:gd name="T2" fmla="*/ 759 w 855"/>
                <a:gd name="T3" fmla="*/ 9 h 558"/>
                <a:gd name="T4" fmla="*/ 657 w 855"/>
                <a:gd name="T5" fmla="*/ 57 h 558"/>
                <a:gd name="T6" fmla="*/ 561 w 855"/>
                <a:gd name="T7" fmla="*/ 141 h 558"/>
                <a:gd name="T8" fmla="*/ 414 w 855"/>
                <a:gd name="T9" fmla="*/ 333 h 558"/>
                <a:gd name="T10" fmla="*/ 285 w 855"/>
                <a:gd name="T11" fmla="*/ 429 h 558"/>
                <a:gd name="T12" fmla="*/ 0 w 855"/>
                <a:gd name="T13" fmla="*/ 558 h 558"/>
                <a:gd name="T14" fmla="*/ 0 60000 65536"/>
                <a:gd name="T15" fmla="*/ 0 60000 65536"/>
                <a:gd name="T16" fmla="*/ 0 60000 65536"/>
                <a:gd name="T17" fmla="*/ 0 60000 65536"/>
                <a:gd name="T18" fmla="*/ 0 60000 65536"/>
                <a:gd name="T19" fmla="*/ 0 60000 65536"/>
                <a:gd name="T20" fmla="*/ 0 60000 65536"/>
                <a:gd name="T21" fmla="*/ 0 w 855"/>
                <a:gd name="T22" fmla="*/ 0 h 558"/>
                <a:gd name="T23" fmla="*/ 855 w 855"/>
                <a:gd name="T24" fmla="*/ 558 h 5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5" h="558">
                  <a:moveTo>
                    <a:pt x="855" y="0"/>
                  </a:moveTo>
                  <a:cubicBezTo>
                    <a:pt x="823" y="0"/>
                    <a:pt x="792" y="0"/>
                    <a:pt x="759" y="9"/>
                  </a:cubicBezTo>
                  <a:cubicBezTo>
                    <a:pt x="726" y="18"/>
                    <a:pt x="690" y="35"/>
                    <a:pt x="657" y="57"/>
                  </a:cubicBezTo>
                  <a:cubicBezTo>
                    <a:pt x="624" y="79"/>
                    <a:pt x="601" y="95"/>
                    <a:pt x="561" y="141"/>
                  </a:cubicBezTo>
                  <a:cubicBezTo>
                    <a:pt x="521" y="187"/>
                    <a:pt x="460" y="285"/>
                    <a:pt x="414" y="333"/>
                  </a:cubicBezTo>
                  <a:cubicBezTo>
                    <a:pt x="368" y="381"/>
                    <a:pt x="354" y="392"/>
                    <a:pt x="285" y="429"/>
                  </a:cubicBezTo>
                  <a:cubicBezTo>
                    <a:pt x="216" y="466"/>
                    <a:pt x="47" y="537"/>
                    <a:pt x="0" y="558"/>
                  </a:cubicBezTo>
                </a:path>
              </a:pathLst>
            </a:custGeom>
            <a:noFill/>
            <a:ln w="38100">
              <a:solidFill>
                <a:srgbClr val="FFCC66"/>
              </a:solidFill>
              <a:round/>
              <a:headEnd/>
              <a:tailEnd/>
            </a:ln>
          </p:spPr>
          <p:txBody>
            <a:bodyPr wrap="none" anchor="ctr"/>
            <a:lstStyle/>
            <a:p>
              <a:endParaRPr lang="en-US"/>
            </a:p>
          </p:txBody>
        </p:sp>
        <p:sp>
          <p:nvSpPr>
            <p:cNvPr id="12302" name="Arc 62"/>
            <p:cNvSpPr>
              <a:spLocks/>
            </p:cNvSpPr>
            <p:nvPr/>
          </p:nvSpPr>
          <p:spPr bwMode="auto">
            <a:xfrm>
              <a:off x="3008" y="1216"/>
              <a:ext cx="268" cy="320"/>
            </a:xfrm>
            <a:custGeom>
              <a:avLst/>
              <a:gdLst>
                <a:gd name="T0" fmla="*/ 0 w 17927"/>
                <a:gd name="T1" fmla="*/ 0 h 21600"/>
                <a:gd name="T2" fmla="*/ 4 w 17927"/>
                <a:gd name="T3" fmla="*/ 0 h 21600"/>
                <a:gd name="T4" fmla="*/ 2 w 17927"/>
                <a:gd name="T5" fmla="*/ 5 h 21600"/>
                <a:gd name="T6" fmla="*/ 0 60000 65536"/>
                <a:gd name="T7" fmla="*/ 0 60000 65536"/>
                <a:gd name="T8" fmla="*/ 0 60000 65536"/>
                <a:gd name="T9" fmla="*/ 0 w 17927"/>
                <a:gd name="T10" fmla="*/ 0 h 21600"/>
                <a:gd name="T11" fmla="*/ 17927 w 17927"/>
                <a:gd name="T12" fmla="*/ 21600 h 21600"/>
              </a:gdLst>
              <a:ahLst/>
              <a:cxnLst>
                <a:cxn ang="T6">
                  <a:pos x="T0" y="T1"/>
                </a:cxn>
                <a:cxn ang="T7">
                  <a:pos x="T2" y="T3"/>
                </a:cxn>
                <a:cxn ang="T8">
                  <a:pos x="T4" y="T5"/>
                </a:cxn>
              </a:cxnLst>
              <a:rect l="T9" t="T10" r="T11" b="T12"/>
              <a:pathLst>
                <a:path w="17927" h="21600" fill="none" extrusionOk="0">
                  <a:moveTo>
                    <a:pt x="0" y="1858"/>
                  </a:moveTo>
                  <a:cubicBezTo>
                    <a:pt x="2759" y="633"/>
                    <a:pt x="5745" y="-1"/>
                    <a:pt x="8765" y="0"/>
                  </a:cubicBezTo>
                  <a:cubicBezTo>
                    <a:pt x="11931" y="0"/>
                    <a:pt x="15059" y="696"/>
                    <a:pt x="17927" y="2039"/>
                  </a:cubicBezTo>
                </a:path>
                <a:path w="17927" h="21600" stroke="0" extrusionOk="0">
                  <a:moveTo>
                    <a:pt x="0" y="1858"/>
                  </a:moveTo>
                  <a:cubicBezTo>
                    <a:pt x="2759" y="633"/>
                    <a:pt x="5745" y="-1"/>
                    <a:pt x="8765" y="0"/>
                  </a:cubicBezTo>
                  <a:cubicBezTo>
                    <a:pt x="11931" y="0"/>
                    <a:pt x="15059" y="696"/>
                    <a:pt x="17927" y="2039"/>
                  </a:cubicBezTo>
                  <a:lnTo>
                    <a:pt x="8765" y="21600"/>
                  </a:lnTo>
                  <a:close/>
                </a:path>
              </a:pathLst>
            </a:custGeom>
            <a:noFill/>
            <a:ln w="38100">
              <a:solidFill>
                <a:srgbClr val="993300"/>
              </a:solidFill>
              <a:round/>
              <a:headEnd/>
              <a:tailEnd/>
            </a:ln>
          </p:spPr>
          <p:txBody>
            <a:bodyPr wrap="none" anchor="ctr"/>
            <a:lstStyle/>
            <a:p>
              <a:endParaRPr lang="en-US"/>
            </a:p>
          </p:txBody>
        </p:sp>
        <p:grpSp>
          <p:nvGrpSpPr>
            <p:cNvPr id="3" name="Group 63"/>
            <p:cNvGrpSpPr>
              <a:grpSpLocks/>
            </p:cNvGrpSpPr>
            <p:nvPr/>
          </p:nvGrpSpPr>
          <p:grpSpPr bwMode="auto">
            <a:xfrm>
              <a:off x="3852" y="1007"/>
              <a:ext cx="1653" cy="1659"/>
              <a:chOff x="3047" y="961"/>
              <a:chExt cx="1653" cy="1659"/>
            </a:xfrm>
          </p:grpSpPr>
          <p:sp>
            <p:nvSpPr>
              <p:cNvPr id="12306" name="Oval 64"/>
              <p:cNvSpPr>
                <a:spLocks noChangeArrowheads="1"/>
              </p:cNvSpPr>
              <p:nvPr/>
            </p:nvSpPr>
            <p:spPr bwMode="auto">
              <a:xfrm>
                <a:off x="3047" y="961"/>
                <a:ext cx="1653" cy="1659"/>
              </a:xfrm>
              <a:prstGeom prst="ellipse">
                <a:avLst/>
              </a:prstGeom>
              <a:solidFill>
                <a:schemeClr val="bg1"/>
              </a:solidFill>
              <a:ln w="25400" algn="ctr">
                <a:solidFill>
                  <a:schemeClr val="tx1"/>
                </a:solidFill>
                <a:round/>
                <a:headEnd/>
                <a:tailEnd/>
              </a:ln>
            </p:spPr>
            <p:txBody>
              <a:bodyPr wrap="none" anchor="ctr"/>
              <a:lstStyle/>
              <a:p>
                <a:endParaRPr lang="en-US"/>
              </a:p>
            </p:txBody>
          </p:sp>
          <p:graphicFrame>
            <p:nvGraphicFramePr>
              <p:cNvPr id="12292" name="Object 65"/>
              <p:cNvGraphicFramePr>
                <a:graphicFrameLocks noChangeAspect="1"/>
              </p:cNvGraphicFramePr>
              <p:nvPr/>
            </p:nvGraphicFramePr>
            <p:xfrm>
              <a:off x="3808" y="1230"/>
              <a:ext cx="173" cy="172"/>
            </p:xfrm>
            <a:graphic>
              <a:graphicData uri="http://schemas.openxmlformats.org/presentationml/2006/ole">
                <mc:AlternateContent xmlns:mc="http://schemas.openxmlformats.org/markup-compatibility/2006">
                  <mc:Choice xmlns:v="urn:schemas-microsoft-com:vml" Requires="v">
                    <p:oleObj name="Equation" r:id="rId6" imgW="203040" imgH="177480" progId="Equation.3">
                      <p:embed/>
                    </p:oleObj>
                  </mc:Choice>
                  <mc:Fallback>
                    <p:oleObj name="Equation" r:id="rId6" imgW="203040" imgH="177480" progId="Equation.3">
                      <p:embed/>
                      <p:pic>
                        <p:nvPicPr>
                          <p:cNvPr id="12292" name="Object 6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08" y="1230"/>
                            <a:ext cx="173" cy="1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07" name="Arc 66"/>
              <p:cNvSpPr>
                <a:spLocks/>
              </p:cNvSpPr>
              <p:nvPr/>
            </p:nvSpPr>
            <p:spPr bwMode="auto">
              <a:xfrm>
                <a:off x="3532" y="1522"/>
                <a:ext cx="709" cy="964"/>
              </a:xfrm>
              <a:custGeom>
                <a:avLst/>
                <a:gdLst>
                  <a:gd name="T0" fmla="*/ 0 w 17927"/>
                  <a:gd name="T1" fmla="*/ 4 h 21600"/>
                  <a:gd name="T2" fmla="*/ 28 w 17927"/>
                  <a:gd name="T3" fmla="*/ 4 h 21600"/>
                  <a:gd name="T4" fmla="*/ 14 w 17927"/>
                  <a:gd name="T5" fmla="*/ 43 h 21600"/>
                  <a:gd name="T6" fmla="*/ 0 60000 65536"/>
                  <a:gd name="T7" fmla="*/ 0 60000 65536"/>
                  <a:gd name="T8" fmla="*/ 0 60000 65536"/>
                  <a:gd name="T9" fmla="*/ 0 w 17927"/>
                  <a:gd name="T10" fmla="*/ 0 h 21600"/>
                  <a:gd name="T11" fmla="*/ 17927 w 17927"/>
                  <a:gd name="T12" fmla="*/ 21600 h 21600"/>
                </a:gdLst>
                <a:ahLst/>
                <a:cxnLst>
                  <a:cxn ang="T6">
                    <a:pos x="T0" y="T1"/>
                  </a:cxn>
                  <a:cxn ang="T7">
                    <a:pos x="T2" y="T3"/>
                  </a:cxn>
                  <a:cxn ang="T8">
                    <a:pos x="T4" y="T5"/>
                  </a:cxn>
                </a:cxnLst>
                <a:rect l="T9" t="T10" r="T11" b="T12"/>
                <a:pathLst>
                  <a:path w="17927" h="21600" fill="none" extrusionOk="0">
                    <a:moveTo>
                      <a:pt x="0" y="1858"/>
                    </a:moveTo>
                    <a:cubicBezTo>
                      <a:pt x="2759" y="633"/>
                      <a:pt x="5745" y="-1"/>
                      <a:pt x="8765" y="0"/>
                    </a:cubicBezTo>
                    <a:cubicBezTo>
                      <a:pt x="11931" y="0"/>
                      <a:pt x="15059" y="696"/>
                      <a:pt x="17927" y="2039"/>
                    </a:cubicBezTo>
                  </a:path>
                  <a:path w="17927" h="21600" stroke="0" extrusionOk="0">
                    <a:moveTo>
                      <a:pt x="0" y="1858"/>
                    </a:moveTo>
                    <a:cubicBezTo>
                      <a:pt x="2759" y="633"/>
                      <a:pt x="5745" y="-1"/>
                      <a:pt x="8765" y="0"/>
                    </a:cubicBezTo>
                    <a:cubicBezTo>
                      <a:pt x="11931" y="0"/>
                      <a:pt x="15059" y="696"/>
                      <a:pt x="17927" y="2039"/>
                    </a:cubicBezTo>
                    <a:lnTo>
                      <a:pt x="8765" y="21600"/>
                    </a:lnTo>
                    <a:close/>
                  </a:path>
                </a:pathLst>
              </a:custGeom>
              <a:noFill/>
              <a:ln w="76200">
                <a:solidFill>
                  <a:srgbClr val="993300"/>
                </a:solidFill>
                <a:round/>
                <a:headEnd/>
                <a:tailEnd/>
              </a:ln>
            </p:spPr>
            <p:txBody>
              <a:bodyPr wrap="none" anchor="ctr"/>
              <a:lstStyle/>
              <a:p>
                <a:endParaRPr lang="en-US"/>
              </a:p>
            </p:txBody>
          </p:sp>
          <p:sp>
            <p:nvSpPr>
              <p:cNvPr id="12308" name="Line 67"/>
              <p:cNvSpPr>
                <a:spLocks noChangeShapeType="1"/>
              </p:cNvSpPr>
              <p:nvPr/>
            </p:nvSpPr>
            <p:spPr bwMode="auto">
              <a:xfrm flipH="1">
                <a:off x="3878" y="1603"/>
                <a:ext cx="350" cy="886"/>
              </a:xfrm>
              <a:prstGeom prst="line">
                <a:avLst/>
              </a:prstGeom>
              <a:noFill/>
              <a:ln w="9525">
                <a:solidFill>
                  <a:schemeClr val="tx1"/>
                </a:solidFill>
                <a:prstDash val="dash"/>
                <a:round/>
                <a:headEnd/>
                <a:tailEnd/>
              </a:ln>
            </p:spPr>
            <p:txBody>
              <a:bodyPr wrap="none" anchor="ctr"/>
              <a:lstStyle/>
              <a:p>
                <a:endParaRPr lang="en-US"/>
              </a:p>
            </p:txBody>
          </p:sp>
          <p:sp>
            <p:nvSpPr>
              <p:cNvPr id="12309" name="Line 68"/>
              <p:cNvSpPr>
                <a:spLocks noChangeShapeType="1"/>
              </p:cNvSpPr>
              <p:nvPr/>
            </p:nvSpPr>
            <p:spPr bwMode="auto">
              <a:xfrm>
                <a:off x="3521" y="1567"/>
                <a:ext cx="349" cy="886"/>
              </a:xfrm>
              <a:prstGeom prst="line">
                <a:avLst/>
              </a:prstGeom>
              <a:noFill/>
              <a:ln w="9525">
                <a:solidFill>
                  <a:schemeClr val="tx1"/>
                </a:solidFill>
                <a:prstDash val="dash"/>
                <a:round/>
                <a:headEnd/>
                <a:tailEnd/>
              </a:ln>
            </p:spPr>
            <p:txBody>
              <a:bodyPr wrap="none" anchor="ctr"/>
              <a:lstStyle/>
              <a:p>
                <a:endParaRPr lang="en-US"/>
              </a:p>
            </p:txBody>
          </p:sp>
          <p:sp>
            <p:nvSpPr>
              <p:cNvPr id="12310" name="Line 69"/>
              <p:cNvSpPr>
                <a:spLocks noChangeShapeType="1"/>
              </p:cNvSpPr>
              <p:nvPr/>
            </p:nvSpPr>
            <p:spPr bwMode="auto">
              <a:xfrm>
                <a:off x="3878" y="1468"/>
                <a:ext cx="0" cy="985"/>
              </a:xfrm>
              <a:prstGeom prst="line">
                <a:avLst/>
              </a:prstGeom>
              <a:noFill/>
              <a:ln w="9525">
                <a:solidFill>
                  <a:schemeClr val="tx1"/>
                </a:solidFill>
                <a:prstDash val="dash"/>
                <a:round/>
                <a:headEnd/>
                <a:tailEnd/>
              </a:ln>
            </p:spPr>
            <p:txBody>
              <a:bodyPr wrap="none" anchor="ctr"/>
              <a:lstStyle/>
              <a:p>
                <a:endParaRPr lang="en-US"/>
              </a:p>
            </p:txBody>
          </p:sp>
          <p:sp>
            <p:nvSpPr>
              <p:cNvPr id="12311" name="Text Box 70"/>
              <p:cNvSpPr txBox="1">
                <a:spLocks noChangeArrowheads="1"/>
              </p:cNvSpPr>
              <p:nvPr/>
            </p:nvSpPr>
            <p:spPr bwMode="auto">
              <a:xfrm>
                <a:off x="3866" y="1988"/>
                <a:ext cx="183" cy="212"/>
              </a:xfrm>
              <a:prstGeom prst="rect">
                <a:avLst/>
              </a:prstGeom>
              <a:noFill/>
              <a:ln w="9525" algn="ctr">
                <a:noFill/>
                <a:miter lim="800000"/>
                <a:headEnd/>
                <a:tailEnd/>
              </a:ln>
            </p:spPr>
            <p:txBody>
              <a:bodyPr wrap="none">
                <a:spAutoFit/>
              </a:bodyPr>
              <a:lstStyle/>
              <a:p>
                <a:r>
                  <a:rPr lang="en-US" sz="1600">
                    <a:sym typeface="Symbol" pitchFamily="18" charset="2"/>
                  </a:rPr>
                  <a:t></a:t>
                </a:r>
              </a:p>
            </p:txBody>
          </p:sp>
          <p:sp>
            <p:nvSpPr>
              <p:cNvPr id="12312" name="Line 71"/>
              <p:cNvSpPr>
                <a:spLocks noChangeShapeType="1"/>
              </p:cNvSpPr>
              <p:nvPr/>
            </p:nvSpPr>
            <p:spPr bwMode="auto">
              <a:xfrm flipH="1">
                <a:off x="3319" y="1600"/>
                <a:ext cx="201" cy="110"/>
              </a:xfrm>
              <a:prstGeom prst="line">
                <a:avLst/>
              </a:prstGeom>
              <a:noFill/>
              <a:ln w="9525">
                <a:solidFill>
                  <a:srgbClr val="3366FF"/>
                </a:solidFill>
                <a:round/>
                <a:headEnd/>
                <a:tailEnd type="triangle" w="med" len="med"/>
              </a:ln>
            </p:spPr>
            <p:txBody>
              <a:bodyPr wrap="none" anchor="ctr"/>
              <a:lstStyle/>
              <a:p>
                <a:endParaRPr lang="en-US"/>
              </a:p>
            </p:txBody>
          </p:sp>
          <p:sp>
            <p:nvSpPr>
              <p:cNvPr id="12313" name="Line 72"/>
              <p:cNvSpPr>
                <a:spLocks noChangeShapeType="1"/>
              </p:cNvSpPr>
              <p:nvPr/>
            </p:nvSpPr>
            <p:spPr bwMode="auto">
              <a:xfrm>
                <a:off x="4247" y="1614"/>
                <a:ext cx="201" cy="110"/>
              </a:xfrm>
              <a:prstGeom prst="line">
                <a:avLst/>
              </a:prstGeom>
              <a:noFill/>
              <a:ln w="9525">
                <a:solidFill>
                  <a:srgbClr val="3366FF"/>
                </a:solidFill>
                <a:round/>
                <a:headEnd/>
                <a:tailEnd type="triangle" w="med" len="med"/>
              </a:ln>
            </p:spPr>
            <p:txBody>
              <a:bodyPr wrap="none" anchor="ctr"/>
              <a:lstStyle/>
              <a:p>
                <a:endParaRPr lang="en-US"/>
              </a:p>
            </p:txBody>
          </p:sp>
          <p:sp>
            <p:nvSpPr>
              <p:cNvPr id="12314" name="Text Box 73"/>
              <p:cNvSpPr txBox="1">
                <a:spLocks noChangeArrowheads="1"/>
              </p:cNvSpPr>
              <p:nvPr/>
            </p:nvSpPr>
            <p:spPr bwMode="auto">
              <a:xfrm>
                <a:off x="4442" y="1614"/>
                <a:ext cx="204" cy="231"/>
              </a:xfrm>
              <a:prstGeom prst="rect">
                <a:avLst/>
              </a:prstGeom>
              <a:noFill/>
              <a:ln w="9525" algn="ctr">
                <a:noFill/>
                <a:miter lim="800000"/>
                <a:headEnd/>
                <a:tailEnd/>
              </a:ln>
            </p:spPr>
            <p:txBody>
              <a:bodyPr wrap="none">
                <a:spAutoFit/>
              </a:bodyPr>
              <a:lstStyle/>
              <a:p>
                <a:r>
                  <a:rPr lang="en-US" b="1">
                    <a:solidFill>
                      <a:srgbClr val="3366FF"/>
                    </a:solidFill>
                  </a:rPr>
                  <a:t>T</a:t>
                </a:r>
              </a:p>
            </p:txBody>
          </p:sp>
          <p:sp>
            <p:nvSpPr>
              <p:cNvPr id="12315" name="Text Box 74"/>
              <p:cNvSpPr txBox="1">
                <a:spLocks noChangeArrowheads="1"/>
              </p:cNvSpPr>
              <p:nvPr/>
            </p:nvSpPr>
            <p:spPr bwMode="auto">
              <a:xfrm>
                <a:off x="3093" y="1627"/>
                <a:ext cx="204" cy="231"/>
              </a:xfrm>
              <a:prstGeom prst="rect">
                <a:avLst/>
              </a:prstGeom>
              <a:noFill/>
              <a:ln w="9525" algn="ctr">
                <a:noFill/>
                <a:miter lim="800000"/>
                <a:headEnd/>
                <a:tailEnd/>
              </a:ln>
            </p:spPr>
            <p:txBody>
              <a:bodyPr wrap="none">
                <a:spAutoFit/>
              </a:bodyPr>
              <a:lstStyle/>
              <a:p>
                <a:r>
                  <a:rPr lang="en-US" b="1">
                    <a:solidFill>
                      <a:srgbClr val="3366FF"/>
                    </a:solidFill>
                  </a:rPr>
                  <a:t>T</a:t>
                </a:r>
              </a:p>
            </p:txBody>
          </p:sp>
          <p:sp>
            <p:nvSpPr>
              <p:cNvPr id="12316" name="Line 75"/>
              <p:cNvSpPr>
                <a:spLocks noChangeShapeType="1"/>
              </p:cNvSpPr>
              <p:nvPr/>
            </p:nvSpPr>
            <p:spPr bwMode="auto">
              <a:xfrm>
                <a:off x="3173" y="1509"/>
                <a:ext cx="1408" cy="0"/>
              </a:xfrm>
              <a:prstGeom prst="line">
                <a:avLst/>
              </a:prstGeom>
              <a:noFill/>
              <a:ln w="9525">
                <a:solidFill>
                  <a:schemeClr val="tx1"/>
                </a:solidFill>
                <a:prstDash val="dash"/>
                <a:round/>
                <a:headEnd/>
                <a:tailEnd/>
              </a:ln>
            </p:spPr>
            <p:txBody>
              <a:bodyPr wrap="none" anchor="ctr"/>
              <a:lstStyle/>
              <a:p>
                <a:endParaRPr lang="en-US"/>
              </a:p>
            </p:txBody>
          </p:sp>
          <p:sp>
            <p:nvSpPr>
              <p:cNvPr id="12317" name="Text Box 76"/>
              <p:cNvSpPr txBox="1">
                <a:spLocks noChangeArrowheads="1"/>
              </p:cNvSpPr>
              <p:nvPr/>
            </p:nvSpPr>
            <p:spPr bwMode="auto">
              <a:xfrm>
                <a:off x="4310" y="1489"/>
                <a:ext cx="183" cy="212"/>
              </a:xfrm>
              <a:prstGeom prst="rect">
                <a:avLst/>
              </a:prstGeom>
              <a:noFill/>
              <a:ln w="9525" algn="ctr">
                <a:noFill/>
                <a:miter lim="800000"/>
                <a:headEnd/>
                <a:tailEnd/>
              </a:ln>
            </p:spPr>
            <p:txBody>
              <a:bodyPr wrap="none">
                <a:spAutoFit/>
              </a:bodyPr>
              <a:lstStyle/>
              <a:p>
                <a:r>
                  <a:rPr lang="en-US" sz="1600">
                    <a:sym typeface="Symbol" pitchFamily="18" charset="2"/>
                  </a:rPr>
                  <a:t></a:t>
                </a:r>
              </a:p>
            </p:txBody>
          </p:sp>
          <p:sp>
            <p:nvSpPr>
              <p:cNvPr id="12318" name="Text Box 77"/>
              <p:cNvSpPr txBox="1">
                <a:spLocks noChangeArrowheads="1"/>
              </p:cNvSpPr>
              <p:nvPr/>
            </p:nvSpPr>
            <p:spPr bwMode="auto">
              <a:xfrm>
                <a:off x="3227" y="1484"/>
                <a:ext cx="183" cy="212"/>
              </a:xfrm>
              <a:prstGeom prst="rect">
                <a:avLst/>
              </a:prstGeom>
              <a:noFill/>
              <a:ln w="9525" algn="ctr">
                <a:noFill/>
                <a:miter lim="800000"/>
                <a:headEnd/>
                <a:tailEnd/>
              </a:ln>
            </p:spPr>
            <p:txBody>
              <a:bodyPr wrap="none">
                <a:spAutoFit/>
              </a:bodyPr>
              <a:lstStyle/>
              <a:p>
                <a:r>
                  <a:rPr lang="en-US" sz="1600">
                    <a:sym typeface="Symbol" pitchFamily="18" charset="2"/>
                  </a:rPr>
                  <a:t></a:t>
                </a:r>
              </a:p>
            </p:txBody>
          </p:sp>
        </p:grpSp>
        <p:sp>
          <p:nvSpPr>
            <p:cNvPr id="12304" name="Line 78"/>
            <p:cNvSpPr>
              <a:spLocks noChangeShapeType="1"/>
            </p:cNvSpPr>
            <p:nvPr/>
          </p:nvSpPr>
          <p:spPr bwMode="auto">
            <a:xfrm flipH="1">
              <a:off x="3118" y="1006"/>
              <a:ext cx="1682" cy="55"/>
            </a:xfrm>
            <a:prstGeom prst="line">
              <a:avLst/>
            </a:prstGeom>
            <a:noFill/>
            <a:ln w="9525">
              <a:solidFill>
                <a:schemeClr val="tx1"/>
              </a:solidFill>
              <a:round/>
              <a:headEnd/>
              <a:tailEnd/>
            </a:ln>
          </p:spPr>
          <p:txBody>
            <a:bodyPr wrap="none" anchor="ctr"/>
            <a:lstStyle/>
            <a:p>
              <a:endParaRPr lang="en-US"/>
            </a:p>
          </p:txBody>
        </p:sp>
        <p:sp>
          <p:nvSpPr>
            <p:cNvPr id="12305" name="Line 79"/>
            <p:cNvSpPr>
              <a:spLocks noChangeShapeType="1"/>
            </p:cNvSpPr>
            <p:nvPr/>
          </p:nvSpPr>
          <p:spPr bwMode="auto">
            <a:xfrm flipH="1" flipV="1">
              <a:off x="2981" y="1280"/>
              <a:ext cx="1115" cy="1152"/>
            </a:xfrm>
            <a:prstGeom prst="line">
              <a:avLst/>
            </a:prstGeom>
            <a:noFill/>
            <a:ln w="9525">
              <a:solidFill>
                <a:schemeClr val="tx1"/>
              </a:solidFill>
              <a:round/>
              <a:headEnd/>
              <a:tailEnd/>
            </a:ln>
          </p:spPr>
          <p:txBody>
            <a:bodyPr wrap="none" anchor="ctr"/>
            <a:lstStyle/>
            <a:p>
              <a:endParaRPr lang="en-US"/>
            </a:p>
          </p:txBody>
        </p:sp>
      </p:grpSp>
    </p:spTree>
    <p:extLst>
      <p:ext uri="{BB962C8B-B14F-4D97-AF65-F5344CB8AC3E}">
        <p14:creationId xmlns:p14="http://schemas.microsoft.com/office/powerpoint/2010/main" val="18860905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2" name="Date Placeholder 3"/>
          <p:cNvSpPr>
            <a:spLocks noGrp="1"/>
          </p:cNvSpPr>
          <p:nvPr>
            <p:ph type="dt" sz="quarter" idx="10"/>
          </p:nvPr>
        </p:nvSpPr>
        <p:spPr>
          <a:noFill/>
        </p:spPr>
        <p:txBody>
          <a:bodyPr/>
          <a:lstStyle/>
          <a:p>
            <a:r>
              <a:rPr lang="en-US"/>
              <a:t>Winter 2007</a:t>
            </a:r>
          </a:p>
        </p:txBody>
      </p:sp>
      <p:sp>
        <p:nvSpPr>
          <p:cNvPr id="13323" name="Footer Placeholder 4"/>
          <p:cNvSpPr>
            <a:spLocks noGrp="1"/>
          </p:cNvSpPr>
          <p:nvPr>
            <p:ph type="ftr" sz="quarter" idx="11"/>
          </p:nvPr>
        </p:nvSpPr>
        <p:spPr>
          <a:noFill/>
        </p:spPr>
        <p:txBody>
          <a:bodyPr/>
          <a:lstStyle/>
          <a:p>
            <a:r>
              <a:rPr lang="en-US"/>
              <a:t>R. Todd Lines</a:t>
            </a:r>
          </a:p>
        </p:txBody>
      </p:sp>
      <p:sp>
        <p:nvSpPr>
          <p:cNvPr id="13324" name="Slide Number Placeholder 5"/>
          <p:cNvSpPr>
            <a:spLocks noGrp="1"/>
          </p:cNvSpPr>
          <p:nvPr>
            <p:ph type="sldNum" sz="quarter" idx="12"/>
          </p:nvPr>
        </p:nvSpPr>
        <p:spPr>
          <a:noFill/>
        </p:spPr>
        <p:txBody>
          <a:bodyPr/>
          <a:lstStyle/>
          <a:p>
            <a:fld id="{C00B0964-3FFB-4881-9119-45BABDCA57FB}" type="slidenum">
              <a:rPr lang="en-US" smtClean="0"/>
              <a:pPr/>
              <a:t>66</a:t>
            </a:fld>
            <a:endParaRPr lang="en-US"/>
          </a:p>
        </p:txBody>
      </p:sp>
      <p:sp>
        <p:nvSpPr>
          <p:cNvPr id="13325" name="Rectangle 2"/>
          <p:cNvSpPr>
            <a:spLocks noGrp="1" noChangeArrowheads="1"/>
          </p:cNvSpPr>
          <p:nvPr>
            <p:ph type="title"/>
          </p:nvPr>
        </p:nvSpPr>
        <p:spPr/>
        <p:txBody>
          <a:bodyPr/>
          <a:lstStyle/>
          <a:p>
            <a:pPr eaLnBrk="1" hangingPunct="1"/>
            <a:r>
              <a:rPr lang="en-US"/>
              <a:t>Forces on a Segment of String</a:t>
            </a:r>
          </a:p>
        </p:txBody>
      </p:sp>
      <p:sp>
        <p:nvSpPr>
          <p:cNvPr id="13326" name="Rectangle 3"/>
          <p:cNvSpPr>
            <a:spLocks noGrp="1" noChangeArrowheads="1"/>
          </p:cNvSpPr>
          <p:nvPr>
            <p:ph type="body" idx="1"/>
          </p:nvPr>
        </p:nvSpPr>
        <p:spPr>
          <a:xfrm>
            <a:off x="457200" y="1600200"/>
            <a:ext cx="3425825" cy="4525963"/>
          </a:xfrm>
        </p:spPr>
        <p:txBody>
          <a:bodyPr/>
          <a:lstStyle/>
          <a:p>
            <a:pPr eaLnBrk="1" hangingPunct="1">
              <a:lnSpc>
                <a:spcPct val="80000"/>
              </a:lnSpc>
            </a:pPr>
            <a:r>
              <a:rPr lang="en-US" sz="2000"/>
              <a:t>The horizontal components of the forces cancel </a:t>
            </a:r>
          </a:p>
          <a:p>
            <a:pPr eaLnBrk="1" hangingPunct="1">
              <a:lnSpc>
                <a:spcPct val="80000"/>
              </a:lnSpc>
            </a:pPr>
            <a:endParaRPr lang="en-US" sz="2000"/>
          </a:p>
          <a:p>
            <a:pPr eaLnBrk="1" hangingPunct="1">
              <a:lnSpc>
                <a:spcPct val="80000"/>
              </a:lnSpc>
            </a:pPr>
            <a:endParaRPr lang="en-US" sz="2000"/>
          </a:p>
          <a:p>
            <a:pPr eaLnBrk="1" hangingPunct="1">
              <a:lnSpc>
                <a:spcPct val="80000"/>
              </a:lnSpc>
            </a:pPr>
            <a:r>
              <a:rPr lang="en-US" sz="2000"/>
              <a:t>The vertical component,    is directed toward the center of the arc </a:t>
            </a:r>
          </a:p>
          <a:p>
            <a:pPr eaLnBrk="1" hangingPunct="1">
              <a:lnSpc>
                <a:spcPct val="80000"/>
              </a:lnSpc>
            </a:pPr>
            <a:endParaRPr lang="en-US" sz="2000"/>
          </a:p>
          <a:p>
            <a:pPr eaLnBrk="1" hangingPunct="1">
              <a:lnSpc>
                <a:spcPct val="80000"/>
              </a:lnSpc>
            </a:pPr>
            <a:endParaRPr lang="en-US" sz="2000"/>
          </a:p>
          <a:p>
            <a:pPr eaLnBrk="1" hangingPunct="1">
              <a:lnSpc>
                <a:spcPct val="80000"/>
              </a:lnSpc>
            </a:pPr>
            <a:r>
              <a:rPr lang="en-US" sz="2000"/>
              <a:t>If the rope is not moving in the  x direction, then </a:t>
            </a:r>
          </a:p>
          <a:p>
            <a:pPr eaLnBrk="1" hangingPunct="1">
              <a:lnSpc>
                <a:spcPct val="80000"/>
              </a:lnSpc>
            </a:pPr>
            <a:endParaRPr lang="en-US" sz="2000"/>
          </a:p>
          <a:p>
            <a:pPr eaLnBrk="1" hangingPunct="1">
              <a:lnSpc>
                <a:spcPct val="80000"/>
              </a:lnSpc>
            </a:pPr>
            <a:endParaRPr lang="en-US" sz="2000"/>
          </a:p>
          <a:p>
            <a:pPr eaLnBrk="1" hangingPunct="1">
              <a:lnSpc>
                <a:spcPct val="80000"/>
              </a:lnSpc>
            </a:pPr>
            <a:endParaRPr lang="en-US" sz="2000"/>
          </a:p>
          <a:p>
            <a:pPr eaLnBrk="1" hangingPunct="1">
              <a:lnSpc>
                <a:spcPct val="80000"/>
              </a:lnSpc>
            </a:pPr>
            <a:r>
              <a:rPr lang="en-US" sz="2000"/>
              <a:t>Then the force is </a:t>
            </a:r>
          </a:p>
        </p:txBody>
      </p:sp>
      <p:sp>
        <p:nvSpPr>
          <p:cNvPr id="13327" name="Oval 5"/>
          <p:cNvSpPr>
            <a:spLocks noChangeArrowheads="1"/>
          </p:cNvSpPr>
          <p:nvPr/>
        </p:nvSpPr>
        <p:spPr bwMode="auto">
          <a:xfrm>
            <a:off x="4721225" y="1692275"/>
            <a:ext cx="514350" cy="490538"/>
          </a:xfrm>
          <a:prstGeom prst="ellipse">
            <a:avLst/>
          </a:prstGeom>
          <a:solidFill>
            <a:schemeClr val="bg1"/>
          </a:solidFill>
          <a:ln w="25400" algn="ctr">
            <a:solidFill>
              <a:schemeClr val="tx1"/>
            </a:solidFill>
            <a:round/>
            <a:headEnd/>
            <a:tailEnd/>
          </a:ln>
        </p:spPr>
        <p:txBody>
          <a:bodyPr wrap="none" anchor="ctr"/>
          <a:lstStyle/>
          <a:p>
            <a:endParaRPr lang="en-US"/>
          </a:p>
        </p:txBody>
      </p:sp>
      <p:graphicFrame>
        <p:nvGraphicFramePr>
          <p:cNvPr id="13314" name="Object 6"/>
          <p:cNvGraphicFramePr>
            <a:graphicFrameLocks noChangeAspect="1"/>
          </p:cNvGraphicFramePr>
          <p:nvPr/>
        </p:nvGraphicFramePr>
        <p:xfrm>
          <a:off x="4886325" y="1674813"/>
          <a:ext cx="203200" cy="177800"/>
        </p:xfrm>
        <a:graphic>
          <a:graphicData uri="http://schemas.openxmlformats.org/presentationml/2006/ole">
            <mc:AlternateContent xmlns:mc="http://schemas.openxmlformats.org/markup-compatibility/2006">
              <mc:Choice xmlns:v="urn:schemas-microsoft-com:vml" Requires="v">
                <p:oleObj name="Equation" r:id="rId2" imgW="203040" imgH="177480" progId="Equation.3">
                  <p:embed/>
                </p:oleObj>
              </mc:Choice>
              <mc:Fallback>
                <p:oleObj name="Equation" r:id="rId2" imgW="203040" imgH="177480" progId="Equation.3">
                  <p:embed/>
                  <p:pic>
                    <p:nvPicPr>
                      <p:cNvPr id="13314"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6325" y="1674813"/>
                        <a:ext cx="2032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28" name="Freeform 7"/>
          <p:cNvSpPr>
            <a:spLocks/>
          </p:cNvSpPr>
          <p:nvPr/>
        </p:nvSpPr>
        <p:spPr bwMode="auto">
          <a:xfrm>
            <a:off x="3630613" y="1930400"/>
            <a:ext cx="1357312" cy="885825"/>
          </a:xfrm>
          <a:custGeom>
            <a:avLst/>
            <a:gdLst>
              <a:gd name="T0" fmla="*/ 1357312 w 855"/>
              <a:gd name="T1" fmla="*/ 0 h 558"/>
              <a:gd name="T2" fmla="*/ 1204912 w 855"/>
              <a:gd name="T3" fmla="*/ 14287 h 558"/>
              <a:gd name="T4" fmla="*/ 1042987 w 855"/>
              <a:gd name="T5" fmla="*/ 90487 h 558"/>
              <a:gd name="T6" fmla="*/ 890587 w 855"/>
              <a:gd name="T7" fmla="*/ 223837 h 558"/>
              <a:gd name="T8" fmla="*/ 657225 w 855"/>
              <a:gd name="T9" fmla="*/ 528637 h 558"/>
              <a:gd name="T10" fmla="*/ 452437 w 855"/>
              <a:gd name="T11" fmla="*/ 681037 h 558"/>
              <a:gd name="T12" fmla="*/ 0 w 855"/>
              <a:gd name="T13" fmla="*/ 885825 h 558"/>
              <a:gd name="T14" fmla="*/ 0 60000 65536"/>
              <a:gd name="T15" fmla="*/ 0 60000 65536"/>
              <a:gd name="T16" fmla="*/ 0 60000 65536"/>
              <a:gd name="T17" fmla="*/ 0 60000 65536"/>
              <a:gd name="T18" fmla="*/ 0 60000 65536"/>
              <a:gd name="T19" fmla="*/ 0 60000 65536"/>
              <a:gd name="T20" fmla="*/ 0 60000 65536"/>
              <a:gd name="T21" fmla="*/ 0 w 855"/>
              <a:gd name="T22" fmla="*/ 0 h 558"/>
              <a:gd name="T23" fmla="*/ 855 w 855"/>
              <a:gd name="T24" fmla="*/ 558 h 5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5" h="558">
                <a:moveTo>
                  <a:pt x="855" y="0"/>
                </a:moveTo>
                <a:cubicBezTo>
                  <a:pt x="823" y="0"/>
                  <a:pt x="792" y="0"/>
                  <a:pt x="759" y="9"/>
                </a:cubicBezTo>
                <a:cubicBezTo>
                  <a:pt x="726" y="18"/>
                  <a:pt x="690" y="35"/>
                  <a:pt x="657" y="57"/>
                </a:cubicBezTo>
                <a:cubicBezTo>
                  <a:pt x="624" y="79"/>
                  <a:pt x="601" y="95"/>
                  <a:pt x="561" y="141"/>
                </a:cubicBezTo>
                <a:cubicBezTo>
                  <a:pt x="521" y="187"/>
                  <a:pt x="460" y="285"/>
                  <a:pt x="414" y="333"/>
                </a:cubicBezTo>
                <a:cubicBezTo>
                  <a:pt x="368" y="381"/>
                  <a:pt x="354" y="392"/>
                  <a:pt x="285" y="429"/>
                </a:cubicBezTo>
                <a:cubicBezTo>
                  <a:pt x="216" y="466"/>
                  <a:pt x="47" y="537"/>
                  <a:pt x="0" y="558"/>
                </a:cubicBezTo>
              </a:path>
            </a:pathLst>
          </a:custGeom>
          <a:noFill/>
          <a:ln w="38100">
            <a:solidFill>
              <a:srgbClr val="FFCC66"/>
            </a:solidFill>
            <a:round/>
            <a:headEnd/>
            <a:tailEnd/>
          </a:ln>
        </p:spPr>
        <p:txBody>
          <a:bodyPr wrap="none" anchor="ctr"/>
          <a:lstStyle/>
          <a:p>
            <a:endParaRPr lang="en-US"/>
          </a:p>
        </p:txBody>
      </p:sp>
      <p:sp>
        <p:nvSpPr>
          <p:cNvPr id="13329" name="Freeform 8"/>
          <p:cNvSpPr>
            <a:spLocks/>
          </p:cNvSpPr>
          <p:nvPr/>
        </p:nvSpPr>
        <p:spPr bwMode="auto">
          <a:xfrm flipH="1">
            <a:off x="4983163" y="1935163"/>
            <a:ext cx="1357312" cy="885825"/>
          </a:xfrm>
          <a:custGeom>
            <a:avLst/>
            <a:gdLst>
              <a:gd name="T0" fmla="*/ 1357312 w 855"/>
              <a:gd name="T1" fmla="*/ 0 h 558"/>
              <a:gd name="T2" fmla="*/ 1204912 w 855"/>
              <a:gd name="T3" fmla="*/ 14287 h 558"/>
              <a:gd name="T4" fmla="*/ 1042987 w 855"/>
              <a:gd name="T5" fmla="*/ 90487 h 558"/>
              <a:gd name="T6" fmla="*/ 890587 w 855"/>
              <a:gd name="T7" fmla="*/ 223837 h 558"/>
              <a:gd name="T8" fmla="*/ 657225 w 855"/>
              <a:gd name="T9" fmla="*/ 528637 h 558"/>
              <a:gd name="T10" fmla="*/ 452437 w 855"/>
              <a:gd name="T11" fmla="*/ 681037 h 558"/>
              <a:gd name="T12" fmla="*/ 0 w 855"/>
              <a:gd name="T13" fmla="*/ 885825 h 558"/>
              <a:gd name="T14" fmla="*/ 0 60000 65536"/>
              <a:gd name="T15" fmla="*/ 0 60000 65536"/>
              <a:gd name="T16" fmla="*/ 0 60000 65536"/>
              <a:gd name="T17" fmla="*/ 0 60000 65536"/>
              <a:gd name="T18" fmla="*/ 0 60000 65536"/>
              <a:gd name="T19" fmla="*/ 0 60000 65536"/>
              <a:gd name="T20" fmla="*/ 0 60000 65536"/>
              <a:gd name="T21" fmla="*/ 0 w 855"/>
              <a:gd name="T22" fmla="*/ 0 h 558"/>
              <a:gd name="T23" fmla="*/ 855 w 855"/>
              <a:gd name="T24" fmla="*/ 558 h 5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5" h="558">
                <a:moveTo>
                  <a:pt x="855" y="0"/>
                </a:moveTo>
                <a:cubicBezTo>
                  <a:pt x="823" y="0"/>
                  <a:pt x="792" y="0"/>
                  <a:pt x="759" y="9"/>
                </a:cubicBezTo>
                <a:cubicBezTo>
                  <a:pt x="726" y="18"/>
                  <a:pt x="690" y="35"/>
                  <a:pt x="657" y="57"/>
                </a:cubicBezTo>
                <a:cubicBezTo>
                  <a:pt x="624" y="79"/>
                  <a:pt x="601" y="95"/>
                  <a:pt x="561" y="141"/>
                </a:cubicBezTo>
                <a:cubicBezTo>
                  <a:pt x="521" y="187"/>
                  <a:pt x="460" y="285"/>
                  <a:pt x="414" y="333"/>
                </a:cubicBezTo>
                <a:cubicBezTo>
                  <a:pt x="368" y="381"/>
                  <a:pt x="354" y="392"/>
                  <a:pt x="285" y="429"/>
                </a:cubicBezTo>
                <a:cubicBezTo>
                  <a:pt x="216" y="466"/>
                  <a:pt x="47" y="537"/>
                  <a:pt x="0" y="558"/>
                </a:cubicBezTo>
              </a:path>
            </a:pathLst>
          </a:custGeom>
          <a:noFill/>
          <a:ln w="38100">
            <a:solidFill>
              <a:srgbClr val="FFCC66"/>
            </a:solidFill>
            <a:round/>
            <a:headEnd/>
            <a:tailEnd/>
          </a:ln>
        </p:spPr>
        <p:txBody>
          <a:bodyPr wrap="none" anchor="ctr"/>
          <a:lstStyle/>
          <a:p>
            <a:endParaRPr lang="en-US"/>
          </a:p>
        </p:txBody>
      </p:sp>
      <p:sp>
        <p:nvSpPr>
          <p:cNvPr id="13330" name="Arc 9"/>
          <p:cNvSpPr>
            <a:spLocks/>
          </p:cNvSpPr>
          <p:nvPr/>
        </p:nvSpPr>
        <p:spPr bwMode="auto">
          <a:xfrm>
            <a:off x="4775200" y="1930400"/>
            <a:ext cx="425450" cy="508000"/>
          </a:xfrm>
          <a:custGeom>
            <a:avLst/>
            <a:gdLst>
              <a:gd name="T0" fmla="*/ 0 w 17927"/>
              <a:gd name="T1" fmla="*/ 1027689 h 21600"/>
              <a:gd name="T2" fmla="*/ 10096931 w 17927"/>
              <a:gd name="T3" fmla="*/ 1128371 h 21600"/>
              <a:gd name="T4" fmla="*/ 4936662 w 17927"/>
              <a:gd name="T5" fmla="*/ 11947406 h 21600"/>
              <a:gd name="T6" fmla="*/ 0 60000 65536"/>
              <a:gd name="T7" fmla="*/ 0 60000 65536"/>
              <a:gd name="T8" fmla="*/ 0 60000 65536"/>
              <a:gd name="T9" fmla="*/ 0 w 17927"/>
              <a:gd name="T10" fmla="*/ 0 h 21600"/>
              <a:gd name="T11" fmla="*/ 17927 w 17927"/>
              <a:gd name="T12" fmla="*/ 21600 h 21600"/>
            </a:gdLst>
            <a:ahLst/>
            <a:cxnLst>
              <a:cxn ang="T6">
                <a:pos x="T0" y="T1"/>
              </a:cxn>
              <a:cxn ang="T7">
                <a:pos x="T2" y="T3"/>
              </a:cxn>
              <a:cxn ang="T8">
                <a:pos x="T4" y="T5"/>
              </a:cxn>
            </a:cxnLst>
            <a:rect l="T9" t="T10" r="T11" b="T12"/>
            <a:pathLst>
              <a:path w="17927" h="21600" fill="none" extrusionOk="0">
                <a:moveTo>
                  <a:pt x="0" y="1858"/>
                </a:moveTo>
                <a:cubicBezTo>
                  <a:pt x="2759" y="633"/>
                  <a:pt x="5745" y="-1"/>
                  <a:pt x="8765" y="0"/>
                </a:cubicBezTo>
                <a:cubicBezTo>
                  <a:pt x="11931" y="0"/>
                  <a:pt x="15059" y="696"/>
                  <a:pt x="17927" y="2039"/>
                </a:cubicBezTo>
              </a:path>
              <a:path w="17927" h="21600" stroke="0" extrusionOk="0">
                <a:moveTo>
                  <a:pt x="0" y="1858"/>
                </a:moveTo>
                <a:cubicBezTo>
                  <a:pt x="2759" y="633"/>
                  <a:pt x="5745" y="-1"/>
                  <a:pt x="8765" y="0"/>
                </a:cubicBezTo>
                <a:cubicBezTo>
                  <a:pt x="11931" y="0"/>
                  <a:pt x="15059" y="696"/>
                  <a:pt x="17927" y="2039"/>
                </a:cubicBezTo>
                <a:lnTo>
                  <a:pt x="8765" y="21600"/>
                </a:lnTo>
                <a:close/>
              </a:path>
            </a:pathLst>
          </a:custGeom>
          <a:noFill/>
          <a:ln w="38100">
            <a:solidFill>
              <a:srgbClr val="993300"/>
            </a:solidFill>
            <a:round/>
            <a:headEnd/>
            <a:tailEnd/>
          </a:ln>
        </p:spPr>
        <p:txBody>
          <a:bodyPr wrap="none" anchor="ctr"/>
          <a:lstStyle/>
          <a:p>
            <a:endParaRPr lang="en-US"/>
          </a:p>
        </p:txBody>
      </p:sp>
      <p:sp>
        <p:nvSpPr>
          <p:cNvPr id="13331" name="Oval 11"/>
          <p:cNvSpPr>
            <a:spLocks noChangeArrowheads="1"/>
          </p:cNvSpPr>
          <p:nvPr/>
        </p:nvSpPr>
        <p:spPr bwMode="auto">
          <a:xfrm>
            <a:off x="6115050" y="1598613"/>
            <a:ext cx="2624138" cy="2633662"/>
          </a:xfrm>
          <a:prstGeom prst="ellipse">
            <a:avLst/>
          </a:prstGeom>
          <a:solidFill>
            <a:schemeClr val="bg1"/>
          </a:solidFill>
          <a:ln w="25400" algn="ctr">
            <a:solidFill>
              <a:schemeClr val="tx1"/>
            </a:solidFill>
            <a:round/>
            <a:headEnd/>
            <a:tailEnd/>
          </a:ln>
        </p:spPr>
        <p:txBody>
          <a:bodyPr wrap="none" anchor="ctr"/>
          <a:lstStyle/>
          <a:p>
            <a:endParaRPr lang="en-US"/>
          </a:p>
        </p:txBody>
      </p:sp>
      <p:graphicFrame>
        <p:nvGraphicFramePr>
          <p:cNvPr id="13315" name="Object 12"/>
          <p:cNvGraphicFramePr>
            <a:graphicFrameLocks noChangeAspect="1"/>
          </p:cNvGraphicFramePr>
          <p:nvPr/>
        </p:nvGraphicFramePr>
        <p:xfrm>
          <a:off x="7323138" y="2025650"/>
          <a:ext cx="274637" cy="273050"/>
        </p:xfrm>
        <a:graphic>
          <a:graphicData uri="http://schemas.openxmlformats.org/presentationml/2006/ole">
            <mc:AlternateContent xmlns:mc="http://schemas.openxmlformats.org/markup-compatibility/2006">
              <mc:Choice xmlns:v="urn:schemas-microsoft-com:vml" Requires="v">
                <p:oleObj name="Equation" r:id="rId4" imgW="203040" imgH="177480" progId="Equation.3">
                  <p:embed/>
                </p:oleObj>
              </mc:Choice>
              <mc:Fallback>
                <p:oleObj name="Equation" r:id="rId4" imgW="203040" imgH="177480" progId="Equation.3">
                  <p:embed/>
                  <p:pic>
                    <p:nvPicPr>
                      <p:cNvPr id="13315"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23138" y="2025650"/>
                        <a:ext cx="274637" cy="273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32" name="Arc 13"/>
          <p:cNvSpPr>
            <a:spLocks/>
          </p:cNvSpPr>
          <p:nvPr/>
        </p:nvSpPr>
        <p:spPr bwMode="auto">
          <a:xfrm>
            <a:off x="6884988" y="2489200"/>
            <a:ext cx="1125537" cy="1530350"/>
          </a:xfrm>
          <a:custGeom>
            <a:avLst/>
            <a:gdLst>
              <a:gd name="T0" fmla="*/ 0 w 17927"/>
              <a:gd name="T1" fmla="*/ 9326492 h 21600"/>
              <a:gd name="T2" fmla="*/ 70666232 w 17927"/>
              <a:gd name="T3" fmla="*/ 10240097 h 21600"/>
              <a:gd name="T4" fmla="*/ 34550665 w 17927"/>
              <a:gd name="T5" fmla="*/ 108424585 h 21600"/>
              <a:gd name="T6" fmla="*/ 0 60000 65536"/>
              <a:gd name="T7" fmla="*/ 0 60000 65536"/>
              <a:gd name="T8" fmla="*/ 0 60000 65536"/>
              <a:gd name="T9" fmla="*/ 0 w 17927"/>
              <a:gd name="T10" fmla="*/ 0 h 21600"/>
              <a:gd name="T11" fmla="*/ 17927 w 17927"/>
              <a:gd name="T12" fmla="*/ 21600 h 21600"/>
            </a:gdLst>
            <a:ahLst/>
            <a:cxnLst>
              <a:cxn ang="T6">
                <a:pos x="T0" y="T1"/>
              </a:cxn>
              <a:cxn ang="T7">
                <a:pos x="T2" y="T3"/>
              </a:cxn>
              <a:cxn ang="T8">
                <a:pos x="T4" y="T5"/>
              </a:cxn>
            </a:cxnLst>
            <a:rect l="T9" t="T10" r="T11" b="T12"/>
            <a:pathLst>
              <a:path w="17927" h="21600" fill="none" extrusionOk="0">
                <a:moveTo>
                  <a:pt x="0" y="1858"/>
                </a:moveTo>
                <a:cubicBezTo>
                  <a:pt x="2759" y="633"/>
                  <a:pt x="5745" y="-1"/>
                  <a:pt x="8765" y="0"/>
                </a:cubicBezTo>
                <a:cubicBezTo>
                  <a:pt x="11931" y="0"/>
                  <a:pt x="15059" y="696"/>
                  <a:pt x="17927" y="2039"/>
                </a:cubicBezTo>
              </a:path>
              <a:path w="17927" h="21600" stroke="0" extrusionOk="0">
                <a:moveTo>
                  <a:pt x="0" y="1858"/>
                </a:moveTo>
                <a:cubicBezTo>
                  <a:pt x="2759" y="633"/>
                  <a:pt x="5745" y="-1"/>
                  <a:pt x="8765" y="0"/>
                </a:cubicBezTo>
                <a:cubicBezTo>
                  <a:pt x="11931" y="0"/>
                  <a:pt x="15059" y="696"/>
                  <a:pt x="17927" y="2039"/>
                </a:cubicBezTo>
                <a:lnTo>
                  <a:pt x="8765" y="21600"/>
                </a:lnTo>
                <a:close/>
              </a:path>
            </a:pathLst>
          </a:custGeom>
          <a:noFill/>
          <a:ln w="76200">
            <a:solidFill>
              <a:srgbClr val="993300"/>
            </a:solidFill>
            <a:round/>
            <a:headEnd/>
            <a:tailEnd/>
          </a:ln>
        </p:spPr>
        <p:txBody>
          <a:bodyPr wrap="none" anchor="ctr"/>
          <a:lstStyle/>
          <a:p>
            <a:endParaRPr lang="en-US"/>
          </a:p>
        </p:txBody>
      </p:sp>
      <p:sp>
        <p:nvSpPr>
          <p:cNvPr id="13333" name="Line 14"/>
          <p:cNvSpPr>
            <a:spLocks noChangeShapeType="1"/>
          </p:cNvSpPr>
          <p:nvPr/>
        </p:nvSpPr>
        <p:spPr bwMode="auto">
          <a:xfrm flipH="1">
            <a:off x="7434263" y="2617788"/>
            <a:ext cx="555625" cy="1406525"/>
          </a:xfrm>
          <a:prstGeom prst="line">
            <a:avLst/>
          </a:prstGeom>
          <a:noFill/>
          <a:ln w="9525">
            <a:solidFill>
              <a:schemeClr val="tx1"/>
            </a:solidFill>
            <a:prstDash val="dash"/>
            <a:round/>
            <a:headEnd/>
            <a:tailEnd/>
          </a:ln>
        </p:spPr>
        <p:txBody>
          <a:bodyPr wrap="none" anchor="ctr"/>
          <a:lstStyle/>
          <a:p>
            <a:endParaRPr lang="en-US"/>
          </a:p>
        </p:txBody>
      </p:sp>
      <p:sp>
        <p:nvSpPr>
          <p:cNvPr id="13334" name="Line 15"/>
          <p:cNvSpPr>
            <a:spLocks noChangeShapeType="1"/>
          </p:cNvSpPr>
          <p:nvPr/>
        </p:nvSpPr>
        <p:spPr bwMode="auto">
          <a:xfrm>
            <a:off x="6867525" y="2560638"/>
            <a:ext cx="554038" cy="1406525"/>
          </a:xfrm>
          <a:prstGeom prst="line">
            <a:avLst/>
          </a:prstGeom>
          <a:noFill/>
          <a:ln w="9525">
            <a:solidFill>
              <a:schemeClr val="tx1"/>
            </a:solidFill>
            <a:prstDash val="dash"/>
            <a:round/>
            <a:headEnd/>
            <a:tailEnd/>
          </a:ln>
        </p:spPr>
        <p:txBody>
          <a:bodyPr wrap="none" anchor="ctr"/>
          <a:lstStyle/>
          <a:p>
            <a:endParaRPr lang="en-US"/>
          </a:p>
        </p:txBody>
      </p:sp>
      <p:sp>
        <p:nvSpPr>
          <p:cNvPr id="13335" name="Line 16"/>
          <p:cNvSpPr>
            <a:spLocks noChangeShapeType="1"/>
          </p:cNvSpPr>
          <p:nvPr/>
        </p:nvSpPr>
        <p:spPr bwMode="auto">
          <a:xfrm>
            <a:off x="7434263" y="2403475"/>
            <a:ext cx="0" cy="1563688"/>
          </a:xfrm>
          <a:prstGeom prst="line">
            <a:avLst/>
          </a:prstGeom>
          <a:noFill/>
          <a:ln w="9525">
            <a:solidFill>
              <a:schemeClr val="tx1"/>
            </a:solidFill>
            <a:prstDash val="dash"/>
            <a:round/>
            <a:headEnd/>
            <a:tailEnd/>
          </a:ln>
        </p:spPr>
        <p:txBody>
          <a:bodyPr wrap="none" anchor="ctr"/>
          <a:lstStyle/>
          <a:p>
            <a:endParaRPr lang="en-US"/>
          </a:p>
        </p:txBody>
      </p:sp>
      <p:sp>
        <p:nvSpPr>
          <p:cNvPr id="13336" name="Text Box 17"/>
          <p:cNvSpPr txBox="1">
            <a:spLocks noChangeArrowheads="1"/>
          </p:cNvSpPr>
          <p:nvPr/>
        </p:nvSpPr>
        <p:spPr bwMode="auto">
          <a:xfrm>
            <a:off x="7415213" y="3228975"/>
            <a:ext cx="290512" cy="336550"/>
          </a:xfrm>
          <a:prstGeom prst="rect">
            <a:avLst/>
          </a:prstGeom>
          <a:noFill/>
          <a:ln w="9525" algn="ctr">
            <a:noFill/>
            <a:miter lim="800000"/>
            <a:headEnd/>
            <a:tailEnd/>
          </a:ln>
        </p:spPr>
        <p:txBody>
          <a:bodyPr wrap="none">
            <a:spAutoFit/>
          </a:bodyPr>
          <a:lstStyle/>
          <a:p>
            <a:r>
              <a:rPr lang="en-US" sz="1600">
                <a:sym typeface="Symbol" pitchFamily="18" charset="2"/>
              </a:rPr>
              <a:t></a:t>
            </a:r>
          </a:p>
        </p:txBody>
      </p:sp>
      <p:sp>
        <p:nvSpPr>
          <p:cNvPr id="13337" name="Line 18"/>
          <p:cNvSpPr>
            <a:spLocks noChangeShapeType="1"/>
          </p:cNvSpPr>
          <p:nvPr/>
        </p:nvSpPr>
        <p:spPr bwMode="auto">
          <a:xfrm flipH="1">
            <a:off x="6546850" y="2613025"/>
            <a:ext cx="319088" cy="174625"/>
          </a:xfrm>
          <a:prstGeom prst="line">
            <a:avLst/>
          </a:prstGeom>
          <a:noFill/>
          <a:ln w="9525">
            <a:solidFill>
              <a:srgbClr val="3366FF"/>
            </a:solidFill>
            <a:round/>
            <a:headEnd/>
            <a:tailEnd type="triangle" w="med" len="med"/>
          </a:ln>
        </p:spPr>
        <p:txBody>
          <a:bodyPr wrap="none" anchor="ctr"/>
          <a:lstStyle/>
          <a:p>
            <a:endParaRPr lang="en-US"/>
          </a:p>
        </p:txBody>
      </p:sp>
      <p:sp>
        <p:nvSpPr>
          <p:cNvPr id="13338" name="Line 19"/>
          <p:cNvSpPr>
            <a:spLocks noChangeShapeType="1"/>
          </p:cNvSpPr>
          <p:nvPr/>
        </p:nvSpPr>
        <p:spPr bwMode="auto">
          <a:xfrm>
            <a:off x="8020050" y="2635250"/>
            <a:ext cx="319088" cy="174625"/>
          </a:xfrm>
          <a:prstGeom prst="line">
            <a:avLst/>
          </a:prstGeom>
          <a:noFill/>
          <a:ln w="9525">
            <a:solidFill>
              <a:srgbClr val="3366FF"/>
            </a:solidFill>
            <a:round/>
            <a:headEnd/>
            <a:tailEnd type="triangle" w="med" len="med"/>
          </a:ln>
        </p:spPr>
        <p:txBody>
          <a:bodyPr wrap="none" anchor="ctr"/>
          <a:lstStyle/>
          <a:p>
            <a:endParaRPr lang="en-US"/>
          </a:p>
        </p:txBody>
      </p:sp>
      <p:sp>
        <p:nvSpPr>
          <p:cNvPr id="13339" name="Text Box 20"/>
          <p:cNvSpPr txBox="1">
            <a:spLocks noChangeArrowheads="1"/>
          </p:cNvSpPr>
          <p:nvPr/>
        </p:nvSpPr>
        <p:spPr bwMode="auto">
          <a:xfrm>
            <a:off x="8154988" y="2779713"/>
            <a:ext cx="323850" cy="366712"/>
          </a:xfrm>
          <a:prstGeom prst="rect">
            <a:avLst/>
          </a:prstGeom>
          <a:noFill/>
          <a:ln w="9525" algn="ctr">
            <a:noFill/>
            <a:miter lim="800000"/>
            <a:headEnd/>
            <a:tailEnd/>
          </a:ln>
        </p:spPr>
        <p:txBody>
          <a:bodyPr wrap="none">
            <a:spAutoFit/>
          </a:bodyPr>
          <a:lstStyle/>
          <a:p>
            <a:r>
              <a:rPr lang="en-US" b="1">
                <a:solidFill>
                  <a:srgbClr val="3366FF"/>
                </a:solidFill>
              </a:rPr>
              <a:t>T</a:t>
            </a:r>
          </a:p>
        </p:txBody>
      </p:sp>
      <p:sp>
        <p:nvSpPr>
          <p:cNvPr id="13340" name="Text Box 21"/>
          <p:cNvSpPr txBox="1">
            <a:spLocks noChangeArrowheads="1"/>
          </p:cNvSpPr>
          <p:nvPr/>
        </p:nvSpPr>
        <p:spPr bwMode="auto">
          <a:xfrm>
            <a:off x="6346825" y="2801938"/>
            <a:ext cx="323850" cy="366712"/>
          </a:xfrm>
          <a:prstGeom prst="rect">
            <a:avLst/>
          </a:prstGeom>
          <a:noFill/>
          <a:ln w="9525" algn="ctr">
            <a:noFill/>
            <a:miter lim="800000"/>
            <a:headEnd/>
            <a:tailEnd/>
          </a:ln>
        </p:spPr>
        <p:txBody>
          <a:bodyPr wrap="none">
            <a:spAutoFit/>
          </a:bodyPr>
          <a:lstStyle/>
          <a:p>
            <a:r>
              <a:rPr lang="en-US" b="1">
                <a:solidFill>
                  <a:srgbClr val="3366FF"/>
                </a:solidFill>
              </a:rPr>
              <a:t>T</a:t>
            </a:r>
          </a:p>
        </p:txBody>
      </p:sp>
      <p:sp>
        <p:nvSpPr>
          <p:cNvPr id="13341" name="Line 22"/>
          <p:cNvSpPr>
            <a:spLocks noChangeShapeType="1"/>
          </p:cNvSpPr>
          <p:nvPr/>
        </p:nvSpPr>
        <p:spPr bwMode="auto">
          <a:xfrm>
            <a:off x="6329363" y="2468563"/>
            <a:ext cx="2235200" cy="0"/>
          </a:xfrm>
          <a:prstGeom prst="line">
            <a:avLst/>
          </a:prstGeom>
          <a:noFill/>
          <a:ln w="9525">
            <a:solidFill>
              <a:schemeClr val="tx1"/>
            </a:solidFill>
            <a:prstDash val="dash"/>
            <a:round/>
            <a:headEnd/>
            <a:tailEnd/>
          </a:ln>
        </p:spPr>
        <p:txBody>
          <a:bodyPr wrap="none" anchor="ctr"/>
          <a:lstStyle/>
          <a:p>
            <a:endParaRPr lang="en-US"/>
          </a:p>
        </p:txBody>
      </p:sp>
      <p:sp>
        <p:nvSpPr>
          <p:cNvPr id="13342" name="Text Box 23"/>
          <p:cNvSpPr txBox="1">
            <a:spLocks noChangeArrowheads="1"/>
          </p:cNvSpPr>
          <p:nvPr/>
        </p:nvSpPr>
        <p:spPr bwMode="auto">
          <a:xfrm>
            <a:off x="8234363" y="2420938"/>
            <a:ext cx="290512" cy="336550"/>
          </a:xfrm>
          <a:prstGeom prst="rect">
            <a:avLst/>
          </a:prstGeom>
          <a:noFill/>
          <a:ln w="9525" algn="ctr">
            <a:noFill/>
            <a:miter lim="800000"/>
            <a:headEnd/>
            <a:tailEnd/>
          </a:ln>
        </p:spPr>
        <p:txBody>
          <a:bodyPr wrap="none">
            <a:spAutoFit/>
          </a:bodyPr>
          <a:lstStyle/>
          <a:p>
            <a:r>
              <a:rPr lang="en-US" sz="1600">
                <a:sym typeface="Symbol" pitchFamily="18" charset="2"/>
              </a:rPr>
              <a:t></a:t>
            </a:r>
          </a:p>
        </p:txBody>
      </p:sp>
      <p:sp>
        <p:nvSpPr>
          <p:cNvPr id="13343" name="Text Box 24"/>
          <p:cNvSpPr txBox="1">
            <a:spLocks noChangeArrowheads="1"/>
          </p:cNvSpPr>
          <p:nvPr/>
        </p:nvSpPr>
        <p:spPr bwMode="auto">
          <a:xfrm>
            <a:off x="6384925" y="2427288"/>
            <a:ext cx="290513" cy="336550"/>
          </a:xfrm>
          <a:prstGeom prst="rect">
            <a:avLst/>
          </a:prstGeom>
          <a:noFill/>
          <a:ln w="9525" algn="ctr">
            <a:noFill/>
            <a:miter lim="800000"/>
            <a:headEnd/>
            <a:tailEnd/>
          </a:ln>
        </p:spPr>
        <p:txBody>
          <a:bodyPr wrap="none">
            <a:spAutoFit/>
          </a:bodyPr>
          <a:lstStyle/>
          <a:p>
            <a:r>
              <a:rPr lang="en-US" sz="1600">
                <a:sym typeface="Symbol" pitchFamily="18" charset="2"/>
              </a:rPr>
              <a:t></a:t>
            </a:r>
          </a:p>
        </p:txBody>
      </p:sp>
      <p:sp>
        <p:nvSpPr>
          <p:cNvPr id="13344" name="Line 25"/>
          <p:cNvSpPr>
            <a:spLocks noChangeShapeType="1"/>
          </p:cNvSpPr>
          <p:nvPr/>
        </p:nvSpPr>
        <p:spPr bwMode="auto">
          <a:xfrm flipH="1">
            <a:off x="4949825" y="1597025"/>
            <a:ext cx="2670175" cy="87313"/>
          </a:xfrm>
          <a:prstGeom prst="line">
            <a:avLst/>
          </a:prstGeom>
          <a:noFill/>
          <a:ln w="9525">
            <a:solidFill>
              <a:schemeClr val="tx1"/>
            </a:solidFill>
            <a:round/>
            <a:headEnd/>
            <a:tailEnd/>
          </a:ln>
        </p:spPr>
        <p:txBody>
          <a:bodyPr wrap="none" anchor="ctr"/>
          <a:lstStyle/>
          <a:p>
            <a:endParaRPr lang="en-US"/>
          </a:p>
        </p:txBody>
      </p:sp>
      <p:sp>
        <p:nvSpPr>
          <p:cNvPr id="13345" name="Rectangle 30"/>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13316" name="Object 29"/>
          <p:cNvGraphicFramePr>
            <a:graphicFrameLocks noChangeAspect="1"/>
          </p:cNvGraphicFramePr>
          <p:nvPr/>
        </p:nvGraphicFramePr>
        <p:xfrm>
          <a:off x="1503363" y="2409825"/>
          <a:ext cx="1249362" cy="406400"/>
        </p:xfrm>
        <a:graphic>
          <a:graphicData uri="http://schemas.openxmlformats.org/presentationml/2006/ole">
            <mc:AlternateContent xmlns:mc="http://schemas.openxmlformats.org/markup-compatibility/2006">
              <mc:Choice xmlns:v="urn:schemas-microsoft-com:vml" Requires="v">
                <p:oleObj name="Equation" r:id="rId6" imgW="672840" imgH="215640" progId="Equation.3">
                  <p:embed/>
                </p:oleObj>
              </mc:Choice>
              <mc:Fallback>
                <p:oleObj name="Equation" r:id="rId6" imgW="672840" imgH="215640" progId="Equation.3">
                  <p:embed/>
                  <p:pic>
                    <p:nvPicPr>
                      <p:cNvPr id="13316" name="Object 2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03363" y="2409825"/>
                        <a:ext cx="1249362"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46" name="Rectangle 32"/>
          <p:cNvSpPr>
            <a:spLocks noChangeArrowheads="1"/>
          </p:cNvSpPr>
          <p:nvPr/>
        </p:nvSpPr>
        <p:spPr bwMode="auto">
          <a:xfrm>
            <a:off x="0" y="3319463"/>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13317" name="Object 31"/>
          <p:cNvGraphicFramePr>
            <a:graphicFrameLocks noChangeAspect="1"/>
          </p:cNvGraphicFramePr>
          <p:nvPr/>
        </p:nvGraphicFramePr>
        <p:xfrm>
          <a:off x="1682750" y="3913188"/>
          <a:ext cx="1001713" cy="360362"/>
        </p:xfrm>
        <a:graphic>
          <a:graphicData uri="http://schemas.openxmlformats.org/presentationml/2006/ole">
            <mc:AlternateContent xmlns:mc="http://schemas.openxmlformats.org/markup-compatibility/2006">
              <mc:Choice xmlns:v="urn:schemas-microsoft-com:vml" Requires="v">
                <p:oleObj name="Equation" r:id="rId8" imgW="609336" imgH="215806" progId="Equation.3">
                  <p:embed/>
                </p:oleObj>
              </mc:Choice>
              <mc:Fallback>
                <p:oleObj name="Equation" r:id="rId8" imgW="609336" imgH="215806" progId="Equation.3">
                  <p:embed/>
                  <p:pic>
                    <p:nvPicPr>
                      <p:cNvPr id="13317" name="Object 3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82750" y="3913188"/>
                        <a:ext cx="1001713" cy="360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47" name="Rectangle 34"/>
          <p:cNvSpPr>
            <a:spLocks noChangeArrowheads="1"/>
          </p:cNvSpPr>
          <p:nvPr/>
        </p:nvSpPr>
        <p:spPr bwMode="auto">
          <a:xfrm>
            <a:off x="0" y="3314700"/>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13318" name="Object 33"/>
          <p:cNvGraphicFramePr>
            <a:graphicFrameLocks noChangeAspect="1"/>
          </p:cNvGraphicFramePr>
          <p:nvPr/>
        </p:nvGraphicFramePr>
        <p:xfrm>
          <a:off x="1514475" y="5114925"/>
          <a:ext cx="1298575" cy="427038"/>
        </p:xfrm>
        <a:graphic>
          <a:graphicData uri="http://schemas.openxmlformats.org/presentationml/2006/ole">
            <mc:AlternateContent xmlns:mc="http://schemas.openxmlformats.org/markup-compatibility/2006">
              <mc:Choice xmlns:v="urn:schemas-microsoft-com:vml" Requires="v">
                <p:oleObj name="Equation" r:id="rId10" imgW="698400" imgH="228600" progId="Equation.3">
                  <p:embed/>
                </p:oleObj>
              </mc:Choice>
              <mc:Fallback>
                <p:oleObj name="Equation" r:id="rId10" imgW="698400" imgH="228600" progId="Equation.3">
                  <p:embed/>
                  <p:pic>
                    <p:nvPicPr>
                      <p:cNvPr id="13318" name="Object 3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14475" y="5114925"/>
                        <a:ext cx="1298575" cy="427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9" name="Object 35"/>
          <p:cNvGraphicFramePr>
            <a:graphicFrameLocks noChangeAspect="1"/>
          </p:cNvGraphicFramePr>
          <p:nvPr/>
        </p:nvGraphicFramePr>
        <p:xfrm>
          <a:off x="5424488" y="4835525"/>
          <a:ext cx="1676400" cy="450850"/>
        </p:xfrm>
        <a:graphic>
          <a:graphicData uri="http://schemas.openxmlformats.org/presentationml/2006/ole">
            <mc:AlternateContent xmlns:mc="http://schemas.openxmlformats.org/markup-compatibility/2006">
              <mc:Choice xmlns:v="urn:schemas-microsoft-com:vml" Requires="v">
                <p:oleObj name="Equation" r:id="rId12" imgW="901440" imgH="241200" progId="Equation.3">
                  <p:embed/>
                </p:oleObj>
              </mc:Choice>
              <mc:Fallback>
                <p:oleObj name="Equation" r:id="rId12" imgW="901440" imgH="241200" progId="Equation.3">
                  <p:embed/>
                  <p:pic>
                    <p:nvPicPr>
                      <p:cNvPr id="13319" name="Object 3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24488" y="4835525"/>
                        <a:ext cx="1676400" cy="450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36"/>
          <p:cNvGrpSpPr>
            <a:grpSpLocks/>
          </p:cNvGrpSpPr>
          <p:nvPr/>
        </p:nvGrpSpPr>
        <p:grpSpPr bwMode="auto">
          <a:xfrm>
            <a:off x="3630613" y="1597025"/>
            <a:ext cx="5108575" cy="2635250"/>
            <a:chOff x="2287" y="1006"/>
            <a:chExt cx="3218" cy="1660"/>
          </a:xfrm>
        </p:grpSpPr>
        <p:sp>
          <p:nvSpPr>
            <p:cNvPr id="13349" name="Oval 37"/>
            <p:cNvSpPr>
              <a:spLocks noChangeArrowheads="1"/>
            </p:cNvSpPr>
            <p:nvPr/>
          </p:nvSpPr>
          <p:spPr bwMode="auto">
            <a:xfrm>
              <a:off x="2974" y="1066"/>
              <a:ext cx="324" cy="309"/>
            </a:xfrm>
            <a:prstGeom prst="ellipse">
              <a:avLst/>
            </a:prstGeom>
            <a:solidFill>
              <a:schemeClr val="bg1"/>
            </a:solidFill>
            <a:ln w="25400" algn="ctr">
              <a:solidFill>
                <a:schemeClr val="tx1"/>
              </a:solidFill>
              <a:round/>
              <a:headEnd/>
              <a:tailEnd/>
            </a:ln>
          </p:spPr>
          <p:txBody>
            <a:bodyPr wrap="none" anchor="ctr"/>
            <a:lstStyle/>
            <a:p>
              <a:endParaRPr lang="en-US"/>
            </a:p>
          </p:txBody>
        </p:sp>
        <p:graphicFrame>
          <p:nvGraphicFramePr>
            <p:cNvPr id="13320" name="Object 38"/>
            <p:cNvGraphicFramePr>
              <a:graphicFrameLocks noChangeAspect="1"/>
            </p:cNvGraphicFramePr>
            <p:nvPr/>
          </p:nvGraphicFramePr>
          <p:xfrm>
            <a:off x="3078" y="1055"/>
            <a:ext cx="128" cy="112"/>
          </p:xfrm>
          <a:graphic>
            <a:graphicData uri="http://schemas.openxmlformats.org/presentationml/2006/ole">
              <mc:AlternateContent xmlns:mc="http://schemas.openxmlformats.org/markup-compatibility/2006">
                <mc:Choice xmlns:v="urn:schemas-microsoft-com:vml" Requires="v">
                  <p:oleObj name="Equation" r:id="rId14" imgW="203040" imgH="177480" progId="Equation.3">
                    <p:embed/>
                  </p:oleObj>
                </mc:Choice>
                <mc:Fallback>
                  <p:oleObj name="Equation" r:id="rId14" imgW="203040" imgH="177480" progId="Equation.3">
                    <p:embed/>
                    <p:pic>
                      <p:nvPicPr>
                        <p:cNvPr id="13320" name="Object 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8" y="1055"/>
                          <a:ext cx="128" cy="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50" name="Freeform 39"/>
            <p:cNvSpPr>
              <a:spLocks/>
            </p:cNvSpPr>
            <p:nvPr/>
          </p:nvSpPr>
          <p:spPr bwMode="auto">
            <a:xfrm>
              <a:off x="2287" y="1216"/>
              <a:ext cx="855" cy="558"/>
            </a:xfrm>
            <a:custGeom>
              <a:avLst/>
              <a:gdLst>
                <a:gd name="T0" fmla="*/ 855 w 855"/>
                <a:gd name="T1" fmla="*/ 0 h 558"/>
                <a:gd name="T2" fmla="*/ 759 w 855"/>
                <a:gd name="T3" fmla="*/ 9 h 558"/>
                <a:gd name="T4" fmla="*/ 657 w 855"/>
                <a:gd name="T5" fmla="*/ 57 h 558"/>
                <a:gd name="T6" fmla="*/ 561 w 855"/>
                <a:gd name="T7" fmla="*/ 141 h 558"/>
                <a:gd name="T8" fmla="*/ 414 w 855"/>
                <a:gd name="T9" fmla="*/ 333 h 558"/>
                <a:gd name="T10" fmla="*/ 285 w 855"/>
                <a:gd name="T11" fmla="*/ 429 h 558"/>
                <a:gd name="T12" fmla="*/ 0 w 855"/>
                <a:gd name="T13" fmla="*/ 558 h 558"/>
                <a:gd name="T14" fmla="*/ 0 60000 65536"/>
                <a:gd name="T15" fmla="*/ 0 60000 65536"/>
                <a:gd name="T16" fmla="*/ 0 60000 65536"/>
                <a:gd name="T17" fmla="*/ 0 60000 65536"/>
                <a:gd name="T18" fmla="*/ 0 60000 65536"/>
                <a:gd name="T19" fmla="*/ 0 60000 65536"/>
                <a:gd name="T20" fmla="*/ 0 60000 65536"/>
                <a:gd name="T21" fmla="*/ 0 w 855"/>
                <a:gd name="T22" fmla="*/ 0 h 558"/>
                <a:gd name="T23" fmla="*/ 855 w 855"/>
                <a:gd name="T24" fmla="*/ 558 h 5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5" h="558">
                  <a:moveTo>
                    <a:pt x="855" y="0"/>
                  </a:moveTo>
                  <a:cubicBezTo>
                    <a:pt x="823" y="0"/>
                    <a:pt x="792" y="0"/>
                    <a:pt x="759" y="9"/>
                  </a:cubicBezTo>
                  <a:cubicBezTo>
                    <a:pt x="726" y="18"/>
                    <a:pt x="690" y="35"/>
                    <a:pt x="657" y="57"/>
                  </a:cubicBezTo>
                  <a:cubicBezTo>
                    <a:pt x="624" y="79"/>
                    <a:pt x="601" y="95"/>
                    <a:pt x="561" y="141"/>
                  </a:cubicBezTo>
                  <a:cubicBezTo>
                    <a:pt x="521" y="187"/>
                    <a:pt x="460" y="285"/>
                    <a:pt x="414" y="333"/>
                  </a:cubicBezTo>
                  <a:cubicBezTo>
                    <a:pt x="368" y="381"/>
                    <a:pt x="354" y="392"/>
                    <a:pt x="285" y="429"/>
                  </a:cubicBezTo>
                  <a:cubicBezTo>
                    <a:pt x="216" y="466"/>
                    <a:pt x="47" y="537"/>
                    <a:pt x="0" y="558"/>
                  </a:cubicBezTo>
                </a:path>
              </a:pathLst>
            </a:custGeom>
            <a:noFill/>
            <a:ln w="38100">
              <a:solidFill>
                <a:srgbClr val="FFCC66"/>
              </a:solidFill>
              <a:round/>
              <a:headEnd/>
              <a:tailEnd/>
            </a:ln>
          </p:spPr>
          <p:txBody>
            <a:bodyPr wrap="none" anchor="ctr"/>
            <a:lstStyle/>
            <a:p>
              <a:endParaRPr lang="en-US"/>
            </a:p>
          </p:txBody>
        </p:sp>
        <p:sp>
          <p:nvSpPr>
            <p:cNvPr id="13351" name="Freeform 40"/>
            <p:cNvSpPr>
              <a:spLocks/>
            </p:cNvSpPr>
            <p:nvPr/>
          </p:nvSpPr>
          <p:spPr bwMode="auto">
            <a:xfrm flipH="1">
              <a:off x="3139" y="1219"/>
              <a:ext cx="855" cy="558"/>
            </a:xfrm>
            <a:custGeom>
              <a:avLst/>
              <a:gdLst>
                <a:gd name="T0" fmla="*/ 855 w 855"/>
                <a:gd name="T1" fmla="*/ 0 h 558"/>
                <a:gd name="T2" fmla="*/ 759 w 855"/>
                <a:gd name="T3" fmla="*/ 9 h 558"/>
                <a:gd name="T4" fmla="*/ 657 w 855"/>
                <a:gd name="T5" fmla="*/ 57 h 558"/>
                <a:gd name="T6" fmla="*/ 561 w 855"/>
                <a:gd name="T7" fmla="*/ 141 h 558"/>
                <a:gd name="T8" fmla="*/ 414 w 855"/>
                <a:gd name="T9" fmla="*/ 333 h 558"/>
                <a:gd name="T10" fmla="*/ 285 w 855"/>
                <a:gd name="T11" fmla="*/ 429 h 558"/>
                <a:gd name="T12" fmla="*/ 0 w 855"/>
                <a:gd name="T13" fmla="*/ 558 h 558"/>
                <a:gd name="T14" fmla="*/ 0 60000 65536"/>
                <a:gd name="T15" fmla="*/ 0 60000 65536"/>
                <a:gd name="T16" fmla="*/ 0 60000 65536"/>
                <a:gd name="T17" fmla="*/ 0 60000 65536"/>
                <a:gd name="T18" fmla="*/ 0 60000 65536"/>
                <a:gd name="T19" fmla="*/ 0 60000 65536"/>
                <a:gd name="T20" fmla="*/ 0 60000 65536"/>
                <a:gd name="T21" fmla="*/ 0 w 855"/>
                <a:gd name="T22" fmla="*/ 0 h 558"/>
                <a:gd name="T23" fmla="*/ 855 w 855"/>
                <a:gd name="T24" fmla="*/ 558 h 5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5" h="558">
                  <a:moveTo>
                    <a:pt x="855" y="0"/>
                  </a:moveTo>
                  <a:cubicBezTo>
                    <a:pt x="823" y="0"/>
                    <a:pt x="792" y="0"/>
                    <a:pt x="759" y="9"/>
                  </a:cubicBezTo>
                  <a:cubicBezTo>
                    <a:pt x="726" y="18"/>
                    <a:pt x="690" y="35"/>
                    <a:pt x="657" y="57"/>
                  </a:cubicBezTo>
                  <a:cubicBezTo>
                    <a:pt x="624" y="79"/>
                    <a:pt x="601" y="95"/>
                    <a:pt x="561" y="141"/>
                  </a:cubicBezTo>
                  <a:cubicBezTo>
                    <a:pt x="521" y="187"/>
                    <a:pt x="460" y="285"/>
                    <a:pt x="414" y="333"/>
                  </a:cubicBezTo>
                  <a:cubicBezTo>
                    <a:pt x="368" y="381"/>
                    <a:pt x="354" y="392"/>
                    <a:pt x="285" y="429"/>
                  </a:cubicBezTo>
                  <a:cubicBezTo>
                    <a:pt x="216" y="466"/>
                    <a:pt x="47" y="537"/>
                    <a:pt x="0" y="558"/>
                  </a:cubicBezTo>
                </a:path>
              </a:pathLst>
            </a:custGeom>
            <a:noFill/>
            <a:ln w="38100">
              <a:solidFill>
                <a:srgbClr val="FFCC66"/>
              </a:solidFill>
              <a:round/>
              <a:headEnd/>
              <a:tailEnd/>
            </a:ln>
          </p:spPr>
          <p:txBody>
            <a:bodyPr wrap="none" anchor="ctr"/>
            <a:lstStyle/>
            <a:p>
              <a:endParaRPr lang="en-US"/>
            </a:p>
          </p:txBody>
        </p:sp>
        <p:sp>
          <p:nvSpPr>
            <p:cNvPr id="13352" name="Arc 41"/>
            <p:cNvSpPr>
              <a:spLocks/>
            </p:cNvSpPr>
            <p:nvPr/>
          </p:nvSpPr>
          <p:spPr bwMode="auto">
            <a:xfrm>
              <a:off x="3008" y="1216"/>
              <a:ext cx="268" cy="320"/>
            </a:xfrm>
            <a:custGeom>
              <a:avLst/>
              <a:gdLst>
                <a:gd name="T0" fmla="*/ 0 w 17927"/>
                <a:gd name="T1" fmla="*/ 0 h 21600"/>
                <a:gd name="T2" fmla="*/ 4 w 17927"/>
                <a:gd name="T3" fmla="*/ 0 h 21600"/>
                <a:gd name="T4" fmla="*/ 2 w 17927"/>
                <a:gd name="T5" fmla="*/ 5 h 21600"/>
                <a:gd name="T6" fmla="*/ 0 60000 65536"/>
                <a:gd name="T7" fmla="*/ 0 60000 65536"/>
                <a:gd name="T8" fmla="*/ 0 60000 65536"/>
                <a:gd name="T9" fmla="*/ 0 w 17927"/>
                <a:gd name="T10" fmla="*/ 0 h 21600"/>
                <a:gd name="T11" fmla="*/ 17927 w 17927"/>
                <a:gd name="T12" fmla="*/ 21600 h 21600"/>
              </a:gdLst>
              <a:ahLst/>
              <a:cxnLst>
                <a:cxn ang="T6">
                  <a:pos x="T0" y="T1"/>
                </a:cxn>
                <a:cxn ang="T7">
                  <a:pos x="T2" y="T3"/>
                </a:cxn>
                <a:cxn ang="T8">
                  <a:pos x="T4" y="T5"/>
                </a:cxn>
              </a:cxnLst>
              <a:rect l="T9" t="T10" r="T11" b="T12"/>
              <a:pathLst>
                <a:path w="17927" h="21600" fill="none" extrusionOk="0">
                  <a:moveTo>
                    <a:pt x="0" y="1858"/>
                  </a:moveTo>
                  <a:cubicBezTo>
                    <a:pt x="2759" y="633"/>
                    <a:pt x="5745" y="-1"/>
                    <a:pt x="8765" y="0"/>
                  </a:cubicBezTo>
                  <a:cubicBezTo>
                    <a:pt x="11931" y="0"/>
                    <a:pt x="15059" y="696"/>
                    <a:pt x="17927" y="2039"/>
                  </a:cubicBezTo>
                </a:path>
                <a:path w="17927" h="21600" stroke="0" extrusionOk="0">
                  <a:moveTo>
                    <a:pt x="0" y="1858"/>
                  </a:moveTo>
                  <a:cubicBezTo>
                    <a:pt x="2759" y="633"/>
                    <a:pt x="5745" y="-1"/>
                    <a:pt x="8765" y="0"/>
                  </a:cubicBezTo>
                  <a:cubicBezTo>
                    <a:pt x="11931" y="0"/>
                    <a:pt x="15059" y="696"/>
                    <a:pt x="17927" y="2039"/>
                  </a:cubicBezTo>
                  <a:lnTo>
                    <a:pt x="8765" y="21600"/>
                  </a:lnTo>
                  <a:close/>
                </a:path>
              </a:pathLst>
            </a:custGeom>
            <a:noFill/>
            <a:ln w="38100">
              <a:solidFill>
                <a:srgbClr val="993300"/>
              </a:solidFill>
              <a:round/>
              <a:headEnd/>
              <a:tailEnd/>
            </a:ln>
          </p:spPr>
          <p:txBody>
            <a:bodyPr wrap="none" anchor="ctr"/>
            <a:lstStyle/>
            <a:p>
              <a:endParaRPr lang="en-US"/>
            </a:p>
          </p:txBody>
        </p:sp>
        <p:grpSp>
          <p:nvGrpSpPr>
            <p:cNvPr id="3" name="Group 42"/>
            <p:cNvGrpSpPr>
              <a:grpSpLocks/>
            </p:cNvGrpSpPr>
            <p:nvPr/>
          </p:nvGrpSpPr>
          <p:grpSpPr bwMode="auto">
            <a:xfrm>
              <a:off x="3852" y="1007"/>
              <a:ext cx="1653" cy="1659"/>
              <a:chOff x="3047" y="961"/>
              <a:chExt cx="1653" cy="1659"/>
            </a:xfrm>
          </p:grpSpPr>
          <p:sp>
            <p:nvSpPr>
              <p:cNvPr id="13356" name="Oval 43"/>
              <p:cNvSpPr>
                <a:spLocks noChangeArrowheads="1"/>
              </p:cNvSpPr>
              <p:nvPr/>
            </p:nvSpPr>
            <p:spPr bwMode="auto">
              <a:xfrm>
                <a:off x="3047" y="961"/>
                <a:ext cx="1653" cy="1659"/>
              </a:xfrm>
              <a:prstGeom prst="ellipse">
                <a:avLst/>
              </a:prstGeom>
              <a:solidFill>
                <a:schemeClr val="bg1"/>
              </a:solidFill>
              <a:ln w="25400" algn="ctr">
                <a:solidFill>
                  <a:schemeClr val="tx1"/>
                </a:solidFill>
                <a:round/>
                <a:headEnd/>
                <a:tailEnd/>
              </a:ln>
            </p:spPr>
            <p:txBody>
              <a:bodyPr wrap="none" anchor="ctr"/>
              <a:lstStyle/>
              <a:p>
                <a:endParaRPr lang="en-US"/>
              </a:p>
            </p:txBody>
          </p:sp>
          <p:graphicFrame>
            <p:nvGraphicFramePr>
              <p:cNvPr id="13321" name="Object 44"/>
              <p:cNvGraphicFramePr>
                <a:graphicFrameLocks noChangeAspect="1"/>
              </p:cNvGraphicFramePr>
              <p:nvPr/>
            </p:nvGraphicFramePr>
            <p:xfrm>
              <a:off x="3808" y="1230"/>
              <a:ext cx="173" cy="172"/>
            </p:xfrm>
            <a:graphic>
              <a:graphicData uri="http://schemas.openxmlformats.org/presentationml/2006/ole">
                <mc:AlternateContent xmlns:mc="http://schemas.openxmlformats.org/markup-compatibility/2006">
                  <mc:Choice xmlns:v="urn:schemas-microsoft-com:vml" Requires="v">
                    <p:oleObj name="Equation" r:id="rId15" imgW="203040" imgH="177480" progId="Equation.3">
                      <p:embed/>
                    </p:oleObj>
                  </mc:Choice>
                  <mc:Fallback>
                    <p:oleObj name="Equation" r:id="rId15" imgW="203040" imgH="177480" progId="Equation.3">
                      <p:embed/>
                      <p:pic>
                        <p:nvPicPr>
                          <p:cNvPr id="13321" name="Object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08" y="1230"/>
                            <a:ext cx="173" cy="1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57" name="Arc 45"/>
              <p:cNvSpPr>
                <a:spLocks/>
              </p:cNvSpPr>
              <p:nvPr/>
            </p:nvSpPr>
            <p:spPr bwMode="auto">
              <a:xfrm>
                <a:off x="3532" y="1522"/>
                <a:ext cx="709" cy="964"/>
              </a:xfrm>
              <a:custGeom>
                <a:avLst/>
                <a:gdLst>
                  <a:gd name="T0" fmla="*/ 0 w 17927"/>
                  <a:gd name="T1" fmla="*/ 4 h 21600"/>
                  <a:gd name="T2" fmla="*/ 28 w 17927"/>
                  <a:gd name="T3" fmla="*/ 4 h 21600"/>
                  <a:gd name="T4" fmla="*/ 14 w 17927"/>
                  <a:gd name="T5" fmla="*/ 43 h 21600"/>
                  <a:gd name="T6" fmla="*/ 0 60000 65536"/>
                  <a:gd name="T7" fmla="*/ 0 60000 65536"/>
                  <a:gd name="T8" fmla="*/ 0 60000 65536"/>
                  <a:gd name="T9" fmla="*/ 0 w 17927"/>
                  <a:gd name="T10" fmla="*/ 0 h 21600"/>
                  <a:gd name="T11" fmla="*/ 17927 w 17927"/>
                  <a:gd name="T12" fmla="*/ 21600 h 21600"/>
                </a:gdLst>
                <a:ahLst/>
                <a:cxnLst>
                  <a:cxn ang="T6">
                    <a:pos x="T0" y="T1"/>
                  </a:cxn>
                  <a:cxn ang="T7">
                    <a:pos x="T2" y="T3"/>
                  </a:cxn>
                  <a:cxn ang="T8">
                    <a:pos x="T4" y="T5"/>
                  </a:cxn>
                </a:cxnLst>
                <a:rect l="T9" t="T10" r="T11" b="T12"/>
                <a:pathLst>
                  <a:path w="17927" h="21600" fill="none" extrusionOk="0">
                    <a:moveTo>
                      <a:pt x="0" y="1858"/>
                    </a:moveTo>
                    <a:cubicBezTo>
                      <a:pt x="2759" y="633"/>
                      <a:pt x="5745" y="-1"/>
                      <a:pt x="8765" y="0"/>
                    </a:cubicBezTo>
                    <a:cubicBezTo>
                      <a:pt x="11931" y="0"/>
                      <a:pt x="15059" y="696"/>
                      <a:pt x="17927" y="2039"/>
                    </a:cubicBezTo>
                  </a:path>
                  <a:path w="17927" h="21600" stroke="0" extrusionOk="0">
                    <a:moveTo>
                      <a:pt x="0" y="1858"/>
                    </a:moveTo>
                    <a:cubicBezTo>
                      <a:pt x="2759" y="633"/>
                      <a:pt x="5745" y="-1"/>
                      <a:pt x="8765" y="0"/>
                    </a:cubicBezTo>
                    <a:cubicBezTo>
                      <a:pt x="11931" y="0"/>
                      <a:pt x="15059" y="696"/>
                      <a:pt x="17927" y="2039"/>
                    </a:cubicBezTo>
                    <a:lnTo>
                      <a:pt x="8765" y="21600"/>
                    </a:lnTo>
                    <a:close/>
                  </a:path>
                </a:pathLst>
              </a:custGeom>
              <a:noFill/>
              <a:ln w="76200">
                <a:solidFill>
                  <a:srgbClr val="993300"/>
                </a:solidFill>
                <a:round/>
                <a:headEnd/>
                <a:tailEnd/>
              </a:ln>
            </p:spPr>
            <p:txBody>
              <a:bodyPr wrap="none" anchor="ctr"/>
              <a:lstStyle/>
              <a:p>
                <a:endParaRPr lang="en-US"/>
              </a:p>
            </p:txBody>
          </p:sp>
          <p:sp>
            <p:nvSpPr>
              <p:cNvPr id="13358" name="Line 46"/>
              <p:cNvSpPr>
                <a:spLocks noChangeShapeType="1"/>
              </p:cNvSpPr>
              <p:nvPr/>
            </p:nvSpPr>
            <p:spPr bwMode="auto">
              <a:xfrm flipH="1">
                <a:off x="3878" y="1603"/>
                <a:ext cx="350" cy="886"/>
              </a:xfrm>
              <a:prstGeom prst="line">
                <a:avLst/>
              </a:prstGeom>
              <a:noFill/>
              <a:ln w="9525">
                <a:solidFill>
                  <a:schemeClr val="tx1"/>
                </a:solidFill>
                <a:prstDash val="dash"/>
                <a:round/>
                <a:headEnd/>
                <a:tailEnd/>
              </a:ln>
            </p:spPr>
            <p:txBody>
              <a:bodyPr wrap="none" anchor="ctr"/>
              <a:lstStyle/>
              <a:p>
                <a:endParaRPr lang="en-US"/>
              </a:p>
            </p:txBody>
          </p:sp>
          <p:sp>
            <p:nvSpPr>
              <p:cNvPr id="13359" name="Line 47"/>
              <p:cNvSpPr>
                <a:spLocks noChangeShapeType="1"/>
              </p:cNvSpPr>
              <p:nvPr/>
            </p:nvSpPr>
            <p:spPr bwMode="auto">
              <a:xfrm>
                <a:off x="3521" y="1567"/>
                <a:ext cx="349" cy="886"/>
              </a:xfrm>
              <a:prstGeom prst="line">
                <a:avLst/>
              </a:prstGeom>
              <a:noFill/>
              <a:ln w="9525">
                <a:solidFill>
                  <a:schemeClr val="tx1"/>
                </a:solidFill>
                <a:prstDash val="dash"/>
                <a:round/>
                <a:headEnd/>
                <a:tailEnd/>
              </a:ln>
            </p:spPr>
            <p:txBody>
              <a:bodyPr wrap="none" anchor="ctr"/>
              <a:lstStyle/>
              <a:p>
                <a:endParaRPr lang="en-US"/>
              </a:p>
            </p:txBody>
          </p:sp>
          <p:sp>
            <p:nvSpPr>
              <p:cNvPr id="13360" name="Line 48"/>
              <p:cNvSpPr>
                <a:spLocks noChangeShapeType="1"/>
              </p:cNvSpPr>
              <p:nvPr/>
            </p:nvSpPr>
            <p:spPr bwMode="auto">
              <a:xfrm>
                <a:off x="3878" y="1468"/>
                <a:ext cx="0" cy="985"/>
              </a:xfrm>
              <a:prstGeom prst="line">
                <a:avLst/>
              </a:prstGeom>
              <a:noFill/>
              <a:ln w="9525">
                <a:solidFill>
                  <a:schemeClr val="tx1"/>
                </a:solidFill>
                <a:prstDash val="dash"/>
                <a:round/>
                <a:headEnd/>
                <a:tailEnd/>
              </a:ln>
            </p:spPr>
            <p:txBody>
              <a:bodyPr wrap="none" anchor="ctr"/>
              <a:lstStyle/>
              <a:p>
                <a:endParaRPr lang="en-US"/>
              </a:p>
            </p:txBody>
          </p:sp>
          <p:sp>
            <p:nvSpPr>
              <p:cNvPr id="13361" name="Text Box 49"/>
              <p:cNvSpPr txBox="1">
                <a:spLocks noChangeArrowheads="1"/>
              </p:cNvSpPr>
              <p:nvPr/>
            </p:nvSpPr>
            <p:spPr bwMode="auto">
              <a:xfrm>
                <a:off x="3866" y="1988"/>
                <a:ext cx="183" cy="212"/>
              </a:xfrm>
              <a:prstGeom prst="rect">
                <a:avLst/>
              </a:prstGeom>
              <a:noFill/>
              <a:ln w="9525" algn="ctr">
                <a:noFill/>
                <a:miter lim="800000"/>
                <a:headEnd/>
                <a:tailEnd/>
              </a:ln>
            </p:spPr>
            <p:txBody>
              <a:bodyPr wrap="none">
                <a:spAutoFit/>
              </a:bodyPr>
              <a:lstStyle/>
              <a:p>
                <a:r>
                  <a:rPr lang="en-US" sz="1600">
                    <a:sym typeface="Symbol" pitchFamily="18" charset="2"/>
                  </a:rPr>
                  <a:t></a:t>
                </a:r>
              </a:p>
            </p:txBody>
          </p:sp>
          <p:sp>
            <p:nvSpPr>
              <p:cNvPr id="13362" name="Line 50"/>
              <p:cNvSpPr>
                <a:spLocks noChangeShapeType="1"/>
              </p:cNvSpPr>
              <p:nvPr/>
            </p:nvSpPr>
            <p:spPr bwMode="auto">
              <a:xfrm flipH="1">
                <a:off x="3319" y="1600"/>
                <a:ext cx="201" cy="110"/>
              </a:xfrm>
              <a:prstGeom prst="line">
                <a:avLst/>
              </a:prstGeom>
              <a:noFill/>
              <a:ln w="9525">
                <a:solidFill>
                  <a:srgbClr val="3366FF"/>
                </a:solidFill>
                <a:round/>
                <a:headEnd/>
                <a:tailEnd type="triangle" w="med" len="med"/>
              </a:ln>
            </p:spPr>
            <p:txBody>
              <a:bodyPr wrap="none" anchor="ctr"/>
              <a:lstStyle/>
              <a:p>
                <a:endParaRPr lang="en-US"/>
              </a:p>
            </p:txBody>
          </p:sp>
          <p:sp>
            <p:nvSpPr>
              <p:cNvPr id="13363" name="Line 51"/>
              <p:cNvSpPr>
                <a:spLocks noChangeShapeType="1"/>
              </p:cNvSpPr>
              <p:nvPr/>
            </p:nvSpPr>
            <p:spPr bwMode="auto">
              <a:xfrm>
                <a:off x="4247" y="1614"/>
                <a:ext cx="201" cy="110"/>
              </a:xfrm>
              <a:prstGeom prst="line">
                <a:avLst/>
              </a:prstGeom>
              <a:noFill/>
              <a:ln w="9525">
                <a:solidFill>
                  <a:srgbClr val="3366FF"/>
                </a:solidFill>
                <a:round/>
                <a:headEnd/>
                <a:tailEnd type="triangle" w="med" len="med"/>
              </a:ln>
            </p:spPr>
            <p:txBody>
              <a:bodyPr wrap="none" anchor="ctr"/>
              <a:lstStyle/>
              <a:p>
                <a:endParaRPr lang="en-US"/>
              </a:p>
            </p:txBody>
          </p:sp>
          <p:sp>
            <p:nvSpPr>
              <p:cNvPr id="13364" name="Text Box 52"/>
              <p:cNvSpPr txBox="1">
                <a:spLocks noChangeArrowheads="1"/>
              </p:cNvSpPr>
              <p:nvPr/>
            </p:nvSpPr>
            <p:spPr bwMode="auto">
              <a:xfrm>
                <a:off x="4442" y="1614"/>
                <a:ext cx="204" cy="231"/>
              </a:xfrm>
              <a:prstGeom prst="rect">
                <a:avLst/>
              </a:prstGeom>
              <a:noFill/>
              <a:ln w="9525" algn="ctr">
                <a:noFill/>
                <a:miter lim="800000"/>
                <a:headEnd/>
                <a:tailEnd/>
              </a:ln>
            </p:spPr>
            <p:txBody>
              <a:bodyPr wrap="none">
                <a:spAutoFit/>
              </a:bodyPr>
              <a:lstStyle/>
              <a:p>
                <a:r>
                  <a:rPr lang="en-US" b="1">
                    <a:solidFill>
                      <a:srgbClr val="3366FF"/>
                    </a:solidFill>
                  </a:rPr>
                  <a:t>T</a:t>
                </a:r>
              </a:p>
            </p:txBody>
          </p:sp>
          <p:sp>
            <p:nvSpPr>
              <p:cNvPr id="13365" name="Text Box 53"/>
              <p:cNvSpPr txBox="1">
                <a:spLocks noChangeArrowheads="1"/>
              </p:cNvSpPr>
              <p:nvPr/>
            </p:nvSpPr>
            <p:spPr bwMode="auto">
              <a:xfrm>
                <a:off x="3093" y="1627"/>
                <a:ext cx="204" cy="231"/>
              </a:xfrm>
              <a:prstGeom prst="rect">
                <a:avLst/>
              </a:prstGeom>
              <a:noFill/>
              <a:ln w="9525" algn="ctr">
                <a:noFill/>
                <a:miter lim="800000"/>
                <a:headEnd/>
                <a:tailEnd/>
              </a:ln>
            </p:spPr>
            <p:txBody>
              <a:bodyPr wrap="none">
                <a:spAutoFit/>
              </a:bodyPr>
              <a:lstStyle/>
              <a:p>
                <a:r>
                  <a:rPr lang="en-US" b="1">
                    <a:solidFill>
                      <a:srgbClr val="3366FF"/>
                    </a:solidFill>
                  </a:rPr>
                  <a:t>T</a:t>
                </a:r>
              </a:p>
            </p:txBody>
          </p:sp>
          <p:sp>
            <p:nvSpPr>
              <p:cNvPr id="13366" name="Line 54"/>
              <p:cNvSpPr>
                <a:spLocks noChangeShapeType="1"/>
              </p:cNvSpPr>
              <p:nvPr/>
            </p:nvSpPr>
            <p:spPr bwMode="auto">
              <a:xfrm>
                <a:off x="3173" y="1509"/>
                <a:ext cx="1408" cy="0"/>
              </a:xfrm>
              <a:prstGeom prst="line">
                <a:avLst/>
              </a:prstGeom>
              <a:noFill/>
              <a:ln w="9525">
                <a:solidFill>
                  <a:schemeClr val="tx1"/>
                </a:solidFill>
                <a:prstDash val="dash"/>
                <a:round/>
                <a:headEnd/>
                <a:tailEnd/>
              </a:ln>
            </p:spPr>
            <p:txBody>
              <a:bodyPr wrap="none" anchor="ctr"/>
              <a:lstStyle/>
              <a:p>
                <a:endParaRPr lang="en-US"/>
              </a:p>
            </p:txBody>
          </p:sp>
          <p:sp>
            <p:nvSpPr>
              <p:cNvPr id="13367" name="Text Box 55"/>
              <p:cNvSpPr txBox="1">
                <a:spLocks noChangeArrowheads="1"/>
              </p:cNvSpPr>
              <p:nvPr/>
            </p:nvSpPr>
            <p:spPr bwMode="auto">
              <a:xfrm>
                <a:off x="4310" y="1489"/>
                <a:ext cx="183" cy="212"/>
              </a:xfrm>
              <a:prstGeom prst="rect">
                <a:avLst/>
              </a:prstGeom>
              <a:noFill/>
              <a:ln w="9525" algn="ctr">
                <a:noFill/>
                <a:miter lim="800000"/>
                <a:headEnd/>
                <a:tailEnd/>
              </a:ln>
            </p:spPr>
            <p:txBody>
              <a:bodyPr wrap="none">
                <a:spAutoFit/>
              </a:bodyPr>
              <a:lstStyle/>
              <a:p>
                <a:r>
                  <a:rPr lang="en-US" sz="1600">
                    <a:sym typeface="Symbol" pitchFamily="18" charset="2"/>
                  </a:rPr>
                  <a:t></a:t>
                </a:r>
              </a:p>
            </p:txBody>
          </p:sp>
          <p:sp>
            <p:nvSpPr>
              <p:cNvPr id="13368" name="Text Box 56"/>
              <p:cNvSpPr txBox="1">
                <a:spLocks noChangeArrowheads="1"/>
              </p:cNvSpPr>
              <p:nvPr/>
            </p:nvSpPr>
            <p:spPr bwMode="auto">
              <a:xfrm>
                <a:off x="3227" y="1484"/>
                <a:ext cx="183" cy="212"/>
              </a:xfrm>
              <a:prstGeom prst="rect">
                <a:avLst/>
              </a:prstGeom>
              <a:noFill/>
              <a:ln w="9525" algn="ctr">
                <a:noFill/>
                <a:miter lim="800000"/>
                <a:headEnd/>
                <a:tailEnd/>
              </a:ln>
            </p:spPr>
            <p:txBody>
              <a:bodyPr wrap="none">
                <a:spAutoFit/>
              </a:bodyPr>
              <a:lstStyle/>
              <a:p>
                <a:r>
                  <a:rPr lang="en-US" sz="1600">
                    <a:sym typeface="Symbol" pitchFamily="18" charset="2"/>
                  </a:rPr>
                  <a:t></a:t>
                </a:r>
              </a:p>
            </p:txBody>
          </p:sp>
        </p:grpSp>
        <p:sp>
          <p:nvSpPr>
            <p:cNvPr id="13354" name="Line 57"/>
            <p:cNvSpPr>
              <a:spLocks noChangeShapeType="1"/>
            </p:cNvSpPr>
            <p:nvPr/>
          </p:nvSpPr>
          <p:spPr bwMode="auto">
            <a:xfrm flipH="1">
              <a:off x="3118" y="1006"/>
              <a:ext cx="1682" cy="55"/>
            </a:xfrm>
            <a:prstGeom prst="line">
              <a:avLst/>
            </a:prstGeom>
            <a:noFill/>
            <a:ln w="9525">
              <a:solidFill>
                <a:schemeClr val="tx1"/>
              </a:solidFill>
              <a:round/>
              <a:headEnd/>
              <a:tailEnd/>
            </a:ln>
          </p:spPr>
          <p:txBody>
            <a:bodyPr wrap="none" anchor="ctr"/>
            <a:lstStyle/>
            <a:p>
              <a:endParaRPr lang="en-US"/>
            </a:p>
          </p:txBody>
        </p:sp>
        <p:sp>
          <p:nvSpPr>
            <p:cNvPr id="13355" name="Line 58"/>
            <p:cNvSpPr>
              <a:spLocks noChangeShapeType="1"/>
            </p:cNvSpPr>
            <p:nvPr/>
          </p:nvSpPr>
          <p:spPr bwMode="auto">
            <a:xfrm flipH="1" flipV="1">
              <a:off x="2981" y="1280"/>
              <a:ext cx="1115" cy="1152"/>
            </a:xfrm>
            <a:prstGeom prst="line">
              <a:avLst/>
            </a:prstGeom>
            <a:noFill/>
            <a:ln w="9525">
              <a:solidFill>
                <a:schemeClr val="tx1"/>
              </a:solidFill>
              <a:round/>
              <a:headEnd/>
              <a:tailEnd/>
            </a:ln>
          </p:spPr>
          <p:txBody>
            <a:bodyPr wrap="none" anchor="ctr"/>
            <a:lstStyle/>
            <a:p>
              <a:endParaRPr lang="en-US"/>
            </a:p>
          </p:txBody>
        </p:sp>
      </p:grpSp>
    </p:spTree>
    <p:extLst>
      <p:ext uri="{BB962C8B-B14F-4D97-AF65-F5344CB8AC3E}">
        <p14:creationId xmlns:p14="http://schemas.microsoft.com/office/powerpoint/2010/main" val="26591034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3" name="Date Placeholder 3"/>
          <p:cNvSpPr>
            <a:spLocks noGrp="1"/>
          </p:cNvSpPr>
          <p:nvPr>
            <p:ph type="dt" sz="quarter" idx="10"/>
          </p:nvPr>
        </p:nvSpPr>
        <p:spPr>
          <a:noFill/>
        </p:spPr>
        <p:txBody>
          <a:bodyPr/>
          <a:lstStyle/>
          <a:p>
            <a:r>
              <a:rPr lang="en-US"/>
              <a:t>Winter 2007</a:t>
            </a:r>
          </a:p>
        </p:txBody>
      </p:sp>
      <p:sp>
        <p:nvSpPr>
          <p:cNvPr id="14344" name="Footer Placeholder 4"/>
          <p:cNvSpPr>
            <a:spLocks noGrp="1"/>
          </p:cNvSpPr>
          <p:nvPr>
            <p:ph type="ftr" sz="quarter" idx="11"/>
          </p:nvPr>
        </p:nvSpPr>
        <p:spPr>
          <a:noFill/>
        </p:spPr>
        <p:txBody>
          <a:bodyPr/>
          <a:lstStyle/>
          <a:p>
            <a:r>
              <a:rPr lang="en-US"/>
              <a:t>R. Todd Lines</a:t>
            </a:r>
          </a:p>
        </p:txBody>
      </p:sp>
      <p:sp>
        <p:nvSpPr>
          <p:cNvPr id="14345" name="Slide Number Placeholder 5"/>
          <p:cNvSpPr>
            <a:spLocks noGrp="1"/>
          </p:cNvSpPr>
          <p:nvPr>
            <p:ph type="sldNum" sz="quarter" idx="12"/>
          </p:nvPr>
        </p:nvSpPr>
        <p:spPr>
          <a:noFill/>
        </p:spPr>
        <p:txBody>
          <a:bodyPr/>
          <a:lstStyle/>
          <a:p>
            <a:fld id="{3310E9A9-CDC9-4C8C-AA01-E7907DAB06D4}" type="slidenum">
              <a:rPr lang="en-US" smtClean="0"/>
              <a:pPr/>
              <a:t>67</a:t>
            </a:fld>
            <a:endParaRPr lang="en-US"/>
          </a:p>
        </p:txBody>
      </p:sp>
      <p:sp>
        <p:nvSpPr>
          <p:cNvPr id="14346" name="Rectangle 2"/>
          <p:cNvSpPr>
            <a:spLocks noGrp="1" noChangeArrowheads="1"/>
          </p:cNvSpPr>
          <p:nvPr>
            <p:ph type="title"/>
          </p:nvPr>
        </p:nvSpPr>
        <p:spPr/>
        <p:txBody>
          <a:bodyPr/>
          <a:lstStyle/>
          <a:p>
            <a:pPr eaLnBrk="1" hangingPunct="1"/>
            <a:r>
              <a:rPr lang="en-US"/>
              <a:t>Forces on a Segment of String</a:t>
            </a:r>
          </a:p>
        </p:txBody>
      </p:sp>
      <p:sp>
        <p:nvSpPr>
          <p:cNvPr id="14347" name="Rectangle 3"/>
          <p:cNvSpPr>
            <a:spLocks noGrp="1" noChangeArrowheads="1"/>
          </p:cNvSpPr>
          <p:nvPr>
            <p:ph type="body" idx="1"/>
          </p:nvPr>
        </p:nvSpPr>
        <p:spPr>
          <a:xfrm>
            <a:off x="457200" y="1600200"/>
            <a:ext cx="3425825" cy="4525963"/>
          </a:xfrm>
        </p:spPr>
        <p:txBody>
          <a:bodyPr/>
          <a:lstStyle/>
          <a:p>
            <a:pPr eaLnBrk="1" hangingPunct="1">
              <a:lnSpc>
                <a:spcPct val="80000"/>
              </a:lnSpc>
            </a:pPr>
            <a:r>
              <a:rPr lang="en-US" sz="2000"/>
              <a:t>Small Angle Aprox.</a:t>
            </a:r>
          </a:p>
          <a:p>
            <a:pPr eaLnBrk="1" hangingPunct="1">
              <a:lnSpc>
                <a:spcPct val="80000"/>
              </a:lnSpc>
            </a:pPr>
            <a:endParaRPr lang="en-US" sz="2000"/>
          </a:p>
          <a:p>
            <a:pPr eaLnBrk="1" hangingPunct="1">
              <a:lnSpc>
                <a:spcPct val="80000"/>
              </a:lnSpc>
            </a:pPr>
            <a:endParaRPr lang="en-US" sz="2000"/>
          </a:p>
          <a:p>
            <a:pPr eaLnBrk="1" hangingPunct="1">
              <a:lnSpc>
                <a:spcPct val="80000"/>
              </a:lnSpc>
            </a:pPr>
            <a:r>
              <a:rPr lang="en-US" sz="2000"/>
              <a:t>Define </a:t>
            </a:r>
          </a:p>
          <a:p>
            <a:pPr eaLnBrk="1" hangingPunct="1">
              <a:lnSpc>
                <a:spcPct val="80000"/>
              </a:lnSpc>
            </a:pPr>
            <a:endParaRPr lang="en-US" sz="2000"/>
          </a:p>
          <a:p>
            <a:pPr eaLnBrk="1" hangingPunct="1">
              <a:lnSpc>
                <a:spcPct val="80000"/>
              </a:lnSpc>
            </a:pPr>
            <a:endParaRPr lang="en-US" sz="2000"/>
          </a:p>
          <a:p>
            <a:pPr eaLnBrk="1" hangingPunct="1">
              <a:lnSpc>
                <a:spcPct val="80000"/>
              </a:lnSpc>
            </a:pPr>
            <a:r>
              <a:rPr lang="en-US" sz="2000"/>
              <a:t>so</a:t>
            </a:r>
          </a:p>
          <a:p>
            <a:pPr eaLnBrk="1" hangingPunct="1">
              <a:lnSpc>
                <a:spcPct val="80000"/>
              </a:lnSpc>
            </a:pPr>
            <a:endParaRPr lang="en-US" sz="2000"/>
          </a:p>
          <a:p>
            <a:pPr eaLnBrk="1" hangingPunct="1">
              <a:lnSpc>
                <a:spcPct val="80000"/>
              </a:lnSpc>
            </a:pPr>
            <a:endParaRPr lang="en-US" sz="2000"/>
          </a:p>
          <a:p>
            <a:pPr eaLnBrk="1" hangingPunct="1">
              <a:lnSpc>
                <a:spcPct val="80000"/>
              </a:lnSpc>
            </a:pPr>
            <a:endParaRPr lang="en-US" sz="2000"/>
          </a:p>
        </p:txBody>
      </p:sp>
      <p:sp>
        <p:nvSpPr>
          <p:cNvPr id="14348" name="Rectangle 25"/>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en-US"/>
          </a:p>
        </p:txBody>
      </p:sp>
      <p:sp>
        <p:nvSpPr>
          <p:cNvPr id="14349" name="Rectangle 27"/>
          <p:cNvSpPr>
            <a:spLocks noChangeArrowheads="1"/>
          </p:cNvSpPr>
          <p:nvPr/>
        </p:nvSpPr>
        <p:spPr bwMode="auto">
          <a:xfrm>
            <a:off x="0" y="3319463"/>
            <a:ext cx="9144000" cy="0"/>
          </a:xfrm>
          <a:prstGeom prst="rect">
            <a:avLst/>
          </a:prstGeom>
          <a:noFill/>
          <a:ln w="9525" algn="ctr">
            <a:noFill/>
            <a:miter lim="800000"/>
            <a:headEnd/>
            <a:tailEnd/>
          </a:ln>
        </p:spPr>
        <p:txBody>
          <a:bodyPr wrap="none" anchor="ctr">
            <a:spAutoFit/>
          </a:bodyPr>
          <a:lstStyle/>
          <a:p>
            <a:endParaRPr lang="en-US"/>
          </a:p>
        </p:txBody>
      </p:sp>
      <p:sp>
        <p:nvSpPr>
          <p:cNvPr id="14350" name="Rectangle 29"/>
          <p:cNvSpPr>
            <a:spLocks noChangeArrowheads="1"/>
          </p:cNvSpPr>
          <p:nvPr/>
        </p:nvSpPr>
        <p:spPr bwMode="auto">
          <a:xfrm>
            <a:off x="0" y="3314700"/>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14338" name="Object 30"/>
          <p:cNvGraphicFramePr>
            <a:graphicFrameLocks noChangeAspect="1"/>
          </p:cNvGraphicFramePr>
          <p:nvPr/>
        </p:nvGraphicFramePr>
        <p:xfrm>
          <a:off x="941388" y="3875088"/>
          <a:ext cx="1982787" cy="379412"/>
        </p:xfrm>
        <a:graphic>
          <a:graphicData uri="http://schemas.openxmlformats.org/presentationml/2006/ole">
            <mc:AlternateContent xmlns:mc="http://schemas.openxmlformats.org/markup-compatibility/2006">
              <mc:Choice xmlns:v="urn:schemas-microsoft-com:vml" Requires="v">
                <p:oleObj name="Equation" r:id="rId2" imgW="1066680" imgH="203040" progId="Equation.3">
                  <p:embed/>
                </p:oleObj>
              </mc:Choice>
              <mc:Fallback>
                <p:oleObj name="Equation" r:id="rId2" imgW="1066680" imgH="203040" progId="Equation.3">
                  <p:embed/>
                  <p:pic>
                    <p:nvPicPr>
                      <p:cNvPr id="14338" name="Object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388" y="3875088"/>
                        <a:ext cx="1982787" cy="379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39" name="Object 31"/>
          <p:cNvGraphicFramePr>
            <a:graphicFrameLocks noChangeAspect="1"/>
          </p:cNvGraphicFramePr>
          <p:nvPr/>
        </p:nvGraphicFramePr>
        <p:xfrm>
          <a:off x="1290638" y="2005013"/>
          <a:ext cx="1700212" cy="450850"/>
        </p:xfrm>
        <a:graphic>
          <a:graphicData uri="http://schemas.openxmlformats.org/presentationml/2006/ole">
            <mc:AlternateContent xmlns:mc="http://schemas.openxmlformats.org/markup-compatibility/2006">
              <mc:Choice xmlns:v="urn:schemas-microsoft-com:vml" Requires="v">
                <p:oleObj name="Equation" r:id="rId4" imgW="914400" imgH="241200" progId="Equation.3">
                  <p:embed/>
                </p:oleObj>
              </mc:Choice>
              <mc:Fallback>
                <p:oleObj name="Equation" r:id="rId4" imgW="914400" imgH="241200" progId="Equation.3">
                  <p:embed/>
                  <p:pic>
                    <p:nvPicPr>
                      <p:cNvPr id="14339" name="Object 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0638" y="2005013"/>
                        <a:ext cx="1700212" cy="450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32"/>
          <p:cNvGrpSpPr>
            <a:grpSpLocks/>
          </p:cNvGrpSpPr>
          <p:nvPr/>
        </p:nvGrpSpPr>
        <p:grpSpPr bwMode="auto">
          <a:xfrm>
            <a:off x="3630613" y="1597025"/>
            <a:ext cx="5108575" cy="2635250"/>
            <a:chOff x="2287" y="1006"/>
            <a:chExt cx="3218" cy="1660"/>
          </a:xfrm>
        </p:grpSpPr>
        <p:sp>
          <p:nvSpPr>
            <p:cNvPr id="14352" name="Oval 33"/>
            <p:cNvSpPr>
              <a:spLocks noChangeArrowheads="1"/>
            </p:cNvSpPr>
            <p:nvPr/>
          </p:nvSpPr>
          <p:spPr bwMode="auto">
            <a:xfrm>
              <a:off x="2974" y="1066"/>
              <a:ext cx="324" cy="309"/>
            </a:xfrm>
            <a:prstGeom prst="ellipse">
              <a:avLst/>
            </a:prstGeom>
            <a:solidFill>
              <a:schemeClr val="bg1"/>
            </a:solidFill>
            <a:ln w="25400" algn="ctr">
              <a:solidFill>
                <a:schemeClr val="tx1"/>
              </a:solidFill>
              <a:round/>
              <a:headEnd/>
              <a:tailEnd/>
            </a:ln>
          </p:spPr>
          <p:txBody>
            <a:bodyPr wrap="none" anchor="ctr"/>
            <a:lstStyle/>
            <a:p>
              <a:endParaRPr lang="en-US"/>
            </a:p>
          </p:txBody>
        </p:sp>
        <p:graphicFrame>
          <p:nvGraphicFramePr>
            <p:cNvPr id="14341" name="Object 34"/>
            <p:cNvGraphicFramePr>
              <a:graphicFrameLocks noChangeAspect="1"/>
            </p:cNvGraphicFramePr>
            <p:nvPr/>
          </p:nvGraphicFramePr>
          <p:xfrm>
            <a:off x="3078" y="1055"/>
            <a:ext cx="128" cy="112"/>
          </p:xfrm>
          <a:graphic>
            <a:graphicData uri="http://schemas.openxmlformats.org/presentationml/2006/ole">
              <mc:AlternateContent xmlns:mc="http://schemas.openxmlformats.org/markup-compatibility/2006">
                <mc:Choice xmlns:v="urn:schemas-microsoft-com:vml" Requires="v">
                  <p:oleObj name="Equation" r:id="rId6" imgW="203040" imgH="177480" progId="Equation.3">
                    <p:embed/>
                  </p:oleObj>
                </mc:Choice>
                <mc:Fallback>
                  <p:oleObj name="Equation" r:id="rId6" imgW="203040" imgH="177480" progId="Equation.3">
                    <p:embed/>
                    <p:pic>
                      <p:nvPicPr>
                        <p:cNvPr id="14341" name="Object 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78" y="1055"/>
                          <a:ext cx="128" cy="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53" name="Freeform 35"/>
            <p:cNvSpPr>
              <a:spLocks/>
            </p:cNvSpPr>
            <p:nvPr/>
          </p:nvSpPr>
          <p:spPr bwMode="auto">
            <a:xfrm>
              <a:off x="2287" y="1216"/>
              <a:ext cx="855" cy="558"/>
            </a:xfrm>
            <a:custGeom>
              <a:avLst/>
              <a:gdLst>
                <a:gd name="T0" fmla="*/ 855 w 855"/>
                <a:gd name="T1" fmla="*/ 0 h 558"/>
                <a:gd name="T2" fmla="*/ 759 w 855"/>
                <a:gd name="T3" fmla="*/ 9 h 558"/>
                <a:gd name="T4" fmla="*/ 657 w 855"/>
                <a:gd name="T5" fmla="*/ 57 h 558"/>
                <a:gd name="T6" fmla="*/ 561 w 855"/>
                <a:gd name="T7" fmla="*/ 141 h 558"/>
                <a:gd name="T8" fmla="*/ 414 w 855"/>
                <a:gd name="T9" fmla="*/ 333 h 558"/>
                <a:gd name="T10" fmla="*/ 285 w 855"/>
                <a:gd name="T11" fmla="*/ 429 h 558"/>
                <a:gd name="T12" fmla="*/ 0 w 855"/>
                <a:gd name="T13" fmla="*/ 558 h 558"/>
                <a:gd name="T14" fmla="*/ 0 60000 65536"/>
                <a:gd name="T15" fmla="*/ 0 60000 65536"/>
                <a:gd name="T16" fmla="*/ 0 60000 65536"/>
                <a:gd name="T17" fmla="*/ 0 60000 65536"/>
                <a:gd name="T18" fmla="*/ 0 60000 65536"/>
                <a:gd name="T19" fmla="*/ 0 60000 65536"/>
                <a:gd name="T20" fmla="*/ 0 60000 65536"/>
                <a:gd name="T21" fmla="*/ 0 w 855"/>
                <a:gd name="T22" fmla="*/ 0 h 558"/>
                <a:gd name="T23" fmla="*/ 855 w 855"/>
                <a:gd name="T24" fmla="*/ 558 h 5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5" h="558">
                  <a:moveTo>
                    <a:pt x="855" y="0"/>
                  </a:moveTo>
                  <a:cubicBezTo>
                    <a:pt x="823" y="0"/>
                    <a:pt x="792" y="0"/>
                    <a:pt x="759" y="9"/>
                  </a:cubicBezTo>
                  <a:cubicBezTo>
                    <a:pt x="726" y="18"/>
                    <a:pt x="690" y="35"/>
                    <a:pt x="657" y="57"/>
                  </a:cubicBezTo>
                  <a:cubicBezTo>
                    <a:pt x="624" y="79"/>
                    <a:pt x="601" y="95"/>
                    <a:pt x="561" y="141"/>
                  </a:cubicBezTo>
                  <a:cubicBezTo>
                    <a:pt x="521" y="187"/>
                    <a:pt x="460" y="285"/>
                    <a:pt x="414" y="333"/>
                  </a:cubicBezTo>
                  <a:cubicBezTo>
                    <a:pt x="368" y="381"/>
                    <a:pt x="354" y="392"/>
                    <a:pt x="285" y="429"/>
                  </a:cubicBezTo>
                  <a:cubicBezTo>
                    <a:pt x="216" y="466"/>
                    <a:pt x="47" y="537"/>
                    <a:pt x="0" y="558"/>
                  </a:cubicBezTo>
                </a:path>
              </a:pathLst>
            </a:custGeom>
            <a:noFill/>
            <a:ln w="38100">
              <a:solidFill>
                <a:srgbClr val="FFCC66"/>
              </a:solidFill>
              <a:round/>
              <a:headEnd/>
              <a:tailEnd/>
            </a:ln>
          </p:spPr>
          <p:txBody>
            <a:bodyPr wrap="none" anchor="ctr"/>
            <a:lstStyle/>
            <a:p>
              <a:endParaRPr lang="en-US"/>
            </a:p>
          </p:txBody>
        </p:sp>
        <p:sp>
          <p:nvSpPr>
            <p:cNvPr id="14354" name="Freeform 36"/>
            <p:cNvSpPr>
              <a:spLocks/>
            </p:cNvSpPr>
            <p:nvPr/>
          </p:nvSpPr>
          <p:spPr bwMode="auto">
            <a:xfrm flipH="1">
              <a:off x="3139" y="1219"/>
              <a:ext cx="855" cy="558"/>
            </a:xfrm>
            <a:custGeom>
              <a:avLst/>
              <a:gdLst>
                <a:gd name="T0" fmla="*/ 855 w 855"/>
                <a:gd name="T1" fmla="*/ 0 h 558"/>
                <a:gd name="T2" fmla="*/ 759 w 855"/>
                <a:gd name="T3" fmla="*/ 9 h 558"/>
                <a:gd name="T4" fmla="*/ 657 w 855"/>
                <a:gd name="T5" fmla="*/ 57 h 558"/>
                <a:gd name="T6" fmla="*/ 561 w 855"/>
                <a:gd name="T7" fmla="*/ 141 h 558"/>
                <a:gd name="T8" fmla="*/ 414 w 855"/>
                <a:gd name="T9" fmla="*/ 333 h 558"/>
                <a:gd name="T10" fmla="*/ 285 w 855"/>
                <a:gd name="T11" fmla="*/ 429 h 558"/>
                <a:gd name="T12" fmla="*/ 0 w 855"/>
                <a:gd name="T13" fmla="*/ 558 h 558"/>
                <a:gd name="T14" fmla="*/ 0 60000 65536"/>
                <a:gd name="T15" fmla="*/ 0 60000 65536"/>
                <a:gd name="T16" fmla="*/ 0 60000 65536"/>
                <a:gd name="T17" fmla="*/ 0 60000 65536"/>
                <a:gd name="T18" fmla="*/ 0 60000 65536"/>
                <a:gd name="T19" fmla="*/ 0 60000 65536"/>
                <a:gd name="T20" fmla="*/ 0 60000 65536"/>
                <a:gd name="T21" fmla="*/ 0 w 855"/>
                <a:gd name="T22" fmla="*/ 0 h 558"/>
                <a:gd name="T23" fmla="*/ 855 w 855"/>
                <a:gd name="T24" fmla="*/ 558 h 5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5" h="558">
                  <a:moveTo>
                    <a:pt x="855" y="0"/>
                  </a:moveTo>
                  <a:cubicBezTo>
                    <a:pt x="823" y="0"/>
                    <a:pt x="792" y="0"/>
                    <a:pt x="759" y="9"/>
                  </a:cubicBezTo>
                  <a:cubicBezTo>
                    <a:pt x="726" y="18"/>
                    <a:pt x="690" y="35"/>
                    <a:pt x="657" y="57"/>
                  </a:cubicBezTo>
                  <a:cubicBezTo>
                    <a:pt x="624" y="79"/>
                    <a:pt x="601" y="95"/>
                    <a:pt x="561" y="141"/>
                  </a:cubicBezTo>
                  <a:cubicBezTo>
                    <a:pt x="521" y="187"/>
                    <a:pt x="460" y="285"/>
                    <a:pt x="414" y="333"/>
                  </a:cubicBezTo>
                  <a:cubicBezTo>
                    <a:pt x="368" y="381"/>
                    <a:pt x="354" y="392"/>
                    <a:pt x="285" y="429"/>
                  </a:cubicBezTo>
                  <a:cubicBezTo>
                    <a:pt x="216" y="466"/>
                    <a:pt x="47" y="537"/>
                    <a:pt x="0" y="558"/>
                  </a:cubicBezTo>
                </a:path>
              </a:pathLst>
            </a:custGeom>
            <a:noFill/>
            <a:ln w="38100">
              <a:solidFill>
                <a:srgbClr val="FFCC66"/>
              </a:solidFill>
              <a:round/>
              <a:headEnd/>
              <a:tailEnd/>
            </a:ln>
          </p:spPr>
          <p:txBody>
            <a:bodyPr wrap="none" anchor="ctr"/>
            <a:lstStyle/>
            <a:p>
              <a:endParaRPr lang="en-US"/>
            </a:p>
          </p:txBody>
        </p:sp>
        <p:sp>
          <p:nvSpPr>
            <p:cNvPr id="14355" name="Arc 37"/>
            <p:cNvSpPr>
              <a:spLocks/>
            </p:cNvSpPr>
            <p:nvPr/>
          </p:nvSpPr>
          <p:spPr bwMode="auto">
            <a:xfrm>
              <a:off x="3008" y="1216"/>
              <a:ext cx="268" cy="320"/>
            </a:xfrm>
            <a:custGeom>
              <a:avLst/>
              <a:gdLst>
                <a:gd name="T0" fmla="*/ 0 w 17927"/>
                <a:gd name="T1" fmla="*/ 0 h 21600"/>
                <a:gd name="T2" fmla="*/ 4 w 17927"/>
                <a:gd name="T3" fmla="*/ 0 h 21600"/>
                <a:gd name="T4" fmla="*/ 2 w 17927"/>
                <a:gd name="T5" fmla="*/ 5 h 21600"/>
                <a:gd name="T6" fmla="*/ 0 60000 65536"/>
                <a:gd name="T7" fmla="*/ 0 60000 65536"/>
                <a:gd name="T8" fmla="*/ 0 60000 65536"/>
                <a:gd name="T9" fmla="*/ 0 w 17927"/>
                <a:gd name="T10" fmla="*/ 0 h 21600"/>
                <a:gd name="T11" fmla="*/ 17927 w 17927"/>
                <a:gd name="T12" fmla="*/ 21600 h 21600"/>
              </a:gdLst>
              <a:ahLst/>
              <a:cxnLst>
                <a:cxn ang="T6">
                  <a:pos x="T0" y="T1"/>
                </a:cxn>
                <a:cxn ang="T7">
                  <a:pos x="T2" y="T3"/>
                </a:cxn>
                <a:cxn ang="T8">
                  <a:pos x="T4" y="T5"/>
                </a:cxn>
              </a:cxnLst>
              <a:rect l="T9" t="T10" r="T11" b="T12"/>
              <a:pathLst>
                <a:path w="17927" h="21600" fill="none" extrusionOk="0">
                  <a:moveTo>
                    <a:pt x="0" y="1858"/>
                  </a:moveTo>
                  <a:cubicBezTo>
                    <a:pt x="2759" y="633"/>
                    <a:pt x="5745" y="-1"/>
                    <a:pt x="8765" y="0"/>
                  </a:cubicBezTo>
                  <a:cubicBezTo>
                    <a:pt x="11931" y="0"/>
                    <a:pt x="15059" y="696"/>
                    <a:pt x="17927" y="2039"/>
                  </a:cubicBezTo>
                </a:path>
                <a:path w="17927" h="21600" stroke="0" extrusionOk="0">
                  <a:moveTo>
                    <a:pt x="0" y="1858"/>
                  </a:moveTo>
                  <a:cubicBezTo>
                    <a:pt x="2759" y="633"/>
                    <a:pt x="5745" y="-1"/>
                    <a:pt x="8765" y="0"/>
                  </a:cubicBezTo>
                  <a:cubicBezTo>
                    <a:pt x="11931" y="0"/>
                    <a:pt x="15059" y="696"/>
                    <a:pt x="17927" y="2039"/>
                  </a:cubicBezTo>
                  <a:lnTo>
                    <a:pt x="8765" y="21600"/>
                  </a:lnTo>
                  <a:close/>
                </a:path>
              </a:pathLst>
            </a:custGeom>
            <a:noFill/>
            <a:ln w="38100">
              <a:solidFill>
                <a:srgbClr val="993300"/>
              </a:solidFill>
              <a:round/>
              <a:headEnd/>
              <a:tailEnd/>
            </a:ln>
          </p:spPr>
          <p:txBody>
            <a:bodyPr wrap="none" anchor="ctr"/>
            <a:lstStyle/>
            <a:p>
              <a:endParaRPr lang="en-US"/>
            </a:p>
          </p:txBody>
        </p:sp>
        <p:grpSp>
          <p:nvGrpSpPr>
            <p:cNvPr id="3" name="Group 38"/>
            <p:cNvGrpSpPr>
              <a:grpSpLocks/>
            </p:cNvGrpSpPr>
            <p:nvPr/>
          </p:nvGrpSpPr>
          <p:grpSpPr bwMode="auto">
            <a:xfrm>
              <a:off x="3852" y="1007"/>
              <a:ext cx="1653" cy="1659"/>
              <a:chOff x="3047" y="961"/>
              <a:chExt cx="1653" cy="1659"/>
            </a:xfrm>
          </p:grpSpPr>
          <p:sp>
            <p:nvSpPr>
              <p:cNvPr id="14359" name="Oval 39"/>
              <p:cNvSpPr>
                <a:spLocks noChangeArrowheads="1"/>
              </p:cNvSpPr>
              <p:nvPr/>
            </p:nvSpPr>
            <p:spPr bwMode="auto">
              <a:xfrm>
                <a:off x="3047" y="961"/>
                <a:ext cx="1653" cy="1659"/>
              </a:xfrm>
              <a:prstGeom prst="ellipse">
                <a:avLst/>
              </a:prstGeom>
              <a:solidFill>
                <a:schemeClr val="bg1"/>
              </a:solidFill>
              <a:ln w="25400" algn="ctr">
                <a:solidFill>
                  <a:schemeClr val="tx1"/>
                </a:solidFill>
                <a:round/>
                <a:headEnd/>
                <a:tailEnd/>
              </a:ln>
            </p:spPr>
            <p:txBody>
              <a:bodyPr wrap="none" anchor="ctr"/>
              <a:lstStyle/>
              <a:p>
                <a:endParaRPr lang="en-US"/>
              </a:p>
            </p:txBody>
          </p:sp>
          <p:graphicFrame>
            <p:nvGraphicFramePr>
              <p:cNvPr id="14342" name="Object 40"/>
              <p:cNvGraphicFramePr>
                <a:graphicFrameLocks noChangeAspect="1"/>
              </p:cNvGraphicFramePr>
              <p:nvPr/>
            </p:nvGraphicFramePr>
            <p:xfrm>
              <a:off x="3808" y="1230"/>
              <a:ext cx="173" cy="172"/>
            </p:xfrm>
            <a:graphic>
              <a:graphicData uri="http://schemas.openxmlformats.org/presentationml/2006/ole">
                <mc:AlternateContent xmlns:mc="http://schemas.openxmlformats.org/markup-compatibility/2006">
                  <mc:Choice xmlns:v="urn:schemas-microsoft-com:vml" Requires="v">
                    <p:oleObj name="Equation" r:id="rId8" imgW="203040" imgH="177480" progId="Equation.3">
                      <p:embed/>
                    </p:oleObj>
                  </mc:Choice>
                  <mc:Fallback>
                    <p:oleObj name="Equation" r:id="rId8" imgW="203040" imgH="177480" progId="Equation.3">
                      <p:embed/>
                      <p:pic>
                        <p:nvPicPr>
                          <p:cNvPr id="14342" name="Object 4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08" y="1230"/>
                            <a:ext cx="173" cy="1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60" name="Arc 41"/>
              <p:cNvSpPr>
                <a:spLocks/>
              </p:cNvSpPr>
              <p:nvPr/>
            </p:nvSpPr>
            <p:spPr bwMode="auto">
              <a:xfrm>
                <a:off x="3532" y="1522"/>
                <a:ext cx="709" cy="964"/>
              </a:xfrm>
              <a:custGeom>
                <a:avLst/>
                <a:gdLst>
                  <a:gd name="T0" fmla="*/ 0 w 17927"/>
                  <a:gd name="T1" fmla="*/ 4 h 21600"/>
                  <a:gd name="T2" fmla="*/ 28 w 17927"/>
                  <a:gd name="T3" fmla="*/ 4 h 21600"/>
                  <a:gd name="T4" fmla="*/ 14 w 17927"/>
                  <a:gd name="T5" fmla="*/ 43 h 21600"/>
                  <a:gd name="T6" fmla="*/ 0 60000 65536"/>
                  <a:gd name="T7" fmla="*/ 0 60000 65536"/>
                  <a:gd name="T8" fmla="*/ 0 60000 65536"/>
                  <a:gd name="T9" fmla="*/ 0 w 17927"/>
                  <a:gd name="T10" fmla="*/ 0 h 21600"/>
                  <a:gd name="T11" fmla="*/ 17927 w 17927"/>
                  <a:gd name="T12" fmla="*/ 21600 h 21600"/>
                </a:gdLst>
                <a:ahLst/>
                <a:cxnLst>
                  <a:cxn ang="T6">
                    <a:pos x="T0" y="T1"/>
                  </a:cxn>
                  <a:cxn ang="T7">
                    <a:pos x="T2" y="T3"/>
                  </a:cxn>
                  <a:cxn ang="T8">
                    <a:pos x="T4" y="T5"/>
                  </a:cxn>
                </a:cxnLst>
                <a:rect l="T9" t="T10" r="T11" b="T12"/>
                <a:pathLst>
                  <a:path w="17927" h="21600" fill="none" extrusionOk="0">
                    <a:moveTo>
                      <a:pt x="0" y="1858"/>
                    </a:moveTo>
                    <a:cubicBezTo>
                      <a:pt x="2759" y="633"/>
                      <a:pt x="5745" y="-1"/>
                      <a:pt x="8765" y="0"/>
                    </a:cubicBezTo>
                    <a:cubicBezTo>
                      <a:pt x="11931" y="0"/>
                      <a:pt x="15059" y="696"/>
                      <a:pt x="17927" y="2039"/>
                    </a:cubicBezTo>
                  </a:path>
                  <a:path w="17927" h="21600" stroke="0" extrusionOk="0">
                    <a:moveTo>
                      <a:pt x="0" y="1858"/>
                    </a:moveTo>
                    <a:cubicBezTo>
                      <a:pt x="2759" y="633"/>
                      <a:pt x="5745" y="-1"/>
                      <a:pt x="8765" y="0"/>
                    </a:cubicBezTo>
                    <a:cubicBezTo>
                      <a:pt x="11931" y="0"/>
                      <a:pt x="15059" y="696"/>
                      <a:pt x="17927" y="2039"/>
                    </a:cubicBezTo>
                    <a:lnTo>
                      <a:pt x="8765" y="21600"/>
                    </a:lnTo>
                    <a:close/>
                  </a:path>
                </a:pathLst>
              </a:custGeom>
              <a:noFill/>
              <a:ln w="76200">
                <a:solidFill>
                  <a:srgbClr val="993300"/>
                </a:solidFill>
                <a:round/>
                <a:headEnd/>
                <a:tailEnd/>
              </a:ln>
            </p:spPr>
            <p:txBody>
              <a:bodyPr wrap="none" anchor="ctr"/>
              <a:lstStyle/>
              <a:p>
                <a:endParaRPr lang="en-US"/>
              </a:p>
            </p:txBody>
          </p:sp>
          <p:sp>
            <p:nvSpPr>
              <p:cNvPr id="14361" name="Line 42"/>
              <p:cNvSpPr>
                <a:spLocks noChangeShapeType="1"/>
              </p:cNvSpPr>
              <p:nvPr/>
            </p:nvSpPr>
            <p:spPr bwMode="auto">
              <a:xfrm flipH="1">
                <a:off x="3878" y="1603"/>
                <a:ext cx="350" cy="886"/>
              </a:xfrm>
              <a:prstGeom prst="line">
                <a:avLst/>
              </a:prstGeom>
              <a:noFill/>
              <a:ln w="9525">
                <a:solidFill>
                  <a:schemeClr val="tx1"/>
                </a:solidFill>
                <a:prstDash val="dash"/>
                <a:round/>
                <a:headEnd/>
                <a:tailEnd/>
              </a:ln>
            </p:spPr>
            <p:txBody>
              <a:bodyPr wrap="none" anchor="ctr"/>
              <a:lstStyle/>
              <a:p>
                <a:endParaRPr lang="en-US"/>
              </a:p>
            </p:txBody>
          </p:sp>
          <p:sp>
            <p:nvSpPr>
              <p:cNvPr id="14362" name="Line 43"/>
              <p:cNvSpPr>
                <a:spLocks noChangeShapeType="1"/>
              </p:cNvSpPr>
              <p:nvPr/>
            </p:nvSpPr>
            <p:spPr bwMode="auto">
              <a:xfrm>
                <a:off x="3521" y="1567"/>
                <a:ext cx="349" cy="886"/>
              </a:xfrm>
              <a:prstGeom prst="line">
                <a:avLst/>
              </a:prstGeom>
              <a:noFill/>
              <a:ln w="9525">
                <a:solidFill>
                  <a:schemeClr val="tx1"/>
                </a:solidFill>
                <a:prstDash val="dash"/>
                <a:round/>
                <a:headEnd/>
                <a:tailEnd/>
              </a:ln>
            </p:spPr>
            <p:txBody>
              <a:bodyPr wrap="none" anchor="ctr"/>
              <a:lstStyle/>
              <a:p>
                <a:endParaRPr lang="en-US"/>
              </a:p>
            </p:txBody>
          </p:sp>
          <p:sp>
            <p:nvSpPr>
              <p:cNvPr id="14363" name="Line 44"/>
              <p:cNvSpPr>
                <a:spLocks noChangeShapeType="1"/>
              </p:cNvSpPr>
              <p:nvPr/>
            </p:nvSpPr>
            <p:spPr bwMode="auto">
              <a:xfrm>
                <a:off x="3878" y="1468"/>
                <a:ext cx="0" cy="985"/>
              </a:xfrm>
              <a:prstGeom prst="line">
                <a:avLst/>
              </a:prstGeom>
              <a:noFill/>
              <a:ln w="9525">
                <a:solidFill>
                  <a:schemeClr val="tx1"/>
                </a:solidFill>
                <a:prstDash val="dash"/>
                <a:round/>
                <a:headEnd/>
                <a:tailEnd/>
              </a:ln>
            </p:spPr>
            <p:txBody>
              <a:bodyPr wrap="none" anchor="ctr"/>
              <a:lstStyle/>
              <a:p>
                <a:endParaRPr lang="en-US"/>
              </a:p>
            </p:txBody>
          </p:sp>
          <p:sp>
            <p:nvSpPr>
              <p:cNvPr id="14364" name="Text Box 45"/>
              <p:cNvSpPr txBox="1">
                <a:spLocks noChangeArrowheads="1"/>
              </p:cNvSpPr>
              <p:nvPr/>
            </p:nvSpPr>
            <p:spPr bwMode="auto">
              <a:xfrm>
                <a:off x="3866" y="1988"/>
                <a:ext cx="183" cy="212"/>
              </a:xfrm>
              <a:prstGeom prst="rect">
                <a:avLst/>
              </a:prstGeom>
              <a:noFill/>
              <a:ln w="9525" algn="ctr">
                <a:noFill/>
                <a:miter lim="800000"/>
                <a:headEnd/>
                <a:tailEnd/>
              </a:ln>
            </p:spPr>
            <p:txBody>
              <a:bodyPr wrap="none">
                <a:spAutoFit/>
              </a:bodyPr>
              <a:lstStyle/>
              <a:p>
                <a:r>
                  <a:rPr lang="en-US" sz="1600">
                    <a:sym typeface="Symbol" pitchFamily="18" charset="2"/>
                  </a:rPr>
                  <a:t></a:t>
                </a:r>
              </a:p>
            </p:txBody>
          </p:sp>
          <p:sp>
            <p:nvSpPr>
              <p:cNvPr id="14365" name="Line 46"/>
              <p:cNvSpPr>
                <a:spLocks noChangeShapeType="1"/>
              </p:cNvSpPr>
              <p:nvPr/>
            </p:nvSpPr>
            <p:spPr bwMode="auto">
              <a:xfrm flipH="1">
                <a:off x="3319" y="1600"/>
                <a:ext cx="201" cy="110"/>
              </a:xfrm>
              <a:prstGeom prst="line">
                <a:avLst/>
              </a:prstGeom>
              <a:noFill/>
              <a:ln w="9525">
                <a:solidFill>
                  <a:srgbClr val="3366FF"/>
                </a:solidFill>
                <a:round/>
                <a:headEnd/>
                <a:tailEnd type="triangle" w="med" len="med"/>
              </a:ln>
            </p:spPr>
            <p:txBody>
              <a:bodyPr wrap="none" anchor="ctr"/>
              <a:lstStyle/>
              <a:p>
                <a:endParaRPr lang="en-US"/>
              </a:p>
            </p:txBody>
          </p:sp>
          <p:sp>
            <p:nvSpPr>
              <p:cNvPr id="14366" name="Line 47"/>
              <p:cNvSpPr>
                <a:spLocks noChangeShapeType="1"/>
              </p:cNvSpPr>
              <p:nvPr/>
            </p:nvSpPr>
            <p:spPr bwMode="auto">
              <a:xfrm>
                <a:off x="4247" y="1614"/>
                <a:ext cx="201" cy="110"/>
              </a:xfrm>
              <a:prstGeom prst="line">
                <a:avLst/>
              </a:prstGeom>
              <a:noFill/>
              <a:ln w="9525">
                <a:solidFill>
                  <a:srgbClr val="3366FF"/>
                </a:solidFill>
                <a:round/>
                <a:headEnd/>
                <a:tailEnd type="triangle" w="med" len="med"/>
              </a:ln>
            </p:spPr>
            <p:txBody>
              <a:bodyPr wrap="none" anchor="ctr"/>
              <a:lstStyle/>
              <a:p>
                <a:endParaRPr lang="en-US"/>
              </a:p>
            </p:txBody>
          </p:sp>
          <p:sp>
            <p:nvSpPr>
              <p:cNvPr id="14367" name="Text Box 48"/>
              <p:cNvSpPr txBox="1">
                <a:spLocks noChangeArrowheads="1"/>
              </p:cNvSpPr>
              <p:nvPr/>
            </p:nvSpPr>
            <p:spPr bwMode="auto">
              <a:xfrm>
                <a:off x="4442" y="1614"/>
                <a:ext cx="204" cy="231"/>
              </a:xfrm>
              <a:prstGeom prst="rect">
                <a:avLst/>
              </a:prstGeom>
              <a:noFill/>
              <a:ln w="9525" algn="ctr">
                <a:noFill/>
                <a:miter lim="800000"/>
                <a:headEnd/>
                <a:tailEnd/>
              </a:ln>
            </p:spPr>
            <p:txBody>
              <a:bodyPr wrap="none">
                <a:spAutoFit/>
              </a:bodyPr>
              <a:lstStyle/>
              <a:p>
                <a:r>
                  <a:rPr lang="en-US" b="1">
                    <a:solidFill>
                      <a:srgbClr val="3366FF"/>
                    </a:solidFill>
                  </a:rPr>
                  <a:t>T</a:t>
                </a:r>
              </a:p>
            </p:txBody>
          </p:sp>
          <p:sp>
            <p:nvSpPr>
              <p:cNvPr id="14368" name="Text Box 49"/>
              <p:cNvSpPr txBox="1">
                <a:spLocks noChangeArrowheads="1"/>
              </p:cNvSpPr>
              <p:nvPr/>
            </p:nvSpPr>
            <p:spPr bwMode="auto">
              <a:xfrm>
                <a:off x="3093" y="1627"/>
                <a:ext cx="204" cy="231"/>
              </a:xfrm>
              <a:prstGeom prst="rect">
                <a:avLst/>
              </a:prstGeom>
              <a:noFill/>
              <a:ln w="9525" algn="ctr">
                <a:noFill/>
                <a:miter lim="800000"/>
                <a:headEnd/>
                <a:tailEnd/>
              </a:ln>
            </p:spPr>
            <p:txBody>
              <a:bodyPr wrap="none">
                <a:spAutoFit/>
              </a:bodyPr>
              <a:lstStyle/>
              <a:p>
                <a:r>
                  <a:rPr lang="en-US" b="1">
                    <a:solidFill>
                      <a:srgbClr val="3366FF"/>
                    </a:solidFill>
                  </a:rPr>
                  <a:t>T</a:t>
                </a:r>
              </a:p>
            </p:txBody>
          </p:sp>
          <p:sp>
            <p:nvSpPr>
              <p:cNvPr id="14369" name="Line 50"/>
              <p:cNvSpPr>
                <a:spLocks noChangeShapeType="1"/>
              </p:cNvSpPr>
              <p:nvPr/>
            </p:nvSpPr>
            <p:spPr bwMode="auto">
              <a:xfrm>
                <a:off x="3173" y="1509"/>
                <a:ext cx="1408" cy="0"/>
              </a:xfrm>
              <a:prstGeom prst="line">
                <a:avLst/>
              </a:prstGeom>
              <a:noFill/>
              <a:ln w="9525">
                <a:solidFill>
                  <a:schemeClr val="tx1"/>
                </a:solidFill>
                <a:prstDash val="dash"/>
                <a:round/>
                <a:headEnd/>
                <a:tailEnd/>
              </a:ln>
            </p:spPr>
            <p:txBody>
              <a:bodyPr wrap="none" anchor="ctr"/>
              <a:lstStyle/>
              <a:p>
                <a:endParaRPr lang="en-US"/>
              </a:p>
            </p:txBody>
          </p:sp>
          <p:sp>
            <p:nvSpPr>
              <p:cNvPr id="14370" name="Text Box 51"/>
              <p:cNvSpPr txBox="1">
                <a:spLocks noChangeArrowheads="1"/>
              </p:cNvSpPr>
              <p:nvPr/>
            </p:nvSpPr>
            <p:spPr bwMode="auto">
              <a:xfrm>
                <a:off x="4310" y="1489"/>
                <a:ext cx="183" cy="212"/>
              </a:xfrm>
              <a:prstGeom prst="rect">
                <a:avLst/>
              </a:prstGeom>
              <a:noFill/>
              <a:ln w="9525" algn="ctr">
                <a:noFill/>
                <a:miter lim="800000"/>
                <a:headEnd/>
                <a:tailEnd/>
              </a:ln>
            </p:spPr>
            <p:txBody>
              <a:bodyPr wrap="none">
                <a:spAutoFit/>
              </a:bodyPr>
              <a:lstStyle/>
              <a:p>
                <a:r>
                  <a:rPr lang="en-US" sz="1600">
                    <a:sym typeface="Symbol" pitchFamily="18" charset="2"/>
                  </a:rPr>
                  <a:t></a:t>
                </a:r>
              </a:p>
            </p:txBody>
          </p:sp>
          <p:sp>
            <p:nvSpPr>
              <p:cNvPr id="14371" name="Text Box 52"/>
              <p:cNvSpPr txBox="1">
                <a:spLocks noChangeArrowheads="1"/>
              </p:cNvSpPr>
              <p:nvPr/>
            </p:nvSpPr>
            <p:spPr bwMode="auto">
              <a:xfrm>
                <a:off x="3227" y="1484"/>
                <a:ext cx="183" cy="212"/>
              </a:xfrm>
              <a:prstGeom prst="rect">
                <a:avLst/>
              </a:prstGeom>
              <a:noFill/>
              <a:ln w="9525" algn="ctr">
                <a:noFill/>
                <a:miter lim="800000"/>
                <a:headEnd/>
                <a:tailEnd/>
              </a:ln>
            </p:spPr>
            <p:txBody>
              <a:bodyPr wrap="none">
                <a:spAutoFit/>
              </a:bodyPr>
              <a:lstStyle/>
              <a:p>
                <a:r>
                  <a:rPr lang="en-US" sz="1600">
                    <a:sym typeface="Symbol" pitchFamily="18" charset="2"/>
                  </a:rPr>
                  <a:t></a:t>
                </a:r>
              </a:p>
            </p:txBody>
          </p:sp>
        </p:grpSp>
        <p:sp>
          <p:nvSpPr>
            <p:cNvPr id="14357" name="Line 53"/>
            <p:cNvSpPr>
              <a:spLocks noChangeShapeType="1"/>
            </p:cNvSpPr>
            <p:nvPr/>
          </p:nvSpPr>
          <p:spPr bwMode="auto">
            <a:xfrm flipH="1">
              <a:off x="3118" y="1006"/>
              <a:ext cx="1682" cy="55"/>
            </a:xfrm>
            <a:prstGeom prst="line">
              <a:avLst/>
            </a:prstGeom>
            <a:noFill/>
            <a:ln w="9525">
              <a:solidFill>
                <a:schemeClr val="tx1"/>
              </a:solidFill>
              <a:round/>
              <a:headEnd/>
              <a:tailEnd/>
            </a:ln>
          </p:spPr>
          <p:txBody>
            <a:bodyPr wrap="none" anchor="ctr"/>
            <a:lstStyle/>
            <a:p>
              <a:endParaRPr lang="en-US"/>
            </a:p>
          </p:txBody>
        </p:sp>
        <p:sp>
          <p:nvSpPr>
            <p:cNvPr id="14358" name="Line 54"/>
            <p:cNvSpPr>
              <a:spLocks noChangeShapeType="1"/>
            </p:cNvSpPr>
            <p:nvPr/>
          </p:nvSpPr>
          <p:spPr bwMode="auto">
            <a:xfrm flipH="1" flipV="1">
              <a:off x="2981" y="1280"/>
              <a:ext cx="1115" cy="1152"/>
            </a:xfrm>
            <a:prstGeom prst="line">
              <a:avLst/>
            </a:prstGeom>
            <a:noFill/>
            <a:ln w="9525">
              <a:solidFill>
                <a:schemeClr val="tx1"/>
              </a:solidFill>
              <a:round/>
              <a:headEnd/>
              <a:tailEnd/>
            </a:ln>
          </p:spPr>
          <p:txBody>
            <a:bodyPr wrap="none" anchor="ctr"/>
            <a:lstStyle/>
            <a:p>
              <a:endParaRPr lang="en-US"/>
            </a:p>
          </p:txBody>
        </p:sp>
      </p:grpSp>
      <p:graphicFrame>
        <p:nvGraphicFramePr>
          <p:cNvPr id="14340" name="Object 55"/>
          <p:cNvGraphicFramePr>
            <a:graphicFrameLocks noChangeAspect="1"/>
          </p:cNvGraphicFramePr>
          <p:nvPr/>
        </p:nvGraphicFramePr>
        <p:xfrm>
          <a:off x="1725613" y="2755900"/>
          <a:ext cx="896937" cy="736600"/>
        </p:xfrm>
        <a:graphic>
          <a:graphicData uri="http://schemas.openxmlformats.org/presentationml/2006/ole">
            <mc:AlternateContent xmlns:mc="http://schemas.openxmlformats.org/markup-compatibility/2006">
              <mc:Choice xmlns:v="urn:schemas-microsoft-com:vml" Requires="v">
                <p:oleObj name="Equation" r:id="rId10" imgW="482400" imgH="393480" progId="Equation.3">
                  <p:embed/>
                </p:oleObj>
              </mc:Choice>
              <mc:Fallback>
                <p:oleObj name="Equation" r:id="rId10" imgW="482400" imgH="393480" progId="Equation.3">
                  <p:embed/>
                  <p:pic>
                    <p:nvPicPr>
                      <p:cNvPr id="14340" name="Object 5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25613" y="2755900"/>
                        <a:ext cx="896937"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392072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8" name="Date Placeholder 3"/>
          <p:cNvSpPr>
            <a:spLocks noGrp="1"/>
          </p:cNvSpPr>
          <p:nvPr>
            <p:ph type="dt" sz="quarter" idx="10"/>
          </p:nvPr>
        </p:nvSpPr>
        <p:spPr>
          <a:noFill/>
        </p:spPr>
        <p:txBody>
          <a:bodyPr/>
          <a:lstStyle/>
          <a:p>
            <a:r>
              <a:rPr lang="en-US"/>
              <a:t>Winter 2007</a:t>
            </a:r>
          </a:p>
        </p:txBody>
      </p:sp>
      <p:sp>
        <p:nvSpPr>
          <p:cNvPr id="15369" name="Footer Placeholder 4"/>
          <p:cNvSpPr>
            <a:spLocks noGrp="1"/>
          </p:cNvSpPr>
          <p:nvPr>
            <p:ph type="ftr" sz="quarter" idx="11"/>
          </p:nvPr>
        </p:nvSpPr>
        <p:spPr>
          <a:noFill/>
        </p:spPr>
        <p:txBody>
          <a:bodyPr/>
          <a:lstStyle/>
          <a:p>
            <a:r>
              <a:rPr lang="en-US"/>
              <a:t>R. Todd Lines</a:t>
            </a:r>
          </a:p>
        </p:txBody>
      </p:sp>
      <p:sp>
        <p:nvSpPr>
          <p:cNvPr id="15370" name="Slide Number Placeholder 5"/>
          <p:cNvSpPr>
            <a:spLocks noGrp="1"/>
          </p:cNvSpPr>
          <p:nvPr>
            <p:ph type="sldNum" sz="quarter" idx="12"/>
          </p:nvPr>
        </p:nvSpPr>
        <p:spPr>
          <a:noFill/>
        </p:spPr>
        <p:txBody>
          <a:bodyPr/>
          <a:lstStyle/>
          <a:p>
            <a:fld id="{EBEC6F0E-A2C5-4AC2-BD25-525A6BEF0D8E}" type="slidenum">
              <a:rPr lang="en-US" smtClean="0"/>
              <a:pPr/>
              <a:t>68</a:t>
            </a:fld>
            <a:endParaRPr lang="en-US"/>
          </a:p>
        </p:txBody>
      </p:sp>
      <p:sp>
        <p:nvSpPr>
          <p:cNvPr id="15371" name="Rectangle 2"/>
          <p:cNvSpPr>
            <a:spLocks noGrp="1" noChangeArrowheads="1"/>
          </p:cNvSpPr>
          <p:nvPr>
            <p:ph type="title"/>
          </p:nvPr>
        </p:nvSpPr>
        <p:spPr/>
        <p:txBody>
          <a:bodyPr/>
          <a:lstStyle/>
          <a:p>
            <a:pPr eaLnBrk="1" hangingPunct="1"/>
            <a:r>
              <a:rPr lang="en-US"/>
              <a:t>Forces on a Segment of String</a:t>
            </a:r>
          </a:p>
        </p:txBody>
      </p:sp>
      <p:sp>
        <p:nvSpPr>
          <p:cNvPr id="15372" name="Rectangle 3"/>
          <p:cNvSpPr>
            <a:spLocks noGrp="1" noChangeArrowheads="1"/>
          </p:cNvSpPr>
          <p:nvPr>
            <p:ph type="body" idx="1"/>
          </p:nvPr>
        </p:nvSpPr>
        <p:spPr>
          <a:xfrm>
            <a:off x="457200" y="1600200"/>
            <a:ext cx="3425825" cy="4525963"/>
          </a:xfrm>
        </p:spPr>
        <p:txBody>
          <a:bodyPr/>
          <a:lstStyle/>
          <a:p>
            <a:pPr eaLnBrk="1" hangingPunct="1">
              <a:lnSpc>
                <a:spcPct val="80000"/>
              </a:lnSpc>
            </a:pPr>
            <a:r>
              <a:rPr lang="en-US" sz="2000"/>
              <a:t>Use Newton’ Second in Radial Direction</a:t>
            </a:r>
          </a:p>
          <a:p>
            <a:pPr eaLnBrk="1" hangingPunct="1">
              <a:lnSpc>
                <a:spcPct val="80000"/>
              </a:lnSpc>
            </a:pPr>
            <a:endParaRPr lang="en-US" sz="2000"/>
          </a:p>
          <a:p>
            <a:pPr eaLnBrk="1" hangingPunct="1">
              <a:lnSpc>
                <a:spcPct val="80000"/>
              </a:lnSpc>
            </a:pPr>
            <a:endParaRPr lang="en-US" sz="2000"/>
          </a:p>
          <a:p>
            <a:pPr eaLnBrk="1" hangingPunct="1">
              <a:lnSpc>
                <a:spcPct val="80000"/>
              </a:lnSpc>
            </a:pPr>
            <a:endParaRPr lang="en-US" sz="2000"/>
          </a:p>
          <a:p>
            <a:pPr eaLnBrk="1" hangingPunct="1">
              <a:lnSpc>
                <a:spcPct val="80000"/>
              </a:lnSpc>
            </a:pPr>
            <a:endParaRPr lang="en-US" sz="2000"/>
          </a:p>
        </p:txBody>
      </p:sp>
      <p:sp>
        <p:nvSpPr>
          <p:cNvPr id="15373" name="Rectangle 4"/>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en-US"/>
          </a:p>
        </p:txBody>
      </p:sp>
      <p:sp>
        <p:nvSpPr>
          <p:cNvPr id="15374" name="Rectangle 5"/>
          <p:cNvSpPr>
            <a:spLocks noChangeArrowheads="1"/>
          </p:cNvSpPr>
          <p:nvPr/>
        </p:nvSpPr>
        <p:spPr bwMode="auto">
          <a:xfrm>
            <a:off x="0" y="3319463"/>
            <a:ext cx="9144000" cy="0"/>
          </a:xfrm>
          <a:prstGeom prst="rect">
            <a:avLst/>
          </a:prstGeom>
          <a:noFill/>
          <a:ln w="9525" algn="ctr">
            <a:noFill/>
            <a:miter lim="800000"/>
            <a:headEnd/>
            <a:tailEnd/>
          </a:ln>
        </p:spPr>
        <p:txBody>
          <a:bodyPr wrap="none" anchor="ctr">
            <a:spAutoFit/>
          </a:bodyPr>
          <a:lstStyle/>
          <a:p>
            <a:endParaRPr lang="en-US"/>
          </a:p>
        </p:txBody>
      </p:sp>
      <p:sp>
        <p:nvSpPr>
          <p:cNvPr id="15375" name="Rectangle 6"/>
          <p:cNvSpPr>
            <a:spLocks noChangeArrowheads="1"/>
          </p:cNvSpPr>
          <p:nvPr/>
        </p:nvSpPr>
        <p:spPr bwMode="auto">
          <a:xfrm>
            <a:off x="0" y="3314700"/>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15362" name="Object 8"/>
          <p:cNvGraphicFramePr>
            <a:graphicFrameLocks noChangeAspect="1"/>
          </p:cNvGraphicFramePr>
          <p:nvPr/>
        </p:nvGraphicFramePr>
        <p:xfrm>
          <a:off x="1214438" y="2174875"/>
          <a:ext cx="1793875" cy="782638"/>
        </p:xfrm>
        <a:graphic>
          <a:graphicData uri="http://schemas.openxmlformats.org/presentationml/2006/ole">
            <mc:AlternateContent xmlns:mc="http://schemas.openxmlformats.org/markup-compatibility/2006">
              <mc:Choice xmlns:v="urn:schemas-microsoft-com:vml" Requires="v">
                <p:oleObj name="Equation" r:id="rId2" imgW="965160" imgH="419040" progId="Equation.3">
                  <p:embed/>
                </p:oleObj>
              </mc:Choice>
              <mc:Fallback>
                <p:oleObj name="Equation" r:id="rId2" imgW="965160" imgH="419040" progId="Equation.3">
                  <p:embed/>
                  <p:pic>
                    <p:nvPicPr>
                      <p:cNvPr id="15362"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4438" y="2174875"/>
                        <a:ext cx="1793875" cy="782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9"/>
          <p:cNvGrpSpPr>
            <a:grpSpLocks/>
          </p:cNvGrpSpPr>
          <p:nvPr/>
        </p:nvGrpSpPr>
        <p:grpSpPr bwMode="auto">
          <a:xfrm>
            <a:off x="3630613" y="1597025"/>
            <a:ext cx="5108575" cy="2635250"/>
            <a:chOff x="2287" y="1006"/>
            <a:chExt cx="3218" cy="1660"/>
          </a:xfrm>
        </p:grpSpPr>
        <p:sp>
          <p:nvSpPr>
            <p:cNvPr id="15382" name="Oval 10"/>
            <p:cNvSpPr>
              <a:spLocks noChangeArrowheads="1"/>
            </p:cNvSpPr>
            <p:nvPr/>
          </p:nvSpPr>
          <p:spPr bwMode="auto">
            <a:xfrm>
              <a:off x="2974" y="1066"/>
              <a:ext cx="324" cy="309"/>
            </a:xfrm>
            <a:prstGeom prst="ellipse">
              <a:avLst/>
            </a:prstGeom>
            <a:solidFill>
              <a:schemeClr val="bg1"/>
            </a:solidFill>
            <a:ln w="25400" algn="ctr">
              <a:solidFill>
                <a:schemeClr val="tx1"/>
              </a:solidFill>
              <a:round/>
              <a:headEnd/>
              <a:tailEnd/>
            </a:ln>
          </p:spPr>
          <p:txBody>
            <a:bodyPr wrap="none" anchor="ctr"/>
            <a:lstStyle/>
            <a:p>
              <a:endParaRPr lang="en-US"/>
            </a:p>
          </p:txBody>
        </p:sp>
        <p:graphicFrame>
          <p:nvGraphicFramePr>
            <p:cNvPr id="15366" name="Object 11"/>
            <p:cNvGraphicFramePr>
              <a:graphicFrameLocks noChangeAspect="1"/>
            </p:cNvGraphicFramePr>
            <p:nvPr/>
          </p:nvGraphicFramePr>
          <p:xfrm>
            <a:off x="3078" y="1055"/>
            <a:ext cx="128" cy="112"/>
          </p:xfrm>
          <a:graphic>
            <a:graphicData uri="http://schemas.openxmlformats.org/presentationml/2006/ole">
              <mc:AlternateContent xmlns:mc="http://schemas.openxmlformats.org/markup-compatibility/2006">
                <mc:Choice xmlns:v="urn:schemas-microsoft-com:vml" Requires="v">
                  <p:oleObj name="Equation" r:id="rId4" imgW="203040" imgH="177480" progId="Equation.3">
                    <p:embed/>
                  </p:oleObj>
                </mc:Choice>
                <mc:Fallback>
                  <p:oleObj name="Equation" r:id="rId4" imgW="203040" imgH="177480" progId="Equation.3">
                    <p:embed/>
                    <p:pic>
                      <p:nvPicPr>
                        <p:cNvPr id="15366"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8" y="1055"/>
                          <a:ext cx="128" cy="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83" name="Freeform 12"/>
            <p:cNvSpPr>
              <a:spLocks/>
            </p:cNvSpPr>
            <p:nvPr/>
          </p:nvSpPr>
          <p:spPr bwMode="auto">
            <a:xfrm>
              <a:off x="2287" y="1216"/>
              <a:ext cx="855" cy="558"/>
            </a:xfrm>
            <a:custGeom>
              <a:avLst/>
              <a:gdLst>
                <a:gd name="T0" fmla="*/ 855 w 855"/>
                <a:gd name="T1" fmla="*/ 0 h 558"/>
                <a:gd name="T2" fmla="*/ 759 w 855"/>
                <a:gd name="T3" fmla="*/ 9 h 558"/>
                <a:gd name="T4" fmla="*/ 657 w 855"/>
                <a:gd name="T5" fmla="*/ 57 h 558"/>
                <a:gd name="T6" fmla="*/ 561 w 855"/>
                <a:gd name="T7" fmla="*/ 141 h 558"/>
                <a:gd name="T8" fmla="*/ 414 w 855"/>
                <a:gd name="T9" fmla="*/ 333 h 558"/>
                <a:gd name="T10" fmla="*/ 285 w 855"/>
                <a:gd name="T11" fmla="*/ 429 h 558"/>
                <a:gd name="T12" fmla="*/ 0 w 855"/>
                <a:gd name="T13" fmla="*/ 558 h 558"/>
                <a:gd name="T14" fmla="*/ 0 60000 65536"/>
                <a:gd name="T15" fmla="*/ 0 60000 65536"/>
                <a:gd name="T16" fmla="*/ 0 60000 65536"/>
                <a:gd name="T17" fmla="*/ 0 60000 65536"/>
                <a:gd name="T18" fmla="*/ 0 60000 65536"/>
                <a:gd name="T19" fmla="*/ 0 60000 65536"/>
                <a:gd name="T20" fmla="*/ 0 60000 65536"/>
                <a:gd name="T21" fmla="*/ 0 w 855"/>
                <a:gd name="T22" fmla="*/ 0 h 558"/>
                <a:gd name="T23" fmla="*/ 855 w 855"/>
                <a:gd name="T24" fmla="*/ 558 h 5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5" h="558">
                  <a:moveTo>
                    <a:pt x="855" y="0"/>
                  </a:moveTo>
                  <a:cubicBezTo>
                    <a:pt x="823" y="0"/>
                    <a:pt x="792" y="0"/>
                    <a:pt x="759" y="9"/>
                  </a:cubicBezTo>
                  <a:cubicBezTo>
                    <a:pt x="726" y="18"/>
                    <a:pt x="690" y="35"/>
                    <a:pt x="657" y="57"/>
                  </a:cubicBezTo>
                  <a:cubicBezTo>
                    <a:pt x="624" y="79"/>
                    <a:pt x="601" y="95"/>
                    <a:pt x="561" y="141"/>
                  </a:cubicBezTo>
                  <a:cubicBezTo>
                    <a:pt x="521" y="187"/>
                    <a:pt x="460" y="285"/>
                    <a:pt x="414" y="333"/>
                  </a:cubicBezTo>
                  <a:cubicBezTo>
                    <a:pt x="368" y="381"/>
                    <a:pt x="354" y="392"/>
                    <a:pt x="285" y="429"/>
                  </a:cubicBezTo>
                  <a:cubicBezTo>
                    <a:pt x="216" y="466"/>
                    <a:pt x="47" y="537"/>
                    <a:pt x="0" y="558"/>
                  </a:cubicBezTo>
                </a:path>
              </a:pathLst>
            </a:custGeom>
            <a:noFill/>
            <a:ln w="38100">
              <a:solidFill>
                <a:srgbClr val="FFCC66"/>
              </a:solidFill>
              <a:round/>
              <a:headEnd/>
              <a:tailEnd/>
            </a:ln>
          </p:spPr>
          <p:txBody>
            <a:bodyPr wrap="none" anchor="ctr"/>
            <a:lstStyle/>
            <a:p>
              <a:endParaRPr lang="en-US"/>
            </a:p>
          </p:txBody>
        </p:sp>
        <p:sp>
          <p:nvSpPr>
            <p:cNvPr id="15384" name="Freeform 13"/>
            <p:cNvSpPr>
              <a:spLocks/>
            </p:cNvSpPr>
            <p:nvPr/>
          </p:nvSpPr>
          <p:spPr bwMode="auto">
            <a:xfrm flipH="1">
              <a:off x="3139" y="1219"/>
              <a:ext cx="855" cy="558"/>
            </a:xfrm>
            <a:custGeom>
              <a:avLst/>
              <a:gdLst>
                <a:gd name="T0" fmla="*/ 855 w 855"/>
                <a:gd name="T1" fmla="*/ 0 h 558"/>
                <a:gd name="T2" fmla="*/ 759 w 855"/>
                <a:gd name="T3" fmla="*/ 9 h 558"/>
                <a:gd name="T4" fmla="*/ 657 w 855"/>
                <a:gd name="T5" fmla="*/ 57 h 558"/>
                <a:gd name="T6" fmla="*/ 561 w 855"/>
                <a:gd name="T7" fmla="*/ 141 h 558"/>
                <a:gd name="T8" fmla="*/ 414 w 855"/>
                <a:gd name="T9" fmla="*/ 333 h 558"/>
                <a:gd name="T10" fmla="*/ 285 w 855"/>
                <a:gd name="T11" fmla="*/ 429 h 558"/>
                <a:gd name="T12" fmla="*/ 0 w 855"/>
                <a:gd name="T13" fmla="*/ 558 h 558"/>
                <a:gd name="T14" fmla="*/ 0 60000 65536"/>
                <a:gd name="T15" fmla="*/ 0 60000 65536"/>
                <a:gd name="T16" fmla="*/ 0 60000 65536"/>
                <a:gd name="T17" fmla="*/ 0 60000 65536"/>
                <a:gd name="T18" fmla="*/ 0 60000 65536"/>
                <a:gd name="T19" fmla="*/ 0 60000 65536"/>
                <a:gd name="T20" fmla="*/ 0 60000 65536"/>
                <a:gd name="T21" fmla="*/ 0 w 855"/>
                <a:gd name="T22" fmla="*/ 0 h 558"/>
                <a:gd name="T23" fmla="*/ 855 w 855"/>
                <a:gd name="T24" fmla="*/ 558 h 5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5" h="558">
                  <a:moveTo>
                    <a:pt x="855" y="0"/>
                  </a:moveTo>
                  <a:cubicBezTo>
                    <a:pt x="823" y="0"/>
                    <a:pt x="792" y="0"/>
                    <a:pt x="759" y="9"/>
                  </a:cubicBezTo>
                  <a:cubicBezTo>
                    <a:pt x="726" y="18"/>
                    <a:pt x="690" y="35"/>
                    <a:pt x="657" y="57"/>
                  </a:cubicBezTo>
                  <a:cubicBezTo>
                    <a:pt x="624" y="79"/>
                    <a:pt x="601" y="95"/>
                    <a:pt x="561" y="141"/>
                  </a:cubicBezTo>
                  <a:cubicBezTo>
                    <a:pt x="521" y="187"/>
                    <a:pt x="460" y="285"/>
                    <a:pt x="414" y="333"/>
                  </a:cubicBezTo>
                  <a:cubicBezTo>
                    <a:pt x="368" y="381"/>
                    <a:pt x="354" y="392"/>
                    <a:pt x="285" y="429"/>
                  </a:cubicBezTo>
                  <a:cubicBezTo>
                    <a:pt x="216" y="466"/>
                    <a:pt x="47" y="537"/>
                    <a:pt x="0" y="558"/>
                  </a:cubicBezTo>
                </a:path>
              </a:pathLst>
            </a:custGeom>
            <a:noFill/>
            <a:ln w="38100">
              <a:solidFill>
                <a:srgbClr val="FFCC66"/>
              </a:solidFill>
              <a:round/>
              <a:headEnd/>
              <a:tailEnd/>
            </a:ln>
          </p:spPr>
          <p:txBody>
            <a:bodyPr wrap="none" anchor="ctr"/>
            <a:lstStyle/>
            <a:p>
              <a:endParaRPr lang="en-US"/>
            </a:p>
          </p:txBody>
        </p:sp>
        <p:sp>
          <p:nvSpPr>
            <p:cNvPr id="15385" name="Arc 14"/>
            <p:cNvSpPr>
              <a:spLocks/>
            </p:cNvSpPr>
            <p:nvPr/>
          </p:nvSpPr>
          <p:spPr bwMode="auto">
            <a:xfrm>
              <a:off x="3008" y="1216"/>
              <a:ext cx="268" cy="320"/>
            </a:xfrm>
            <a:custGeom>
              <a:avLst/>
              <a:gdLst>
                <a:gd name="T0" fmla="*/ 0 w 17927"/>
                <a:gd name="T1" fmla="*/ 0 h 21600"/>
                <a:gd name="T2" fmla="*/ 4 w 17927"/>
                <a:gd name="T3" fmla="*/ 0 h 21600"/>
                <a:gd name="T4" fmla="*/ 2 w 17927"/>
                <a:gd name="T5" fmla="*/ 5 h 21600"/>
                <a:gd name="T6" fmla="*/ 0 60000 65536"/>
                <a:gd name="T7" fmla="*/ 0 60000 65536"/>
                <a:gd name="T8" fmla="*/ 0 60000 65536"/>
                <a:gd name="T9" fmla="*/ 0 w 17927"/>
                <a:gd name="T10" fmla="*/ 0 h 21600"/>
                <a:gd name="T11" fmla="*/ 17927 w 17927"/>
                <a:gd name="T12" fmla="*/ 21600 h 21600"/>
              </a:gdLst>
              <a:ahLst/>
              <a:cxnLst>
                <a:cxn ang="T6">
                  <a:pos x="T0" y="T1"/>
                </a:cxn>
                <a:cxn ang="T7">
                  <a:pos x="T2" y="T3"/>
                </a:cxn>
                <a:cxn ang="T8">
                  <a:pos x="T4" y="T5"/>
                </a:cxn>
              </a:cxnLst>
              <a:rect l="T9" t="T10" r="T11" b="T12"/>
              <a:pathLst>
                <a:path w="17927" h="21600" fill="none" extrusionOk="0">
                  <a:moveTo>
                    <a:pt x="0" y="1858"/>
                  </a:moveTo>
                  <a:cubicBezTo>
                    <a:pt x="2759" y="633"/>
                    <a:pt x="5745" y="-1"/>
                    <a:pt x="8765" y="0"/>
                  </a:cubicBezTo>
                  <a:cubicBezTo>
                    <a:pt x="11931" y="0"/>
                    <a:pt x="15059" y="696"/>
                    <a:pt x="17927" y="2039"/>
                  </a:cubicBezTo>
                </a:path>
                <a:path w="17927" h="21600" stroke="0" extrusionOk="0">
                  <a:moveTo>
                    <a:pt x="0" y="1858"/>
                  </a:moveTo>
                  <a:cubicBezTo>
                    <a:pt x="2759" y="633"/>
                    <a:pt x="5745" y="-1"/>
                    <a:pt x="8765" y="0"/>
                  </a:cubicBezTo>
                  <a:cubicBezTo>
                    <a:pt x="11931" y="0"/>
                    <a:pt x="15059" y="696"/>
                    <a:pt x="17927" y="2039"/>
                  </a:cubicBezTo>
                  <a:lnTo>
                    <a:pt x="8765" y="21600"/>
                  </a:lnTo>
                  <a:close/>
                </a:path>
              </a:pathLst>
            </a:custGeom>
            <a:noFill/>
            <a:ln w="38100">
              <a:solidFill>
                <a:srgbClr val="993300"/>
              </a:solidFill>
              <a:round/>
              <a:headEnd/>
              <a:tailEnd/>
            </a:ln>
          </p:spPr>
          <p:txBody>
            <a:bodyPr wrap="none" anchor="ctr"/>
            <a:lstStyle/>
            <a:p>
              <a:endParaRPr lang="en-US"/>
            </a:p>
          </p:txBody>
        </p:sp>
        <p:grpSp>
          <p:nvGrpSpPr>
            <p:cNvPr id="3" name="Group 15"/>
            <p:cNvGrpSpPr>
              <a:grpSpLocks/>
            </p:cNvGrpSpPr>
            <p:nvPr/>
          </p:nvGrpSpPr>
          <p:grpSpPr bwMode="auto">
            <a:xfrm>
              <a:off x="3852" y="1007"/>
              <a:ext cx="1653" cy="1659"/>
              <a:chOff x="3047" y="961"/>
              <a:chExt cx="1653" cy="1659"/>
            </a:xfrm>
          </p:grpSpPr>
          <p:sp>
            <p:nvSpPr>
              <p:cNvPr id="15389" name="Oval 16"/>
              <p:cNvSpPr>
                <a:spLocks noChangeArrowheads="1"/>
              </p:cNvSpPr>
              <p:nvPr/>
            </p:nvSpPr>
            <p:spPr bwMode="auto">
              <a:xfrm>
                <a:off x="3047" y="961"/>
                <a:ext cx="1653" cy="1659"/>
              </a:xfrm>
              <a:prstGeom prst="ellipse">
                <a:avLst/>
              </a:prstGeom>
              <a:solidFill>
                <a:schemeClr val="bg1"/>
              </a:solidFill>
              <a:ln w="25400" algn="ctr">
                <a:solidFill>
                  <a:schemeClr val="tx1"/>
                </a:solidFill>
                <a:round/>
                <a:headEnd/>
                <a:tailEnd/>
              </a:ln>
            </p:spPr>
            <p:txBody>
              <a:bodyPr wrap="none" anchor="ctr"/>
              <a:lstStyle/>
              <a:p>
                <a:endParaRPr lang="en-US"/>
              </a:p>
            </p:txBody>
          </p:sp>
          <p:graphicFrame>
            <p:nvGraphicFramePr>
              <p:cNvPr id="15367" name="Object 17"/>
              <p:cNvGraphicFramePr>
                <a:graphicFrameLocks noChangeAspect="1"/>
              </p:cNvGraphicFramePr>
              <p:nvPr/>
            </p:nvGraphicFramePr>
            <p:xfrm>
              <a:off x="3808" y="1230"/>
              <a:ext cx="173" cy="172"/>
            </p:xfrm>
            <a:graphic>
              <a:graphicData uri="http://schemas.openxmlformats.org/presentationml/2006/ole">
                <mc:AlternateContent xmlns:mc="http://schemas.openxmlformats.org/markup-compatibility/2006">
                  <mc:Choice xmlns:v="urn:schemas-microsoft-com:vml" Requires="v">
                    <p:oleObj name="Equation" r:id="rId6" imgW="203040" imgH="177480" progId="Equation.3">
                      <p:embed/>
                    </p:oleObj>
                  </mc:Choice>
                  <mc:Fallback>
                    <p:oleObj name="Equation" r:id="rId6" imgW="203040" imgH="177480" progId="Equation.3">
                      <p:embed/>
                      <p:pic>
                        <p:nvPicPr>
                          <p:cNvPr id="15367" name="Object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08" y="1230"/>
                            <a:ext cx="173" cy="1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90" name="Arc 18"/>
              <p:cNvSpPr>
                <a:spLocks/>
              </p:cNvSpPr>
              <p:nvPr/>
            </p:nvSpPr>
            <p:spPr bwMode="auto">
              <a:xfrm>
                <a:off x="3532" y="1522"/>
                <a:ext cx="709" cy="964"/>
              </a:xfrm>
              <a:custGeom>
                <a:avLst/>
                <a:gdLst>
                  <a:gd name="T0" fmla="*/ 0 w 17927"/>
                  <a:gd name="T1" fmla="*/ 4 h 21600"/>
                  <a:gd name="T2" fmla="*/ 28 w 17927"/>
                  <a:gd name="T3" fmla="*/ 4 h 21600"/>
                  <a:gd name="T4" fmla="*/ 14 w 17927"/>
                  <a:gd name="T5" fmla="*/ 43 h 21600"/>
                  <a:gd name="T6" fmla="*/ 0 60000 65536"/>
                  <a:gd name="T7" fmla="*/ 0 60000 65536"/>
                  <a:gd name="T8" fmla="*/ 0 60000 65536"/>
                  <a:gd name="T9" fmla="*/ 0 w 17927"/>
                  <a:gd name="T10" fmla="*/ 0 h 21600"/>
                  <a:gd name="T11" fmla="*/ 17927 w 17927"/>
                  <a:gd name="T12" fmla="*/ 21600 h 21600"/>
                </a:gdLst>
                <a:ahLst/>
                <a:cxnLst>
                  <a:cxn ang="T6">
                    <a:pos x="T0" y="T1"/>
                  </a:cxn>
                  <a:cxn ang="T7">
                    <a:pos x="T2" y="T3"/>
                  </a:cxn>
                  <a:cxn ang="T8">
                    <a:pos x="T4" y="T5"/>
                  </a:cxn>
                </a:cxnLst>
                <a:rect l="T9" t="T10" r="T11" b="T12"/>
                <a:pathLst>
                  <a:path w="17927" h="21600" fill="none" extrusionOk="0">
                    <a:moveTo>
                      <a:pt x="0" y="1858"/>
                    </a:moveTo>
                    <a:cubicBezTo>
                      <a:pt x="2759" y="633"/>
                      <a:pt x="5745" y="-1"/>
                      <a:pt x="8765" y="0"/>
                    </a:cubicBezTo>
                    <a:cubicBezTo>
                      <a:pt x="11931" y="0"/>
                      <a:pt x="15059" y="696"/>
                      <a:pt x="17927" y="2039"/>
                    </a:cubicBezTo>
                  </a:path>
                  <a:path w="17927" h="21600" stroke="0" extrusionOk="0">
                    <a:moveTo>
                      <a:pt x="0" y="1858"/>
                    </a:moveTo>
                    <a:cubicBezTo>
                      <a:pt x="2759" y="633"/>
                      <a:pt x="5745" y="-1"/>
                      <a:pt x="8765" y="0"/>
                    </a:cubicBezTo>
                    <a:cubicBezTo>
                      <a:pt x="11931" y="0"/>
                      <a:pt x="15059" y="696"/>
                      <a:pt x="17927" y="2039"/>
                    </a:cubicBezTo>
                    <a:lnTo>
                      <a:pt x="8765" y="21600"/>
                    </a:lnTo>
                    <a:close/>
                  </a:path>
                </a:pathLst>
              </a:custGeom>
              <a:noFill/>
              <a:ln w="76200">
                <a:solidFill>
                  <a:srgbClr val="993300"/>
                </a:solidFill>
                <a:round/>
                <a:headEnd/>
                <a:tailEnd/>
              </a:ln>
            </p:spPr>
            <p:txBody>
              <a:bodyPr wrap="none" anchor="ctr"/>
              <a:lstStyle/>
              <a:p>
                <a:endParaRPr lang="en-US"/>
              </a:p>
            </p:txBody>
          </p:sp>
          <p:sp>
            <p:nvSpPr>
              <p:cNvPr id="15391" name="Line 19"/>
              <p:cNvSpPr>
                <a:spLocks noChangeShapeType="1"/>
              </p:cNvSpPr>
              <p:nvPr/>
            </p:nvSpPr>
            <p:spPr bwMode="auto">
              <a:xfrm flipH="1">
                <a:off x="3878" y="1603"/>
                <a:ext cx="350" cy="886"/>
              </a:xfrm>
              <a:prstGeom prst="line">
                <a:avLst/>
              </a:prstGeom>
              <a:noFill/>
              <a:ln w="9525">
                <a:solidFill>
                  <a:schemeClr val="tx1"/>
                </a:solidFill>
                <a:prstDash val="dash"/>
                <a:round/>
                <a:headEnd/>
                <a:tailEnd/>
              </a:ln>
            </p:spPr>
            <p:txBody>
              <a:bodyPr wrap="none" anchor="ctr"/>
              <a:lstStyle/>
              <a:p>
                <a:endParaRPr lang="en-US"/>
              </a:p>
            </p:txBody>
          </p:sp>
          <p:sp>
            <p:nvSpPr>
              <p:cNvPr id="15392" name="Line 20"/>
              <p:cNvSpPr>
                <a:spLocks noChangeShapeType="1"/>
              </p:cNvSpPr>
              <p:nvPr/>
            </p:nvSpPr>
            <p:spPr bwMode="auto">
              <a:xfrm>
                <a:off x="3521" y="1567"/>
                <a:ext cx="349" cy="886"/>
              </a:xfrm>
              <a:prstGeom prst="line">
                <a:avLst/>
              </a:prstGeom>
              <a:noFill/>
              <a:ln w="9525">
                <a:solidFill>
                  <a:schemeClr val="tx1"/>
                </a:solidFill>
                <a:prstDash val="dash"/>
                <a:round/>
                <a:headEnd/>
                <a:tailEnd/>
              </a:ln>
            </p:spPr>
            <p:txBody>
              <a:bodyPr wrap="none" anchor="ctr"/>
              <a:lstStyle/>
              <a:p>
                <a:endParaRPr lang="en-US"/>
              </a:p>
            </p:txBody>
          </p:sp>
          <p:sp>
            <p:nvSpPr>
              <p:cNvPr id="15393" name="Line 21"/>
              <p:cNvSpPr>
                <a:spLocks noChangeShapeType="1"/>
              </p:cNvSpPr>
              <p:nvPr/>
            </p:nvSpPr>
            <p:spPr bwMode="auto">
              <a:xfrm>
                <a:off x="3878" y="1468"/>
                <a:ext cx="0" cy="985"/>
              </a:xfrm>
              <a:prstGeom prst="line">
                <a:avLst/>
              </a:prstGeom>
              <a:noFill/>
              <a:ln w="9525">
                <a:solidFill>
                  <a:schemeClr val="tx1"/>
                </a:solidFill>
                <a:prstDash val="dash"/>
                <a:round/>
                <a:headEnd/>
                <a:tailEnd/>
              </a:ln>
            </p:spPr>
            <p:txBody>
              <a:bodyPr wrap="none" anchor="ctr"/>
              <a:lstStyle/>
              <a:p>
                <a:endParaRPr lang="en-US"/>
              </a:p>
            </p:txBody>
          </p:sp>
          <p:sp>
            <p:nvSpPr>
              <p:cNvPr id="15394" name="Text Box 22"/>
              <p:cNvSpPr txBox="1">
                <a:spLocks noChangeArrowheads="1"/>
              </p:cNvSpPr>
              <p:nvPr/>
            </p:nvSpPr>
            <p:spPr bwMode="auto">
              <a:xfrm>
                <a:off x="3866" y="1988"/>
                <a:ext cx="183" cy="212"/>
              </a:xfrm>
              <a:prstGeom prst="rect">
                <a:avLst/>
              </a:prstGeom>
              <a:noFill/>
              <a:ln w="9525" algn="ctr">
                <a:noFill/>
                <a:miter lim="800000"/>
                <a:headEnd/>
                <a:tailEnd/>
              </a:ln>
            </p:spPr>
            <p:txBody>
              <a:bodyPr wrap="none">
                <a:spAutoFit/>
              </a:bodyPr>
              <a:lstStyle/>
              <a:p>
                <a:r>
                  <a:rPr lang="en-US" sz="1600">
                    <a:sym typeface="Symbol" pitchFamily="18" charset="2"/>
                  </a:rPr>
                  <a:t></a:t>
                </a:r>
              </a:p>
            </p:txBody>
          </p:sp>
          <p:sp>
            <p:nvSpPr>
              <p:cNvPr id="15395" name="Line 23"/>
              <p:cNvSpPr>
                <a:spLocks noChangeShapeType="1"/>
              </p:cNvSpPr>
              <p:nvPr/>
            </p:nvSpPr>
            <p:spPr bwMode="auto">
              <a:xfrm flipH="1">
                <a:off x="3319" y="1600"/>
                <a:ext cx="201" cy="110"/>
              </a:xfrm>
              <a:prstGeom prst="line">
                <a:avLst/>
              </a:prstGeom>
              <a:noFill/>
              <a:ln w="9525">
                <a:solidFill>
                  <a:srgbClr val="3366FF"/>
                </a:solidFill>
                <a:round/>
                <a:headEnd/>
                <a:tailEnd type="triangle" w="med" len="med"/>
              </a:ln>
            </p:spPr>
            <p:txBody>
              <a:bodyPr wrap="none" anchor="ctr"/>
              <a:lstStyle/>
              <a:p>
                <a:endParaRPr lang="en-US"/>
              </a:p>
            </p:txBody>
          </p:sp>
          <p:sp>
            <p:nvSpPr>
              <p:cNvPr id="15396" name="Line 24"/>
              <p:cNvSpPr>
                <a:spLocks noChangeShapeType="1"/>
              </p:cNvSpPr>
              <p:nvPr/>
            </p:nvSpPr>
            <p:spPr bwMode="auto">
              <a:xfrm>
                <a:off x="4247" y="1614"/>
                <a:ext cx="201" cy="110"/>
              </a:xfrm>
              <a:prstGeom prst="line">
                <a:avLst/>
              </a:prstGeom>
              <a:noFill/>
              <a:ln w="9525">
                <a:solidFill>
                  <a:srgbClr val="3366FF"/>
                </a:solidFill>
                <a:round/>
                <a:headEnd/>
                <a:tailEnd type="triangle" w="med" len="med"/>
              </a:ln>
            </p:spPr>
            <p:txBody>
              <a:bodyPr wrap="none" anchor="ctr"/>
              <a:lstStyle/>
              <a:p>
                <a:endParaRPr lang="en-US"/>
              </a:p>
            </p:txBody>
          </p:sp>
          <p:sp>
            <p:nvSpPr>
              <p:cNvPr id="15397" name="Text Box 25"/>
              <p:cNvSpPr txBox="1">
                <a:spLocks noChangeArrowheads="1"/>
              </p:cNvSpPr>
              <p:nvPr/>
            </p:nvSpPr>
            <p:spPr bwMode="auto">
              <a:xfrm>
                <a:off x="4442" y="1614"/>
                <a:ext cx="204" cy="231"/>
              </a:xfrm>
              <a:prstGeom prst="rect">
                <a:avLst/>
              </a:prstGeom>
              <a:noFill/>
              <a:ln w="9525" algn="ctr">
                <a:noFill/>
                <a:miter lim="800000"/>
                <a:headEnd/>
                <a:tailEnd/>
              </a:ln>
            </p:spPr>
            <p:txBody>
              <a:bodyPr wrap="none">
                <a:spAutoFit/>
              </a:bodyPr>
              <a:lstStyle/>
              <a:p>
                <a:r>
                  <a:rPr lang="en-US" b="1">
                    <a:solidFill>
                      <a:srgbClr val="3366FF"/>
                    </a:solidFill>
                  </a:rPr>
                  <a:t>T</a:t>
                </a:r>
              </a:p>
            </p:txBody>
          </p:sp>
          <p:sp>
            <p:nvSpPr>
              <p:cNvPr id="15398" name="Text Box 26"/>
              <p:cNvSpPr txBox="1">
                <a:spLocks noChangeArrowheads="1"/>
              </p:cNvSpPr>
              <p:nvPr/>
            </p:nvSpPr>
            <p:spPr bwMode="auto">
              <a:xfrm>
                <a:off x="3093" y="1627"/>
                <a:ext cx="204" cy="231"/>
              </a:xfrm>
              <a:prstGeom prst="rect">
                <a:avLst/>
              </a:prstGeom>
              <a:noFill/>
              <a:ln w="9525" algn="ctr">
                <a:noFill/>
                <a:miter lim="800000"/>
                <a:headEnd/>
                <a:tailEnd/>
              </a:ln>
            </p:spPr>
            <p:txBody>
              <a:bodyPr wrap="none">
                <a:spAutoFit/>
              </a:bodyPr>
              <a:lstStyle/>
              <a:p>
                <a:r>
                  <a:rPr lang="en-US" b="1">
                    <a:solidFill>
                      <a:srgbClr val="3366FF"/>
                    </a:solidFill>
                  </a:rPr>
                  <a:t>T</a:t>
                </a:r>
              </a:p>
            </p:txBody>
          </p:sp>
          <p:sp>
            <p:nvSpPr>
              <p:cNvPr id="15399" name="Line 27"/>
              <p:cNvSpPr>
                <a:spLocks noChangeShapeType="1"/>
              </p:cNvSpPr>
              <p:nvPr/>
            </p:nvSpPr>
            <p:spPr bwMode="auto">
              <a:xfrm>
                <a:off x="3173" y="1509"/>
                <a:ext cx="1408" cy="0"/>
              </a:xfrm>
              <a:prstGeom prst="line">
                <a:avLst/>
              </a:prstGeom>
              <a:noFill/>
              <a:ln w="9525">
                <a:solidFill>
                  <a:schemeClr val="tx1"/>
                </a:solidFill>
                <a:prstDash val="dash"/>
                <a:round/>
                <a:headEnd/>
                <a:tailEnd/>
              </a:ln>
            </p:spPr>
            <p:txBody>
              <a:bodyPr wrap="none" anchor="ctr"/>
              <a:lstStyle/>
              <a:p>
                <a:endParaRPr lang="en-US"/>
              </a:p>
            </p:txBody>
          </p:sp>
          <p:sp>
            <p:nvSpPr>
              <p:cNvPr id="15400" name="Text Box 28"/>
              <p:cNvSpPr txBox="1">
                <a:spLocks noChangeArrowheads="1"/>
              </p:cNvSpPr>
              <p:nvPr/>
            </p:nvSpPr>
            <p:spPr bwMode="auto">
              <a:xfrm>
                <a:off x="4310" y="1489"/>
                <a:ext cx="183" cy="212"/>
              </a:xfrm>
              <a:prstGeom prst="rect">
                <a:avLst/>
              </a:prstGeom>
              <a:noFill/>
              <a:ln w="9525" algn="ctr">
                <a:noFill/>
                <a:miter lim="800000"/>
                <a:headEnd/>
                <a:tailEnd/>
              </a:ln>
            </p:spPr>
            <p:txBody>
              <a:bodyPr wrap="none">
                <a:spAutoFit/>
              </a:bodyPr>
              <a:lstStyle/>
              <a:p>
                <a:r>
                  <a:rPr lang="en-US" sz="1600">
                    <a:sym typeface="Symbol" pitchFamily="18" charset="2"/>
                  </a:rPr>
                  <a:t></a:t>
                </a:r>
              </a:p>
            </p:txBody>
          </p:sp>
          <p:sp>
            <p:nvSpPr>
              <p:cNvPr id="15401" name="Text Box 29"/>
              <p:cNvSpPr txBox="1">
                <a:spLocks noChangeArrowheads="1"/>
              </p:cNvSpPr>
              <p:nvPr/>
            </p:nvSpPr>
            <p:spPr bwMode="auto">
              <a:xfrm>
                <a:off x="3227" y="1484"/>
                <a:ext cx="183" cy="212"/>
              </a:xfrm>
              <a:prstGeom prst="rect">
                <a:avLst/>
              </a:prstGeom>
              <a:noFill/>
              <a:ln w="9525" algn="ctr">
                <a:noFill/>
                <a:miter lim="800000"/>
                <a:headEnd/>
                <a:tailEnd/>
              </a:ln>
            </p:spPr>
            <p:txBody>
              <a:bodyPr wrap="none">
                <a:spAutoFit/>
              </a:bodyPr>
              <a:lstStyle/>
              <a:p>
                <a:r>
                  <a:rPr lang="en-US" sz="1600">
                    <a:sym typeface="Symbol" pitchFamily="18" charset="2"/>
                  </a:rPr>
                  <a:t></a:t>
                </a:r>
              </a:p>
            </p:txBody>
          </p:sp>
        </p:grpSp>
        <p:sp>
          <p:nvSpPr>
            <p:cNvPr id="15387" name="Line 30"/>
            <p:cNvSpPr>
              <a:spLocks noChangeShapeType="1"/>
            </p:cNvSpPr>
            <p:nvPr/>
          </p:nvSpPr>
          <p:spPr bwMode="auto">
            <a:xfrm flipH="1">
              <a:off x="3118" y="1006"/>
              <a:ext cx="1682" cy="55"/>
            </a:xfrm>
            <a:prstGeom prst="line">
              <a:avLst/>
            </a:prstGeom>
            <a:noFill/>
            <a:ln w="9525">
              <a:solidFill>
                <a:schemeClr val="tx1"/>
              </a:solidFill>
              <a:round/>
              <a:headEnd/>
              <a:tailEnd/>
            </a:ln>
          </p:spPr>
          <p:txBody>
            <a:bodyPr wrap="none" anchor="ctr"/>
            <a:lstStyle/>
            <a:p>
              <a:endParaRPr lang="en-US"/>
            </a:p>
          </p:txBody>
        </p:sp>
        <p:sp>
          <p:nvSpPr>
            <p:cNvPr id="15388" name="Line 31"/>
            <p:cNvSpPr>
              <a:spLocks noChangeShapeType="1"/>
            </p:cNvSpPr>
            <p:nvPr/>
          </p:nvSpPr>
          <p:spPr bwMode="auto">
            <a:xfrm flipH="1" flipV="1">
              <a:off x="2981" y="1280"/>
              <a:ext cx="1115" cy="1152"/>
            </a:xfrm>
            <a:prstGeom prst="line">
              <a:avLst/>
            </a:prstGeom>
            <a:noFill/>
            <a:ln w="9525">
              <a:solidFill>
                <a:schemeClr val="tx1"/>
              </a:solidFill>
              <a:round/>
              <a:headEnd/>
              <a:tailEnd/>
            </a:ln>
          </p:spPr>
          <p:txBody>
            <a:bodyPr wrap="none" anchor="ctr"/>
            <a:lstStyle/>
            <a:p>
              <a:endParaRPr lang="en-US"/>
            </a:p>
          </p:txBody>
        </p:sp>
      </p:grpSp>
      <p:graphicFrame>
        <p:nvGraphicFramePr>
          <p:cNvPr id="15363" name="Object 33"/>
          <p:cNvGraphicFramePr>
            <a:graphicFrameLocks noChangeAspect="1"/>
          </p:cNvGraphicFramePr>
          <p:nvPr/>
        </p:nvGraphicFramePr>
        <p:xfrm>
          <a:off x="1320800" y="3363913"/>
          <a:ext cx="1346200" cy="782637"/>
        </p:xfrm>
        <a:graphic>
          <a:graphicData uri="http://schemas.openxmlformats.org/presentationml/2006/ole">
            <mc:AlternateContent xmlns:mc="http://schemas.openxmlformats.org/markup-compatibility/2006">
              <mc:Choice xmlns:v="urn:schemas-microsoft-com:vml" Requires="v">
                <p:oleObj name="Equation" r:id="rId8" imgW="723600" imgH="419040" progId="Equation.3">
                  <p:embed/>
                </p:oleObj>
              </mc:Choice>
              <mc:Fallback>
                <p:oleObj name="Equation" r:id="rId8" imgW="723600" imgH="419040" progId="Equation.3">
                  <p:embed/>
                  <p:pic>
                    <p:nvPicPr>
                      <p:cNvPr id="15363" name="Object 3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20800" y="3363913"/>
                        <a:ext cx="1346200" cy="782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64" name="Object 34"/>
          <p:cNvGraphicFramePr>
            <a:graphicFrameLocks noChangeAspect="1"/>
          </p:cNvGraphicFramePr>
          <p:nvPr/>
        </p:nvGraphicFramePr>
        <p:xfrm>
          <a:off x="1042988" y="4706938"/>
          <a:ext cx="1771650" cy="782637"/>
        </p:xfrm>
        <a:graphic>
          <a:graphicData uri="http://schemas.openxmlformats.org/presentationml/2006/ole">
            <mc:AlternateContent xmlns:mc="http://schemas.openxmlformats.org/markup-compatibility/2006">
              <mc:Choice xmlns:v="urn:schemas-microsoft-com:vml" Requires="v">
                <p:oleObj name="Equation" r:id="rId10" imgW="952200" imgH="419040" progId="Equation.3">
                  <p:embed/>
                </p:oleObj>
              </mc:Choice>
              <mc:Fallback>
                <p:oleObj name="Equation" r:id="rId10" imgW="952200" imgH="419040" progId="Equation.3">
                  <p:embed/>
                  <p:pic>
                    <p:nvPicPr>
                      <p:cNvPr id="15364" name="Object 3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42988" y="4706938"/>
                        <a:ext cx="1771650" cy="782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77" name="Line 35"/>
          <p:cNvSpPr>
            <a:spLocks noChangeShapeType="1"/>
          </p:cNvSpPr>
          <p:nvPr/>
        </p:nvSpPr>
        <p:spPr bwMode="auto">
          <a:xfrm flipH="1">
            <a:off x="987425" y="4833938"/>
            <a:ext cx="333375" cy="477837"/>
          </a:xfrm>
          <a:prstGeom prst="line">
            <a:avLst/>
          </a:prstGeom>
          <a:noFill/>
          <a:ln w="9525">
            <a:solidFill>
              <a:schemeClr val="tx1"/>
            </a:solidFill>
            <a:round/>
            <a:headEnd/>
            <a:tailEnd/>
          </a:ln>
        </p:spPr>
        <p:txBody>
          <a:bodyPr wrap="none" anchor="ctr"/>
          <a:lstStyle/>
          <a:p>
            <a:endParaRPr lang="en-US"/>
          </a:p>
        </p:txBody>
      </p:sp>
      <p:sp>
        <p:nvSpPr>
          <p:cNvPr id="15378" name="Line 36"/>
          <p:cNvSpPr>
            <a:spLocks noChangeShapeType="1"/>
          </p:cNvSpPr>
          <p:nvPr/>
        </p:nvSpPr>
        <p:spPr bwMode="auto">
          <a:xfrm flipH="1">
            <a:off x="1314450" y="4899025"/>
            <a:ext cx="333375" cy="477838"/>
          </a:xfrm>
          <a:prstGeom prst="line">
            <a:avLst/>
          </a:prstGeom>
          <a:noFill/>
          <a:ln w="9525">
            <a:solidFill>
              <a:schemeClr val="tx1"/>
            </a:solidFill>
            <a:round/>
            <a:headEnd/>
            <a:tailEnd/>
          </a:ln>
        </p:spPr>
        <p:txBody>
          <a:bodyPr wrap="none" anchor="ctr"/>
          <a:lstStyle/>
          <a:p>
            <a:endParaRPr lang="en-US"/>
          </a:p>
        </p:txBody>
      </p:sp>
      <p:sp>
        <p:nvSpPr>
          <p:cNvPr id="15379" name="Line 37"/>
          <p:cNvSpPr>
            <a:spLocks noChangeShapeType="1"/>
          </p:cNvSpPr>
          <p:nvPr/>
        </p:nvSpPr>
        <p:spPr bwMode="auto">
          <a:xfrm flipH="1">
            <a:off x="1873250" y="4791075"/>
            <a:ext cx="130175" cy="288925"/>
          </a:xfrm>
          <a:prstGeom prst="line">
            <a:avLst/>
          </a:prstGeom>
          <a:noFill/>
          <a:ln w="9525">
            <a:solidFill>
              <a:schemeClr val="tx1"/>
            </a:solidFill>
            <a:round/>
            <a:headEnd/>
            <a:tailEnd/>
          </a:ln>
        </p:spPr>
        <p:txBody>
          <a:bodyPr wrap="none" anchor="ctr"/>
          <a:lstStyle/>
          <a:p>
            <a:endParaRPr lang="en-US"/>
          </a:p>
        </p:txBody>
      </p:sp>
      <p:sp>
        <p:nvSpPr>
          <p:cNvPr id="15380" name="Line 38"/>
          <p:cNvSpPr>
            <a:spLocks noChangeShapeType="1"/>
          </p:cNvSpPr>
          <p:nvPr/>
        </p:nvSpPr>
        <p:spPr bwMode="auto">
          <a:xfrm flipH="1">
            <a:off x="2389188" y="4797425"/>
            <a:ext cx="130175" cy="288925"/>
          </a:xfrm>
          <a:prstGeom prst="line">
            <a:avLst/>
          </a:prstGeom>
          <a:noFill/>
          <a:ln w="9525">
            <a:solidFill>
              <a:schemeClr val="tx1"/>
            </a:solidFill>
            <a:round/>
            <a:headEnd/>
            <a:tailEnd/>
          </a:ln>
        </p:spPr>
        <p:txBody>
          <a:bodyPr wrap="none" anchor="ctr"/>
          <a:lstStyle/>
          <a:p>
            <a:endParaRPr lang="en-US"/>
          </a:p>
        </p:txBody>
      </p:sp>
      <p:sp>
        <p:nvSpPr>
          <p:cNvPr id="15381" name="Line 39"/>
          <p:cNvSpPr>
            <a:spLocks noChangeShapeType="1"/>
          </p:cNvSpPr>
          <p:nvPr/>
        </p:nvSpPr>
        <p:spPr bwMode="auto">
          <a:xfrm>
            <a:off x="3005138" y="5094288"/>
            <a:ext cx="609600" cy="0"/>
          </a:xfrm>
          <a:prstGeom prst="line">
            <a:avLst/>
          </a:prstGeom>
          <a:noFill/>
          <a:ln w="9525">
            <a:solidFill>
              <a:schemeClr val="tx1"/>
            </a:solidFill>
            <a:round/>
            <a:headEnd/>
            <a:tailEnd type="triangle" w="med" len="med"/>
          </a:ln>
        </p:spPr>
        <p:txBody>
          <a:bodyPr wrap="none" anchor="ctr"/>
          <a:lstStyle/>
          <a:p>
            <a:endParaRPr lang="en-US"/>
          </a:p>
        </p:txBody>
      </p:sp>
      <p:graphicFrame>
        <p:nvGraphicFramePr>
          <p:cNvPr id="15365" name="Object 40"/>
          <p:cNvGraphicFramePr>
            <a:graphicFrameLocks noChangeAspect="1"/>
          </p:cNvGraphicFramePr>
          <p:nvPr/>
        </p:nvGraphicFramePr>
        <p:xfrm>
          <a:off x="4067175" y="4586288"/>
          <a:ext cx="946150" cy="877887"/>
        </p:xfrm>
        <a:graphic>
          <a:graphicData uri="http://schemas.openxmlformats.org/presentationml/2006/ole">
            <mc:AlternateContent xmlns:mc="http://schemas.openxmlformats.org/markup-compatibility/2006">
              <mc:Choice xmlns:v="urn:schemas-microsoft-com:vml" Requires="v">
                <p:oleObj name="Equation" r:id="rId12" imgW="507960" imgH="469800" progId="Equation.3">
                  <p:embed/>
                </p:oleObj>
              </mc:Choice>
              <mc:Fallback>
                <p:oleObj name="Equation" r:id="rId12" imgW="507960" imgH="469800" progId="Equation.3">
                  <p:embed/>
                  <p:pic>
                    <p:nvPicPr>
                      <p:cNvPr id="15365" name="Object 4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67175" y="4586288"/>
                        <a:ext cx="946150" cy="877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4215099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p:nvPr>
        </p:nvSpPr>
        <p:spPr/>
        <p:txBody>
          <a:bodyPr/>
          <a:lstStyle/>
          <a:p>
            <a:r>
              <a:rPr lang="en-US" dirty="0"/>
              <a:t>Question 223.4.3</a:t>
            </a:r>
          </a:p>
        </p:txBody>
      </p:sp>
      <p:sp>
        <p:nvSpPr>
          <p:cNvPr id="61444" name="Rectangle 3"/>
          <p:cNvSpPr>
            <a:spLocks noGrp="1" noChangeArrowheads="1"/>
          </p:cNvSpPr>
          <p:nvPr>
            <p:ph idx="1"/>
          </p:nvPr>
        </p:nvSpPr>
        <p:spPr/>
        <p:txBody>
          <a:bodyPr/>
          <a:lstStyle/>
          <a:p>
            <a:pPr marL="533400" indent="-533400" eaLnBrk="1" hangingPunct="1">
              <a:lnSpc>
                <a:spcPct val="125000"/>
              </a:lnSpc>
              <a:spcBef>
                <a:spcPct val="50000"/>
              </a:spcBef>
              <a:buFontTx/>
              <a:buNone/>
            </a:pPr>
            <a:r>
              <a:rPr lang="en-US" sz="2800" b="1" dirty="0"/>
              <a:t>When a sound wave passes from air into water, what properties of the wave will change?</a:t>
            </a:r>
          </a:p>
          <a:p>
            <a:pPr marL="533400" indent="-533400" eaLnBrk="1" hangingPunct="1">
              <a:lnSpc>
                <a:spcPct val="130000"/>
              </a:lnSpc>
              <a:buFontTx/>
              <a:buAutoNum type="alphaLcParenR"/>
            </a:pPr>
            <a:r>
              <a:rPr lang="en-US" sz="2800" b="1" dirty="0">
                <a:solidFill>
                  <a:schemeClr val="tx2"/>
                </a:solidFill>
              </a:rPr>
              <a:t>the frequency </a:t>
            </a:r>
            <a:r>
              <a:rPr lang="en-US" sz="2800" i="1" dirty="0">
                <a:solidFill>
                  <a:schemeClr val="tx2"/>
                </a:solidFill>
                <a:latin typeface="Arial Black" pitchFamily="34" charset="0"/>
              </a:rPr>
              <a:t>f</a:t>
            </a:r>
          </a:p>
          <a:p>
            <a:pPr marL="533400" indent="-533400" eaLnBrk="1" hangingPunct="1">
              <a:lnSpc>
                <a:spcPct val="130000"/>
              </a:lnSpc>
              <a:buFontTx/>
              <a:buAutoNum type="alphaLcParenR"/>
            </a:pPr>
            <a:r>
              <a:rPr lang="en-US" sz="2800" b="1" dirty="0">
                <a:solidFill>
                  <a:schemeClr val="tx2"/>
                </a:solidFill>
              </a:rPr>
              <a:t>the wavelength </a:t>
            </a:r>
            <a:r>
              <a:rPr lang="en-US" sz="2800" b="1" dirty="0">
                <a:solidFill>
                  <a:schemeClr val="tx2"/>
                </a:solidFill>
                <a:latin typeface="Symbol" pitchFamily="18" charset="2"/>
              </a:rPr>
              <a:t>l</a:t>
            </a:r>
            <a:endParaRPr lang="en-US" sz="2800" b="1" dirty="0">
              <a:solidFill>
                <a:schemeClr val="tx2"/>
              </a:solidFill>
            </a:endParaRPr>
          </a:p>
          <a:p>
            <a:pPr marL="533400" indent="-533400" eaLnBrk="1" hangingPunct="1">
              <a:lnSpc>
                <a:spcPct val="130000"/>
              </a:lnSpc>
              <a:buFontTx/>
              <a:buAutoNum type="alphaLcParenR"/>
            </a:pPr>
            <a:r>
              <a:rPr lang="en-US" sz="2800" b="1" dirty="0">
                <a:solidFill>
                  <a:schemeClr val="tx2"/>
                </a:solidFill>
              </a:rPr>
              <a:t>the speed of the wave</a:t>
            </a:r>
          </a:p>
          <a:p>
            <a:pPr marL="533400" indent="-533400" eaLnBrk="1" hangingPunct="1">
              <a:lnSpc>
                <a:spcPct val="130000"/>
              </a:lnSpc>
              <a:buFontTx/>
              <a:buAutoNum type="alphaLcParenR"/>
            </a:pPr>
            <a:r>
              <a:rPr lang="en-US" sz="2800" b="1" dirty="0">
                <a:solidFill>
                  <a:schemeClr val="tx2"/>
                </a:solidFill>
              </a:rPr>
              <a:t>both </a:t>
            </a:r>
            <a:r>
              <a:rPr lang="en-US" sz="2800" b="1" i="1" dirty="0">
                <a:solidFill>
                  <a:schemeClr val="tx2"/>
                </a:solidFill>
              </a:rPr>
              <a:t>f</a:t>
            </a:r>
            <a:r>
              <a:rPr lang="en-US" sz="2800" b="1" dirty="0">
                <a:solidFill>
                  <a:schemeClr val="tx2"/>
                </a:solidFill>
              </a:rPr>
              <a:t> and </a:t>
            </a:r>
            <a:r>
              <a:rPr lang="en-US" sz="2800" b="1" dirty="0">
                <a:solidFill>
                  <a:schemeClr val="tx2"/>
                </a:solidFill>
                <a:latin typeface="Symbol" pitchFamily="18" charset="2"/>
              </a:rPr>
              <a:t>l</a:t>
            </a:r>
          </a:p>
          <a:p>
            <a:pPr marL="533400" indent="-533400" eaLnBrk="1" hangingPunct="1">
              <a:lnSpc>
                <a:spcPct val="130000"/>
              </a:lnSpc>
              <a:buFontTx/>
              <a:buAutoNum type="alphaLcParenR"/>
            </a:pPr>
            <a:r>
              <a:rPr lang="en-US" sz="2800" b="1" dirty="0">
                <a:solidFill>
                  <a:schemeClr val="tx2"/>
                </a:solidFill>
              </a:rPr>
              <a:t>both </a:t>
            </a:r>
            <a:r>
              <a:rPr lang="en-US" sz="2800" b="1" i="1" dirty="0" err="1">
                <a:solidFill>
                  <a:schemeClr val="tx2"/>
                </a:solidFill>
              </a:rPr>
              <a:t>v</a:t>
            </a:r>
            <a:r>
              <a:rPr lang="en-US" sz="2800" b="1" baseline="-25000" dirty="0" err="1">
                <a:solidFill>
                  <a:schemeClr val="tx2"/>
                </a:solidFill>
              </a:rPr>
              <a:t>wave</a:t>
            </a:r>
            <a:r>
              <a:rPr lang="en-US" sz="2800" b="1" dirty="0">
                <a:solidFill>
                  <a:schemeClr val="tx2"/>
                </a:solidFill>
              </a:rPr>
              <a:t> and </a:t>
            </a:r>
            <a:r>
              <a:rPr lang="en-US" sz="2800" b="1" dirty="0">
                <a:solidFill>
                  <a:schemeClr val="tx2"/>
                </a:solidFill>
                <a:latin typeface="Symbol" pitchFamily="18" charset="2"/>
              </a:rPr>
              <a:t>l</a:t>
            </a:r>
            <a:endParaRPr lang="en-US" sz="2800" b="1" dirty="0">
              <a:solidFill>
                <a:schemeClr val="tx2"/>
              </a:solidFill>
            </a:endParaRPr>
          </a:p>
          <a:p>
            <a:pPr marL="533400" indent="-533400" eaLnBrk="1" hangingPunct="1"/>
            <a:endParaRPr lang="en-US" sz="2800" dirty="0"/>
          </a:p>
        </p:txBody>
      </p:sp>
      <p:sp>
        <p:nvSpPr>
          <p:cNvPr id="61442" name="Slide Number Placeholder 5"/>
          <p:cNvSpPr>
            <a:spLocks noGrp="1"/>
          </p:cNvSpPr>
          <p:nvPr>
            <p:ph type="sldNum" sz="quarter" idx="12"/>
          </p:nvPr>
        </p:nvSpPr>
        <p:spPr>
          <a:noFill/>
        </p:spPr>
        <p:txBody>
          <a:bodyPr/>
          <a:lstStyle/>
          <a:p>
            <a:fld id="{7E643066-6A67-4F35-A09C-605218B5A8FD}" type="slidenum">
              <a:rPr lang="en-US" smtClean="0"/>
              <a:pPr/>
              <a:t>69</a:t>
            </a:fld>
            <a:endParaRPr lang="en-US"/>
          </a:p>
        </p:txBody>
      </p:sp>
    </p:spTree>
    <p:extLst>
      <p:ext uri="{BB962C8B-B14F-4D97-AF65-F5344CB8AC3E}">
        <p14:creationId xmlns:p14="http://schemas.microsoft.com/office/powerpoint/2010/main" val="39560959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p:txBody>
          <a:bodyPr/>
          <a:lstStyle/>
          <a:p>
            <a:r>
              <a:rPr lang="en-US" dirty="0"/>
              <a:t>Question 223.4.4</a:t>
            </a:r>
          </a:p>
        </p:txBody>
      </p:sp>
      <p:sp>
        <p:nvSpPr>
          <p:cNvPr id="52228" name="Rectangle 3"/>
          <p:cNvSpPr>
            <a:spLocks noGrp="1" noChangeArrowheads="1"/>
          </p:cNvSpPr>
          <p:nvPr>
            <p:ph idx="1"/>
          </p:nvPr>
        </p:nvSpPr>
        <p:spPr/>
        <p:txBody>
          <a:bodyPr/>
          <a:lstStyle/>
          <a:p>
            <a:pPr marL="609600" indent="-609600" eaLnBrk="1" hangingPunct="1">
              <a:buFontTx/>
              <a:buNone/>
            </a:pPr>
            <a:r>
              <a:rPr lang="en-US" dirty="0"/>
              <a:t>A wave travels across a boundary between two different weight ropes. If it goes from the heavier to the lighter rope, the wave speed</a:t>
            </a:r>
          </a:p>
          <a:p>
            <a:pPr marL="990600" lvl="1" indent="-533400" eaLnBrk="1" hangingPunct="1">
              <a:buFontTx/>
              <a:buAutoNum type="alphaLcParenR"/>
            </a:pPr>
            <a:r>
              <a:rPr lang="en-US" dirty="0"/>
              <a:t>Increases</a:t>
            </a:r>
          </a:p>
          <a:p>
            <a:pPr marL="990600" lvl="1" indent="-533400" eaLnBrk="1" hangingPunct="1">
              <a:buFontTx/>
              <a:buAutoNum type="alphaLcParenR"/>
            </a:pPr>
            <a:r>
              <a:rPr lang="en-US" dirty="0"/>
              <a:t>Decreases</a:t>
            </a:r>
          </a:p>
          <a:p>
            <a:pPr marL="990600" lvl="1" indent="-533400" eaLnBrk="1" hangingPunct="1">
              <a:buFontTx/>
              <a:buAutoNum type="alphaLcParenR"/>
            </a:pPr>
            <a:r>
              <a:rPr lang="en-US" dirty="0"/>
              <a:t>Stays the same</a:t>
            </a:r>
          </a:p>
          <a:p>
            <a:pPr marL="990600" lvl="1" indent="-533400" eaLnBrk="1" hangingPunct="1">
              <a:buFontTx/>
              <a:buAutoNum type="alphaLcParenR"/>
            </a:pPr>
            <a:r>
              <a:rPr lang="en-US" dirty="0"/>
              <a:t>Can’t tell</a:t>
            </a:r>
          </a:p>
        </p:txBody>
      </p:sp>
      <p:sp>
        <p:nvSpPr>
          <p:cNvPr id="52226" name="Slide Number Placeholder 5"/>
          <p:cNvSpPr>
            <a:spLocks noGrp="1"/>
          </p:cNvSpPr>
          <p:nvPr>
            <p:ph type="sldNum" sz="quarter" idx="12"/>
          </p:nvPr>
        </p:nvSpPr>
        <p:spPr>
          <a:noFill/>
        </p:spPr>
        <p:txBody>
          <a:bodyPr/>
          <a:lstStyle/>
          <a:p>
            <a:fld id="{6A354CA6-2371-4C3D-9BCD-3813C9281DFB}" type="slidenum">
              <a:rPr lang="en-US" smtClean="0"/>
              <a:pPr/>
              <a:t>70</a:t>
            </a:fld>
            <a:endParaRPr lang="en-US"/>
          </a:p>
        </p:txBody>
      </p:sp>
    </p:spTree>
    <p:extLst>
      <p:ext uri="{BB962C8B-B14F-4D97-AF65-F5344CB8AC3E}">
        <p14:creationId xmlns:p14="http://schemas.microsoft.com/office/powerpoint/2010/main" val="22882447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8674" name="Picture 2"/>
          <p:cNvPicPr>
            <a:picLocks noChangeAspect="1" noChangeArrowheads="1"/>
          </p:cNvPicPr>
          <p:nvPr/>
        </p:nvPicPr>
        <p:blipFill>
          <a:blip r:embed="rId2" cstate="print"/>
          <a:srcRect/>
          <a:stretch>
            <a:fillRect/>
          </a:stretch>
        </p:blipFill>
        <p:spPr bwMode="auto">
          <a:xfrm>
            <a:off x="340093" y="762000"/>
            <a:ext cx="8803907" cy="4876800"/>
          </a:xfrm>
          <a:prstGeom prst="rect">
            <a:avLst/>
          </a:prstGeom>
          <a:noFill/>
          <a:ln w="9525">
            <a:noFill/>
            <a:miter lim="800000"/>
            <a:headEnd/>
            <a:tailEnd/>
          </a:ln>
          <a:effectLst/>
        </p:spPr>
      </p:pic>
    </p:spTree>
    <p:extLst>
      <p:ext uri="{BB962C8B-B14F-4D97-AF65-F5344CB8AC3E}">
        <p14:creationId xmlns:p14="http://schemas.microsoft.com/office/powerpoint/2010/main" val="171930662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223.4.4.5</a:t>
            </a:r>
          </a:p>
        </p:txBody>
      </p:sp>
      <p:sp>
        <p:nvSpPr>
          <p:cNvPr id="3" name="Content Placeholder 2"/>
          <p:cNvSpPr>
            <a:spLocks noGrp="1"/>
          </p:cNvSpPr>
          <p:nvPr>
            <p:ph idx="1"/>
          </p:nvPr>
        </p:nvSpPr>
        <p:spPr/>
        <p:txBody>
          <a:bodyPr>
            <a:normAutofit fontScale="85000" lnSpcReduction="10000"/>
          </a:bodyPr>
          <a:lstStyle/>
          <a:p>
            <a:pPr marL="0" indent="0">
              <a:buNone/>
            </a:pPr>
            <a:r>
              <a:rPr lang="en-US" dirty="0"/>
              <a:t>Two ropes of different linear mass density are tied together.  A sinusoidal wave goes from rope A rope where the wave speed is 4.0 m/s to rope B where the wave speed is 2.0 m/s. If the initial wave has a wavelength of 3.0 m, what is the wavelength in rope B?</a:t>
            </a:r>
          </a:p>
          <a:p>
            <a:pPr marL="514350" indent="-514350">
              <a:buAutoNum type="alphaLcParenR"/>
            </a:pPr>
            <a:r>
              <a:rPr lang="en-US" dirty="0"/>
              <a:t>2/3 m</a:t>
            </a:r>
          </a:p>
          <a:p>
            <a:pPr marL="514350" indent="-514350">
              <a:buAutoNum type="alphaLcParenR"/>
            </a:pPr>
            <a:r>
              <a:rPr lang="en-US" dirty="0"/>
              <a:t>3/2 m</a:t>
            </a:r>
          </a:p>
          <a:p>
            <a:pPr marL="514350" indent="-514350">
              <a:buAutoNum type="alphaLcParenR"/>
            </a:pPr>
            <a:r>
              <a:rPr lang="en-US" dirty="0"/>
              <a:t>3 m</a:t>
            </a:r>
          </a:p>
          <a:p>
            <a:pPr marL="514350" indent="-514350">
              <a:buAutoNum type="alphaLcParenR"/>
            </a:pPr>
            <a:r>
              <a:rPr lang="en-US" dirty="0"/>
              <a:t>6 m</a:t>
            </a:r>
          </a:p>
          <a:p>
            <a:pPr marL="514350" indent="-514350">
              <a:buAutoNum type="alphaLcParenR"/>
            </a:pPr>
            <a:r>
              <a:rPr lang="en-US" dirty="0"/>
              <a:t>1/6 m</a:t>
            </a:r>
          </a:p>
          <a:p>
            <a:pPr marL="514350" indent="-514350">
              <a:buAutoNum type="alphaLcParenR"/>
            </a:pPr>
            <a:endParaRPr lang="en-US" dirty="0"/>
          </a:p>
          <a:p>
            <a:pPr marL="514350" indent="-514350">
              <a:buAutoNum type="alphaLcParenR"/>
            </a:pPr>
            <a:endParaRPr lang="en-US" dirty="0"/>
          </a:p>
          <a:p>
            <a:pPr marL="514350" indent="-514350">
              <a:buAutoNum type="alphaLcParenR"/>
            </a:pPr>
            <a:endParaRPr lang="en-US" dirty="0"/>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72</a:t>
            </a:fld>
            <a:endParaRPr lang="en-US"/>
          </a:p>
        </p:txBody>
      </p:sp>
    </p:spTree>
    <p:extLst>
      <p:ext uri="{BB962C8B-B14F-4D97-AF65-F5344CB8AC3E}">
        <p14:creationId xmlns:p14="http://schemas.microsoft.com/office/powerpoint/2010/main" val="30099644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89030" y="374754"/>
            <a:ext cx="3854970" cy="1143000"/>
          </a:xfrm>
        </p:spPr>
        <p:txBody>
          <a:bodyPr>
            <a:normAutofit fontScale="90000"/>
          </a:bodyPr>
          <a:lstStyle/>
          <a:p>
            <a:r>
              <a:rPr lang="en-US" dirty="0">
                <a:solidFill>
                  <a:srgbClr val="FFFF00"/>
                </a:solidFill>
              </a:rPr>
              <a:t>Question 223.4.4.1</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73</a:t>
            </a:fld>
            <a:endParaRPr lang="en-US"/>
          </a:p>
        </p:txBody>
      </p:sp>
      <p:sp>
        <p:nvSpPr>
          <p:cNvPr id="3" name="Content Placeholder 2"/>
          <p:cNvSpPr>
            <a:spLocks noGrp="1"/>
          </p:cNvSpPr>
          <p:nvPr>
            <p:ph idx="1"/>
          </p:nvPr>
        </p:nvSpPr>
        <p:spPr>
          <a:xfrm>
            <a:off x="-108857" y="192314"/>
            <a:ext cx="4404632" cy="4525963"/>
          </a:xfrm>
        </p:spPr>
        <p:txBody>
          <a:bodyPr/>
          <a:lstStyle/>
          <a:p>
            <a:pPr marL="0" indent="0">
              <a:buNone/>
            </a:pPr>
            <a:r>
              <a:rPr lang="en-US" dirty="0">
                <a:solidFill>
                  <a:srgbClr val="FFFF00"/>
                </a:solidFill>
              </a:rPr>
              <a:t>Can sound travel through space?</a:t>
            </a:r>
          </a:p>
          <a:p>
            <a:pPr marL="514350" indent="-514350">
              <a:buAutoNum type="alphaLcParenR"/>
            </a:pPr>
            <a:r>
              <a:rPr lang="en-US" dirty="0">
                <a:solidFill>
                  <a:srgbClr val="FFFF00"/>
                </a:solidFill>
              </a:rPr>
              <a:t>Yes</a:t>
            </a:r>
          </a:p>
          <a:p>
            <a:pPr marL="514350" indent="-514350">
              <a:buAutoNum type="alphaLcParenR"/>
            </a:pPr>
            <a:r>
              <a:rPr lang="en-US" dirty="0">
                <a:solidFill>
                  <a:srgbClr val="FFFF00"/>
                </a:solidFill>
              </a:rPr>
              <a:t>No</a:t>
            </a:r>
          </a:p>
          <a:p>
            <a:pPr marL="514350" indent="-514350">
              <a:buAutoNum type="alphaLcParenR"/>
            </a:pPr>
            <a:r>
              <a:rPr lang="en-US" dirty="0">
                <a:solidFill>
                  <a:srgbClr val="FFFF00"/>
                </a:solidFill>
              </a:rPr>
              <a:t>Only if you are George Lucas?</a:t>
            </a:r>
          </a:p>
        </p:txBody>
      </p:sp>
      <p:pic>
        <p:nvPicPr>
          <p:cNvPr id="7" name="-assXMb3eYk"/>
          <p:cNvPicPr>
            <a:picLocks noRot="1" noChangeAspect="1"/>
          </p:cNvPicPr>
          <p:nvPr>
            <a:videoFile r:link="rId1"/>
          </p:nvPr>
        </p:nvPicPr>
        <p:blipFill>
          <a:blip r:embed="rId3"/>
          <a:stretch>
            <a:fillRect/>
          </a:stretch>
        </p:blipFill>
        <p:spPr>
          <a:xfrm>
            <a:off x="4147127" y="3924300"/>
            <a:ext cx="3657600" cy="2057400"/>
          </a:xfrm>
          <a:prstGeom prst="rect">
            <a:avLst/>
          </a:prstGeom>
        </p:spPr>
      </p:pic>
    </p:spTree>
    <p:extLst>
      <p:ext uri="{BB962C8B-B14F-4D97-AF65-F5344CB8AC3E}">
        <p14:creationId xmlns:p14="http://schemas.microsoft.com/office/powerpoint/2010/main" val="295769550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223.4.4.2</a:t>
            </a:r>
          </a:p>
        </p:txBody>
      </p:sp>
      <p:sp>
        <p:nvSpPr>
          <p:cNvPr id="3" name="Content Placeholder 2"/>
          <p:cNvSpPr>
            <a:spLocks noGrp="1"/>
          </p:cNvSpPr>
          <p:nvPr>
            <p:ph idx="1"/>
          </p:nvPr>
        </p:nvSpPr>
        <p:spPr/>
        <p:txBody>
          <a:bodyPr/>
          <a:lstStyle/>
          <a:p>
            <a:pPr marL="0" indent="0">
              <a:buNone/>
            </a:pPr>
            <a:r>
              <a:rPr lang="en-US" dirty="0"/>
              <a:t>Can light travel through space?</a:t>
            </a:r>
          </a:p>
          <a:p>
            <a:pPr marL="514350" indent="-514350">
              <a:buAutoNum type="alphaLcParenR"/>
            </a:pPr>
            <a:r>
              <a:rPr lang="en-US" dirty="0"/>
              <a:t>Yes</a:t>
            </a:r>
          </a:p>
          <a:p>
            <a:pPr marL="514350" indent="-514350">
              <a:buAutoNum type="alphaLcParenR"/>
            </a:pPr>
            <a:r>
              <a:rPr lang="en-US" dirty="0"/>
              <a:t>No</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74</a:t>
            </a:fld>
            <a:endParaRPr lang="en-US"/>
          </a:p>
        </p:txBody>
      </p:sp>
    </p:spTree>
    <p:extLst>
      <p:ext uri="{BB962C8B-B14F-4D97-AF65-F5344CB8AC3E}">
        <p14:creationId xmlns:p14="http://schemas.microsoft.com/office/powerpoint/2010/main" val="339896362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r>
              <a:rPr lang="en-US" dirty="0"/>
              <a:t>Question 223.4.4.3</a:t>
            </a:r>
          </a:p>
        </p:txBody>
      </p:sp>
      <p:sp>
        <p:nvSpPr>
          <p:cNvPr id="44036" name="Rectangle 3"/>
          <p:cNvSpPr>
            <a:spLocks noGrp="1" noChangeArrowheads="1"/>
          </p:cNvSpPr>
          <p:nvPr>
            <p:ph idx="1"/>
          </p:nvPr>
        </p:nvSpPr>
        <p:spPr>
          <a:xfrm>
            <a:off x="457199" y="1600200"/>
            <a:ext cx="7932058" cy="4525963"/>
          </a:xfrm>
        </p:spPr>
        <p:txBody>
          <a:bodyPr/>
          <a:lstStyle/>
          <a:p>
            <a:pPr marL="609600" indent="-609600" eaLnBrk="1" hangingPunct="1">
              <a:buFontTx/>
              <a:buNone/>
            </a:pPr>
            <a:r>
              <a:rPr lang="en-US" dirty="0"/>
              <a:t>What is the medium for a light wave?… </a:t>
            </a:r>
          </a:p>
          <a:p>
            <a:pPr marL="990600" lvl="1" indent="-533400" eaLnBrk="1" hangingPunct="1">
              <a:buFontTx/>
              <a:buAutoNum type="alphaLcParenR"/>
            </a:pPr>
            <a:r>
              <a:rPr lang="en-US" dirty="0"/>
              <a:t>The electromagnetic field</a:t>
            </a:r>
          </a:p>
          <a:p>
            <a:pPr marL="990600" lvl="1" indent="-533400" eaLnBrk="1" hangingPunct="1">
              <a:buFontTx/>
              <a:buAutoNum type="alphaLcParenR"/>
            </a:pPr>
            <a:r>
              <a:rPr lang="en-US" dirty="0"/>
              <a:t>Air molecules</a:t>
            </a:r>
          </a:p>
          <a:p>
            <a:pPr marL="990600" lvl="1" indent="-533400" eaLnBrk="1" hangingPunct="1">
              <a:buFontTx/>
              <a:buAutoNum type="alphaLcParenR"/>
            </a:pPr>
            <a:r>
              <a:rPr lang="en-US" dirty="0"/>
              <a:t>Free space</a:t>
            </a:r>
          </a:p>
          <a:p>
            <a:pPr marL="990600" lvl="1" indent="-533400" eaLnBrk="1" hangingPunct="1">
              <a:buFontTx/>
              <a:buAutoNum type="alphaLcParenR"/>
            </a:pPr>
            <a:r>
              <a:rPr lang="en-US" dirty="0"/>
              <a:t>Water  molecules</a:t>
            </a:r>
          </a:p>
        </p:txBody>
      </p:sp>
      <p:sp>
        <p:nvSpPr>
          <p:cNvPr id="44034" name="Slide Number Placeholder 5"/>
          <p:cNvSpPr>
            <a:spLocks noGrp="1"/>
          </p:cNvSpPr>
          <p:nvPr>
            <p:ph type="sldNum" sz="quarter" idx="12"/>
          </p:nvPr>
        </p:nvSpPr>
        <p:spPr>
          <a:noFill/>
        </p:spPr>
        <p:txBody>
          <a:bodyPr/>
          <a:lstStyle/>
          <a:p>
            <a:fld id="{4AD62F2E-7083-45D0-8919-2DFD6873DB31}" type="slidenum">
              <a:rPr lang="en-US" smtClean="0"/>
              <a:pPr/>
              <a:t>75</a:t>
            </a:fld>
            <a:endParaRPr lang="en-US"/>
          </a:p>
        </p:txBody>
      </p:sp>
    </p:spTree>
    <p:extLst>
      <p:ext uri="{BB962C8B-B14F-4D97-AF65-F5344CB8AC3E}">
        <p14:creationId xmlns:p14="http://schemas.microsoft.com/office/powerpoint/2010/main" val="174600688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robinson dadson curves.jpg"/>
          <p:cNvPicPr>
            <a:picLocks noChangeAspect="1"/>
          </p:cNvPicPr>
          <p:nvPr/>
        </p:nvPicPr>
        <p:blipFill>
          <a:blip r:embed="rId2" cstate="print"/>
          <a:srcRect l="12404" t="14208" r="15377" b="10601"/>
          <a:stretch>
            <a:fillRect/>
          </a:stretch>
        </p:blipFill>
        <p:spPr>
          <a:xfrm>
            <a:off x="1521283" y="914614"/>
            <a:ext cx="6190937" cy="5156616"/>
          </a:xfrm>
          <a:prstGeom prst="rect">
            <a:avLst/>
          </a:prstGeom>
        </p:spPr>
      </p:pic>
      <p:sp>
        <p:nvSpPr>
          <p:cNvPr id="3" name="TextBox 2"/>
          <p:cNvSpPr txBox="1"/>
          <p:nvPr/>
        </p:nvSpPr>
        <p:spPr>
          <a:xfrm>
            <a:off x="1233288" y="6291687"/>
            <a:ext cx="7300845" cy="307777"/>
          </a:xfrm>
          <a:prstGeom prst="rect">
            <a:avLst/>
          </a:prstGeom>
          <a:noFill/>
        </p:spPr>
        <p:txBody>
          <a:bodyPr wrap="none" rtlCol="0">
            <a:spAutoFit/>
          </a:bodyPr>
          <a:lstStyle/>
          <a:p>
            <a:r>
              <a:rPr lang="en-US" sz="1400" dirty="0"/>
              <a:t>William Strong and </a:t>
            </a:r>
            <a:r>
              <a:rPr lang="en-US" sz="1400" dirty="0" err="1"/>
              <a:t>Grorge</a:t>
            </a:r>
            <a:r>
              <a:rPr lang="en-US" sz="1400" dirty="0"/>
              <a:t> </a:t>
            </a:r>
            <a:r>
              <a:rPr lang="en-US" sz="1400" dirty="0" err="1"/>
              <a:t>Plitnik</a:t>
            </a:r>
            <a:r>
              <a:rPr lang="en-US" sz="1400" dirty="0"/>
              <a:t>, </a:t>
            </a:r>
            <a:r>
              <a:rPr lang="en-US" sz="1400" i="1" dirty="0"/>
              <a:t>Music Speech Audio,</a:t>
            </a:r>
            <a:r>
              <a:rPr lang="en-US" sz="1400" dirty="0"/>
              <a:t> 2</a:t>
            </a:r>
            <a:r>
              <a:rPr lang="en-US" sz="1400" baseline="30000" dirty="0"/>
              <a:t>nd</a:t>
            </a:r>
            <a:r>
              <a:rPr lang="en-US" sz="1400" dirty="0"/>
              <a:t>. </a:t>
            </a:r>
            <a:r>
              <a:rPr lang="en-US" sz="1400" dirty="0" err="1"/>
              <a:t>Ed.,BYU</a:t>
            </a:r>
            <a:r>
              <a:rPr lang="en-US" sz="1400" dirty="0"/>
              <a:t> Academic Publishing, 2005</a:t>
            </a:r>
          </a:p>
        </p:txBody>
      </p:sp>
      <p:sp>
        <p:nvSpPr>
          <p:cNvPr id="4" name="Title 3"/>
          <p:cNvSpPr>
            <a:spLocks noGrp="1"/>
          </p:cNvSpPr>
          <p:nvPr>
            <p:ph type="title"/>
          </p:nvPr>
        </p:nvSpPr>
        <p:spPr>
          <a:xfrm>
            <a:off x="457200" y="117882"/>
            <a:ext cx="8229600" cy="483008"/>
          </a:xfrm>
        </p:spPr>
        <p:txBody>
          <a:bodyPr>
            <a:normAutofit fontScale="90000"/>
          </a:bodyPr>
          <a:lstStyle/>
          <a:p>
            <a:r>
              <a:rPr lang="en-US" dirty="0"/>
              <a:t>Frequency Response</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Online Media 3">
            <a:hlinkClick r:id="" action="ppaction://media"/>
            <a:extLst>
              <a:ext uri="{FF2B5EF4-FFF2-40B4-BE49-F238E27FC236}">
                <a16:creationId xmlns:a16="http://schemas.microsoft.com/office/drawing/2014/main" id="{550A5104-046C-40F8-8172-02896F65E1EC}"/>
              </a:ext>
            </a:extLst>
          </p:cNvPr>
          <p:cNvPicPr>
            <a:picLocks noRot="1" noChangeAspect="1"/>
          </p:cNvPicPr>
          <p:nvPr>
            <a:videoFile r:link="rId1"/>
          </p:nvPr>
        </p:nvPicPr>
        <p:blipFill>
          <a:blip r:embed="rId3"/>
          <a:stretch>
            <a:fillRect/>
          </a:stretch>
        </p:blipFill>
        <p:spPr>
          <a:xfrm>
            <a:off x="498763" y="1177142"/>
            <a:ext cx="8209808" cy="4618017"/>
          </a:xfrm>
          <a:prstGeom prst="rect">
            <a:avLst/>
          </a:prstGeom>
        </p:spPr>
      </p:pic>
    </p:spTree>
    <p:extLst>
      <p:ext uri="{BB962C8B-B14F-4D97-AF65-F5344CB8AC3E}">
        <p14:creationId xmlns:p14="http://schemas.microsoft.com/office/powerpoint/2010/main" val="255048680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ChangeAspect="1" noChangeArrowheads="1"/>
          </p:cNvPicPr>
          <p:nvPr/>
        </p:nvPicPr>
        <p:blipFill>
          <a:blip r:embed="rId2" cstate="print"/>
          <a:srcRect/>
          <a:stretch>
            <a:fillRect/>
          </a:stretch>
        </p:blipFill>
        <p:spPr bwMode="auto">
          <a:xfrm rot="5400000">
            <a:off x="1827354" y="-989152"/>
            <a:ext cx="5867401" cy="8912508"/>
          </a:xfrm>
          <a:prstGeom prst="rect">
            <a:avLst/>
          </a:prstGeom>
          <a:noFill/>
          <a:ln w="9525">
            <a:noFill/>
            <a:miter lim="800000"/>
            <a:headEnd/>
            <a:tailEnd/>
          </a:ln>
        </p:spPr>
      </p:pic>
      <p:sp>
        <p:nvSpPr>
          <p:cNvPr id="4" name="Rectangle 3"/>
          <p:cNvSpPr/>
          <p:nvPr/>
        </p:nvSpPr>
        <p:spPr>
          <a:xfrm>
            <a:off x="228600" y="5867400"/>
            <a:ext cx="2286000" cy="600164"/>
          </a:xfrm>
          <a:prstGeom prst="rect">
            <a:avLst/>
          </a:prstGeom>
        </p:spPr>
        <p:txBody>
          <a:bodyPr wrap="square">
            <a:spAutoFit/>
          </a:bodyPr>
          <a:lstStyle/>
          <a:p>
            <a:r>
              <a:rPr lang="en-US" sz="1100" dirty="0"/>
              <a:t>From </a:t>
            </a:r>
            <a:r>
              <a:rPr lang="en-US" sz="1100" dirty="0" err="1"/>
              <a:t>Materialscientist</a:t>
            </a:r>
            <a:r>
              <a:rPr lang="en-US" sz="1100" dirty="0"/>
              <a:t>, used under the Creative Commons Attribution-Share Alike 2.5 Generic License.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r>
              <a:rPr lang="en-US" dirty="0"/>
              <a:t>Question 223.3.2</a:t>
            </a:r>
          </a:p>
        </p:txBody>
      </p:sp>
      <p:sp>
        <p:nvSpPr>
          <p:cNvPr id="433155" name="Rectangle 3"/>
          <p:cNvSpPr>
            <a:spLocks noGrp="1" noChangeArrowheads="1"/>
          </p:cNvSpPr>
          <p:nvPr>
            <p:ph idx="1"/>
          </p:nvPr>
        </p:nvSpPr>
        <p:spPr>
          <a:xfrm>
            <a:off x="457200" y="1600200"/>
            <a:ext cx="3251200" cy="4525963"/>
          </a:xfrm>
        </p:spPr>
        <p:txBody>
          <a:bodyPr/>
          <a:lstStyle/>
          <a:p>
            <a:pPr eaLnBrk="1" hangingPunct="1">
              <a:lnSpc>
                <a:spcPct val="130000"/>
              </a:lnSpc>
              <a:spcBef>
                <a:spcPct val="50000"/>
              </a:spcBef>
              <a:buFontTx/>
              <a:buNone/>
              <a:defRPr/>
            </a:pPr>
            <a:r>
              <a:rPr lang="en-US" sz="2000" b="1" dirty="0"/>
              <a:t>Does a longitudinal wave, such as a sound wave, have an amplitude ?</a:t>
            </a:r>
            <a:endParaRPr lang="en-US" sz="2200" b="1" dirty="0"/>
          </a:p>
          <a:p>
            <a:pPr eaLnBrk="1" hangingPunct="1">
              <a:lnSpc>
                <a:spcPct val="140000"/>
              </a:lnSpc>
              <a:buFontTx/>
              <a:buNone/>
              <a:defRPr/>
            </a:pPr>
            <a:r>
              <a:rPr lang="en-US" sz="2000" b="1" dirty="0">
                <a:solidFill>
                  <a:schemeClr val="tx2"/>
                </a:solidFill>
              </a:rPr>
              <a:t>a)  yes</a:t>
            </a:r>
          </a:p>
          <a:p>
            <a:pPr eaLnBrk="1" hangingPunct="1">
              <a:lnSpc>
                <a:spcPct val="140000"/>
              </a:lnSpc>
              <a:buFontTx/>
              <a:buNone/>
              <a:defRPr/>
            </a:pPr>
            <a:r>
              <a:rPr lang="en-US" sz="2000" b="1" dirty="0">
                <a:solidFill>
                  <a:schemeClr val="tx2"/>
                </a:solidFill>
              </a:rPr>
              <a:t>b)  no</a:t>
            </a:r>
          </a:p>
          <a:p>
            <a:pPr eaLnBrk="1" hangingPunct="1">
              <a:lnSpc>
                <a:spcPct val="130000"/>
              </a:lnSpc>
              <a:buFontTx/>
              <a:buNone/>
              <a:defRPr/>
            </a:pPr>
            <a:r>
              <a:rPr lang="en-US" sz="2000" b="1" dirty="0">
                <a:solidFill>
                  <a:schemeClr val="tx2"/>
                </a:solidFill>
              </a:rPr>
              <a:t>c)  it depends on the medium the wave is in</a:t>
            </a:r>
            <a:endParaRPr lang="en-US" sz="2000" b="1" dirty="0">
              <a:solidFill>
                <a:schemeClr val="tx2"/>
              </a:solidFill>
              <a:effectLst>
                <a:outerShdw blurRad="38100" dist="38100" dir="2700000" algn="tl">
                  <a:srgbClr val="C0C0C0"/>
                </a:outerShdw>
              </a:effectLst>
            </a:endParaRPr>
          </a:p>
          <a:p>
            <a:pPr eaLnBrk="1" hangingPunct="1">
              <a:lnSpc>
                <a:spcPct val="80000"/>
              </a:lnSpc>
              <a:defRPr/>
            </a:pPr>
            <a:endParaRPr lang="en-US" sz="2000" dirty="0"/>
          </a:p>
        </p:txBody>
      </p:sp>
      <p:sp>
        <p:nvSpPr>
          <p:cNvPr id="45058" name="Slide Number Placeholder 5"/>
          <p:cNvSpPr>
            <a:spLocks noGrp="1"/>
          </p:cNvSpPr>
          <p:nvPr>
            <p:ph type="sldNum" sz="quarter" idx="12"/>
          </p:nvPr>
        </p:nvSpPr>
        <p:spPr>
          <a:noFill/>
        </p:spPr>
        <p:txBody>
          <a:bodyPr/>
          <a:lstStyle/>
          <a:p>
            <a:fld id="{6590F4AF-F7D9-43D4-9D0C-E33F993FEEBD}" type="slidenum">
              <a:rPr lang="en-US" smtClean="0"/>
              <a:pPr/>
              <a:t>79</a:t>
            </a:fld>
            <a:endParaRPr lang="en-US"/>
          </a:p>
        </p:txBody>
      </p:sp>
      <p:grpSp>
        <p:nvGrpSpPr>
          <p:cNvPr id="45061" name="Group 4"/>
          <p:cNvGrpSpPr>
            <a:grpSpLocks/>
          </p:cNvGrpSpPr>
          <p:nvPr/>
        </p:nvGrpSpPr>
        <p:grpSpPr bwMode="auto">
          <a:xfrm>
            <a:off x="4827588" y="2038350"/>
            <a:ext cx="3805237" cy="1216025"/>
            <a:chOff x="3160" y="2326"/>
            <a:chExt cx="2397" cy="766"/>
          </a:xfrm>
        </p:grpSpPr>
        <p:grpSp>
          <p:nvGrpSpPr>
            <p:cNvPr id="45075" name="Group 5"/>
            <p:cNvGrpSpPr>
              <a:grpSpLocks/>
            </p:cNvGrpSpPr>
            <p:nvPr/>
          </p:nvGrpSpPr>
          <p:grpSpPr bwMode="auto">
            <a:xfrm>
              <a:off x="3544" y="2331"/>
              <a:ext cx="2013" cy="348"/>
              <a:chOff x="1920" y="2928"/>
              <a:chExt cx="2013" cy="480"/>
            </a:xfrm>
          </p:grpSpPr>
          <p:sp>
            <p:nvSpPr>
              <p:cNvPr id="45081" name="Rectangle 6"/>
              <p:cNvSpPr>
                <a:spLocks noChangeArrowheads="1"/>
              </p:cNvSpPr>
              <p:nvPr/>
            </p:nvSpPr>
            <p:spPr bwMode="auto">
              <a:xfrm>
                <a:off x="1920" y="2928"/>
                <a:ext cx="672" cy="480"/>
              </a:xfrm>
              <a:prstGeom prst="rect">
                <a:avLst/>
              </a:prstGeom>
              <a:gradFill rotWithShape="0">
                <a:gsLst>
                  <a:gs pos="0">
                    <a:srgbClr val="666666"/>
                  </a:gs>
                  <a:gs pos="50000">
                    <a:srgbClr val="DDDDDD"/>
                  </a:gs>
                  <a:gs pos="100000">
                    <a:srgbClr val="666666"/>
                  </a:gs>
                </a:gsLst>
                <a:lin ang="0" scaled="1"/>
              </a:gradFill>
              <a:ln w="19050">
                <a:noFill/>
                <a:miter lim="800000"/>
                <a:headEnd/>
                <a:tailEnd/>
              </a:ln>
            </p:spPr>
            <p:txBody>
              <a:bodyPr wrap="none" anchor="ctr"/>
              <a:lstStyle/>
              <a:p>
                <a:endParaRPr lang="en-US"/>
              </a:p>
            </p:txBody>
          </p:sp>
          <p:sp>
            <p:nvSpPr>
              <p:cNvPr id="45082" name="Rectangle 7"/>
              <p:cNvSpPr>
                <a:spLocks noChangeArrowheads="1"/>
              </p:cNvSpPr>
              <p:nvPr/>
            </p:nvSpPr>
            <p:spPr bwMode="auto">
              <a:xfrm>
                <a:off x="2589" y="2928"/>
                <a:ext cx="672" cy="480"/>
              </a:xfrm>
              <a:prstGeom prst="rect">
                <a:avLst/>
              </a:prstGeom>
              <a:gradFill rotWithShape="0">
                <a:gsLst>
                  <a:gs pos="0">
                    <a:srgbClr val="666666"/>
                  </a:gs>
                  <a:gs pos="50000">
                    <a:srgbClr val="DDDDDD"/>
                  </a:gs>
                  <a:gs pos="100000">
                    <a:srgbClr val="666666"/>
                  </a:gs>
                </a:gsLst>
                <a:lin ang="0" scaled="1"/>
              </a:gradFill>
              <a:ln w="19050">
                <a:noFill/>
                <a:miter lim="800000"/>
                <a:headEnd/>
                <a:tailEnd/>
              </a:ln>
            </p:spPr>
            <p:txBody>
              <a:bodyPr wrap="none" anchor="ctr"/>
              <a:lstStyle/>
              <a:p>
                <a:endParaRPr lang="en-US"/>
              </a:p>
            </p:txBody>
          </p:sp>
          <p:sp>
            <p:nvSpPr>
              <p:cNvPr id="45083" name="Rectangle 8"/>
              <p:cNvSpPr>
                <a:spLocks noChangeArrowheads="1"/>
              </p:cNvSpPr>
              <p:nvPr/>
            </p:nvSpPr>
            <p:spPr bwMode="auto">
              <a:xfrm>
                <a:off x="3261" y="2928"/>
                <a:ext cx="672" cy="480"/>
              </a:xfrm>
              <a:prstGeom prst="rect">
                <a:avLst/>
              </a:prstGeom>
              <a:gradFill rotWithShape="0">
                <a:gsLst>
                  <a:gs pos="0">
                    <a:srgbClr val="666666"/>
                  </a:gs>
                  <a:gs pos="50000">
                    <a:srgbClr val="DDDDDD"/>
                  </a:gs>
                  <a:gs pos="100000">
                    <a:srgbClr val="666666"/>
                  </a:gs>
                </a:gsLst>
                <a:lin ang="0" scaled="1"/>
              </a:gradFill>
              <a:ln w="19050">
                <a:noFill/>
                <a:miter lim="800000"/>
                <a:headEnd/>
                <a:tailEnd/>
              </a:ln>
            </p:spPr>
            <p:txBody>
              <a:bodyPr wrap="none" anchor="ctr"/>
              <a:lstStyle/>
              <a:p>
                <a:endParaRPr lang="en-US"/>
              </a:p>
            </p:txBody>
          </p:sp>
        </p:grpSp>
        <p:grpSp>
          <p:nvGrpSpPr>
            <p:cNvPr id="45076" name="Group 9"/>
            <p:cNvGrpSpPr>
              <a:grpSpLocks/>
            </p:cNvGrpSpPr>
            <p:nvPr/>
          </p:nvGrpSpPr>
          <p:grpSpPr bwMode="auto">
            <a:xfrm flipH="1">
              <a:off x="3160" y="2326"/>
              <a:ext cx="330" cy="357"/>
              <a:chOff x="1499" y="1255"/>
              <a:chExt cx="576" cy="624"/>
            </a:xfrm>
          </p:grpSpPr>
          <p:sp>
            <p:nvSpPr>
              <p:cNvPr id="45079" name="AutoShape 10"/>
              <p:cNvSpPr>
                <a:spLocks noChangeArrowheads="1"/>
              </p:cNvSpPr>
              <p:nvPr/>
            </p:nvSpPr>
            <p:spPr bwMode="auto">
              <a:xfrm rot="-5400000">
                <a:off x="1379" y="1375"/>
                <a:ext cx="624" cy="38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085 w 21600"/>
                  <a:gd name="T13" fmla="*/ 4106 h 21600"/>
                  <a:gd name="T14" fmla="*/ 17515 w 21600"/>
                  <a:gd name="T15" fmla="*/ 17494 h 21600"/>
                </a:gdLst>
                <a:ahLst/>
                <a:cxnLst>
                  <a:cxn ang="T8">
                    <a:pos x="T0" y="T1"/>
                  </a:cxn>
                  <a:cxn ang="T9">
                    <a:pos x="T2" y="T3"/>
                  </a:cxn>
                  <a:cxn ang="T10">
                    <a:pos x="T4" y="T5"/>
                  </a:cxn>
                  <a:cxn ang="T11">
                    <a:pos x="T6" y="T7"/>
                  </a:cxn>
                </a:cxnLst>
                <a:rect l="T12" t="T13" r="T14" b="T15"/>
                <a:pathLst>
                  <a:path w="21600" h="21600">
                    <a:moveTo>
                      <a:pt x="0" y="0"/>
                    </a:moveTo>
                    <a:lnTo>
                      <a:pt x="4569" y="21600"/>
                    </a:lnTo>
                    <a:lnTo>
                      <a:pt x="17031" y="21600"/>
                    </a:lnTo>
                    <a:lnTo>
                      <a:pt x="21600" y="0"/>
                    </a:lnTo>
                    <a:close/>
                  </a:path>
                </a:pathLst>
              </a:custGeom>
              <a:gradFill rotWithShape="0">
                <a:gsLst>
                  <a:gs pos="0">
                    <a:srgbClr val="DDDDDD"/>
                  </a:gs>
                  <a:gs pos="100000">
                    <a:srgbClr val="1B1B1B"/>
                  </a:gs>
                </a:gsLst>
                <a:lin ang="5400000" scaled="1"/>
              </a:gradFill>
              <a:ln w="38100">
                <a:solidFill>
                  <a:schemeClr val="tx1"/>
                </a:solidFill>
                <a:miter lim="800000"/>
                <a:headEnd/>
                <a:tailEnd/>
              </a:ln>
            </p:spPr>
            <p:txBody>
              <a:bodyPr wrap="none" anchor="ctr"/>
              <a:lstStyle/>
              <a:p>
                <a:endParaRPr lang="en-US"/>
              </a:p>
            </p:txBody>
          </p:sp>
          <p:sp>
            <p:nvSpPr>
              <p:cNvPr id="45080" name="Rectangle 11"/>
              <p:cNvSpPr>
                <a:spLocks noChangeArrowheads="1"/>
              </p:cNvSpPr>
              <p:nvPr/>
            </p:nvSpPr>
            <p:spPr bwMode="auto">
              <a:xfrm rot="-5400000">
                <a:off x="1799" y="1471"/>
                <a:ext cx="360" cy="192"/>
              </a:xfrm>
              <a:prstGeom prst="rect">
                <a:avLst/>
              </a:prstGeom>
              <a:gradFill rotWithShape="0">
                <a:gsLst>
                  <a:gs pos="0">
                    <a:srgbClr val="DDDDDD"/>
                  </a:gs>
                  <a:gs pos="100000">
                    <a:srgbClr val="1B1B1B"/>
                  </a:gs>
                </a:gsLst>
                <a:lin ang="5400000" scaled="1"/>
              </a:gradFill>
              <a:ln w="38100">
                <a:solidFill>
                  <a:schemeClr val="tx1"/>
                </a:solidFill>
                <a:miter lim="800000"/>
                <a:headEnd/>
                <a:tailEnd/>
              </a:ln>
            </p:spPr>
            <p:txBody>
              <a:bodyPr wrap="none" anchor="ctr"/>
              <a:lstStyle/>
              <a:p>
                <a:endParaRPr lang="en-US"/>
              </a:p>
            </p:txBody>
          </p:sp>
        </p:grpSp>
        <p:sp>
          <p:nvSpPr>
            <p:cNvPr id="45077" name="Line 12"/>
            <p:cNvSpPr>
              <a:spLocks noChangeShapeType="1"/>
            </p:cNvSpPr>
            <p:nvPr/>
          </p:nvSpPr>
          <p:spPr bwMode="auto">
            <a:xfrm>
              <a:off x="4201" y="2779"/>
              <a:ext cx="651" cy="0"/>
            </a:xfrm>
            <a:prstGeom prst="line">
              <a:avLst/>
            </a:prstGeom>
            <a:noFill/>
            <a:ln w="57150">
              <a:solidFill>
                <a:schemeClr val="accent2"/>
              </a:solidFill>
              <a:round/>
              <a:headEnd type="triangle" w="med" len="med"/>
              <a:tailEnd type="triangle" w="med" len="med"/>
            </a:ln>
          </p:spPr>
          <p:txBody>
            <a:bodyPr wrap="none" anchor="ctr"/>
            <a:lstStyle/>
            <a:p>
              <a:endParaRPr lang="en-US"/>
            </a:p>
          </p:txBody>
        </p:sp>
        <p:sp>
          <p:nvSpPr>
            <p:cNvPr id="433165" name="Text Box 13"/>
            <p:cNvSpPr txBox="1">
              <a:spLocks noChangeArrowheads="1"/>
            </p:cNvSpPr>
            <p:nvPr/>
          </p:nvSpPr>
          <p:spPr bwMode="auto">
            <a:xfrm>
              <a:off x="4398" y="2727"/>
              <a:ext cx="257" cy="365"/>
            </a:xfrm>
            <a:prstGeom prst="rect">
              <a:avLst/>
            </a:prstGeom>
            <a:noFill/>
            <a:ln w="19050">
              <a:noFill/>
              <a:miter lim="800000"/>
              <a:headEnd/>
              <a:tailEnd/>
            </a:ln>
            <a:effectLst/>
          </p:spPr>
          <p:txBody>
            <a:bodyPr wrap="none">
              <a:spAutoFit/>
            </a:bodyPr>
            <a:lstStyle/>
            <a:p>
              <a:pPr eaLnBrk="0" hangingPunct="0">
                <a:defRPr/>
              </a:pPr>
              <a:r>
                <a:rPr lang="en-US" sz="3200" b="1">
                  <a:solidFill>
                    <a:schemeClr val="accent2"/>
                  </a:solidFill>
                  <a:effectLst>
                    <a:outerShdw blurRad="38100" dist="38100" dir="2700000" algn="tl">
                      <a:srgbClr val="C0C0C0"/>
                    </a:outerShdw>
                  </a:effectLst>
                  <a:latin typeface="Tahoma" pitchFamily="34" charset="0"/>
                  <a:sym typeface="Symbol" pitchFamily="18" charset="2"/>
                </a:rPr>
                <a:t></a:t>
              </a:r>
              <a:endParaRPr lang="en-US" sz="2800" b="1">
                <a:solidFill>
                  <a:schemeClr val="accent2"/>
                </a:solidFill>
                <a:effectLst>
                  <a:outerShdw blurRad="38100" dist="38100" dir="2700000" algn="tl">
                    <a:srgbClr val="C0C0C0"/>
                  </a:outerShdw>
                </a:effectLst>
                <a:latin typeface="Tahoma" pitchFamily="34" charset="0"/>
              </a:endParaRPr>
            </a:p>
          </p:txBody>
        </p:sp>
      </p:grpSp>
      <p:grpSp>
        <p:nvGrpSpPr>
          <p:cNvPr id="45062" name="Group 14"/>
          <p:cNvGrpSpPr>
            <a:grpSpLocks/>
          </p:cNvGrpSpPr>
          <p:nvPr/>
        </p:nvGrpSpPr>
        <p:grpSpPr bwMode="auto">
          <a:xfrm>
            <a:off x="4322763" y="2749550"/>
            <a:ext cx="4467225" cy="2454275"/>
            <a:chOff x="2842" y="2774"/>
            <a:chExt cx="2814" cy="1546"/>
          </a:xfrm>
        </p:grpSpPr>
        <p:sp>
          <p:nvSpPr>
            <p:cNvPr id="433167" name="Text Box 15"/>
            <p:cNvSpPr txBox="1">
              <a:spLocks noChangeArrowheads="1"/>
            </p:cNvSpPr>
            <p:nvPr/>
          </p:nvSpPr>
          <p:spPr bwMode="auto">
            <a:xfrm>
              <a:off x="3045" y="3826"/>
              <a:ext cx="382" cy="250"/>
            </a:xfrm>
            <a:prstGeom prst="rect">
              <a:avLst/>
            </a:prstGeom>
            <a:noFill/>
            <a:ln w="19050">
              <a:noFill/>
              <a:miter lim="800000"/>
              <a:headEnd/>
              <a:tailEnd/>
            </a:ln>
            <a:effectLst/>
          </p:spPr>
          <p:txBody>
            <a:bodyPr wrap="none">
              <a:spAutoFit/>
            </a:bodyPr>
            <a:lstStyle/>
            <a:p>
              <a:pPr eaLnBrk="0" hangingPunct="0">
                <a:defRPr/>
              </a:pPr>
              <a:r>
                <a:rPr lang="en-US" sz="2000" b="1" dirty="0">
                  <a:effectLst>
                    <a:outerShdw blurRad="38100" dist="38100" dir="2700000" algn="tl">
                      <a:srgbClr val="C0C0C0"/>
                    </a:outerShdw>
                  </a:effectLst>
                </a:rPr>
                <a:t>low</a:t>
              </a:r>
            </a:p>
          </p:txBody>
        </p:sp>
        <p:sp>
          <p:nvSpPr>
            <p:cNvPr id="433168" name="Text Box 16"/>
            <p:cNvSpPr txBox="1">
              <a:spLocks noChangeArrowheads="1"/>
            </p:cNvSpPr>
            <p:nvPr/>
          </p:nvSpPr>
          <p:spPr bwMode="auto">
            <a:xfrm>
              <a:off x="2998" y="3304"/>
              <a:ext cx="454" cy="250"/>
            </a:xfrm>
            <a:prstGeom prst="rect">
              <a:avLst/>
            </a:prstGeom>
            <a:noFill/>
            <a:ln w="19050">
              <a:noFill/>
              <a:miter lim="800000"/>
              <a:headEnd/>
              <a:tailEnd/>
            </a:ln>
            <a:effectLst/>
          </p:spPr>
          <p:txBody>
            <a:bodyPr wrap="none">
              <a:spAutoFit/>
            </a:bodyPr>
            <a:lstStyle/>
            <a:p>
              <a:pPr eaLnBrk="0" hangingPunct="0">
                <a:defRPr/>
              </a:pPr>
              <a:r>
                <a:rPr lang="en-US" sz="2000" b="1" dirty="0">
                  <a:effectLst>
                    <a:outerShdw blurRad="38100" dist="38100" dir="2700000" algn="tl">
                      <a:srgbClr val="C0C0C0"/>
                    </a:outerShdw>
                  </a:effectLst>
                </a:rPr>
                <a:t>high</a:t>
              </a:r>
            </a:p>
          </p:txBody>
        </p:sp>
        <p:sp>
          <p:nvSpPr>
            <p:cNvPr id="433169" name="Text Box 17"/>
            <p:cNvSpPr txBox="1">
              <a:spLocks noChangeArrowheads="1"/>
            </p:cNvSpPr>
            <p:nvPr/>
          </p:nvSpPr>
          <p:spPr bwMode="auto">
            <a:xfrm>
              <a:off x="2842" y="3583"/>
              <a:ext cx="649" cy="250"/>
            </a:xfrm>
            <a:prstGeom prst="rect">
              <a:avLst/>
            </a:prstGeom>
            <a:noFill/>
            <a:ln w="19050">
              <a:noFill/>
              <a:miter lim="800000"/>
              <a:headEnd/>
              <a:tailEnd/>
            </a:ln>
            <a:effectLst/>
          </p:spPr>
          <p:txBody>
            <a:bodyPr wrap="none">
              <a:spAutoFit/>
            </a:bodyPr>
            <a:lstStyle/>
            <a:p>
              <a:pPr eaLnBrk="0" hangingPunct="0">
                <a:defRPr/>
              </a:pPr>
              <a:r>
                <a:rPr lang="en-US" sz="2000" b="1" dirty="0">
                  <a:effectLst>
                    <a:outerShdw blurRad="38100" dist="38100" dir="2700000" algn="tl">
                      <a:srgbClr val="C0C0C0"/>
                    </a:outerShdw>
                  </a:effectLst>
                </a:rPr>
                <a:t>normal</a:t>
              </a:r>
            </a:p>
          </p:txBody>
        </p:sp>
        <p:sp>
          <p:nvSpPr>
            <p:cNvPr id="45066" name="Line 18"/>
            <p:cNvSpPr>
              <a:spLocks noChangeShapeType="1"/>
            </p:cNvSpPr>
            <p:nvPr/>
          </p:nvSpPr>
          <p:spPr bwMode="auto">
            <a:xfrm flipV="1">
              <a:off x="3460" y="4084"/>
              <a:ext cx="2000" cy="1"/>
            </a:xfrm>
            <a:prstGeom prst="line">
              <a:avLst/>
            </a:prstGeom>
            <a:noFill/>
            <a:ln w="57150">
              <a:solidFill>
                <a:schemeClr val="tx1"/>
              </a:solidFill>
              <a:round/>
              <a:headEnd type="none" w="sm" len="sm"/>
              <a:tailEnd type="triangle" w="med" len="med"/>
            </a:ln>
          </p:spPr>
          <p:txBody>
            <a:bodyPr wrap="none" anchor="ctr"/>
            <a:lstStyle/>
            <a:p>
              <a:endParaRPr lang="en-US"/>
            </a:p>
          </p:txBody>
        </p:sp>
        <p:sp>
          <p:nvSpPr>
            <p:cNvPr id="45067" name="Line 19"/>
            <p:cNvSpPr>
              <a:spLocks noChangeShapeType="1"/>
            </p:cNvSpPr>
            <p:nvPr/>
          </p:nvSpPr>
          <p:spPr bwMode="auto">
            <a:xfrm flipH="1" flipV="1">
              <a:off x="3472" y="3146"/>
              <a:ext cx="1" cy="944"/>
            </a:xfrm>
            <a:prstGeom prst="line">
              <a:avLst/>
            </a:prstGeom>
            <a:noFill/>
            <a:ln w="57150">
              <a:solidFill>
                <a:schemeClr val="tx1"/>
              </a:solidFill>
              <a:round/>
              <a:headEnd type="none" w="sm" len="sm"/>
              <a:tailEnd type="triangle" w="med" len="med"/>
            </a:ln>
          </p:spPr>
          <p:txBody>
            <a:bodyPr wrap="none" anchor="ctr"/>
            <a:lstStyle/>
            <a:p>
              <a:endParaRPr lang="en-US"/>
            </a:p>
          </p:txBody>
        </p:sp>
        <p:sp>
          <p:nvSpPr>
            <p:cNvPr id="433172" name="Text Box 20"/>
            <p:cNvSpPr txBox="1">
              <a:spLocks noChangeArrowheads="1"/>
            </p:cNvSpPr>
            <p:nvPr/>
          </p:nvSpPr>
          <p:spPr bwMode="auto">
            <a:xfrm>
              <a:off x="3077" y="2774"/>
              <a:ext cx="792" cy="384"/>
            </a:xfrm>
            <a:prstGeom prst="rect">
              <a:avLst/>
            </a:prstGeom>
            <a:noFill/>
            <a:ln w="9525">
              <a:noFill/>
              <a:miter lim="800000"/>
              <a:headEnd type="none" w="sm" len="sm"/>
              <a:tailEnd type="none" w="sm" len="sm"/>
            </a:ln>
            <a:effectLst/>
          </p:spPr>
          <p:txBody>
            <a:bodyPr wrap="none">
              <a:spAutoFit/>
            </a:bodyPr>
            <a:lstStyle/>
            <a:p>
              <a:pPr algn="ctr" eaLnBrk="0" hangingPunct="0">
                <a:defRPr/>
              </a:pPr>
              <a:r>
                <a:rPr lang="en-US" sz="2000" b="1">
                  <a:effectLst>
                    <a:outerShdw blurRad="38100" dist="38100" dir="2700000" algn="tl">
                      <a:srgbClr val="C0C0C0"/>
                    </a:outerShdw>
                  </a:effectLst>
                </a:rPr>
                <a:t>air</a:t>
              </a:r>
            </a:p>
            <a:p>
              <a:pPr algn="ctr" eaLnBrk="0" hangingPunct="0">
                <a:lnSpc>
                  <a:spcPct val="70000"/>
                </a:lnSpc>
                <a:defRPr/>
              </a:pPr>
              <a:r>
                <a:rPr lang="en-US" sz="2000" b="1">
                  <a:effectLst>
                    <a:outerShdw blurRad="38100" dist="38100" dir="2700000" algn="tl">
                      <a:srgbClr val="C0C0C0"/>
                    </a:outerShdw>
                  </a:effectLst>
                </a:rPr>
                <a:t>pressure</a:t>
              </a:r>
              <a:endParaRPr lang="en-US" sz="2000">
                <a:effectLst>
                  <a:outerShdw blurRad="38100" dist="38100" dir="2700000" algn="tl">
                    <a:srgbClr val="C0C0C0"/>
                  </a:outerShdw>
                </a:effectLst>
              </a:endParaRPr>
            </a:p>
          </p:txBody>
        </p:sp>
        <p:sp>
          <p:nvSpPr>
            <p:cNvPr id="433173" name="Text Box 21"/>
            <p:cNvSpPr txBox="1">
              <a:spLocks noChangeArrowheads="1"/>
            </p:cNvSpPr>
            <p:nvPr/>
          </p:nvSpPr>
          <p:spPr bwMode="auto">
            <a:xfrm>
              <a:off x="5387" y="4032"/>
              <a:ext cx="269" cy="288"/>
            </a:xfrm>
            <a:prstGeom prst="rect">
              <a:avLst/>
            </a:prstGeom>
            <a:noFill/>
            <a:ln w="9525">
              <a:noFill/>
              <a:miter lim="800000"/>
              <a:headEnd type="none" w="sm" len="sm"/>
              <a:tailEnd type="none" w="sm" len="sm"/>
            </a:ln>
            <a:effectLst/>
          </p:spPr>
          <p:txBody>
            <a:bodyPr>
              <a:spAutoFit/>
            </a:bodyPr>
            <a:lstStyle/>
            <a:p>
              <a:pPr eaLnBrk="0" hangingPunct="0">
                <a:defRPr/>
              </a:pPr>
              <a:r>
                <a:rPr lang="en-US" sz="2400" i="1">
                  <a:effectLst>
                    <a:outerShdw blurRad="38100" dist="38100" dir="2700000" algn="tl">
                      <a:srgbClr val="C0C0C0"/>
                    </a:outerShdw>
                  </a:effectLst>
                  <a:latin typeface="Arial Black" pitchFamily="34" charset="0"/>
                </a:rPr>
                <a:t>x</a:t>
              </a:r>
              <a:endParaRPr lang="en-US" sz="2400" i="1">
                <a:effectLst>
                  <a:outerShdw blurRad="38100" dist="38100" dir="2700000" algn="tl">
                    <a:srgbClr val="C0C0C0"/>
                  </a:outerShdw>
                </a:effectLst>
              </a:endParaRPr>
            </a:p>
          </p:txBody>
        </p:sp>
        <p:sp>
          <p:nvSpPr>
            <p:cNvPr id="45070" name="Freeform 22"/>
            <p:cNvSpPr>
              <a:spLocks/>
            </p:cNvSpPr>
            <p:nvPr/>
          </p:nvSpPr>
          <p:spPr bwMode="auto">
            <a:xfrm>
              <a:off x="3498" y="3444"/>
              <a:ext cx="1730" cy="534"/>
            </a:xfrm>
            <a:custGeom>
              <a:avLst/>
              <a:gdLst>
                <a:gd name="T0" fmla="*/ 2147483647 w 272"/>
                <a:gd name="T1" fmla="*/ 12755434 h 168"/>
                <a:gd name="T2" fmla="*/ 2147483647 w 272"/>
                <a:gd name="T3" fmla="*/ 1062304 h 168"/>
                <a:gd name="T4" fmla="*/ 2147483647 w 272"/>
                <a:gd name="T5" fmla="*/ 0 h 168"/>
                <a:gd name="T6" fmla="*/ 2147483647 w 272"/>
                <a:gd name="T7" fmla="*/ 0 h 168"/>
                <a:gd name="T8" fmla="*/ 2147483647 w 272"/>
                <a:gd name="T9" fmla="*/ 0 h 168"/>
                <a:gd name="T10" fmla="*/ 2147483647 w 272"/>
                <a:gd name="T11" fmla="*/ 4303678 h 168"/>
                <a:gd name="T12" fmla="*/ 2147483647 w 272"/>
                <a:gd name="T13" fmla="*/ 46827880 h 168"/>
                <a:gd name="T14" fmla="*/ 2147483647 w 272"/>
                <a:gd name="T15" fmla="*/ 157286795 h 168"/>
                <a:gd name="T16" fmla="*/ 2147483647 w 272"/>
                <a:gd name="T17" fmla="*/ 175375148 h 168"/>
                <a:gd name="T18" fmla="*/ 2147483647 w 272"/>
                <a:gd name="T19" fmla="*/ 178647601 h 168"/>
                <a:gd name="T20" fmla="*/ 2147483647 w 272"/>
                <a:gd name="T21" fmla="*/ 178647601 h 168"/>
                <a:gd name="T22" fmla="*/ 2147483647 w 272"/>
                <a:gd name="T23" fmla="*/ 178647601 h 168"/>
                <a:gd name="T24" fmla="*/ 2147483647 w 272"/>
                <a:gd name="T25" fmla="*/ 171300475 h 168"/>
                <a:gd name="T26" fmla="*/ 2147483647 w 272"/>
                <a:gd name="T27" fmla="*/ 88328984 h 168"/>
                <a:gd name="T28" fmla="*/ 2147483647 w 272"/>
                <a:gd name="T29" fmla="*/ 12755434 h 168"/>
                <a:gd name="T30" fmla="*/ 2147483647 w 272"/>
                <a:gd name="T31" fmla="*/ 1062304 h 168"/>
                <a:gd name="T32" fmla="*/ 2147483647 w 272"/>
                <a:gd name="T33" fmla="*/ 0 h 168"/>
                <a:gd name="T34" fmla="*/ 2147483647 w 272"/>
                <a:gd name="T35" fmla="*/ 0 h 168"/>
                <a:gd name="T36" fmla="*/ 2147483647 w 272"/>
                <a:gd name="T37" fmla="*/ 1062304 h 168"/>
                <a:gd name="T38" fmla="*/ 2147483647 w 272"/>
                <a:gd name="T39" fmla="*/ 12755434 h 168"/>
                <a:gd name="T40" fmla="*/ 2147483647 w 272"/>
                <a:gd name="T41" fmla="*/ 131819480 h 168"/>
                <a:gd name="T42" fmla="*/ 2147483647 w 272"/>
                <a:gd name="T43" fmla="*/ 172320364 h 168"/>
                <a:gd name="T44" fmla="*/ 2147483647 w 272"/>
                <a:gd name="T45" fmla="*/ 177686299 h 168"/>
                <a:gd name="T46" fmla="*/ 2147483647 w 272"/>
                <a:gd name="T47" fmla="*/ 178647601 h 168"/>
                <a:gd name="T48" fmla="*/ 2147483647 w 272"/>
                <a:gd name="T49" fmla="*/ 178647601 h 168"/>
                <a:gd name="T50" fmla="*/ 2147483647 w 272"/>
                <a:gd name="T51" fmla="*/ 176667530 h 168"/>
                <a:gd name="T52" fmla="*/ 2147483647 w 272"/>
                <a:gd name="T53" fmla="*/ 150959863 h 168"/>
                <a:gd name="T54" fmla="*/ 2147483647 w 272"/>
                <a:gd name="T55" fmla="*/ 39481746 h 168"/>
                <a:gd name="T56" fmla="*/ 2147483647 w 272"/>
                <a:gd name="T57" fmla="*/ 5365883 h 168"/>
                <a:gd name="T58" fmla="*/ 2147483647 w 272"/>
                <a:gd name="T59" fmla="*/ 1062304 h 168"/>
                <a:gd name="T60" fmla="*/ 2147483647 w 272"/>
                <a:gd name="T61" fmla="*/ 0 h 168"/>
                <a:gd name="T62" fmla="*/ 2147483647 w 272"/>
                <a:gd name="T63" fmla="*/ 0 h 168"/>
                <a:gd name="T64" fmla="*/ 2147483647 w 272"/>
                <a:gd name="T65" fmla="*/ 1062304 h 168"/>
                <a:gd name="T66" fmla="*/ 2147483647 w 272"/>
                <a:gd name="T67" fmla="*/ 12755434 h 168"/>
                <a:gd name="T68" fmla="*/ 2147483647 w 272"/>
                <a:gd name="T69" fmla="*/ 117074779 h 168"/>
                <a:gd name="T70" fmla="*/ 2147483647 w 272"/>
                <a:gd name="T71" fmla="*/ 168976712 h 168"/>
                <a:gd name="T72" fmla="*/ 2147483647 w 272"/>
                <a:gd name="T73" fmla="*/ 177686299 h 168"/>
                <a:gd name="T74" fmla="*/ 2147483647 w 272"/>
                <a:gd name="T75" fmla="*/ 178647601 h 168"/>
                <a:gd name="T76" fmla="*/ 2147483647 w 272"/>
                <a:gd name="T77" fmla="*/ 178647601 h 168"/>
                <a:gd name="T78" fmla="*/ 2147483647 w 272"/>
                <a:gd name="T79" fmla="*/ 176667530 h 168"/>
                <a:gd name="T80" fmla="*/ 2147483647 w 272"/>
                <a:gd name="T81" fmla="*/ 150959863 h 168"/>
                <a:gd name="T82" fmla="*/ 2147483647 w 272"/>
                <a:gd name="T83" fmla="*/ 27788905 h 168"/>
                <a:gd name="T84" fmla="*/ 2147483647 w 272"/>
                <a:gd name="T85" fmla="*/ 4303678 h 168"/>
                <a:gd name="T86" fmla="*/ 2147483647 w 272"/>
                <a:gd name="T87" fmla="*/ 0 h 168"/>
                <a:gd name="T88" fmla="*/ 2147483647 w 272"/>
                <a:gd name="T89" fmla="*/ 0 h 168"/>
                <a:gd name="T90" fmla="*/ 2147483647 w 272"/>
                <a:gd name="T91" fmla="*/ 0 h 168"/>
                <a:gd name="T92" fmla="*/ 2147483647 w 272"/>
                <a:gd name="T93" fmla="*/ 4303678 h 168"/>
                <a:gd name="T94" fmla="*/ 2147483647 w 272"/>
                <a:gd name="T95" fmla="*/ 43481379 h 168"/>
                <a:gd name="T96" fmla="*/ 2147483647 w 272"/>
                <a:gd name="T97" fmla="*/ 159607405 h 168"/>
                <a:gd name="T98" fmla="*/ 2147483647 w 272"/>
                <a:gd name="T99" fmla="*/ 176667530 h 168"/>
                <a:gd name="T100" fmla="*/ 2147483647 w 272"/>
                <a:gd name="T101" fmla="*/ 178647601 h 168"/>
                <a:gd name="T102" fmla="*/ 2147483647 w 272"/>
                <a:gd name="T103" fmla="*/ 178647601 h 168"/>
                <a:gd name="T104" fmla="*/ 2147483647 w 272"/>
                <a:gd name="T105" fmla="*/ 177686299 h 168"/>
                <a:gd name="T106" fmla="*/ 2147483647 w 272"/>
                <a:gd name="T107" fmla="*/ 166954429 h 168"/>
                <a:gd name="T108" fmla="*/ 2147483647 w 272"/>
                <a:gd name="T109" fmla="*/ 89390423 h 16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2"/>
                <a:gd name="T166" fmla="*/ 0 h 168"/>
                <a:gd name="T167" fmla="*/ 272 w 272"/>
                <a:gd name="T168" fmla="*/ 168 h 16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2" h="168">
                  <a:moveTo>
                    <a:pt x="0" y="84"/>
                  </a:moveTo>
                  <a:lnTo>
                    <a:pt x="5" y="44"/>
                  </a:lnTo>
                  <a:lnTo>
                    <a:pt x="8" y="27"/>
                  </a:lnTo>
                  <a:lnTo>
                    <a:pt x="11" y="12"/>
                  </a:lnTo>
                  <a:lnTo>
                    <a:pt x="12" y="7"/>
                  </a:lnTo>
                  <a:lnTo>
                    <a:pt x="14" y="3"/>
                  </a:lnTo>
                  <a:lnTo>
                    <a:pt x="14" y="2"/>
                  </a:lnTo>
                  <a:lnTo>
                    <a:pt x="15" y="1"/>
                  </a:lnTo>
                  <a:lnTo>
                    <a:pt x="15" y="0"/>
                  </a:lnTo>
                  <a:lnTo>
                    <a:pt x="16" y="0"/>
                  </a:lnTo>
                  <a:lnTo>
                    <a:pt x="17" y="0"/>
                  </a:lnTo>
                  <a:lnTo>
                    <a:pt x="18" y="0"/>
                  </a:lnTo>
                  <a:lnTo>
                    <a:pt x="18" y="1"/>
                  </a:lnTo>
                  <a:lnTo>
                    <a:pt x="19" y="1"/>
                  </a:lnTo>
                  <a:lnTo>
                    <a:pt x="20" y="3"/>
                  </a:lnTo>
                  <a:lnTo>
                    <a:pt x="20" y="4"/>
                  </a:lnTo>
                  <a:lnTo>
                    <a:pt x="21" y="7"/>
                  </a:lnTo>
                  <a:lnTo>
                    <a:pt x="23" y="13"/>
                  </a:lnTo>
                  <a:lnTo>
                    <a:pt x="26" y="27"/>
                  </a:lnTo>
                  <a:lnTo>
                    <a:pt x="28" y="44"/>
                  </a:lnTo>
                  <a:lnTo>
                    <a:pt x="34" y="89"/>
                  </a:lnTo>
                  <a:lnTo>
                    <a:pt x="37" y="111"/>
                  </a:lnTo>
                  <a:lnTo>
                    <a:pt x="40" y="132"/>
                  </a:lnTo>
                  <a:lnTo>
                    <a:pt x="43" y="148"/>
                  </a:lnTo>
                  <a:lnTo>
                    <a:pt x="45" y="154"/>
                  </a:lnTo>
                  <a:lnTo>
                    <a:pt x="46" y="159"/>
                  </a:lnTo>
                  <a:lnTo>
                    <a:pt x="47" y="163"/>
                  </a:lnTo>
                  <a:lnTo>
                    <a:pt x="48" y="165"/>
                  </a:lnTo>
                  <a:lnTo>
                    <a:pt x="48" y="166"/>
                  </a:lnTo>
                  <a:lnTo>
                    <a:pt x="49" y="167"/>
                  </a:lnTo>
                  <a:lnTo>
                    <a:pt x="50" y="168"/>
                  </a:lnTo>
                  <a:lnTo>
                    <a:pt x="51" y="168"/>
                  </a:lnTo>
                  <a:lnTo>
                    <a:pt x="52" y="168"/>
                  </a:lnTo>
                  <a:lnTo>
                    <a:pt x="52" y="167"/>
                  </a:lnTo>
                  <a:lnTo>
                    <a:pt x="53" y="166"/>
                  </a:lnTo>
                  <a:lnTo>
                    <a:pt x="54" y="165"/>
                  </a:lnTo>
                  <a:lnTo>
                    <a:pt x="55" y="161"/>
                  </a:lnTo>
                  <a:lnTo>
                    <a:pt x="57" y="156"/>
                  </a:lnTo>
                  <a:lnTo>
                    <a:pt x="60" y="141"/>
                  </a:lnTo>
                  <a:lnTo>
                    <a:pt x="63" y="123"/>
                  </a:lnTo>
                  <a:lnTo>
                    <a:pt x="68" y="83"/>
                  </a:lnTo>
                  <a:lnTo>
                    <a:pt x="73" y="44"/>
                  </a:lnTo>
                  <a:lnTo>
                    <a:pt x="76" y="25"/>
                  </a:lnTo>
                  <a:lnTo>
                    <a:pt x="78" y="18"/>
                  </a:lnTo>
                  <a:lnTo>
                    <a:pt x="79" y="12"/>
                  </a:lnTo>
                  <a:lnTo>
                    <a:pt x="80" y="7"/>
                  </a:lnTo>
                  <a:lnTo>
                    <a:pt x="82" y="3"/>
                  </a:lnTo>
                  <a:lnTo>
                    <a:pt x="83" y="2"/>
                  </a:lnTo>
                  <a:lnTo>
                    <a:pt x="83" y="1"/>
                  </a:lnTo>
                  <a:lnTo>
                    <a:pt x="84" y="0"/>
                  </a:lnTo>
                  <a:lnTo>
                    <a:pt x="85" y="0"/>
                  </a:lnTo>
                  <a:lnTo>
                    <a:pt x="86" y="0"/>
                  </a:lnTo>
                  <a:lnTo>
                    <a:pt x="87" y="1"/>
                  </a:lnTo>
                  <a:lnTo>
                    <a:pt x="88" y="3"/>
                  </a:lnTo>
                  <a:lnTo>
                    <a:pt x="88" y="4"/>
                  </a:lnTo>
                  <a:lnTo>
                    <a:pt x="89" y="7"/>
                  </a:lnTo>
                  <a:lnTo>
                    <a:pt x="91" y="12"/>
                  </a:lnTo>
                  <a:lnTo>
                    <a:pt x="93" y="25"/>
                  </a:lnTo>
                  <a:lnTo>
                    <a:pt x="96" y="43"/>
                  </a:lnTo>
                  <a:lnTo>
                    <a:pt x="102" y="82"/>
                  </a:lnTo>
                  <a:lnTo>
                    <a:pt x="107" y="124"/>
                  </a:lnTo>
                  <a:lnTo>
                    <a:pt x="110" y="143"/>
                  </a:lnTo>
                  <a:lnTo>
                    <a:pt x="112" y="151"/>
                  </a:lnTo>
                  <a:lnTo>
                    <a:pt x="113" y="158"/>
                  </a:lnTo>
                  <a:lnTo>
                    <a:pt x="115" y="162"/>
                  </a:lnTo>
                  <a:lnTo>
                    <a:pt x="116" y="164"/>
                  </a:lnTo>
                  <a:lnTo>
                    <a:pt x="116" y="166"/>
                  </a:lnTo>
                  <a:lnTo>
                    <a:pt x="117" y="167"/>
                  </a:lnTo>
                  <a:lnTo>
                    <a:pt x="118" y="168"/>
                  </a:lnTo>
                  <a:lnTo>
                    <a:pt x="119" y="168"/>
                  </a:lnTo>
                  <a:lnTo>
                    <a:pt x="120" y="168"/>
                  </a:lnTo>
                  <a:lnTo>
                    <a:pt x="121" y="167"/>
                  </a:lnTo>
                  <a:lnTo>
                    <a:pt x="121" y="166"/>
                  </a:lnTo>
                  <a:lnTo>
                    <a:pt x="122" y="165"/>
                  </a:lnTo>
                  <a:lnTo>
                    <a:pt x="123" y="161"/>
                  </a:lnTo>
                  <a:lnTo>
                    <a:pt x="125" y="156"/>
                  </a:lnTo>
                  <a:lnTo>
                    <a:pt x="128" y="142"/>
                  </a:lnTo>
                  <a:lnTo>
                    <a:pt x="131" y="125"/>
                  </a:lnTo>
                  <a:lnTo>
                    <a:pt x="137" y="80"/>
                  </a:lnTo>
                  <a:lnTo>
                    <a:pt x="139" y="58"/>
                  </a:lnTo>
                  <a:lnTo>
                    <a:pt x="142" y="37"/>
                  </a:lnTo>
                  <a:lnTo>
                    <a:pt x="145" y="20"/>
                  </a:lnTo>
                  <a:lnTo>
                    <a:pt x="147" y="14"/>
                  </a:lnTo>
                  <a:lnTo>
                    <a:pt x="148" y="9"/>
                  </a:lnTo>
                  <a:lnTo>
                    <a:pt x="149" y="5"/>
                  </a:lnTo>
                  <a:lnTo>
                    <a:pt x="150" y="3"/>
                  </a:lnTo>
                  <a:lnTo>
                    <a:pt x="151" y="2"/>
                  </a:lnTo>
                  <a:lnTo>
                    <a:pt x="151" y="1"/>
                  </a:lnTo>
                  <a:lnTo>
                    <a:pt x="152" y="1"/>
                  </a:lnTo>
                  <a:lnTo>
                    <a:pt x="152" y="0"/>
                  </a:lnTo>
                  <a:lnTo>
                    <a:pt x="153" y="0"/>
                  </a:lnTo>
                  <a:lnTo>
                    <a:pt x="154" y="0"/>
                  </a:lnTo>
                  <a:lnTo>
                    <a:pt x="155" y="1"/>
                  </a:lnTo>
                  <a:lnTo>
                    <a:pt x="155" y="2"/>
                  </a:lnTo>
                  <a:lnTo>
                    <a:pt x="156" y="3"/>
                  </a:lnTo>
                  <a:lnTo>
                    <a:pt x="158" y="7"/>
                  </a:lnTo>
                  <a:lnTo>
                    <a:pt x="159" y="12"/>
                  </a:lnTo>
                  <a:lnTo>
                    <a:pt x="162" y="26"/>
                  </a:lnTo>
                  <a:lnTo>
                    <a:pt x="165" y="43"/>
                  </a:lnTo>
                  <a:lnTo>
                    <a:pt x="171" y="88"/>
                  </a:lnTo>
                  <a:lnTo>
                    <a:pt x="173" y="110"/>
                  </a:lnTo>
                  <a:lnTo>
                    <a:pt x="176" y="131"/>
                  </a:lnTo>
                  <a:lnTo>
                    <a:pt x="179" y="146"/>
                  </a:lnTo>
                  <a:lnTo>
                    <a:pt x="181" y="153"/>
                  </a:lnTo>
                  <a:lnTo>
                    <a:pt x="182" y="159"/>
                  </a:lnTo>
                  <a:lnTo>
                    <a:pt x="183" y="161"/>
                  </a:lnTo>
                  <a:lnTo>
                    <a:pt x="184" y="164"/>
                  </a:lnTo>
                  <a:lnTo>
                    <a:pt x="184" y="165"/>
                  </a:lnTo>
                  <a:lnTo>
                    <a:pt x="185" y="167"/>
                  </a:lnTo>
                  <a:lnTo>
                    <a:pt x="186" y="167"/>
                  </a:lnTo>
                  <a:lnTo>
                    <a:pt x="186" y="168"/>
                  </a:lnTo>
                  <a:lnTo>
                    <a:pt x="187" y="168"/>
                  </a:lnTo>
                  <a:lnTo>
                    <a:pt x="188" y="168"/>
                  </a:lnTo>
                  <a:lnTo>
                    <a:pt x="189" y="167"/>
                  </a:lnTo>
                  <a:lnTo>
                    <a:pt x="190" y="166"/>
                  </a:lnTo>
                  <a:lnTo>
                    <a:pt x="190" y="165"/>
                  </a:lnTo>
                  <a:lnTo>
                    <a:pt x="192" y="161"/>
                  </a:lnTo>
                  <a:lnTo>
                    <a:pt x="193" y="156"/>
                  </a:lnTo>
                  <a:lnTo>
                    <a:pt x="196" y="142"/>
                  </a:lnTo>
                  <a:lnTo>
                    <a:pt x="199" y="124"/>
                  </a:lnTo>
                  <a:lnTo>
                    <a:pt x="204" y="84"/>
                  </a:lnTo>
                  <a:lnTo>
                    <a:pt x="209" y="45"/>
                  </a:lnTo>
                  <a:lnTo>
                    <a:pt x="212" y="26"/>
                  </a:lnTo>
                  <a:lnTo>
                    <a:pt x="214" y="18"/>
                  </a:lnTo>
                  <a:lnTo>
                    <a:pt x="215" y="12"/>
                  </a:lnTo>
                  <a:lnTo>
                    <a:pt x="216" y="8"/>
                  </a:lnTo>
                  <a:lnTo>
                    <a:pt x="218" y="4"/>
                  </a:lnTo>
                  <a:lnTo>
                    <a:pt x="219" y="2"/>
                  </a:lnTo>
                  <a:lnTo>
                    <a:pt x="219" y="1"/>
                  </a:lnTo>
                  <a:lnTo>
                    <a:pt x="220" y="0"/>
                  </a:lnTo>
                  <a:lnTo>
                    <a:pt x="221" y="0"/>
                  </a:lnTo>
                  <a:lnTo>
                    <a:pt x="222" y="0"/>
                  </a:lnTo>
                  <a:lnTo>
                    <a:pt x="223" y="0"/>
                  </a:lnTo>
                  <a:lnTo>
                    <a:pt x="223" y="1"/>
                  </a:lnTo>
                  <a:lnTo>
                    <a:pt x="224" y="2"/>
                  </a:lnTo>
                  <a:lnTo>
                    <a:pt x="225" y="4"/>
                  </a:lnTo>
                  <a:lnTo>
                    <a:pt x="225" y="6"/>
                  </a:lnTo>
                  <a:lnTo>
                    <a:pt x="227" y="11"/>
                  </a:lnTo>
                  <a:lnTo>
                    <a:pt x="230" y="24"/>
                  </a:lnTo>
                  <a:lnTo>
                    <a:pt x="232" y="41"/>
                  </a:lnTo>
                  <a:lnTo>
                    <a:pt x="238" y="80"/>
                  </a:lnTo>
                  <a:lnTo>
                    <a:pt x="243" y="122"/>
                  </a:lnTo>
                  <a:lnTo>
                    <a:pt x="246" y="141"/>
                  </a:lnTo>
                  <a:lnTo>
                    <a:pt x="248" y="150"/>
                  </a:lnTo>
                  <a:lnTo>
                    <a:pt x="250" y="157"/>
                  </a:lnTo>
                  <a:lnTo>
                    <a:pt x="251" y="162"/>
                  </a:lnTo>
                  <a:lnTo>
                    <a:pt x="252" y="164"/>
                  </a:lnTo>
                  <a:lnTo>
                    <a:pt x="253" y="166"/>
                  </a:lnTo>
                  <a:lnTo>
                    <a:pt x="253" y="167"/>
                  </a:lnTo>
                  <a:lnTo>
                    <a:pt x="254" y="167"/>
                  </a:lnTo>
                  <a:lnTo>
                    <a:pt x="254" y="168"/>
                  </a:lnTo>
                  <a:lnTo>
                    <a:pt x="255" y="168"/>
                  </a:lnTo>
                  <a:lnTo>
                    <a:pt x="256" y="168"/>
                  </a:lnTo>
                  <a:lnTo>
                    <a:pt x="257" y="167"/>
                  </a:lnTo>
                  <a:lnTo>
                    <a:pt x="258" y="166"/>
                  </a:lnTo>
                  <a:lnTo>
                    <a:pt x="258" y="165"/>
                  </a:lnTo>
                  <a:lnTo>
                    <a:pt x="260" y="162"/>
                  </a:lnTo>
                  <a:lnTo>
                    <a:pt x="261" y="157"/>
                  </a:lnTo>
                  <a:lnTo>
                    <a:pt x="264" y="144"/>
                  </a:lnTo>
                  <a:lnTo>
                    <a:pt x="267" y="127"/>
                  </a:lnTo>
                  <a:lnTo>
                    <a:pt x="272" y="88"/>
                  </a:lnTo>
                  <a:lnTo>
                    <a:pt x="272" y="84"/>
                  </a:lnTo>
                </a:path>
              </a:pathLst>
            </a:custGeom>
            <a:noFill/>
            <a:ln w="57150">
              <a:solidFill>
                <a:schemeClr val="accent1"/>
              </a:solidFill>
              <a:round/>
              <a:headEnd/>
              <a:tailEnd/>
            </a:ln>
          </p:spPr>
          <p:txBody>
            <a:bodyPr/>
            <a:lstStyle/>
            <a:p>
              <a:endParaRPr lang="en-US"/>
            </a:p>
          </p:txBody>
        </p:sp>
        <p:sp>
          <p:nvSpPr>
            <p:cNvPr id="433175" name="Text Box 23"/>
            <p:cNvSpPr txBox="1">
              <a:spLocks noChangeArrowheads="1"/>
            </p:cNvSpPr>
            <p:nvPr/>
          </p:nvSpPr>
          <p:spPr bwMode="auto">
            <a:xfrm>
              <a:off x="5375" y="3414"/>
              <a:ext cx="265" cy="288"/>
            </a:xfrm>
            <a:prstGeom prst="rect">
              <a:avLst/>
            </a:prstGeom>
            <a:noFill/>
            <a:ln w="19050">
              <a:noFill/>
              <a:miter lim="800000"/>
              <a:headEnd/>
              <a:tailEnd/>
            </a:ln>
            <a:effectLst/>
          </p:spPr>
          <p:txBody>
            <a:bodyPr wrap="none">
              <a:spAutoFit/>
            </a:bodyPr>
            <a:lstStyle/>
            <a:p>
              <a:pPr eaLnBrk="0" hangingPunct="0">
                <a:defRPr/>
              </a:pPr>
              <a:r>
                <a:rPr lang="en-US" sz="2400">
                  <a:solidFill>
                    <a:schemeClr val="tx2"/>
                  </a:solidFill>
                  <a:effectLst>
                    <a:outerShdw blurRad="38100" dist="38100" dir="2700000" algn="tl">
                      <a:srgbClr val="C0C0C0"/>
                    </a:outerShdw>
                  </a:effectLst>
                  <a:latin typeface="Arial Black" pitchFamily="34" charset="0"/>
                </a:rPr>
                <a:t>A</a:t>
              </a:r>
              <a:endParaRPr lang="en-US" sz="2400">
                <a:effectLst>
                  <a:outerShdw blurRad="38100" dist="38100" dir="2700000" algn="tl">
                    <a:srgbClr val="C0C0C0"/>
                  </a:outerShdw>
                </a:effectLst>
                <a:latin typeface="Arial Black" pitchFamily="34" charset="0"/>
              </a:endParaRPr>
            </a:p>
          </p:txBody>
        </p:sp>
        <p:sp>
          <p:nvSpPr>
            <p:cNvPr id="45072" name="Line 24"/>
            <p:cNvSpPr>
              <a:spLocks noChangeShapeType="1"/>
            </p:cNvSpPr>
            <p:nvPr/>
          </p:nvSpPr>
          <p:spPr bwMode="auto">
            <a:xfrm rot="16200000" flipH="1">
              <a:off x="5213" y="3566"/>
              <a:ext cx="267" cy="0"/>
            </a:xfrm>
            <a:prstGeom prst="line">
              <a:avLst/>
            </a:prstGeom>
            <a:noFill/>
            <a:ln w="57150">
              <a:solidFill>
                <a:schemeClr val="tx2"/>
              </a:solidFill>
              <a:round/>
              <a:headEnd type="triangle" w="med" len="sm"/>
              <a:tailEnd type="triangle" w="med" len="sm"/>
            </a:ln>
          </p:spPr>
          <p:txBody>
            <a:bodyPr wrap="none" anchor="ctr"/>
            <a:lstStyle/>
            <a:p>
              <a:endParaRPr lang="en-US"/>
            </a:p>
          </p:txBody>
        </p:sp>
        <p:sp>
          <p:nvSpPr>
            <p:cNvPr id="45073" name="Line 25"/>
            <p:cNvSpPr>
              <a:spLocks noChangeShapeType="1"/>
            </p:cNvSpPr>
            <p:nvPr/>
          </p:nvSpPr>
          <p:spPr bwMode="auto">
            <a:xfrm>
              <a:off x="3488" y="3708"/>
              <a:ext cx="1963" cy="0"/>
            </a:xfrm>
            <a:prstGeom prst="line">
              <a:avLst/>
            </a:prstGeom>
            <a:noFill/>
            <a:ln w="38100">
              <a:solidFill>
                <a:srgbClr val="000000"/>
              </a:solidFill>
              <a:round/>
              <a:headEnd/>
              <a:tailEnd/>
            </a:ln>
          </p:spPr>
          <p:txBody>
            <a:bodyPr wrap="none" anchor="ctr"/>
            <a:lstStyle/>
            <a:p>
              <a:endParaRPr lang="en-US"/>
            </a:p>
          </p:txBody>
        </p:sp>
        <p:sp>
          <p:nvSpPr>
            <p:cNvPr id="45074" name="Line 26"/>
            <p:cNvSpPr>
              <a:spLocks noChangeShapeType="1"/>
            </p:cNvSpPr>
            <p:nvPr/>
          </p:nvSpPr>
          <p:spPr bwMode="auto">
            <a:xfrm>
              <a:off x="4745" y="3421"/>
              <a:ext cx="677" cy="0"/>
            </a:xfrm>
            <a:prstGeom prst="line">
              <a:avLst/>
            </a:prstGeom>
            <a:noFill/>
            <a:ln w="38100">
              <a:solidFill>
                <a:srgbClr val="000000"/>
              </a:solidFill>
              <a:prstDash val="sysDot"/>
              <a:round/>
              <a:headEnd/>
              <a:tailEnd/>
            </a:ln>
          </p:spPr>
          <p:txBody>
            <a:bodyPr wrap="none" anchor="ctr"/>
            <a:lstStyle/>
            <a:p>
              <a:endParaRPr lang="en-US"/>
            </a:p>
          </p:txBody>
        </p:sp>
      </p:grpSp>
    </p:spTree>
    <p:extLst>
      <p:ext uri="{BB962C8B-B14F-4D97-AF65-F5344CB8AC3E}">
        <p14:creationId xmlns:p14="http://schemas.microsoft.com/office/powerpoint/2010/main" val="64996869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223.3.2.5</a:t>
            </a:r>
          </a:p>
        </p:txBody>
      </p:sp>
      <p:sp>
        <p:nvSpPr>
          <p:cNvPr id="3" name="Content Placeholder 2"/>
          <p:cNvSpPr>
            <a:spLocks noGrp="1"/>
          </p:cNvSpPr>
          <p:nvPr>
            <p:ph idx="1"/>
          </p:nvPr>
        </p:nvSpPr>
        <p:spPr/>
        <p:txBody>
          <a:bodyPr/>
          <a:lstStyle/>
          <a:p>
            <a:pPr marL="0" indent="0">
              <a:buNone/>
            </a:pPr>
            <a:r>
              <a:rPr lang="en-US" dirty="0"/>
              <a:t>What do we mean when we say “amplitude” for a sound wave?</a:t>
            </a:r>
          </a:p>
          <a:p>
            <a:pPr marL="514350" indent="-514350">
              <a:buFont typeface="+mj-lt"/>
              <a:buAutoNum type="alphaLcParenR"/>
            </a:pPr>
            <a:r>
              <a:rPr lang="en-US" dirty="0"/>
              <a:t>The maximum displacement from equilibrium of the molecule perpendicular to the wave direction.</a:t>
            </a:r>
          </a:p>
          <a:p>
            <a:pPr marL="514350" indent="-514350">
              <a:buFont typeface="+mj-lt"/>
              <a:buAutoNum type="alphaLcParenR"/>
            </a:pPr>
            <a:r>
              <a:rPr lang="en-US" dirty="0"/>
              <a:t>The maximum displacement of one air molecule from it’s equilibrium point</a:t>
            </a:r>
          </a:p>
          <a:p>
            <a:pPr marL="514350" indent="-514350">
              <a:buFont typeface="+mj-lt"/>
              <a:buAutoNum type="alphaLcParenR"/>
            </a:pPr>
            <a:r>
              <a:rPr lang="en-US" dirty="0"/>
              <a:t>The maximum distance an air particle travels</a:t>
            </a:r>
          </a:p>
          <a:p>
            <a:pPr marL="514350" indent="-514350">
              <a:buFont typeface="+mj-lt"/>
              <a:buAutoNum type="alphaLcParenR"/>
            </a:pPr>
            <a:endParaRPr lang="en-US" dirty="0"/>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80</a:t>
            </a:fld>
            <a:endParaRPr lang="en-US"/>
          </a:p>
        </p:txBody>
      </p:sp>
    </p:spTree>
    <p:extLst>
      <p:ext uri="{BB962C8B-B14F-4D97-AF65-F5344CB8AC3E}">
        <p14:creationId xmlns:p14="http://schemas.microsoft.com/office/powerpoint/2010/main" val="22335427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302</TotalTime>
  <Words>2274</Words>
  <Application>Microsoft Office PowerPoint</Application>
  <PresentationFormat>On-screen Show (4:3)</PresentationFormat>
  <Paragraphs>470</Paragraphs>
  <Slides>80</Slides>
  <Notes>3</Notes>
  <HiddenSlides>0</HiddenSlides>
  <MMClips>3</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80</vt:i4>
      </vt:variant>
    </vt:vector>
  </HeadingPairs>
  <TitlesOfParts>
    <vt:vector size="90" baseType="lpstr">
      <vt:lpstr>Arial</vt:lpstr>
      <vt:lpstr>Arial Black</vt:lpstr>
      <vt:lpstr>Calibri</vt:lpstr>
      <vt:lpstr>Cambria Math</vt:lpstr>
      <vt:lpstr>Sylfaen</vt:lpstr>
      <vt:lpstr>Symbol</vt:lpstr>
      <vt:lpstr>Tahoma</vt:lpstr>
      <vt:lpstr>Wingdings</vt:lpstr>
      <vt:lpstr>Office Theme</vt:lpstr>
      <vt:lpstr>Equation</vt:lpstr>
      <vt:lpstr>Lecture 4</vt:lpstr>
      <vt:lpstr>Waves!</vt:lpstr>
      <vt:lpstr>Question 223.2.1</vt:lpstr>
      <vt:lpstr>Question 223.2.2</vt:lpstr>
      <vt:lpstr>Question 223.2.4</vt:lpstr>
      <vt:lpstr>PowerPoint Presentation</vt:lpstr>
      <vt:lpstr>PowerPoint Presentation</vt:lpstr>
      <vt:lpstr>Question 223.2.3</vt:lpstr>
      <vt:lpstr>Question 223.2.5</vt:lpstr>
      <vt:lpstr>Question</vt:lpstr>
      <vt:lpstr>Question</vt:lpstr>
      <vt:lpstr>Question</vt:lpstr>
      <vt:lpstr>Question 223.2.6</vt:lpstr>
      <vt:lpstr>Question 223.2.7</vt:lpstr>
      <vt:lpstr>Question 223.2.7.5</vt:lpstr>
      <vt:lpstr>Question 223.2.9</vt:lpstr>
      <vt:lpstr>PowerPoint Presentation</vt:lpstr>
      <vt:lpstr>PowerPoint Presentation</vt:lpstr>
      <vt:lpstr>PowerPoint Presentation</vt:lpstr>
      <vt:lpstr>Question 223.2.10</vt:lpstr>
      <vt:lpstr>PowerPoint Presentation</vt:lpstr>
      <vt:lpstr>PowerPoint Presentation</vt:lpstr>
      <vt:lpstr>PowerPoint Presentation</vt:lpstr>
      <vt:lpstr>Sinusoidal Waves</vt:lpstr>
      <vt:lpstr>Question 223.3.1</vt:lpstr>
      <vt:lpstr>Amplitude and Wavelength</vt:lpstr>
      <vt:lpstr>PowerPoint Presentation</vt:lpstr>
      <vt:lpstr>Wavelength and Period</vt:lpstr>
      <vt:lpstr>Frequency</vt:lpstr>
      <vt:lpstr>Frequency, cont</vt:lpstr>
      <vt:lpstr>PowerPoint Presentation</vt:lpstr>
      <vt:lpstr>PowerPoint Presentation</vt:lpstr>
      <vt:lpstr>Question 223.3.4</vt:lpstr>
      <vt:lpstr>Question 223.3.5</vt:lpstr>
      <vt:lpstr>Question 223.3.6</vt:lpstr>
      <vt:lpstr>Question 223.3.8</vt:lpstr>
      <vt:lpstr>Question 223.3.8</vt:lpstr>
      <vt:lpstr>Wavenumber</vt:lpstr>
      <vt:lpstr>Wavenumber</vt:lpstr>
      <vt:lpstr>PowerPoint Presentation</vt:lpstr>
      <vt:lpstr>PowerPoint Presentation</vt:lpstr>
      <vt:lpstr>PowerPoint Presentation</vt:lpstr>
      <vt:lpstr>Musical Rumble Strip Route 66</vt:lpstr>
      <vt:lpstr>Question 223.3.3</vt:lpstr>
      <vt:lpstr>PowerPoint Presentation</vt:lpstr>
      <vt:lpstr>PowerPoint Presentation</vt:lpstr>
      <vt:lpstr>Question 223.3.9</vt:lpstr>
      <vt:lpstr>PowerPoint Presentation</vt:lpstr>
      <vt:lpstr>PowerPoint Presentation</vt:lpstr>
      <vt:lpstr>END</vt:lpstr>
      <vt:lpstr>Question 223.4.0.1</vt:lpstr>
      <vt:lpstr>Question 223.4.0.2</vt:lpstr>
      <vt:lpstr>Question 223.4.0.3</vt:lpstr>
      <vt:lpstr>PowerPoint Presentation</vt:lpstr>
      <vt:lpstr>PowerPoint Presentation</vt:lpstr>
      <vt:lpstr>Wave Function</vt:lpstr>
      <vt:lpstr>PowerPoint Presentation</vt:lpstr>
      <vt:lpstr>PowerPoint Presentation</vt:lpstr>
      <vt:lpstr>PowerPoint Presentation</vt:lpstr>
      <vt:lpstr>Question 223.4.2</vt:lpstr>
      <vt:lpstr>Question 223.4.2</vt:lpstr>
      <vt:lpstr>Speed of Waves</vt:lpstr>
      <vt:lpstr>PowerPoint Presentation</vt:lpstr>
      <vt:lpstr>Forces on a Segment of String</vt:lpstr>
      <vt:lpstr>Forces on a Segment of String</vt:lpstr>
      <vt:lpstr>Forces on a Segment of String</vt:lpstr>
      <vt:lpstr>Forces on a Segment of String</vt:lpstr>
      <vt:lpstr>Forces on a Segment of String</vt:lpstr>
      <vt:lpstr>Question 223.4.3</vt:lpstr>
      <vt:lpstr>Question 223.4.4</vt:lpstr>
      <vt:lpstr>PowerPoint Presentation</vt:lpstr>
      <vt:lpstr>Question 223.4.4.5</vt:lpstr>
      <vt:lpstr>Question 223.4.4.1</vt:lpstr>
      <vt:lpstr>Question 223.4.4.2</vt:lpstr>
      <vt:lpstr>Question 223.4.4.3</vt:lpstr>
      <vt:lpstr>Frequency Response</vt:lpstr>
      <vt:lpstr>PowerPoint Presentation</vt:lpstr>
      <vt:lpstr>PowerPoint Presentation</vt:lpstr>
      <vt:lpstr>Question 223.3.2</vt:lpstr>
      <vt:lpstr>Question 223.3.2.5</vt:lpstr>
    </vt:vector>
  </TitlesOfParts>
  <Company>BYU-Idaho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rtlines</dc:creator>
  <cp:lastModifiedBy>Todd Lines</cp:lastModifiedBy>
  <cp:revision>13</cp:revision>
  <dcterms:created xsi:type="dcterms:W3CDTF">2011-09-12T21:35:14Z</dcterms:created>
  <dcterms:modified xsi:type="dcterms:W3CDTF">2026-09-18T19:39:24Z</dcterms:modified>
</cp:coreProperties>
</file>