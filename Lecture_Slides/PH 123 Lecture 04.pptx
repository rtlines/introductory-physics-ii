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org&amp;utm_campaign=imageinfo&amp;utm_content=thumbnail" ContentType="image/pn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0"/>
  </p:notesMasterIdLst>
  <p:sldIdLst>
    <p:sldId id="395" r:id="rId2"/>
    <p:sldId id="394" r:id="rId3"/>
    <p:sldId id="393" r:id="rId4"/>
    <p:sldId id="385" r:id="rId5"/>
    <p:sldId id="386" r:id="rId6"/>
    <p:sldId id="387" r:id="rId7"/>
    <p:sldId id="388" r:id="rId8"/>
    <p:sldId id="389" r:id="rId9"/>
    <p:sldId id="390" r:id="rId10"/>
    <p:sldId id="399" r:id="rId11"/>
    <p:sldId id="397" r:id="rId12"/>
    <p:sldId id="391" r:id="rId13"/>
    <p:sldId id="396" r:id="rId14"/>
    <p:sldId id="274" r:id="rId15"/>
    <p:sldId id="275" r:id="rId16"/>
    <p:sldId id="276" r:id="rId17"/>
    <p:sldId id="277" r:id="rId18"/>
    <p:sldId id="287" r:id="rId19"/>
    <p:sldId id="288" r:id="rId20"/>
    <p:sldId id="278" r:id="rId21"/>
    <p:sldId id="299" r:id="rId22"/>
    <p:sldId id="310" r:id="rId23"/>
    <p:sldId id="311" r:id="rId24"/>
    <p:sldId id="279" r:id="rId25"/>
    <p:sldId id="280" r:id="rId26"/>
    <p:sldId id="281" r:id="rId27"/>
    <p:sldId id="285" r:id="rId28"/>
    <p:sldId id="273" r:id="rId29"/>
    <p:sldId id="270" r:id="rId30"/>
    <p:sldId id="271" r:id="rId31"/>
    <p:sldId id="286" r:id="rId32"/>
    <p:sldId id="312" r:id="rId33"/>
    <p:sldId id="258" r:id="rId34"/>
    <p:sldId id="257" r:id="rId35"/>
    <p:sldId id="398" r:id="rId36"/>
    <p:sldId id="289" r:id="rId37"/>
    <p:sldId id="290" r:id="rId38"/>
    <p:sldId id="291" r:id="rId39"/>
    <p:sldId id="292" r:id="rId40"/>
    <p:sldId id="293" r:id="rId41"/>
    <p:sldId id="294" r:id="rId42"/>
    <p:sldId id="295" r:id="rId43"/>
    <p:sldId id="296" r:id="rId44"/>
    <p:sldId id="297" r:id="rId45"/>
    <p:sldId id="298" r:id="rId46"/>
    <p:sldId id="282" r:id="rId47"/>
    <p:sldId id="283" r:id="rId48"/>
    <p:sldId id="284" r:id="rId49"/>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6" d="100"/>
          <a:sy n="116" d="100"/>
        </p:scale>
        <p:origin x="1386" y="10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dd Lines" userId="afaf7c3a-e8aa-4568-882a-02ad8f9e19b0" providerId="ADAL" clId="{5FF5AC1B-ABA9-43D7-A1E3-2D92732CD6E2}"/>
    <pc:docChg chg="custSel addSld modSld">
      <pc:chgData name="Todd Lines" userId="afaf7c3a-e8aa-4568-882a-02ad8f9e19b0" providerId="ADAL" clId="{5FF5AC1B-ABA9-43D7-A1E3-2D92732CD6E2}" dt="2026-08-17T20:35:19.437" v="9" actId="21"/>
      <pc:docMkLst>
        <pc:docMk/>
      </pc:docMkLst>
      <pc:sldChg chg="addSp delSp modSp mod">
        <pc:chgData name="Todd Lines" userId="afaf7c3a-e8aa-4568-882a-02ad8f9e19b0" providerId="ADAL" clId="{5FF5AC1B-ABA9-43D7-A1E3-2D92732CD6E2}" dt="2026-08-17T20:35:19.437" v="9" actId="21"/>
        <pc:sldMkLst>
          <pc:docMk/>
          <pc:sldMk cId="0" sldId="390"/>
        </pc:sldMkLst>
        <pc:spChg chg="mod">
          <ac:chgData name="Todd Lines" userId="afaf7c3a-e8aa-4568-882a-02ad8f9e19b0" providerId="ADAL" clId="{5FF5AC1B-ABA9-43D7-A1E3-2D92732CD6E2}" dt="2026-08-17T20:34:57.805" v="5" actId="14100"/>
          <ac:spMkLst>
            <pc:docMk/>
            <pc:sldMk cId="0" sldId="390"/>
            <ac:spMk id="1030" creationId="{00000000-0000-0000-0000-000000000000}"/>
          </ac:spMkLst>
        </pc:spChg>
        <pc:picChg chg="add mod">
          <ac:chgData name="Todd Lines" userId="afaf7c3a-e8aa-4568-882a-02ad8f9e19b0" providerId="ADAL" clId="{5FF5AC1B-ABA9-43D7-A1E3-2D92732CD6E2}" dt="2026-08-17T20:35:00.420" v="6" actId="1076"/>
          <ac:picMkLst>
            <pc:docMk/>
            <pc:sldMk cId="0" sldId="390"/>
            <ac:picMk id="2" creationId="{97DA0287-7C11-6853-614F-8CB4B73A9652}"/>
          </ac:picMkLst>
        </pc:picChg>
        <pc:picChg chg="add del mod">
          <ac:chgData name="Todd Lines" userId="afaf7c3a-e8aa-4568-882a-02ad8f9e19b0" providerId="ADAL" clId="{5FF5AC1B-ABA9-43D7-A1E3-2D92732CD6E2}" dt="2026-08-17T20:35:19.437" v="9" actId="21"/>
          <ac:picMkLst>
            <pc:docMk/>
            <pc:sldMk cId="0" sldId="390"/>
            <ac:picMk id="4" creationId="{BCE4F324-8B92-F631-0B80-BC90EE5CA5EE}"/>
          </ac:picMkLst>
        </pc:picChg>
      </pc:sldChg>
      <pc:sldChg chg="new">
        <pc:chgData name="Todd Lines" userId="afaf7c3a-e8aa-4568-882a-02ad8f9e19b0" providerId="ADAL" clId="{5FF5AC1B-ABA9-43D7-A1E3-2D92732CD6E2}" dt="2026-08-17T20:34:43.998" v="0" actId="680"/>
        <pc:sldMkLst>
          <pc:docMk/>
          <pc:sldMk cId="1986014694" sldId="39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DA2CA0F8-BD70-4694-BD56-6665D6FFBF3C}" type="datetimeFigureOut">
              <a:rPr lang="en-US" smtClean="0"/>
              <a:pPr/>
              <a:t>8/17/2026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3489AA8-7E2F-40B2-8B7D-8CA2E9EFC196}"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4113" name="Slide Image Placeholder 1"/>
          <p:cNvSpPr>
            <a:spLocks noGrp="1" noRot="1" noChangeAspect="1"/>
          </p:cNvSpPr>
          <p:nvPr>
            <p:ph type="sldImg"/>
          </p:nvPr>
        </p:nvSpPr>
        <p:spPr bwMode="auto">
          <a:noFill/>
          <a:ln>
            <a:solidFill>
              <a:srgbClr val="000000"/>
            </a:solidFill>
            <a:miter lim="800000"/>
            <a:headEnd/>
            <a:tailEnd/>
          </a:ln>
        </p:spPr>
      </p:sp>
      <p:sp>
        <p:nvSpPr>
          <p:cNvPr id="474114"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474115"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516782AD-7629-407A-A45D-4732079CBA0E}" type="slidenum">
              <a:rPr lang="en-US"/>
              <a:pPr fontAlgn="base">
                <a:spcBef>
                  <a:spcPct val="0"/>
                </a:spcBef>
                <a:spcAft>
                  <a:spcPct val="0"/>
                </a:spcAft>
              </a:pPr>
              <a:t>42</a:t>
            </a:fld>
            <a:endParaRPr lang="en-US" dirty="0"/>
          </a:p>
        </p:txBody>
      </p:sp>
    </p:spTree>
    <p:extLst>
      <p:ext uri="{BB962C8B-B14F-4D97-AF65-F5344CB8AC3E}">
        <p14:creationId xmlns:p14="http://schemas.microsoft.com/office/powerpoint/2010/main" val="23776270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6161" name="Slide Image Placeholder 1"/>
          <p:cNvSpPr>
            <a:spLocks noGrp="1" noRot="1" noChangeAspect="1"/>
          </p:cNvSpPr>
          <p:nvPr>
            <p:ph type="sldImg"/>
          </p:nvPr>
        </p:nvSpPr>
        <p:spPr bwMode="auto">
          <a:noFill/>
          <a:ln>
            <a:solidFill>
              <a:srgbClr val="000000"/>
            </a:solidFill>
            <a:miter lim="800000"/>
            <a:headEnd/>
            <a:tailEnd/>
          </a:ln>
        </p:spPr>
      </p:sp>
      <p:sp>
        <p:nvSpPr>
          <p:cNvPr id="476162"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476163"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48F388C0-3755-43E3-BE35-CE5BDC839CEC}" type="slidenum">
              <a:rPr lang="en-US"/>
              <a:pPr fontAlgn="base">
                <a:spcBef>
                  <a:spcPct val="0"/>
                </a:spcBef>
                <a:spcAft>
                  <a:spcPct val="0"/>
                </a:spcAft>
              </a:pPr>
              <a:t>43</a:t>
            </a:fld>
            <a:endParaRPr lang="en-US" dirty="0"/>
          </a:p>
        </p:txBody>
      </p:sp>
    </p:spTree>
    <p:extLst>
      <p:ext uri="{BB962C8B-B14F-4D97-AF65-F5344CB8AC3E}">
        <p14:creationId xmlns:p14="http://schemas.microsoft.com/office/powerpoint/2010/main" val="33886792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8209" name="Slide Image Placeholder 1"/>
          <p:cNvSpPr>
            <a:spLocks noGrp="1" noRot="1" noChangeAspect="1"/>
          </p:cNvSpPr>
          <p:nvPr>
            <p:ph type="sldImg"/>
          </p:nvPr>
        </p:nvSpPr>
        <p:spPr bwMode="auto">
          <a:noFill/>
          <a:ln>
            <a:solidFill>
              <a:srgbClr val="000000"/>
            </a:solidFill>
            <a:miter lim="800000"/>
            <a:headEnd/>
            <a:tailEnd/>
          </a:ln>
        </p:spPr>
      </p:sp>
      <p:sp>
        <p:nvSpPr>
          <p:cNvPr id="478210"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478211"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11F76CC5-ED35-4A36-95E2-F24FE7208B4B}" type="slidenum">
              <a:rPr lang="en-US"/>
              <a:pPr fontAlgn="base">
                <a:spcBef>
                  <a:spcPct val="0"/>
                </a:spcBef>
                <a:spcAft>
                  <a:spcPct val="0"/>
                </a:spcAft>
              </a:pPr>
              <a:t>44</a:t>
            </a:fld>
            <a:endParaRPr lang="en-US" dirty="0"/>
          </a:p>
        </p:txBody>
      </p:sp>
    </p:spTree>
    <p:extLst>
      <p:ext uri="{BB962C8B-B14F-4D97-AF65-F5344CB8AC3E}">
        <p14:creationId xmlns:p14="http://schemas.microsoft.com/office/powerpoint/2010/main" val="18290687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0257" name="Slide Image Placeholder 1"/>
          <p:cNvSpPr>
            <a:spLocks noGrp="1" noRot="1" noChangeAspect="1"/>
          </p:cNvSpPr>
          <p:nvPr>
            <p:ph type="sldImg"/>
          </p:nvPr>
        </p:nvSpPr>
        <p:spPr bwMode="auto">
          <a:noFill/>
          <a:ln>
            <a:solidFill>
              <a:srgbClr val="000000"/>
            </a:solidFill>
            <a:miter lim="800000"/>
            <a:headEnd/>
            <a:tailEnd/>
          </a:ln>
        </p:spPr>
      </p:sp>
      <p:sp>
        <p:nvSpPr>
          <p:cNvPr id="480258"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480259"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7033775C-08A7-459F-AD14-90A0EB8D7C48}" type="slidenum">
              <a:rPr lang="en-US"/>
              <a:pPr fontAlgn="base">
                <a:spcBef>
                  <a:spcPct val="0"/>
                </a:spcBef>
                <a:spcAft>
                  <a:spcPct val="0"/>
                </a:spcAft>
              </a:pPr>
              <a:t>45</a:t>
            </a:fld>
            <a:endParaRPr lang="en-US" dirty="0"/>
          </a:p>
        </p:txBody>
      </p:sp>
    </p:spTree>
    <p:extLst>
      <p:ext uri="{BB962C8B-B14F-4D97-AF65-F5344CB8AC3E}">
        <p14:creationId xmlns:p14="http://schemas.microsoft.com/office/powerpoint/2010/main" val="34663455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81363FC6-F0D5-4376-9B97-08D3CD3871A3}" type="datetimeFigureOut">
              <a:rPr lang="en-US" smtClean="0"/>
              <a:pPr/>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1363FC6-F0D5-4376-9B97-08D3CD3871A3}" type="datetimeFigureOut">
              <a:rPr lang="en-US" smtClean="0"/>
              <a:pPr/>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1363FC6-F0D5-4376-9B97-08D3CD3871A3}" type="datetimeFigureOut">
              <a:rPr lang="en-US" smtClean="0"/>
              <a:pPr/>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1363FC6-F0D5-4376-9B97-08D3CD3871A3}" type="datetimeFigureOut">
              <a:rPr lang="en-US" smtClean="0"/>
              <a:pPr/>
              <a:t>8/17/2026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1363FC6-F0D5-4376-9B97-08D3CD3871A3}" type="datetimeFigureOut">
              <a:rPr lang="en-US" smtClean="0"/>
              <a:pPr/>
              <a:t>8/17/2026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1363FC6-F0D5-4376-9B97-08D3CD3871A3}" type="datetimeFigureOut">
              <a:rPr lang="en-US" smtClean="0"/>
              <a:pPr/>
              <a:t>8/17/2026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1363FC6-F0D5-4376-9B97-08D3CD3871A3}" type="datetimeFigureOut">
              <a:rPr lang="en-US" smtClean="0"/>
              <a:pPr/>
              <a:t>8/17/2026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1363FC6-F0D5-4376-9B97-08D3CD3871A3}" type="datetimeFigureOut">
              <a:rPr lang="en-US" smtClean="0"/>
              <a:pPr/>
              <a:t>8/17/2026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1363FC6-F0D5-4376-9B97-08D3CD3871A3}" type="datetimeFigureOut">
              <a:rPr lang="en-US" smtClean="0"/>
              <a:pPr/>
              <a:t>8/17/2026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1363FC6-F0D5-4376-9B97-08D3CD3871A3}" type="datetimeFigureOut">
              <a:rPr lang="en-US" smtClean="0"/>
              <a:pPr/>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1363FC6-F0D5-4376-9B97-08D3CD3871A3}" type="datetimeFigureOut">
              <a:rPr lang="en-US" smtClean="0"/>
              <a:pPr/>
              <a:t>8/17/2026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43AC77B-132B-4E14-98C3-60B9E946667D}"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1363FC6-F0D5-4376-9B97-08D3CD3871A3}" type="datetimeFigureOut">
              <a:rPr lang="en-US" smtClean="0"/>
              <a:pPr/>
              <a:t>8/17/2026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43AC77B-132B-4E14-98C3-60B9E946667D}"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wmf"/><Relationship Id="rId7" Type="http://schemas.openxmlformats.org/officeDocument/2006/relationships/image" Target="../media/image3.wmf"/><Relationship Id="rId2" Type="http://schemas.openxmlformats.org/officeDocument/2006/relationships/oleObject" Target="../embeddings/oleObject1.bin"/><Relationship Id="rId1" Type="http://schemas.openxmlformats.org/officeDocument/2006/relationships/slideLayout" Target="../slideLayouts/slideLayout2.xml"/><Relationship Id="rId6" Type="http://schemas.openxmlformats.org/officeDocument/2006/relationships/oleObject" Target="../embeddings/oleObject3.bin"/><Relationship Id="rId5" Type="http://schemas.openxmlformats.org/officeDocument/2006/relationships/image" Target="../media/image2.wmf"/><Relationship Id="rId4" Type="http://schemas.openxmlformats.org/officeDocument/2006/relationships/oleObject" Target="../embeddings/oleObject2.bin"/></Relationships>
</file>

<file path=ppt/slides/_rels/slide5.xml.rels><?xml version="1.0" encoding="UTF-8" standalone="yes"?>
<Relationships xmlns="http://schemas.openxmlformats.org/package/2006/relationships"><Relationship Id="rId3" Type="http://schemas.openxmlformats.org/officeDocument/2006/relationships/image" Target="../media/image4.wmf"/><Relationship Id="rId7" Type="http://schemas.openxmlformats.org/officeDocument/2006/relationships/image" Target="../media/image8.png"/><Relationship Id="rId2" Type="http://schemas.openxmlformats.org/officeDocument/2006/relationships/oleObject" Target="../embeddings/oleObject4.bin"/><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oleObject" Target="../embeddings/oleObject5.bin"/><Relationship Id="rId7" Type="http://schemas.openxmlformats.org/officeDocument/2006/relationships/image" Target="../media/image12.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6.emf"/><Relationship Id="rId4" Type="http://schemas.openxmlformats.org/officeDocument/2006/relationships/image" Target="../media/image5.wmf"/></Relationships>
</file>

<file path=ppt/slides/_rels/slide7.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oleObject" Target="../embeddings/oleObject6.bin"/><Relationship Id="rId1" Type="http://schemas.openxmlformats.org/officeDocument/2006/relationships/slideLayout" Target="../slideLayouts/slideLayout2.xml"/><Relationship Id="rId6" Type="http://schemas.openxmlformats.org/officeDocument/2006/relationships/image" Target="../media/image8.wmf"/><Relationship Id="rId5" Type="http://schemas.openxmlformats.org/officeDocument/2006/relationships/oleObject" Target="../embeddings/oleObject7.bin"/><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9.e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org&amp;utm_campaign=imageinfo&amp;utm_content=thumbnai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Layout" Target="../slideLayouts/slideLayout2.xml"/><Relationship Id="rId1" Type="http://schemas.openxmlformats.org/officeDocument/2006/relationships/video" Target="https://www.youtube.com/embed/esfpcnQW6qs?feature=oembed" TargetMode="External"/></Relationships>
</file>

<file path=ppt/slides/_rels/slide12.xml.rels><?xml version="1.0" encoding="UTF-8" standalone="yes"?>
<Relationships xmlns="http://schemas.openxmlformats.org/package/2006/relationships"><Relationship Id="rId13" Type="http://schemas.openxmlformats.org/officeDocument/2006/relationships/oleObject" Target="../embeddings/oleObject14.bin"/><Relationship Id="rId18" Type="http://schemas.openxmlformats.org/officeDocument/2006/relationships/image" Target="../media/image19.wmf"/><Relationship Id="rId26" Type="http://schemas.openxmlformats.org/officeDocument/2006/relationships/oleObject" Target="../embeddings/oleObject21.bin"/><Relationship Id="rId21" Type="http://schemas.openxmlformats.org/officeDocument/2006/relationships/image" Target="../media/image20.wmf"/><Relationship Id="rId34" Type="http://schemas.openxmlformats.org/officeDocument/2006/relationships/image" Target="../media/image33.png"/><Relationship Id="rId7" Type="http://schemas.openxmlformats.org/officeDocument/2006/relationships/image" Target="../media/image14.wmf"/><Relationship Id="rId12" Type="http://schemas.openxmlformats.org/officeDocument/2006/relationships/oleObject" Target="../embeddings/oleObject13.bin"/><Relationship Id="rId17" Type="http://schemas.openxmlformats.org/officeDocument/2006/relationships/oleObject" Target="../embeddings/oleObject16.bin"/><Relationship Id="rId25" Type="http://schemas.openxmlformats.org/officeDocument/2006/relationships/image" Target="../media/image22.wmf"/><Relationship Id="rId33" Type="http://schemas.openxmlformats.org/officeDocument/2006/relationships/image" Target="../media/image32.png"/><Relationship Id="rId38" Type="http://schemas.openxmlformats.org/officeDocument/2006/relationships/image" Target="../media/image26.wmf"/><Relationship Id="rId2" Type="http://schemas.openxmlformats.org/officeDocument/2006/relationships/oleObject" Target="../embeddings/oleObject8.bin"/><Relationship Id="rId16" Type="http://schemas.openxmlformats.org/officeDocument/2006/relationships/image" Target="../media/image18.wmf"/><Relationship Id="rId20" Type="http://schemas.openxmlformats.org/officeDocument/2006/relationships/oleObject" Target="../embeddings/oleObject18.bin"/><Relationship Id="rId29" Type="http://schemas.openxmlformats.org/officeDocument/2006/relationships/image" Target="../media/image24.wmf"/><Relationship Id="rId1" Type="http://schemas.openxmlformats.org/officeDocument/2006/relationships/slideLayout" Target="../slideLayouts/slideLayout2.xml"/><Relationship Id="rId6" Type="http://schemas.openxmlformats.org/officeDocument/2006/relationships/oleObject" Target="../embeddings/oleObject10.bin"/><Relationship Id="rId11" Type="http://schemas.openxmlformats.org/officeDocument/2006/relationships/image" Target="../media/image16.wmf"/><Relationship Id="rId24" Type="http://schemas.openxmlformats.org/officeDocument/2006/relationships/oleObject" Target="../embeddings/oleObject20.bin"/><Relationship Id="rId32" Type="http://schemas.openxmlformats.org/officeDocument/2006/relationships/image" Target="../media/image31.png"/><Relationship Id="rId37" Type="http://schemas.openxmlformats.org/officeDocument/2006/relationships/oleObject" Target="../embeddings/oleObject24.bin"/><Relationship Id="rId5" Type="http://schemas.openxmlformats.org/officeDocument/2006/relationships/image" Target="../media/image13.wmf"/><Relationship Id="rId15" Type="http://schemas.openxmlformats.org/officeDocument/2006/relationships/oleObject" Target="../embeddings/oleObject15.bin"/><Relationship Id="rId23" Type="http://schemas.openxmlformats.org/officeDocument/2006/relationships/image" Target="../media/image21.wmf"/><Relationship Id="rId28" Type="http://schemas.openxmlformats.org/officeDocument/2006/relationships/oleObject" Target="../embeddings/oleObject22.bin"/><Relationship Id="rId36" Type="http://schemas.openxmlformats.org/officeDocument/2006/relationships/image" Target="../media/image35.png"/><Relationship Id="rId10" Type="http://schemas.openxmlformats.org/officeDocument/2006/relationships/oleObject" Target="../embeddings/oleObject12.bin"/><Relationship Id="rId19" Type="http://schemas.openxmlformats.org/officeDocument/2006/relationships/oleObject" Target="../embeddings/oleObject17.bin"/><Relationship Id="rId31" Type="http://schemas.openxmlformats.org/officeDocument/2006/relationships/image" Target="../media/image25.wmf"/><Relationship Id="rId4" Type="http://schemas.openxmlformats.org/officeDocument/2006/relationships/oleObject" Target="../embeddings/oleObject9.bin"/><Relationship Id="rId9" Type="http://schemas.openxmlformats.org/officeDocument/2006/relationships/image" Target="../media/image15.wmf"/><Relationship Id="rId14" Type="http://schemas.openxmlformats.org/officeDocument/2006/relationships/image" Target="../media/image17.wmf"/><Relationship Id="rId22" Type="http://schemas.openxmlformats.org/officeDocument/2006/relationships/oleObject" Target="../embeddings/oleObject19.bin"/><Relationship Id="rId27" Type="http://schemas.openxmlformats.org/officeDocument/2006/relationships/image" Target="../media/image23.wmf"/><Relationship Id="rId30" Type="http://schemas.openxmlformats.org/officeDocument/2006/relationships/oleObject" Target="../embeddings/oleObject23.bin"/><Relationship Id="rId35" Type="http://schemas.openxmlformats.org/officeDocument/2006/relationships/image" Target="../media/image34.png"/><Relationship Id="rId8" Type="http://schemas.openxmlformats.org/officeDocument/2006/relationships/oleObject" Target="../embeddings/oleObject11.bin"/><Relationship Id="rId3" Type="http://schemas.openxmlformats.org/officeDocument/2006/relationships/image" Target="../media/image12.wm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7.w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7.wmf"/><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7.wmf"/><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9.wmf"/><Relationship Id="rId2" Type="http://schemas.openxmlformats.org/officeDocument/2006/relationships/oleObject" Target="../embeddings/oleObject25.bin"/><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0.wmf"/><Relationship Id="rId2" Type="http://schemas.openxmlformats.org/officeDocument/2006/relationships/oleObject" Target="../embeddings/oleObject26.bin"/><Relationship Id="rId1" Type="http://schemas.openxmlformats.org/officeDocument/2006/relationships/slideLayout" Target="../slideLayouts/slideLayout2.xml"/><Relationship Id="rId6" Type="http://schemas.openxmlformats.org/officeDocument/2006/relationships/image" Target="../media/image32.wmf"/><Relationship Id="rId5" Type="http://schemas.openxmlformats.org/officeDocument/2006/relationships/oleObject" Target="../embeddings/oleObject27.bin"/><Relationship Id="rId4" Type="http://schemas.openxmlformats.org/officeDocument/2006/relationships/image" Target="../media/image31.emf"/></Relationships>
</file>

<file path=ppt/slides/_rels/slide28.xml.rels><?xml version="1.0" encoding="UTF-8" standalone="yes"?>
<Relationships xmlns="http://schemas.openxmlformats.org/package/2006/relationships"><Relationship Id="rId2" Type="http://schemas.openxmlformats.org/officeDocument/2006/relationships/image" Target="../media/image27.wmf"/><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5.emf"/><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6.emf"/><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F9A2511-CE08-334E-C1AA-00486F792EB2}"/>
              </a:ext>
            </a:extLst>
          </p:cNvPr>
          <p:cNvSpPr>
            <a:spLocks noGrp="1"/>
          </p:cNvSpPr>
          <p:nvPr>
            <p:ph type="ctrTitle"/>
          </p:nvPr>
        </p:nvSpPr>
        <p:spPr/>
        <p:txBody>
          <a:bodyPr/>
          <a:lstStyle/>
          <a:p>
            <a:r>
              <a:rPr lang="en-US" dirty="0"/>
              <a:t>Lecture 4</a:t>
            </a:r>
          </a:p>
        </p:txBody>
      </p:sp>
      <p:sp>
        <p:nvSpPr>
          <p:cNvPr id="5" name="Subtitle 4">
            <a:extLst>
              <a:ext uri="{FF2B5EF4-FFF2-40B4-BE49-F238E27FC236}">
                <a16:creationId xmlns:a16="http://schemas.microsoft.com/office/drawing/2014/main" id="{59D50912-2B46-7BD3-859E-9EBF576744C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6759512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51585" name="Group 14"/>
          <p:cNvGrpSpPr>
            <a:grpSpLocks/>
          </p:cNvGrpSpPr>
          <p:nvPr/>
        </p:nvGrpSpPr>
        <p:grpSpPr bwMode="auto">
          <a:xfrm>
            <a:off x="4351734" y="1918692"/>
            <a:ext cx="440531" cy="3020615"/>
            <a:chOff x="4109150" y="685800"/>
            <a:chExt cx="587050" cy="4029020"/>
          </a:xfrm>
        </p:grpSpPr>
        <p:sp>
          <p:nvSpPr>
            <p:cNvPr id="451611" name="Oval 24"/>
            <p:cNvSpPr>
              <a:spLocks noChangeArrowheads="1"/>
            </p:cNvSpPr>
            <p:nvPr/>
          </p:nvSpPr>
          <p:spPr bwMode="auto">
            <a:xfrm flipH="1">
              <a:off x="4208163" y="3359248"/>
              <a:ext cx="256738" cy="328698"/>
            </a:xfrm>
            <a:prstGeom prst="ellipse">
              <a:avLst/>
            </a:prstGeom>
            <a:solidFill>
              <a:schemeClr val="tx1"/>
            </a:solidFill>
            <a:ln w="9525" algn="ctr">
              <a:noFill/>
              <a:round/>
              <a:headEnd/>
              <a:tailEnd/>
            </a:ln>
          </p:spPr>
          <p:txBody>
            <a:bodyPr wrap="none" anchor="ctr"/>
            <a:lstStyle/>
            <a:p>
              <a:endParaRPr lang="en-US" sz="1350" dirty="0"/>
            </a:p>
          </p:txBody>
        </p:sp>
        <p:sp>
          <p:nvSpPr>
            <p:cNvPr id="451612" name="Oval 25"/>
            <p:cNvSpPr>
              <a:spLocks noChangeArrowheads="1"/>
            </p:cNvSpPr>
            <p:nvPr/>
          </p:nvSpPr>
          <p:spPr bwMode="auto">
            <a:xfrm rot="20910997" flipH="1">
              <a:off x="4332092" y="3641442"/>
              <a:ext cx="216825" cy="709987"/>
            </a:xfrm>
            <a:prstGeom prst="ellipse">
              <a:avLst/>
            </a:prstGeom>
            <a:solidFill>
              <a:schemeClr val="tx1"/>
            </a:solidFill>
            <a:ln w="9525" algn="ctr">
              <a:noFill/>
              <a:round/>
              <a:headEnd/>
              <a:tailEnd/>
            </a:ln>
          </p:spPr>
          <p:txBody>
            <a:bodyPr wrap="none" anchor="ctr"/>
            <a:lstStyle/>
            <a:p>
              <a:endParaRPr lang="en-US" sz="1350" dirty="0"/>
            </a:p>
          </p:txBody>
        </p:sp>
        <p:sp>
          <p:nvSpPr>
            <p:cNvPr id="451613" name="Rectangle 26"/>
            <p:cNvSpPr>
              <a:spLocks noChangeArrowheads="1"/>
            </p:cNvSpPr>
            <p:nvPr/>
          </p:nvSpPr>
          <p:spPr bwMode="auto">
            <a:xfrm rot="13943080" flipH="1">
              <a:off x="4331051" y="3821497"/>
              <a:ext cx="396048" cy="81321"/>
            </a:xfrm>
            <a:prstGeom prst="rect">
              <a:avLst/>
            </a:prstGeom>
            <a:solidFill>
              <a:schemeClr val="tx1"/>
            </a:solidFill>
            <a:ln w="9525" algn="ctr">
              <a:noFill/>
              <a:miter lim="800000"/>
              <a:headEnd/>
              <a:tailEnd/>
            </a:ln>
          </p:spPr>
          <p:txBody>
            <a:bodyPr wrap="none" anchor="ctr"/>
            <a:lstStyle/>
            <a:p>
              <a:endParaRPr lang="en-US" sz="1350" dirty="0"/>
            </a:p>
          </p:txBody>
        </p:sp>
        <p:sp>
          <p:nvSpPr>
            <p:cNvPr id="451614" name="Rectangle 27"/>
            <p:cNvSpPr>
              <a:spLocks noChangeArrowheads="1"/>
            </p:cNvSpPr>
            <p:nvPr/>
          </p:nvSpPr>
          <p:spPr bwMode="auto">
            <a:xfrm rot="2837193" flipH="1">
              <a:off x="4500879" y="3906585"/>
              <a:ext cx="78887" cy="311754"/>
            </a:xfrm>
            <a:prstGeom prst="rect">
              <a:avLst/>
            </a:prstGeom>
            <a:solidFill>
              <a:schemeClr val="tx1"/>
            </a:solidFill>
            <a:ln w="9525" algn="ctr">
              <a:noFill/>
              <a:miter lim="800000"/>
              <a:headEnd/>
              <a:tailEnd/>
            </a:ln>
          </p:spPr>
          <p:txBody>
            <a:bodyPr wrap="none" anchor="ctr"/>
            <a:lstStyle/>
            <a:p>
              <a:endParaRPr lang="en-US" sz="1350" dirty="0"/>
            </a:p>
          </p:txBody>
        </p:sp>
        <p:sp>
          <p:nvSpPr>
            <p:cNvPr id="451615" name="Rectangle 28"/>
            <p:cNvSpPr>
              <a:spLocks noChangeArrowheads="1"/>
            </p:cNvSpPr>
            <p:nvPr/>
          </p:nvSpPr>
          <p:spPr bwMode="auto">
            <a:xfrm rot="5400000" flipH="1">
              <a:off x="4293870" y="4099785"/>
              <a:ext cx="101401" cy="405195"/>
            </a:xfrm>
            <a:prstGeom prst="rect">
              <a:avLst/>
            </a:prstGeom>
            <a:solidFill>
              <a:schemeClr val="tx1"/>
            </a:solidFill>
            <a:ln w="9525" algn="ctr">
              <a:noFill/>
              <a:miter lim="800000"/>
              <a:headEnd/>
              <a:tailEnd/>
            </a:ln>
          </p:spPr>
          <p:txBody>
            <a:bodyPr wrap="none" anchor="ctr"/>
            <a:lstStyle/>
            <a:p>
              <a:endParaRPr lang="en-US" sz="1350" dirty="0"/>
            </a:p>
          </p:txBody>
        </p:sp>
        <p:sp>
          <p:nvSpPr>
            <p:cNvPr id="451616" name="Rectangle 29"/>
            <p:cNvSpPr>
              <a:spLocks noChangeArrowheads="1"/>
            </p:cNvSpPr>
            <p:nvPr/>
          </p:nvSpPr>
          <p:spPr bwMode="auto">
            <a:xfrm rot="20498368" flipH="1">
              <a:off x="4160704" y="4280920"/>
              <a:ext cx="101401" cy="405195"/>
            </a:xfrm>
            <a:prstGeom prst="rect">
              <a:avLst/>
            </a:prstGeom>
            <a:solidFill>
              <a:schemeClr val="tx1"/>
            </a:solidFill>
            <a:ln w="9525" algn="ctr">
              <a:noFill/>
              <a:miter lim="800000"/>
              <a:headEnd/>
              <a:tailEnd/>
            </a:ln>
          </p:spPr>
          <p:txBody>
            <a:bodyPr wrap="none" anchor="ctr"/>
            <a:lstStyle/>
            <a:p>
              <a:endParaRPr lang="en-US" sz="1350" dirty="0"/>
            </a:p>
          </p:txBody>
        </p:sp>
        <p:sp>
          <p:nvSpPr>
            <p:cNvPr id="451617" name="Rectangle 30"/>
            <p:cNvSpPr>
              <a:spLocks noChangeArrowheads="1"/>
            </p:cNvSpPr>
            <p:nvPr/>
          </p:nvSpPr>
          <p:spPr bwMode="auto">
            <a:xfrm flipH="1">
              <a:off x="4109150" y="4628761"/>
              <a:ext cx="210353" cy="86059"/>
            </a:xfrm>
            <a:prstGeom prst="rect">
              <a:avLst/>
            </a:prstGeom>
            <a:solidFill>
              <a:schemeClr val="tx1"/>
            </a:solidFill>
            <a:ln w="9525" algn="ctr">
              <a:noFill/>
              <a:miter lim="800000"/>
              <a:headEnd/>
              <a:tailEnd/>
            </a:ln>
          </p:spPr>
          <p:txBody>
            <a:bodyPr wrap="none" anchor="ctr"/>
            <a:lstStyle/>
            <a:p>
              <a:endParaRPr lang="en-US" sz="1350" dirty="0"/>
            </a:p>
          </p:txBody>
        </p:sp>
        <p:sp>
          <p:nvSpPr>
            <p:cNvPr id="10" name="Oval 9"/>
            <p:cNvSpPr/>
            <p:nvPr/>
          </p:nvSpPr>
          <p:spPr>
            <a:xfrm>
              <a:off x="4326517" y="685800"/>
              <a:ext cx="228474" cy="2445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dirty="0"/>
            </a:p>
          </p:txBody>
        </p:sp>
        <p:sp>
          <p:nvSpPr>
            <p:cNvPr id="11" name="Rectangle 10"/>
            <p:cNvSpPr/>
            <p:nvPr/>
          </p:nvSpPr>
          <p:spPr>
            <a:xfrm>
              <a:off x="4196414" y="4343204"/>
              <a:ext cx="490267" cy="46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dirty="0"/>
            </a:p>
          </p:txBody>
        </p:sp>
        <p:cxnSp>
          <p:nvCxnSpPr>
            <p:cNvPr id="13" name="Straight Connector 12"/>
            <p:cNvCxnSpPr>
              <a:stCxn id="10" idx="4"/>
              <a:endCxn id="11" idx="0"/>
            </p:cNvCxnSpPr>
            <p:nvPr/>
          </p:nvCxnSpPr>
          <p:spPr>
            <a:xfrm rot="5400000">
              <a:off x="2735129" y="2637580"/>
              <a:ext cx="3412837" cy="1587"/>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346627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51585" name="Group 14"/>
          <p:cNvGrpSpPr>
            <a:grpSpLocks/>
          </p:cNvGrpSpPr>
          <p:nvPr/>
        </p:nvGrpSpPr>
        <p:grpSpPr bwMode="auto">
          <a:xfrm>
            <a:off x="4311255" y="1920480"/>
            <a:ext cx="440531" cy="3020615"/>
            <a:chOff x="4109150" y="685800"/>
            <a:chExt cx="587050" cy="4029020"/>
          </a:xfrm>
        </p:grpSpPr>
        <p:sp>
          <p:nvSpPr>
            <p:cNvPr id="451611" name="Oval 24"/>
            <p:cNvSpPr>
              <a:spLocks noChangeArrowheads="1"/>
            </p:cNvSpPr>
            <p:nvPr/>
          </p:nvSpPr>
          <p:spPr bwMode="auto">
            <a:xfrm flipH="1">
              <a:off x="4208163" y="3359248"/>
              <a:ext cx="256738" cy="328698"/>
            </a:xfrm>
            <a:prstGeom prst="ellipse">
              <a:avLst/>
            </a:prstGeom>
            <a:solidFill>
              <a:schemeClr val="tx1"/>
            </a:solidFill>
            <a:ln w="9525" algn="ctr">
              <a:noFill/>
              <a:round/>
              <a:headEnd/>
              <a:tailEnd/>
            </a:ln>
          </p:spPr>
          <p:txBody>
            <a:bodyPr wrap="none" anchor="ctr"/>
            <a:lstStyle/>
            <a:p>
              <a:endParaRPr lang="en-US" sz="1350" dirty="0"/>
            </a:p>
          </p:txBody>
        </p:sp>
        <p:sp>
          <p:nvSpPr>
            <p:cNvPr id="451612" name="Oval 25"/>
            <p:cNvSpPr>
              <a:spLocks noChangeArrowheads="1"/>
            </p:cNvSpPr>
            <p:nvPr/>
          </p:nvSpPr>
          <p:spPr bwMode="auto">
            <a:xfrm rot="20910997" flipH="1">
              <a:off x="4332092" y="3641442"/>
              <a:ext cx="216825" cy="709987"/>
            </a:xfrm>
            <a:prstGeom prst="ellipse">
              <a:avLst/>
            </a:prstGeom>
            <a:solidFill>
              <a:schemeClr val="tx1"/>
            </a:solidFill>
            <a:ln w="9525" algn="ctr">
              <a:noFill/>
              <a:round/>
              <a:headEnd/>
              <a:tailEnd/>
            </a:ln>
          </p:spPr>
          <p:txBody>
            <a:bodyPr wrap="none" anchor="ctr"/>
            <a:lstStyle/>
            <a:p>
              <a:endParaRPr lang="en-US" sz="1350" dirty="0"/>
            </a:p>
          </p:txBody>
        </p:sp>
        <p:sp>
          <p:nvSpPr>
            <p:cNvPr id="451613" name="Rectangle 26"/>
            <p:cNvSpPr>
              <a:spLocks noChangeArrowheads="1"/>
            </p:cNvSpPr>
            <p:nvPr/>
          </p:nvSpPr>
          <p:spPr bwMode="auto">
            <a:xfrm rot="13943080" flipH="1">
              <a:off x="4331051" y="3821497"/>
              <a:ext cx="396048" cy="81321"/>
            </a:xfrm>
            <a:prstGeom prst="rect">
              <a:avLst/>
            </a:prstGeom>
            <a:solidFill>
              <a:schemeClr val="tx1"/>
            </a:solidFill>
            <a:ln w="9525" algn="ctr">
              <a:noFill/>
              <a:miter lim="800000"/>
              <a:headEnd/>
              <a:tailEnd/>
            </a:ln>
          </p:spPr>
          <p:txBody>
            <a:bodyPr wrap="none" anchor="ctr"/>
            <a:lstStyle/>
            <a:p>
              <a:endParaRPr lang="en-US" sz="1350" dirty="0"/>
            </a:p>
          </p:txBody>
        </p:sp>
        <p:sp>
          <p:nvSpPr>
            <p:cNvPr id="451614" name="Rectangle 27"/>
            <p:cNvSpPr>
              <a:spLocks noChangeArrowheads="1"/>
            </p:cNvSpPr>
            <p:nvPr/>
          </p:nvSpPr>
          <p:spPr bwMode="auto">
            <a:xfrm rot="2837193" flipH="1">
              <a:off x="4500879" y="3906585"/>
              <a:ext cx="78887" cy="311754"/>
            </a:xfrm>
            <a:prstGeom prst="rect">
              <a:avLst/>
            </a:prstGeom>
            <a:solidFill>
              <a:schemeClr val="tx1"/>
            </a:solidFill>
            <a:ln w="9525" algn="ctr">
              <a:noFill/>
              <a:miter lim="800000"/>
              <a:headEnd/>
              <a:tailEnd/>
            </a:ln>
          </p:spPr>
          <p:txBody>
            <a:bodyPr wrap="none" anchor="ctr"/>
            <a:lstStyle/>
            <a:p>
              <a:endParaRPr lang="en-US" sz="1350" dirty="0"/>
            </a:p>
          </p:txBody>
        </p:sp>
        <p:sp>
          <p:nvSpPr>
            <p:cNvPr id="451615" name="Rectangle 28"/>
            <p:cNvSpPr>
              <a:spLocks noChangeArrowheads="1"/>
            </p:cNvSpPr>
            <p:nvPr/>
          </p:nvSpPr>
          <p:spPr bwMode="auto">
            <a:xfrm rot="5400000" flipH="1">
              <a:off x="4293870" y="4099785"/>
              <a:ext cx="101401" cy="405195"/>
            </a:xfrm>
            <a:prstGeom prst="rect">
              <a:avLst/>
            </a:prstGeom>
            <a:solidFill>
              <a:schemeClr val="tx1"/>
            </a:solidFill>
            <a:ln w="9525" algn="ctr">
              <a:noFill/>
              <a:miter lim="800000"/>
              <a:headEnd/>
              <a:tailEnd/>
            </a:ln>
          </p:spPr>
          <p:txBody>
            <a:bodyPr wrap="none" anchor="ctr"/>
            <a:lstStyle/>
            <a:p>
              <a:endParaRPr lang="en-US" sz="1350" dirty="0"/>
            </a:p>
          </p:txBody>
        </p:sp>
        <p:sp>
          <p:nvSpPr>
            <p:cNvPr id="451616" name="Rectangle 29"/>
            <p:cNvSpPr>
              <a:spLocks noChangeArrowheads="1"/>
            </p:cNvSpPr>
            <p:nvPr/>
          </p:nvSpPr>
          <p:spPr bwMode="auto">
            <a:xfrm rot="20498368" flipH="1">
              <a:off x="4160704" y="4280920"/>
              <a:ext cx="101401" cy="405195"/>
            </a:xfrm>
            <a:prstGeom prst="rect">
              <a:avLst/>
            </a:prstGeom>
            <a:solidFill>
              <a:schemeClr val="tx1"/>
            </a:solidFill>
            <a:ln w="9525" algn="ctr">
              <a:noFill/>
              <a:miter lim="800000"/>
              <a:headEnd/>
              <a:tailEnd/>
            </a:ln>
          </p:spPr>
          <p:txBody>
            <a:bodyPr wrap="none" anchor="ctr"/>
            <a:lstStyle/>
            <a:p>
              <a:endParaRPr lang="en-US" sz="1350" dirty="0"/>
            </a:p>
          </p:txBody>
        </p:sp>
        <p:sp>
          <p:nvSpPr>
            <p:cNvPr id="451617" name="Rectangle 30"/>
            <p:cNvSpPr>
              <a:spLocks noChangeArrowheads="1"/>
            </p:cNvSpPr>
            <p:nvPr/>
          </p:nvSpPr>
          <p:spPr bwMode="auto">
            <a:xfrm flipH="1">
              <a:off x="4109150" y="4628761"/>
              <a:ext cx="210353" cy="86059"/>
            </a:xfrm>
            <a:prstGeom prst="rect">
              <a:avLst/>
            </a:prstGeom>
            <a:solidFill>
              <a:schemeClr val="tx1"/>
            </a:solidFill>
            <a:ln w="9525" algn="ctr">
              <a:noFill/>
              <a:miter lim="800000"/>
              <a:headEnd/>
              <a:tailEnd/>
            </a:ln>
          </p:spPr>
          <p:txBody>
            <a:bodyPr wrap="none" anchor="ctr"/>
            <a:lstStyle/>
            <a:p>
              <a:endParaRPr lang="en-US" sz="1350" dirty="0"/>
            </a:p>
          </p:txBody>
        </p:sp>
        <p:sp>
          <p:nvSpPr>
            <p:cNvPr id="10" name="Oval 9"/>
            <p:cNvSpPr/>
            <p:nvPr/>
          </p:nvSpPr>
          <p:spPr>
            <a:xfrm>
              <a:off x="4326517" y="685800"/>
              <a:ext cx="228474" cy="2445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dirty="0"/>
            </a:p>
          </p:txBody>
        </p:sp>
        <p:sp>
          <p:nvSpPr>
            <p:cNvPr id="11" name="Rectangle 10"/>
            <p:cNvSpPr/>
            <p:nvPr/>
          </p:nvSpPr>
          <p:spPr>
            <a:xfrm>
              <a:off x="4196414" y="4343204"/>
              <a:ext cx="490267" cy="46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dirty="0"/>
            </a:p>
          </p:txBody>
        </p:sp>
        <p:cxnSp>
          <p:nvCxnSpPr>
            <p:cNvPr id="13" name="Straight Connector 12"/>
            <p:cNvCxnSpPr>
              <a:stCxn id="10" idx="4"/>
              <a:endCxn id="11" idx="0"/>
            </p:cNvCxnSpPr>
            <p:nvPr/>
          </p:nvCxnSpPr>
          <p:spPr>
            <a:xfrm rot="5400000">
              <a:off x="2735129" y="2637580"/>
              <a:ext cx="3412837" cy="1587"/>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51586" name="Group 38"/>
          <p:cNvGrpSpPr>
            <a:grpSpLocks/>
          </p:cNvGrpSpPr>
          <p:nvPr/>
        </p:nvGrpSpPr>
        <p:grpSpPr bwMode="auto">
          <a:xfrm>
            <a:off x="2200276" y="1921670"/>
            <a:ext cx="2603897" cy="2064544"/>
            <a:chOff x="1294213" y="687386"/>
            <a:chExt cx="3472125" cy="2754068"/>
          </a:xfrm>
        </p:grpSpPr>
        <p:sp>
          <p:nvSpPr>
            <p:cNvPr id="451601" name="Oval 24"/>
            <p:cNvSpPr>
              <a:spLocks noChangeArrowheads="1"/>
            </p:cNvSpPr>
            <p:nvPr/>
          </p:nvSpPr>
          <p:spPr bwMode="auto">
            <a:xfrm rot="5044366" flipH="1">
              <a:off x="2410832" y="3148736"/>
              <a:ext cx="256738" cy="328698"/>
            </a:xfrm>
            <a:prstGeom prst="ellipse">
              <a:avLst/>
            </a:prstGeom>
            <a:solidFill>
              <a:schemeClr val="tx1"/>
            </a:solidFill>
            <a:ln w="9525" algn="ctr">
              <a:noFill/>
              <a:round/>
              <a:headEnd/>
              <a:tailEnd/>
            </a:ln>
          </p:spPr>
          <p:txBody>
            <a:bodyPr wrap="none" anchor="ctr"/>
            <a:lstStyle/>
            <a:p>
              <a:endParaRPr lang="en-US" sz="1350" dirty="0"/>
            </a:p>
          </p:txBody>
        </p:sp>
        <p:sp>
          <p:nvSpPr>
            <p:cNvPr id="451602" name="Oval 25"/>
            <p:cNvSpPr>
              <a:spLocks noChangeArrowheads="1"/>
            </p:cNvSpPr>
            <p:nvPr/>
          </p:nvSpPr>
          <p:spPr bwMode="auto">
            <a:xfrm rot="7043353" flipH="1">
              <a:off x="1996165" y="2886031"/>
              <a:ext cx="216825" cy="709987"/>
            </a:xfrm>
            <a:prstGeom prst="ellipse">
              <a:avLst/>
            </a:prstGeom>
            <a:solidFill>
              <a:schemeClr val="tx1"/>
            </a:solidFill>
            <a:ln w="9525" algn="ctr">
              <a:noFill/>
              <a:round/>
              <a:headEnd/>
              <a:tailEnd/>
            </a:ln>
          </p:spPr>
          <p:txBody>
            <a:bodyPr wrap="none" anchor="ctr"/>
            <a:lstStyle/>
            <a:p>
              <a:endParaRPr lang="en-US" sz="1350" dirty="0"/>
            </a:p>
          </p:txBody>
        </p:sp>
        <p:sp>
          <p:nvSpPr>
            <p:cNvPr id="451603" name="Rectangle 26"/>
            <p:cNvSpPr>
              <a:spLocks noChangeArrowheads="1"/>
            </p:cNvSpPr>
            <p:nvPr/>
          </p:nvSpPr>
          <p:spPr bwMode="auto">
            <a:xfrm rot="15360949" flipH="1">
              <a:off x="2094487" y="3154625"/>
              <a:ext cx="396048" cy="81321"/>
            </a:xfrm>
            <a:prstGeom prst="rect">
              <a:avLst/>
            </a:prstGeom>
            <a:solidFill>
              <a:schemeClr val="tx1"/>
            </a:solidFill>
            <a:ln w="9525" algn="ctr">
              <a:noFill/>
              <a:miter lim="800000"/>
              <a:headEnd/>
              <a:tailEnd/>
            </a:ln>
          </p:spPr>
          <p:txBody>
            <a:bodyPr wrap="none" anchor="ctr"/>
            <a:lstStyle/>
            <a:p>
              <a:endParaRPr lang="en-US" sz="1350" dirty="0"/>
            </a:p>
          </p:txBody>
        </p:sp>
        <p:sp>
          <p:nvSpPr>
            <p:cNvPr id="451604" name="Rectangle 27"/>
            <p:cNvSpPr>
              <a:spLocks noChangeArrowheads="1"/>
            </p:cNvSpPr>
            <p:nvPr/>
          </p:nvSpPr>
          <p:spPr bwMode="auto">
            <a:xfrm rot="10800000" flipH="1">
              <a:off x="2207501" y="2722719"/>
              <a:ext cx="78887" cy="311754"/>
            </a:xfrm>
            <a:prstGeom prst="rect">
              <a:avLst/>
            </a:prstGeom>
            <a:solidFill>
              <a:schemeClr val="tx1"/>
            </a:solidFill>
            <a:ln w="9525" algn="ctr">
              <a:noFill/>
              <a:miter lim="800000"/>
              <a:headEnd/>
              <a:tailEnd/>
            </a:ln>
          </p:spPr>
          <p:txBody>
            <a:bodyPr wrap="none" anchor="ctr"/>
            <a:lstStyle/>
            <a:p>
              <a:endParaRPr lang="en-US" sz="1350" dirty="0"/>
            </a:p>
          </p:txBody>
        </p:sp>
        <p:sp>
          <p:nvSpPr>
            <p:cNvPr id="451605" name="Rectangle 28"/>
            <p:cNvSpPr>
              <a:spLocks noChangeArrowheads="1"/>
            </p:cNvSpPr>
            <p:nvPr/>
          </p:nvSpPr>
          <p:spPr bwMode="auto">
            <a:xfrm rot="8325364" flipH="1">
              <a:off x="1693911" y="2829857"/>
              <a:ext cx="101401" cy="405195"/>
            </a:xfrm>
            <a:prstGeom prst="rect">
              <a:avLst/>
            </a:prstGeom>
            <a:solidFill>
              <a:schemeClr val="tx1"/>
            </a:solidFill>
            <a:ln w="9525" algn="ctr">
              <a:noFill/>
              <a:miter lim="800000"/>
              <a:headEnd/>
              <a:tailEnd/>
            </a:ln>
          </p:spPr>
          <p:txBody>
            <a:bodyPr wrap="none" anchor="ctr"/>
            <a:lstStyle/>
            <a:p>
              <a:endParaRPr lang="en-US" sz="1350" dirty="0"/>
            </a:p>
          </p:txBody>
        </p:sp>
        <p:sp>
          <p:nvSpPr>
            <p:cNvPr id="451606" name="Rectangle 29"/>
            <p:cNvSpPr>
              <a:spLocks noChangeArrowheads="1"/>
            </p:cNvSpPr>
            <p:nvPr/>
          </p:nvSpPr>
          <p:spPr bwMode="auto">
            <a:xfrm rot="7158656" flipH="1">
              <a:off x="1446110" y="2622926"/>
              <a:ext cx="101401" cy="405195"/>
            </a:xfrm>
            <a:prstGeom prst="rect">
              <a:avLst/>
            </a:prstGeom>
            <a:solidFill>
              <a:schemeClr val="tx1"/>
            </a:solidFill>
            <a:ln w="9525" algn="ctr">
              <a:noFill/>
              <a:miter lim="800000"/>
              <a:headEnd/>
              <a:tailEnd/>
            </a:ln>
          </p:spPr>
          <p:txBody>
            <a:bodyPr wrap="none" anchor="ctr"/>
            <a:lstStyle/>
            <a:p>
              <a:endParaRPr lang="en-US" sz="1350" dirty="0"/>
            </a:p>
          </p:txBody>
        </p:sp>
        <p:sp>
          <p:nvSpPr>
            <p:cNvPr id="451607" name="Rectangle 30"/>
            <p:cNvSpPr>
              <a:spLocks noChangeArrowheads="1"/>
            </p:cNvSpPr>
            <p:nvPr/>
          </p:nvSpPr>
          <p:spPr bwMode="auto">
            <a:xfrm rot="5692513" flipH="1">
              <a:off x="1244852" y="2632588"/>
              <a:ext cx="210353" cy="86059"/>
            </a:xfrm>
            <a:prstGeom prst="rect">
              <a:avLst/>
            </a:prstGeom>
            <a:solidFill>
              <a:schemeClr val="tx1"/>
            </a:solidFill>
            <a:ln w="9525" algn="ctr">
              <a:noFill/>
              <a:miter lim="800000"/>
              <a:headEnd/>
              <a:tailEnd/>
            </a:ln>
          </p:spPr>
          <p:txBody>
            <a:bodyPr wrap="none" anchor="ctr"/>
            <a:lstStyle/>
            <a:p>
              <a:endParaRPr lang="en-US" sz="1350" dirty="0"/>
            </a:p>
          </p:txBody>
        </p:sp>
        <p:sp>
          <p:nvSpPr>
            <p:cNvPr id="24" name="Oval 23"/>
            <p:cNvSpPr/>
            <p:nvPr/>
          </p:nvSpPr>
          <p:spPr>
            <a:xfrm rot="2925364">
              <a:off x="4321757" y="679495"/>
              <a:ext cx="228712" cy="2444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dirty="0"/>
            </a:p>
          </p:txBody>
        </p:sp>
        <p:sp>
          <p:nvSpPr>
            <p:cNvPr id="25" name="Rectangle 24"/>
            <p:cNvSpPr/>
            <p:nvPr/>
          </p:nvSpPr>
          <p:spPr>
            <a:xfrm rot="2925364">
              <a:off x="1515586" y="3124603"/>
              <a:ext cx="489189" cy="460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dirty="0"/>
            </a:p>
          </p:txBody>
        </p:sp>
        <p:cxnSp>
          <p:nvCxnSpPr>
            <p:cNvPr id="26" name="Straight Connector 25"/>
            <p:cNvCxnSpPr>
              <a:stCxn id="24" idx="4"/>
              <a:endCxn id="25" idx="0"/>
            </p:cNvCxnSpPr>
            <p:nvPr/>
          </p:nvCxnSpPr>
          <p:spPr>
            <a:xfrm rot="8325364">
              <a:off x="1352955" y="2007243"/>
              <a:ext cx="3413383" cy="1588"/>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51587" name="Group 37"/>
          <p:cNvGrpSpPr>
            <a:grpSpLocks/>
          </p:cNvGrpSpPr>
          <p:nvPr/>
        </p:nvGrpSpPr>
        <p:grpSpPr bwMode="auto">
          <a:xfrm>
            <a:off x="4475560" y="1750219"/>
            <a:ext cx="2065734" cy="2558654"/>
            <a:chOff x="4327945" y="459098"/>
            <a:chExt cx="2754161" cy="3412671"/>
          </a:xfrm>
        </p:grpSpPr>
        <p:sp>
          <p:nvSpPr>
            <p:cNvPr id="451591" name="Oval 24"/>
            <p:cNvSpPr>
              <a:spLocks noChangeArrowheads="1"/>
            </p:cNvSpPr>
            <p:nvPr/>
          </p:nvSpPr>
          <p:spPr bwMode="auto">
            <a:xfrm rot="16859242" flipH="1">
              <a:off x="5997394" y="2895763"/>
              <a:ext cx="256738" cy="328698"/>
            </a:xfrm>
            <a:prstGeom prst="ellipse">
              <a:avLst/>
            </a:prstGeom>
            <a:solidFill>
              <a:schemeClr val="tx1"/>
            </a:solidFill>
            <a:ln w="9525" algn="ctr">
              <a:noFill/>
              <a:round/>
              <a:headEnd/>
              <a:tailEnd/>
            </a:ln>
          </p:spPr>
          <p:txBody>
            <a:bodyPr wrap="none" anchor="ctr"/>
            <a:lstStyle/>
            <a:p>
              <a:endParaRPr lang="en-US" sz="1350" dirty="0"/>
            </a:p>
          </p:txBody>
        </p:sp>
        <p:sp>
          <p:nvSpPr>
            <p:cNvPr id="451592" name="Oval 25"/>
            <p:cNvSpPr>
              <a:spLocks noChangeArrowheads="1"/>
            </p:cNvSpPr>
            <p:nvPr/>
          </p:nvSpPr>
          <p:spPr bwMode="auto">
            <a:xfrm rot="17505451" flipH="1">
              <a:off x="6445854" y="2863372"/>
              <a:ext cx="216825" cy="709987"/>
            </a:xfrm>
            <a:prstGeom prst="ellipse">
              <a:avLst/>
            </a:prstGeom>
            <a:solidFill>
              <a:schemeClr val="tx1"/>
            </a:solidFill>
            <a:ln w="9525" algn="ctr">
              <a:noFill/>
              <a:round/>
              <a:headEnd/>
              <a:tailEnd/>
            </a:ln>
          </p:spPr>
          <p:txBody>
            <a:bodyPr wrap="none" anchor="ctr"/>
            <a:lstStyle/>
            <a:p>
              <a:endParaRPr lang="en-US" sz="1350" dirty="0"/>
            </a:p>
          </p:txBody>
        </p:sp>
        <p:sp>
          <p:nvSpPr>
            <p:cNvPr id="451593" name="Rectangle 26"/>
            <p:cNvSpPr>
              <a:spLocks noChangeArrowheads="1"/>
            </p:cNvSpPr>
            <p:nvPr/>
          </p:nvSpPr>
          <p:spPr bwMode="auto">
            <a:xfrm rot="9331264" flipH="1">
              <a:off x="6257543" y="2985446"/>
              <a:ext cx="396048" cy="81321"/>
            </a:xfrm>
            <a:prstGeom prst="rect">
              <a:avLst/>
            </a:prstGeom>
            <a:solidFill>
              <a:schemeClr val="tx1"/>
            </a:solidFill>
            <a:ln w="9525" algn="ctr">
              <a:noFill/>
              <a:miter lim="800000"/>
              <a:headEnd/>
              <a:tailEnd/>
            </a:ln>
          </p:spPr>
          <p:txBody>
            <a:bodyPr wrap="none" anchor="ctr"/>
            <a:lstStyle/>
            <a:p>
              <a:endParaRPr lang="en-US" sz="1350" dirty="0"/>
            </a:p>
          </p:txBody>
        </p:sp>
        <p:sp>
          <p:nvSpPr>
            <p:cNvPr id="451594" name="Rectangle 27"/>
            <p:cNvSpPr>
              <a:spLocks noChangeArrowheads="1"/>
            </p:cNvSpPr>
            <p:nvPr/>
          </p:nvSpPr>
          <p:spPr bwMode="auto">
            <a:xfrm rot="298725" flipH="1">
              <a:off x="6571175" y="2917922"/>
              <a:ext cx="78887" cy="311754"/>
            </a:xfrm>
            <a:prstGeom prst="rect">
              <a:avLst/>
            </a:prstGeom>
            <a:solidFill>
              <a:schemeClr val="tx1"/>
            </a:solidFill>
            <a:ln w="9525" algn="ctr">
              <a:noFill/>
              <a:miter lim="800000"/>
              <a:headEnd/>
              <a:tailEnd/>
            </a:ln>
          </p:spPr>
          <p:txBody>
            <a:bodyPr wrap="none" anchor="ctr"/>
            <a:lstStyle/>
            <a:p>
              <a:endParaRPr lang="en-US" sz="1350" dirty="0"/>
            </a:p>
          </p:txBody>
        </p:sp>
        <p:sp>
          <p:nvSpPr>
            <p:cNvPr id="451595" name="Rectangle 28"/>
            <p:cNvSpPr>
              <a:spLocks noChangeArrowheads="1"/>
            </p:cNvSpPr>
            <p:nvPr/>
          </p:nvSpPr>
          <p:spPr bwMode="auto">
            <a:xfrm rot="2861532" flipH="1">
              <a:off x="6671894" y="3258977"/>
              <a:ext cx="101401" cy="405195"/>
            </a:xfrm>
            <a:prstGeom prst="rect">
              <a:avLst/>
            </a:prstGeom>
            <a:solidFill>
              <a:schemeClr val="tx1"/>
            </a:solidFill>
            <a:ln w="9525" algn="ctr">
              <a:noFill/>
              <a:miter lim="800000"/>
              <a:headEnd/>
              <a:tailEnd/>
            </a:ln>
          </p:spPr>
          <p:txBody>
            <a:bodyPr wrap="none" anchor="ctr"/>
            <a:lstStyle/>
            <a:p>
              <a:endParaRPr lang="en-US" sz="1350" dirty="0"/>
            </a:p>
          </p:txBody>
        </p:sp>
        <p:sp>
          <p:nvSpPr>
            <p:cNvPr id="451596" name="Rectangle 29"/>
            <p:cNvSpPr>
              <a:spLocks noChangeArrowheads="1"/>
            </p:cNvSpPr>
            <p:nvPr/>
          </p:nvSpPr>
          <p:spPr bwMode="auto">
            <a:xfrm rot="17014843" flipH="1">
              <a:off x="6681049" y="3453995"/>
              <a:ext cx="101401" cy="405195"/>
            </a:xfrm>
            <a:prstGeom prst="rect">
              <a:avLst/>
            </a:prstGeom>
            <a:solidFill>
              <a:schemeClr val="tx1"/>
            </a:solidFill>
            <a:ln w="9525" algn="ctr">
              <a:noFill/>
              <a:miter lim="800000"/>
              <a:headEnd/>
              <a:tailEnd/>
            </a:ln>
          </p:spPr>
          <p:txBody>
            <a:bodyPr wrap="none" anchor="ctr"/>
            <a:lstStyle/>
            <a:p>
              <a:endParaRPr lang="en-US" sz="1350" dirty="0"/>
            </a:p>
          </p:txBody>
        </p:sp>
        <p:sp>
          <p:nvSpPr>
            <p:cNvPr id="451597" name="Rectangle 30"/>
            <p:cNvSpPr>
              <a:spLocks noChangeArrowheads="1"/>
            </p:cNvSpPr>
            <p:nvPr/>
          </p:nvSpPr>
          <p:spPr bwMode="auto">
            <a:xfrm rot="19061532" flipH="1">
              <a:off x="6738795" y="3707969"/>
              <a:ext cx="210353" cy="86059"/>
            </a:xfrm>
            <a:prstGeom prst="rect">
              <a:avLst/>
            </a:prstGeom>
            <a:solidFill>
              <a:schemeClr val="tx1"/>
            </a:solidFill>
            <a:ln w="9525" algn="ctr">
              <a:noFill/>
              <a:miter lim="800000"/>
              <a:headEnd/>
              <a:tailEnd/>
            </a:ln>
          </p:spPr>
          <p:txBody>
            <a:bodyPr wrap="none" anchor="ctr"/>
            <a:lstStyle/>
            <a:p>
              <a:endParaRPr lang="en-US" sz="1350" dirty="0"/>
            </a:p>
          </p:txBody>
        </p:sp>
        <p:sp>
          <p:nvSpPr>
            <p:cNvPr id="35" name="Oval 34"/>
            <p:cNvSpPr/>
            <p:nvPr/>
          </p:nvSpPr>
          <p:spPr>
            <a:xfrm rot="19061532">
              <a:off x="4327945" y="689362"/>
              <a:ext cx="228587" cy="246144"/>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dirty="0"/>
            </a:p>
          </p:txBody>
        </p:sp>
        <p:sp>
          <p:nvSpPr>
            <p:cNvPr id="36" name="Rectangle 35"/>
            <p:cNvSpPr/>
            <p:nvPr/>
          </p:nvSpPr>
          <p:spPr>
            <a:xfrm rot="19061532">
              <a:off x="6591596" y="3420769"/>
              <a:ext cx="490510" cy="4605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dirty="0"/>
            </a:p>
          </p:txBody>
        </p:sp>
        <p:cxnSp>
          <p:nvCxnSpPr>
            <p:cNvPr id="37" name="Straight Connector 36"/>
            <p:cNvCxnSpPr>
              <a:stCxn id="35" idx="4"/>
              <a:endCxn id="36" idx="0"/>
            </p:cNvCxnSpPr>
            <p:nvPr/>
          </p:nvCxnSpPr>
          <p:spPr>
            <a:xfrm rot="2861532">
              <a:off x="3966942" y="2164640"/>
              <a:ext cx="3412671" cy="1588"/>
            </a:xfrm>
            <a:prstGeom prst="line">
              <a:avLst/>
            </a:prstGeom>
          </p:spPr>
          <p:style>
            <a:lnRef idx="1">
              <a:schemeClr val="accent1"/>
            </a:lnRef>
            <a:fillRef idx="0">
              <a:schemeClr val="accent1"/>
            </a:fillRef>
            <a:effectRef idx="0">
              <a:schemeClr val="accent1"/>
            </a:effectRef>
            <a:fontRef idx="minor">
              <a:schemeClr val="tx1"/>
            </a:fontRef>
          </p:style>
        </p:cxnSp>
      </p:grpSp>
      <p:sp>
        <p:nvSpPr>
          <p:cNvPr id="451588" name="TextBox 39"/>
          <p:cNvSpPr txBox="1">
            <a:spLocks noChangeArrowheads="1"/>
          </p:cNvSpPr>
          <p:nvPr/>
        </p:nvSpPr>
        <p:spPr bwMode="auto">
          <a:xfrm>
            <a:off x="1651397" y="5495926"/>
            <a:ext cx="5791200" cy="553998"/>
          </a:xfrm>
          <a:prstGeom prst="rect">
            <a:avLst/>
          </a:prstGeom>
          <a:noFill/>
          <a:ln w="9525">
            <a:noFill/>
            <a:miter lim="800000"/>
            <a:headEnd/>
            <a:tailEnd/>
          </a:ln>
        </p:spPr>
        <p:txBody>
          <a:bodyPr>
            <a:spAutoFit/>
          </a:bodyPr>
          <a:lstStyle/>
          <a:p>
            <a:r>
              <a:rPr lang="en-US" sz="1500" dirty="0"/>
              <a:t>Leg movements at the same frequency as the swing’s natural frequency make the swing go higher</a:t>
            </a:r>
          </a:p>
        </p:txBody>
      </p:sp>
      <p:cxnSp>
        <p:nvCxnSpPr>
          <p:cNvPr id="42" name="Straight Arrow Connector 41"/>
          <p:cNvCxnSpPr/>
          <p:nvPr/>
        </p:nvCxnSpPr>
        <p:spPr>
          <a:xfrm rot="16200000" flipV="1">
            <a:off x="2587229" y="4469607"/>
            <a:ext cx="1227535" cy="860822"/>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43" name="Straight Arrow Connector 42"/>
          <p:cNvCxnSpPr/>
          <p:nvPr/>
        </p:nvCxnSpPr>
        <p:spPr>
          <a:xfrm flipV="1">
            <a:off x="3631406" y="4413647"/>
            <a:ext cx="2453879" cy="1089422"/>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52100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defRPr>
            </a:lvl1pPr>
            <a:lvl2pPr marL="557213" indent="-214313" eaLnBrk="0" hangingPunct="0">
              <a:defRPr>
                <a:solidFill>
                  <a:schemeClr val="tx1"/>
                </a:solidFill>
                <a:latin typeface="Arial" charset="0"/>
              </a:defRPr>
            </a:lvl2pPr>
            <a:lvl3pPr marL="857250" indent="-171450" eaLnBrk="0" hangingPunct="0">
              <a:defRPr>
                <a:solidFill>
                  <a:schemeClr val="tx1"/>
                </a:solidFill>
                <a:latin typeface="Arial" charset="0"/>
              </a:defRPr>
            </a:lvl3pPr>
            <a:lvl4pPr marL="1200150" indent="-171450" eaLnBrk="0" hangingPunct="0">
              <a:defRPr>
                <a:solidFill>
                  <a:schemeClr val="tx1"/>
                </a:solidFill>
                <a:latin typeface="Arial" charset="0"/>
              </a:defRPr>
            </a:lvl4pPr>
            <a:lvl5pPr marL="1543050" indent="-171450" eaLnBrk="0" hangingPunct="0">
              <a:defRPr>
                <a:solidFill>
                  <a:schemeClr val="tx1"/>
                </a:solidFill>
                <a:latin typeface="Arial" charset="0"/>
              </a:defRPr>
            </a:lvl5pPr>
            <a:lvl6pPr marL="1885950" indent="-171450" eaLnBrk="0" fontAlgn="base" hangingPunct="0">
              <a:spcBef>
                <a:spcPct val="0"/>
              </a:spcBef>
              <a:spcAft>
                <a:spcPct val="0"/>
              </a:spcAft>
              <a:defRPr>
                <a:solidFill>
                  <a:schemeClr val="tx1"/>
                </a:solidFill>
                <a:latin typeface="Arial" charset="0"/>
              </a:defRPr>
            </a:lvl6pPr>
            <a:lvl7pPr marL="2228850" indent="-171450" eaLnBrk="0" fontAlgn="base" hangingPunct="0">
              <a:spcBef>
                <a:spcPct val="0"/>
              </a:spcBef>
              <a:spcAft>
                <a:spcPct val="0"/>
              </a:spcAft>
              <a:defRPr>
                <a:solidFill>
                  <a:schemeClr val="tx1"/>
                </a:solidFill>
                <a:latin typeface="Arial" charset="0"/>
              </a:defRPr>
            </a:lvl7pPr>
            <a:lvl8pPr marL="2571750" indent="-171450" eaLnBrk="0" fontAlgn="base" hangingPunct="0">
              <a:spcBef>
                <a:spcPct val="0"/>
              </a:spcBef>
              <a:spcAft>
                <a:spcPct val="0"/>
              </a:spcAft>
              <a:defRPr>
                <a:solidFill>
                  <a:schemeClr val="tx1"/>
                </a:solidFill>
                <a:latin typeface="Arial" charset="0"/>
              </a:defRPr>
            </a:lvl8pPr>
            <a:lvl9pPr marL="2914650" indent="-171450" eaLnBrk="0" fontAlgn="base" hangingPunct="0">
              <a:spcBef>
                <a:spcPct val="0"/>
              </a:spcBef>
              <a:spcAft>
                <a:spcPct val="0"/>
              </a:spcAft>
              <a:defRPr>
                <a:solidFill>
                  <a:schemeClr val="tx1"/>
                </a:solidFill>
                <a:latin typeface="Arial" charset="0"/>
              </a:defRPr>
            </a:lvl9pPr>
          </a:lstStyle>
          <a:p>
            <a:pPr eaLnBrk="1" hangingPunct="1"/>
            <a:fld id="{5DE43916-2E53-4087-A7F0-C9C9128B3A17}" type="slidenum">
              <a:rPr lang="en-US" smtClean="0"/>
              <a:pPr eaLnBrk="1" hangingPunct="1"/>
              <a:t>4</a:t>
            </a:fld>
            <a:endParaRPr lang="en-US"/>
          </a:p>
        </p:txBody>
      </p:sp>
      <p:sp>
        <p:nvSpPr>
          <p:cNvPr id="19459" name="Rectangle 2"/>
          <p:cNvSpPr>
            <a:spLocks noGrp="1" noChangeArrowheads="1"/>
          </p:cNvSpPr>
          <p:nvPr>
            <p:ph type="title"/>
          </p:nvPr>
        </p:nvSpPr>
        <p:spPr/>
        <p:txBody>
          <a:bodyPr/>
          <a:lstStyle/>
          <a:p>
            <a:pPr eaLnBrk="1" hangingPunct="1"/>
            <a:r>
              <a:rPr lang="en-US"/>
              <a:t>Driving Force</a:t>
            </a:r>
          </a:p>
        </p:txBody>
      </p:sp>
      <p:sp>
        <p:nvSpPr>
          <p:cNvPr id="19460" name="Rectangle 3"/>
          <p:cNvSpPr>
            <a:spLocks noGrp="1" noChangeArrowheads="1"/>
          </p:cNvSpPr>
          <p:nvPr>
            <p:ph type="body" idx="1"/>
          </p:nvPr>
        </p:nvSpPr>
        <p:spPr/>
        <p:txBody>
          <a:bodyPr>
            <a:normAutofit/>
          </a:bodyPr>
          <a:lstStyle/>
          <a:p>
            <a:pPr eaLnBrk="1" hangingPunct="1"/>
            <a:r>
              <a:rPr lang="en-US" sz="1800" dirty="0"/>
              <a:t>Last section we added a force                   that killed our oscillation</a:t>
            </a:r>
          </a:p>
          <a:p>
            <a:pPr eaLnBrk="1" hangingPunct="1"/>
            <a:endParaRPr lang="en-US" sz="1800" dirty="0"/>
          </a:p>
          <a:p>
            <a:pPr eaLnBrk="1" hangingPunct="1"/>
            <a:r>
              <a:rPr lang="en-US" sz="1800" dirty="0"/>
              <a:t>Suppose we want to keep it going</a:t>
            </a:r>
          </a:p>
          <a:p>
            <a:pPr eaLnBrk="1" hangingPunct="1"/>
            <a:endParaRPr lang="en-US" sz="1800" dirty="0"/>
          </a:p>
          <a:p>
            <a:pPr eaLnBrk="1" hangingPunct="1"/>
            <a:r>
              <a:rPr lang="en-US" sz="1800" dirty="0"/>
              <a:t>Add a force </a:t>
            </a:r>
          </a:p>
          <a:p>
            <a:pPr eaLnBrk="1" hangingPunct="1"/>
            <a:endParaRPr lang="en-US" sz="1800" dirty="0"/>
          </a:p>
          <a:p>
            <a:pPr eaLnBrk="1" hangingPunct="1">
              <a:buFontTx/>
              <a:buNone/>
            </a:pPr>
            <a:r>
              <a:rPr lang="en-US" sz="1800" dirty="0"/>
              <a:t>     where F</a:t>
            </a:r>
            <a:r>
              <a:rPr lang="en-US" sz="1800" baseline="-25000" dirty="0"/>
              <a:t>o</a:t>
            </a:r>
            <a:r>
              <a:rPr lang="en-US" sz="1800" dirty="0"/>
              <a:t> is a constant and where </a:t>
            </a:r>
            <a:r>
              <a:rPr lang="en-US" sz="1800" dirty="0">
                <a:sym typeface="Symbol" pitchFamily="18" charset="2"/>
              </a:rPr>
              <a:t></a:t>
            </a:r>
            <a:r>
              <a:rPr lang="en-US" sz="1800" baseline="-25000" dirty="0"/>
              <a:t>f</a:t>
            </a:r>
            <a:r>
              <a:rPr lang="en-US" sz="1800" dirty="0"/>
              <a:t> is the angular frequency of the driving force</a:t>
            </a:r>
          </a:p>
          <a:p>
            <a:pPr eaLnBrk="1" hangingPunct="1">
              <a:buFontTx/>
              <a:buNone/>
            </a:pPr>
            <a:endParaRPr lang="en-US" sz="1800" dirty="0"/>
          </a:p>
          <a:p>
            <a:pPr eaLnBrk="1" hangingPunct="1">
              <a:buFontTx/>
              <a:buNone/>
            </a:pPr>
            <a:endParaRPr lang="en-US" sz="1800" dirty="0"/>
          </a:p>
          <a:p>
            <a:pPr eaLnBrk="1" hangingPunct="1">
              <a:buFontTx/>
              <a:buNone/>
            </a:pPr>
            <a:endParaRPr lang="en-US" sz="1800" dirty="0"/>
          </a:p>
          <a:p>
            <a:pPr eaLnBrk="1" hangingPunct="1"/>
            <a:r>
              <a:rPr lang="en-US" sz="1800" dirty="0"/>
              <a:t>This one is very hard to solve</a:t>
            </a:r>
          </a:p>
        </p:txBody>
      </p:sp>
      <p:sp>
        <p:nvSpPr>
          <p:cNvPr id="19461" name="Rectangle 4"/>
          <p:cNvSpPr>
            <a:spLocks noChangeArrowheads="1"/>
          </p:cNvSpPr>
          <p:nvPr/>
        </p:nvSpPr>
        <p:spPr bwMode="auto">
          <a:xfrm>
            <a:off x="1143001" y="707209"/>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p:graphicFrame>
        <p:nvGraphicFramePr>
          <p:cNvPr id="19462" name="Object 5"/>
          <p:cNvGraphicFramePr>
            <a:graphicFrameLocks noChangeAspect="1"/>
          </p:cNvGraphicFramePr>
          <p:nvPr>
            <p:extLst>
              <p:ext uri="{D42A27DB-BD31-4B8C-83A1-F6EECF244321}">
                <p14:modId xmlns:p14="http://schemas.microsoft.com/office/powerpoint/2010/main" val="3118549179"/>
              </p:ext>
            </p:extLst>
          </p:nvPr>
        </p:nvGraphicFramePr>
        <p:xfrm>
          <a:off x="3731481" y="1669537"/>
          <a:ext cx="757170" cy="292098"/>
        </p:xfrm>
        <a:graphic>
          <a:graphicData uri="http://schemas.openxmlformats.org/presentationml/2006/ole">
            <mc:AlternateContent xmlns:mc="http://schemas.openxmlformats.org/markup-compatibility/2006">
              <mc:Choice xmlns:v="urn:schemas-microsoft-com:vml" Requires="v">
                <p:oleObj name="Equation" r:id="rId2" imgW="596900" imgH="228600" progId="Equation.3">
                  <p:embed/>
                </p:oleObj>
              </mc:Choice>
              <mc:Fallback>
                <p:oleObj name="Equation" r:id="rId2" imgW="596900" imgH="228600" progId="Equation.3">
                  <p:embed/>
                  <p:pic>
                    <p:nvPicPr>
                      <p:cNvPr id="19462"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31481" y="1669537"/>
                        <a:ext cx="757170" cy="292098"/>
                      </a:xfrm>
                      <a:prstGeom prst="rect">
                        <a:avLst/>
                      </a:prstGeom>
                      <a:noFill/>
                      <a:ln>
                        <a:noFill/>
                      </a:ln>
                    </p:spPr>
                  </p:pic>
                </p:oleObj>
              </mc:Fallback>
            </mc:AlternateContent>
          </a:graphicData>
        </a:graphic>
      </p:graphicFrame>
      <p:sp>
        <p:nvSpPr>
          <p:cNvPr id="19463" name="Rectangle 6"/>
          <p:cNvSpPr>
            <a:spLocks noChangeArrowheads="1"/>
          </p:cNvSpPr>
          <p:nvPr/>
        </p:nvSpPr>
        <p:spPr bwMode="auto">
          <a:xfrm>
            <a:off x="1143001" y="707209"/>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p:graphicFrame>
        <p:nvGraphicFramePr>
          <p:cNvPr id="19464" name="Object 7"/>
          <p:cNvGraphicFramePr>
            <a:graphicFrameLocks noChangeAspect="1"/>
          </p:cNvGraphicFramePr>
          <p:nvPr>
            <p:extLst>
              <p:ext uri="{D42A27DB-BD31-4B8C-83A1-F6EECF244321}">
                <p14:modId xmlns:p14="http://schemas.microsoft.com/office/powerpoint/2010/main" val="1315654589"/>
              </p:ext>
            </p:extLst>
          </p:nvPr>
        </p:nvGraphicFramePr>
        <p:xfrm>
          <a:off x="2109932" y="2860706"/>
          <a:ext cx="1990990" cy="436308"/>
        </p:xfrm>
        <a:graphic>
          <a:graphicData uri="http://schemas.openxmlformats.org/presentationml/2006/ole">
            <mc:AlternateContent xmlns:mc="http://schemas.openxmlformats.org/markup-compatibility/2006">
              <mc:Choice xmlns:v="urn:schemas-microsoft-com:vml" Requires="v">
                <p:oleObj name="Equation" r:id="rId4" imgW="1104900" imgH="241300" progId="Equation.3">
                  <p:embed/>
                </p:oleObj>
              </mc:Choice>
              <mc:Fallback>
                <p:oleObj name="Equation" r:id="rId4" imgW="1104900" imgH="241300" progId="Equation.3">
                  <p:embed/>
                  <p:pic>
                    <p:nvPicPr>
                      <p:cNvPr id="19464"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109932" y="2860706"/>
                        <a:ext cx="1990990" cy="436308"/>
                      </a:xfrm>
                      <a:prstGeom prst="rect">
                        <a:avLst/>
                      </a:prstGeom>
                      <a:noFill/>
                      <a:ln>
                        <a:noFill/>
                      </a:ln>
                    </p:spPr>
                  </p:pic>
                </p:oleObj>
              </mc:Fallback>
            </mc:AlternateContent>
          </a:graphicData>
        </a:graphic>
      </p:graphicFrame>
      <p:graphicFrame>
        <p:nvGraphicFramePr>
          <p:cNvPr id="19465" name="Object 8"/>
          <p:cNvGraphicFramePr>
            <a:graphicFrameLocks noChangeAspect="1"/>
          </p:cNvGraphicFramePr>
          <p:nvPr>
            <p:extLst>
              <p:ext uri="{D42A27DB-BD31-4B8C-83A1-F6EECF244321}">
                <p14:modId xmlns:p14="http://schemas.microsoft.com/office/powerpoint/2010/main" val="1468611588"/>
              </p:ext>
            </p:extLst>
          </p:nvPr>
        </p:nvGraphicFramePr>
        <p:xfrm>
          <a:off x="2482883" y="4275280"/>
          <a:ext cx="3585914" cy="436309"/>
        </p:xfrm>
        <a:graphic>
          <a:graphicData uri="http://schemas.openxmlformats.org/presentationml/2006/ole">
            <mc:AlternateContent xmlns:mc="http://schemas.openxmlformats.org/markup-compatibility/2006">
              <mc:Choice xmlns:v="urn:schemas-microsoft-com:vml" Requires="v">
                <p:oleObj name="Equation" r:id="rId6" imgW="1993900" imgH="241300" progId="Equation.3">
                  <p:embed/>
                </p:oleObj>
              </mc:Choice>
              <mc:Fallback>
                <p:oleObj name="Equation" r:id="rId6" imgW="1993900" imgH="241300" progId="Equation.3">
                  <p:embed/>
                  <p:pic>
                    <p:nvPicPr>
                      <p:cNvPr id="19465" name="Object 8"/>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82883" y="4275280"/>
                        <a:ext cx="3585914" cy="436309"/>
                      </a:xfrm>
                      <a:prstGeom prst="rect">
                        <a:avLst/>
                      </a:prstGeom>
                      <a:noFill/>
                      <a:ln>
                        <a:noFill/>
                      </a:ln>
                    </p:spPr>
                  </p:pic>
                </p:oleObj>
              </mc:Fallback>
            </mc:AlternateContent>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defRPr>
            </a:lvl1pPr>
            <a:lvl2pPr marL="557213" indent="-214313" eaLnBrk="0" hangingPunct="0">
              <a:defRPr>
                <a:solidFill>
                  <a:schemeClr val="tx1"/>
                </a:solidFill>
                <a:latin typeface="Arial" charset="0"/>
              </a:defRPr>
            </a:lvl2pPr>
            <a:lvl3pPr marL="857250" indent="-171450" eaLnBrk="0" hangingPunct="0">
              <a:defRPr>
                <a:solidFill>
                  <a:schemeClr val="tx1"/>
                </a:solidFill>
                <a:latin typeface="Arial" charset="0"/>
              </a:defRPr>
            </a:lvl3pPr>
            <a:lvl4pPr marL="1200150" indent="-171450" eaLnBrk="0" hangingPunct="0">
              <a:defRPr>
                <a:solidFill>
                  <a:schemeClr val="tx1"/>
                </a:solidFill>
                <a:latin typeface="Arial" charset="0"/>
              </a:defRPr>
            </a:lvl4pPr>
            <a:lvl5pPr marL="1543050" indent="-171450" eaLnBrk="0" hangingPunct="0">
              <a:defRPr>
                <a:solidFill>
                  <a:schemeClr val="tx1"/>
                </a:solidFill>
                <a:latin typeface="Arial" charset="0"/>
              </a:defRPr>
            </a:lvl5pPr>
            <a:lvl6pPr marL="1885950" indent="-171450" eaLnBrk="0" fontAlgn="base" hangingPunct="0">
              <a:spcBef>
                <a:spcPct val="0"/>
              </a:spcBef>
              <a:spcAft>
                <a:spcPct val="0"/>
              </a:spcAft>
              <a:defRPr>
                <a:solidFill>
                  <a:schemeClr val="tx1"/>
                </a:solidFill>
                <a:latin typeface="Arial" charset="0"/>
              </a:defRPr>
            </a:lvl6pPr>
            <a:lvl7pPr marL="2228850" indent="-171450" eaLnBrk="0" fontAlgn="base" hangingPunct="0">
              <a:spcBef>
                <a:spcPct val="0"/>
              </a:spcBef>
              <a:spcAft>
                <a:spcPct val="0"/>
              </a:spcAft>
              <a:defRPr>
                <a:solidFill>
                  <a:schemeClr val="tx1"/>
                </a:solidFill>
                <a:latin typeface="Arial" charset="0"/>
              </a:defRPr>
            </a:lvl7pPr>
            <a:lvl8pPr marL="2571750" indent="-171450" eaLnBrk="0" fontAlgn="base" hangingPunct="0">
              <a:spcBef>
                <a:spcPct val="0"/>
              </a:spcBef>
              <a:spcAft>
                <a:spcPct val="0"/>
              </a:spcAft>
              <a:defRPr>
                <a:solidFill>
                  <a:schemeClr val="tx1"/>
                </a:solidFill>
                <a:latin typeface="Arial" charset="0"/>
              </a:defRPr>
            </a:lvl8pPr>
            <a:lvl9pPr marL="2914650" indent="-171450" eaLnBrk="0" fontAlgn="base" hangingPunct="0">
              <a:spcBef>
                <a:spcPct val="0"/>
              </a:spcBef>
              <a:spcAft>
                <a:spcPct val="0"/>
              </a:spcAft>
              <a:defRPr>
                <a:solidFill>
                  <a:schemeClr val="tx1"/>
                </a:solidFill>
                <a:latin typeface="Arial" charset="0"/>
              </a:defRPr>
            </a:lvl9pPr>
          </a:lstStyle>
          <a:p>
            <a:pPr eaLnBrk="1" hangingPunct="1"/>
            <a:fld id="{9A1CFA41-9573-4969-8994-F21DC7ED42AE}" type="slidenum">
              <a:rPr lang="en-US" smtClean="0"/>
              <a:pPr eaLnBrk="1" hangingPunct="1"/>
              <a:t>5</a:t>
            </a:fld>
            <a:endParaRPr lang="en-US"/>
          </a:p>
        </p:txBody>
      </p:sp>
      <p:sp>
        <p:nvSpPr>
          <p:cNvPr id="20483" name="Rectangle 2"/>
          <p:cNvSpPr>
            <a:spLocks noGrp="1" noChangeArrowheads="1"/>
          </p:cNvSpPr>
          <p:nvPr>
            <p:ph type="title"/>
          </p:nvPr>
        </p:nvSpPr>
        <p:spPr/>
        <p:txBody>
          <a:bodyPr/>
          <a:lstStyle/>
          <a:p>
            <a:pPr eaLnBrk="1" hangingPunct="1"/>
            <a:r>
              <a:rPr lang="en-US"/>
              <a:t>Steady State</a:t>
            </a:r>
          </a:p>
        </p:txBody>
      </p:sp>
      <p:sp>
        <p:nvSpPr>
          <p:cNvPr id="20484" name="Rectangle 3"/>
          <p:cNvSpPr>
            <a:spLocks noGrp="1" noChangeArrowheads="1"/>
          </p:cNvSpPr>
          <p:nvPr>
            <p:ph type="body" idx="1"/>
          </p:nvPr>
        </p:nvSpPr>
        <p:spPr/>
        <p:txBody>
          <a:bodyPr>
            <a:normAutofit/>
          </a:bodyPr>
          <a:lstStyle/>
          <a:p>
            <a:pPr eaLnBrk="1" hangingPunct="1"/>
            <a:r>
              <a:rPr lang="en-US" sz="2000" dirty="0"/>
              <a:t>Let’s assume that we add in enough energy with the driving force that we make up for the energy lost in the damping force</a:t>
            </a:r>
          </a:p>
          <a:p>
            <a:pPr eaLnBrk="1" hangingPunct="1"/>
            <a:endParaRPr lang="en-US" sz="2000" dirty="0"/>
          </a:p>
          <a:p>
            <a:pPr eaLnBrk="1" hangingPunct="1"/>
            <a:r>
              <a:rPr lang="en-US" sz="2000" dirty="0"/>
              <a:t>Then the solution is</a:t>
            </a:r>
          </a:p>
          <a:p>
            <a:pPr eaLnBrk="1" hangingPunct="1"/>
            <a:endParaRPr lang="en-US" sz="2000" dirty="0"/>
          </a:p>
          <a:p>
            <a:pPr eaLnBrk="1" hangingPunct="1"/>
            <a:endParaRPr lang="en-US" sz="2000" dirty="0"/>
          </a:p>
          <a:p>
            <a:pPr eaLnBrk="1" hangingPunct="1"/>
            <a:r>
              <a:rPr lang="en-US" sz="2000" dirty="0"/>
              <a:t>EXCEPT</a:t>
            </a:r>
          </a:p>
          <a:p>
            <a:pPr eaLnBrk="1" hangingPunct="1"/>
            <a:endParaRPr lang="en-US" sz="2000" dirty="0"/>
          </a:p>
          <a:p>
            <a:pPr eaLnBrk="1" hangingPunct="1"/>
            <a:endParaRPr lang="en-US" sz="2000" dirty="0"/>
          </a:p>
          <a:p>
            <a:pPr eaLnBrk="1" hangingPunct="1"/>
            <a:endParaRPr lang="en-US" sz="2000" dirty="0"/>
          </a:p>
          <a:p>
            <a:pPr eaLnBrk="1" hangingPunct="1"/>
            <a:r>
              <a:rPr lang="en-US" sz="2000" dirty="0"/>
              <a:t>We will drop the subscript </a:t>
            </a:r>
            <a:r>
              <a:rPr lang="en-US" sz="2000" i="1" dirty="0"/>
              <a:t>f</a:t>
            </a:r>
            <a:r>
              <a:rPr lang="en-US" sz="2000" dirty="0"/>
              <a:t> for convenience</a:t>
            </a:r>
          </a:p>
        </p:txBody>
      </p:sp>
      <p:sp>
        <p:nvSpPr>
          <p:cNvPr id="20485" name="Rectangle 4"/>
          <p:cNvSpPr>
            <a:spLocks noChangeArrowheads="1"/>
          </p:cNvSpPr>
          <p:nvPr/>
        </p:nvSpPr>
        <p:spPr bwMode="auto">
          <a:xfrm>
            <a:off x="1143001" y="707209"/>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p:graphicFrame>
        <p:nvGraphicFramePr>
          <p:cNvPr id="20486" name="Object 5"/>
          <p:cNvGraphicFramePr>
            <a:graphicFrameLocks noChangeAspect="1"/>
          </p:cNvGraphicFramePr>
          <p:nvPr>
            <p:extLst>
              <p:ext uri="{D42A27DB-BD31-4B8C-83A1-F6EECF244321}">
                <p14:modId xmlns:p14="http://schemas.microsoft.com/office/powerpoint/2010/main" val="3455993921"/>
              </p:ext>
            </p:extLst>
          </p:nvPr>
        </p:nvGraphicFramePr>
        <p:xfrm>
          <a:off x="3256968" y="2711269"/>
          <a:ext cx="1683972" cy="323680"/>
        </p:xfrm>
        <a:graphic>
          <a:graphicData uri="http://schemas.openxmlformats.org/presentationml/2006/ole">
            <mc:AlternateContent xmlns:mc="http://schemas.openxmlformats.org/markup-compatibility/2006">
              <mc:Choice xmlns:v="urn:schemas-microsoft-com:vml" Requires="v">
                <p:oleObj name="Equation" r:id="rId2" imgW="1257300" imgH="241300" progId="Equation.3">
                  <p:embed/>
                </p:oleObj>
              </mc:Choice>
              <mc:Fallback>
                <p:oleObj name="Equation" r:id="rId2" imgW="1257300" imgH="241300" progId="Equation.3">
                  <p:embed/>
                  <p:pic>
                    <p:nvPicPr>
                      <p:cNvPr id="20486"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56968" y="2711269"/>
                        <a:ext cx="1683972" cy="323680"/>
                      </a:xfrm>
                      <a:prstGeom prst="rect">
                        <a:avLst/>
                      </a:prstGeom>
                      <a:noFill/>
                      <a:ln>
                        <a:noFill/>
                      </a:ln>
                    </p:spPr>
                  </p:pic>
                </p:oleObj>
              </mc:Fallback>
            </mc:AlternateContent>
          </a:graphicData>
        </a:graphic>
      </p:graphicFrame>
      <p:sp>
        <p:nvSpPr>
          <p:cNvPr id="20487" name="Rectangle 6"/>
          <p:cNvSpPr>
            <a:spLocks noChangeArrowheads="1"/>
          </p:cNvSpPr>
          <p:nvPr/>
        </p:nvSpPr>
        <p:spPr bwMode="auto">
          <a:xfrm>
            <a:off x="1143001" y="2986065"/>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mc:AlternateContent xmlns:mc="http://schemas.openxmlformats.org/markup-compatibility/2006" xmlns:a14="http://schemas.microsoft.com/office/drawing/2010/main">
        <mc:Choice Requires="a14">
          <p:sp>
            <p:nvSpPr>
              <p:cNvPr id="20488" name="Object 7"/>
              <p:cNvSpPr txBox="1"/>
              <p:nvPr/>
            </p:nvSpPr>
            <p:spPr bwMode="auto">
              <a:xfrm>
                <a:off x="1938338" y="3347940"/>
                <a:ext cx="2482676" cy="1146351"/>
              </a:xfrm>
              <a:prstGeom prst="rect">
                <a:avLst/>
              </a:prstGeom>
              <a:noFill/>
              <a:ln>
                <a:noFill/>
              </a:ln>
            </p:spPr>
            <p:txBody>
              <a:bodyPr>
                <a:normAutofit fontScale="77500" lnSpcReduction="20000"/>
              </a:bodyPr>
              <a:lstStyle/>
              <a:p>
                <a:pPr/>
                <a14:m>
                  <m:oMathPara xmlns:m="http://schemas.openxmlformats.org/officeDocument/2006/math">
                    <m:oMathParaPr>
                      <m:jc m:val="left"/>
                    </m:oMathParaPr>
                    <m:oMath>
                      <m:r>
                        <a:rPr lang="en-US" i="1" smtClean="0">
                          <a:solidFill>
                            <a:srgbClr val="000000"/>
                          </a:solidFill>
                          <a:latin typeface="Cambria Math" panose="02040503050406030204" pitchFamily="18" charset="0"/>
                        </a:rPr>
                        <m:t>𝐴</m:t>
                      </m:r>
                      <m:r>
                        <a:rPr lang="en-US" i="1" smtClean="0">
                          <a:solidFill>
                            <a:srgbClr val="000000"/>
                          </a:solidFill>
                          <a:latin typeface="Cambria Math" panose="02040503050406030204" pitchFamily="18" charset="0"/>
                        </a:rPr>
                        <m:t>=</m:t>
                      </m:r>
                      <m:f>
                        <m:fPr>
                          <m:ctrlPr>
                            <a:rPr lang="en-US" i="1">
                              <a:solidFill>
                                <a:srgbClr val="000000"/>
                              </a:solidFill>
                              <a:latin typeface="Cambria Math" panose="02040503050406030204" pitchFamily="18" charset="0"/>
                            </a:rPr>
                          </m:ctrlPr>
                        </m:fPr>
                        <m:num>
                          <m:f>
                            <m:fPr>
                              <m:ctrlPr>
                                <a:rPr lang="en-US" i="1">
                                  <a:solidFill>
                                    <a:srgbClr val="000000"/>
                                  </a:solidFill>
                                  <a:latin typeface="Cambria Math" panose="02040503050406030204" pitchFamily="18" charset="0"/>
                                </a:rPr>
                              </m:ctrlPr>
                            </m:fPr>
                            <m:num>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𝐹</m:t>
                                  </m:r>
                                </m:e>
                                <m:sub>
                                  <m:r>
                                    <a:rPr lang="en-US" b="0" i="1" smtClean="0">
                                      <a:solidFill>
                                        <a:srgbClr val="000000"/>
                                      </a:solidFill>
                                      <a:latin typeface="Cambria Math" panose="02040503050406030204" pitchFamily="18" charset="0"/>
                                    </a:rPr>
                                    <m:t>𝑚𝑎𝑥</m:t>
                                  </m:r>
                                </m:sub>
                              </m:sSub>
                            </m:num>
                            <m:den>
                              <m:r>
                                <a:rPr lang="en-US" i="1">
                                  <a:solidFill>
                                    <a:srgbClr val="000000"/>
                                  </a:solidFill>
                                  <a:latin typeface="Cambria Math" panose="02040503050406030204" pitchFamily="18" charset="0"/>
                                </a:rPr>
                                <m:t>𝑚</m:t>
                              </m:r>
                            </m:den>
                          </m:f>
                        </m:num>
                        <m:den>
                          <m:rad>
                            <m:radPr>
                              <m:degHide m:val="on"/>
                              <m:ctrlPr>
                                <a:rPr lang="en-US" i="1">
                                  <a:solidFill>
                                    <a:srgbClr val="000000"/>
                                  </a:solidFill>
                                  <a:latin typeface="Cambria Math" panose="02040503050406030204" pitchFamily="18" charset="0"/>
                                </a:rPr>
                              </m:ctrlPr>
                            </m:radPr>
                            <m:deg/>
                            <m:e>
                              <m:sSup>
                                <m:sSupPr>
                                  <m:ctrlPr>
                                    <a:rPr lang="en-US" i="1">
                                      <a:solidFill>
                                        <a:srgbClr val="000000"/>
                                      </a:solidFill>
                                      <a:latin typeface="Cambria Math" panose="02040503050406030204" pitchFamily="18" charset="0"/>
                                    </a:rPr>
                                  </m:ctrlPr>
                                </m:sSupPr>
                                <m:e>
                                  <m:d>
                                    <m:dPr>
                                      <m:ctrlPr>
                                        <a:rPr lang="en-US" i="1">
                                          <a:solidFill>
                                            <a:srgbClr val="000000"/>
                                          </a:solidFill>
                                          <a:latin typeface="Cambria Math" panose="02040503050406030204" pitchFamily="18" charset="0"/>
                                        </a:rPr>
                                      </m:ctrlPr>
                                    </m:dPr>
                                    <m:e>
                                      <m:sSubSup>
                                        <m:sSubSupPr>
                                          <m:ctrlPr>
                                            <a:rPr lang="en-US" i="1">
                                              <a:solidFill>
                                                <a:srgbClr val="000000"/>
                                              </a:solidFill>
                                              <a:latin typeface="Cambria Math" panose="02040503050406030204" pitchFamily="18" charset="0"/>
                                            </a:rPr>
                                          </m:ctrlPr>
                                        </m:sSubSupPr>
                                        <m:e>
                                          <m:r>
                                            <a:rPr lang="en-US" i="1">
                                              <a:solidFill>
                                                <a:srgbClr val="000000"/>
                                              </a:solidFill>
                                              <a:latin typeface="Cambria Math" panose="02040503050406030204" pitchFamily="18" charset="0"/>
                                            </a:rPr>
                                            <m:t>𝜔</m:t>
                                          </m:r>
                                        </m:e>
                                        <m:sub>
                                          <m:r>
                                            <a:rPr lang="en-US" i="1">
                                              <a:solidFill>
                                                <a:srgbClr val="000000"/>
                                              </a:solidFill>
                                              <a:latin typeface="Cambria Math" panose="02040503050406030204" pitchFamily="18" charset="0"/>
                                            </a:rPr>
                                            <m:t>𝑓</m:t>
                                          </m:r>
                                        </m:sub>
                                        <m:sup>
                                          <m:r>
                                            <a:rPr lang="en-US" i="1">
                                              <a:solidFill>
                                                <a:srgbClr val="000000"/>
                                              </a:solidFill>
                                              <a:latin typeface="Cambria Math" panose="02040503050406030204" pitchFamily="18" charset="0"/>
                                            </a:rPr>
                                            <m:t>2</m:t>
                                          </m:r>
                                        </m:sup>
                                      </m:sSubSup>
                                      <m:r>
                                        <a:rPr lang="en-US" i="1">
                                          <a:solidFill>
                                            <a:srgbClr val="000000"/>
                                          </a:solidFill>
                                          <a:latin typeface="Cambria Math" panose="02040503050406030204" pitchFamily="18" charset="0"/>
                                        </a:rPr>
                                        <m:t>−</m:t>
                                      </m:r>
                                      <m:sSubSup>
                                        <m:sSubSupPr>
                                          <m:ctrlPr>
                                            <a:rPr lang="en-US" i="1">
                                              <a:solidFill>
                                                <a:srgbClr val="000000"/>
                                              </a:solidFill>
                                              <a:latin typeface="Cambria Math" panose="02040503050406030204" pitchFamily="18" charset="0"/>
                                            </a:rPr>
                                          </m:ctrlPr>
                                        </m:sSubSupPr>
                                        <m:e>
                                          <m:r>
                                            <a:rPr lang="en-US" i="1">
                                              <a:solidFill>
                                                <a:srgbClr val="000000"/>
                                              </a:solidFill>
                                              <a:latin typeface="Cambria Math" panose="02040503050406030204" pitchFamily="18" charset="0"/>
                                            </a:rPr>
                                            <m:t>𝜔</m:t>
                                          </m:r>
                                        </m:e>
                                        <m:sub>
                                          <m:r>
                                            <a:rPr lang="en-US" b="0" i="1" smtClean="0">
                                              <a:solidFill>
                                                <a:srgbClr val="000000"/>
                                              </a:solidFill>
                                              <a:latin typeface="Cambria Math" panose="02040503050406030204" pitchFamily="18" charset="0"/>
                                            </a:rPr>
                                            <m:t>𝑁</m:t>
                                          </m:r>
                                        </m:sub>
                                        <m:sup>
                                          <m:r>
                                            <a:rPr lang="en-US" i="1">
                                              <a:solidFill>
                                                <a:srgbClr val="000000"/>
                                              </a:solidFill>
                                              <a:latin typeface="Cambria Math" panose="02040503050406030204" pitchFamily="18" charset="0"/>
                                            </a:rPr>
                                            <m:t>2</m:t>
                                          </m:r>
                                        </m:sup>
                                      </m:sSubSup>
                                    </m:e>
                                  </m:d>
                                </m:e>
                                <m:sup>
                                  <m:r>
                                    <a:rPr lang="en-US" i="1">
                                      <a:solidFill>
                                        <a:srgbClr val="000000"/>
                                      </a:solidFill>
                                      <a:latin typeface="Cambria Math" panose="02040503050406030204" pitchFamily="18" charset="0"/>
                                    </a:rPr>
                                    <m:t>2</m:t>
                                  </m:r>
                                </m:sup>
                              </m:sSup>
                              <m:r>
                                <a:rPr lang="en-US" i="1">
                                  <a:solidFill>
                                    <a:srgbClr val="000000"/>
                                  </a:solidFill>
                                  <a:latin typeface="Cambria Math" panose="02040503050406030204" pitchFamily="18" charset="0"/>
                                </a:rPr>
                                <m:t>+</m:t>
                              </m:r>
                              <m:sSup>
                                <m:sSupPr>
                                  <m:ctrlPr>
                                    <a:rPr lang="en-US" i="1">
                                      <a:solidFill>
                                        <a:srgbClr val="000000"/>
                                      </a:solidFill>
                                      <a:latin typeface="Cambria Math" panose="02040503050406030204" pitchFamily="18" charset="0"/>
                                    </a:rPr>
                                  </m:ctrlPr>
                                </m:sSupPr>
                                <m:e>
                                  <m:d>
                                    <m:dPr>
                                      <m:ctrlPr>
                                        <a:rPr lang="en-US" i="1">
                                          <a:solidFill>
                                            <a:srgbClr val="000000"/>
                                          </a:solidFill>
                                          <a:latin typeface="Cambria Math" panose="02040503050406030204" pitchFamily="18" charset="0"/>
                                        </a:rPr>
                                      </m:ctrlPr>
                                    </m:dPr>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𝑏</m:t>
                                          </m:r>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𝜔</m:t>
                                              </m:r>
                                            </m:e>
                                            <m:sub>
                                              <m:r>
                                                <a:rPr lang="en-US" i="1">
                                                  <a:solidFill>
                                                    <a:srgbClr val="000000"/>
                                                  </a:solidFill>
                                                  <a:latin typeface="Cambria Math" panose="02040503050406030204" pitchFamily="18" charset="0"/>
                                                </a:rPr>
                                                <m:t>𝑓</m:t>
                                              </m:r>
                                            </m:sub>
                                          </m:sSub>
                                        </m:num>
                                        <m:den>
                                          <m:r>
                                            <a:rPr lang="en-US" i="1">
                                              <a:solidFill>
                                                <a:srgbClr val="000000"/>
                                              </a:solidFill>
                                              <a:latin typeface="Cambria Math" panose="02040503050406030204" pitchFamily="18" charset="0"/>
                                            </a:rPr>
                                            <m:t>𝑚</m:t>
                                          </m:r>
                                        </m:den>
                                      </m:f>
                                    </m:e>
                                  </m:d>
                                </m:e>
                                <m:sup>
                                  <m:r>
                                    <a:rPr lang="en-US" i="1">
                                      <a:solidFill>
                                        <a:srgbClr val="000000"/>
                                      </a:solidFill>
                                      <a:latin typeface="Cambria Math" panose="02040503050406030204" pitchFamily="18" charset="0"/>
                                    </a:rPr>
                                    <m:t>2</m:t>
                                  </m:r>
                                </m:sup>
                              </m:sSup>
                            </m:e>
                          </m:rad>
                        </m:den>
                      </m:f>
                    </m:oMath>
                  </m:oMathPara>
                </a14:m>
                <a:endParaRPr lang="en-US" dirty="0"/>
              </a:p>
            </p:txBody>
          </p:sp>
        </mc:Choice>
        <mc:Fallback xmlns="">
          <p:sp>
            <p:nvSpPr>
              <p:cNvPr id="20488" name="Object 7"/>
              <p:cNvSpPr txBox="1">
                <a:spLocks noRot="1" noChangeAspect="1" noMove="1" noResize="1" noEditPoints="1" noAdjustHandles="1" noChangeArrowheads="1" noChangeShapeType="1" noTextEdit="1"/>
              </p:cNvSpPr>
              <p:nvPr/>
            </p:nvSpPr>
            <p:spPr bwMode="auto">
              <a:xfrm>
                <a:off x="1938338" y="3347940"/>
                <a:ext cx="2482676" cy="1146351"/>
              </a:xfrm>
              <a:prstGeom prst="rect">
                <a:avLst/>
              </a:prstGeom>
              <a:blipFill>
                <a:blip r:embed="rId4"/>
                <a:stretch>
                  <a:fillRect/>
                </a:stretch>
              </a:blipFill>
              <a:ln>
                <a:noFill/>
              </a:ln>
            </p:spPr>
            <p:txBody>
              <a:bodyPr/>
              <a:lstStyle/>
              <a:p>
                <a:r>
                  <a:rPr lang="en-US">
                    <a:noFill/>
                  </a:rPr>
                  <a:t> </a:t>
                </a:r>
              </a:p>
            </p:txBody>
          </p:sp>
        </mc:Fallback>
      </mc:AlternateContent>
      <p:sp>
        <p:nvSpPr>
          <p:cNvPr id="20489" name="Rectangle 8"/>
          <p:cNvSpPr>
            <a:spLocks noChangeArrowheads="1"/>
          </p:cNvSpPr>
          <p:nvPr/>
        </p:nvSpPr>
        <p:spPr bwMode="auto">
          <a:xfrm>
            <a:off x="1143001" y="3093222"/>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mc:AlternateContent xmlns:mc="http://schemas.openxmlformats.org/markup-compatibility/2006" xmlns:a14="http://schemas.microsoft.com/office/drawing/2010/main">
        <mc:Choice Requires="a14">
          <p:sp>
            <p:nvSpPr>
              <p:cNvPr id="20490" name="Object 9"/>
              <p:cNvSpPr txBox="1"/>
              <p:nvPr/>
            </p:nvSpPr>
            <p:spPr bwMode="auto">
              <a:xfrm>
                <a:off x="2533650" y="4597400"/>
                <a:ext cx="723900" cy="527050"/>
              </a:xfrm>
              <a:prstGeom prst="rect">
                <a:avLst/>
              </a:prstGeom>
              <a:noFill/>
              <a:ln>
                <a:noFill/>
              </a:ln>
            </p:spPr>
            <p:txBody>
              <a:bodyPr>
                <a:normAutofit fontScale="47500" lnSpcReduction="20000"/>
              </a:bodyPr>
              <a:lstStyle/>
              <a:p>
                <a:pPr/>
                <a14:m>
                  <m:oMathPara xmlns:m="http://schemas.openxmlformats.org/officeDocument/2006/math">
                    <m:oMathParaPr>
                      <m:jc m:val="left"/>
                    </m:oMathParaPr>
                    <m:o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𝜔</m:t>
                          </m:r>
                        </m:e>
                        <m:sub>
                          <m:r>
                            <a:rPr lang="en-US" b="0" i="1" smtClean="0">
                              <a:solidFill>
                                <a:srgbClr val="000000"/>
                              </a:solidFill>
                              <a:latin typeface="Cambria Math" panose="02040503050406030204" pitchFamily="18" charset="0"/>
                            </a:rPr>
                            <m:t>𝑁</m:t>
                          </m:r>
                        </m:sub>
                      </m:sSub>
                      <m:r>
                        <a:rPr lang="en-US" i="1">
                          <a:solidFill>
                            <a:srgbClr val="000000"/>
                          </a:solidFill>
                          <a:latin typeface="Cambria Math" panose="02040503050406030204" pitchFamily="18" charset="0"/>
                        </a:rPr>
                        <m:t>=</m:t>
                      </m:r>
                      <m:rad>
                        <m:radPr>
                          <m:degHide m:val="on"/>
                          <m:ctrlPr>
                            <a:rPr lang="en-US" i="1">
                              <a:solidFill>
                                <a:srgbClr val="000000"/>
                              </a:solidFill>
                              <a:latin typeface="Cambria Math" panose="02040503050406030204" pitchFamily="18" charset="0"/>
                            </a:rPr>
                          </m:ctrlPr>
                        </m:radPr>
                        <m:deg/>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𝑘</m:t>
                              </m:r>
                            </m:num>
                            <m:den>
                              <m:r>
                                <a:rPr lang="en-US" i="1">
                                  <a:solidFill>
                                    <a:srgbClr val="000000"/>
                                  </a:solidFill>
                                  <a:latin typeface="Cambria Math" panose="02040503050406030204" pitchFamily="18" charset="0"/>
                                </a:rPr>
                                <m:t>𝑚</m:t>
                              </m:r>
                            </m:den>
                          </m:f>
                        </m:e>
                      </m:rad>
                    </m:oMath>
                  </m:oMathPara>
                </a14:m>
                <a:endParaRPr lang="en-US" dirty="0"/>
              </a:p>
            </p:txBody>
          </p:sp>
        </mc:Choice>
        <mc:Fallback xmlns="">
          <p:sp>
            <p:nvSpPr>
              <p:cNvPr id="20490" name="Object 9"/>
              <p:cNvSpPr txBox="1">
                <a:spLocks noRot="1" noChangeAspect="1" noMove="1" noResize="1" noEditPoints="1" noAdjustHandles="1" noChangeArrowheads="1" noChangeShapeType="1" noTextEdit="1"/>
              </p:cNvSpPr>
              <p:nvPr/>
            </p:nvSpPr>
            <p:spPr bwMode="auto">
              <a:xfrm>
                <a:off x="2533650" y="4597400"/>
                <a:ext cx="723900" cy="527050"/>
              </a:xfrm>
              <a:prstGeom prst="rect">
                <a:avLst/>
              </a:prstGeom>
              <a:blipFill>
                <a:blip r:embed="rId5"/>
                <a:stretch>
                  <a:fillRect/>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491" name="Object 10"/>
              <p:cNvSpPr txBox="1"/>
              <p:nvPr/>
            </p:nvSpPr>
            <p:spPr bwMode="auto">
              <a:xfrm>
                <a:off x="4117976" y="5621867"/>
                <a:ext cx="2655357" cy="1146351"/>
              </a:xfrm>
              <a:prstGeom prst="rect">
                <a:avLst/>
              </a:prstGeom>
              <a:noFill/>
              <a:ln>
                <a:noFill/>
              </a:ln>
            </p:spPr>
            <p:txBody>
              <a:bodyPr>
                <a:normAutofit fontScale="77500" lnSpcReduction="20000"/>
              </a:bodyPr>
              <a:lstStyle/>
              <a:p>
                <a:pPr/>
                <a14:m>
                  <m:oMathPara xmlns:m="http://schemas.openxmlformats.org/officeDocument/2006/math">
                    <m:oMathParaPr>
                      <m:jc m:val="left"/>
                    </m:oMathParaPr>
                    <m:oMath>
                      <m:r>
                        <a:rPr lang="en-US" i="1" smtClean="0">
                          <a:solidFill>
                            <a:srgbClr val="000000"/>
                          </a:solidFill>
                          <a:latin typeface="Cambria Math" panose="02040503050406030204" pitchFamily="18" charset="0"/>
                        </a:rPr>
                        <m:t>𝐴</m:t>
                      </m:r>
                      <m:r>
                        <a:rPr lang="en-US" i="1" smtClean="0">
                          <a:solidFill>
                            <a:srgbClr val="000000"/>
                          </a:solidFill>
                          <a:latin typeface="Cambria Math" panose="02040503050406030204" pitchFamily="18" charset="0"/>
                        </a:rPr>
                        <m:t>=</m:t>
                      </m:r>
                      <m:f>
                        <m:fPr>
                          <m:ctrlPr>
                            <a:rPr lang="en-US" i="1">
                              <a:solidFill>
                                <a:srgbClr val="000000"/>
                              </a:solidFill>
                              <a:latin typeface="Cambria Math" panose="02040503050406030204" pitchFamily="18" charset="0"/>
                            </a:rPr>
                          </m:ctrlPr>
                        </m:fPr>
                        <m:num>
                          <m:f>
                            <m:fPr>
                              <m:ctrlPr>
                                <a:rPr lang="en-US" i="1">
                                  <a:solidFill>
                                    <a:srgbClr val="000000"/>
                                  </a:solidFill>
                                  <a:latin typeface="Cambria Math" panose="02040503050406030204" pitchFamily="18" charset="0"/>
                                </a:rPr>
                              </m:ctrlPr>
                            </m:fPr>
                            <m:num>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𝐹</m:t>
                                  </m:r>
                                </m:e>
                                <m:sub>
                                  <m:r>
                                    <a:rPr lang="en-US" b="0" i="1" smtClean="0">
                                      <a:solidFill>
                                        <a:srgbClr val="000000"/>
                                      </a:solidFill>
                                      <a:latin typeface="Cambria Math" panose="02040503050406030204" pitchFamily="18" charset="0"/>
                                    </a:rPr>
                                    <m:t>𝑚𝑎𝑥</m:t>
                                  </m:r>
                                </m:sub>
                              </m:sSub>
                            </m:num>
                            <m:den>
                              <m:r>
                                <a:rPr lang="en-US" i="1">
                                  <a:solidFill>
                                    <a:srgbClr val="000000"/>
                                  </a:solidFill>
                                  <a:latin typeface="Cambria Math" panose="02040503050406030204" pitchFamily="18" charset="0"/>
                                </a:rPr>
                                <m:t>𝑚</m:t>
                              </m:r>
                            </m:den>
                          </m:f>
                        </m:num>
                        <m:den>
                          <m:rad>
                            <m:radPr>
                              <m:degHide m:val="on"/>
                              <m:ctrlPr>
                                <a:rPr lang="en-US" i="1">
                                  <a:solidFill>
                                    <a:srgbClr val="000000"/>
                                  </a:solidFill>
                                  <a:latin typeface="Cambria Math" panose="02040503050406030204" pitchFamily="18" charset="0"/>
                                </a:rPr>
                              </m:ctrlPr>
                            </m:radPr>
                            <m:deg/>
                            <m:e>
                              <m:sSup>
                                <m:sSupPr>
                                  <m:ctrlPr>
                                    <a:rPr lang="en-US" i="1">
                                      <a:solidFill>
                                        <a:srgbClr val="000000"/>
                                      </a:solidFill>
                                      <a:latin typeface="Cambria Math" panose="02040503050406030204" pitchFamily="18" charset="0"/>
                                    </a:rPr>
                                  </m:ctrlPr>
                                </m:sSupPr>
                                <m:e>
                                  <m:d>
                                    <m:dPr>
                                      <m:ctrlPr>
                                        <a:rPr lang="en-US" i="1">
                                          <a:solidFill>
                                            <a:srgbClr val="000000"/>
                                          </a:solidFill>
                                          <a:latin typeface="Cambria Math" panose="02040503050406030204" pitchFamily="18" charset="0"/>
                                        </a:rPr>
                                      </m:ctrlPr>
                                    </m:dPr>
                                    <m:e>
                                      <m:sSup>
                                        <m:sSupPr>
                                          <m:ctrlPr>
                                            <a:rPr lang="en-US" i="1">
                                              <a:solidFill>
                                                <a:srgbClr val="000000"/>
                                              </a:solidFill>
                                              <a:latin typeface="Cambria Math" panose="02040503050406030204" pitchFamily="18" charset="0"/>
                                            </a:rPr>
                                          </m:ctrlPr>
                                        </m:sSupPr>
                                        <m:e>
                                          <m:r>
                                            <a:rPr lang="en-US" i="1">
                                              <a:solidFill>
                                                <a:srgbClr val="000000"/>
                                              </a:solidFill>
                                              <a:latin typeface="Cambria Math" panose="02040503050406030204" pitchFamily="18" charset="0"/>
                                            </a:rPr>
                                            <m:t>𝜔</m:t>
                                          </m:r>
                                        </m:e>
                                        <m:sup>
                                          <m:r>
                                            <a:rPr lang="en-US" i="1">
                                              <a:solidFill>
                                                <a:srgbClr val="000000"/>
                                              </a:solidFill>
                                              <a:latin typeface="Cambria Math" panose="02040503050406030204" pitchFamily="18" charset="0"/>
                                            </a:rPr>
                                            <m:t>2</m:t>
                                          </m:r>
                                        </m:sup>
                                      </m:sSup>
                                      <m:r>
                                        <a:rPr lang="en-US" i="1">
                                          <a:solidFill>
                                            <a:srgbClr val="000000"/>
                                          </a:solidFill>
                                          <a:latin typeface="Cambria Math" panose="02040503050406030204" pitchFamily="18" charset="0"/>
                                        </a:rPr>
                                        <m:t>−</m:t>
                                      </m:r>
                                      <m:sSubSup>
                                        <m:sSubSupPr>
                                          <m:ctrlPr>
                                            <a:rPr lang="en-US" i="1">
                                              <a:solidFill>
                                                <a:srgbClr val="000000"/>
                                              </a:solidFill>
                                              <a:latin typeface="Cambria Math" panose="02040503050406030204" pitchFamily="18" charset="0"/>
                                            </a:rPr>
                                          </m:ctrlPr>
                                        </m:sSubSupPr>
                                        <m:e>
                                          <m:r>
                                            <a:rPr lang="en-US" i="1">
                                              <a:solidFill>
                                                <a:srgbClr val="000000"/>
                                              </a:solidFill>
                                              <a:latin typeface="Cambria Math" panose="02040503050406030204" pitchFamily="18" charset="0"/>
                                            </a:rPr>
                                            <m:t>𝜔</m:t>
                                          </m:r>
                                        </m:e>
                                        <m:sub>
                                          <m:r>
                                            <a:rPr lang="en-US" b="0" i="1" smtClean="0">
                                              <a:solidFill>
                                                <a:srgbClr val="000000"/>
                                              </a:solidFill>
                                              <a:latin typeface="Cambria Math" panose="02040503050406030204" pitchFamily="18" charset="0"/>
                                            </a:rPr>
                                            <m:t>𝑁</m:t>
                                          </m:r>
                                        </m:sub>
                                        <m:sup>
                                          <m:r>
                                            <a:rPr lang="en-US" i="1">
                                              <a:solidFill>
                                                <a:srgbClr val="000000"/>
                                              </a:solidFill>
                                              <a:latin typeface="Cambria Math" panose="02040503050406030204" pitchFamily="18" charset="0"/>
                                            </a:rPr>
                                            <m:t>2</m:t>
                                          </m:r>
                                        </m:sup>
                                      </m:sSubSup>
                                    </m:e>
                                  </m:d>
                                </m:e>
                                <m:sup>
                                  <m:r>
                                    <a:rPr lang="en-US" i="1">
                                      <a:solidFill>
                                        <a:srgbClr val="000000"/>
                                      </a:solidFill>
                                      <a:latin typeface="Cambria Math" panose="02040503050406030204" pitchFamily="18" charset="0"/>
                                    </a:rPr>
                                    <m:t>2</m:t>
                                  </m:r>
                                </m:sup>
                              </m:sSup>
                              <m:r>
                                <a:rPr lang="en-US" i="1">
                                  <a:solidFill>
                                    <a:srgbClr val="000000"/>
                                  </a:solidFill>
                                  <a:latin typeface="Cambria Math" panose="02040503050406030204" pitchFamily="18" charset="0"/>
                                </a:rPr>
                                <m:t>+</m:t>
                              </m:r>
                              <m:sSup>
                                <m:sSupPr>
                                  <m:ctrlPr>
                                    <a:rPr lang="en-US" i="1">
                                      <a:solidFill>
                                        <a:srgbClr val="000000"/>
                                      </a:solidFill>
                                      <a:latin typeface="Cambria Math" panose="02040503050406030204" pitchFamily="18" charset="0"/>
                                    </a:rPr>
                                  </m:ctrlPr>
                                </m:sSupPr>
                                <m:e>
                                  <m:d>
                                    <m:dPr>
                                      <m:ctrlPr>
                                        <a:rPr lang="en-US" i="1">
                                          <a:solidFill>
                                            <a:srgbClr val="000000"/>
                                          </a:solidFill>
                                          <a:latin typeface="Cambria Math" panose="02040503050406030204" pitchFamily="18" charset="0"/>
                                        </a:rPr>
                                      </m:ctrlPr>
                                    </m:dPr>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𝑏</m:t>
                                          </m:r>
                                          <m:r>
                                            <a:rPr lang="en-US" i="1">
                                              <a:solidFill>
                                                <a:srgbClr val="000000"/>
                                              </a:solidFill>
                                              <a:latin typeface="Cambria Math" panose="02040503050406030204" pitchFamily="18" charset="0"/>
                                            </a:rPr>
                                            <m:t>𝜔</m:t>
                                          </m:r>
                                        </m:num>
                                        <m:den>
                                          <m:r>
                                            <a:rPr lang="en-US" i="1">
                                              <a:solidFill>
                                                <a:srgbClr val="000000"/>
                                              </a:solidFill>
                                              <a:latin typeface="Cambria Math" panose="02040503050406030204" pitchFamily="18" charset="0"/>
                                            </a:rPr>
                                            <m:t>𝑚</m:t>
                                          </m:r>
                                        </m:den>
                                      </m:f>
                                    </m:e>
                                  </m:d>
                                </m:e>
                                <m:sup>
                                  <m:r>
                                    <a:rPr lang="en-US" i="1">
                                      <a:solidFill>
                                        <a:srgbClr val="000000"/>
                                      </a:solidFill>
                                      <a:latin typeface="Cambria Math" panose="02040503050406030204" pitchFamily="18" charset="0"/>
                                    </a:rPr>
                                    <m:t>2</m:t>
                                  </m:r>
                                </m:sup>
                              </m:sSup>
                            </m:e>
                          </m:rad>
                        </m:den>
                      </m:f>
                    </m:oMath>
                  </m:oMathPara>
                </a14:m>
                <a:endParaRPr lang="en-US" dirty="0"/>
              </a:p>
            </p:txBody>
          </p:sp>
        </mc:Choice>
        <mc:Fallback xmlns="">
          <p:sp>
            <p:nvSpPr>
              <p:cNvPr id="20491" name="Object 10"/>
              <p:cNvSpPr txBox="1">
                <a:spLocks noRot="1" noChangeAspect="1" noMove="1" noResize="1" noEditPoints="1" noAdjustHandles="1" noChangeArrowheads="1" noChangeShapeType="1" noTextEdit="1"/>
              </p:cNvSpPr>
              <p:nvPr/>
            </p:nvSpPr>
            <p:spPr bwMode="auto">
              <a:xfrm>
                <a:off x="4117976" y="5621867"/>
                <a:ext cx="2655357" cy="1146351"/>
              </a:xfrm>
              <a:prstGeom prst="rect">
                <a:avLst/>
              </a:prstGeom>
              <a:blipFill>
                <a:blip r:embed="rId6"/>
                <a:stretch>
                  <a:fillRect/>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492" name="Object 11"/>
              <p:cNvSpPr txBox="1"/>
              <p:nvPr/>
            </p:nvSpPr>
            <p:spPr bwMode="auto">
              <a:xfrm>
                <a:off x="1016001" y="5772151"/>
                <a:ext cx="2912532" cy="654050"/>
              </a:xfrm>
              <a:prstGeom prst="rect">
                <a:avLst/>
              </a:prstGeom>
              <a:noFill/>
              <a:ln>
                <a:noFill/>
              </a:ln>
            </p:spPr>
            <p:txBody>
              <a:bodyPr>
                <a:normAutofit/>
              </a:bodyPr>
              <a:lstStyle/>
              <a:p>
                <a:pPr/>
                <a14:m>
                  <m:oMathPara xmlns:m="http://schemas.openxmlformats.org/officeDocument/2006/math">
                    <m:oMathParaPr>
                      <m:jc m:val="left"/>
                    </m:oMathParaPr>
                    <m:oMath>
                      <m:r>
                        <a:rPr lang="en-US" i="1">
                          <a:solidFill>
                            <a:srgbClr val="000000"/>
                          </a:solidFill>
                          <a:latin typeface="Cambria Math" panose="02040503050406030204" pitchFamily="18" charset="0"/>
                        </a:rPr>
                        <m:t>𝑥</m:t>
                      </m:r>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𝑡</m:t>
                          </m:r>
                        </m:e>
                      </m:d>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𝐴</m:t>
                      </m:r>
                      <m:func>
                        <m:funcPr>
                          <m:ctrlPr>
                            <a:rPr lang="en-US" i="0">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cos</m:t>
                          </m:r>
                        </m:fName>
                        <m:e>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𝜔</m:t>
                              </m:r>
                              <m:r>
                                <a:rPr lang="en-US" i="1">
                                  <a:solidFill>
                                    <a:srgbClr val="000000"/>
                                  </a:solidFill>
                                  <a:latin typeface="Cambria Math" panose="02040503050406030204" pitchFamily="18" charset="0"/>
                                </a:rPr>
                                <m:t>𝑡</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𝜑</m:t>
                              </m:r>
                            </m:e>
                          </m:d>
                        </m:e>
                      </m:func>
                    </m:oMath>
                  </m:oMathPara>
                </a14:m>
                <a:endParaRPr lang="en-US" dirty="0"/>
              </a:p>
            </p:txBody>
          </p:sp>
        </mc:Choice>
        <mc:Fallback xmlns="">
          <p:sp>
            <p:nvSpPr>
              <p:cNvPr id="20492" name="Object 11"/>
              <p:cNvSpPr txBox="1">
                <a:spLocks noRot="1" noChangeAspect="1" noMove="1" noResize="1" noEditPoints="1" noAdjustHandles="1" noChangeArrowheads="1" noChangeShapeType="1" noTextEdit="1"/>
              </p:cNvSpPr>
              <p:nvPr/>
            </p:nvSpPr>
            <p:spPr bwMode="auto">
              <a:xfrm>
                <a:off x="1016001" y="5772151"/>
                <a:ext cx="2912532" cy="654050"/>
              </a:xfrm>
              <a:prstGeom prst="rect">
                <a:avLst/>
              </a:prstGeom>
              <a:blipFill>
                <a:blip r:embed="rId7"/>
                <a:stretch>
                  <a:fillRect/>
                </a:stretch>
              </a:blipFill>
              <a:ln>
                <a:noFill/>
              </a:ln>
            </p:spPr>
            <p:txBody>
              <a:bodyPr/>
              <a:lstStyle/>
              <a:p>
                <a:r>
                  <a:rPr lang="en-US">
                    <a:noFill/>
                  </a:rPr>
                  <a:t> </a:t>
                </a:r>
              </a:p>
            </p:txBody>
          </p:sp>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defRPr>
            </a:lvl1pPr>
            <a:lvl2pPr marL="557213" indent="-214313" eaLnBrk="0" hangingPunct="0">
              <a:defRPr>
                <a:solidFill>
                  <a:schemeClr val="tx1"/>
                </a:solidFill>
                <a:latin typeface="Arial" charset="0"/>
              </a:defRPr>
            </a:lvl2pPr>
            <a:lvl3pPr marL="857250" indent="-171450" eaLnBrk="0" hangingPunct="0">
              <a:defRPr>
                <a:solidFill>
                  <a:schemeClr val="tx1"/>
                </a:solidFill>
                <a:latin typeface="Arial" charset="0"/>
              </a:defRPr>
            </a:lvl3pPr>
            <a:lvl4pPr marL="1200150" indent="-171450" eaLnBrk="0" hangingPunct="0">
              <a:defRPr>
                <a:solidFill>
                  <a:schemeClr val="tx1"/>
                </a:solidFill>
                <a:latin typeface="Arial" charset="0"/>
              </a:defRPr>
            </a:lvl4pPr>
            <a:lvl5pPr marL="1543050" indent="-171450" eaLnBrk="0" hangingPunct="0">
              <a:defRPr>
                <a:solidFill>
                  <a:schemeClr val="tx1"/>
                </a:solidFill>
                <a:latin typeface="Arial" charset="0"/>
              </a:defRPr>
            </a:lvl5pPr>
            <a:lvl6pPr marL="1885950" indent="-171450" eaLnBrk="0" fontAlgn="base" hangingPunct="0">
              <a:spcBef>
                <a:spcPct val="0"/>
              </a:spcBef>
              <a:spcAft>
                <a:spcPct val="0"/>
              </a:spcAft>
              <a:defRPr>
                <a:solidFill>
                  <a:schemeClr val="tx1"/>
                </a:solidFill>
                <a:latin typeface="Arial" charset="0"/>
              </a:defRPr>
            </a:lvl6pPr>
            <a:lvl7pPr marL="2228850" indent="-171450" eaLnBrk="0" fontAlgn="base" hangingPunct="0">
              <a:spcBef>
                <a:spcPct val="0"/>
              </a:spcBef>
              <a:spcAft>
                <a:spcPct val="0"/>
              </a:spcAft>
              <a:defRPr>
                <a:solidFill>
                  <a:schemeClr val="tx1"/>
                </a:solidFill>
                <a:latin typeface="Arial" charset="0"/>
              </a:defRPr>
            </a:lvl7pPr>
            <a:lvl8pPr marL="2571750" indent="-171450" eaLnBrk="0" fontAlgn="base" hangingPunct="0">
              <a:spcBef>
                <a:spcPct val="0"/>
              </a:spcBef>
              <a:spcAft>
                <a:spcPct val="0"/>
              </a:spcAft>
              <a:defRPr>
                <a:solidFill>
                  <a:schemeClr val="tx1"/>
                </a:solidFill>
                <a:latin typeface="Arial" charset="0"/>
              </a:defRPr>
            </a:lvl8pPr>
            <a:lvl9pPr marL="2914650" indent="-171450" eaLnBrk="0" fontAlgn="base" hangingPunct="0">
              <a:spcBef>
                <a:spcPct val="0"/>
              </a:spcBef>
              <a:spcAft>
                <a:spcPct val="0"/>
              </a:spcAft>
              <a:defRPr>
                <a:solidFill>
                  <a:schemeClr val="tx1"/>
                </a:solidFill>
                <a:latin typeface="Arial" charset="0"/>
              </a:defRPr>
            </a:lvl9pPr>
          </a:lstStyle>
          <a:p>
            <a:pPr eaLnBrk="1" hangingPunct="1"/>
            <a:fld id="{E2B3508C-4AE7-4D7B-82A2-45D2BEED198E}" type="slidenum">
              <a:rPr lang="en-US" smtClean="0"/>
              <a:pPr eaLnBrk="1" hangingPunct="1"/>
              <a:t>6</a:t>
            </a:fld>
            <a:endParaRPr lang="en-US"/>
          </a:p>
        </p:txBody>
      </p:sp>
      <p:sp>
        <p:nvSpPr>
          <p:cNvPr id="21507" name="Rectangle 2"/>
          <p:cNvSpPr>
            <a:spLocks noGrp="1" noChangeArrowheads="1"/>
          </p:cNvSpPr>
          <p:nvPr>
            <p:ph type="title"/>
          </p:nvPr>
        </p:nvSpPr>
        <p:spPr/>
        <p:txBody>
          <a:bodyPr/>
          <a:lstStyle/>
          <a:p>
            <a:pPr eaLnBrk="1" hangingPunct="1"/>
            <a:r>
              <a:rPr lang="en-US"/>
              <a:t>Example</a:t>
            </a:r>
          </a:p>
        </p:txBody>
      </p:sp>
      <p:sp>
        <p:nvSpPr>
          <p:cNvPr id="21508" name="Rectangle 3"/>
          <p:cNvSpPr>
            <a:spLocks noGrp="1" noChangeArrowheads="1"/>
          </p:cNvSpPr>
          <p:nvPr>
            <p:ph type="body" idx="1"/>
          </p:nvPr>
        </p:nvSpPr>
        <p:spPr>
          <a:xfrm>
            <a:off x="1485901" y="2057400"/>
            <a:ext cx="5899547" cy="704850"/>
          </a:xfrm>
        </p:spPr>
        <p:txBody>
          <a:bodyPr/>
          <a:lstStyle/>
          <a:p>
            <a:pPr eaLnBrk="1" hangingPunct="1"/>
            <a:r>
              <a:rPr lang="en-US" sz="1800"/>
              <a:t>Notice that right at  </a:t>
            </a:r>
            <a:r>
              <a:rPr lang="en-US" sz="1800">
                <a:sym typeface="Symbol" pitchFamily="18" charset="2"/>
              </a:rPr>
              <a:t></a:t>
            </a:r>
            <a:r>
              <a:rPr lang="en-US" sz="1800" baseline="-25000">
                <a:sym typeface="Symbol" pitchFamily="18" charset="2"/>
              </a:rPr>
              <a:t>o</a:t>
            </a:r>
            <a:r>
              <a:rPr lang="en-US" sz="1800"/>
              <a:t> our solution gets very big </a:t>
            </a:r>
          </a:p>
        </p:txBody>
      </p:sp>
      <p:sp>
        <p:nvSpPr>
          <p:cNvPr id="21509" name="Rectangle 4"/>
          <p:cNvSpPr>
            <a:spLocks noChangeArrowheads="1"/>
          </p:cNvSpPr>
          <p:nvPr/>
        </p:nvSpPr>
        <p:spPr bwMode="auto">
          <a:xfrm>
            <a:off x="1143001" y="3007497"/>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mc:AlternateContent xmlns:mc="http://schemas.openxmlformats.org/markup-compatibility/2006" xmlns:a14="http://schemas.microsoft.com/office/drawing/2010/main">
        <mc:Choice Requires="a14">
          <p:sp>
            <p:nvSpPr>
              <p:cNvPr id="21510" name="Object 5"/>
              <p:cNvSpPr txBox="1"/>
              <p:nvPr/>
            </p:nvSpPr>
            <p:spPr bwMode="auto">
              <a:xfrm>
                <a:off x="756357" y="2814615"/>
                <a:ext cx="2731910" cy="1281136"/>
              </a:xfrm>
              <a:prstGeom prst="rect">
                <a:avLst/>
              </a:prstGeom>
              <a:noFill/>
              <a:ln>
                <a:noFill/>
              </a:ln>
            </p:spPr>
            <p:txBody>
              <a:bodyPr>
                <a:normAutofit fontScale="85000" lnSpcReduction="10000"/>
              </a:bodyPr>
              <a:lstStyle/>
              <a:p>
                <a:pPr/>
                <a14:m>
                  <m:oMathPara xmlns:m="http://schemas.openxmlformats.org/officeDocument/2006/math">
                    <m:oMathParaPr>
                      <m:jc m:val="left"/>
                    </m:oMathParaPr>
                    <m:oMath>
                      <m:r>
                        <a:rPr lang="en-US" i="1" smtClean="0">
                          <a:solidFill>
                            <a:srgbClr val="000000"/>
                          </a:solidFill>
                          <a:latin typeface="Cambria Math" panose="02040503050406030204" pitchFamily="18" charset="0"/>
                        </a:rPr>
                        <m:t>𝐴</m:t>
                      </m:r>
                      <m:r>
                        <a:rPr lang="en-US" i="1" smtClean="0">
                          <a:solidFill>
                            <a:srgbClr val="000000"/>
                          </a:solidFill>
                          <a:latin typeface="Cambria Math" panose="02040503050406030204" pitchFamily="18" charset="0"/>
                        </a:rPr>
                        <m:t>=</m:t>
                      </m:r>
                      <m:f>
                        <m:fPr>
                          <m:ctrlPr>
                            <a:rPr lang="en-US" i="1">
                              <a:solidFill>
                                <a:srgbClr val="000000"/>
                              </a:solidFill>
                              <a:latin typeface="Cambria Math" panose="02040503050406030204" pitchFamily="18" charset="0"/>
                            </a:rPr>
                          </m:ctrlPr>
                        </m:fPr>
                        <m:num>
                          <m:f>
                            <m:fPr>
                              <m:ctrlPr>
                                <a:rPr lang="en-US" i="1">
                                  <a:solidFill>
                                    <a:srgbClr val="000000"/>
                                  </a:solidFill>
                                  <a:latin typeface="Cambria Math" panose="02040503050406030204" pitchFamily="18" charset="0"/>
                                </a:rPr>
                              </m:ctrlPr>
                            </m:fPr>
                            <m:num>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𝐹</m:t>
                                  </m:r>
                                </m:e>
                                <m:sub>
                                  <m:r>
                                    <a:rPr lang="en-US" b="0" i="1" smtClean="0">
                                      <a:solidFill>
                                        <a:srgbClr val="000000"/>
                                      </a:solidFill>
                                      <a:latin typeface="Cambria Math" panose="02040503050406030204" pitchFamily="18" charset="0"/>
                                    </a:rPr>
                                    <m:t>𝑚𝑎𝑥</m:t>
                                  </m:r>
                                </m:sub>
                              </m:sSub>
                            </m:num>
                            <m:den>
                              <m:r>
                                <a:rPr lang="en-US" i="1">
                                  <a:solidFill>
                                    <a:srgbClr val="000000"/>
                                  </a:solidFill>
                                  <a:latin typeface="Cambria Math" panose="02040503050406030204" pitchFamily="18" charset="0"/>
                                </a:rPr>
                                <m:t>𝑚</m:t>
                              </m:r>
                            </m:den>
                          </m:f>
                        </m:num>
                        <m:den>
                          <m:rad>
                            <m:radPr>
                              <m:degHide m:val="on"/>
                              <m:ctrlPr>
                                <a:rPr lang="en-US" i="1">
                                  <a:solidFill>
                                    <a:srgbClr val="000000"/>
                                  </a:solidFill>
                                  <a:latin typeface="Cambria Math" panose="02040503050406030204" pitchFamily="18" charset="0"/>
                                </a:rPr>
                              </m:ctrlPr>
                            </m:radPr>
                            <m:deg/>
                            <m:e>
                              <m:sSup>
                                <m:sSupPr>
                                  <m:ctrlPr>
                                    <a:rPr lang="en-US" i="1">
                                      <a:solidFill>
                                        <a:srgbClr val="000000"/>
                                      </a:solidFill>
                                      <a:latin typeface="Cambria Math" panose="02040503050406030204" pitchFamily="18" charset="0"/>
                                    </a:rPr>
                                  </m:ctrlPr>
                                </m:sSupPr>
                                <m:e>
                                  <m:d>
                                    <m:dPr>
                                      <m:ctrlPr>
                                        <a:rPr lang="en-US" i="1">
                                          <a:solidFill>
                                            <a:srgbClr val="000000"/>
                                          </a:solidFill>
                                          <a:latin typeface="Cambria Math" panose="02040503050406030204" pitchFamily="18" charset="0"/>
                                        </a:rPr>
                                      </m:ctrlPr>
                                    </m:dPr>
                                    <m:e>
                                      <m:sSup>
                                        <m:sSupPr>
                                          <m:ctrlPr>
                                            <a:rPr lang="en-US" i="1">
                                              <a:solidFill>
                                                <a:srgbClr val="000000"/>
                                              </a:solidFill>
                                              <a:latin typeface="Cambria Math" panose="02040503050406030204" pitchFamily="18" charset="0"/>
                                            </a:rPr>
                                          </m:ctrlPr>
                                        </m:sSupPr>
                                        <m:e>
                                          <m:r>
                                            <a:rPr lang="en-US" i="1">
                                              <a:solidFill>
                                                <a:srgbClr val="000000"/>
                                              </a:solidFill>
                                              <a:latin typeface="Cambria Math" panose="02040503050406030204" pitchFamily="18" charset="0"/>
                                            </a:rPr>
                                            <m:t>𝜔</m:t>
                                          </m:r>
                                        </m:e>
                                        <m:sup>
                                          <m:r>
                                            <a:rPr lang="en-US" i="1">
                                              <a:solidFill>
                                                <a:srgbClr val="000000"/>
                                              </a:solidFill>
                                              <a:latin typeface="Cambria Math" panose="02040503050406030204" pitchFamily="18" charset="0"/>
                                            </a:rPr>
                                            <m:t>2</m:t>
                                          </m:r>
                                        </m:sup>
                                      </m:sSup>
                                      <m:r>
                                        <a:rPr lang="en-US" i="1">
                                          <a:solidFill>
                                            <a:srgbClr val="000000"/>
                                          </a:solidFill>
                                          <a:latin typeface="Cambria Math" panose="02040503050406030204" pitchFamily="18" charset="0"/>
                                        </a:rPr>
                                        <m:t>−</m:t>
                                      </m:r>
                                      <m:sSubSup>
                                        <m:sSubSupPr>
                                          <m:ctrlPr>
                                            <a:rPr lang="en-US" i="1">
                                              <a:solidFill>
                                                <a:srgbClr val="000000"/>
                                              </a:solidFill>
                                              <a:latin typeface="Cambria Math" panose="02040503050406030204" pitchFamily="18" charset="0"/>
                                            </a:rPr>
                                          </m:ctrlPr>
                                        </m:sSubSupPr>
                                        <m:e>
                                          <m:r>
                                            <a:rPr lang="en-US" i="1">
                                              <a:solidFill>
                                                <a:srgbClr val="000000"/>
                                              </a:solidFill>
                                              <a:latin typeface="Cambria Math" panose="02040503050406030204" pitchFamily="18" charset="0"/>
                                            </a:rPr>
                                            <m:t>𝜔</m:t>
                                          </m:r>
                                        </m:e>
                                        <m:sub>
                                          <m:r>
                                            <a:rPr lang="en-US" b="0" i="1" smtClean="0">
                                              <a:solidFill>
                                                <a:srgbClr val="000000"/>
                                              </a:solidFill>
                                              <a:latin typeface="Cambria Math" panose="02040503050406030204" pitchFamily="18" charset="0"/>
                                            </a:rPr>
                                            <m:t>𝑁</m:t>
                                          </m:r>
                                        </m:sub>
                                        <m:sup>
                                          <m:r>
                                            <a:rPr lang="en-US" i="1">
                                              <a:solidFill>
                                                <a:srgbClr val="000000"/>
                                              </a:solidFill>
                                              <a:latin typeface="Cambria Math" panose="02040503050406030204" pitchFamily="18" charset="0"/>
                                            </a:rPr>
                                            <m:t>2</m:t>
                                          </m:r>
                                        </m:sup>
                                      </m:sSubSup>
                                    </m:e>
                                  </m:d>
                                </m:e>
                                <m:sup>
                                  <m:r>
                                    <a:rPr lang="en-US" i="1">
                                      <a:solidFill>
                                        <a:srgbClr val="000000"/>
                                      </a:solidFill>
                                      <a:latin typeface="Cambria Math" panose="02040503050406030204" pitchFamily="18" charset="0"/>
                                    </a:rPr>
                                    <m:t>2</m:t>
                                  </m:r>
                                </m:sup>
                              </m:sSup>
                              <m:r>
                                <a:rPr lang="en-US" i="1">
                                  <a:solidFill>
                                    <a:srgbClr val="000000"/>
                                  </a:solidFill>
                                  <a:latin typeface="Cambria Math" panose="02040503050406030204" pitchFamily="18" charset="0"/>
                                </a:rPr>
                                <m:t>+</m:t>
                              </m:r>
                              <m:sSup>
                                <m:sSupPr>
                                  <m:ctrlPr>
                                    <a:rPr lang="en-US" i="1">
                                      <a:solidFill>
                                        <a:srgbClr val="000000"/>
                                      </a:solidFill>
                                      <a:latin typeface="Cambria Math" panose="02040503050406030204" pitchFamily="18" charset="0"/>
                                    </a:rPr>
                                  </m:ctrlPr>
                                </m:sSupPr>
                                <m:e>
                                  <m:d>
                                    <m:dPr>
                                      <m:ctrlPr>
                                        <a:rPr lang="en-US" i="1">
                                          <a:solidFill>
                                            <a:srgbClr val="000000"/>
                                          </a:solidFill>
                                          <a:latin typeface="Cambria Math" panose="02040503050406030204" pitchFamily="18" charset="0"/>
                                        </a:rPr>
                                      </m:ctrlPr>
                                    </m:dPr>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𝑏</m:t>
                                          </m:r>
                                          <m:r>
                                            <a:rPr lang="en-US" i="1">
                                              <a:solidFill>
                                                <a:srgbClr val="000000"/>
                                              </a:solidFill>
                                              <a:latin typeface="Cambria Math" panose="02040503050406030204" pitchFamily="18" charset="0"/>
                                            </a:rPr>
                                            <m:t>𝜔</m:t>
                                          </m:r>
                                        </m:num>
                                        <m:den>
                                          <m:r>
                                            <a:rPr lang="en-US" i="1">
                                              <a:solidFill>
                                                <a:srgbClr val="000000"/>
                                              </a:solidFill>
                                              <a:latin typeface="Cambria Math" panose="02040503050406030204" pitchFamily="18" charset="0"/>
                                            </a:rPr>
                                            <m:t>𝑚</m:t>
                                          </m:r>
                                        </m:den>
                                      </m:f>
                                    </m:e>
                                  </m:d>
                                </m:e>
                                <m:sup>
                                  <m:r>
                                    <a:rPr lang="en-US" i="1">
                                      <a:solidFill>
                                        <a:srgbClr val="000000"/>
                                      </a:solidFill>
                                      <a:latin typeface="Cambria Math" panose="02040503050406030204" pitchFamily="18" charset="0"/>
                                    </a:rPr>
                                    <m:t>2</m:t>
                                  </m:r>
                                </m:sup>
                              </m:sSup>
                            </m:e>
                          </m:rad>
                        </m:den>
                      </m:f>
                    </m:oMath>
                  </m:oMathPara>
                </a14:m>
                <a:endParaRPr lang="en-US" dirty="0"/>
              </a:p>
            </p:txBody>
          </p:sp>
        </mc:Choice>
        <mc:Fallback xmlns="">
          <p:sp>
            <p:nvSpPr>
              <p:cNvPr id="21510" name="Object 5"/>
              <p:cNvSpPr txBox="1">
                <a:spLocks noRot="1" noChangeAspect="1" noMove="1" noResize="1" noEditPoints="1" noAdjustHandles="1" noChangeArrowheads="1" noChangeShapeType="1" noTextEdit="1"/>
              </p:cNvSpPr>
              <p:nvPr/>
            </p:nvSpPr>
            <p:spPr bwMode="auto">
              <a:xfrm>
                <a:off x="756357" y="2814615"/>
                <a:ext cx="2731910" cy="1281136"/>
              </a:xfrm>
              <a:prstGeom prst="rect">
                <a:avLst/>
              </a:prstGeom>
              <a:blipFill>
                <a:blip r:embed="rId2"/>
                <a:stretch>
                  <a:fillRect/>
                </a:stretch>
              </a:blipFill>
              <a:ln>
                <a:noFill/>
              </a:ln>
            </p:spPr>
            <p:txBody>
              <a:bodyPr/>
              <a:lstStyle/>
              <a:p>
                <a:r>
                  <a:rPr lang="en-US">
                    <a:noFill/>
                  </a:rPr>
                  <a:t> </a:t>
                </a:r>
              </a:p>
            </p:txBody>
          </p:sp>
        </mc:Fallback>
      </mc:AlternateContent>
      <p:sp>
        <p:nvSpPr>
          <p:cNvPr id="21511" name="Rectangle 6"/>
          <p:cNvSpPr>
            <a:spLocks noChangeArrowheads="1"/>
          </p:cNvSpPr>
          <p:nvPr/>
        </p:nvSpPr>
        <p:spPr bwMode="auto">
          <a:xfrm>
            <a:off x="1143001" y="3143228"/>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p:sp>
        <p:nvSpPr>
          <p:cNvPr id="21512" name="Rectangle 7"/>
          <p:cNvSpPr>
            <a:spLocks noChangeArrowheads="1"/>
          </p:cNvSpPr>
          <p:nvPr/>
        </p:nvSpPr>
        <p:spPr bwMode="auto">
          <a:xfrm>
            <a:off x="1143001" y="2814615"/>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p:graphicFrame>
        <p:nvGraphicFramePr>
          <p:cNvPr id="21513" name="Object 8"/>
          <p:cNvGraphicFramePr>
            <a:graphicFrameLocks noChangeAspect="1"/>
          </p:cNvGraphicFramePr>
          <p:nvPr>
            <p:extLst>
              <p:ext uri="{D42A27DB-BD31-4B8C-83A1-F6EECF244321}">
                <p14:modId xmlns:p14="http://schemas.microsoft.com/office/powerpoint/2010/main" val="2861086786"/>
              </p:ext>
            </p:extLst>
          </p:nvPr>
        </p:nvGraphicFramePr>
        <p:xfrm>
          <a:off x="1785257" y="4428209"/>
          <a:ext cx="1104247" cy="1457606"/>
        </p:xfrm>
        <a:graphic>
          <a:graphicData uri="http://schemas.openxmlformats.org/presentationml/2006/ole">
            <mc:AlternateContent xmlns:mc="http://schemas.openxmlformats.org/markup-compatibility/2006">
              <mc:Choice xmlns:v="urn:schemas-microsoft-com:vml" Requires="v">
                <p:oleObj name="Equation" r:id="rId3" imgW="672808" imgH="888614" progId="Equation.3">
                  <p:embed/>
                </p:oleObj>
              </mc:Choice>
              <mc:Fallback>
                <p:oleObj name="Equation" r:id="rId3" imgW="672808" imgH="888614" progId="Equation.3">
                  <p:embed/>
                  <p:pic>
                    <p:nvPicPr>
                      <p:cNvPr id="21513" name="Object 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57" y="4428209"/>
                        <a:ext cx="1104247" cy="1457606"/>
                      </a:xfrm>
                      <a:prstGeom prst="rect">
                        <a:avLst/>
                      </a:prstGeom>
                      <a:noFill/>
                      <a:ln>
                        <a:noFill/>
                      </a:ln>
                    </p:spPr>
                  </p:pic>
                </p:oleObj>
              </mc:Fallback>
            </mc:AlternateContent>
          </a:graphicData>
        </a:graphic>
      </p:graphicFrame>
      <p:pic>
        <p:nvPicPr>
          <p:cNvPr id="3" name="Picture 2">
            <a:extLst>
              <a:ext uri="{FF2B5EF4-FFF2-40B4-BE49-F238E27FC236}">
                <a16:creationId xmlns:a16="http://schemas.microsoft.com/office/drawing/2014/main" id="{917EC7B2-2F6A-A1B0-2D6A-3E58FC72C74C}"/>
              </a:ext>
            </a:extLst>
          </p:cNvPr>
          <p:cNvPicPr>
            <a:picLocks noChangeAspect="1"/>
          </p:cNvPicPr>
          <p:nvPr/>
        </p:nvPicPr>
        <p:blipFill>
          <a:blip r:embed="rId5"/>
          <a:stretch>
            <a:fillRect/>
          </a:stretch>
        </p:blipFill>
        <p:spPr>
          <a:xfrm>
            <a:off x="3796654" y="2814615"/>
            <a:ext cx="4014788" cy="2676525"/>
          </a:xfrm>
          <a:prstGeom prst="rect">
            <a:avLst/>
          </a:prstGeom>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0688E5AE-D9DC-DC83-D433-49C00485A109}"/>
                  </a:ext>
                </a:extLst>
              </p:cNvPr>
              <p:cNvSpPr txBox="1"/>
              <p:nvPr/>
            </p:nvSpPr>
            <p:spPr>
              <a:xfrm>
                <a:off x="6996756" y="5405005"/>
                <a:ext cx="1027032" cy="276999"/>
              </a:xfrm>
              <a:prstGeom prst="rect">
                <a:avLst/>
              </a:prstGeom>
              <a:noFill/>
            </p:spPr>
            <p:txBody>
              <a:bodyPr wrap="square" rtlCol="0">
                <a:spAutoFit/>
              </a:bodyPr>
              <a:lstStyle/>
              <a:p>
                <a14:m>
                  <m:oMath xmlns:m="http://schemas.openxmlformats.org/officeDocument/2006/math">
                    <m:r>
                      <a:rPr lang="en-US" sz="1200" i="1" smtClean="0">
                        <a:latin typeface="Cambria Math" panose="02040503050406030204" pitchFamily="18" charset="0"/>
                        <a:ea typeface="Cambria Math" panose="02040503050406030204" pitchFamily="18" charset="0"/>
                      </a:rPr>
                      <m:t>𝜔</m:t>
                    </m:r>
                  </m:oMath>
                </a14:m>
                <a:r>
                  <a:rPr lang="en-US" sz="1200" dirty="0"/>
                  <a:t> (rad/sec)</a:t>
                </a:r>
              </a:p>
            </p:txBody>
          </p:sp>
        </mc:Choice>
        <mc:Fallback xmlns="">
          <p:sp>
            <p:nvSpPr>
              <p:cNvPr id="4" name="TextBox 3">
                <a:extLst>
                  <a:ext uri="{FF2B5EF4-FFF2-40B4-BE49-F238E27FC236}">
                    <a16:creationId xmlns:a16="http://schemas.microsoft.com/office/drawing/2014/main" id="{0688E5AE-D9DC-DC83-D433-49C00485A109}"/>
                  </a:ext>
                </a:extLst>
              </p:cNvPr>
              <p:cNvSpPr txBox="1">
                <a:spLocks noRot="1" noChangeAspect="1" noMove="1" noResize="1" noEditPoints="1" noAdjustHandles="1" noChangeArrowheads="1" noChangeShapeType="1" noTextEdit="1"/>
              </p:cNvSpPr>
              <p:nvPr/>
            </p:nvSpPr>
            <p:spPr>
              <a:xfrm>
                <a:off x="6996756" y="5405005"/>
                <a:ext cx="1027032" cy="276999"/>
              </a:xfrm>
              <a:prstGeom prst="rect">
                <a:avLst/>
              </a:prstGeom>
              <a:blipFill>
                <a:blip r:embed="rId7"/>
                <a:stretch>
                  <a:fillRect t="-2222" b="-17778"/>
                </a:stretch>
              </a:blipFill>
            </p:spPr>
            <p:txBody>
              <a:bodyPr/>
              <a:lstStyle/>
              <a:p>
                <a:r>
                  <a:rPr lang="en-US">
                    <a:noFill/>
                  </a:rPr>
                  <a:t> </a:t>
                </a:r>
              </a:p>
            </p:txBody>
          </p:sp>
        </mc:Fallback>
      </mc:AlternateContent>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defRPr>
            </a:lvl1pPr>
            <a:lvl2pPr marL="557213" indent="-214313" eaLnBrk="0" hangingPunct="0">
              <a:defRPr>
                <a:solidFill>
                  <a:schemeClr val="tx1"/>
                </a:solidFill>
                <a:latin typeface="Arial" charset="0"/>
              </a:defRPr>
            </a:lvl2pPr>
            <a:lvl3pPr marL="857250" indent="-171450" eaLnBrk="0" hangingPunct="0">
              <a:defRPr>
                <a:solidFill>
                  <a:schemeClr val="tx1"/>
                </a:solidFill>
                <a:latin typeface="Arial" charset="0"/>
              </a:defRPr>
            </a:lvl3pPr>
            <a:lvl4pPr marL="1200150" indent="-171450" eaLnBrk="0" hangingPunct="0">
              <a:defRPr>
                <a:solidFill>
                  <a:schemeClr val="tx1"/>
                </a:solidFill>
                <a:latin typeface="Arial" charset="0"/>
              </a:defRPr>
            </a:lvl4pPr>
            <a:lvl5pPr marL="1543050" indent="-171450" eaLnBrk="0" hangingPunct="0">
              <a:defRPr>
                <a:solidFill>
                  <a:schemeClr val="tx1"/>
                </a:solidFill>
                <a:latin typeface="Arial" charset="0"/>
              </a:defRPr>
            </a:lvl5pPr>
            <a:lvl6pPr marL="1885950" indent="-171450" eaLnBrk="0" fontAlgn="base" hangingPunct="0">
              <a:spcBef>
                <a:spcPct val="0"/>
              </a:spcBef>
              <a:spcAft>
                <a:spcPct val="0"/>
              </a:spcAft>
              <a:defRPr>
                <a:solidFill>
                  <a:schemeClr val="tx1"/>
                </a:solidFill>
                <a:latin typeface="Arial" charset="0"/>
              </a:defRPr>
            </a:lvl6pPr>
            <a:lvl7pPr marL="2228850" indent="-171450" eaLnBrk="0" fontAlgn="base" hangingPunct="0">
              <a:spcBef>
                <a:spcPct val="0"/>
              </a:spcBef>
              <a:spcAft>
                <a:spcPct val="0"/>
              </a:spcAft>
              <a:defRPr>
                <a:solidFill>
                  <a:schemeClr val="tx1"/>
                </a:solidFill>
                <a:latin typeface="Arial" charset="0"/>
              </a:defRPr>
            </a:lvl7pPr>
            <a:lvl8pPr marL="2571750" indent="-171450" eaLnBrk="0" fontAlgn="base" hangingPunct="0">
              <a:spcBef>
                <a:spcPct val="0"/>
              </a:spcBef>
              <a:spcAft>
                <a:spcPct val="0"/>
              </a:spcAft>
              <a:defRPr>
                <a:solidFill>
                  <a:schemeClr val="tx1"/>
                </a:solidFill>
                <a:latin typeface="Arial" charset="0"/>
              </a:defRPr>
            </a:lvl8pPr>
            <a:lvl9pPr marL="2914650" indent="-171450" eaLnBrk="0" fontAlgn="base" hangingPunct="0">
              <a:spcBef>
                <a:spcPct val="0"/>
              </a:spcBef>
              <a:spcAft>
                <a:spcPct val="0"/>
              </a:spcAft>
              <a:defRPr>
                <a:solidFill>
                  <a:schemeClr val="tx1"/>
                </a:solidFill>
                <a:latin typeface="Arial" charset="0"/>
              </a:defRPr>
            </a:lvl9pPr>
          </a:lstStyle>
          <a:p>
            <a:pPr eaLnBrk="1" hangingPunct="1"/>
            <a:fld id="{5BFE0BF1-63F5-452E-A5C8-1445C2C43028}" type="slidenum">
              <a:rPr lang="en-US" smtClean="0"/>
              <a:pPr eaLnBrk="1" hangingPunct="1"/>
              <a:t>7</a:t>
            </a:fld>
            <a:endParaRPr lang="en-US"/>
          </a:p>
        </p:txBody>
      </p:sp>
      <p:sp>
        <p:nvSpPr>
          <p:cNvPr id="22531" name="Rectangle 2"/>
          <p:cNvSpPr>
            <a:spLocks noGrp="1" noChangeArrowheads="1"/>
          </p:cNvSpPr>
          <p:nvPr>
            <p:ph type="title"/>
          </p:nvPr>
        </p:nvSpPr>
        <p:spPr/>
        <p:txBody>
          <a:bodyPr/>
          <a:lstStyle/>
          <a:p>
            <a:pPr eaLnBrk="1" hangingPunct="1"/>
            <a:r>
              <a:rPr lang="en-US"/>
              <a:t>Resonance</a:t>
            </a:r>
          </a:p>
        </p:txBody>
      </p:sp>
      <p:sp>
        <p:nvSpPr>
          <p:cNvPr id="22532" name="Rectangle 3"/>
          <p:cNvSpPr>
            <a:spLocks noGrp="1" noChangeArrowheads="1"/>
          </p:cNvSpPr>
          <p:nvPr>
            <p:ph type="body" idx="1"/>
          </p:nvPr>
        </p:nvSpPr>
        <p:spPr/>
        <p:txBody>
          <a:bodyPr/>
          <a:lstStyle/>
          <a:p>
            <a:pPr eaLnBrk="1" hangingPunct="1"/>
            <a:r>
              <a:rPr lang="en-US" sz="1500" dirty="0"/>
              <a:t>To see why resonance happens, think of the velocity</a:t>
            </a:r>
          </a:p>
          <a:p>
            <a:pPr eaLnBrk="1" hangingPunct="1"/>
            <a:endParaRPr lang="en-US" sz="1500" dirty="0"/>
          </a:p>
          <a:p>
            <a:pPr eaLnBrk="1" hangingPunct="1"/>
            <a:endParaRPr lang="en-US" sz="1500" dirty="0"/>
          </a:p>
          <a:p>
            <a:pPr eaLnBrk="1" hangingPunct="1"/>
            <a:r>
              <a:rPr lang="en-US" sz="1500" dirty="0"/>
              <a:t>And our driving force is</a:t>
            </a:r>
          </a:p>
          <a:p>
            <a:pPr eaLnBrk="1" hangingPunct="1"/>
            <a:endParaRPr lang="en-US" sz="1500" dirty="0"/>
          </a:p>
          <a:p>
            <a:pPr eaLnBrk="1" hangingPunct="1"/>
            <a:endParaRPr lang="en-US" sz="1500" dirty="0"/>
          </a:p>
          <a:p>
            <a:pPr eaLnBrk="1" hangingPunct="1"/>
            <a:r>
              <a:rPr lang="en-US" sz="1500" dirty="0"/>
              <a:t>The rate at which work is done (power) is</a:t>
            </a:r>
          </a:p>
          <a:p>
            <a:pPr eaLnBrk="1" hangingPunct="1"/>
            <a:endParaRPr lang="en-US" sz="1500" dirty="0"/>
          </a:p>
          <a:p>
            <a:pPr eaLnBrk="1" hangingPunct="1"/>
            <a:endParaRPr lang="en-US" sz="1500" dirty="0"/>
          </a:p>
          <a:p>
            <a:pPr eaLnBrk="1" hangingPunct="1"/>
            <a:r>
              <a:rPr lang="en-US" sz="1500" dirty="0"/>
              <a:t> if  F and v are in phase, the power will be at a maximum!</a:t>
            </a:r>
          </a:p>
        </p:txBody>
      </p:sp>
      <p:sp>
        <p:nvSpPr>
          <p:cNvPr id="22533" name="Rectangle 4"/>
          <p:cNvSpPr>
            <a:spLocks noChangeArrowheads="1"/>
          </p:cNvSpPr>
          <p:nvPr/>
        </p:nvSpPr>
        <p:spPr bwMode="auto">
          <a:xfrm>
            <a:off x="1143001" y="3100365"/>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p:graphicFrame>
        <p:nvGraphicFramePr>
          <p:cNvPr id="22534" name="Object 5"/>
          <p:cNvGraphicFramePr>
            <a:graphicFrameLocks noChangeAspect="1"/>
          </p:cNvGraphicFramePr>
          <p:nvPr>
            <p:extLst>
              <p:ext uri="{D42A27DB-BD31-4B8C-83A1-F6EECF244321}">
                <p14:modId xmlns:p14="http://schemas.microsoft.com/office/powerpoint/2010/main" val="2449134869"/>
              </p:ext>
            </p:extLst>
          </p:nvPr>
        </p:nvGraphicFramePr>
        <p:xfrm>
          <a:off x="5240608" y="1450976"/>
          <a:ext cx="2521741" cy="689570"/>
        </p:xfrm>
        <a:graphic>
          <a:graphicData uri="http://schemas.openxmlformats.org/presentationml/2006/ole">
            <mc:AlternateContent xmlns:mc="http://schemas.openxmlformats.org/markup-compatibility/2006">
              <mc:Choice xmlns:v="urn:schemas-microsoft-com:vml" Requires="v">
                <p:oleObj name="Equation" r:id="rId2" imgW="1447172" imgH="393529" progId="Equation.3">
                  <p:embed/>
                </p:oleObj>
              </mc:Choice>
              <mc:Fallback>
                <p:oleObj name="Equation" r:id="rId2" imgW="1447172" imgH="393529" progId="Equation.3">
                  <p:embed/>
                  <p:pic>
                    <p:nvPicPr>
                      <p:cNvPr id="22534"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40608" y="1450976"/>
                        <a:ext cx="2521741" cy="689570"/>
                      </a:xfrm>
                      <a:prstGeom prst="rect">
                        <a:avLst/>
                      </a:prstGeom>
                      <a:noFill/>
                      <a:ln>
                        <a:noFill/>
                      </a:ln>
                    </p:spPr>
                  </p:pic>
                </p:oleObj>
              </mc:Fallback>
            </mc:AlternateContent>
          </a:graphicData>
        </a:graphic>
      </p:graphicFrame>
      <p:sp>
        <p:nvSpPr>
          <p:cNvPr id="22535" name="Rectangle 6"/>
          <p:cNvSpPr>
            <a:spLocks noChangeArrowheads="1"/>
          </p:cNvSpPr>
          <p:nvPr/>
        </p:nvSpPr>
        <p:spPr bwMode="auto">
          <a:xfrm>
            <a:off x="1143001" y="707209"/>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mc:AlternateContent xmlns:mc="http://schemas.openxmlformats.org/markup-compatibility/2006" xmlns:a14="http://schemas.microsoft.com/office/drawing/2010/main">
        <mc:Choice Requires="a14">
          <p:sp>
            <p:nvSpPr>
              <p:cNvPr id="22536" name="Object 7"/>
              <p:cNvSpPr txBox="1"/>
              <p:nvPr/>
            </p:nvSpPr>
            <p:spPr bwMode="auto">
              <a:xfrm>
                <a:off x="3208338" y="2409825"/>
                <a:ext cx="1847850" cy="406400"/>
              </a:xfrm>
              <a:prstGeom prst="rect">
                <a:avLst/>
              </a:prstGeom>
              <a:noFill/>
              <a:ln>
                <a:noFill/>
              </a:ln>
            </p:spPr>
            <p:txBody>
              <a:bodyPr>
                <a:normAutofit fontScale="85000" lnSpcReduction="10000"/>
              </a:bodyPr>
              <a:lstStyle/>
              <a:p>
                <a:pPr/>
                <a14:m>
                  <m:oMathPara xmlns:m="http://schemas.openxmlformats.org/officeDocument/2006/math">
                    <m:oMathParaPr>
                      <m:jc m:val="left"/>
                    </m:oMathParaPr>
                    <m:oMath>
                      <m:r>
                        <a:rPr lang="en-US" i="1" smtClean="0">
                          <a:solidFill>
                            <a:srgbClr val="000000"/>
                          </a:solidFill>
                          <a:latin typeface="Cambria Math" panose="02040503050406030204" pitchFamily="18" charset="0"/>
                        </a:rPr>
                        <m:t>𝐹</m:t>
                      </m:r>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𝑡</m:t>
                          </m:r>
                        </m:e>
                      </m:d>
                      <m:r>
                        <a:rPr lang="en-US" i="1">
                          <a:solidFill>
                            <a:srgbClr val="000000"/>
                          </a:solidFill>
                          <a:latin typeface="Cambria Math" panose="02040503050406030204" pitchFamily="18" charset="0"/>
                        </a:rPr>
                        <m:t>=</m:t>
                      </m:r>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𝐹</m:t>
                          </m:r>
                        </m:e>
                        <m:sub>
                          <m:r>
                            <a:rPr lang="en-US" b="0" i="1" smtClean="0">
                              <a:solidFill>
                                <a:srgbClr val="000000"/>
                              </a:solidFill>
                              <a:latin typeface="Cambria Math" panose="02040503050406030204" pitchFamily="18" charset="0"/>
                            </a:rPr>
                            <m:t>𝑚𝑎𝑥</m:t>
                          </m:r>
                        </m:sub>
                      </m:sSub>
                      <m:func>
                        <m:funcPr>
                          <m:ctrlPr>
                            <a:rPr lang="en-US" i="0">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sin</m:t>
                          </m:r>
                        </m:fName>
                        <m:e>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𝜔</m:t>
                              </m:r>
                              <m:r>
                                <a:rPr lang="en-US" i="1">
                                  <a:solidFill>
                                    <a:srgbClr val="000000"/>
                                  </a:solidFill>
                                  <a:latin typeface="Cambria Math" panose="02040503050406030204" pitchFamily="18" charset="0"/>
                                </a:rPr>
                                <m:t>𝑡</m:t>
                              </m:r>
                            </m:e>
                          </m:d>
                        </m:e>
                      </m:func>
                    </m:oMath>
                  </m:oMathPara>
                </a14:m>
                <a:endParaRPr lang="en-US" dirty="0"/>
              </a:p>
            </p:txBody>
          </p:sp>
        </mc:Choice>
        <mc:Fallback xmlns="">
          <p:sp>
            <p:nvSpPr>
              <p:cNvPr id="22536" name="Object 7"/>
              <p:cNvSpPr txBox="1">
                <a:spLocks noRot="1" noChangeAspect="1" noMove="1" noResize="1" noEditPoints="1" noAdjustHandles="1" noChangeArrowheads="1" noChangeShapeType="1" noTextEdit="1"/>
              </p:cNvSpPr>
              <p:nvPr/>
            </p:nvSpPr>
            <p:spPr bwMode="auto">
              <a:xfrm>
                <a:off x="3208338" y="2409825"/>
                <a:ext cx="1847850" cy="406400"/>
              </a:xfrm>
              <a:prstGeom prst="rect">
                <a:avLst/>
              </a:prstGeom>
              <a:blipFill>
                <a:blip r:embed="rId4"/>
                <a:stretch>
                  <a:fillRect/>
                </a:stretch>
              </a:blipFill>
              <a:ln>
                <a:noFill/>
              </a:ln>
            </p:spPr>
            <p:txBody>
              <a:bodyPr/>
              <a:lstStyle/>
              <a:p>
                <a:r>
                  <a:rPr lang="en-US">
                    <a:noFill/>
                  </a:rPr>
                  <a:t> </a:t>
                </a:r>
              </a:p>
            </p:txBody>
          </p:sp>
        </mc:Fallback>
      </mc:AlternateContent>
      <p:sp>
        <p:nvSpPr>
          <p:cNvPr id="22537" name="Rectangle 8"/>
          <p:cNvSpPr>
            <a:spLocks noChangeArrowheads="1"/>
          </p:cNvSpPr>
          <p:nvPr/>
        </p:nvSpPr>
        <p:spPr bwMode="auto">
          <a:xfrm>
            <a:off x="1143001" y="707209"/>
            <a:ext cx="184731"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nchor="ctr">
            <a:spAutoFit/>
          </a:bodyPr>
          <a:lstStyle/>
          <a:p>
            <a:endParaRPr lang="en-US" sz="1350"/>
          </a:p>
        </p:txBody>
      </p:sp>
      <p:graphicFrame>
        <p:nvGraphicFramePr>
          <p:cNvPr id="22538" name="Object 9"/>
          <p:cNvGraphicFramePr>
            <a:graphicFrameLocks noChangeAspect="1"/>
          </p:cNvGraphicFramePr>
          <p:nvPr>
            <p:extLst>
              <p:ext uri="{D42A27DB-BD31-4B8C-83A1-F6EECF244321}">
                <p14:modId xmlns:p14="http://schemas.microsoft.com/office/powerpoint/2010/main" val="2272095728"/>
              </p:ext>
            </p:extLst>
          </p:nvPr>
        </p:nvGraphicFramePr>
        <p:xfrm>
          <a:off x="4572000" y="3106929"/>
          <a:ext cx="1728216" cy="640547"/>
        </p:xfrm>
        <a:graphic>
          <a:graphicData uri="http://schemas.openxmlformats.org/presentationml/2006/ole">
            <mc:AlternateContent xmlns:mc="http://schemas.openxmlformats.org/markup-compatibility/2006">
              <mc:Choice xmlns:v="urn:schemas-microsoft-com:vml" Requires="v">
                <p:oleObj name="Equation" r:id="rId5" imgW="1066337" imgH="393529" progId="Equation.3">
                  <p:embed/>
                </p:oleObj>
              </mc:Choice>
              <mc:Fallback>
                <p:oleObj name="Equation" r:id="rId5" imgW="1066337" imgH="393529" progId="Equation.3">
                  <p:embed/>
                  <p:pic>
                    <p:nvPicPr>
                      <p:cNvPr id="22538" name="Object 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572000" y="3106929"/>
                        <a:ext cx="1728216" cy="640547"/>
                      </a:xfrm>
                      <a:prstGeom prst="rect">
                        <a:avLst/>
                      </a:prstGeom>
                      <a:noFill/>
                      <a:ln>
                        <a:noFill/>
                      </a:ln>
                    </p:spPr>
                  </p:pic>
                </p:oleObj>
              </mc:Fallback>
            </mc:AlternateContent>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14AF7F8-B7BC-892C-BC49-0749EFE74294}"/>
              </a:ext>
            </a:extLst>
          </p:cNvPr>
          <p:cNvPicPr>
            <a:picLocks noChangeAspect="1"/>
          </p:cNvPicPr>
          <p:nvPr/>
        </p:nvPicPr>
        <p:blipFill>
          <a:blip r:embed="rId2"/>
          <a:stretch>
            <a:fillRect/>
          </a:stretch>
        </p:blipFill>
        <p:spPr>
          <a:xfrm>
            <a:off x="4000411" y="1996497"/>
            <a:ext cx="3750992" cy="2500661"/>
          </a:xfrm>
          <a:prstGeom prst="rect">
            <a:avLst/>
          </a:prstGeom>
        </p:spPr>
      </p:pic>
      <p:sp>
        <p:nvSpPr>
          <p:cNvPr id="23554"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defRPr>
            </a:lvl1pPr>
            <a:lvl2pPr marL="557213" indent="-214313" eaLnBrk="0" hangingPunct="0">
              <a:defRPr>
                <a:solidFill>
                  <a:schemeClr val="tx1"/>
                </a:solidFill>
                <a:latin typeface="Arial" charset="0"/>
              </a:defRPr>
            </a:lvl2pPr>
            <a:lvl3pPr marL="857250" indent="-171450" eaLnBrk="0" hangingPunct="0">
              <a:defRPr>
                <a:solidFill>
                  <a:schemeClr val="tx1"/>
                </a:solidFill>
                <a:latin typeface="Arial" charset="0"/>
              </a:defRPr>
            </a:lvl3pPr>
            <a:lvl4pPr marL="1200150" indent="-171450" eaLnBrk="0" hangingPunct="0">
              <a:defRPr>
                <a:solidFill>
                  <a:schemeClr val="tx1"/>
                </a:solidFill>
                <a:latin typeface="Arial" charset="0"/>
              </a:defRPr>
            </a:lvl4pPr>
            <a:lvl5pPr marL="1543050" indent="-171450" eaLnBrk="0" hangingPunct="0">
              <a:defRPr>
                <a:solidFill>
                  <a:schemeClr val="tx1"/>
                </a:solidFill>
                <a:latin typeface="Arial" charset="0"/>
              </a:defRPr>
            </a:lvl5pPr>
            <a:lvl6pPr marL="1885950" indent="-171450" eaLnBrk="0" fontAlgn="base" hangingPunct="0">
              <a:spcBef>
                <a:spcPct val="0"/>
              </a:spcBef>
              <a:spcAft>
                <a:spcPct val="0"/>
              </a:spcAft>
              <a:defRPr>
                <a:solidFill>
                  <a:schemeClr val="tx1"/>
                </a:solidFill>
                <a:latin typeface="Arial" charset="0"/>
              </a:defRPr>
            </a:lvl6pPr>
            <a:lvl7pPr marL="2228850" indent="-171450" eaLnBrk="0" fontAlgn="base" hangingPunct="0">
              <a:spcBef>
                <a:spcPct val="0"/>
              </a:spcBef>
              <a:spcAft>
                <a:spcPct val="0"/>
              </a:spcAft>
              <a:defRPr>
                <a:solidFill>
                  <a:schemeClr val="tx1"/>
                </a:solidFill>
                <a:latin typeface="Arial" charset="0"/>
              </a:defRPr>
            </a:lvl7pPr>
            <a:lvl8pPr marL="2571750" indent="-171450" eaLnBrk="0" fontAlgn="base" hangingPunct="0">
              <a:spcBef>
                <a:spcPct val="0"/>
              </a:spcBef>
              <a:spcAft>
                <a:spcPct val="0"/>
              </a:spcAft>
              <a:defRPr>
                <a:solidFill>
                  <a:schemeClr val="tx1"/>
                </a:solidFill>
                <a:latin typeface="Arial" charset="0"/>
              </a:defRPr>
            </a:lvl8pPr>
            <a:lvl9pPr marL="2914650" indent="-171450" eaLnBrk="0" fontAlgn="base" hangingPunct="0">
              <a:spcBef>
                <a:spcPct val="0"/>
              </a:spcBef>
              <a:spcAft>
                <a:spcPct val="0"/>
              </a:spcAft>
              <a:defRPr>
                <a:solidFill>
                  <a:schemeClr val="tx1"/>
                </a:solidFill>
                <a:latin typeface="Arial" charset="0"/>
              </a:defRPr>
            </a:lvl9pPr>
          </a:lstStyle>
          <a:p>
            <a:pPr eaLnBrk="1" hangingPunct="1"/>
            <a:fld id="{F266799B-CE14-4B96-A937-46E24F8CE167}" type="slidenum">
              <a:rPr lang="en-US" smtClean="0"/>
              <a:pPr eaLnBrk="1" hangingPunct="1"/>
              <a:t>8</a:t>
            </a:fld>
            <a:endParaRPr lang="en-US"/>
          </a:p>
        </p:txBody>
      </p:sp>
      <p:sp>
        <p:nvSpPr>
          <p:cNvPr id="23555" name="Rectangle 2"/>
          <p:cNvSpPr>
            <a:spLocks noGrp="1" noChangeArrowheads="1"/>
          </p:cNvSpPr>
          <p:nvPr>
            <p:ph type="title"/>
          </p:nvPr>
        </p:nvSpPr>
        <p:spPr/>
        <p:txBody>
          <a:bodyPr/>
          <a:lstStyle/>
          <a:p>
            <a:pPr eaLnBrk="1" hangingPunct="1"/>
            <a:r>
              <a:rPr lang="en-US"/>
              <a:t>Example</a:t>
            </a:r>
          </a:p>
        </p:txBody>
      </p:sp>
      <p:sp>
        <p:nvSpPr>
          <p:cNvPr id="23556" name="Rectangle 3"/>
          <p:cNvSpPr>
            <a:spLocks noGrp="1" noChangeArrowheads="1"/>
          </p:cNvSpPr>
          <p:nvPr>
            <p:ph type="body" idx="1"/>
          </p:nvPr>
        </p:nvSpPr>
        <p:spPr>
          <a:xfrm>
            <a:off x="1485901" y="2057401"/>
            <a:ext cx="2585357" cy="3394472"/>
          </a:xfrm>
        </p:spPr>
        <p:txBody>
          <a:bodyPr>
            <a:normAutofit lnSpcReduction="10000"/>
          </a:bodyPr>
          <a:lstStyle/>
          <a:p>
            <a:pPr eaLnBrk="1" hangingPunct="1"/>
            <a:r>
              <a:rPr lang="en-US" dirty="0"/>
              <a:t>Resistive force is never really zero in real systems</a:t>
            </a:r>
          </a:p>
          <a:p>
            <a:pPr eaLnBrk="1" hangingPunct="1"/>
            <a:r>
              <a:rPr lang="en-US" dirty="0"/>
              <a:t>It can be small</a:t>
            </a:r>
          </a:p>
          <a:p>
            <a:pPr eaLnBrk="1" hangingPunct="1"/>
            <a:endParaRPr lang="en-US" dirty="0"/>
          </a:p>
        </p:txBody>
      </p:sp>
      <p:sp>
        <p:nvSpPr>
          <p:cNvPr id="23558" name="Line 8"/>
          <p:cNvSpPr>
            <a:spLocks noChangeShapeType="1"/>
          </p:cNvSpPr>
          <p:nvPr/>
        </p:nvSpPr>
        <p:spPr bwMode="auto">
          <a:xfrm flipH="1">
            <a:off x="5779800" y="3546368"/>
            <a:ext cx="511969" cy="1524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sz="1350"/>
          </a:p>
        </p:txBody>
      </p:sp>
      <p:sp>
        <p:nvSpPr>
          <p:cNvPr id="23559" name="Text Box 9"/>
          <p:cNvSpPr txBox="1">
            <a:spLocks noChangeArrowheads="1"/>
          </p:cNvSpPr>
          <p:nvPr/>
        </p:nvSpPr>
        <p:spPr bwMode="auto">
          <a:xfrm>
            <a:off x="6277561" y="3355869"/>
            <a:ext cx="771365"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eaLnBrk="1" hangingPunct="1"/>
            <a:r>
              <a:rPr lang="en-US" sz="1350"/>
              <a:t>Large b</a:t>
            </a:r>
          </a:p>
        </p:txBody>
      </p:sp>
      <p:sp>
        <p:nvSpPr>
          <p:cNvPr id="23560" name="Line 10"/>
          <p:cNvSpPr>
            <a:spLocks noChangeShapeType="1"/>
          </p:cNvSpPr>
          <p:nvPr/>
        </p:nvSpPr>
        <p:spPr bwMode="auto">
          <a:xfrm flipH="1" flipV="1">
            <a:off x="5763131" y="2354553"/>
            <a:ext cx="609600" cy="1524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sz="1350"/>
          </a:p>
        </p:txBody>
      </p:sp>
      <p:sp>
        <p:nvSpPr>
          <p:cNvPr id="23561" name="Text Box 11"/>
          <p:cNvSpPr txBox="1">
            <a:spLocks noChangeArrowheads="1"/>
          </p:cNvSpPr>
          <p:nvPr/>
        </p:nvSpPr>
        <p:spPr bwMode="auto">
          <a:xfrm>
            <a:off x="6341901" y="2337884"/>
            <a:ext cx="761747" cy="3000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eaLnBrk="1" hangingPunct="1"/>
            <a:r>
              <a:rPr lang="en-US" sz="1350"/>
              <a:t>Small b</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C2E9D35-DB4B-E837-D5E1-83BA2E873ED1}"/>
                  </a:ext>
                </a:extLst>
              </p:cNvPr>
              <p:cNvSpPr txBox="1"/>
              <p:nvPr/>
            </p:nvSpPr>
            <p:spPr>
              <a:xfrm>
                <a:off x="7011110" y="4440611"/>
                <a:ext cx="1027032" cy="276999"/>
              </a:xfrm>
              <a:prstGeom prst="rect">
                <a:avLst/>
              </a:prstGeom>
              <a:noFill/>
            </p:spPr>
            <p:txBody>
              <a:bodyPr wrap="square" rtlCol="0">
                <a:spAutoFit/>
              </a:bodyPr>
              <a:lstStyle/>
              <a:p>
                <a14:m>
                  <m:oMath xmlns:m="http://schemas.openxmlformats.org/officeDocument/2006/math">
                    <m:r>
                      <a:rPr lang="en-US" sz="1200" i="1" smtClean="0">
                        <a:latin typeface="Cambria Math" panose="02040503050406030204" pitchFamily="18" charset="0"/>
                        <a:ea typeface="Cambria Math" panose="02040503050406030204" pitchFamily="18" charset="0"/>
                      </a:rPr>
                      <m:t>𝜔</m:t>
                    </m:r>
                  </m:oMath>
                </a14:m>
                <a:r>
                  <a:rPr lang="en-US" sz="1200" dirty="0"/>
                  <a:t> (rad/sec)</a:t>
                </a:r>
              </a:p>
            </p:txBody>
          </p:sp>
        </mc:Choice>
        <mc:Fallback xmlns="">
          <p:sp>
            <p:nvSpPr>
              <p:cNvPr id="6" name="TextBox 5">
                <a:extLst>
                  <a:ext uri="{FF2B5EF4-FFF2-40B4-BE49-F238E27FC236}">
                    <a16:creationId xmlns:a16="http://schemas.microsoft.com/office/drawing/2014/main" id="{0C2E9D35-DB4B-E837-D5E1-83BA2E873ED1}"/>
                  </a:ext>
                </a:extLst>
              </p:cNvPr>
              <p:cNvSpPr txBox="1">
                <a:spLocks noRot="1" noChangeAspect="1" noMove="1" noResize="1" noEditPoints="1" noAdjustHandles="1" noChangeArrowheads="1" noChangeShapeType="1" noTextEdit="1"/>
              </p:cNvSpPr>
              <p:nvPr/>
            </p:nvSpPr>
            <p:spPr>
              <a:xfrm>
                <a:off x="7011110" y="4440611"/>
                <a:ext cx="1027032" cy="276999"/>
              </a:xfrm>
              <a:prstGeom prst="rect">
                <a:avLst/>
              </a:prstGeom>
              <a:blipFill>
                <a:blip r:embed="rId3"/>
                <a:stretch>
                  <a:fillRect b="-15217"/>
                </a:stretch>
              </a:blipFill>
            </p:spPr>
            <p:txBody>
              <a:bodyPr/>
              <a:lstStyle/>
              <a:p>
                <a:r>
                  <a:rPr lang="en-US">
                    <a:noFill/>
                  </a:rPr>
                  <a:t> </a:t>
                </a:r>
              </a:p>
            </p:txBody>
          </p:sp>
        </mc:Fallback>
      </mc:AlternateContent>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defRPr>
            </a:lvl1pPr>
            <a:lvl2pPr marL="557213" indent="-214313" eaLnBrk="0" hangingPunct="0">
              <a:defRPr>
                <a:solidFill>
                  <a:schemeClr val="tx1"/>
                </a:solidFill>
                <a:latin typeface="Arial" charset="0"/>
              </a:defRPr>
            </a:lvl2pPr>
            <a:lvl3pPr marL="857250" indent="-171450" eaLnBrk="0" hangingPunct="0">
              <a:defRPr>
                <a:solidFill>
                  <a:schemeClr val="tx1"/>
                </a:solidFill>
                <a:latin typeface="Arial" charset="0"/>
              </a:defRPr>
            </a:lvl3pPr>
            <a:lvl4pPr marL="1200150" indent="-171450" eaLnBrk="0" hangingPunct="0">
              <a:defRPr>
                <a:solidFill>
                  <a:schemeClr val="tx1"/>
                </a:solidFill>
                <a:latin typeface="Arial" charset="0"/>
              </a:defRPr>
            </a:lvl4pPr>
            <a:lvl5pPr marL="1543050" indent="-171450" eaLnBrk="0" hangingPunct="0">
              <a:defRPr>
                <a:solidFill>
                  <a:schemeClr val="tx1"/>
                </a:solidFill>
                <a:latin typeface="Arial" charset="0"/>
              </a:defRPr>
            </a:lvl5pPr>
            <a:lvl6pPr marL="1885950" indent="-171450" eaLnBrk="0" fontAlgn="base" hangingPunct="0">
              <a:spcBef>
                <a:spcPct val="0"/>
              </a:spcBef>
              <a:spcAft>
                <a:spcPct val="0"/>
              </a:spcAft>
              <a:defRPr>
                <a:solidFill>
                  <a:schemeClr val="tx1"/>
                </a:solidFill>
                <a:latin typeface="Arial" charset="0"/>
              </a:defRPr>
            </a:lvl6pPr>
            <a:lvl7pPr marL="2228850" indent="-171450" eaLnBrk="0" fontAlgn="base" hangingPunct="0">
              <a:spcBef>
                <a:spcPct val="0"/>
              </a:spcBef>
              <a:spcAft>
                <a:spcPct val="0"/>
              </a:spcAft>
              <a:defRPr>
                <a:solidFill>
                  <a:schemeClr val="tx1"/>
                </a:solidFill>
                <a:latin typeface="Arial" charset="0"/>
              </a:defRPr>
            </a:lvl7pPr>
            <a:lvl8pPr marL="2571750" indent="-171450" eaLnBrk="0" fontAlgn="base" hangingPunct="0">
              <a:spcBef>
                <a:spcPct val="0"/>
              </a:spcBef>
              <a:spcAft>
                <a:spcPct val="0"/>
              </a:spcAft>
              <a:defRPr>
                <a:solidFill>
                  <a:schemeClr val="tx1"/>
                </a:solidFill>
                <a:latin typeface="Arial" charset="0"/>
              </a:defRPr>
            </a:lvl8pPr>
            <a:lvl9pPr marL="2914650" indent="-171450" eaLnBrk="0" fontAlgn="base" hangingPunct="0">
              <a:spcBef>
                <a:spcPct val="0"/>
              </a:spcBef>
              <a:spcAft>
                <a:spcPct val="0"/>
              </a:spcAft>
              <a:defRPr>
                <a:solidFill>
                  <a:schemeClr val="tx1"/>
                </a:solidFill>
                <a:latin typeface="Arial" charset="0"/>
              </a:defRPr>
            </a:lvl9pPr>
          </a:lstStyle>
          <a:p>
            <a:pPr eaLnBrk="1" hangingPunct="1"/>
            <a:fld id="{FEE5103E-6A1B-4022-ADD9-EEAD660E9795}" type="slidenum">
              <a:rPr lang="en-US" smtClean="0"/>
              <a:pPr eaLnBrk="1" hangingPunct="1"/>
              <a:t>9</a:t>
            </a:fld>
            <a:endParaRPr lang="en-US"/>
          </a:p>
        </p:txBody>
      </p:sp>
      <p:sp>
        <p:nvSpPr>
          <p:cNvPr id="1029" name="Rectangle 2"/>
          <p:cNvSpPr>
            <a:spLocks noGrp="1" noChangeArrowheads="1"/>
          </p:cNvSpPr>
          <p:nvPr>
            <p:ph type="title"/>
          </p:nvPr>
        </p:nvSpPr>
        <p:spPr/>
        <p:txBody>
          <a:bodyPr/>
          <a:lstStyle/>
          <a:p>
            <a:pPr eaLnBrk="1" hangingPunct="1"/>
            <a:r>
              <a:rPr lang="en-US"/>
              <a:t>Remember Tacoma Narrows? </a:t>
            </a:r>
          </a:p>
        </p:txBody>
      </p:sp>
      <p:sp>
        <p:nvSpPr>
          <p:cNvPr id="1030" name="Rectangle 3"/>
          <p:cNvSpPr>
            <a:spLocks noGrp="1" noChangeArrowheads="1"/>
          </p:cNvSpPr>
          <p:nvPr>
            <p:ph type="body" idx="1"/>
          </p:nvPr>
        </p:nvSpPr>
        <p:spPr>
          <a:xfrm>
            <a:off x="541867" y="1731764"/>
            <a:ext cx="7890933" cy="3394472"/>
          </a:xfrm>
        </p:spPr>
        <p:txBody>
          <a:bodyPr>
            <a:normAutofit/>
          </a:bodyPr>
          <a:lstStyle/>
          <a:p>
            <a:pPr eaLnBrk="1" hangingPunct="1">
              <a:lnSpc>
                <a:spcPct val="80000"/>
              </a:lnSpc>
            </a:pPr>
            <a:r>
              <a:rPr lang="en-US" dirty="0"/>
              <a:t>The wind gusts formed a periodic driving force that allowed a driving harmonic oscillation to form. </a:t>
            </a:r>
          </a:p>
          <a:p>
            <a:pPr eaLnBrk="1" hangingPunct="1">
              <a:lnSpc>
                <a:spcPct val="80000"/>
              </a:lnSpc>
            </a:pPr>
            <a:r>
              <a:rPr lang="en-US" dirty="0"/>
              <a:t>Since the bridge was resonant with the gust frequency, the amplitude grew until the bridge materials broke.</a:t>
            </a:r>
          </a:p>
        </p:txBody>
      </p:sp>
      <p:pic>
        <p:nvPicPr>
          <p:cNvPr id="2" name="Picture 1" descr="File:Tacoma Narrows Bridge Falling.png">
            <a:extLst>
              <a:ext uri="{FF2B5EF4-FFF2-40B4-BE49-F238E27FC236}">
                <a16:creationId xmlns:a16="http://schemas.microsoft.com/office/drawing/2014/main" id="{97DA0287-7C11-6853-614F-8CB4B73A9652}"/>
              </a:ext>
            </a:extLst>
          </p:cNvPr>
          <p:cNvPicPr>
            <a:picLocks noChangeAspect="1"/>
          </p:cNvPicPr>
          <p:nvPr/>
        </p:nvPicPr>
        <p:blipFill>
          <a:blip r:embed="rId2"/>
          <a:stretch>
            <a:fillRect/>
          </a:stretch>
        </p:blipFill>
        <p:spPr>
          <a:xfrm>
            <a:off x="2984698" y="4321475"/>
            <a:ext cx="3174603" cy="2400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5CECC-A911-41A9-CB8F-896E3C140D1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1A691B2-768F-0B80-CC3E-B5E95360A4C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9860146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51D59E-C377-D497-A0B0-1319A62CC578}"/>
            </a:ext>
          </a:extLst>
        </p:cNvPr>
        <p:cNvGrpSpPr/>
        <p:nvPr/>
      </p:nvGrpSpPr>
      <p:grpSpPr>
        <a:xfrm>
          <a:off x="0" y="0"/>
          <a:ext cx="0" cy="0"/>
          <a:chOff x="0" y="0"/>
          <a:chExt cx="0" cy="0"/>
        </a:xfrm>
      </p:grpSpPr>
      <p:sp>
        <p:nvSpPr>
          <p:cNvPr id="1028" name="Slide Number Placeholder 5">
            <a:extLst>
              <a:ext uri="{FF2B5EF4-FFF2-40B4-BE49-F238E27FC236}">
                <a16:creationId xmlns:a16="http://schemas.microsoft.com/office/drawing/2014/main" id="{4A362039-A16D-A42A-6B62-4AFA5EEEF0C2}"/>
              </a:ext>
            </a:extLst>
          </p:cNvPr>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defRPr>
            </a:lvl1pPr>
            <a:lvl2pPr marL="557213" indent="-214313" eaLnBrk="0" hangingPunct="0">
              <a:defRPr>
                <a:solidFill>
                  <a:schemeClr val="tx1"/>
                </a:solidFill>
                <a:latin typeface="Arial" charset="0"/>
              </a:defRPr>
            </a:lvl2pPr>
            <a:lvl3pPr marL="857250" indent="-171450" eaLnBrk="0" hangingPunct="0">
              <a:defRPr>
                <a:solidFill>
                  <a:schemeClr val="tx1"/>
                </a:solidFill>
                <a:latin typeface="Arial" charset="0"/>
              </a:defRPr>
            </a:lvl3pPr>
            <a:lvl4pPr marL="1200150" indent="-171450" eaLnBrk="0" hangingPunct="0">
              <a:defRPr>
                <a:solidFill>
                  <a:schemeClr val="tx1"/>
                </a:solidFill>
                <a:latin typeface="Arial" charset="0"/>
              </a:defRPr>
            </a:lvl4pPr>
            <a:lvl5pPr marL="1543050" indent="-171450" eaLnBrk="0" hangingPunct="0">
              <a:defRPr>
                <a:solidFill>
                  <a:schemeClr val="tx1"/>
                </a:solidFill>
                <a:latin typeface="Arial" charset="0"/>
              </a:defRPr>
            </a:lvl5pPr>
            <a:lvl6pPr marL="1885950" indent="-171450" eaLnBrk="0" fontAlgn="base" hangingPunct="0">
              <a:spcBef>
                <a:spcPct val="0"/>
              </a:spcBef>
              <a:spcAft>
                <a:spcPct val="0"/>
              </a:spcAft>
              <a:defRPr>
                <a:solidFill>
                  <a:schemeClr val="tx1"/>
                </a:solidFill>
                <a:latin typeface="Arial" charset="0"/>
              </a:defRPr>
            </a:lvl6pPr>
            <a:lvl7pPr marL="2228850" indent="-171450" eaLnBrk="0" fontAlgn="base" hangingPunct="0">
              <a:spcBef>
                <a:spcPct val="0"/>
              </a:spcBef>
              <a:spcAft>
                <a:spcPct val="0"/>
              </a:spcAft>
              <a:defRPr>
                <a:solidFill>
                  <a:schemeClr val="tx1"/>
                </a:solidFill>
                <a:latin typeface="Arial" charset="0"/>
              </a:defRPr>
            </a:lvl7pPr>
            <a:lvl8pPr marL="2571750" indent="-171450" eaLnBrk="0" fontAlgn="base" hangingPunct="0">
              <a:spcBef>
                <a:spcPct val="0"/>
              </a:spcBef>
              <a:spcAft>
                <a:spcPct val="0"/>
              </a:spcAft>
              <a:defRPr>
                <a:solidFill>
                  <a:schemeClr val="tx1"/>
                </a:solidFill>
                <a:latin typeface="Arial" charset="0"/>
              </a:defRPr>
            </a:lvl8pPr>
            <a:lvl9pPr marL="2914650" indent="-171450" eaLnBrk="0" fontAlgn="base" hangingPunct="0">
              <a:spcBef>
                <a:spcPct val="0"/>
              </a:spcBef>
              <a:spcAft>
                <a:spcPct val="0"/>
              </a:spcAft>
              <a:defRPr>
                <a:solidFill>
                  <a:schemeClr val="tx1"/>
                </a:solidFill>
                <a:latin typeface="Arial" charset="0"/>
              </a:defRPr>
            </a:lvl9pPr>
          </a:lstStyle>
          <a:p>
            <a:pPr eaLnBrk="1" hangingPunct="1"/>
            <a:fld id="{FEE5103E-6A1B-4022-ADD9-EEAD660E9795}" type="slidenum">
              <a:rPr lang="en-US" smtClean="0"/>
              <a:pPr eaLnBrk="1" hangingPunct="1"/>
              <a:t>11</a:t>
            </a:fld>
            <a:endParaRPr lang="en-US"/>
          </a:p>
        </p:txBody>
      </p:sp>
      <p:sp>
        <p:nvSpPr>
          <p:cNvPr id="1029" name="Rectangle 2">
            <a:extLst>
              <a:ext uri="{FF2B5EF4-FFF2-40B4-BE49-F238E27FC236}">
                <a16:creationId xmlns:a16="http://schemas.microsoft.com/office/drawing/2014/main" id="{A7D613CA-CE67-46E2-3F9E-0D6B13AF7EA1}"/>
              </a:ext>
            </a:extLst>
          </p:cNvPr>
          <p:cNvSpPr>
            <a:spLocks noGrp="1" noChangeArrowheads="1"/>
          </p:cNvSpPr>
          <p:nvPr>
            <p:ph type="title"/>
          </p:nvPr>
        </p:nvSpPr>
        <p:spPr/>
        <p:txBody>
          <a:bodyPr/>
          <a:lstStyle/>
          <a:p>
            <a:pPr eaLnBrk="1" hangingPunct="1"/>
            <a:r>
              <a:rPr lang="en-US"/>
              <a:t>Remember Tacoma Narrows? </a:t>
            </a:r>
          </a:p>
        </p:txBody>
      </p:sp>
      <p:sp>
        <p:nvSpPr>
          <p:cNvPr id="1030" name="Rectangle 3">
            <a:extLst>
              <a:ext uri="{FF2B5EF4-FFF2-40B4-BE49-F238E27FC236}">
                <a16:creationId xmlns:a16="http://schemas.microsoft.com/office/drawing/2014/main" id="{90A21971-A232-47EF-3A02-A58F8B124A12}"/>
              </a:ext>
            </a:extLst>
          </p:cNvPr>
          <p:cNvSpPr>
            <a:spLocks noGrp="1" noChangeArrowheads="1"/>
          </p:cNvSpPr>
          <p:nvPr>
            <p:ph type="body" idx="1"/>
          </p:nvPr>
        </p:nvSpPr>
        <p:spPr>
          <a:xfrm>
            <a:off x="1308773" y="2143126"/>
            <a:ext cx="2950369" cy="3394472"/>
          </a:xfrm>
        </p:spPr>
        <p:txBody>
          <a:bodyPr>
            <a:normAutofit fontScale="77500" lnSpcReduction="20000"/>
          </a:bodyPr>
          <a:lstStyle/>
          <a:p>
            <a:pPr eaLnBrk="1" hangingPunct="1">
              <a:lnSpc>
                <a:spcPct val="80000"/>
              </a:lnSpc>
            </a:pPr>
            <a:r>
              <a:rPr lang="en-US"/>
              <a:t>The wind gusts formed a periodic driving force that allowed a driving harmonic oscillation to form. </a:t>
            </a:r>
          </a:p>
          <a:p>
            <a:pPr eaLnBrk="1" hangingPunct="1">
              <a:lnSpc>
                <a:spcPct val="80000"/>
              </a:lnSpc>
            </a:pPr>
            <a:r>
              <a:rPr lang="en-US"/>
              <a:t>Since the bridge was resonant with the gust frequency, the amplitude grew until the bridge materials broke.</a:t>
            </a:r>
          </a:p>
        </p:txBody>
      </p:sp>
      <p:pic>
        <p:nvPicPr>
          <p:cNvPr id="3" name="Online Media 2" title="Tacoma Narrows Bridge Collapse (Sound Version) (Standard 4:3) (1940)">
            <a:hlinkClick r:id="" action="ppaction://media"/>
            <a:extLst>
              <a:ext uri="{FF2B5EF4-FFF2-40B4-BE49-F238E27FC236}">
                <a16:creationId xmlns:a16="http://schemas.microsoft.com/office/drawing/2014/main" id="{D3A3881A-6F56-320F-BD99-48F2696C7B40}"/>
              </a:ext>
            </a:extLst>
          </p:cNvPr>
          <p:cNvPicPr>
            <a:picLocks noRot="1" noChangeAspect="1"/>
          </p:cNvPicPr>
          <p:nvPr>
            <a:videoFile r:link="rId1"/>
          </p:nvPr>
        </p:nvPicPr>
        <p:blipFill>
          <a:blip r:embed="rId3"/>
          <a:stretch>
            <a:fillRect/>
          </a:stretch>
        </p:blipFill>
        <p:spPr>
          <a:xfrm>
            <a:off x="829056" y="1107059"/>
            <a:ext cx="7485888" cy="5614416"/>
          </a:xfrm>
          <a:prstGeom prst="rect">
            <a:avLst/>
          </a:prstGeom>
        </p:spPr>
      </p:pic>
    </p:spTree>
    <p:extLst>
      <p:ext uri="{BB962C8B-B14F-4D97-AF65-F5344CB8AC3E}">
        <p14:creationId xmlns:p14="http://schemas.microsoft.com/office/powerpoint/2010/main" val="3531190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charset="0"/>
              </a:defRPr>
            </a:lvl1pPr>
            <a:lvl2pPr marL="557213" indent="-214313" eaLnBrk="0" hangingPunct="0">
              <a:defRPr>
                <a:solidFill>
                  <a:schemeClr val="tx1"/>
                </a:solidFill>
                <a:latin typeface="Arial" charset="0"/>
              </a:defRPr>
            </a:lvl2pPr>
            <a:lvl3pPr marL="857250" indent="-171450" eaLnBrk="0" hangingPunct="0">
              <a:defRPr>
                <a:solidFill>
                  <a:schemeClr val="tx1"/>
                </a:solidFill>
                <a:latin typeface="Arial" charset="0"/>
              </a:defRPr>
            </a:lvl3pPr>
            <a:lvl4pPr marL="1200150" indent="-171450" eaLnBrk="0" hangingPunct="0">
              <a:defRPr>
                <a:solidFill>
                  <a:schemeClr val="tx1"/>
                </a:solidFill>
                <a:latin typeface="Arial" charset="0"/>
              </a:defRPr>
            </a:lvl4pPr>
            <a:lvl5pPr marL="1543050" indent="-171450" eaLnBrk="0" hangingPunct="0">
              <a:defRPr>
                <a:solidFill>
                  <a:schemeClr val="tx1"/>
                </a:solidFill>
                <a:latin typeface="Arial" charset="0"/>
              </a:defRPr>
            </a:lvl5pPr>
            <a:lvl6pPr marL="1885950" indent="-171450" eaLnBrk="0" fontAlgn="base" hangingPunct="0">
              <a:spcBef>
                <a:spcPct val="0"/>
              </a:spcBef>
              <a:spcAft>
                <a:spcPct val="0"/>
              </a:spcAft>
              <a:defRPr>
                <a:solidFill>
                  <a:schemeClr val="tx1"/>
                </a:solidFill>
                <a:latin typeface="Arial" charset="0"/>
              </a:defRPr>
            </a:lvl6pPr>
            <a:lvl7pPr marL="2228850" indent="-171450" eaLnBrk="0" fontAlgn="base" hangingPunct="0">
              <a:spcBef>
                <a:spcPct val="0"/>
              </a:spcBef>
              <a:spcAft>
                <a:spcPct val="0"/>
              </a:spcAft>
              <a:defRPr>
                <a:solidFill>
                  <a:schemeClr val="tx1"/>
                </a:solidFill>
                <a:latin typeface="Arial" charset="0"/>
              </a:defRPr>
            </a:lvl7pPr>
            <a:lvl8pPr marL="2571750" indent="-171450" eaLnBrk="0" fontAlgn="base" hangingPunct="0">
              <a:spcBef>
                <a:spcPct val="0"/>
              </a:spcBef>
              <a:spcAft>
                <a:spcPct val="0"/>
              </a:spcAft>
              <a:defRPr>
                <a:solidFill>
                  <a:schemeClr val="tx1"/>
                </a:solidFill>
                <a:latin typeface="Arial" charset="0"/>
              </a:defRPr>
            </a:lvl8pPr>
            <a:lvl9pPr marL="2914650" indent="-171450" eaLnBrk="0" fontAlgn="base" hangingPunct="0">
              <a:spcBef>
                <a:spcPct val="0"/>
              </a:spcBef>
              <a:spcAft>
                <a:spcPct val="0"/>
              </a:spcAft>
              <a:defRPr>
                <a:solidFill>
                  <a:schemeClr val="tx1"/>
                </a:solidFill>
                <a:latin typeface="Arial" charset="0"/>
              </a:defRPr>
            </a:lvl9pPr>
          </a:lstStyle>
          <a:p>
            <a:pPr eaLnBrk="1" hangingPunct="1"/>
            <a:fld id="{4E51C186-1BB2-4F1F-9C5C-C604BA7AA83F}" type="slidenum">
              <a:rPr lang="en-US" smtClean="0"/>
              <a:pPr eaLnBrk="1" hangingPunct="1"/>
              <a:t>12</a:t>
            </a:fld>
            <a:endParaRPr lang="en-US"/>
          </a:p>
        </p:txBody>
      </p:sp>
      <p:sp>
        <p:nvSpPr>
          <p:cNvPr id="24579" name="Rectangle 2"/>
          <p:cNvSpPr>
            <a:spLocks noGrp="1" noChangeArrowheads="1"/>
          </p:cNvSpPr>
          <p:nvPr>
            <p:ph type="title"/>
          </p:nvPr>
        </p:nvSpPr>
        <p:spPr/>
        <p:txBody>
          <a:bodyPr/>
          <a:lstStyle/>
          <a:p>
            <a:pPr eaLnBrk="1" hangingPunct="1"/>
            <a:r>
              <a:rPr lang="en-US"/>
              <a:t>Summary</a:t>
            </a:r>
          </a:p>
        </p:txBody>
      </p:sp>
      <p:sp>
        <p:nvSpPr>
          <p:cNvPr id="24580" name="Rectangle 3"/>
          <p:cNvSpPr>
            <a:spLocks noGrp="1" noChangeArrowheads="1"/>
          </p:cNvSpPr>
          <p:nvPr>
            <p:ph type="body" idx="1"/>
          </p:nvPr>
        </p:nvSpPr>
        <p:spPr>
          <a:xfrm>
            <a:off x="1389460" y="2110978"/>
            <a:ext cx="6172200" cy="3394472"/>
          </a:xfrm>
        </p:spPr>
        <p:txBody>
          <a:bodyPr/>
          <a:lstStyle/>
          <a:p>
            <a:pPr eaLnBrk="1" hangingPunct="1">
              <a:lnSpc>
                <a:spcPct val="80000"/>
              </a:lnSpc>
            </a:pPr>
            <a:r>
              <a:rPr lang="en-US" sz="1200" dirty="0"/>
              <a:t>SHM along a straight line can be thought of as a projection of a uniform circular motion along a diameter of a reference circle</a:t>
            </a:r>
          </a:p>
          <a:p>
            <a:pPr eaLnBrk="1" hangingPunct="1">
              <a:lnSpc>
                <a:spcPct val="80000"/>
              </a:lnSpc>
            </a:pPr>
            <a:endParaRPr lang="en-US" sz="1200" dirty="0"/>
          </a:p>
          <a:p>
            <a:pPr eaLnBrk="1" hangingPunct="1">
              <a:lnSpc>
                <a:spcPct val="80000"/>
              </a:lnSpc>
            </a:pPr>
            <a:r>
              <a:rPr lang="en-US" sz="1200" dirty="0"/>
              <a:t>Pendulum</a:t>
            </a:r>
          </a:p>
          <a:p>
            <a:pPr eaLnBrk="1" hangingPunct="1">
              <a:lnSpc>
                <a:spcPct val="80000"/>
              </a:lnSpc>
            </a:pPr>
            <a:endParaRPr lang="en-US" sz="1200" dirty="0"/>
          </a:p>
          <a:p>
            <a:pPr eaLnBrk="1" hangingPunct="1">
              <a:lnSpc>
                <a:spcPct val="80000"/>
              </a:lnSpc>
            </a:pPr>
            <a:r>
              <a:rPr lang="en-US" sz="1200" dirty="0"/>
              <a:t>Physical Pendulum</a:t>
            </a:r>
          </a:p>
          <a:p>
            <a:pPr eaLnBrk="1" hangingPunct="1">
              <a:lnSpc>
                <a:spcPct val="80000"/>
              </a:lnSpc>
            </a:pPr>
            <a:endParaRPr lang="en-US" sz="1200" dirty="0"/>
          </a:p>
          <a:p>
            <a:pPr eaLnBrk="1" hangingPunct="1">
              <a:lnSpc>
                <a:spcPct val="80000"/>
              </a:lnSpc>
            </a:pPr>
            <a:r>
              <a:rPr lang="en-US" sz="1200" dirty="0" err="1"/>
              <a:t>Torsoinal</a:t>
            </a:r>
            <a:r>
              <a:rPr lang="en-US" sz="1200" dirty="0"/>
              <a:t> Pendulum</a:t>
            </a:r>
          </a:p>
          <a:p>
            <a:pPr eaLnBrk="1" hangingPunct="1">
              <a:lnSpc>
                <a:spcPct val="80000"/>
              </a:lnSpc>
            </a:pPr>
            <a:endParaRPr lang="en-US" sz="1200" dirty="0"/>
          </a:p>
          <a:p>
            <a:pPr eaLnBrk="1" hangingPunct="1">
              <a:lnSpc>
                <a:spcPct val="80000"/>
              </a:lnSpc>
            </a:pPr>
            <a:endParaRPr lang="en-US" sz="1200" dirty="0"/>
          </a:p>
          <a:p>
            <a:pPr eaLnBrk="1" hangingPunct="1">
              <a:lnSpc>
                <a:spcPct val="80000"/>
              </a:lnSpc>
            </a:pPr>
            <a:r>
              <a:rPr lang="en-US" sz="1200" dirty="0"/>
              <a:t>Damped Oscillation</a:t>
            </a:r>
          </a:p>
          <a:p>
            <a:pPr eaLnBrk="1" hangingPunct="1">
              <a:lnSpc>
                <a:spcPct val="80000"/>
              </a:lnSpc>
            </a:pPr>
            <a:endParaRPr lang="en-US" sz="1200" dirty="0"/>
          </a:p>
          <a:p>
            <a:pPr eaLnBrk="1" hangingPunct="1">
              <a:lnSpc>
                <a:spcPct val="80000"/>
              </a:lnSpc>
            </a:pPr>
            <a:endParaRPr lang="en-US" sz="1200" dirty="0"/>
          </a:p>
          <a:p>
            <a:pPr eaLnBrk="1" hangingPunct="1">
              <a:lnSpc>
                <a:spcPct val="80000"/>
              </a:lnSpc>
            </a:pPr>
            <a:r>
              <a:rPr lang="en-US" sz="1200" dirty="0"/>
              <a:t>Forced Oscillation</a:t>
            </a:r>
          </a:p>
          <a:p>
            <a:pPr eaLnBrk="1" hangingPunct="1">
              <a:lnSpc>
                <a:spcPct val="80000"/>
              </a:lnSpc>
            </a:pPr>
            <a:endParaRPr lang="en-US" sz="1200" dirty="0"/>
          </a:p>
          <a:p>
            <a:pPr eaLnBrk="1" hangingPunct="1">
              <a:lnSpc>
                <a:spcPct val="80000"/>
              </a:lnSpc>
            </a:pPr>
            <a:endParaRPr lang="en-US" sz="1200" dirty="0"/>
          </a:p>
          <a:p>
            <a:pPr eaLnBrk="1" hangingPunct="1">
              <a:lnSpc>
                <a:spcPct val="80000"/>
              </a:lnSpc>
            </a:pPr>
            <a:endParaRPr lang="en-US" sz="1200" dirty="0"/>
          </a:p>
        </p:txBody>
      </p:sp>
      <p:graphicFrame>
        <p:nvGraphicFramePr>
          <p:cNvPr id="24581" name="Object 4"/>
          <p:cNvGraphicFramePr>
            <a:graphicFrameLocks noChangeAspect="1"/>
          </p:cNvGraphicFramePr>
          <p:nvPr/>
        </p:nvGraphicFramePr>
        <p:xfrm>
          <a:off x="2657475" y="2607469"/>
          <a:ext cx="409575" cy="161925"/>
        </p:xfrm>
        <a:graphic>
          <a:graphicData uri="http://schemas.openxmlformats.org/presentationml/2006/ole">
            <mc:AlternateContent xmlns:mc="http://schemas.openxmlformats.org/markup-compatibility/2006">
              <mc:Choice xmlns:v="urn:schemas-microsoft-com:vml" Requires="v">
                <p:oleObj name="Equation" r:id="rId2" imgW="457002" imgH="177723" progId="Equation.3">
                  <p:embed/>
                </p:oleObj>
              </mc:Choice>
              <mc:Fallback>
                <p:oleObj name="Equation" r:id="rId2" imgW="457002" imgH="177723" progId="Equation.3">
                  <p:embed/>
                  <p:pic>
                    <p:nvPicPr>
                      <p:cNvPr id="24581"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57475" y="2607469"/>
                        <a:ext cx="409575"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82" name="Object 5"/>
          <p:cNvGraphicFramePr>
            <a:graphicFrameLocks noChangeAspect="1"/>
          </p:cNvGraphicFramePr>
          <p:nvPr/>
        </p:nvGraphicFramePr>
        <p:xfrm>
          <a:off x="3255169" y="2502694"/>
          <a:ext cx="709613" cy="371475"/>
        </p:xfrm>
        <a:graphic>
          <a:graphicData uri="http://schemas.openxmlformats.org/presentationml/2006/ole">
            <mc:AlternateContent xmlns:mc="http://schemas.openxmlformats.org/markup-compatibility/2006">
              <mc:Choice xmlns:v="urn:schemas-microsoft-com:vml" Requires="v">
                <p:oleObj name="Equation" r:id="rId4" imgW="800100" imgH="419100" progId="Equation.3">
                  <p:embed/>
                </p:oleObj>
              </mc:Choice>
              <mc:Fallback>
                <p:oleObj name="Equation" r:id="rId4" imgW="800100" imgH="419100" progId="Equation.3">
                  <p:embed/>
                  <p:pic>
                    <p:nvPicPr>
                      <p:cNvPr id="24582"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255169" y="2502694"/>
                        <a:ext cx="709613" cy="371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83" name="Object 6"/>
          <p:cNvGraphicFramePr>
            <a:graphicFrameLocks noChangeAspect="1"/>
          </p:cNvGraphicFramePr>
          <p:nvPr/>
        </p:nvGraphicFramePr>
        <p:xfrm>
          <a:off x="5588795" y="2590801"/>
          <a:ext cx="1135856" cy="194072"/>
        </p:xfrm>
        <a:graphic>
          <a:graphicData uri="http://schemas.openxmlformats.org/presentationml/2006/ole">
            <mc:AlternateContent xmlns:mc="http://schemas.openxmlformats.org/markup-compatibility/2006">
              <mc:Choice xmlns:v="urn:schemas-microsoft-com:vml" Requires="v">
                <p:oleObj name="Equation" r:id="rId6" imgW="1346200" imgH="228600" progId="Equation.3">
                  <p:embed/>
                </p:oleObj>
              </mc:Choice>
              <mc:Fallback>
                <p:oleObj name="Equation" r:id="rId6" imgW="1346200" imgH="228600" progId="Equation.3">
                  <p:embed/>
                  <p:pic>
                    <p:nvPicPr>
                      <p:cNvPr id="24583"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588795" y="2590801"/>
                        <a:ext cx="1135856" cy="19407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4584" name="Object 7"/>
          <p:cNvGraphicFramePr>
            <a:graphicFrameLocks noChangeAspect="1"/>
          </p:cNvGraphicFramePr>
          <p:nvPr/>
        </p:nvGraphicFramePr>
        <p:xfrm>
          <a:off x="4081463" y="2511029"/>
          <a:ext cx="438150" cy="352425"/>
        </p:xfrm>
        <a:graphic>
          <a:graphicData uri="http://schemas.openxmlformats.org/presentationml/2006/ole">
            <mc:AlternateContent xmlns:mc="http://schemas.openxmlformats.org/markup-compatibility/2006">
              <mc:Choice xmlns:v="urn:schemas-microsoft-com:vml" Requires="v">
                <p:oleObj name="Equation" r:id="rId8" imgW="495085" imgH="393529" progId="Equation.3">
                  <p:embed/>
                </p:oleObj>
              </mc:Choice>
              <mc:Fallback>
                <p:oleObj name="Equation" r:id="rId8" imgW="495085" imgH="393529" progId="Equation.3">
                  <p:embed/>
                  <p:pic>
                    <p:nvPicPr>
                      <p:cNvPr id="24584" name="Object 7"/>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081463" y="2511029"/>
                        <a:ext cx="438150" cy="352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85" name="Object 8"/>
          <p:cNvGraphicFramePr>
            <a:graphicFrameLocks noChangeAspect="1"/>
          </p:cNvGraphicFramePr>
          <p:nvPr/>
        </p:nvGraphicFramePr>
        <p:xfrm>
          <a:off x="4733925" y="2540794"/>
          <a:ext cx="681038" cy="295275"/>
        </p:xfrm>
        <a:graphic>
          <a:graphicData uri="http://schemas.openxmlformats.org/presentationml/2006/ole">
            <mc:AlternateContent xmlns:mc="http://schemas.openxmlformats.org/markup-compatibility/2006">
              <mc:Choice xmlns:v="urn:schemas-microsoft-com:vml" Requires="v">
                <p:oleObj name="Equation" r:id="rId10" imgW="1079500" imgH="469900" progId="Equation.3">
                  <p:embed/>
                </p:oleObj>
              </mc:Choice>
              <mc:Fallback>
                <p:oleObj name="Equation" r:id="rId10" imgW="1079500" imgH="469900" progId="Equation.3">
                  <p:embed/>
                  <p:pic>
                    <p:nvPicPr>
                      <p:cNvPr id="24585" name="Object 8"/>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4733925" y="2540794"/>
                        <a:ext cx="681038" cy="295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86" name="Object 9"/>
          <p:cNvGraphicFramePr>
            <a:graphicFrameLocks noChangeAspect="1"/>
          </p:cNvGraphicFramePr>
          <p:nvPr/>
        </p:nvGraphicFramePr>
        <p:xfrm>
          <a:off x="5534025" y="3001567"/>
          <a:ext cx="928688" cy="158353"/>
        </p:xfrm>
        <a:graphic>
          <a:graphicData uri="http://schemas.openxmlformats.org/presentationml/2006/ole">
            <mc:AlternateContent xmlns:mc="http://schemas.openxmlformats.org/markup-compatibility/2006">
              <mc:Choice xmlns:v="urn:schemas-microsoft-com:vml" Requires="v">
                <p:oleObj name="Equation" r:id="rId12" imgW="1346200" imgH="228600" progId="Equation.3">
                  <p:embed/>
                </p:oleObj>
              </mc:Choice>
              <mc:Fallback>
                <p:oleObj name="Equation" r:id="rId12" imgW="1346200" imgH="228600" progId="Equation.3">
                  <p:embed/>
                  <p:pic>
                    <p:nvPicPr>
                      <p:cNvPr id="24586" name="Object 9"/>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534025" y="3001567"/>
                        <a:ext cx="928688" cy="15835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4587" name="Object 10"/>
          <p:cNvGraphicFramePr>
            <a:graphicFrameLocks noChangeAspect="1"/>
          </p:cNvGraphicFramePr>
          <p:nvPr/>
        </p:nvGraphicFramePr>
        <p:xfrm>
          <a:off x="3275411" y="2987280"/>
          <a:ext cx="650081" cy="278606"/>
        </p:xfrm>
        <a:graphic>
          <a:graphicData uri="http://schemas.openxmlformats.org/presentationml/2006/ole">
            <mc:AlternateContent xmlns:mc="http://schemas.openxmlformats.org/markup-compatibility/2006">
              <mc:Choice xmlns:v="urn:schemas-microsoft-com:vml" Requires="v">
                <p:oleObj name="Equation" r:id="rId13" imgW="977900" imgH="419100" progId="Equation.3">
                  <p:embed/>
                </p:oleObj>
              </mc:Choice>
              <mc:Fallback>
                <p:oleObj name="Equation" r:id="rId13" imgW="977900" imgH="419100" progId="Equation.3">
                  <p:embed/>
                  <p:pic>
                    <p:nvPicPr>
                      <p:cNvPr id="24587" name="Object 10"/>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3275411" y="2987280"/>
                        <a:ext cx="650081" cy="2786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88" name="Object 11"/>
          <p:cNvGraphicFramePr>
            <a:graphicFrameLocks noChangeAspect="1"/>
          </p:cNvGraphicFramePr>
          <p:nvPr/>
        </p:nvGraphicFramePr>
        <p:xfrm>
          <a:off x="4008835" y="2999185"/>
          <a:ext cx="498872" cy="289322"/>
        </p:xfrm>
        <a:graphic>
          <a:graphicData uri="http://schemas.openxmlformats.org/presentationml/2006/ole">
            <mc:AlternateContent xmlns:mc="http://schemas.openxmlformats.org/markup-compatibility/2006">
              <mc:Choice xmlns:v="urn:schemas-microsoft-com:vml" Requires="v">
                <p:oleObj name="Equation" r:id="rId15" imgW="672808" imgH="393529" progId="Equation.3">
                  <p:embed/>
                </p:oleObj>
              </mc:Choice>
              <mc:Fallback>
                <p:oleObj name="Equation" r:id="rId15" imgW="672808" imgH="393529" progId="Equation.3">
                  <p:embed/>
                  <p:pic>
                    <p:nvPicPr>
                      <p:cNvPr id="24588" name="Object 11"/>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4008835" y="2999185"/>
                        <a:ext cx="498872" cy="289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89" name="Object 12"/>
          <p:cNvGraphicFramePr>
            <a:graphicFrameLocks noChangeAspect="1"/>
          </p:cNvGraphicFramePr>
          <p:nvPr/>
        </p:nvGraphicFramePr>
        <p:xfrm>
          <a:off x="4637485" y="2937272"/>
          <a:ext cx="728663" cy="376238"/>
        </p:xfrm>
        <a:graphic>
          <a:graphicData uri="http://schemas.openxmlformats.org/presentationml/2006/ole">
            <mc:AlternateContent xmlns:mc="http://schemas.openxmlformats.org/markup-compatibility/2006">
              <mc:Choice xmlns:v="urn:schemas-microsoft-com:vml" Requires="v">
                <p:oleObj name="Equation" r:id="rId17" imgW="901309" imgH="469696" progId="Equation.3">
                  <p:embed/>
                </p:oleObj>
              </mc:Choice>
              <mc:Fallback>
                <p:oleObj name="Equation" r:id="rId17" imgW="901309" imgH="469696" progId="Equation.3">
                  <p:embed/>
                  <p:pic>
                    <p:nvPicPr>
                      <p:cNvPr id="24589" name="Object 12"/>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4637485" y="2937272"/>
                        <a:ext cx="728663" cy="376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90" name="Object 13"/>
          <p:cNvGraphicFramePr>
            <a:graphicFrameLocks noChangeAspect="1"/>
          </p:cNvGraphicFramePr>
          <p:nvPr/>
        </p:nvGraphicFramePr>
        <p:xfrm>
          <a:off x="5534026" y="3318273"/>
          <a:ext cx="983456" cy="167878"/>
        </p:xfrm>
        <a:graphic>
          <a:graphicData uri="http://schemas.openxmlformats.org/presentationml/2006/ole">
            <mc:AlternateContent xmlns:mc="http://schemas.openxmlformats.org/markup-compatibility/2006">
              <mc:Choice xmlns:v="urn:schemas-microsoft-com:vml" Requires="v">
                <p:oleObj name="Equation" r:id="rId19" imgW="1346200" imgH="228600" progId="Equation.3">
                  <p:embed/>
                </p:oleObj>
              </mc:Choice>
              <mc:Fallback>
                <p:oleObj name="Equation" r:id="rId19" imgW="1346200" imgH="228600" progId="Equation.3">
                  <p:embed/>
                  <p:pic>
                    <p:nvPicPr>
                      <p:cNvPr id="24590" name="Object 1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534026" y="3318273"/>
                        <a:ext cx="983456" cy="1678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4591" name="Object 14"/>
          <p:cNvGraphicFramePr>
            <a:graphicFrameLocks noChangeAspect="1"/>
          </p:cNvGraphicFramePr>
          <p:nvPr/>
        </p:nvGraphicFramePr>
        <p:xfrm>
          <a:off x="3313510" y="3432572"/>
          <a:ext cx="527447" cy="275034"/>
        </p:xfrm>
        <a:graphic>
          <a:graphicData uri="http://schemas.openxmlformats.org/presentationml/2006/ole">
            <mc:AlternateContent xmlns:mc="http://schemas.openxmlformats.org/markup-compatibility/2006">
              <mc:Choice xmlns:v="urn:schemas-microsoft-com:vml" Requires="v">
                <p:oleObj name="Equation" r:id="rId20" imgW="800100" imgH="419100" progId="Equation.3">
                  <p:embed/>
                </p:oleObj>
              </mc:Choice>
              <mc:Fallback>
                <p:oleObj name="Equation" r:id="rId20" imgW="800100" imgH="419100" progId="Equation.3">
                  <p:embed/>
                  <p:pic>
                    <p:nvPicPr>
                      <p:cNvPr id="24591" name="Object 14"/>
                      <p:cNvPicPr>
                        <a:picLocks noChangeAspect="1" noChangeArrowheads="1"/>
                      </p:cNvPicPr>
                      <p:nvPr/>
                    </p:nvPicPr>
                    <p:blipFill>
                      <a:blip r:embed="rId21">
                        <a:extLst>
                          <a:ext uri="{28A0092B-C50C-407E-A947-70E740481C1C}">
                            <a14:useLocalDpi xmlns:a14="http://schemas.microsoft.com/office/drawing/2010/main" val="0"/>
                          </a:ext>
                        </a:extLst>
                      </a:blip>
                      <a:srcRect/>
                      <a:stretch>
                        <a:fillRect/>
                      </a:stretch>
                    </p:blipFill>
                    <p:spPr bwMode="auto">
                      <a:xfrm>
                        <a:off x="3313510" y="3432572"/>
                        <a:ext cx="527447" cy="2750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92" name="Object 15"/>
          <p:cNvGraphicFramePr>
            <a:graphicFrameLocks noChangeAspect="1"/>
          </p:cNvGraphicFramePr>
          <p:nvPr/>
        </p:nvGraphicFramePr>
        <p:xfrm>
          <a:off x="3971926" y="3355183"/>
          <a:ext cx="502444" cy="402431"/>
        </p:xfrm>
        <a:graphic>
          <a:graphicData uri="http://schemas.openxmlformats.org/presentationml/2006/ole">
            <mc:AlternateContent xmlns:mc="http://schemas.openxmlformats.org/markup-compatibility/2006">
              <mc:Choice xmlns:v="urn:schemas-microsoft-com:vml" Requires="v">
                <p:oleObj name="Equation" r:id="rId22" imgW="495085" imgH="393529" progId="Equation.3">
                  <p:embed/>
                </p:oleObj>
              </mc:Choice>
              <mc:Fallback>
                <p:oleObj name="Equation" r:id="rId22" imgW="495085" imgH="393529" progId="Equation.3">
                  <p:embed/>
                  <p:pic>
                    <p:nvPicPr>
                      <p:cNvPr id="24592" name="Object 15"/>
                      <p:cNvPicPr>
                        <a:picLocks noChangeAspect="1" noChangeArrowheads="1"/>
                      </p:cNvPicPr>
                      <p:nvPr/>
                    </p:nvPicPr>
                    <p:blipFill>
                      <a:blip r:embed="rId23">
                        <a:extLst>
                          <a:ext uri="{28A0092B-C50C-407E-A947-70E740481C1C}">
                            <a14:useLocalDpi xmlns:a14="http://schemas.microsoft.com/office/drawing/2010/main" val="0"/>
                          </a:ext>
                        </a:extLst>
                      </a:blip>
                      <a:srcRect/>
                      <a:stretch>
                        <a:fillRect/>
                      </a:stretch>
                    </p:blipFill>
                    <p:spPr bwMode="auto">
                      <a:xfrm>
                        <a:off x="3971926" y="3355183"/>
                        <a:ext cx="502444" cy="402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93" name="Object 16"/>
          <p:cNvGraphicFramePr>
            <a:graphicFrameLocks noChangeAspect="1"/>
          </p:cNvGraphicFramePr>
          <p:nvPr/>
        </p:nvGraphicFramePr>
        <p:xfrm>
          <a:off x="4714876" y="3378995"/>
          <a:ext cx="502444" cy="316706"/>
        </p:xfrm>
        <a:graphic>
          <a:graphicData uri="http://schemas.openxmlformats.org/presentationml/2006/ole">
            <mc:AlternateContent xmlns:mc="http://schemas.openxmlformats.org/markup-compatibility/2006">
              <mc:Choice xmlns:v="urn:schemas-microsoft-com:vml" Requires="v">
                <p:oleObj name="Equation" r:id="rId24" imgW="710891" imgH="444307" progId="Equation.3">
                  <p:embed/>
                </p:oleObj>
              </mc:Choice>
              <mc:Fallback>
                <p:oleObj name="Equation" r:id="rId24" imgW="710891" imgH="444307" progId="Equation.3">
                  <p:embed/>
                  <p:pic>
                    <p:nvPicPr>
                      <p:cNvPr id="24593" name="Object 16"/>
                      <p:cNvPicPr>
                        <a:picLocks noChangeAspect="1" noChangeArrowheads="1"/>
                      </p:cNvPicPr>
                      <p:nvPr/>
                    </p:nvPicPr>
                    <p:blipFill>
                      <a:blip r:embed="rId25">
                        <a:extLst>
                          <a:ext uri="{28A0092B-C50C-407E-A947-70E740481C1C}">
                            <a14:useLocalDpi xmlns:a14="http://schemas.microsoft.com/office/drawing/2010/main" val="0"/>
                          </a:ext>
                        </a:extLst>
                      </a:blip>
                      <a:srcRect/>
                      <a:stretch>
                        <a:fillRect/>
                      </a:stretch>
                    </p:blipFill>
                    <p:spPr bwMode="auto">
                      <a:xfrm>
                        <a:off x="4714876" y="3378995"/>
                        <a:ext cx="502444" cy="316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94" name="Object 17"/>
          <p:cNvGraphicFramePr>
            <a:graphicFrameLocks noChangeAspect="1"/>
          </p:cNvGraphicFramePr>
          <p:nvPr/>
        </p:nvGraphicFramePr>
        <p:xfrm>
          <a:off x="3332560" y="4049316"/>
          <a:ext cx="623888" cy="238125"/>
        </p:xfrm>
        <a:graphic>
          <a:graphicData uri="http://schemas.openxmlformats.org/presentationml/2006/ole">
            <mc:AlternateContent xmlns:mc="http://schemas.openxmlformats.org/markup-compatibility/2006">
              <mc:Choice xmlns:v="urn:schemas-microsoft-com:vml" Requires="v">
                <p:oleObj name="Equation" r:id="rId26" imgW="596900" imgH="228600" progId="Equation.3">
                  <p:embed/>
                </p:oleObj>
              </mc:Choice>
              <mc:Fallback>
                <p:oleObj name="Equation" r:id="rId26" imgW="596900" imgH="228600" progId="Equation.3">
                  <p:embed/>
                  <p:pic>
                    <p:nvPicPr>
                      <p:cNvPr id="24594" name="Object 17"/>
                      <p:cNvPicPr>
                        <a:picLocks noChangeAspect="1" noChangeArrowheads="1"/>
                      </p:cNvPicPr>
                      <p:nvPr/>
                    </p:nvPicPr>
                    <p:blipFill>
                      <a:blip r:embed="rId27">
                        <a:extLst>
                          <a:ext uri="{28A0092B-C50C-407E-A947-70E740481C1C}">
                            <a14:useLocalDpi xmlns:a14="http://schemas.microsoft.com/office/drawing/2010/main" val="0"/>
                          </a:ext>
                        </a:extLst>
                      </a:blip>
                      <a:srcRect/>
                      <a:stretch>
                        <a:fillRect/>
                      </a:stretch>
                    </p:blipFill>
                    <p:spPr bwMode="auto">
                      <a:xfrm>
                        <a:off x="3332560" y="4049316"/>
                        <a:ext cx="623888" cy="238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95" name="Object 18"/>
          <p:cNvGraphicFramePr>
            <a:graphicFrameLocks noChangeAspect="1"/>
          </p:cNvGraphicFramePr>
          <p:nvPr/>
        </p:nvGraphicFramePr>
        <p:xfrm>
          <a:off x="4114800" y="3998120"/>
          <a:ext cx="1067991" cy="364331"/>
        </p:xfrm>
        <a:graphic>
          <a:graphicData uri="http://schemas.openxmlformats.org/presentationml/2006/ole">
            <mc:AlternateContent xmlns:mc="http://schemas.openxmlformats.org/markup-compatibility/2006">
              <mc:Choice xmlns:v="urn:schemas-microsoft-com:vml" Requires="v">
                <p:oleObj name="Equation" r:id="rId28" imgW="1231366" imgH="418918" progId="Equation.3">
                  <p:embed/>
                </p:oleObj>
              </mc:Choice>
              <mc:Fallback>
                <p:oleObj name="Equation" r:id="rId28" imgW="1231366" imgH="418918" progId="Equation.3">
                  <p:embed/>
                  <p:pic>
                    <p:nvPicPr>
                      <p:cNvPr id="24595" name="Object 18"/>
                      <p:cNvPicPr>
                        <a:picLocks noChangeAspect="1" noChangeArrowheads="1"/>
                      </p:cNvPicPr>
                      <p:nvPr/>
                    </p:nvPicPr>
                    <p:blipFill>
                      <a:blip r:embed="rId29">
                        <a:extLst>
                          <a:ext uri="{28A0092B-C50C-407E-A947-70E740481C1C}">
                            <a14:useLocalDpi xmlns:a14="http://schemas.microsoft.com/office/drawing/2010/main" val="0"/>
                          </a:ext>
                        </a:extLst>
                      </a:blip>
                      <a:srcRect/>
                      <a:stretch>
                        <a:fillRect/>
                      </a:stretch>
                    </p:blipFill>
                    <p:spPr bwMode="auto">
                      <a:xfrm>
                        <a:off x="4114800" y="3998120"/>
                        <a:ext cx="1067991" cy="364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596" name="Object 19"/>
          <p:cNvGraphicFramePr>
            <a:graphicFrameLocks noChangeAspect="1"/>
          </p:cNvGraphicFramePr>
          <p:nvPr/>
        </p:nvGraphicFramePr>
        <p:xfrm>
          <a:off x="5334000" y="4023124"/>
          <a:ext cx="1376363" cy="230981"/>
        </p:xfrm>
        <a:graphic>
          <a:graphicData uri="http://schemas.openxmlformats.org/presentationml/2006/ole">
            <mc:AlternateContent xmlns:mc="http://schemas.openxmlformats.org/markup-compatibility/2006">
              <mc:Choice xmlns:v="urn:schemas-microsoft-com:vml" Requires="v">
                <p:oleObj name="Equation" r:id="rId30" imgW="1511300" imgH="254000" progId="Equation.3">
                  <p:embed/>
                </p:oleObj>
              </mc:Choice>
              <mc:Fallback>
                <p:oleObj name="Equation" r:id="rId30" imgW="1511300" imgH="254000" progId="Equation.3">
                  <p:embed/>
                  <p:pic>
                    <p:nvPicPr>
                      <p:cNvPr id="24596" name="Object 19"/>
                      <p:cNvPicPr>
                        <a:picLocks noChangeAspect="1" noChangeArrowheads="1"/>
                      </p:cNvPicPr>
                      <p:nvPr/>
                    </p:nvPicPr>
                    <p:blipFill>
                      <a:blip r:embed="rId31">
                        <a:extLst>
                          <a:ext uri="{28A0092B-C50C-407E-A947-70E740481C1C}">
                            <a14:useLocalDpi xmlns:a14="http://schemas.microsoft.com/office/drawing/2010/main" val="0"/>
                          </a:ext>
                        </a:extLst>
                      </a:blip>
                      <a:srcRect/>
                      <a:stretch>
                        <a:fillRect/>
                      </a:stretch>
                    </p:blipFill>
                    <p:spPr bwMode="auto">
                      <a:xfrm>
                        <a:off x="5334000" y="4023124"/>
                        <a:ext cx="1376363" cy="2309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mc:AlternateContent xmlns:mc="http://schemas.openxmlformats.org/markup-compatibility/2006" xmlns:a14="http://schemas.microsoft.com/office/drawing/2010/main">
        <mc:Choice Requires="a14">
          <p:sp>
            <p:nvSpPr>
              <p:cNvPr id="24597" name="Object 20"/>
              <p:cNvSpPr txBox="1"/>
              <p:nvPr/>
            </p:nvSpPr>
            <p:spPr bwMode="auto">
              <a:xfrm>
                <a:off x="6783387" y="3987800"/>
                <a:ext cx="1124743" cy="482600"/>
              </a:xfrm>
              <a:prstGeom prst="rect">
                <a:avLst/>
              </a:prstGeom>
              <a:noFill/>
              <a:ln>
                <a:noFill/>
              </a:ln>
            </p:spPr>
            <p:txBody>
              <a:bodyPr>
                <a:normAutofit fontScale="40000" lnSpcReduction="20000"/>
              </a:bodyPr>
              <a:lstStyle/>
              <a:p>
                <a:pPr/>
                <a14:m>
                  <m:oMathPara xmlns:m="http://schemas.openxmlformats.org/officeDocument/2006/math">
                    <m:oMathParaPr>
                      <m:jc m:val="left"/>
                    </m:oMathParaPr>
                    <m:oMath>
                      <m:r>
                        <a:rPr lang="en-US" i="1" smtClean="0">
                          <a:solidFill>
                            <a:srgbClr val="000000"/>
                          </a:solidFill>
                          <a:latin typeface="Cambria Math" panose="02040503050406030204" pitchFamily="18" charset="0"/>
                        </a:rPr>
                        <m:t>𝜔</m:t>
                      </m:r>
                      <m:r>
                        <a:rPr lang="en-US" i="1" smtClean="0">
                          <a:solidFill>
                            <a:srgbClr val="000000"/>
                          </a:solidFill>
                          <a:latin typeface="Cambria Math" panose="02040503050406030204" pitchFamily="18" charset="0"/>
                        </a:rPr>
                        <m:t>=</m:t>
                      </m:r>
                      <m:rad>
                        <m:radPr>
                          <m:degHide m:val="on"/>
                          <m:ctrlPr>
                            <a:rPr lang="en-US" i="1">
                              <a:solidFill>
                                <a:srgbClr val="000000"/>
                              </a:solidFill>
                              <a:latin typeface="Cambria Math" panose="02040503050406030204" pitchFamily="18" charset="0"/>
                            </a:rPr>
                          </m:ctrlPr>
                        </m:radPr>
                        <m:deg/>
                        <m:e>
                          <m:sSup>
                            <m:sSupPr>
                              <m:ctrlPr>
                                <a:rPr lang="en-US" i="1">
                                  <a:solidFill>
                                    <a:srgbClr val="000000"/>
                                  </a:solidFill>
                                  <a:latin typeface="Cambria Math" panose="02040503050406030204" pitchFamily="18" charset="0"/>
                                </a:rPr>
                              </m:ctrlPr>
                            </m:sSupPr>
                            <m:e>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𝜔</m:t>
                                  </m:r>
                                </m:e>
                                <m:sub>
                                  <m:r>
                                    <a:rPr lang="en-US" b="0" i="1" smtClean="0">
                                      <a:solidFill>
                                        <a:srgbClr val="000000"/>
                                      </a:solidFill>
                                      <a:latin typeface="Cambria Math" panose="02040503050406030204" pitchFamily="18" charset="0"/>
                                    </a:rPr>
                                    <m:t>𝑁</m:t>
                                  </m:r>
                                </m:sub>
                              </m:sSub>
                            </m:e>
                            <m:sup>
                              <m:r>
                                <a:rPr lang="en-US" i="1">
                                  <a:solidFill>
                                    <a:srgbClr val="000000"/>
                                  </a:solidFill>
                                  <a:latin typeface="Cambria Math" panose="02040503050406030204" pitchFamily="18" charset="0"/>
                                </a:rPr>
                                <m:t>2</m:t>
                              </m:r>
                            </m:sup>
                          </m:sSup>
                          <m:r>
                            <a:rPr lang="en-US" i="1">
                              <a:solidFill>
                                <a:srgbClr val="000000"/>
                              </a:solidFill>
                              <a:latin typeface="Cambria Math" panose="02040503050406030204" pitchFamily="18" charset="0"/>
                            </a:rPr>
                            <m:t>−</m:t>
                          </m:r>
                          <m:sSup>
                            <m:sSupPr>
                              <m:ctrlPr>
                                <a:rPr lang="en-US" i="1">
                                  <a:solidFill>
                                    <a:srgbClr val="000000"/>
                                  </a:solidFill>
                                  <a:latin typeface="Cambria Math" panose="02040503050406030204" pitchFamily="18" charset="0"/>
                                </a:rPr>
                              </m:ctrlPr>
                            </m:sSupPr>
                            <m:e>
                              <m:d>
                                <m:dPr>
                                  <m:ctrlPr>
                                    <a:rPr lang="en-US" i="1">
                                      <a:solidFill>
                                        <a:srgbClr val="000000"/>
                                      </a:solidFill>
                                      <a:latin typeface="Cambria Math" panose="02040503050406030204" pitchFamily="18" charset="0"/>
                                    </a:rPr>
                                  </m:ctrlPr>
                                </m:dPr>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𝑏</m:t>
                                      </m:r>
                                    </m:num>
                                    <m:den>
                                      <m:r>
                                        <a:rPr lang="en-US" i="1">
                                          <a:solidFill>
                                            <a:srgbClr val="000000"/>
                                          </a:solidFill>
                                          <a:latin typeface="Cambria Math" panose="02040503050406030204" pitchFamily="18" charset="0"/>
                                        </a:rPr>
                                        <m:t>2</m:t>
                                      </m:r>
                                      <m:r>
                                        <a:rPr lang="en-US" i="1">
                                          <a:solidFill>
                                            <a:srgbClr val="000000"/>
                                          </a:solidFill>
                                          <a:latin typeface="Cambria Math" panose="02040503050406030204" pitchFamily="18" charset="0"/>
                                        </a:rPr>
                                        <m:t>𝑚</m:t>
                                      </m:r>
                                    </m:den>
                                  </m:f>
                                </m:e>
                              </m:d>
                            </m:e>
                            <m:sup>
                              <m:r>
                                <a:rPr lang="en-US" i="1">
                                  <a:solidFill>
                                    <a:srgbClr val="000000"/>
                                  </a:solidFill>
                                  <a:latin typeface="Cambria Math" panose="02040503050406030204" pitchFamily="18" charset="0"/>
                                </a:rPr>
                                <m:t>2</m:t>
                              </m:r>
                            </m:sup>
                          </m:sSup>
                        </m:e>
                      </m:rad>
                    </m:oMath>
                  </m:oMathPara>
                </a14:m>
                <a:endParaRPr lang="en-US" dirty="0"/>
              </a:p>
            </p:txBody>
          </p:sp>
        </mc:Choice>
        <mc:Fallback xmlns="">
          <p:sp>
            <p:nvSpPr>
              <p:cNvPr id="24597" name="Object 20"/>
              <p:cNvSpPr txBox="1">
                <a:spLocks noRot="1" noChangeAspect="1" noMove="1" noResize="1" noEditPoints="1" noAdjustHandles="1" noChangeArrowheads="1" noChangeShapeType="1" noTextEdit="1"/>
              </p:cNvSpPr>
              <p:nvPr/>
            </p:nvSpPr>
            <p:spPr bwMode="auto">
              <a:xfrm>
                <a:off x="6783387" y="3987800"/>
                <a:ext cx="1124743" cy="482600"/>
              </a:xfrm>
              <a:prstGeom prst="rect">
                <a:avLst/>
              </a:prstGeom>
              <a:blipFill>
                <a:blip r:embed="rId32"/>
                <a:stretch>
                  <a:fillRect/>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598" name="Object 21"/>
              <p:cNvSpPr txBox="1"/>
              <p:nvPr/>
            </p:nvSpPr>
            <p:spPr bwMode="auto">
              <a:xfrm>
                <a:off x="3275412" y="4371975"/>
                <a:ext cx="660002" cy="389862"/>
              </a:xfrm>
              <a:prstGeom prst="rect">
                <a:avLst/>
              </a:prstGeom>
              <a:noFill/>
              <a:ln>
                <a:noFill/>
              </a:ln>
            </p:spPr>
            <p:txBody>
              <a:bodyPr>
                <a:normAutofit fontScale="32500" lnSpcReduction="20000"/>
              </a:bodyPr>
              <a:lstStyle/>
              <a:p>
                <a:pPr/>
                <a14:m>
                  <m:oMathPara xmlns:m="http://schemas.openxmlformats.org/officeDocument/2006/math">
                    <m:oMathParaPr>
                      <m:jc m:val="left"/>
                    </m:oMathParaPr>
                    <m:o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𝜔</m:t>
                          </m:r>
                        </m:e>
                        <m:sub>
                          <m:r>
                            <a:rPr lang="en-US" b="0" i="1" smtClean="0">
                              <a:solidFill>
                                <a:srgbClr val="000000"/>
                              </a:solidFill>
                              <a:latin typeface="Cambria Math" panose="02040503050406030204" pitchFamily="18" charset="0"/>
                            </a:rPr>
                            <m:t>𝑁</m:t>
                          </m:r>
                        </m:sub>
                      </m:sSub>
                      <m:r>
                        <a:rPr lang="en-US" i="1">
                          <a:solidFill>
                            <a:srgbClr val="000000"/>
                          </a:solidFill>
                          <a:latin typeface="Cambria Math" panose="02040503050406030204" pitchFamily="18" charset="0"/>
                        </a:rPr>
                        <m:t>=</m:t>
                      </m:r>
                      <m:rad>
                        <m:radPr>
                          <m:degHide m:val="on"/>
                          <m:ctrlPr>
                            <a:rPr lang="en-US" i="1">
                              <a:solidFill>
                                <a:srgbClr val="000000"/>
                              </a:solidFill>
                              <a:latin typeface="Cambria Math" panose="02040503050406030204" pitchFamily="18" charset="0"/>
                            </a:rPr>
                          </m:ctrlPr>
                        </m:radPr>
                        <m:deg/>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𝑘</m:t>
                              </m:r>
                            </m:num>
                            <m:den>
                              <m:r>
                                <a:rPr lang="en-US" i="1">
                                  <a:solidFill>
                                    <a:srgbClr val="000000"/>
                                  </a:solidFill>
                                  <a:latin typeface="Cambria Math" panose="02040503050406030204" pitchFamily="18" charset="0"/>
                                </a:rPr>
                                <m:t>𝑚</m:t>
                              </m:r>
                            </m:den>
                          </m:f>
                        </m:e>
                      </m:rad>
                    </m:oMath>
                  </m:oMathPara>
                </a14:m>
                <a:endParaRPr lang="en-US" dirty="0"/>
              </a:p>
            </p:txBody>
          </p:sp>
        </mc:Choice>
        <mc:Fallback xmlns="">
          <p:sp>
            <p:nvSpPr>
              <p:cNvPr id="24598" name="Object 21"/>
              <p:cNvSpPr txBox="1">
                <a:spLocks noRot="1" noChangeAspect="1" noMove="1" noResize="1" noEditPoints="1" noAdjustHandles="1" noChangeArrowheads="1" noChangeShapeType="1" noTextEdit="1"/>
              </p:cNvSpPr>
              <p:nvPr/>
            </p:nvSpPr>
            <p:spPr bwMode="auto">
              <a:xfrm>
                <a:off x="3275412" y="4371975"/>
                <a:ext cx="660002" cy="389862"/>
              </a:xfrm>
              <a:prstGeom prst="rect">
                <a:avLst/>
              </a:prstGeom>
              <a:blipFill>
                <a:blip r:embed="rId33"/>
                <a:stretch>
                  <a:fillRect/>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599" name="Object 22"/>
              <p:cNvSpPr txBox="1"/>
              <p:nvPr/>
            </p:nvSpPr>
            <p:spPr bwMode="auto">
              <a:xfrm>
                <a:off x="4256088" y="4470400"/>
                <a:ext cx="840978" cy="330730"/>
              </a:xfrm>
              <a:prstGeom prst="rect">
                <a:avLst/>
              </a:prstGeom>
              <a:noFill/>
              <a:ln>
                <a:noFill/>
              </a:ln>
            </p:spPr>
            <p:txBody>
              <a:bodyPr>
                <a:normAutofit fontScale="55000" lnSpcReduction="20000"/>
              </a:bodyPr>
              <a:lstStyle/>
              <a:p>
                <a:pPr/>
                <a14:m>
                  <m:oMathPara xmlns:m="http://schemas.openxmlformats.org/officeDocument/2006/math">
                    <m:oMathParaPr>
                      <m:jc m:val="left"/>
                    </m:oMathParaPr>
                    <m:o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𝑏</m:t>
                          </m:r>
                        </m:e>
                        <m:sub>
                          <m:r>
                            <a:rPr lang="en-US" i="1">
                              <a:solidFill>
                                <a:srgbClr val="000000"/>
                              </a:solidFill>
                              <a:latin typeface="Cambria Math" panose="02040503050406030204" pitchFamily="18" charset="0"/>
                            </a:rPr>
                            <m:t>𝑐</m:t>
                          </m:r>
                        </m:sub>
                      </m:sSub>
                      <m:r>
                        <a:rPr lang="en-US" i="1">
                          <a:solidFill>
                            <a:srgbClr val="000000"/>
                          </a:solidFill>
                          <a:latin typeface="Cambria Math" panose="02040503050406030204" pitchFamily="18" charset="0"/>
                        </a:rPr>
                        <m:t>=2</m:t>
                      </m:r>
                      <m:r>
                        <a:rPr lang="en-US" i="1">
                          <a:solidFill>
                            <a:srgbClr val="000000"/>
                          </a:solidFill>
                          <a:latin typeface="Cambria Math" panose="02040503050406030204" pitchFamily="18" charset="0"/>
                        </a:rPr>
                        <m:t>𝑚</m:t>
                      </m:r>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𝜔</m:t>
                          </m:r>
                        </m:e>
                        <m:sub>
                          <m:r>
                            <a:rPr lang="en-US" b="0" i="1" smtClean="0">
                              <a:solidFill>
                                <a:srgbClr val="000000"/>
                              </a:solidFill>
                              <a:latin typeface="Cambria Math" panose="02040503050406030204" pitchFamily="18" charset="0"/>
                            </a:rPr>
                            <m:t>𝑁</m:t>
                          </m:r>
                        </m:sub>
                      </m:sSub>
                    </m:oMath>
                  </m:oMathPara>
                </a14:m>
                <a:endParaRPr lang="en-US" dirty="0"/>
              </a:p>
            </p:txBody>
          </p:sp>
        </mc:Choice>
        <mc:Fallback xmlns="">
          <p:sp>
            <p:nvSpPr>
              <p:cNvPr id="24599" name="Object 22"/>
              <p:cNvSpPr txBox="1">
                <a:spLocks noRot="1" noChangeAspect="1" noMove="1" noResize="1" noEditPoints="1" noAdjustHandles="1" noChangeArrowheads="1" noChangeShapeType="1" noTextEdit="1"/>
              </p:cNvSpPr>
              <p:nvPr/>
            </p:nvSpPr>
            <p:spPr bwMode="auto">
              <a:xfrm>
                <a:off x="4256088" y="4470400"/>
                <a:ext cx="840978" cy="330730"/>
              </a:xfrm>
              <a:prstGeom prst="rect">
                <a:avLst/>
              </a:prstGeom>
              <a:blipFill>
                <a:blip r:embed="rId34"/>
                <a:stretch>
                  <a:fillRect/>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600" name="Object 23"/>
              <p:cNvSpPr txBox="1"/>
              <p:nvPr/>
            </p:nvSpPr>
            <p:spPr bwMode="auto">
              <a:xfrm>
                <a:off x="3252128" y="4811845"/>
                <a:ext cx="1316038" cy="238125"/>
              </a:xfrm>
              <a:prstGeom prst="rect">
                <a:avLst/>
              </a:prstGeom>
              <a:noFill/>
              <a:ln>
                <a:noFill/>
              </a:ln>
            </p:spPr>
            <p:txBody>
              <a:bodyPr>
                <a:normAutofit fontScale="40000" lnSpcReduction="20000"/>
              </a:bodyPr>
              <a:lstStyle/>
              <a:p>
                <a:pPr/>
                <a14:m>
                  <m:oMathPara xmlns:m="http://schemas.openxmlformats.org/officeDocument/2006/math">
                    <m:oMathParaPr>
                      <m:jc m:val="left"/>
                    </m:oMathParaPr>
                    <m:oMath>
                      <m:r>
                        <a:rPr lang="en-US" i="1" smtClean="0">
                          <a:solidFill>
                            <a:srgbClr val="000000"/>
                          </a:solidFill>
                          <a:latin typeface="Cambria Math" panose="02040503050406030204" pitchFamily="18" charset="0"/>
                        </a:rPr>
                        <m:t>𝐹</m:t>
                      </m:r>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𝑡</m:t>
                          </m:r>
                        </m:e>
                      </m:d>
                      <m:r>
                        <a:rPr lang="en-US" i="1">
                          <a:solidFill>
                            <a:srgbClr val="000000"/>
                          </a:solidFill>
                          <a:latin typeface="Cambria Math" panose="02040503050406030204" pitchFamily="18" charset="0"/>
                        </a:rPr>
                        <m:t>=</m:t>
                      </m:r>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𝐹</m:t>
                          </m:r>
                        </m:e>
                        <m:sub>
                          <m:r>
                            <a:rPr lang="en-US" b="0" i="1" smtClean="0">
                              <a:solidFill>
                                <a:srgbClr val="000000"/>
                              </a:solidFill>
                              <a:latin typeface="Cambria Math" panose="02040503050406030204" pitchFamily="18" charset="0"/>
                            </a:rPr>
                            <m:t>𝑚𝑎𝑥</m:t>
                          </m:r>
                        </m:sub>
                      </m:sSub>
                      <m:func>
                        <m:funcPr>
                          <m:ctrlPr>
                            <a:rPr lang="en-US" i="0">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sin</m:t>
                          </m:r>
                        </m:fName>
                        <m:e>
                          <m:d>
                            <m:dPr>
                              <m:ctrlPr>
                                <a:rPr lang="en-US" i="1">
                                  <a:solidFill>
                                    <a:srgbClr val="000000"/>
                                  </a:solidFill>
                                  <a:latin typeface="Cambria Math" panose="02040503050406030204" pitchFamily="18" charset="0"/>
                                </a:rPr>
                              </m:ctrlPr>
                            </m:dPr>
                            <m:e>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𝜔</m:t>
                                  </m:r>
                                </m:e>
                                <m:sub>
                                  <m:r>
                                    <a:rPr lang="en-US" i="1">
                                      <a:solidFill>
                                        <a:srgbClr val="000000"/>
                                      </a:solidFill>
                                      <a:latin typeface="Cambria Math" panose="02040503050406030204" pitchFamily="18" charset="0"/>
                                    </a:rPr>
                                    <m:t>𝑓</m:t>
                                  </m:r>
                                </m:sub>
                              </m:sSub>
                              <m:r>
                                <a:rPr lang="en-US" i="1">
                                  <a:solidFill>
                                    <a:srgbClr val="000000"/>
                                  </a:solidFill>
                                  <a:latin typeface="Cambria Math" panose="02040503050406030204" pitchFamily="18" charset="0"/>
                                </a:rPr>
                                <m:t>𝑡</m:t>
                              </m:r>
                            </m:e>
                          </m:d>
                        </m:e>
                      </m:func>
                    </m:oMath>
                  </m:oMathPara>
                </a14:m>
                <a:endParaRPr lang="en-US" dirty="0"/>
              </a:p>
            </p:txBody>
          </p:sp>
        </mc:Choice>
        <mc:Fallback xmlns="">
          <p:sp>
            <p:nvSpPr>
              <p:cNvPr id="24600" name="Object 23"/>
              <p:cNvSpPr txBox="1">
                <a:spLocks noRot="1" noChangeAspect="1" noMove="1" noResize="1" noEditPoints="1" noAdjustHandles="1" noChangeArrowheads="1" noChangeShapeType="1" noTextEdit="1"/>
              </p:cNvSpPr>
              <p:nvPr/>
            </p:nvSpPr>
            <p:spPr bwMode="auto">
              <a:xfrm>
                <a:off x="3252128" y="4811845"/>
                <a:ext cx="1316038" cy="238125"/>
              </a:xfrm>
              <a:prstGeom prst="rect">
                <a:avLst/>
              </a:prstGeom>
              <a:blipFill>
                <a:blip r:embed="rId35"/>
                <a:stretch>
                  <a:fillRect/>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601" name="Object 24"/>
              <p:cNvSpPr txBox="1"/>
              <p:nvPr/>
            </p:nvSpPr>
            <p:spPr bwMode="auto">
              <a:xfrm>
                <a:off x="5837238" y="4632324"/>
                <a:ext cx="1597556" cy="701280"/>
              </a:xfrm>
              <a:prstGeom prst="rect">
                <a:avLst/>
              </a:prstGeom>
              <a:noFill/>
              <a:ln>
                <a:noFill/>
              </a:ln>
            </p:spPr>
            <p:txBody>
              <a:bodyPr>
                <a:normAutofit fontScale="40000" lnSpcReduction="20000"/>
              </a:bodyPr>
              <a:lstStyle/>
              <a:p>
                <a:pPr/>
                <a14:m>
                  <m:oMathPara xmlns:m="http://schemas.openxmlformats.org/officeDocument/2006/math">
                    <m:oMathParaPr>
                      <m:jc m:val="left"/>
                    </m:oMathParaPr>
                    <m:oMath>
                      <m:r>
                        <a:rPr lang="en-US" i="1" smtClean="0">
                          <a:solidFill>
                            <a:srgbClr val="000000"/>
                          </a:solidFill>
                          <a:latin typeface="Cambria Math" panose="02040503050406030204" pitchFamily="18" charset="0"/>
                        </a:rPr>
                        <m:t>𝐴</m:t>
                      </m:r>
                      <m:r>
                        <a:rPr lang="en-US" i="1" smtClean="0">
                          <a:solidFill>
                            <a:srgbClr val="000000"/>
                          </a:solidFill>
                          <a:latin typeface="Cambria Math" panose="02040503050406030204" pitchFamily="18" charset="0"/>
                        </a:rPr>
                        <m:t>=</m:t>
                      </m:r>
                      <m:f>
                        <m:fPr>
                          <m:ctrlPr>
                            <a:rPr lang="en-US" i="1">
                              <a:solidFill>
                                <a:srgbClr val="000000"/>
                              </a:solidFill>
                              <a:latin typeface="Cambria Math" panose="02040503050406030204" pitchFamily="18" charset="0"/>
                            </a:rPr>
                          </m:ctrlPr>
                        </m:fPr>
                        <m:num>
                          <m:f>
                            <m:fPr>
                              <m:ctrlPr>
                                <a:rPr lang="en-US" i="1">
                                  <a:solidFill>
                                    <a:srgbClr val="000000"/>
                                  </a:solidFill>
                                  <a:latin typeface="Cambria Math" panose="02040503050406030204" pitchFamily="18" charset="0"/>
                                </a:rPr>
                              </m:ctrlPr>
                            </m:fPr>
                            <m:num>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𝐹</m:t>
                                  </m:r>
                                </m:e>
                                <m:sub>
                                  <m:r>
                                    <a:rPr lang="en-US" b="0" i="1" smtClean="0">
                                      <a:solidFill>
                                        <a:srgbClr val="000000"/>
                                      </a:solidFill>
                                      <a:latin typeface="Cambria Math" panose="02040503050406030204" pitchFamily="18" charset="0"/>
                                    </a:rPr>
                                    <m:t>𝑚𝑎𝑥</m:t>
                                  </m:r>
                                </m:sub>
                              </m:sSub>
                            </m:num>
                            <m:den>
                              <m:r>
                                <a:rPr lang="en-US" i="1">
                                  <a:solidFill>
                                    <a:srgbClr val="000000"/>
                                  </a:solidFill>
                                  <a:latin typeface="Cambria Math" panose="02040503050406030204" pitchFamily="18" charset="0"/>
                                </a:rPr>
                                <m:t>𝑚</m:t>
                              </m:r>
                            </m:den>
                          </m:f>
                        </m:num>
                        <m:den>
                          <m:rad>
                            <m:radPr>
                              <m:degHide m:val="on"/>
                              <m:ctrlPr>
                                <a:rPr lang="en-US" i="1">
                                  <a:solidFill>
                                    <a:srgbClr val="000000"/>
                                  </a:solidFill>
                                  <a:latin typeface="Cambria Math" panose="02040503050406030204" pitchFamily="18" charset="0"/>
                                </a:rPr>
                              </m:ctrlPr>
                            </m:radPr>
                            <m:deg/>
                            <m:e>
                              <m:sSup>
                                <m:sSupPr>
                                  <m:ctrlPr>
                                    <a:rPr lang="en-US" i="1">
                                      <a:solidFill>
                                        <a:srgbClr val="000000"/>
                                      </a:solidFill>
                                      <a:latin typeface="Cambria Math" panose="02040503050406030204" pitchFamily="18" charset="0"/>
                                    </a:rPr>
                                  </m:ctrlPr>
                                </m:sSupPr>
                                <m:e>
                                  <m:d>
                                    <m:dPr>
                                      <m:ctrlPr>
                                        <a:rPr lang="en-US" i="1">
                                          <a:solidFill>
                                            <a:srgbClr val="000000"/>
                                          </a:solidFill>
                                          <a:latin typeface="Cambria Math" panose="02040503050406030204" pitchFamily="18" charset="0"/>
                                        </a:rPr>
                                      </m:ctrlPr>
                                    </m:dPr>
                                    <m:e>
                                      <m:sSup>
                                        <m:sSupPr>
                                          <m:ctrlPr>
                                            <a:rPr lang="en-US" i="1">
                                              <a:solidFill>
                                                <a:srgbClr val="000000"/>
                                              </a:solidFill>
                                              <a:latin typeface="Cambria Math" panose="02040503050406030204" pitchFamily="18" charset="0"/>
                                            </a:rPr>
                                          </m:ctrlPr>
                                        </m:sSupPr>
                                        <m:e>
                                          <m:r>
                                            <a:rPr lang="en-US" i="1">
                                              <a:solidFill>
                                                <a:srgbClr val="000000"/>
                                              </a:solidFill>
                                              <a:latin typeface="Cambria Math" panose="02040503050406030204" pitchFamily="18" charset="0"/>
                                            </a:rPr>
                                            <m:t>𝜔</m:t>
                                          </m:r>
                                        </m:e>
                                        <m:sup>
                                          <m:r>
                                            <a:rPr lang="en-US" i="1">
                                              <a:solidFill>
                                                <a:srgbClr val="000000"/>
                                              </a:solidFill>
                                              <a:latin typeface="Cambria Math" panose="02040503050406030204" pitchFamily="18" charset="0"/>
                                            </a:rPr>
                                            <m:t>2</m:t>
                                          </m:r>
                                        </m:sup>
                                      </m:sSup>
                                      <m:r>
                                        <a:rPr lang="en-US" i="1">
                                          <a:solidFill>
                                            <a:srgbClr val="000000"/>
                                          </a:solidFill>
                                          <a:latin typeface="Cambria Math" panose="02040503050406030204" pitchFamily="18" charset="0"/>
                                        </a:rPr>
                                        <m:t>−</m:t>
                                      </m:r>
                                      <m:sSubSup>
                                        <m:sSubSupPr>
                                          <m:ctrlPr>
                                            <a:rPr lang="en-US" i="1">
                                              <a:solidFill>
                                                <a:srgbClr val="000000"/>
                                              </a:solidFill>
                                              <a:latin typeface="Cambria Math" panose="02040503050406030204" pitchFamily="18" charset="0"/>
                                            </a:rPr>
                                          </m:ctrlPr>
                                        </m:sSubSupPr>
                                        <m:e>
                                          <m:r>
                                            <a:rPr lang="en-US" i="1">
                                              <a:solidFill>
                                                <a:srgbClr val="000000"/>
                                              </a:solidFill>
                                              <a:latin typeface="Cambria Math" panose="02040503050406030204" pitchFamily="18" charset="0"/>
                                            </a:rPr>
                                            <m:t>𝜔</m:t>
                                          </m:r>
                                        </m:e>
                                        <m:sub>
                                          <m:r>
                                            <a:rPr lang="en-US" b="0" i="1" smtClean="0">
                                              <a:solidFill>
                                                <a:srgbClr val="000000"/>
                                              </a:solidFill>
                                              <a:latin typeface="Cambria Math" panose="02040503050406030204" pitchFamily="18" charset="0"/>
                                            </a:rPr>
                                            <m:t>𝑁</m:t>
                                          </m:r>
                                        </m:sub>
                                        <m:sup>
                                          <m:r>
                                            <a:rPr lang="en-US" i="1">
                                              <a:solidFill>
                                                <a:srgbClr val="000000"/>
                                              </a:solidFill>
                                              <a:latin typeface="Cambria Math" panose="02040503050406030204" pitchFamily="18" charset="0"/>
                                            </a:rPr>
                                            <m:t>2</m:t>
                                          </m:r>
                                        </m:sup>
                                      </m:sSubSup>
                                    </m:e>
                                  </m:d>
                                </m:e>
                                <m:sup>
                                  <m:r>
                                    <a:rPr lang="en-US" i="1">
                                      <a:solidFill>
                                        <a:srgbClr val="000000"/>
                                      </a:solidFill>
                                      <a:latin typeface="Cambria Math" panose="02040503050406030204" pitchFamily="18" charset="0"/>
                                    </a:rPr>
                                    <m:t>2</m:t>
                                  </m:r>
                                </m:sup>
                              </m:sSup>
                              <m:r>
                                <a:rPr lang="en-US" i="1">
                                  <a:solidFill>
                                    <a:srgbClr val="000000"/>
                                  </a:solidFill>
                                  <a:latin typeface="Cambria Math" panose="02040503050406030204" pitchFamily="18" charset="0"/>
                                </a:rPr>
                                <m:t>+</m:t>
                              </m:r>
                              <m:sSup>
                                <m:sSupPr>
                                  <m:ctrlPr>
                                    <a:rPr lang="en-US" i="1">
                                      <a:solidFill>
                                        <a:srgbClr val="000000"/>
                                      </a:solidFill>
                                      <a:latin typeface="Cambria Math" panose="02040503050406030204" pitchFamily="18" charset="0"/>
                                    </a:rPr>
                                  </m:ctrlPr>
                                </m:sSupPr>
                                <m:e>
                                  <m:d>
                                    <m:dPr>
                                      <m:ctrlPr>
                                        <a:rPr lang="en-US" i="1">
                                          <a:solidFill>
                                            <a:srgbClr val="000000"/>
                                          </a:solidFill>
                                          <a:latin typeface="Cambria Math" panose="02040503050406030204" pitchFamily="18" charset="0"/>
                                        </a:rPr>
                                      </m:ctrlPr>
                                    </m:dPr>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𝑏</m:t>
                                          </m:r>
                                          <m:r>
                                            <a:rPr lang="en-US" i="1">
                                              <a:solidFill>
                                                <a:srgbClr val="000000"/>
                                              </a:solidFill>
                                              <a:latin typeface="Cambria Math" panose="02040503050406030204" pitchFamily="18" charset="0"/>
                                            </a:rPr>
                                            <m:t>𝜔</m:t>
                                          </m:r>
                                        </m:num>
                                        <m:den>
                                          <m:r>
                                            <a:rPr lang="en-US" i="1">
                                              <a:solidFill>
                                                <a:srgbClr val="000000"/>
                                              </a:solidFill>
                                              <a:latin typeface="Cambria Math" panose="02040503050406030204" pitchFamily="18" charset="0"/>
                                            </a:rPr>
                                            <m:t>𝑚</m:t>
                                          </m:r>
                                        </m:den>
                                      </m:f>
                                    </m:e>
                                  </m:d>
                                </m:e>
                                <m:sup>
                                  <m:r>
                                    <a:rPr lang="en-US" i="1">
                                      <a:solidFill>
                                        <a:srgbClr val="000000"/>
                                      </a:solidFill>
                                      <a:latin typeface="Cambria Math" panose="02040503050406030204" pitchFamily="18" charset="0"/>
                                    </a:rPr>
                                    <m:t>2</m:t>
                                  </m:r>
                                </m:sup>
                              </m:sSup>
                            </m:e>
                          </m:rad>
                        </m:den>
                      </m:f>
                    </m:oMath>
                  </m:oMathPara>
                </a14:m>
                <a:endParaRPr lang="en-US" dirty="0"/>
              </a:p>
            </p:txBody>
          </p:sp>
        </mc:Choice>
        <mc:Fallback xmlns="">
          <p:sp>
            <p:nvSpPr>
              <p:cNvPr id="24601" name="Object 24"/>
              <p:cNvSpPr txBox="1">
                <a:spLocks noRot="1" noChangeAspect="1" noMove="1" noResize="1" noEditPoints="1" noAdjustHandles="1" noChangeArrowheads="1" noChangeShapeType="1" noTextEdit="1"/>
              </p:cNvSpPr>
              <p:nvPr/>
            </p:nvSpPr>
            <p:spPr bwMode="auto">
              <a:xfrm>
                <a:off x="5837238" y="4632324"/>
                <a:ext cx="1597556" cy="701280"/>
              </a:xfrm>
              <a:prstGeom prst="rect">
                <a:avLst/>
              </a:prstGeom>
              <a:blipFill>
                <a:blip r:embed="rId36"/>
                <a:stretch>
                  <a:fillRect/>
                </a:stretch>
              </a:blipFill>
              <a:ln>
                <a:noFill/>
              </a:ln>
            </p:spPr>
            <p:txBody>
              <a:bodyPr/>
              <a:lstStyle/>
              <a:p>
                <a:r>
                  <a:rPr lang="en-US">
                    <a:noFill/>
                  </a:rPr>
                  <a:t> </a:t>
                </a:r>
              </a:p>
            </p:txBody>
          </p:sp>
        </mc:Fallback>
      </mc:AlternateContent>
      <p:graphicFrame>
        <p:nvGraphicFramePr>
          <p:cNvPr id="24602" name="Object 25"/>
          <p:cNvGraphicFramePr>
            <a:graphicFrameLocks noChangeAspect="1"/>
          </p:cNvGraphicFramePr>
          <p:nvPr>
            <p:extLst>
              <p:ext uri="{D42A27DB-BD31-4B8C-83A1-F6EECF244321}">
                <p14:modId xmlns:p14="http://schemas.microsoft.com/office/powerpoint/2010/main" val="4038857215"/>
              </p:ext>
            </p:extLst>
          </p:nvPr>
        </p:nvGraphicFramePr>
        <p:xfrm>
          <a:off x="4594228" y="4866482"/>
          <a:ext cx="896540" cy="161925"/>
        </p:xfrm>
        <a:graphic>
          <a:graphicData uri="http://schemas.openxmlformats.org/presentationml/2006/ole">
            <mc:AlternateContent xmlns:mc="http://schemas.openxmlformats.org/markup-compatibility/2006">
              <mc:Choice xmlns:v="urn:schemas-microsoft-com:vml" Requires="v">
                <p:oleObj name="Equation" r:id="rId37" imgW="1193800" imgH="215900" progId="Equation.3">
                  <p:embed/>
                </p:oleObj>
              </mc:Choice>
              <mc:Fallback>
                <p:oleObj name="Equation" r:id="rId37" imgW="1193800" imgH="215900" progId="Equation.3">
                  <p:embed/>
                  <p:pic>
                    <p:nvPicPr>
                      <p:cNvPr id="24602" name="Object 25"/>
                      <p:cNvPicPr>
                        <a:picLocks noChangeAspect="1" noChangeArrowheads="1"/>
                      </p:cNvPicPr>
                      <p:nvPr/>
                    </p:nvPicPr>
                    <p:blipFill>
                      <a:blip r:embed="rId38">
                        <a:extLst>
                          <a:ext uri="{28A0092B-C50C-407E-A947-70E740481C1C}">
                            <a14:useLocalDpi xmlns:a14="http://schemas.microsoft.com/office/drawing/2010/main" val="0"/>
                          </a:ext>
                        </a:extLst>
                      </a:blip>
                      <a:srcRect/>
                      <a:stretch>
                        <a:fillRect/>
                      </a:stretch>
                    </p:blipFill>
                    <p:spPr bwMode="auto">
                      <a:xfrm>
                        <a:off x="4594228" y="4866482"/>
                        <a:ext cx="896540"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30858EA-35F2-F243-52E6-60F9392877E5}"/>
              </a:ext>
            </a:extLst>
          </p:cNvPr>
          <p:cNvSpPr>
            <a:spLocks noGrp="1"/>
          </p:cNvSpPr>
          <p:nvPr>
            <p:ph type="ctrTitle"/>
          </p:nvPr>
        </p:nvSpPr>
        <p:spPr/>
        <p:txBody>
          <a:bodyPr/>
          <a:lstStyle/>
          <a:p>
            <a:r>
              <a:rPr lang="en-US" dirty="0"/>
              <a:t>Waves!</a:t>
            </a:r>
          </a:p>
        </p:txBody>
      </p:sp>
      <p:sp>
        <p:nvSpPr>
          <p:cNvPr id="5" name="Subtitle 4">
            <a:extLst>
              <a:ext uri="{FF2B5EF4-FFF2-40B4-BE49-F238E27FC236}">
                <a16:creationId xmlns:a16="http://schemas.microsoft.com/office/drawing/2014/main" id="{7677F265-DCF8-2587-426B-3F55ABD8DF6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8647220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1" name="Rectangle 2"/>
          <p:cNvSpPr>
            <a:spLocks noGrp="1" noChangeArrowheads="1"/>
          </p:cNvSpPr>
          <p:nvPr>
            <p:ph type="title"/>
          </p:nvPr>
        </p:nvSpPr>
        <p:spPr/>
        <p:txBody>
          <a:bodyPr/>
          <a:lstStyle/>
          <a:p>
            <a:r>
              <a:rPr lang="en-US" dirty="0"/>
              <a:t>Question 223.2.1</a:t>
            </a:r>
          </a:p>
        </p:txBody>
      </p:sp>
      <p:sp>
        <p:nvSpPr>
          <p:cNvPr id="43012" name="Rectangle 3"/>
          <p:cNvSpPr>
            <a:spLocks noGrp="1" noChangeArrowheads="1"/>
          </p:cNvSpPr>
          <p:nvPr>
            <p:ph idx="1"/>
          </p:nvPr>
        </p:nvSpPr>
        <p:spPr/>
        <p:txBody>
          <a:bodyPr/>
          <a:lstStyle/>
          <a:p>
            <a:pPr marL="609600" indent="-609600" eaLnBrk="1" hangingPunct="1">
              <a:buFontTx/>
              <a:buNone/>
            </a:pPr>
            <a:r>
              <a:rPr lang="en-US" dirty="0"/>
              <a:t>For a wave to exist, you need the following</a:t>
            </a:r>
          </a:p>
          <a:p>
            <a:pPr marL="609600" indent="-609600" eaLnBrk="1" hangingPunct="1">
              <a:buFont typeface="+mj-lt"/>
              <a:buAutoNum type="alphaLcParenR"/>
            </a:pPr>
            <a:r>
              <a:rPr lang="en-US" dirty="0"/>
              <a:t>Source of disturbance, a medium, and a connection between medium elements</a:t>
            </a:r>
          </a:p>
          <a:p>
            <a:pPr marL="609600" indent="-609600" eaLnBrk="1" hangingPunct="1">
              <a:buFont typeface="+mj-lt"/>
              <a:buAutoNum type="alphaLcParenR"/>
            </a:pPr>
            <a:r>
              <a:rPr lang="en-US" dirty="0"/>
              <a:t>A fluid, an energy source, and distance</a:t>
            </a:r>
          </a:p>
          <a:p>
            <a:pPr marL="609600" indent="-609600" eaLnBrk="1" hangingPunct="1">
              <a:buFont typeface="+mj-lt"/>
              <a:buAutoNum type="alphaLcParenR"/>
            </a:pPr>
            <a:r>
              <a:rPr lang="en-US" dirty="0"/>
              <a:t>A liquid, a disturbance, and a transfer of energy</a:t>
            </a:r>
          </a:p>
          <a:p>
            <a:pPr marL="609600" indent="-609600" eaLnBrk="1" hangingPunct="1">
              <a:buFont typeface="+mj-lt"/>
              <a:buAutoNum type="alphaLcParenR"/>
            </a:pPr>
            <a:r>
              <a:rPr lang="en-US" dirty="0"/>
              <a:t>A really good touchdown that gets the crowd excited</a:t>
            </a:r>
          </a:p>
        </p:txBody>
      </p:sp>
      <p:sp>
        <p:nvSpPr>
          <p:cNvPr id="43010" name="Slide Number Placeholder 5"/>
          <p:cNvSpPr>
            <a:spLocks noGrp="1"/>
          </p:cNvSpPr>
          <p:nvPr>
            <p:ph type="sldNum" sz="quarter" idx="12"/>
          </p:nvPr>
        </p:nvSpPr>
        <p:spPr>
          <a:noFill/>
        </p:spPr>
        <p:txBody>
          <a:bodyPr/>
          <a:lstStyle/>
          <a:p>
            <a:fld id="{A450C633-03AE-4E00-8281-A488FB2231B1}" type="slidenum">
              <a:rPr lang="en-US" smtClean="0"/>
              <a:pPr/>
              <a:t>14</a:t>
            </a:fld>
            <a:endParaRPr lang="en-US"/>
          </a:p>
        </p:txBody>
      </p:sp>
    </p:spTree>
    <p:extLst>
      <p:ext uri="{BB962C8B-B14F-4D97-AF65-F5344CB8AC3E}">
        <p14:creationId xmlns:p14="http://schemas.microsoft.com/office/powerpoint/2010/main" val="32042335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p:txBody>
          <a:bodyPr/>
          <a:lstStyle/>
          <a:p>
            <a:r>
              <a:rPr lang="en-US" dirty="0"/>
              <a:t>Question 223.2.2</a:t>
            </a:r>
          </a:p>
        </p:txBody>
      </p:sp>
      <p:sp>
        <p:nvSpPr>
          <p:cNvPr id="44036" name="Rectangle 3"/>
          <p:cNvSpPr>
            <a:spLocks noGrp="1" noChangeArrowheads="1"/>
          </p:cNvSpPr>
          <p:nvPr>
            <p:ph idx="1"/>
          </p:nvPr>
        </p:nvSpPr>
        <p:spPr>
          <a:xfrm>
            <a:off x="457199" y="1600200"/>
            <a:ext cx="4468761" cy="4525963"/>
          </a:xfrm>
        </p:spPr>
        <p:txBody>
          <a:bodyPr/>
          <a:lstStyle/>
          <a:p>
            <a:pPr marL="609600" indent="-609600" eaLnBrk="1" hangingPunct="1">
              <a:buFontTx/>
              <a:buNone/>
            </a:pPr>
            <a:r>
              <a:rPr lang="en-US" dirty="0"/>
              <a:t>What is the medium for an ocean wave?… </a:t>
            </a:r>
          </a:p>
          <a:p>
            <a:pPr marL="990600" lvl="1" indent="-533400" eaLnBrk="1" hangingPunct="1">
              <a:buFontTx/>
              <a:buAutoNum type="alphaLcParenR"/>
            </a:pPr>
            <a:r>
              <a:rPr lang="en-US" dirty="0"/>
              <a:t>The electromagnetic field</a:t>
            </a:r>
          </a:p>
          <a:p>
            <a:pPr marL="990600" lvl="1" indent="-533400" eaLnBrk="1" hangingPunct="1">
              <a:buFontTx/>
              <a:buAutoNum type="alphaLcParenR"/>
            </a:pPr>
            <a:r>
              <a:rPr lang="en-US" dirty="0"/>
              <a:t>Air molecules</a:t>
            </a:r>
          </a:p>
          <a:p>
            <a:pPr marL="990600" lvl="1" indent="-533400" eaLnBrk="1" hangingPunct="1">
              <a:buFontTx/>
              <a:buAutoNum type="alphaLcParenR"/>
            </a:pPr>
            <a:r>
              <a:rPr lang="en-US" dirty="0"/>
              <a:t>Free space</a:t>
            </a:r>
          </a:p>
          <a:p>
            <a:pPr marL="990600" lvl="1" indent="-533400" eaLnBrk="1" hangingPunct="1">
              <a:buFontTx/>
              <a:buAutoNum type="alphaLcParenR"/>
            </a:pPr>
            <a:r>
              <a:rPr lang="en-US" dirty="0"/>
              <a:t>Water  molecules</a:t>
            </a:r>
          </a:p>
        </p:txBody>
      </p:sp>
      <p:sp>
        <p:nvSpPr>
          <p:cNvPr id="44034" name="Slide Number Placeholder 5"/>
          <p:cNvSpPr>
            <a:spLocks noGrp="1"/>
          </p:cNvSpPr>
          <p:nvPr>
            <p:ph type="sldNum" sz="quarter" idx="12"/>
          </p:nvPr>
        </p:nvSpPr>
        <p:spPr>
          <a:noFill/>
        </p:spPr>
        <p:txBody>
          <a:bodyPr/>
          <a:lstStyle/>
          <a:p>
            <a:fld id="{4AD62F2E-7083-45D0-8919-2DFD6873DB31}" type="slidenum">
              <a:rPr lang="en-US" smtClean="0"/>
              <a:pPr/>
              <a:t>15</a:t>
            </a:fld>
            <a:endParaRPr lang="en-US"/>
          </a:p>
        </p:txBody>
      </p:sp>
      <p:pic>
        <p:nvPicPr>
          <p:cNvPr id="44037" name="Picture 4" descr="J5P87D0K"/>
          <p:cNvPicPr>
            <a:picLocks noChangeAspect="1" noChangeArrowheads="1"/>
          </p:cNvPicPr>
          <p:nvPr/>
        </p:nvPicPr>
        <p:blipFill>
          <a:blip r:embed="rId2" cstate="print"/>
          <a:srcRect r="13052"/>
          <a:stretch>
            <a:fillRect/>
          </a:stretch>
        </p:blipFill>
        <p:spPr bwMode="auto">
          <a:xfrm>
            <a:off x="4535647" y="2470150"/>
            <a:ext cx="4444580" cy="2397125"/>
          </a:xfrm>
          <a:prstGeom prst="rect">
            <a:avLst/>
          </a:prstGeom>
          <a:noFill/>
          <a:ln w="9525">
            <a:noFill/>
            <a:miter lim="800000"/>
            <a:headEnd/>
            <a:tailEnd/>
          </a:ln>
        </p:spPr>
      </p:pic>
    </p:spTree>
    <p:extLst>
      <p:ext uri="{BB962C8B-B14F-4D97-AF65-F5344CB8AC3E}">
        <p14:creationId xmlns:p14="http://schemas.microsoft.com/office/powerpoint/2010/main" val="28960650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p:txBody>
          <a:bodyPr/>
          <a:lstStyle/>
          <a:p>
            <a:r>
              <a:rPr lang="en-US" dirty="0"/>
              <a:t>Question 223.2.3</a:t>
            </a:r>
          </a:p>
        </p:txBody>
      </p:sp>
      <p:sp>
        <p:nvSpPr>
          <p:cNvPr id="44036" name="Rectangle 3"/>
          <p:cNvSpPr>
            <a:spLocks noGrp="1" noChangeArrowheads="1"/>
          </p:cNvSpPr>
          <p:nvPr>
            <p:ph idx="1"/>
          </p:nvPr>
        </p:nvSpPr>
        <p:spPr>
          <a:xfrm>
            <a:off x="457200" y="1600200"/>
            <a:ext cx="3790950" cy="4525963"/>
          </a:xfrm>
        </p:spPr>
        <p:txBody>
          <a:bodyPr/>
          <a:lstStyle/>
          <a:p>
            <a:pPr marL="609600" indent="-609600" eaLnBrk="1" hangingPunct="1">
              <a:buFontTx/>
              <a:buNone/>
            </a:pPr>
            <a:r>
              <a:rPr lang="en-US" dirty="0"/>
              <a:t>Is an ocean wave … </a:t>
            </a:r>
          </a:p>
          <a:p>
            <a:pPr marL="990600" lvl="1" indent="-533400" eaLnBrk="1" hangingPunct="1">
              <a:buFontTx/>
              <a:buAutoNum type="alphaLcParenR"/>
            </a:pPr>
            <a:r>
              <a:rPr lang="en-US" dirty="0"/>
              <a:t>Transverse</a:t>
            </a:r>
          </a:p>
          <a:p>
            <a:pPr marL="990600" lvl="1" indent="-533400" eaLnBrk="1" hangingPunct="1">
              <a:buFontTx/>
              <a:buAutoNum type="alphaLcParenR"/>
            </a:pPr>
            <a:r>
              <a:rPr lang="en-US" dirty="0"/>
              <a:t>Longitudinal</a:t>
            </a:r>
          </a:p>
          <a:p>
            <a:pPr marL="990600" lvl="1" indent="-533400" eaLnBrk="1" hangingPunct="1">
              <a:buFontTx/>
              <a:buAutoNum type="alphaLcParenR"/>
            </a:pPr>
            <a:r>
              <a:rPr lang="en-US" dirty="0"/>
              <a:t>A combination of transverse and longitudinal</a:t>
            </a:r>
          </a:p>
        </p:txBody>
      </p:sp>
      <p:sp>
        <p:nvSpPr>
          <p:cNvPr id="44034" name="Slide Number Placeholder 5"/>
          <p:cNvSpPr>
            <a:spLocks noGrp="1"/>
          </p:cNvSpPr>
          <p:nvPr>
            <p:ph type="sldNum" sz="quarter" idx="12"/>
          </p:nvPr>
        </p:nvSpPr>
        <p:spPr>
          <a:noFill/>
        </p:spPr>
        <p:txBody>
          <a:bodyPr/>
          <a:lstStyle/>
          <a:p>
            <a:fld id="{4AD62F2E-7083-45D0-8919-2DFD6873DB31}" type="slidenum">
              <a:rPr lang="en-US" smtClean="0"/>
              <a:pPr/>
              <a:t>16</a:t>
            </a:fld>
            <a:endParaRPr lang="en-US"/>
          </a:p>
        </p:txBody>
      </p:sp>
      <p:pic>
        <p:nvPicPr>
          <p:cNvPr id="44037" name="Picture 4" descr="J5P87D0K"/>
          <p:cNvPicPr>
            <a:picLocks noChangeAspect="1" noChangeArrowheads="1"/>
          </p:cNvPicPr>
          <p:nvPr/>
        </p:nvPicPr>
        <p:blipFill>
          <a:blip r:embed="rId2" cstate="print"/>
          <a:srcRect/>
          <a:stretch>
            <a:fillRect/>
          </a:stretch>
        </p:blipFill>
        <p:spPr bwMode="auto">
          <a:xfrm>
            <a:off x="3768725" y="2470150"/>
            <a:ext cx="5111750" cy="2397125"/>
          </a:xfrm>
          <a:prstGeom prst="rect">
            <a:avLst/>
          </a:prstGeom>
          <a:noFill/>
          <a:ln w="9525">
            <a:noFill/>
            <a:miter lim="800000"/>
            <a:headEnd/>
            <a:tailEnd/>
          </a:ln>
        </p:spPr>
      </p:pic>
    </p:spTree>
    <p:extLst>
      <p:ext uri="{BB962C8B-B14F-4D97-AF65-F5344CB8AC3E}">
        <p14:creationId xmlns:p14="http://schemas.microsoft.com/office/powerpoint/2010/main" val="8691771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3" name="Rectangle 2"/>
          <p:cNvSpPr>
            <a:spLocks noGrp="1" noChangeArrowheads="1"/>
          </p:cNvSpPr>
          <p:nvPr>
            <p:ph type="title"/>
          </p:nvPr>
        </p:nvSpPr>
        <p:spPr/>
        <p:txBody>
          <a:bodyPr/>
          <a:lstStyle/>
          <a:p>
            <a:r>
              <a:rPr lang="en-US" dirty="0"/>
              <a:t>Question 223.2.4</a:t>
            </a:r>
          </a:p>
        </p:txBody>
      </p:sp>
      <p:sp>
        <p:nvSpPr>
          <p:cNvPr id="46084" name="Rectangle 3"/>
          <p:cNvSpPr>
            <a:spLocks noGrp="1" noChangeArrowheads="1"/>
          </p:cNvSpPr>
          <p:nvPr>
            <p:ph idx="1"/>
          </p:nvPr>
        </p:nvSpPr>
        <p:spPr/>
        <p:txBody>
          <a:bodyPr/>
          <a:lstStyle/>
          <a:p>
            <a:pPr eaLnBrk="1" hangingPunct="1">
              <a:lnSpc>
                <a:spcPct val="120000"/>
              </a:lnSpc>
              <a:buFont typeface="Wingdings" pitchFamily="2" charset="2"/>
              <a:buNone/>
            </a:pPr>
            <a:r>
              <a:rPr lang="en-US" sz="2400" b="1" dirty="0"/>
              <a:t>At a football game, “the wave”  might circulate through the stands and move around the stadium.  In this wave motion, people stand up and sit down as the wave passes.  What type of wave would this be characterized as?</a:t>
            </a:r>
            <a:r>
              <a:rPr lang="en-US" sz="2400" b="1" dirty="0">
                <a:solidFill>
                  <a:srgbClr val="000000"/>
                </a:solidFill>
              </a:rPr>
              <a:t> </a:t>
            </a:r>
          </a:p>
          <a:p>
            <a:pPr eaLnBrk="1" hangingPunct="1">
              <a:buFont typeface="Wingdings" pitchFamily="2" charset="2"/>
              <a:buNone/>
            </a:pPr>
            <a:r>
              <a:rPr lang="en-US" sz="2400" b="1" dirty="0">
                <a:solidFill>
                  <a:schemeClr val="tx2"/>
                </a:solidFill>
                <a:cs typeface="Arial" charset="0"/>
              </a:rPr>
              <a:t>polarized wave</a:t>
            </a:r>
            <a:endParaRPr lang="en-US" sz="2400" b="1" dirty="0">
              <a:solidFill>
                <a:schemeClr val="tx2"/>
              </a:solidFill>
            </a:endParaRPr>
          </a:p>
          <a:p>
            <a:pPr eaLnBrk="1" hangingPunct="1">
              <a:buFontTx/>
              <a:buNone/>
            </a:pPr>
            <a:r>
              <a:rPr lang="en-US" sz="2400" b="1" dirty="0">
                <a:solidFill>
                  <a:schemeClr val="tx2"/>
                </a:solidFill>
              </a:rPr>
              <a:t>	a)  longitudinal</a:t>
            </a:r>
            <a:r>
              <a:rPr lang="en-US" sz="2400" b="1" dirty="0">
                <a:solidFill>
                  <a:schemeClr val="tx2"/>
                </a:solidFill>
                <a:cs typeface="Arial" charset="0"/>
              </a:rPr>
              <a:t> wave</a:t>
            </a:r>
            <a:endParaRPr lang="en-US" sz="2400" b="1" dirty="0">
              <a:solidFill>
                <a:schemeClr val="tx2"/>
              </a:solidFill>
            </a:endParaRPr>
          </a:p>
          <a:p>
            <a:pPr eaLnBrk="1" hangingPunct="1">
              <a:buFontTx/>
              <a:buNone/>
            </a:pPr>
            <a:r>
              <a:rPr lang="en-US" sz="2400" b="1" dirty="0">
                <a:solidFill>
                  <a:schemeClr val="tx2"/>
                </a:solidFill>
              </a:rPr>
              <a:t>	b)  lateral wave</a:t>
            </a:r>
          </a:p>
          <a:p>
            <a:pPr eaLnBrk="1" hangingPunct="1">
              <a:buFontTx/>
              <a:buNone/>
            </a:pPr>
            <a:r>
              <a:rPr lang="en-US" sz="2400" b="1" dirty="0">
                <a:solidFill>
                  <a:schemeClr val="tx2"/>
                </a:solidFill>
              </a:rPr>
              <a:t>	c)  </a:t>
            </a:r>
            <a:r>
              <a:rPr lang="en-US" sz="2400" b="1" dirty="0">
                <a:solidFill>
                  <a:schemeClr val="tx2"/>
                </a:solidFill>
                <a:cs typeface="Arial" charset="0"/>
              </a:rPr>
              <a:t>transverse </a:t>
            </a:r>
            <a:r>
              <a:rPr lang="en-US" sz="2400" b="1" dirty="0">
                <a:solidFill>
                  <a:schemeClr val="tx2"/>
                </a:solidFill>
              </a:rPr>
              <a:t>wave</a:t>
            </a:r>
          </a:p>
          <a:p>
            <a:pPr eaLnBrk="1" hangingPunct="1">
              <a:buFontTx/>
              <a:buNone/>
            </a:pPr>
            <a:r>
              <a:rPr lang="en-US" sz="2400" b="1" dirty="0">
                <a:solidFill>
                  <a:schemeClr val="tx2"/>
                </a:solidFill>
              </a:rPr>
              <a:t>	d)  </a:t>
            </a:r>
            <a:r>
              <a:rPr lang="en-US" sz="2400" b="1" dirty="0" err="1">
                <a:solidFill>
                  <a:schemeClr val="tx2"/>
                </a:solidFill>
              </a:rPr>
              <a:t>soliton</a:t>
            </a:r>
            <a:r>
              <a:rPr lang="en-US" sz="2400" b="1" dirty="0">
                <a:solidFill>
                  <a:schemeClr val="tx2"/>
                </a:solidFill>
              </a:rPr>
              <a:t> wave</a:t>
            </a:r>
          </a:p>
          <a:p>
            <a:pPr eaLnBrk="1" hangingPunct="1">
              <a:buFontTx/>
              <a:buNone/>
            </a:pPr>
            <a:r>
              <a:rPr lang="en-US" sz="2400" b="1" dirty="0">
                <a:solidFill>
                  <a:schemeClr val="tx2"/>
                </a:solidFill>
              </a:rPr>
              <a:t>     e) Cougar wave</a:t>
            </a:r>
            <a:endParaRPr lang="en-US" sz="2400" b="1" dirty="0"/>
          </a:p>
          <a:p>
            <a:pPr eaLnBrk="1" hangingPunct="1">
              <a:lnSpc>
                <a:spcPct val="90000"/>
              </a:lnSpc>
            </a:pPr>
            <a:endParaRPr lang="en-US" sz="2400" dirty="0"/>
          </a:p>
        </p:txBody>
      </p:sp>
      <p:sp>
        <p:nvSpPr>
          <p:cNvPr id="46082" name="Slide Number Placeholder 5"/>
          <p:cNvSpPr>
            <a:spLocks noGrp="1"/>
          </p:cNvSpPr>
          <p:nvPr>
            <p:ph type="sldNum" sz="quarter" idx="12"/>
          </p:nvPr>
        </p:nvSpPr>
        <p:spPr>
          <a:noFill/>
        </p:spPr>
        <p:txBody>
          <a:bodyPr/>
          <a:lstStyle/>
          <a:p>
            <a:fld id="{DA3A0356-25C4-47A8-BD36-BE5A8451A2B5}" type="slidenum">
              <a:rPr lang="en-US" smtClean="0"/>
              <a:pPr/>
              <a:t>17</a:t>
            </a:fld>
            <a:endParaRPr lang="en-US"/>
          </a:p>
        </p:txBody>
      </p:sp>
    </p:spTree>
    <p:extLst>
      <p:ext uri="{BB962C8B-B14F-4D97-AF65-F5344CB8AC3E}">
        <p14:creationId xmlns:p14="http://schemas.microsoft.com/office/powerpoint/2010/main" val="32462588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590"/>
          <p:cNvGrpSpPr>
            <a:grpSpLocks/>
          </p:cNvGrpSpPr>
          <p:nvPr/>
        </p:nvGrpSpPr>
        <p:grpSpPr bwMode="auto">
          <a:xfrm>
            <a:off x="636588" y="5243513"/>
            <a:ext cx="1335087" cy="625475"/>
            <a:chOff x="1231" y="3011"/>
            <a:chExt cx="795" cy="95"/>
          </a:xfrm>
        </p:grpSpPr>
        <p:grpSp>
          <p:nvGrpSpPr>
            <p:cNvPr id="3" name="Group 591"/>
            <p:cNvGrpSpPr>
              <a:grpSpLocks/>
            </p:cNvGrpSpPr>
            <p:nvPr/>
          </p:nvGrpSpPr>
          <p:grpSpPr bwMode="auto">
            <a:xfrm>
              <a:off x="1926" y="3011"/>
              <a:ext cx="100" cy="95"/>
              <a:chOff x="704" y="1880"/>
              <a:chExt cx="136" cy="128"/>
            </a:xfrm>
          </p:grpSpPr>
          <p:sp>
            <p:nvSpPr>
              <p:cNvPr id="46626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6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 name="Group 594"/>
            <p:cNvGrpSpPr>
              <a:grpSpLocks/>
            </p:cNvGrpSpPr>
            <p:nvPr/>
          </p:nvGrpSpPr>
          <p:grpSpPr bwMode="auto">
            <a:xfrm>
              <a:off x="1819" y="3011"/>
              <a:ext cx="100" cy="95"/>
              <a:chOff x="704" y="1880"/>
              <a:chExt cx="136" cy="128"/>
            </a:xfrm>
          </p:grpSpPr>
          <p:sp>
            <p:nvSpPr>
              <p:cNvPr id="46626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6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5" name="Group 597"/>
            <p:cNvGrpSpPr>
              <a:grpSpLocks/>
            </p:cNvGrpSpPr>
            <p:nvPr/>
          </p:nvGrpSpPr>
          <p:grpSpPr bwMode="auto">
            <a:xfrm>
              <a:off x="1724" y="3011"/>
              <a:ext cx="100" cy="95"/>
              <a:chOff x="704" y="1880"/>
              <a:chExt cx="136" cy="128"/>
            </a:xfrm>
          </p:grpSpPr>
          <p:sp>
            <p:nvSpPr>
              <p:cNvPr id="46626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6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6" name="Group 600"/>
            <p:cNvGrpSpPr>
              <a:grpSpLocks/>
            </p:cNvGrpSpPr>
            <p:nvPr/>
          </p:nvGrpSpPr>
          <p:grpSpPr bwMode="auto">
            <a:xfrm>
              <a:off x="1623" y="3011"/>
              <a:ext cx="100" cy="95"/>
              <a:chOff x="704" y="1880"/>
              <a:chExt cx="136" cy="128"/>
            </a:xfrm>
          </p:grpSpPr>
          <p:sp>
            <p:nvSpPr>
              <p:cNvPr id="46625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6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7" name="Group 603"/>
            <p:cNvGrpSpPr>
              <a:grpSpLocks/>
            </p:cNvGrpSpPr>
            <p:nvPr/>
          </p:nvGrpSpPr>
          <p:grpSpPr bwMode="auto">
            <a:xfrm>
              <a:off x="1528" y="3011"/>
              <a:ext cx="100" cy="95"/>
              <a:chOff x="704" y="1880"/>
              <a:chExt cx="136" cy="128"/>
            </a:xfrm>
          </p:grpSpPr>
          <p:sp>
            <p:nvSpPr>
              <p:cNvPr id="46625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5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8" name="Group 606"/>
            <p:cNvGrpSpPr>
              <a:grpSpLocks/>
            </p:cNvGrpSpPr>
            <p:nvPr/>
          </p:nvGrpSpPr>
          <p:grpSpPr bwMode="auto">
            <a:xfrm>
              <a:off x="1427" y="3011"/>
              <a:ext cx="100" cy="95"/>
              <a:chOff x="704" y="1880"/>
              <a:chExt cx="136" cy="128"/>
            </a:xfrm>
          </p:grpSpPr>
          <p:sp>
            <p:nvSpPr>
              <p:cNvPr id="46625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5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9" name="Group 609"/>
            <p:cNvGrpSpPr>
              <a:grpSpLocks/>
            </p:cNvGrpSpPr>
            <p:nvPr/>
          </p:nvGrpSpPr>
          <p:grpSpPr bwMode="auto">
            <a:xfrm>
              <a:off x="1332" y="3011"/>
              <a:ext cx="100" cy="95"/>
              <a:chOff x="704" y="1880"/>
              <a:chExt cx="136" cy="128"/>
            </a:xfrm>
          </p:grpSpPr>
          <p:sp>
            <p:nvSpPr>
              <p:cNvPr id="46625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5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0" name="Group 612"/>
            <p:cNvGrpSpPr>
              <a:grpSpLocks/>
            </p:cNvGrpSpPr>
            <p:nvPr/>
          </p:nvGrpSpPr>
          <p:grpSpPr bwMode="auto">
            <a:xfrm>
              <a:off x="1231" y="3011"/>
              <a:ext cx="100" cy="95"/>
              <a:chOff x="704" y="1880"/>
              <a:chExt cx="136" cy="128"/>
            </a:xfrm>
          </p:grpSpPr>
          <p:sp>
            <p:nvSpPr>
              <p:cNvPr id="46625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5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11" name="Group 590"/>
          <p:cNvGrpSpPr>
            <a:grpSpLocks/>
          </p:cNvGrpSpPr>
          <p:nvPr/>
        </p:nvGrpSpPr>
        <p:grpSpPr bwMode="auto">
          <a:xfrm>
            <a:off x="1984375" y="5249863"/>
            <a:ext cx="1966913" cy="625475"/>
            <a:chOff x="1231" y="3011"/>
            <a:chExt cx="795" cy="95"/>
          </a:xfrm>
        </p:grpSpPr>
        <p:grpSp>
          <p:nvGrpSpPr>
            <p:cNvPr id="12" name="Group 591"/>
            <p:cNvGrpSpPr>
              <a:grpSpLocks/>
            </p:cNvGrpSpPr>
            <p:nvPr/>
          </p:nvGrpSpPr>
          <p:grpSpPr bwMode="auto">
            <a:xfrm>
              <a:off x="1926" y="3011"/>
              <a:ext cx="100" cy="95"/>
              <a:chOff x="704" y="1880"/>
              <a:chExt cx="136" cy="128"/>
            </a:xfrm>
          </p:grpSpPr>
          <p:sp>
            <p:nvSpPr>
              <p:cNvPr id="46624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4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 name="Group 594"/>
            <p:cNvGrpSpPr>
              <a:grpSpLocks/>
            </p:cNvGrpSpPr>
            <p:nvPr/>
          </p:nvGrpSpPr>
          <p:grpSpPr bwMode="auto">
            <a:xfrm>
              <a:off x="1819" y="3011"/>
              <a:ext cx="100" cy="95"/>
              <a:chOff x="704" y="1880"/>
              <a:chExt cx="136" cy="128"/>
            </a:xfrm>
          </p:grpSpPr>
          <p:sp>
            <p:nvSpPr>
              <p:cNvPr id="46623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4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 name="Group 597"/>
            <p:cNvGrpSpPr>
              <a:grpSpLocks/>
            </p:cNvGrpSpPr>
            <p:nvPr/>
          </p:nvGrpSpPr>
          <p:grpSpPr bwMode="auto">
            <a:xfrm>
              <a:off x="1724" y="3011"/>
              <a:ext cx="100" cy="95"/>
              <a:chOff x="704" y="1880"/>
              <a:chExt cx="136" cy="128"/>
            </a:xfrm>
          </p:grpSpPr>
          <p:sp>
            <p:nvSpPr>
              <p:cNvPr id="46623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3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600"/>
            <p:cNvGrpSpPr>
              <a:grpSpLocks/>
            </p:cNvGrpSpPr>
            <p:nvPr/>
          </p:nvGrpSpPr>
          <p:grpSpPr bwMode="auto">
            <a:xfrm>
              <a:off x="1623" y="3011"/>
              <a:ext cx="100" cy="95"/>
              <a:chOff x="704" y="1880"/>
              <a:chExt cx="136" cy="128"/>
            </a:xfrm>
          </p:grpSpPr>
          <p:sp>
            <p:nvSpPr>
              <p:cNvPr id="46623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3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603"/>
            <p:cNvGrpSpPr>
              <a:grpSpLocks/>
            </p:cNvGrpSpPr>
            <p:nvPr/>
          </p:nvGrpSpPr>
          <p:grpSpPr bwMode="auto">
            <a:xfrm>
              <a:off x="1528" y="3011"/>
              <a:ext cx="100" cy="95"/>
              <a:chOff x="704" y="1880"/>
              <a:chExt cx="136" cy="128"/>
            </a:xfrm>
          </p:grpSpPr>
          <p:sp>
            <p:nvSpPr>
              <p:cNvPr id="46623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3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606"/>
            <p:cNvGrpSpPr>
              <a:grpSpLocks/>
            </p:cNvGrpSpPr>
            <p:nvPr/>
          </p:nvGrpSpPr>
          <p:grpSpPr bwMode="auto">
            <a:xfrm>
              <a:off x="1427" y="3011"/>
              <a:ext cx="100" cy="95"/>
              <a:chOff x="704" y="1880"/>
              <a:chExt cx="136" cy="128"/>
            </a:xfrm>
          </p:grpSpPr>
          <p:sp>
            <p:nvSpPr>
              <p:cNvPr id="46623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3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8" name="Group 609"/>
            <p:cNvGrpSpPr>
              <a:grpSpLocks/>
            </p:cNvGrpSpPr>
            <p:nvPr/>
          </p:nvGrpSpPr>
          <p:grpSpPr bwMode="auto">
            <a:xfrm>
              <a:off x="1332" y="3011"/>
              <a:ext cx="100" cy="95"/>
              <a:chOff x="704" y="1880"/>
              <a:chExt cx="136" cy="128"/>
            </a:xfrm>
          </p:grpSpPr>
          <p:sp>
            <p:nvSpPr>
              <p:cNvPr id="46622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3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9" name="Group 612"/>
            <p:cNvGrpSpPr>
              <a:grpSpLocks/>
            </p:cNvGrpSpPr>
            <p:nvPr/>
          </p:nvGrpSpPr>
          <p:grpSpPr bwMode="auto">
            <a:xfrm>
              <a:off x="1231" y="3011"/>
              <a:ext cx="100" cy="95"/>
              <a:chOff x="704" y="1880"/>
              <a:chExt cx="136" cy="128"/>
            </a:xfrm>
          </p:grpSpPr>
          <p:sp>
            <p:nvSpPr>
              <p:cNvPr id="46622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2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0" name="Group 590"/>
          <p:cNvGrpSpPr>
            <a:grpSpLocks/>
          </p:cNvGrpSpPr>
          <p:nvPr/>
        </p:nvGrpSpPr>
        <p:grpSpPr bwMode="auto">
          <a:xfrm>
            <a:off x="3973513" y="5249863"/>
            <a:ext cx="1333500" cy="625475"/>
            <a:chOff x="1231" y="3011"/>
            <a:chExt cx="795" cy="95"/>
          </a:xfrm>
        </p:grpSpPr>
        <p:grpSp>
          <p:nvGrpSpPr>
            <p:cNvPr id="21" name="Group 591"/>
            <p:cNvGrpSpPr>
              <a:grpSpLocks/>
            </p:cNvGrpSpPr>
            <p:nvPr/>
          </p:nvGrpSpPr>
          <p:grpSpPr bwMode="auto">
            <a:xfrm>
              <a:off x="1926" y="3011"/>
              <a:ext cx="100" cy="95"/>
              <a:chOff x="704" y="1880"/>
              <a:chExt cx="136" cy="128"/>
            </a:xfrm>
          </p:grpSpPr>
          <p:sp>
            <p:nvSpPr>
              <p:cNvPr id="466217"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18"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2" name="Group 594"/>
            <p:cNvGrpSpPr>
              <a:grpSpLocks/>
            </p:cNvGrpSpPr>
            <p:nvPr/>
          </p:nvGrpSpPr>
          <p:grpSpPr bwMode="auto">
            <a:xfrm>
              <a:off x="1819" y="3011"/>
              <a:ext cx="100" cy="95"/>
              <a:chOff x="704" y="1880"/>
              <a:chExt cx="136" cy="128"/>
            </a:xfrm>
          </p:grpSpPr>
          <p:sp>
            <p:nvSpPr>
              <p:cNvPr id="466215"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16"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3" name="Group 597"/>
            <p:cNvGrpSpPr>
              <a:grpSpLocks/>
            </p:cNvGrpSpPr>
            <p:nvPr/>
          </p:nvGrpSpPr>
          <p:grpSpPr bwMode="auto">
            <a:xfrm>
              <a:off x="1724" y="3011"/>
              <a:ext cx="100" cy="95"/>
              <a:chOff x="704" y="1880"/>
              <a:chExt cx="136" cy="128"/>
            </a:xfrm>
          </p:grpSpPr>
          <p:sp>
            <p:nvSpPr>
              <p:cNvPr id="466213"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14"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4" name="Group 600"/>
            <p:cNvGrpSpPr>
              <a:grpSpLocks/>
            </p:cNvGrpSpPr>
            <p:nvPr/>
          </p:nvGrpSpPr>
          <p:grpSpPr bwMode="auto">
            <a:xfrm>
              <a:off x="1623" y="3011"/>
              <a:ext cx="100" cy="95"/>
              <a:chOff x="704" y="1880"/>
              <a:chExt cx="136" cy="128"/>
            </a:xfrm>
          </p:grpSpPr>
          <p:sp>
            <p:nvSpPr>
              <p:cNvPr id="46621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1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5" name="Group 603"/>
            <p:cNvGrpSpPr>
              <a:grpSpLocks/>
            </p:cNvGrpSpPr>
            <p:nvPr/>
          </p:nvGrpSpPr>
          <p:grpSpPr bwMode="auto">
            <a:xfrm>
              <a:off x="1528" y="3011"/>
              <a:ext cx="100" cy="95"/>
              <a:chOff x="704" y="1880"/>
              <a:chExt cx="136" cy="128"/>
            </a:xfrm>
          </p:grpSpPr>
          <p:sp>
            <p:nvSpPr>
              <p:cNvPr id="46620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1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6" name="Group 606"/>
            <p:cNvGrpSpPr>
              <a:grpSpLocks/>
            </p:cNvGrpSpPr>
            <p:nvPr/>
          </p:nvGrpSpPr>
          <p:grpSpPr bwMode="auto">
            <a:xfrm>
              <a:off x="1427" y="3011"/>
              <a:ext cx="100" cy="95"/>
              <a:chOff x="704" y="1880"/>
              <a:chExt cx="136" cy="128"/>
            </a:xfrm>
          </p:grpSpPr>
          <p:sp>
            <p:nvSpPr>
              <p:cNvPr id="46620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0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7" name="Group 609"/>
            <p:cNvGrpSpPr>
              <a:grpSpLocks/>
            </p:cNvGrpSpPr>
            <p:nvPr/>
          </p:nvGrpSpPr>
          <p:grpSpPr bwMode="auto">
            <a:xfrm>
              <a:off x="1332" y="3011"/>
              <a:ext cx="100" cy="95"/>
              <a:chOff x="704" y="1880"/>
              <a:chExt cx="136" cy="128"/>
            </a:xfrm>
          </p:grpSpPr>
          <p:sp>
            <p:nvSpPr>
              <p:cNvPr id="46620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0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28" name="Group 612"/>
            <p:cNvGrpSpPr>
              <a:grpSpLocks/>
            </p:cNvGrpSpPr>
            <p:nvPr/>
          </p:nvGrpSpPr>
          <p:grpSpPr bwMode="auto">
            <a:xfrm>
              <a:off x="1231" y="3011"/>
              <a:ext cx="100" cy="95"/>
              <a:chOff x="704" y="1880"/>
              <a:chExt cx="136" cy="128"/>
            </a:xfrm>
          </p:grpSpPr>
          <p:sp>
            <p:nvSpPr>
              <p:cNvPr id="46620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20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29" name="Group 590"/>
          <p:cNvGrpSpPr>
            <a:grpSpLocks/>
          </p:cNvGrpSpPr>
          <p:nvPr/>
        </p:nvGrpSpPr>
        <p:grpSpPr bwMode="auto">
          <a:xfrm>
            <a:off x="5303838" y="5238750"/>
            <a:ext cx="1968500" cy="625475"/>
            <a:chOff x="1231" y="3011"/>
            <a:chExt cx="795" cy="95"/>
          </a:xfrm>
        </p:grpSpPr>
        <p:grpSp>
          <p:nvGrpSpPr>
            <p:cNvPr id="30" name="Group 591"/>
            <p:cNvGrpSpPr>
              <a:grpSpLocks/>
            </p:cNvGrpSpPr>
            <p:nvPr/>
          </p:nvGrpSpPr>
          <p:grpSpPr bwMode="auto">
            <a:xfrm>
              <a:off x="1926" y="3011"/>
              <a:ext cx="100" cy="95"/>
              <a:chOff x="704" y="1880"/>
              <a:chExt cx="136" cy="128"/>
            </a:xfrm>
          </p:grpSpPr>
          <p:sp>
            <p:nvSpPr>
              <p:cNvPr id="46619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9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31" name="Group 594"/>
            <p:cNvGrpSpPr>
              <a:grpSpLocks/>
            </p:cNvGrpSpPr>
            <p:nvPr/>
          </p:nvGrpSpPr>
          <p:grpSpPr bwMode="auto">
            <a:xfrm>
              <a:off x="1819" y="3011"/>
              <a:ext cx="100" cy="95"/>
              <a:chOff x="704" y="1880"/>
              <a:chExt cx="136" cy="128"/>
            </a:xfrm>
          </p:grpSpPr>
          <p:sp>
            <p:nvSpPr>
              <p:cNvPr id="46619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9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0" name="Group 597"/>
            <p:cNvGrpSpPr>
              <a:grpSpLocks/>
            </p:cNvGrpSpPr>
            <p:nvPr/>
          </p:nvGrpSpPr>
          <p:grpSpPr bwMode="auto">
            <a:xfrm>
              <a:off x="1724" y="3011"/>
              <a:ext cx="100" cy="95"/>
              <a:chOff x="704" y="1880"/>
              <a:chExt cx="136" cy="128"/>
            </a:xfrm>
          </p:grpSpPr>
          <p:sp>
            <p:nvSpPr>
              <p:cNvPr id="46618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9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1" name="Group 600"/>
            <p:cNvGrpSpPr>
              <a:grpSpLocks/>
            </p:cNvGrpSpPr>
            <p:nvPr/>
          </p:nvGrpSpPr>
          <p:grpSpPr bwMode="auto">
            <a:xfrm>
              <a:off x="1623" y="3011"/>
              <a:ext cx="100" cy="95"/>
              <a:chOff x="704" y="1880"/>
              <a:chExt cx="136" cy="128"/>
            </a:xfrm>
          </p:grpSpPr>
          <p:sp>
            <p:nvSpPr>
              <p:cNvPr id="46618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8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2" name="Group 603"/>
            <p:cNvGrpSpPr>
              <a:grpSpLocks/>
            </p:cNvGrpSpPr>
            <p:nvPr/>
          </p:nvGrpSpPr>
          <p:grpSpPr bwMode="auto">
            <a:xfrm>
              <a:off x="1528" y="3011"/>
              <a:ext cx="100" cy="95"/>
              <a:chOff x="704" y="1880"/>
              <a:chExt cx="136" cy="128"/>
            </a:xfrm>
          </p:grpSpPr>
          <p:sp>
            <p:nvSpPr>
              <p:cNvPr id="46618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8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3" name="Group 606"/>
            <p:cNvGrpSpPr>
              <a:grpSpLocks/>
            </p:cNvGrpSpPr>
            <p:nvPr/>
          </p:nvGrpSpPr>
          <p:grpSpPr bwMode="auto">
            <a:xfrm>
              <a:off x="1427" y="3011"/>
              <a:ext cx="100" cy="95"/>
              <a:chOff x="704" y="1880"/>
              <a:chExt cx="136" cy="128"/>
            </a:xfrm>
          </p:grpSpPr>
          <p:sp>
            <p:nvSpPr>
              <p:cNvPr id="46618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8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4" name="Group 609"/>
            <p:cNvGrpSpPr>
              <a:grpSpLocks/>
            </p:cNvGrpSpPr>
            <p:nvPr/>
          </p:nvGrpSpPr>
          <p:grpSpPr bwMode="auto">
            <a:xfrm>
              <a:off x="1332" y="3011"/>
              <a:ext cx="100" cy="95"/>
              <a:chOff x="704" y="1880"/>
              <a:chExt cx="136" cy="128"/>
            </a:xfrm>
          </p:grpSpPr>
          <p:sp>
            <p:nvSpPr>
              <p:cNvPr id="46618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8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25" name="Group 612"/>
            <p:cNvGrpSpPr>
              <a:grpSpLocks/>
            </p:cNvGrpSpPr>
            <p:nvPr/>
          </p:nvGrpSpPr>
          <p:grpSpPr bwMode="auto">
            <a:xfrm>
              <a:off x="1231" y="3011"/>
              <a:ext cx="100" cy="95"/>
              <a:chOff x="704" y="1880"/>
              <a:chExt cx="136" cy="128"/>
            </a:xfrm>
          </p:grpSpPr>
          <p:sp>
            <p:nvSpPr>
              <p:cNvPr id="46617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8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5926" name="Group 353"/>
          <p:cNvGrpSpPr>
            <a:grpSpLocks/>
          </p:cNvGrpSpPr>
          <p:nvPr/>
        </p:nvGrpSpPr>
        <p:grpSpPr bwMode="auto">
          <a:xfrm>
            <a:off x="261938" y="1247775"/>
            <a:ext cx="8474075" cy="2552700"/>
            <a:chOff x="869500" y="179911"/>
            <a:chExt cx="9277427" cy="2552427"/>
          </a:xfrm>
        </p:grpSpPr>
        <p:grpSp>
          <p:nvGrpSpPr>
            <p:cNvPr id="465929" name="Group 591"/>
            <p:cNvGrpSpPr>
              <a:grpSpLocks/>
            </p:cNvGrpSpPr>
            <p:nvPr/>
          </p:nvGrpSpPr>
          <p:grpSpPr bwMode="auto">
            <a:xfrm rot="-2958402">
              <a:off x="1645250" y="1778304"/>
              <a:ext cx="167811" cy="625427"/>
              <a:chOff x="704" y="1880"/>
              <a:chExt cx="136" cy="128"/>
            </a:xfrm>
          </p:grpSpPr>
          <p:sp>
            <p:nvSpPr>
              <p:cNvPr id="46616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7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0" name="Group 594"/>
            <p:cNvGrpSpPr>
              <a:grpSpLocks/>
            </p:cNvGrpSpPr>
            <p:nvPr/>
          </p:nvGrpSpPr>
          <p:grpSpPr bwMode="auto">
            <a:xfrm rot="-2484397">
              <a:off x="1556170" y="1873549"/>
              <a:ext cx="167811" cy="625427"/>
              <a:chOff x="704" y="1880"/>
              <a:chExt cx="136" cy="128"/>
            </a:xfrm>
          </p:grpSpPr>
          <p:sp>
            <p:nvSpPr>
              <p:cNvPr id="46616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6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1" name="Group 597"/>
            <p:cNvGrpSpPr>
              <a:grpSpLocks/>
            </p:cNvGrpSpPr>
            <p:nvPr/>
          </p:nvGrpSpPr>
          <p:grpSpPr bwMode="auto">
            <a:xfrm rot="-1920768">
              <a:off x="1463434" y="1954511"/>
              <a:ext cx="167811" cy="625427"/>
              <a:chOff x="704" y="1880"/>
              <a:chExt cx="136" cy="128"/>
            </a:xfrm>
          </p:grpSpPr>
          <p:sp>
            <p:nvSpPr>
              <p:cNvPr id="46616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6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2" name="Group 600"/>
            <p:cNvGrpSpPr>
              <a:grpSpLocks/>
            </p:cNvGrpSpPr>
            <p:nvPr/>
          </p:nvGrpSpPr>
          <p:grpSpPr bwMode="auto">
            <a:xfrm rot="-1451095">
              <a:off x="1351087" y="2021177"/>
              <a:ext cx="167811" cy="625427"/>
              <a:chOff x="704" y="1880"/>
              <a:chExt cx="136" cy="128"/>
            </a:xfrm>
          </p:grpSpPr>
          <p:sp>
            <p:nvSpPr>
              <p:cNvPr id="46616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6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3" name="Group 603"/>
            <p:cNvGrpSpPr>
              <a:grpSpLocks/>
            </p:cNvGrpSpPr>
            <p:nvPr/>
          </p:nvGrpSpPr>
          <p:grpSpPr bwMode="auto">
            <a:xfrm rot="-945984">
              <a:off x="1239297" y="2073570"/>
              <a:ext cx="167811" cy="625427"/>
              <a:chOff x="704" y="1880"/>
              <a:chExt cx="136" cy="128"/>
            </a:xfrm>
          </p:grpSpPr>
          <p:sp>
            <p:nvSpPr>
              <p:cNvPr id="46616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6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4" name="Group 606"/>
            <p:cNvGrpSpPr>
              <a:grpSpLocks/>
            </p:cNvGrpSpPr>
            <p:nvPr/>
          </p:nvGrpSpPr>
          <p:grpSpPr bwMode="auto">
            <a:xfrm rot="-496604">
              <a:off x="1117438" y="2102148"/>
              <a:ext cx="167811" cy="625427"/>
              <a:chOff x="704" y="1880"/>
              <a:chExt cx="136" cy="128"/>
            </a:xfrm>
          </p:grpSpPr>
          <p:sp>
            <p:nvSpPr>
              <p:cNvPr id="46615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6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5" name="Group 609"/>
            <p:cNvGrpSpPr>
              <a:grpSpLocks/>
            </p:cNvGrpSpPr>
            <p:nvPr/>
          </p:nvGrpSpPr>
          <p:grpSpPr bwMode="auto">
            <a:xfrm>
              <a:off x="991359" y="2106911"/>
              <a:ext cx="167811" cy="625427"/>
              <a:chOff x="704" y="1880"/>
              <a:chExt cx="136" cy="128"/>
            </a:xfrm>
          </p:grpSpPr>
          <p:sp>
            <p:nvSpPr>
              <p:cNvPr id="46615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5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36" name="Group 612"/>
            <p:cNvGrpSpPr>
              <a:grpSpLocks/>
            </p:cNvGrpSpPr>
            <p:nvPr/>
          </p:nvGrpSpPr>
          <p:grpSpPr bwMode="auto">
            <a:xfrm rot="569285">
              <a:off x="869500" y="2097385"/>
              <a:ext cx="167811" cy="625427"/>
              <a:chOff x="704" y="1880"/>
              <a:chExt cx="136" cy="128"/>
            </a:xfrm>
          </p:grpSpPr>
          <p:sp>
            <p:nvSpPr>
              <p:cNvPr id="46615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5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3" name="Group 590"/>
            <p:cNvGrpSpPr>
              <a:grpSpLocks/>
            </p:cNvGrpSpPr>
            <p:nvPr/>
          </p:nvGrpSpPr>
          <p:grpSpPr bwMode="auto">
            <a:xfrm rot="-3152204">
              <a:off x="1532163" y="1222782"/>
              <a:ext cx="1334095" cy="625427"/>
              <a:chOff x="1231" y="3011"/>
              <a:chExt cx="795" cy="95"/>
            </a:xfrm>
          </p:grpSpPr>
          <p:grpSp>
            <p:nvGrpSpPr>
              <p:cNvPr id="465954" name="Group 591"/>
              <p:cNvGrpSpPr>
                <a:grpSpLocks/>
              </p:cNvGrpSpPr>
              <p:nvPr/>
            </p:nvGrpSpPr>
            <p:grpSpPr bwMode="auto">
              <a:xfrm>
                <a:off x="1926" y="3011"/>
                <a:ext cx="100" cy="95"/>
                <a:chOff x="704" y="1880"/>
                <a:chExt cx="136" cy="128"/>
              </a:xfrm>
            </p:grpSpPr>
            <p:sp>
              <p:nvSpPr>
                <p:cNvPr id="466153"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54"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5" name="Group 594"/>
              <p:cNvGrpSpPr>
                <a:grpSpLocks/>
              </p:cNvGrpSpPr>
              <p:nvPr/>
            </p:nvGrpSpPr>
            <p:grpSpPr bwMode="auto">
              <a:xfrm>
                <a:off x="1819" y="3011"/>
                <a:ext cx="100" cy="95"/>
                <a:chOff x="704" y="1880"/>
                <a:chExt cx="136" cy="128"/>
              </a:xfrm>
            </p:grpSpPr>
            <p:sp>
              <p:nvSpPr>
                <p:cNvPr id="466151"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52"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6" name="Group 597"/>
              <p:cNvGrpSpPr>
                <a:grpSpLocks/>
              </p:cNvGrpSpPr>
              <p:nvPr/>
            </p:nvGrpSpPr>
            <p:grpSpPr bwMode="auto">
              <a:xfrm>
                <a:off x="1724" y="3011"/>
                <a:ext cx="100" cy="95"/>
                <a:chOff x="704" y="1880"/>
                <a:chExt cx="136" cy="128"/>
              </a:xfrm>
            </p:grpSpPr>
            <p:sp>
              <p:nvSpPr>
                <p:cNvPr id="466149"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50"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7" name="Group 600"/>
              <p:cNvGrpSpPr>
                <a:grpSpLocks/>
              </p:cNvGrpSpPr>
              <p:nvPr/>
            </p:nvGrpSpPr>
            <p:grpSpPr bwMode="auto">
              <a:xfrm>
                <a:off x="1623" y="3011"/>
                <a:ext cx="100" cy="95"/>
                <a:chOff x="704" y="1880"/>
                <a:chExt cx="136" cy="128"/>
              </a:xfrm>
            </p:grpSpPr>
            <p:sp>
              <p:nvSpPr>
                <p:cNvPr id="466147"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48"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8" name="Group 603"/>
              <p:cNvGrpSpPr>
                <a:grpSpLocks/>
              </p:cNvGrpSpPr>
              <p:nvPr/>
            </p:nvGrpSpPr>
            <p:grpSpPr bwMode="auto">
              <a:xfrm>
                <a:off x="1528" y="3011"/>
                <a:ext cx="100" cy="95"/>
                <a:chOff x="704" y="1880"/>
                <a:chExt cx="136" cy="128"/>
              </a:xfrm>
            </p:grpSpPr>
            <p:sp>
              <p:nvSpPr>
                <p:cNvPr id="466145"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46"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59" name="Group 606"/>
              <p:cNvGrpSpPr>
                <a:grpSpLocks/>
              </p:cNvGrpSpPr>
              <p:nvPr/>
            </p:nvGrpSpPr>
            <p:grpSpPr bwMode="auto">
              <a:xfrm>
                <a:off x="1427" y="3011"/>
                <a:ext cx="100" cy="95"/>
                <a:chOff x="704" y="1880"/>
                <a:chExt cx="136" cy="128"/>
              </a:xfrm>
            </p:grpSpPr>
            <p:sp>
              <p:nvSpPr>
                <p:cNvPr id="466143"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44"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0" name="Group 609"/>
              <p:cNvGrpSpPr>
                <a:grpSpLocks/>
              </p:cNvGrpSpPr>
              <p:nvPr/>
            </p:nvGrpSpPr>
            <p:grpSpPr bwMode="auto">
              <a:xfrm>
                <a:off x="1332" y="3011"/>
                <a:ext cx="100" cy="95"/>
                <a:chOff x="704" y="1880"/>
                <a:chExt cx="136" cy="128"/>
              </a:xfrm>
            </p:grpSpPr>
            <p:sp>
              <p:nvSpPr>
                <p:cNvPr id="466141"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42"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1" name="Group 612"/>
              <p:cNvGrpSpPr>
                <a:grpSpLocks/>
              </p:cNvGrpSpPr>
              <p:nvPr/>
            </p:nvGrpSpPr>
            <p:grpSpPr bwMode="auto">
              <a:xfrm>
                <a:off x="1231" y="3011"/>
                <a:ext cx="100" cy="95"/>
                <a:chOff x="704" y="1880"/>
                <a:chExt cx="136" cy="128"/>
              </a:xfrm>
            </p:grpSpPr>
            <p:sp>
              <p:nvSpPr>
                <p:cNvPr id="46613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4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5962" name="Group 591"/>
            <p:cNvGrpSpPr>
              <a:grpSpLocks/>
            </p:cNvGrpSpPr>
            <p:nvPr/>
          </p:nvGrpSpPr>
          <p:grpSpPr bwMode="auto">
            <a:xfrm rot="2957983">
              <a:off x="4035307" y="788413"/>
              <a:ext cx="175215" cy="640085"/>
              <a:chOff x="704" y="1880"/>
              <a:chExt cx="142" cy="131"/>
            </a:xfrm>
          </p:grpSpPr>
          <p:sp>
            <p:nvSpPr>
              <p:cNvPr id="46612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30" name="Line 593"/>
              <p:cNvSpPr>
                <a:spLocks noChangeShapeType="1"/>
              </p:cNvSpPr>
              <p:nvPr/>
            </p:nvSpPr>
            <p:spPr bwMode="auto">
              <a:xfrm flipH="1" flipV="1">
                <a:off x="774" y="1883"/>
                <a:ext cx="72" cy="128"/>
              </a:xfrm>
              <a:prstGeom prst="line">
                <a:avLst/>
              </a:prstGeom>
              <a:noFill/>
              <a:ln w="38100">
                <a:solidFill>
                  <a:srgbClr val="B2B2B2"/>
                </a:solidFill>
                <a:round/>
                <a:headEnd/>
                <a:tailEnd/>
              </a:ln>
            </p:spPr>
            <p:txBody>
              <a:bodyPr/>
              <a:lstStyle/>
              <a:p>
                <a:endParaRPr lang="en-US" dirty="0"/>
              </a:p>
            </p:txBody>
          </p:sp>
        </p:grpSp>
        <p:grpSp>
          <p:nvGrpSpPr>
            <p:cNvPr id="465963" name="Group 594"/>
            <p:cNvGrpSpPr>
              <a:grpSpLocks/>
            </p:cNvGrpSpPr>
            <p:nvPr/>
          </p:nvGrpSpPr>
          <p:grpSpPr bwMode="auto">
            <a:xfrm rot="2079614">
              <a:off x="3862581" y="626242"/>
              <a:ext cx="167811" cy="625427"/>
              <a:chOff x="704" y="1880"/>
              <a:chExt cx="136" cy="128"/>
            </a:xfrm>
          </p:grpSpPr>
          <p:sp>
            <p:nvSpPr>
              <p:cNvPr id="46612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2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4" name="Group 600"/>
            <p:cNvGrpSpPr>
              <a:grpSpLocks/>
            </p:cNvGrpSpPr>
            <p:nvPr/>
          </p:nvGrpSpPr>
          <p:grpSpPr bwMode="auto">
            <a:xfrm rot="1622520">
              <a:off x="3690836" y="521475"/>
              <a:ext cx="167811" cy="625427"/>
              <a:chOff x="704" y="1880"/>
              <a:chExt cx="136" cy="128"/>
            </a:xfrm>
          </p:grpSpPr>
          <p:sp>
            <p:nvSpPr>
              <p:cNvPr id="46612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2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5" name="Group 603"/>
            <p:cNvGrpSpPr>
              <a:grpSpLocks/>
            </p:cNvGrpSpPr>
            <p:nvPr/>
          </p:nvGrpSpPr>
          <p:grpSpPr bwMode="auto">
            <a:xfrm rot="1108313">
              <a:off x="3488558" y="440508"/>
              <a:ext cx="167811" cy="625427"/>
              <a:chOff x="704" y="1880"/>
              <a:chExt cx="136" cy="128"/>
            </a:xfrm>
          </p:grpSpPr>
          <p:sp>
            <p:nvSpPr>
              <p:cNvPr id="46612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2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6" name="Group 606"/>
            <p:cNvGrpSpPr>
              <a:grpSpLocks/>
            </p:cNvGrpSpPr>
            <p:nvPr/>
          </p:nvGrpSpPr>
          <p:grpSpPr bwMode="auto">
            <a:xfrm rot="186207">
              <a:off x="3242874" y="397641"/>
              <a:ext cx="167811" cy="625427"/>
              <a:chOff x="704" y="1880"/>
              <a:chExt cx="136" cy="128"/>
            </a:xfrm>
          </p:grpSpPr>
          <p:sp>
            <p:nvSpPr>
              <p:cNvPr id="46612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2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7" name="Group 609"/>
            <p:cNvGrpSpPr>
              <a:grpSpLocks/>
            </p:cNvGrpSpPr>
            <p:nvPr/>
          </p:nvGrpSpPr>
          <p:grpSpPr bwMode="auto">
            <a:xfrm rot="-804977">
              <a:off x="2992970" y="407165"/>
              <a:ext cx="167811" cy="625427"/>
              <a:chOff x="704" y="1880"/>
              <a:chExt cx="136" cy="128"/>
            </a:xfrm>
          </p:grpSpPr>
          <p:sp>
            <p:nvSpPr>
              <p:cNvPr id="46611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2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8" name="Group 612"/>
            <p:cNvGrpSpPr>
              <a:grpSpLocks/>
            </p:cNvGrpSpPr>
            <p:nvPr/>
          </p:nvGrpSpPr>
          <p:grpSpPr bwMode="auto">
            <a:xfrm rot="-1972905">
              <a:off x="2742523" y="526229"/>
              <a:ext cx="167811" cy="625427"/>
              <a:chOff x="704" y="1880"/>
              <a:chExt cx="136" cy="128"/>
            </a:xfrm>
          </p:grpSpPr>
          <p:sp>
            <p:nvSpPr>
              <p:cNvPr id="46611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1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69" name="Group 590"/>
            <p:cNvGrpSpPr>
              <a:grpSpLocks/>
            </p:cNvGrpSpPr>
            <p:nvPr/>
          </p:nvGrpSpPr>
          <p:grpSpPr bwMode="auto">
            <a:xfrm rot="2726436">
              <a:off x="3956279" y="1329404"/>
              <a:ext cx="1334099" cy="625427"/>
              <a:chOff x="1231" y="3011"/>
              <a:chExt cx="795" cy="95"/>
            </a:xfrm>
          </p:grpSpPr>
          <p:grpSp>
            <p:nvGrpSpPr>
              <p:cNvPr id="465972" name="Group 591"/>
              <p:cNvGrpSpPr>
                <a:grpSpLocks/>
              </p:cNvGrpSpPr>
              <p:nvPr/>
            </p:nvGrpSpPr>
            <p:grpSpPr bwMode="auto">
              <a:xfrm>
                <a:off x="1926" y="3011"/>
                <a:ext cx="100" cy="95"/>
                <a:chOff x="704" y="1880"/>
                <a:chExt cx="136" cy="128"/>
              </a:xfrm>
            </p:grpSpPr>
            <p:sp>
              <p:nvSpPr>
                <p:cNvPr id="46611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16"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3" name="Group 594"/>
              <p:cNvGrpSpPr>
                <a:grpSpLocks/>
              </p:cNvGrpSpPr>
              <p:nvPr/>
            </p:nvGrpSpPr>
            <p:grpSpPr bwMode="auto">
              <a:xfrm>
                <a:off x="1819" y="3011"/>
                <a:ext cx="100" cy="95"/>
                <a:chOff x="704" y="1880"/>
                <a:chExt cx="136" cy="128"/>
              </a:xfrm>
            </p:grpSpPr>
            <p:sp>
              <p:nvSpPr>
                <p:cNvPr id="46611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1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4" name="Group 597"/>
              <p:cNvGrpSpPr>
                <a:grpSpLocks/>
              </p:cNvGrpSpPr>
              <p:nvPr/>
            </p:nvGrpSpPr>
            <p:grpSpPr bwMode="auto">
              <a:xfrm>
                <a:off x="1724" y="3011"/>
                <a:ext cx="100" cy="95"/>
                <a:chOff x="704" y="1880"/>
                <a:chExt cx="136" cy="128"/>
              </a:xfrm>
            </p:grpSpPr>
            <p:sp>
              <p:nvSpPr>
                <p:cNvPr id="466111"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12"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5" name="Group 600"/>
              <p:cNvGrpSpPr>
                <a:grpSpLocks/>
              </p:cNvGrpSpPr>
              <p:nvPr/>
            </p:nvGrpSpPr>
            <p:grpSpPr bwMode="auto">
              <a:xfrm>
                <a:off x="1623" y="3011"/>
                <a:ext cx="100" cy="95"/>
                <a:chOff x="704" y="1880"/>
                <a:chExt cx="136" cy="128"/>
              </a:xfrm>
            </p:grpSpPr>
            <p:sp>
              <p:nvSpPr>
                <p:cNvPr id="466109"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10"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6" name="Group 603"/>
              <p:cNvGrpSpPr>
                <a:grpSpLocks/>
              </p:cNvGrpSpPr>
              <p:nvPr/>
            </p:nvGrpSpPr>
            <p:grpSpPr bwMode="auto">
              <a:xfrm>
                <a:off x="1528" y="3011"/>
                <a:ext cx="100" cy="95"/>
                <a:chOff x="704" y="1880"/>
                <a:chExt cx="136" cy="128"/>
              </a:xfrm>
            </p:grpSpPr>
            <p:sp>
              <p:nvSpPr>
                <p:cNvPr id="466107"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08"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7" name="Group 606"/>
              <p:cNvGrpSpPr>
                <a:grpSpLocks/>
              </p:cNvGrpSpPr>
              <p:nvPr/>
            </p:nvGrpSpPr>
            <p:grpSpPr bwMode="auto">
              <a:xfrm>
                <a:off x="1427" y="3011"/>
                <a:ext cx="100" cy="95"/>
                <a:chOff x="704" y="1880"/>
                <a:chExt cx="136" cy="128"/>
              </a:xfrm>
            </p:grpSpPr>
            <p:sp>
              <p:nvSpPr>
                <p:cNvPr id="466105"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06"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8" name="Group 609"/>
              <p:cNvGrpSpPr>
                <a:grpSpLocks/>
              </p:cNvGrpSpPr>
              <p:nvPr/>
            </p:nvGrpSpPr>
            <p:grpSpPr bwMode="auto">
              <a:xfrm>
                <a:off x="1332" y="3011"/>
                <a:ext cx="100" cy="95"/>
                <a:chOff x="704" y="1880"/>
                <a:chExt cx="136" cy="128"/>
              </a:xfrm>
            </p:grpSpPr>
            <p:sp>
              <p:nvSpPr>
                <p:cNvPr id="466103"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04"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79" name="Group 612"/>
              <p:cNvGrpSpPr>
                <a:grpSpLocks/>
              </p:cNvGrpSpPr>
              <p:nvPr/>
            </p:nvGrpSpPr>
            <p:grpSpPr bwMode="auto">
              <a:xfrm>
                <a:off x="1231" y="3011"/>
                <a:ext cx="100" cy="95"/>
                <a:chOff x="704" y="1880"/>
                <a:chExt cx="136" cy="128"/>
              </a:xfrm>
            </p:grpSpPr>
            <p:sp>
              <p:nvSpPr>
                <p:cNvPr id="46610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10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5970" name="Line 613"/>
            <p:cNvSpPr>
              <a:spLocks noChangeShapeType="1"/>
            </p:cNvSpPr>
            <p:nvPr/>
          </p:nvSpPr>
          <p:spPr bwMode="auto">
            <a:xfrm rot="18792113" flipH="1">
              <a:off x="2616496" y="653658"/>
              <a:ext cx="57681" cy="608871"/>
            </a:xfrm>
            <a:prstGeom prst="line">
              <a:avLst/>
            </a:prstGeom>
            <a:noFill/>
            <a:ln w="38100">
              <a:solidFill>
                <a:srgbClr val="808080"/>
              </a:solidFill>
              <a:round/>
              <a:headEnd/>
              <a:tailEnd/>
            </a:ln>
          </p:spPr>
          <p:txBody>
            <a:bodyPr/>
            <a:lstStyle/>
            <a:p>
              <a:endParaRPr lang="en-US" dirty="0"/>
            </a:p>
          </p:txBody>
        </p:sp>
        <p:sp>
          <p:nvSpPr>
            <p:cNvPr id="465971" name="Line 614"/>
            <p:cNvSpPr>
              <a:spLocks noChangeShapeType="1"/>
            </p:cNvSpPr>
            <p:nvPr/>
          </p:nvSpPr>
          <p:spPr bwMode="auto">
            <a:xfrm rot="2807887" flipV="1">
              <a:off x="2381441" y="900684"/>
              <a:ext cx="604454" cy="79152"/>
            </a:xfrm>
            <a:prstGeom prst="line">
              <a:avLst/>
            </a:prstGeom>
            <a:noFill/>
            <a:ln w="38100">
              <a:solidFill>
                <a:srgbClr val="B2B2B2"/>
              </a:solidFill>
              <a:round/>
              <a:headEnd/>
              <a:tailEnd/>
            </a:ln>
          </p:spPr>
          <p:txBody>
            <a:bodyPr/>
            <a:lstStyle/>
            <a:p>
              <a:endParaRPr lang="en-US" dirty="0"/>
            </a:p>
          </p:txBody>
        </p:sp>
        <p:grpSp>
          <p:nvGrpSpPr>
            <p:cNvPr id="465980" name="Group 591"/>
            <p:cNvGrpSpPr>
              <a:grpSpLocks/>
            </p:cNvGrpSpPr>
            <p:nvPr/>
          </p:nvGrpSpPr>
          <p:grpSpPr bwMode="auto">
            <a:xfrm rot="-2958402">
              <a:off x="6141173" y="1614333"/>
              <a:ext cx="167811" cy="625427"/>
              <a:chOff x="704" y="1880"/>
              <a:chExt cx="136" cy="128"/>
            </a:xfrm>
          </p:grpSpPr>
          <p:sp>
            <p:nvSpPr>
              <p:cNvPr id="46609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9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1" name="Group 594"/>
            <p:cNvGrpSpPr>
              <a:grpSpLocks/>
            </p:cNvGrpSpPr>
            <p:nvPr/>
          </p:nvGrpSpPr>
          <p:grpSpPr bwMode="auto">
            <a:xfrm rot="-2484397">
              <a:off x="6094960" y="1714341"/>
              <a:ext cx="167811" cy="625427"/>
              <a:chOff x="704" y="1880"/>
              <a:chExt cx="136" cy="128"/>
            </a:xfrm>
          </p:grpSpPr>
          <p:sp>
            <p:nvSpPr>
              <p:cNvPr id="46608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9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2" name="Group 597"/>
            <p:cNvGrpSpPr>
              <a:grpSpLocks/>
            </p:cNvGrpSpPr>
            <p:nvPr/>
          </p:nvGrpSpPr>
          <p:grpSpPr bwMode="auto">
            <a:xfrm rot="-1920768">
              <a:off x="6002224" y="1795303"/>
              <a:ext cx="167811" cy="625427"/>
              <a:chOff x="704" y="1880"/>
              <a:chExt cx="136" cy="128"/>
            </a:xfrm>
          </p:grpSpPr>
          <p:sp>
            <p:nvSpPr>
              <p:cNvPr id="46608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8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3" name="Group 600"/>
            <p:cNvGrpSpPr>
              <a:grpSpLocks/>
            </p:cNvGrpSpPr>
            <p:nvPr/>
          </p:nvGrpSpPr>
          <p:grpSpPr bwMode="auto">
            <a:xfrm rot="-1451095">
              <a:off x="5889877" y="1861969"/>
              <a:ext cx="167811" cy="625427"/>
              <a:chOff x="704" y="1880"/>
              <a:chExt cx="136" cy="128"/>
            </a:xfrm>
          </p:grpSpPr>
          <p:sp>
            <p:nvSpPr>
              <p:cNvPr id="46608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8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4" name="Group 603"/>
            <p:cNvGrpSpPr>
              <a:grpSpLocks/>
            </p:cNvGrpSpPr>
            <p:nvPr/>
          </p:nvGrpSpPr>
          <p:grpSpPr bwMode="auto">
            <a:xfrm rot="-945984">
              <a:off x="5778087" y="1914362"/>
              <a:ext cx="167811" cy="625427"/>
              <a:chOff x="704" y="1880"/>
              <a:chExt cx="136" cy="128"/>
            </a:xfrm>
          </p:grpSpPr>
          <p:sp>
            <p:nvSpPr>
              <p:cNvPr id="46608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8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5" name="Group 606"/>
            <p:cNvGrpSpPr>
              <a:grpSpLocks/>
            </p:cNvGrpSpPr>
            <p:nvPr/>
          </p:nvGrpSpPr>
          <p:grpSpPr bwMode="auto">
            <a:xfrm rot="-496604">
              <a:off x="5656228" y="1942940"/>
              <a:ext cx="167811" cy="625427"/>
              <a:chOff x="704" y="1880"/>
              <a:chExt cx="136" cy="128"/>
            </a:xfrm>
          </p:grpSpPr>
          <p:sp>
            <p:nvSpPr>
              <p:cNvPr id="46608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8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6" name="Group 609"/>
            <p:cNvGrpSpPr>
              <a:grpSpLocks/>
            </p:cNvGrpSpPr>
            <p:nvPr/>
          </p:nvGrpSpPr>
          <p:grpSpPr bwMode="auto">
            <a:xfrm>
              <a:off x="5530149" y="1947703"/>
              <a:ext cx="167811" cy="625427"/>
              <a:chOff x="704" y="1880"/>
              <a:chExt cx="136" cy="128"/>
            </a:xfrm>
          </p:grpSpPr>
          <p:sp>
            <p:nvSpPr>
              <p:cNvPr id="46607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8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7" name="Group 612"/>
            <p:cNvGrpSpPr>
              <a:grpSpLocks/>
            </p:cNvGrpSpPr>
            <p:nvPr/>
          </p:nvGrpSpPr>
          <p:grpSpPr bwMode="auto">
            <a:xfrm rot="817219">
              <a:off x="5260637" y="1928651"/>
              <a:ext cx="167811" cy="625427"/>
              <a:chOff x="704" y="1880"/>
              <a:chExt cx="136" cy="128"/>
            </a:xfrm>
          </p:grpSpPr>
          <p:sp>
            <p:nvSpPr>
              <p:cNvPr id="46607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7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8" name="Group 612"/>
            <p:cNvGrpSpPr>
              <a:grpSpLocks/>
            </p:cNvGrpSpPr>
            <p:nvPr/>
          </p:nvGrpSpPr>
          <p:grpSpPr bwMode="auto">
            <a:xfrm rot="2178371">
              <a:off x="5046313" y="1825233"/>
              <a:ext cx="167811" cy="625427"/>
              <a:chOff x="704" y="1880"/>
              <a:chExt cx="136" cy="128"/>
            </a:xfrm>
          </p:grpSpPr>
          <p:sp>
            <p:nvSpPr>
              <p:cNvPr id="46607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7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89" name="Group 612"/>
            <p:cNvGrpSpPr>
              <a:grpSpLocks/>
            </p:cNvGrpSpPr>
            <p:nvPr/>
          </p:nvGrpSpPr>
          <p:grpSpPr bwMode="auto">
            <a:xfrm rot="1523074">
              <a:off x="5151083" y="1887136"/>
              <a:ext cx="167811" cy="625427"/>
              <a:chOff x="704" y="1880"/>
              <a:chExt cx="136" cy="128"/>
            </a:xfrm>
          </p:grpSpPr>
          <p:sp>
            <p:nvSpPr>
              <p:cNvPr id="46607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7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0" name="Group 612"/>
            <p:cNvGrpSpPr>
              <a:grpSpLocks/>
            </p:cNvGrpSpPr>
            <p:nvPr/>
          </p:nvGrpSpPr>
          <p:grpSpPr bwMode="auto">
            <a:xfrm rot="325823">
              <a:off x="5389222" y="1947687"/>
              <a:ext cx="167811" cy="625427"/>
              <a:chOff x="704" y="1880"/>
              <a:chExt cx="136" cy="128"/>
            </a:xfrm>
          </p:grpSpPr>
          <p:sp>
            <p:nvSpPr>
              <p:cNvPr id="46607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7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1" name="Group 590"/>
            <p:cNvGrpSpPr>
              <a:grpSpLocks/>
            </p:cNvGrpSpPr>
            <p:nvPr/>
          </p:nvGrpSpPr>
          <p:grpSpPr bwMode="auto">
            <a:xfrm rot="-3152204">
              <a:off x="6011634" y="1032281"/>
              <a:ext cx="1334095" cy="625427"/>
              <a:chOff x="1231" y="3011"/>
              <a:chExt cx="795" cy="95"/>
            </a:xfrm>
          </p:grpSpPr>
          <p:grpSp>
            <p:nvGrpSpPr>
              <p:cNvPr id="465994" name="Group 591"/>
              <p:cNvGrpSpPr>
                <a:grpSpLocks/>
              </p:cNvGrpSpPr>
              <p:nvPr/>
            </p:nvGrpSpPr>
            <p:grpSpPr bwMode="auto">
              <a:xfrm>
                <a:off x="1926" y="3011"/>
                <a:ext cx="100" cy="95"/>
                <a:chOff x="704" y="1880"/>
                <a:chExt cx="136" cy="128"/>
              </a:xfrm>
            </p:grpSpPr>
            <p:sp>
              <p:nvSpPr>
                <p:cNvPr id="466069"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70"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5" name="Group 594"/>
              <p:cNvGrpSpPr>
                <a:grpSpLocks/>
              </p:cNvGrpSpPr>
              <p:nvPr/>
            </p:nvGrpSpPr>
            <p:grpSpPr bwMode="auto">
              <a:xfrm>
                <a:off x="1819" y="3011"/>
                <a:ext cx="100" cy="95"/>
                <a:chOff x="704" y="1880"/>
                <a:chExt cx="136" cy="128"/>
              </a:xfrm>
            </p:grpSpPr>
            <p:sp>
              <p:nvSpPr>
                <p:cNvPr id="466067"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68"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6" name="Group 597"/>
              <p:cNvGrpSpPr>
                <a:grpSpLocks/>
              </p:cNvGrpSpPr>
              <p:nvPr/>
            </p:nvGrpSpPr>
            <p:grpSpPr bwMode="auto">
              <a:xfrm>
                <a:off x="1724" y="3011"/>
                <a:ext cx="100" cy="95"/>
                <a:chOff x="704" y="1880"/>
                <a:chExt cx="136" cy="128"/>
              </a:xfrm>
            </p:grpSpPr>
            <p:sp>
              <p:nvSpPr>
                <p:cNvPr id="466065"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66"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7" name="Group 600"/>
              <p:cNvGrpSpPr>
                <a:grpSpLocks/>
              </p:cNvGrpSpPr>
              <p:nvPr/>
            </p:nvGrpSpPr>
            <p:grpSpPr bwMode="auto">
              <a:xfrm>
                <a:off x="1623" y="3011"/>
                <a:ext cx="100" cy="95"/>
                <a:chOff x="704" y="1880"/>
                <a:chExt cx="136" cy="128"/>
              </a:xfrm>
            </p:grpSpPr>
            <p:sp>
              <p:nvSpPr>
                <p:cNvPr id="466063"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64"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5998" name="Group 603"/>
              <p:cNvGrpSpPr>
                <a:grpSpLocks/>
              </p:cNvGrpSpPr>
              <p:nvPr/>
            </p:nvGrpSpPr>
            <p:grpSpPr bwMode="auto">
              <a:xfrm>
                <a:off x="1528" y="3011"/>
                <a:ext cx="100" cy="95"/>
                <a:chOff x="704" y="1880"/>
                <a:chExt cx="136" cy="128"/>
              </a:xfrm>
            </p:grpSpPr>
            <p:sp>
              <p:nvSpPr>
                <p:cNvPr id="466061"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62"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09" name="Group 606"/>
              <p:cNvGrpSpPr>
                <a:grpSpLocks/>
              </p:cNvGrpSpPr>
              <p:nvPr/>
            </p:nvGrpSpPr>
            <p:grpSpPr bwMode="auto">
              <a:xfrm>
                <a:off x="1427" y="3011"/>
                <a:ext cx="100" cy="95"/>
                <a:chOff x="704" y="1880"/>
                <a:chExt cx="136" cy="128"/>
              </a:xfrm>
            </p:grpSpPr>
            <p:sp>
              <p:nvSpPr>
                <p:cNvPr id="466059"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60"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10" name="Group 609"/>
              <p:cNvGrpSpPr>
                <a:grpSpLocks/>
              </p:cNvGrpSpPr>
              <p:nvPr/>
            </p:nvGrpSpPr>
            <p:grpSpPr bwMode="auto">
              <a:xfrm>
                <a:off x="1332" y="3011"/>
                <a:ext cx="100" cy="95"/>
                <a:chOff x="704" y="1880"/>
                <a:chExt cx="136" cy="128"/>
              </a:xfrm>
            </p:grpSpPr>
            <p:sp>
              <p:nvSpPr>
                <p:cNvPr id="46605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5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11" name="Group 612"/>
              <p:cNvGrpSpPr>
                <a:grpSpLocks/>
              </p:cNvGrpSpPr>
              <p:nvPr/>
            </p:nvGrpSpPr>
            <p:grpSpPr bwMode="auto">
              <a:xfrm>
                <a:off x="1231" y="3011"/>
                <a:ext cx="100" cy="95"/>
                <a:chOff x="704" y="1880"/>
                <a:chExt cx="136" cy="128"/>
              </a:xfrm>
            </p:grpSpPr>
            <p:sp>
              <p:nvSpPr>
                <p:cNvPr id="46605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5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6012" name="Group 591"/>
            <p:cNvGrpSpPr>
              <a:grpSpLocks/>
            </p:cNvGrpSpPr>
            <p:nvPr/>
          </p:nvGrpSpPr>
          <p:grpSpPr bwMode="auto">
            <a:xfrm rot="2957983">
              <a:off x="8484274" y="570683"/>
              <a:ext cx="175215" cy="640085"/>
              <a:chOff x="704" y="1880"/>
              <a:chExt cx="142" cy="131"/>
            </a:xfrm>
          </p:grpSpPr>
          <p:sp>
            <p:nvSpPr>
              <p:cNvPr id="466045"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46" name="Line 593"/>
              <p:cNvSpPr>
                <a:spLocks noChangeShapeType="1"/>
              </p:cNvSpPr>
              <p:nvPr/>
            </p:nvSpPr>
            <p:spPr bwMode="auto">
              <a:xfrm flipH="1" flipV="1">
                <a:off x="774" y="1883"/>
                <a:ext cx="72" cy="128"/>
              </a:xfrm>
              <a:prstGeom prst="line">
                <a:avLst/>
              </a:prstGeom>
              <a:noFill/>
              <a:ln w="38100">
                <a:solidFill>
                  <a:srgbClr val="B2B2B2"/>
                </a:solidFill>
                <a:round/>
                <a:headEnd/>
                <a:tailEnd/>
              </a:ln>
            </p:spPr>
            <p:txBody>
              <a:bodyPr/>
              <a:lstStyle/>
              <a:p>
                <a:endParaRPr lang="en-US" dirty="0"/>
              </a:p>
            </p:txBody>
          </p:sp>
        </p:grpSp>
        <p:grpSp>
          <p:nvGrpSpPr>
            <p:cNvPr id="466013" name="Group 594"/>
            <p:cNvGrpSpPr>
              <a:grpSpLocks/>
            </p:cNvGrpSpPr>
            <p:nvPr/>
          </p:nvGrpSpPr>
          <p:grpSpPr bwMode="auto">
            <a:xfrm rot="2079614">
              <a:off x="8311548" y="408512"/>
              <a:ext cx="167811" cy="625427"/>
              <a:chOff x="704" y="1880"/>
              <a:chExt cx="136" cy="128"/>
            </a:xfrm>
          </p:grpSpPr>
          <p:sp>
            <p:nvSpPr>
              <p:cNvPr id="466043"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44"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14" name="Group 600"/>
            <p:cNvGrpSpPr>
              <a:grpSpLocks/>
            </p:cNvGrpSpPr>
            <p:nvPr/>
          </p:nvGrpSpPr>
          <p:grpSpPr bwMode="auto">
            <a:xfrm rot="1622520">
              <a:off x="8139803" y="303745"/>
              <a:ext cx="167811" cy="625427"/>
              <a:chOff x="704" y="1880"/>
              <a:chExt cx="136" cy="128"/>
            </a:xfrm>
          </p:grpSpPr>
          <p:sp>
            <p:nvSpPr>
              <p:cNvPr id="466041"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42"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15" name="Group 603"/>
            <p:cNvGrpSpPr>
              <a:grpSpLocks/>
            </p:cNvGrpSpPr>
            <p:nvPr/>
          </p:nvGrpSpPr>
          <p:grpSpPr bwMode="auto">
            <a:xfrm rot="1108313">
              <a:off x="7937525" y="222778"/>
              <a:ext cx="167811" cy="625427"/>
              <a:chOff x="704" y="1880"/>
              <a:chExt cx="136" cy="128"/>
            </a:xfrm>
          </p:grpSpPr>
          <p:sp>
            <p:nvSpPr>
              <p:cNvPr id="466039"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40"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16" name="Group 606"/>
            <p:cNvGrpSpPr>
              <a:grpSpLocks/>
            </p:cNvGrpSpPr>
            <p:nvPr/>
          </p:nvGrpSpPr>
          <p:grpSpPr bwMode="auto">
            <a:xfrm rot="186207">
              <a:off x="7691841" y="179911"/>
              <a:ext cx="167811" cy="625427"/>
              <a:chOff x="704" y="1880"/>
              <a:chExt cx="136" cy="128"/>
            </a:xfrm>
          </p:grpSpPr>
          <p:sp>
            <p:nvSpPr>
              <p:cNvPr id="466037"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38"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47" name="Group 609"/>
            <p:cNvGrpSpPr>
              <a:grpSpLocks/>
            </p:cNvGrpSpPr>
            <p:nvPr/>
          </p:nvGrpSpPr>
          <p:grpSpPr bwMode="auto">
            <a:xfrm rot="-804977">
              <a:off x="7441937" y="189435"/>
              <a:ext cx="167811" cy="625427"/>
              <a:chOff x="704" y="1880"/>
              <a:chExt cx="136" cy="128"/>
            </a:xfrm>
          </p:grpSpPr>
          <p:sp>
            <p:nvSpPr>
              <p:cNvPr id="466035"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36"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48" name="Group 612"/>
            <p:cNvGrpSpPr>
              <a:grpSpLocks/>
            </p:cNvGrpSpPr>
            <p:nvPr/>
          </p:nvGrpSpPr>
          <p:grpSpPr bwMode="auto">
            <a:xfrm rot="-1972905">
              <a:off x="7191490" y="308499"/>
              <a:ext cx="167811" cy="625427"/>
              <a:chOff x="704" y="1880"/>
              <a:chExt cx="136" cy="128"/>
            </a:xfrm>
          </p:grpSpPr>
          <p:sp>
            <p:nvSpPr>
              <p:cNvPr id="46603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3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49" name="Group 590"/>
            <p:cNvGrpSpPr>
              <a:grpSpLocks/>
            </p:cNvGrpSpPr>
            <p:nvPr/>
          </p:nvGrpSpPr>
          <p:grpSpPr bwMode="auto">
            <a:xfrm rot="2726436">
              <a:off x="8405246" y="1111674"/>
              <a:ext cx="1334099" cy="625427"/>
              <a:chOff x="1231" y="3011"/>
              <a:chExt cx="795" cy="95"/>
            </a:xfrm>
          </p:grpSpPr>
          <p:grpSp>
            <p:nvGrpSpPr>
              <p:cNvPr id="466050" name="Group 591"/>
              <p:cNvGrpSpPr>
                <a:grpSpLocks/>
              </p:cNvGrpSpPr>
              <p:nvPr/>
            </p:nvGrpSpPr>
            <p:grpSpPr bwMode="auto">
              <a:xfrm>
                <a:off x="1926" y="3011"/>
                <a:ext cx="100" cy="95"/>
                <a:chOff x="704" y="1880"/>
                <a:chExt cx="136" cy="128"/>
              </a:xfrm>
            </p:grpSpPr>
            <p:sp>
              <p:nvSpPr>
                <p:cNvPr id="46603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3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51" name="Group 594"/>
              <p:cNvGrpSpPr>
                <a:grpSpLocks/>
              </p:cNvGrpSpPr>
              <p:nvPr/>
            </p:nvGrpSpPr>
            <p:grpSpPr bwMode="auto">
              <a:xfrm>
                <a:off x="1819" y="3011"/>
                <a:ext cx="100" cy="95"/>
                <a:chOff x="704" y="1880"/>
                <a:chExt cx="136" cy="128"/>
              </a:xfrm>
            </p:grpSpPr>
            <p:sp>
              <p:nvSpPr>
                <p:cNvPr id="46602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3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52" name="Group 597"/>
              <p:cNvGrpSpPr>
                <a:grpSpLocks/>
              </p:cNvGrpSpPr>
              <p:nvPr/>
            </p:nvGrpSpPr>
            <p:grpSpPr bwMode="auto">
              <a:xfrm>
                <a:off x="1724" y="3011"/>
                <a:ext cx="100" cy="95"/>
                <a:chOff x="704" y="1880"/>
                <a:chExt cx="136" cy="128"/>
              </a:xfrm>
            </p:grpSpPr>
            <p:sp>
              <p:nvSpPr>
                <p:cNvPr id="46602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2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53" name="Group 600"/>
              <p:cNvGrpSpPr>
                <a:grpSpLocks/>
              </p:cNvGrpSpPr>
              <p:nvPr/>
            </p:nvGrpSpPr>
            <p:grpSpPr bwMode="auto">
              <a:xfrm>
                <a:off x="1623" y="3011"/>
                <a:ext cx="100" cy="95"/>
                <a:chOff x="704" y="1880"/>
                <a:chExt cx="136" cy="128"/>
              </a:xfrm>
            </p:grpSpPr>
            <p:sp>
              <p:nvSpPr>
                <p:cNvPr id="46602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2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54" name="Group 603"/>
              <p:cNvGrpSpPr>
                <a:grpSpLocks/>
              </p:cNvGrpSpPr>
              <p:nvPr/>
            </p:nvGrpSpPr>
            <p:grpSpPr bwMode="auto">
              <a:xfrm>
                <a:off x="1528" y="3011"/>
                <a:ext cx="100" cy="95"/>
                <a:chOff x="704" y="1880"/>
                <a:chExt cx="136" cy="128"/>
              </a:xfrm>
            </p:grpSpPr>
            <p:sp>
              <p:nvSpPr>
                <p:cNvPr id="46602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2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3" name="Group 606"/>
              <p:cNvGrpSpPr>
                <a:grpSpLocks/>
              </p:cNvGrpSpPr>
              <p:nvPr/>
            </p:nvGrpSpPr>
            <p:grpSpPr bwMode="auto">
              <a:xfrm>
                <a:off x="1427" y="3011"/>
                <a:ext cx="100" cy="95"/>
                <a:chOff x="704" y="1880"/>
                <a:chExt cx="136" cy="128"/>
              </a:xfrm>
            </p:grpSpPr>
            <p:sp>
              <p:nvSpPr>
                <p:cNvPr id="46602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2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4" name="Group 609"/>
              <p:cNvGrpSpPr>
                <a:grpSpLocks/>
              </p:cNvGrpSpPr>
              <p:nvPr/>
            </p:nvGrpSpPr>
            <p:grpSpPr bwMode="auto">
              <a:xfrm>
                <a:off x="1332" y="3011"/>
                <a:ext cx="100" cy="95"/>
                <a:chOff x="704" y="1880"/>
                <a:chExt cx="136" cy="128"/>
              </a:xfrm>
            </p:grpSpPr>
            <p:sp>
              <p:nvSpPr>
                <p:cNvPr id="46601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2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5" name="Group 612"/>
              <p:cNvGrpSpPr>
                <a:grpSpLocks/>
              </p:cNvGrpSpPr>
              <p:nvPr/>
            </p:nvGrpSpPr>
            <p:grpSpPr bwMode="auto">
              <a:xfrm>
                <a:off x="1231" y="3011"/>
                <a:ext cx="100" cy="95"/>
                <a:chOff x="704" y="1880"/>
                <a:chExt cx="136" cy="128"/>
              </a:xfrm>
            </p:grpSpPr>
            <p:sp>
              <p:nvSpPr>
                <p:cNvPr id="46601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1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5992" name="Line 613"/>
            <p:cNvSpPr>
              <a:spLocks noChangeShapeType="1"/>
            </p:cNvSpPr>
            <p:nvPr/>
          </p:nvSpPr>
          <p:spPr bwMode="auto">
            <a:xfrm rot="18792113" flipH="1">
              <a:off x="7092001" y="476755"/>
              <a:ext cx="57681" cy="608871"/>
            </a:xfrm>
            <a:prstGeom prst="line">
              <a:avLst/>
            </a:prstGeom>
            <a:noFill/>
            <a:ln w="38100">
              <a:solidFill>
                <a:srgbClr val="808080"/>
              </a:solidFill>
              <a:round/>
              <a:headEnd/>
              <a:tailEnd/>
            </a:ln>
          </p:spPr>
          <p:txBody>
            <a:bodyPr/>
            <a:lstStyle/>
            <a:p>
              <a:endParaRPr lang="en-US" dirty="0"/>
            </a:p>
          </p:txBody>
        </p:sp>
        <p:sp>
          <p:nvSpPr>
            <p:cNvPr id="465993" name="Line 614"/>
            <p:cNvSpPr>
              <a:spLocks noChangeShapeType="1"/>
            </p:cNvSpPr>
            <p:nvPr/>
          </p:nvSpPr>
          <p:spPr bwMode="auto">
            <a:xfrm rot="2807887" flipV="1">
              <a:off x="6849459" y="702011"/>
              <a:ext cx="604454" cy="79152"/>
            </a:xfrm>
            <a:prstGeom prst="line">
              <a:avLst/>
            </a:prstGeom>
            <a:noFill/>
            <a:ln w="38100">
              <a:solidFill>
                <a:srgbClr val="B2B2B2"/>
              </a:solidFill>
              <a:round/>
              <a:headEnd/>
              <a:tailEnd/>
            </a:ln>
          </p:spPr>
          <p:txBody>
            <a:bodyPr/>
            <a:lstStyle/>
            <a:p>
              <a:endParaRPr lang="en-US" dirty="0"/>
            </a:p>
          </p:txBody>
        </p:sp>
        <p:grpSp>
          <p:nvGrpSpPr>
            <p:cNvPr id="466096" name="Group 609"/>
            <p:cNvGrpSpPr>
              <a:grpSpLocks/>
            </p:cNvGrpSpPr>
            <p:nvPr/>
          </p:nvGrpSpPr>
          <p:grpSpPr bwMode="auto">
            <a:xfrm>
              <a:off x="9979116" y="1729973"/>
              <a:ext cx="167811" cy="625427"/>
              <a:chOff x="704" y="1880"/>
              <a:chExt cx="136" cy="128"/>
            </a:xfrm>
          </p:grpSpPr>
          <p:sp>
            <p:nvSpPr>
              <p:cNvPr id="466007"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08"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7" name="Group 612"/>
            <p:cNvGrpSpPr>
              <a:grpSpLocks/>
            </p:cNvGrpSpPr>
            <p:nvPr/>
          </p:nvGrpSpPr>
          <p:grpSpPr bwMode="auto">
            <a:xfrm rot="817219">
              <a:off x="9709604" y="1710921"/>
              <a:ext cx="167811" cy="625427"/>
              <a:chOff x="704" y="1880"/>
              <a:chExt cx="136" cy="128"/>
            </a:xfrm>
          </p:grpSpPr>
          <p:sp>
            <p:nvSpPr>
              <p:cNvPr id="466005"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06"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8" name="Group 612"/>
            <p:cNvGrpSpPr>
              <a:grpSpLocks/>
            </p:cNvGrpSpPr>
            <p:nvPr/>
          </p:nvGrpSpPr>
          <p:grpSpPr bwMode="auto">
            <a:xfrm rot="2178371">
              <a:off x="9495280" y="1607503"/>
              <a:ext cx="167811" cy="625427"/>
              <a:chOff x="704" y="1880"/>
              <a:chExt cx="136" cy="128"/>
            </a:xfrm>
          </p:grpSpPr>
          <p:sp>
            <p:nvSpPr>
              <p:cNvPr id="466003"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04"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099" name="Group 612"/>
            <p:cNvGrpSpPr>
              <a:grpSpLocks/>
            </p:cNvGrpSpPr>
            <p:nvPr/>
          </p:nvGrpSpPr>
          <p:grpSpPr bwMode="auto">
            <a:xfrm rot="1523074">
              <a:off x="9600050" y="1669406"/>
              <a:ext cx="167811" cy="625427"/>
              <a:chOff x="704" y="1880"/>
              <a:chExt cx="136" cy="128"/>
            </a:xfrm>
          </p:grpSpPr>
          <p:sp>
            <p:nvSpPr>
              <p:cNvPr id="466001"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02"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00" name="Group 612"/>
            <p:cNvGrpSpPr>
              <a:grpSpLocks/>
            </p:cNvGrpSpPr>
            <p:nvPr/>
          </p:nvGrpSpPr>
          <p:grpSpPr bwMode="auto">
            <a:xfrm rot="325823">
              <a:off x="9838189" y="1729957"/>
              <a:ext cx="167811" cy="625427"/>
              <a:chOff x="704" y="1880"/>
              <a:chExt cx="136" cy="128"/>
            </a:xfrm>
          </p:grpSpPr>
          <p:sp>
            <p:nvSpPr>
              <p:cNvPr id="465999"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6000"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grpSp>
        <p:nvGrpSpPr>
          <p:cNvPr id="466131" name="Group 590"/>
          <p:cNvGrpSpPr>
            <a:grpSpLocks/>
          </p:cNvGrpSpPr>
          <p:nvPr/>
        </p:nvGrpSpPr>
        <p:grpSpPr bwMode="auto">
          <a:xfrm>
            <a:off x="7261225" y="5222875"/>
            <a:ext cx="1333500" cy="623888"/>
            <a:chOff x="1231" y="3011"/>
            <a:chExt cx="795" cy="95"/>
          </a:xfrm>
        </p:grpSpPr>
        <p:grpSp>
          <p:nvGrpSpPr>
            <p:cNvPr id="466132" name="Group 591"/>
            <p:cNvGrpSpPr>
              <a:grpSpLocks/>
            </p:cNvGrpSpPr>
            <p:nvPr/>
          </p:nvGrpSpPr>
          <p:grpSpPr bwMode="auto">
            <a:xfrm>
              <a:off x="1926" y="3011"/>
              <a:ext cx="100" cy="95"/>
              <a:chOff x="704" y="1880"/>
              <a:chExt cx="136" cy="128"/>
            </a:xfrm>
          </p:grpSpPr>
          <p:sp>
            <p:nvSpPr>
              <p:cNvPr id="465951" name="Line 5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52" name="Line 5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3" name="Group 594"/>
            <p:cNvGrpSpPr>
              <a:grpSpLocks/>
            </p:cNvGrpSpPr>
            <p:nvPr/>
          </p:nvGrpSpPr>
          <p:grpSpPr bwMode="auto">
            <a:xfrm>
              <a:off x="1819" y="3011"/>
              <a:ext cx="100" cy="95"/>
              <a:chOff x="704" y="1880"/>
              <a:chExt cx="136" cy="128"/>
            </a:xfrm>
          </p:grpSpPr>
          <p:sp>
            <p:nvSpPr>
              <p:cNvPr id="465949" name="Line 5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50" name="Line 5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4" name="Group 597"/>
            <p:cNvGrpSpPr>
              <a:grpSpLocks/>
            </p:cNvGrpSpPr>
            <p:nvPr/>
          </p:nvGrpSpPr>
          <p:grpSpPr bwMode="auto">
            <a:xfrm>
              <a:off x="1724" y="3011"/>
              <a:ext cx="100" cy="95"/>
              <a:chOff x="704" y="1880"/>
              <a:chExt cx="136" cy="128"/>
            </a:xfrm>
          </p:grpSpPr>
          <p:sp>
            <p:nvSpPr>
              <p:cNvPr id="465947" name="Line 5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48" name="Line 5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5" name="Group 600"/>
            <p:cNvGrpSpPr>
              <a:grpSpLocks/>
            </p:cNvGrpSpPr>
            <p:nvPr/>
          </p:nvGrpSpPr>
          <p:grpSpPr bwMode="auto">
            <a:xfrm>
              <a:off x="1623" y="3011"/>
              <a:ext cx="100" cy="95"/>
              <a:chOff x="704" y="1880"/>
              <a:chExt cx="136" cy="128"/>
            </a:xfrm>
          </p:grpSpPr>
          <p:sp>
            <p:nvSpPr>
              <p:cNvPr id="465945" name="Line 6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46" name="Line 6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6" name="Group 603"/>
            <p:cNvGrpSpPr>
              <a:grpSpLocks/>
            </p:cNvGrpSpPr>
            <p:nvPr/>
          </p:nvGrpSpPr>
          <p:grpSpPr bwMode="auto">
            <a:xfrm>
              <a:off x="1528" y="3011"/>
              <a:ext cx="100" cy="95"/>
              <a:chOff x="704" y="1880"/>
              <a:chExt cx="136" cy="128"/>
            </a:xfrm>
          </p:grpSpPr>
          <p:sp>
            <p:nvSpPr>
              <p:cNvPr id="465943" name="Line 60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44" name="Line 60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7" name="Group 606"/>
            <p:cNvGrpSpPr>
              <a:grpSpLocks/>
            </p:cNvGrpSpPr>
            <p:nvPr/>
          </p:nvGrpSpPr>
          <p:grpSpPr bwMode="auto">
            <a:xfrm>
              <a:off x="1427" y="3011"/>
              <a:ext cx="100" cy="95"/>
              <a:chOff x="704" y="1880"/>
              <a:chExt cx="136" cy="128"/>
            </a:xfrm>
          </p:grpSpPr>
          <p:sp>
            <p:nvSpPr>
              <p:cNvPr id="465941" name="Line 60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42" name="Line 60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38" name="Group 609"/>
            <p:cNvGrpSpPr>
              <a:grpSpLocks/>
            </p:cNvGrpSpPr>
            <p:nvPr/>
          </p:nvGrpSpPr>
          <p:grpSpPr bwMode="auto">
            <a:xfrm>
              <a:off x="1332" y="3011"/>
              <a:ext cx="100" cy="95"/>
              <a:chOff x="704" y="1880"/>
              <a:chExt cx="136" cy="128"/>
            </a:xfrm>
          </p:grpSpPr>
          <p:sp>
            <p:nvSpPr>
              <p:cNvPr id="465939" name="Line 6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40" name="Line 6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466171" name="Group 612"/>
            <p:cNvGrpSpPr>
              <a:grpSpLocks/>
            </p:cNvGrpSpPr>
            <p:nvPr/>
          </p:nvGrpSpPr>
          <p:grpSpPr bwMode="auto">
            <a:xfrm>
              <a:off x="1231" y="3011"/>
              <a:ext cx="100" cy="95"/>
              <a:chOff x="704" y="1880"/>
              <a:chExt cx="136" cy="128"/>
            </a:xfrm>
          </p:grpSpPr>
          <p:sp>
            <p:nvSpPr>
              <p:cNvPr id="465937" name="Line 6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65938" name="Line 6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465927" name="TextBox 379"/>
          <p:cNvSpPr txBox="1">
            <a:spLocks noChangeArrowheads="1"/>
          </p:cNvSpPr>
          <p:nvPr/>
        </p:nvSpPr>
        <p:spPr bwMode="auto">
          <a:xfrm>
            <a:off x="2709863" y="3697288"/>
            <a:ext cx="3662362" cy="708025"/>
          </a:xfrm>
          <a:prstGeom prst="rect">
            <a:avLst/>
          </a:prstGeom>
          <a:noFill/>
          <a:ln w="9525">
            <a:noFill/>
            <a:miter lim="800000"/>
            <a:headEnd/>
            <a:tailEnd/>
          </a:ln>
        </p:spPr>
        <p:txBody>
          <a:bodyPr wrap="none">
            <a:spAutoFit/>
          </a:bodyPr>
          <a:lstStyle/>
          <a:p>
            <a:r>
              <a:rPr lang="en-US" sz="4000" dirty="0"/>
              <a:t>Transverse Wave</a:t>
            </a:r>
          </a:p>
        </p:txBody>
      </p:sp>
      <p:sp>
        <p:nvSpPr>
          <p:cNvPr id="465928" name="TextBox 380"/>
          <p:cNvSpPr txBox="1">
            <a:spLocks noChangeArrowheads="1"/>
          </p:cNvSpPr>
          <p:nvPr/>
        </p:nvSpPr>
        <p:spPr bwMode="auto">
          <a:xfrm>
            <a:off x="2471738" y="6005513"/>
            <a:ext cx="4148137" cy="708025"/>
          </a:xfrm>
          <a:prstGeom prst="rect">
            <a:avLst/>
          </a:prstGeom>
          <a:noFill/>
          <a:ln w="9525">
            <a:noFill/>
            <a:miter lim="800000"/>
            <a:headEnd/>
            <a:tailEnd/>
          </a:ln>
        </p:spPr>
        <p:txBody>
          <a:bodyPr wrap="none">
            <a:spAutoFit/>
          </a:bodyPr>
          <a:lstStyle/>
          <a:p>
            <a:r>
              <a:rPr lang="en-US" sz="4000" dirty="0"/>
              <a:t>Longitudinal  Wave</a:t>
            </a:r>
          </a:p>
        </p:txBody>
      </p:sp>
    </p:spTree>
    <p:extLst>
      <p:ext uri="{BB962C8B-B14F-4D97-AF65-F5344CB8AC3E}">
        <p14:creationId xmlns:p14="http://schemas.microsoft.com/office/powerpoint/2010/main" val="7004349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p:cNvPicPr>
            <a:picLocks noChangeAspect="1" noChangeArrowheads="1"/>
          </p:cNvPicPr>
          <p:nvPr/>
        </p:nvPicPr>
        <p:blipFill>
          <a:blip r:embed="rId2" cstate="print"/>
          <a:srcRect/>
          <a:stretch>
            <a:fillRect/>
          </a:stretch>
        </p:blipFill>
        <p:spPr bwMode="auto">
          <a:xfrm>
            <a:off x="2338388" y="474663"/>
            <a:ext cx="4467225" cy="5915025"/>
          </a:xfrm>
          <a:prstGeom prst="rect">
            <a:avLst/>
          </a:prstGeom>
          <a:noFill/>
          <a:ln w="9525">
            <a:noFill/>
            <a:miter lim="800000"/>
            <a:headEnd/>
            <a:tailEnd/>
          </a:ln>
          <a:effectLst/>
        </p:spPr>
      </p:pic>
    </p:spTree>
    <p:extLst>
      <p:ext uri="{BB962C8B-B14F-4D97-AF65-F5344CB8AC3E}">
        <p14:creationId xmlns:p14="http://schemas.microsoft.com/office/powerpoint/2010/main" val="39219761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2933"/>
            <a:ext cx="8229600" cy="1143000"/>
          </a:xfrm>
        </p:spPr>
        <p:txBody>
          <a:bodyPr/>
          <a:lstStyle/>
          <a:p>
            <a:r>
              <a:rPr lang="en-US" dirty="0"/>
              <a:t>Question 223.2.5</a:t>
            </a:r>
          </a:p>
        </p:txBody>
      </p:sp>
      <p:sp>
        <p:nvSpPr>
          <p:cNvPr id="6" name="Rectangle 3"/>
          <p:cNvSpPr>
            <a:spLocks noGrp="1" noChangeArrowheads="1"/>
          </p:cNvSpPr>
          <p:nvPr>
            <p:ph idx="1"/>
          </p:nvPr>
        </p:nvSpPr>
        <p:spPr>
          <a:xfrm>
            <a:off x="0" y="932983"/>
            <a:ext cx="4921624" cy="4525963"/>
          </a:xfrm>
        </p:spPr>
        <p:txBody>
          <a:bodyPr/>
          <a:lstStyle/>
          <a:p>
            <a:pPr marL="609600" indent="-609600" eaLnBrk="1" hangingPunct="1">
              <a:buFontTx/>
              <a:buNone/>
            </a:pPr>
            <a:r>
              <a:rPr lang="en-US" dirty="0"/>
              <a:t>In an ocean wave, what would be the most likely path a single particle traverses as the wave moves by? </a:t>
            </a:r>
          </a:p>
        </p:txBody>
      </p:sp>
      <p:pic>
        <p:nvPicPr>
          <p:cNvPr id="7" name="Picture 4" descr="J5P87D0K"/>
          <p:cNvPicPr>
            <a:picLocks noChangeAspect="1" noChangeArrowheads="1"/>
          </p:cNvPicPr>
          <p:nvPr/>
        </p:nvPicPr>
        <p:blipFill>
          <a:blip r:embed="rId2" cstate="print"/>
          <a:srcRect l="15001" r="16221"/>
          <a:stretch>
            <a:fillRect/>
          </a:stretch>
        </p:blipFill>
        <p:spPr bwMode="auto">
          <a:xfrm>
            <a:off x="5403271" y="1403933"/>
            <a:ext cx="2759825" cy="1881704"/>
          </a:xfrm>
          <a:prstGeom prst="rect">
            <a:avLst/>
          </a:prstGeom>
          <a:noFill/>
          <a:ln w="9525">
            <a:noFill/>
            <a:miter lim="800000"/>
            <a:headEnd/>
            <a:tailEnd/>
          </a:ln>
        </p:spPr>
      </p:pic>
      <p:sp>
        <p:nvSpPr>
          <p:cNvPr id="8" name="Oval 7"/>
          <p:cNvSpPr/>
          <p:nvPr/>
        </p:nvSpPr>
        <p:spPr>
          <a:xfrm>
            <a:off x="6251169" y="1926361"/>
            <a:ext cx="166254" cy="14962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p:cNvCxnSpPr>
            <a:stCxn id="8" idx="6"/>
          </p:cNvCxnSpPr>
          <p:nvPr/>
        </p:nvCxnSpPr>
        <p:spPr>
          <a:xfrm>
            <a:off x="6417423" y="2001176"/>
            <a:ext cx="1280161" cy="8315"/>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11" name="Picture 4" descr="J5P87D0K"/>
          <p:cNvPicPr>
            <a:picLocks noChangeAspect="1" noChangeArrowheads="1"/>
          </p:cNvPicPr>
          <p:nvPr/>
        </p:nvPicPr>
        <p:blipFill>
          <a:blip r:embed="rId2" cstate="print"/>
          <a:srcRect l="15001" r="16221"/>
          <a:stretch>
            <a:fillRect/>
          </a:stretch>
        </p:blipFill>
        <p:spPr bwMode="auto">
          <a:xfrm>
            <a:off x="584661" y="4282894"/>
            <a:ext cx="2759825" cy="1881704"/>
          </a:xfrm>
          <a:prstGeom prst="rect">
            <a:avLst/>
          </a:prstGeom>
          <a:noFill/>
          <a:ln w="9525">
            <a:noFill/>
            <a:miter lim="800000"/>
            <a:headEnd/>
            <a:tailEnd/>
          </a:ln>
        </p:spPr>
      </p:pic>
      <p:sp>
        <p:nvSpPr>
          <p:cNvPr id="12" name="Oval 11"/>
          <p:cNvSpPr/>
          <p:nvPr/>
        </p:nvSpPr>
        <p:spPr>
          <a:xfrm>
            <a:off x="1432559" y="4805322"/>
            <a:ext cx="166254" cy="14962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Arrow Connector 12"/>
          <p:cNvCxnSpPr/>
          <p:nvPr/>
        </p:nvCxnSpPr>
        <p:spPr>
          <a:xfrm rot="16200000" flipH="1">
            <a:off x="1055716" y="4877368"/>
            <a:ext cx="914403" cy="3"/>
          </a:xfrm>
          <a:prstGeom prst="straightConnector1">
            <a:avLst/>
          </a:prstGeom>
          <a:ln w="381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pic>
        <p:nvPicPr>
          <p:cNvPr id="18" name="Picture 4" descr="J5P87D0K"/>
          <p:cNvPicPr>
            <a:picLocks noChangeAspect="1" noChangeArrowheads="1"/>
          </p:cNvPicPr>
          <p:nvPr/>
        </p:nvPicPr>
        <p:blipFill>
          <a:blip r:embed="rId2" cstate="print"/>
          <a:srcRect l="15001" r="16221"/>
          <a:stretch>
            <a:fillRect/>
          </a:stretch>
        </p:blipFill>
        <p:spPr bwMode="auto">
          <a:xfrm>
            <a:off x="5408814" y="4318918"/>
            <a:ext cx="2759825" cy="1881704"/>
          </a:xfrm>
          <a:prstGeom prst="rect">
            <a:avLst/>
          </a:prstGeom>
          <a:noFill/>
          <a:ln w="9525">
            <a:noFill/>
            <a:miter lim="800000"/>
            <a:headEnd/>
            <a:tailEnd/>
          </a:ln>
        </p:spPr>
      </p:pic>
      <p:sp>
        <p:nvSpPr>
          <p:cNvPr id="19" name="Oval 18"/>
          <p:cNvSpPr/>
          <p:nvPr/>
        </p:nvSpPr>
        <p:spPr>
          <a:xfrm>
            <a:off x="6256712" y="4841346"/>
            <a:ext cx="166254" cy="149629"/>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Arc 20"/>
          <p:cNvSpPr/>
          <p:nvPr/>
        </p:nvSpPr>
        <p:spPr>
          <a:xfrm>
            <a:off x="5968538" y="4569804"/>
            <a:ext cx="731520" cy="665017"/>
          </a:xfrm>
          <a:prstGeom prst="arc">
            <a:avLst>
              <a:gd name="adj1" fmla="val 16200000"/>
              <a:gd name="adj2" fmla="val 12516622"/>
            </a:avLst>
          </a:prstGeom>
          <a:ln w="38100">
            <a:solidFill>
              <a:srgbClr val="FF0000"/>
            </a:solidFill>
            <a:headEnd type="none"/>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2" name="Straight Arrow Connector 21"/>
          <p:cNvCxnSpPr/>
          <p:nvPr/>
        </p:nvCxnSpPr>
        <p:spPr>
          <a:xfrm>
            <a:off x="6054434" y="1122798"/>
            <a:ext cx="1280161" cy="8315"/>
          </a:xfrm>
          <a:prstGeom prst="straightConnector1">
            <a:avLst/>
          </a:prstGeom>
          <a:ln w="38100">
            <a:solidFill>
              <a:schemeClr val="accent1"/>
            </a:solidFill>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a:off x="6123708" y="4118140"/>
            <a:ext cx="1280161" cy="8315"/>
          </a:xfrm>
          <a:prstGeom prst="straightConnector1">
            <a:avLst/>
          </a:prstGeom>
          <a:ln w="38100">
            <a:solidFill>
              <a:schemeClr val="accent1"/>
            </a:solidFill>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a:off x="1205345" y="4120909"/>
            <a:ext cx="1280161" cy="8315"/>
          </a:xfrm>
          <a:prstGeom prst="straightConnector1">
            <a:avLst/>
          </a:prstGeom>
          <a:ln w="38100">
            <a:solidFill>
              <a:schemeClr val="accent1"/>
            </a:solidFill>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1745672" y="6165842"/>
            <a:ext cx="338554" cy="369332"/>
          </a:xfrm>
          <a:prstGeom prst="rect">
            <a:avLst/>
          </a:prstGeom>
          <a:noFill/>
        </p:spPr>
        <p:txBody>
          <a:bodyPr wrap="none" rtlCol="0">
            <a:spAutoFit/>
          </a:bodyPr>
          <a:lstStyle/>
          <a:p>
            <a:r>
              <a:rPr lang="en-US" dirty="0"/>
              <a:t>A</a:t>
            </a:r>
          </a:p>
        </p:txBody>
      </p:sp>
      <p:sp>
        <p:nvSpPr>
          <p:cNvPr id="26" name="TextBox 25"/>
          <p:cNvSpPr txBox="1"/>
          <p:nvPr/>
        </p:nvSpPr>
        <p:spPr>
          <a:xfrm>
            <a:off x="6553199" y="3309045"/>
            <a:ext cx="338554" cy="369332"/>
          </a:xfrm>
          <a:prstGeom prst="rect">
            <a:avLst/>
          </a:prstGeom>
          <a:noFill/>
        </p:spPr>
        <p:txBody>
          <a:bodyPr wrap="none" rtlCol="0">
            <a:spAutoFit/>
          </a:bodyPr>
          <a:lstStyle/>
          <a:p>
            <a:r>
              <a:rPr lang="en-US" dirty="0"/>
              <a:t>B</a:t>
            </a:r>
          </a:p>
        </p:txBody>
      </p:sp>
      <p:sp>
        <p:nvSpPr>
          <p:cNvPr id="27" name="TextBox 26"/>
          <p:cNvSpPr txBox="1"/>
          <p:nvPr/>
        </p:nvSpPr>
        <p:spPr>
          <a:xfrm>
            <a:off x="6555974" y="6187945"/>
            <a:ext cx="351378" cy="369332"/>
          </a:xfrm>
          <a:prstGeom prst="rect">
            <a:avLst/>
          </a:prstGeom>
          <a:noFill/>
        </p:spPr>
        <p:txBody>
          <a:bodyPr wrap="none" rtlCol="0">
            <a:spAutoFit/>
          </a:bodyPr>
          <a:lstStyle/>
          <a:p>
            <a:r>
              <a:rPr lang="en-US" dirty="0"/>
              <a:t>C</a:t>
            </a:r>
          </a:p>
        </p:txBody>
      </p:sp>
    </p:spTree>
    <p:extLst>
      <p:ext uri="{BB962C8B-B14F-4D97-AF65-F5344CB8AC3E}">
        <p14:creationId xmlns:p14="http://schemas.microsoft.com/office/powerpoint/2010/main" val="14792433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a:t>
            </a:r>
          </a:p>
        </p:txBody>
      </p:sp>
      <p:sp>
        <p:nvSpPr>
          <p:cNvPr id="3" name="Content Placeholder 2"/>
          <p:cNvSpPr>
            <a:spLocks noGrp="1"/>
          </p:cNvSpPr>
          <p:nvPr>
            <p:ph idx="1"/>
          </p:nvPr>
        </p:nvSpPr>
        <p:spPr/>
        <p:txBody>
          <a:bodyPr>
            <a:normAutofit/>
          </a:bodyPr>
          <a:lstStyle/>
          <a:p>
            <a:pPr marL="0" indent="0">
              <a:buNone/>
            </a:pPr>
            <a:r>
              <a:rPr lang="en-US" dirty="0"/>
              <a:t>Suppose I have a uniform metal rod that has a length of  2.0m and a mass of 200.0kg. If I saw off 0.20m of this rod, how much mass would the piece have?</a:t>
            </a:r>
          </a:p>
          <a:p>
            <a:pPr marL="514350" indent="-514350">
              <a:buFont typeface="+mj-lt"/>
              <a:buAutoNum type="alphaLcParenR"/>
            </a:pPr>
            <a:r>
              <a:rPr lang="en-US" dirty="0"/>
              <a:t>20kg</a:t>
            </a:r>
          </a:p>
          <a:p>
            <a:pPr marL="514350" indent="-514350">
              <a:buFont typeface="+mj-lt"/>
              <a:buAutoNum type="alphaLcParenR"/>
            </a:pPr>
            <a:r>
              <a:rPr lang="en-US" dirty="0"/>
              <a:t>40kg</a:t>
            </a:r>
          </a:p>
          <a:p>
            <a:pPr marL="514350" indent="-514350">
              <a:buFont typeface="+mj-lt"/>
              <a:buAutoNum type="alphaLcParenR"/>
            </a:pPr>
            <a:r>
              <a:rPr lang="en-US" dirty="0"/>
              <a:t>100kg</a:t>
            </a:r>
          </a:p>
          <a:p>
            <a:pPr marL="514350" indent="-514350">
              <a:buFont typeface="+mj-lt"/>
              <a:buAutoNum type="alphaLcParenR"/>
            </a:pPr>
            <a:r>
              <a:rPr lang="en-US" dirty="0"/>
              <a:t>0kg</a:t>
            </a:r>
          </a:p>
          <a:p>
            <a:pPr marL="0" indent="0">
              <a:buNone/>
            </a:pPr>
            <a:endParaRPr lang="en-US" dirty="0"/>
          </a:p>
        </p:txBody>
      </p:sp>
    </p:spTree>
    <p:extLst>
      <p:ext uri="{BB962C8B-B14F-4D97-AF65-F5344CB8AC3E}">
        <p14:creationId xmlns:p14="http://schemas.microsoft.com/office/powerpoint/2010/main" val="23162959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92500" lnSpcReduction="20000"/>
              </a:bodyPr>
              <a:lstStyle/>
              <a:p>
                <a:pPr marL="0" indent="0">
                  <a:buNone/>
                </a:pPr>
                <a:r>
                  <a:rPr lang="en-US" dirty="0"/>
                  <a:t>Suppose I have a uniform metal rod that has a length of  2.0m and a mass of 200.0kg. What would you call the quantity </a:t>
                </a:r>
              </a:p>
              <a:p>
                <a:pPr marL="0" indent="0">
                  <a:buNone/>
                </a:pPr>
                <a:endParaRPr lang="en-US" dirty="0"/>
              </a:p>
              <a:p>
                <a:pPr marL="0" indent="0">
                  <a:buNone/>
                </a:pPr>
                <a14:m>
                  <m:oMathPara xmlns:m="http://schemas.openxmlformats.org/officeDocument/2006/math">
                    <m:oMath>
                      <m:f>
                        <m:fPr>
                          <m:ctrlPr>
                            <a:rPr lang="en-US" b="0" i="1" smtClean="0">
                              <a:latin typeface="Cambria Math" panose="02040503050406030204" pitchFamily="18" charset="0"/>
                            </a:rPr>
                          </m:ctrlPr>
                        </m:fPr>
                        <m:num>
                          <m:r>
                            <a:rPr lang="en-US" b="0" i="1" smtClean="0">
                              <a:latin typeface="Cambria Math" panose="02040503050406030204" pitchFamily="18" charset="0"/>
                            </a:rPr>
                            <m:t>200</m:t>
                          </m:r>
                          <m:r>
                            <a:rPr lang="en-US" b="0" i="1" smtClean="0">
                              <a:latin typeface="Cambria Math" panose="02040503050406030204" pitchFamily="18" charset="0"/>
                            </a:rPr>
                            <m:t>𝑘𝑔</m:t>
                          </m:r>
                        </m:num>
                        <m:den>
                          <m:r>
                            <a:rPr lang="en-US" b="0" i="1" smtClean="0">
                              <a:latin typeface="Cambria Math" panose="02040503050406030204" pitchFamily="18" charset="0"/>
                            </a:rPr>
                            <m:t>2.0</m:t>
                          </m:r>
                          <m:r>
                            <a:rPr lang="en-US" b="0" i="1" smtClean="0">
                              <a:latin typeface="Cambria Math" panose="02040503050406030204" pitchFamily="18" charset="0"/>
                            </a:rPr>
                            <m:t>𝑚</m:t>
                          </m:r>
                        </m:den>
                      </m:f>
                    </m:oMath>
                  </m:oMathPara>
                </a14:m>
                <a:endParaRPr lang="en-US" dirty="0"/>
              </a:p>
              <a:p>
                <a:pPr marL="514350" indent="-514350">
                  <a:buFont typeface="+mj-lt"/>
                  <a:buAutoNum type="alphaLcParenR"/>
                </a:pPr>
                <a:r>
                  <a:rPr lang="en-US" dirty="0"/>
                  <a:t>Density of the rod</a:t>
                </a:r>
              </a:p>
              <a:p>
                <a:pPr marL="514350" indent="-514350">
                  <a:buFont typeface="+mj-lt"/>
                  <a:buAutoNum type="alphaLcParenR"/>
                </a:pPr>
                <a:r>
                  <a:rPr lang="en-US" dirty="0"/>
                  <a:t>Linear mass density of the rod</a:t>
                </a:r>
              </a:p>
              <a:p>
                <a:pPr marL="514350" indent="-514350">
                  <a:buFont typeface="+mj-lt"/>
                  <a:buAutoNum type="alphaLcParenR"/>
                </a:pPr>
                <a:r>
                  <a:rPr lang="en-US" dirty="0"/>
                  <a:t>A worthless quantity, why would you bother</a:t>
                </a:r>
              </a:p>
              <a:p>
                <a:pPr marL="514350" indent="-514350">
                  <a:buFont typeface="+mj-lt"/>
                  <a:buAutoNum type="alphaLcParenR"/>
                </a:pPr>
                <a:r>
                  <a:rPr lang="en-US" dirty="0"/>
                  <a:t>The </a:t>
                </a:r>
                <a:r>
                  <a:rPr lang="en-US" dirty="0" err="1"/>
                  <a:t>masselength</a:t>
                </a:r>
                <a:r>
                  <a:rPr lang="en-US" dirty="0"/>
                  <a:t> of the rod.</a:t>
                </a:r>
              </a:p>
              <a:p>
                <a:pPr marL="0" indent="0">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778" t="-3504" r="-1407" b="-404"/>
                </a:stretch>
              </a:blipFill>
            </p:spPr>
            <p:txBody>
              <a:bodyPr/>
              <a:lstStyle/>
              <a:p>
                <a:r>
                  <a:rPr lang="en-US">
                    <a:noFill/>
                  </a:rPr>
                  <a:t> </a:t>
                </a:r>
              </a:p>
            </p:txBody>
          </p:sp>
        </mc:Fallback>
      </mc:AlternateContent>
    </p:spTree>
    <p:extLst>
      <p:ext uri="{BB962C8B-B14F-4D97-AF65-F5344CB8AC3E}">
        <p14:creationId xmlns:p14="http://schemas.microsoft.com/office/powerpoint/2010/main" val="22508340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92500" lnSpcReduction="20000"/>
              </a:bodyPr>
              <a:lstStyle/>
              <a:p>
                <a:pPr marL="0" indent="0">
                  <a:buNone/>
                </a:pPr>
                <a:r>
                  <a:rPr lang="en-US" dirty="0"/>
                  <a:t>Suppose I have a uniform metal rod that has a length of  2.0m and a mass of 200.0kg. What symbol do we give for the quantity </a:t>
                </a:r>
              </a:p>
              <a:p>
                <a:pPr marL="0" indent="0">
                  <a:buNone/>
                </a:pPr>
                <a:endParaRPr lang="en-US" dirty="0"/>
              </a:p>
              <a:p>
                <a:pPr marL="0" indent="0">
                  <a:buNone/>
                </a:pPr>
                <a14:m>
                  <m:oMathPara xmlns:m="http://schemas.openxmlformats.org/officeDocument/2006/math">
                    <m:oMath>
                      <m:f>
                        <m:fPr>
                          <m:ctrlPr>
                            <a:rPr lang="en-US" b="0" i="1" smtClean="0">
                              <a:latin typeface="Cambria Math" panose="02040503050406030204" pitchFamily="18" charset="0"/>
                            </a:rPr>
                          </m:ctrlPr>
                        </m:fPr>
                        <m:num>
                          <m:r>
                            <a:rPr lang="en-US" b="0" i="1" smtClean="0">
                              <a:latin typeface="Cambria Math" panose="02040503050406030204" pitchFamily="18" charset="0"/>
                            </a:rPr>
                            <m:t>200</m:t>
                          </m:r>
                          <m:r>
                            <a:rPr lang="en-US" b="0" i="1" smtClean="0">
                              <a:latin typeface="Cambria Math" panose="02040503050406030204" pitchFamily="18" charset="0"/>
                            </a:rPr>
                            <m:t>𝑘𝑔</m:t>
                          </m:r>
                        </m:num>
                        <m:den>
                          <m:r>
                            <a:rPr lang="en-US" b="0" i="1" smtClean="0">
                              <a:latin typeface="Cambria Math" panose="02040503050406030204" pitchFamily="18" charset="0"/>
                            </a:rPr>
                            <m:t>2.0</m:t>
                          </m:r>
                          <m:r>
                            <a:rPr lang="en-US" b="0" i="1" smtClean="0">
                              <a:latin typeface="Cambria Math" panose="02040503050406030204" pitchFamily="18" charset="0"/>
                            </a:rPr>
                            <m:t>𝑚</m:t>
                          </m:r>
                        </m:den>
                      </m:f>
                    </m:oMath>
                  </m:oMathPara>
                </a14:m>
                <a:endParaRPr lang="en-US" dirty="0"/>
              </a:p>
              <a:p>
                <a:pPr marL="514350" indent="-514350">
                  <a:buFont typeface="+mj-lt"/>
                  <a:buAutoNum type="alphaLcParenR"/>
                </a:pPr>
                <a:r>
                  <a:rPr lang="en-US" dirty="0"/>
                  <a:t>ml</a:t>
                </a:r>
              </a:p>
              <a:p>
                <a:pPr marL="514350" indent="-514350">
                  <a:buFont typeface="+mj-lt"/>
                  <a:buAutoNum type="alphaLcParenR"/>
                </a:pPr>
                <a:r>
                  <a:rPr lang="el-GR" dirty="0">
                    <a:latin typeface="Sylfaen" panose="010A0502050306030303" pitchFamily="18" charset="0"/>
                    <a:sym typeface="Symbol" panose="05050102010706020507" pitchFamily="18" charset="2"/>
                  </a:rPr>
                  <a:t>ρ </a:t>
                </a:r>
                <a:endParaRPr lang="en-US" dirty="0">
                  <a:latin typeface="Sylfaen" panose="010A0502050306030303" pitchFamily="18" charset="0"/>
                  <a:sym typeface="Symbol" panose="05050102010706020507" pitchFamily="18" charset="2"/>
                </a:endParaRPr>
              </a:p>
              <a:p>
                <a:pPr marL="514350" indent="-514350">
                  <a:buFont typeface="+mj-lt"/>
                  <a:buAutoNum type="alphaLcParenR"/>
                </a:pPr>
                <a:r>
                  <a:rPr lang="el-GR" dirty="0">
                    <a:latin typeface="Sylfaen" panose="010A0502050306030303" pitchFamily="18" charset="0"/>
                    <a:sym typeface="Symbol" panose="05050102010706020507" pitchFamily="18" charset="2"/>
                  </a:rPr>
                  <a:t></a:t>
                </a:r>
                <a:endParaRPr lang="en-US" dirty="0">
                  <a:latin typeface="Sylfaen" panose="010A0502050306030303" pitchFamily="18" charset="0"/>
                  <a:sym typeface="Symbol" panose="05050102010706020507" pitchFamily="18" charset="2"/>
                </a:endParaRPr>
              </a:p>
              <a:p>
                <a:pPr marL="514350" indent="-514350">
                  <a:buFont typeface="+mj-lt"/>
                  <a:buAutoNum type="alphaLcParenR"/>
                </a:pPr>
                <a:r>
                  <a:rPr lang="el-GR" dirty="0">
                    <a:latin typeface="Sylfaen" panose="010A0502050306030303" pitchFamily="18" charset="0"/>
                    <a:sym typeface="Symbol" panose="05050102010706020507" pitchFamily="18" charset="2"/>
                  </a:rPr>
                  <a:t></a:t>
                </a: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2000" t="-3504" b="-1213"/>
                </a:stretch>
              </a:blipFill>
            </p:spPr>
            <p:txBody>
              <a:bodyPr/>
              <a:lstStyle/>
              <a:p>
                <a:r>
                  <a:rPr lang="en-US">
                    <a:noFill/>
                  </a:rPr>
                  <a:t> </a:t>
                </a:r>
              </a:p>
            </p:txBody>
          </p:sp>
        </mc:Fallback>
      </mc:AlternateContent>
    </p:spTree>
    <p:extLst>
      <p:ext uri="{BB962C8B-B14F-4D97-AF65-F5344CB8AC3E}">
        <p14:creationId xmlns:p14="http://schemas.microsoft.com/office/powerpoint/2010/main" val="27517925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Title 1"/>
          <p:cNvSpPr>
            <a:spLocks noGrp="1"/>
          </p:cNvSpPr>
          <p:nvPr>
            <p:ph type="title"/>
          </p:nvPr>
        </p:nvSpPr>
        <p:spPr/>
        <p:txBody>
          <a:bodyPr/>
          <a:lstStyle/>
          <a:p>
            <a:r>
              <a:rPr lang="en-US" dirty="0"/>
              <a:t>Question 223.2.6</a:t>
            </a:r>
          </a:p>
        </p:txBody>
      </p:sp>
      <p:sp>
        <p:nvSpPr>
          <p:cNvPr id="3" name="Content Placeholder 2"/>
          <p:cNvSpPr>
            <a:spLocks noGrp="1"/>
          </p:cNvSpPr>
          <p:nvPr>
            <p:ph idx="1"/>
          </p:nvPr>
        </p:nvSpPr>
        <p:spPr>
          <a:xfrm>
            <a:off x="457200" y="1335088"/>
            <a:ext cx="8308975" cy="4791075"/>
          </a:xfrm>
        </p:spPr>
        <p:txBody>
          <a:bodyPr>
            <a:normAutofit fontScale="92500" lnSpcReduction="10000"/>
          </a:bodyPr>
          <a:lstStyle/>
          <a:p>
            <a:pPr>
              <a:buFontTx/>
              <a:buNone/>
              <a:defRPr/>
            </a:pPr>
            <a:r>
              <a:rPr lang="en-US" sz="2800" dirty="0"/>
              <a:t>We learned that the speed of waves on strings is given by</a:t>
            </a:r>
          </a:p>
          <a:p>
            <a:pPr>
              <a:buFontTx/>
              <a:buNone/>
              <a:defRPr/>
            </a:pPr>
            <a:endParaRPr lang="en-US" sz="2800"/>
          </a:p>
          <a:p>
            <a:pPr>
              <a:buFontTx/>
              <a:buNone/>
              <a:defRPr/>
            </a:pPr>
            <a:endParaRPr lang="en-US" sz="2800" dirty="0"/>
          </a:p>
          <a:p>
            <a:pPr>
              <a:buFontTx/>
              <a:buNone/>
              <a:defRPr/>
            </a:pPr>
            <a:r>
              <a:rPr lang="en-US" sz="2800" dirty="0"/>
              <a:t>Will this equation work for a wave traveling along a large vertically hanging chain?</a:t>
            </a:r>
          </a:p>
          <a:p>
            <a:pPr marL="514350" indent="-514350">
              <a:buFontTx/>
              <a:buAutoNum type="alphaLcParenR"/>
              <a:defRPr/>
            </a:pPr>
            <a:r>
              <a:rPr lang="en-US" sz="2800" dirty="0"/>
              <a:t>Yes, this is a general formula</a:t>
            </a:r>
          </a:p>
          <a:p>
            <a:pPr marL="514350" indent="-514350">
              <a:buFontTx/>
              <a:buAutoNum type="alphaLcParenR"/>
              <a:defRPr/>
            </a:pPr>
            <a:r>
              <a:rPr lang="en-US" sz="2800" dirty="0"/>
              <a:t>No, because chains are not strings</a:t>
            </a:r>
          </a:p>
          <a:p>
            <a:pPr marL="514350" indent="-514350">
              <a:buFontTx/>
              <a:buAutoNum type="alphaLcParenR"/>
              <a:defRPr/>
            </a:pPr>
            <a:r>
              <a:rPr lang="en-US" sz="2800" dirty="0"/>
              <a:t>No, because the tension along the chain varies </a:t>
            </a:r>
          </a:p>
          <a:p>
            <a:pPr marL="514350" indent="-514350">
              <a:buFontTx/>
              <a:buAutoNum type="alphaLcParenR"/>
              <a:defRPr/>
            </a:pPr>
            <a:r>
              <a:rPr lang="en-US" sz="2800" dirty="0"/>
              <a:t>No, because tension is unique to ropes and strings, and really chains experience normal forces between the links.</a:t>
            </a:r>
          </a:p>
        </p:txBody>
      </p:sp>
      <p:graphicFrame>
        <p:nvGraphicFramePr>
          <p:cNvPr id="3074" name="Object 2"/>
          <p:cNvGraphicFramePr>
            <a:graphicFrameLocks noChangeAspect="1"/>
          </p:cNvGraphicFramePr>
          <p:nvPr/>
        </p:nvGraphicFramePr>
        <p:xfrm>
          <a:off x="4575222" y="1723765"/>
          <a:ext cx="1079500" cy="950912"/>
        </p:xfrm>
        <a:graphic>
          <a:graphicData uri="http://schemas.openxmlformats.org/presentationml/2006/ole">
            <mc:AlternateContent xmlns:mc="http://schemas.openxmlformats.org/markup-compatibility/2006">
              <mc:Choice xmlns:v="urn:schemas-microsoft-com:vml" Requires="v">
                <p:oleObj name="Equation" r:id="rId2" imgW="533160" imgH="469800" progId="Equation.3">
                  <p:embed/>
                </p:oleObj>
              </mc:Choice>
              <mc:Fallback>
                <p:oleObj name="Equation" r:id="rId2" imgW="533160" imgH="469800" progId="Equation.3">
                  <p:embed/>
                  <p:pic>
                    <p:nvPicPr>
                      <p:cNvPr id="3074"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5222" y="1723765"/>
                        <a:ext cx="1079500" cy="9509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7345593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9" name="Rectangle 2"/>
          <p:cNvSpPr>
            <a:spLocks noGrp="1" noChangeArrowheads="1"/>
          </p:cNvSpPr>
          <p:nvPr>
            <p:ph type="title"/>
          </p:nvPr>
        </p:nvSpPr>
        <p:spPr/>
        <p:txBody>
          <a:bodyPr/>
          <a:lstStyle/>
          <a:p>
            <a:r>
              <a:rPr lang="en-US" dirty="0"/>
              <a:t>Question 223.2.7</a:t>
            </a:r>
          </a:p>
        </p:txBody>
      </p:sp>
      <p:sp>
        <p:nvSpPr>
          <p:cNvPr id="50180" name="Rectangle 3"/>
          <p:cNvSpPr>
            <a:spLocks noGrp="1" noChangeArrowheads="1"/>
          </p:cNvSpPr>
          <p:nvPr>
            <p:ph idx="1"/>
          </p:nvPr>
        </p:nvSpPr>
        <p:spPr/>
        <p:txBody>
          <a:bodyPr/>
          <a:lstStyle/>
          <a:p>
            <a:pPr marL="609600" indent="-609600" eaLnBrk="1" hangingPunct="1">
              <a:buFontTx/>
              <a:buNone/>
            </a:pPr>
            <a:r>
              <a:rPr lang="en-US" dirty="0"/>
              <a:t>Does a wave on a string move faster for a heavier or lighter rope?</a:t>
            </a:r>
          </a:p>
          <a:p>
            <a:pPr marL="609600" indent="-609600" eaLnBrk="1" hangingPunct="1">
              <a:buFont typeface="+mj-lt"/>
              <a:buAutoNum type="alphaLcParenR"/>
            </a:pPr>
            <a:r>
              <a:rPr lang="en-US" dirty="0"/>
              <a:t>Heavier</a:t>
            </a:r>
          </a:p>
          <a:p>
            <a:pPr marL="609600" indent="-609600" eaLnBrk="1" hangingPunct="1">
              <a:buFont typeface="+mj-lt"/>
              <a:buAutoNum type="alphaLcParenR"/>
            </a:pPr>
            <a:r>
              <a:rPr lang="en-US" dirty="0"/>
              <a:t>lighter</a:t>
            </a:r>
          </a:p>
        </p:txBody>
      </p:sp>
      <p:sp>
        <p:nvSpPr>
          <p:cNvPr id="50178" name="Slide Number Placeholder 5"/>
          <p:cNvSpPr>
            <a:spLocks noGrp="1"/>
          </p:cNvSpPr>
          <p:nvPr>
            <p:ph type="sldNum" sz="quarter" idx="12"/>
          </p:nvPr>
        </p:nvSpPr>
        <p:spPr>
          <a:noFill/>
        </p:spPr>
        <p:txBody>
          <a:bodyPr/>
          <a:lstStyle/>
          <a:p>
            <a:fld id="{2D6BF6D5-4A63-45E5-8F7F-88530ECEECFE}" type="slidenum">
              <a:rPr lang="en-US" smtClean="0"/>
              <a:pPr/>
              <a:t>25</a:t>
            </a:fld>
            <a:endParaRPr lang="en-US"/>
          </a:p>
        </p:txBody>
      </p:sp>
    </p:spTree>
    <p:extLst>
      <p:ext uri="{BB962C8B-B14F-4D97-AF65-F5344CB8AC3E}">
        <p14:creationId xmlns:p14="http://schemas.microsoft.com/office/powerpoint/2010/main" val="187987854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3" name="Rectangle 2"/>
          <p:cNvSpPr>
            <a:spLocks noGrp="1" noChangeArrowheads="1"/>
          </p:cNvSpPr>
          <p:nvPr>
            <p:ph type="title"/>
          </p:nvPr>
        </p:nvSpPr>
        <p:spPr/>
        <p:txBody>
          <a:bodyPr/>
          <a:lstStyle/>
          <a:p>
            <a:r>
              <a:rPr lang="en-US" dirty="0"/>
              <a:t>Question 223.2.7.5</a:t>
            </a:r>
          </a:p>
        </p:txBody>
      </p:sp>
      <p:sp>
        <p:nvSpPr>
          <p:cNvPr id="51204" name="Rectangle 3"/>
          <p:cNvSpPr>
            <a:spLocks noGrp="1" noChangeArrowheads="1"/>
          </p:cNvSpPr>
          <p:nvPr>
            <p:ph idx="1"/>
          </p:nvPr>
        </p:nvSpPr>
        <p:spPr/>
        <p:txBody>
          <a:bodyPr/>
          <a:lstStyle/>
          <a:p>
            <a:pPr marL="609600" indent="-609600" eaLnBrk="1" hangingPunct="1">
              <a:buFontTx/>
              <a:buNone/>
            </a:pPr>
            <a:r>
              <a:rPr lang="en-US" dirty="0"/>
              <a:t>A wave is traveling on a rope. Does the wave speed increase or decrease as you pull harder on a rope</a:t>
            </a:r>
          </a:p>
          <a:p>
            <a:pPr marL="609600" indent="-609600" eaLnBrk="1" hangingPunct="1">
              <a:buFont typeface="+mj-lt"/>
              <a:buAutoNum type="alphaLcParenR"/>
            </a:pPr>
            <a:r>
              <a:rPr lang="en-US" dirty="0"/>
              <a:t>Increase</a:t>
            </a:r>
          </a:p>
          <a:p>
            <a:pPr marL="609600" indent="-609600" eaLnBrk="1" hangingPunct="1">
              <a:buFont typeface="+mj-lt"/>
              <a:buAutoNum type="alphaLcParenR"/>
            </a:pPr>
            <a:r>
              <a:rPr lang="en-US" dirty="0"/>
              <a:t>Decrease</a:t>
            </a:r>
          </a:p>
        </p:txBody>
      </p:sp>
      <p:sp>
        <p:nvSpPr>
          <p:cNvPr id="51202" name="Slide Number Placeholder 5"/>
          <p:cNvSpPr>
            <a:spLocks noGrp="1"/>
          </p:cNvSpPr>
          <p:nvPr>
            <p:ph type="sldNum" sz="quarter" idx="12"/>
          </p:nvPr>
        </p:nvSpPr>
        <p:spPr>
          <a:noFill/>
        </p:spPr>
        <p:txBody>
          <a:bodyPr/>
          <a:lstStyle/>
          <a:p>
            <a:fld id="{527FF320-592F-4310-BED6-ED57DA8E0B3F}" type="slidenum">
              <a:rPr lang="en-US" smtClean="0"/>
              <a:pPr/>
              <a:t>26</a:t>
            </a:fld>
            <a:endParaRPr lang="en-US"/>
          </a:p>
        </p:txBody>
      </p:sp>
    </p:spTree>
    <p:extLst>
      <p:ext uri="{BB962C8B-B14F-4D97-AF65-F5344CB8AC3E}">
        <p14:creationId xmlns:p14="http://schemas.microsoft.com/office/powerpoint/2010/main" val="42377977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3" name="Rectangle 2"/>
          <p:cNvSpPr>
            <a:spLocks noGrp="1" noChangeArrowheads="1"/>
          </p:cNvSpPr>
          <p:nvPr>
            <p:ph type="title"/>
          </p:nvPr>
        </p:nvSpPr>
        <p:spPr/>
        <p:txBody>
          <a:bodyPr/>
          <a:lstStyle/>
          <a:p>
            <a:r>
              <a:rPr lang="en-US" dirty="0"/>
              <a:t>Question 223.2.9</a:t>
            </a:r>
          </a:p>
        </p:txBody>
      </p:sp>
      <p:sp>
        <p:nvSpPr>
          <p:cNvPr id="2054" name="Rectangle 3"/>
          <p:cNvSpPr>
            <a:spLocks noGrp="1" noChangeArrowheads="1"/>
          </p:cNvSpPr>
          <p:nvPr>
            <p:ph idx="1"/>
          </p:nvPr>
        </p:nvSpPr>
        <p:spPr>
          <a:xfrm>
            <a:off x="457200" y="1600200"/>
            <a:ext cx="4229100" cy="4525963"/>
          </a:xfrm>
        </p:spPr>
        <p:txBody>
          <a:bodyPr/>
          <a:lstStyle/>
          <a:p>
            <a:pPr marL="609600" indent="-609600" eaLnBrk="1" hangingPunct="1">
              <a:buFontTx/>
              <a:buNone/>
            </a:pPr>
            <a:r>
              <a:rPr lang="en-US" sz="2400"/>
              <a:t>We found that the equation</a:t>
            </a:r>
          </a:p>
          <a:p>
            <a:pPr marL="609600" indent="-609600" eaLnBrk="1" hangingPunct="1">
              <a:buFontTx/>
              <a:buNone/>
            </a:pPr>
            <a:endParaRPr lang="en-US" sz="2400"/>
          </a:p>
          <a:p>
            <a:pPr marL="609600" indent="-609600" eaLnBrk="1" hangingPunct="1">
              <a:buFontTx/>
              <a:buNone/>
            </a:pPr>
            <a:endParaRPr lang="en-US" sz="2400"/>
          </a:p>
          <a:p>
            <a:pPr marL="609600" indent="-609600" eaLnBrk="1" hangingPunct="1">
              <a:buFontTx/>
              <a:buNone/>
            </a:pPr>
            <a:endParaRPr lang="en-US" sz="2400"/>
          </a:p>
          <a:p>
            <a:pPr marL="609600" indent="-609600" eaLnBrk="1" hangingPunct="1">
              <a:buFontTx/>
              <a:buNone/>
            </a:pPr>
            <a:r>
              <a:rPr lang="en-US" sz="2400"/>
              <a:t>Gave a pulse that moved to the right with velocity v </a:t>
            </a:r>
          </a:p>
          <a:p>
            <a:pPr marL="609600" indent="-609600" eaLnBrk="1" hangingPunct="1">
              <a:buFontTx/>
              <a:buNone/>
            </a:pPr>
            <a:r>
              <a:rPr lang="en-US" sz="2400"/>
              <a:t>What will the following equation give</a:t>
            </a:r>
          </a:p>
        </p:txBody>
      </p:sp>
      <p:sp>
        <p:nvSpPr>
          <p:cNvPr id="2052" name="Slide Number Placeholder 5"/>
          <p:cNvSpPr>
            <a:spLocks noGrp="1"/>
          </p:cNvSpPr>
          <p:nvPr>
            <p:ph type="sldNum" sz="quarter" idx="12"/>
          </p:nvPr>
        </p:nvSpPr>
        <p:spPr>
          <a:noFill/>
        </p:spPr>
        <p:txBody>
          <a:bodyPr/>
          <a:lstStyle/>
          <a:p>
            <a:fld id="{94A61778-175D-474E-885D-81B1AC1A62AB}" type="slidenum">
              <a:rPr lang="en-US" smtClean="0"/>
              <a:pPr/>
              <a:t>27</a:t>
            </a:fld>
            <a:endParaRPr lang="en-US"/>
          </a:p>
        </p:txBody>
      </p:sp>
      <p:graphicFrame>
        <p:nvGraphicFramePr>
          <p:cNvPr id="2050" name="Object 4"/>
          <p:cNvGraphicFramePr>
            <a:graphicFrameLocks noChangeAspect="1"/>
          </p:cNvGraphicFramePr>
          <p:nvPr/>
        </p:nvGraphicFramePr>
        <p:xfrm>
          <a:off x="1458913" y="2147888"/>
          <a:ext cx="1889125" cy="736600"/>
        </p:xfrm>
        <a:graphic>
          <a:graphicData uri="http://schemas.openxmlformats.org/presentationml/2006/ole">
            <mc:AlternateContent xmlns:mc="http://schemas.openxmlformats.org/markup-compatibility/2006">
              <mc:Choice xmlns:v="urn:schemas-microsoft-com:vml" Requires="v">
                <p:oleObj name="Equation" r:id="rId2" imgW="1104840" imgH="431640" progId="Equation.3">
                  <p:embed/>
                </p:oleObj>
              </mc:Choice>
              <mc:Fallback>
                <p:oleObj name="Equation" r:id="rId2" imgW="1104840" imgH="431640" progId="Equation.3">
                  <p:embed/>
                  <p:pic>
                    <p:nvPicPr>
                      <p:cNvPr id="205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58913" y="2147888"/>
                        <a:ext cx="1889125" cy="736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2055" name="Picture 5"/>
          <p:cNvPicPr>
            <a:picLocks noChangeAspect="1" noChangeArrowheads="1"/>
          </p:cNvPicPr>
          <p:nvPr/>
        </p:nvPicPr>
        <p:blipFill>
          <a:blip r:embed="rId4" cstate="print"/>
          <a:srcRect/>
          <a:stretch>
            <a:fillRect/>
          </a:stretch>
        </p:blipFill>
        <p:spPr bwMode="auto">
          <a:xfrm>
            <a:off x="4645025" y="1282700"/>
            <a:ext cx="4010025" cy="2660650"/>
          </a:xfrm>
          <a:prstGeom prst="rect">
            <a:avLst/>
          </a:prstGeom>
          <a:noFill/>
          <a:ln w="9525">
            <a:noFill/>
            <a:miter lim="800000"/>
            <a:headEnd/>
            <a:tailEnd/>
          </a:ln>
        </p:spPr>
      </p:pic>
      <p:graphicFrame>
        <p:nvGraphicFramePr>
          <p:cNvPr id="2051" name="Object 6"/>
          <p:cNvGraphicFramePr>
            <a:graphicFrameLocks noChangeAspect="1"/>
          </p:cNvGraphicFramePr>
          <p:nvPr/>
        </p:nvGraphicFramePr>
        <p:xfrm>
          <a:off x="1420813" y="5119688"/>
          <a:ext cx="1889125" cy="736600"/>
        </p:xfrm>
        <a:graphic>
          <a:graphicData uri="http://schemas.openxmlformats.org/presentationml/2006/ole">
            <mc:AlternateContent xmlns:mc="http://schemas.openxmlformats.org/markup-compatibility/2006">
              <mc:Choice xmlns:v="urn:schemas-microsoft-com:vml" Requires="v">
                <p:oleObj name="Equation" r:id="rId5" imgW="1104840" imgH="431640" progId="Equation.3">
                  <p:embed/>
                </p:oleObj>
              </mc:Choice>
              <mc:Fallback>
                <p:oleObj name="Equation" r:id="rId5" imgW="1104840" imgH="431640" progId="Equation.3">
                  <p:embed/>
                  <p:pic>
                    <p:nvPicPr>
                      <p:cNvPr id="2051" name="Object 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420813" y="5119688"/>
                        <a:ext cx="1889125" cy="736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56" name="Text Box 7"/>
          <p:cNvSpPr txBox="1">
            <a:spLocks noChangeArrowheads="1"/>
          </p:cNvSpPr>
          <p:nvPr/>
        </p:nvSpPr>
        <p:spPr bwMode="auto">
          <a:xfrm>
            <a:off x="4670425" y="4056063"/>
            <a:ext cx="4019550" cy="2014537"/>
          </a:xfrm>
          <a:prstGeom prst="rect">
            <a:avLst/>
          </a:prstGeom>
          <a:noFill/>
          <a:ln w="9525">
            <a:noFill/>
            <a:miter lim="800000"/>
            <a:headEnd/>
            <a:tailEnd/>
          </a:ln>
        </p:spPr>
        <p:txBody>
          <a:bodyPr>
            <a:spAutoFit/>
          </a:bodyPr>
          <a:lstStyle/>
          <a:p>
            <a:pPr marL="342900" indent="-342900">
              <a:buFontTx/>
              <a:buAutoNum type="alphaLcParenR"/>
            </a:pPr>
            <a:r>
              <a:rPr lang="en-US"/>
              <a:t>A pulse that moves to the right (it is the same equation)</a:t>
            </a:r>
          </a:p>
          <a:p>
            <a:pPr marL="342900" indent="-342900">
              <a:buFontTx/>
              <a:buAutoNum type="alphaLcParenR"/>
            </a:pPr>
            <a:r>
              <a:rPr lang="en-US"/>
              <a:t>A pulse that moves to the left</a:t>
            </a:r>
          </a:p>
          <a:p>
            <a:pPr marL="342900" indent="-342900">
              <a:buFontTx/>
              <a:buAutoNum type="alphaLcParenR"/>
            </a:pPr>
            <a:r>
              <a:rPr lang="en-US"/>
              <a:t>This gives a non-real result and is not a pulse</a:t>
            </a:r>
          </a:p>
          <a:p>
            <a:pPr marL="342900" indent="-342900">
              <a:buFontTx/>
              <a:buAutoNum type="alphaLcParenR"/>
            </a:pPr>
            <a:r>
              <a:rPr lang="en-US"/>
              <a:t>A pulse that moves in the +y direction</a:t>
            </a:r>
          </a:p>
        </p:txBody>
      </p:sp>
    </p:spTree>
    <p:extLst>
      <p:ext uri="{BB962C8B-B14F-4D97-AF65-F5344CB8AC3E}">
        <p14:creationId xmlns:p14="http://schemas.microsoft.com/office/powerpoint/2010/main" val="4261581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4" descr="J5P87D0K"/>
          <p:cNvPicPr>
            <a:picLocks noChangeAspect="1" noChangeArrowheads="1"/>
          </p:cNvPicPr>
          <p:nvPr/>
        </p:nvPicPr>
        <p:blipFill>
          <a:blip r:embed="rId2" cstate="print"/>
          <a:srcRect l="15001" r="16221"/>
          <a:stretch>
            <a:fillRect/>
          </a:stretch>
        </p:blipFill>
        <p:spPr bwMode="auto">
          <a:xfrm>
            <a:off x="1785665" y="1536681"/>
            <a:ext cx="5732856" cy="3908776"/>
          </a:xfrm>
          <a:prstGeom prst="rect">
            <a:avLst/>
          </a:prstGeom>
          <a:noFill/>
          <a:ln w="9525">
            <a:noFill/>
            <a:miter lim="800000"/>
            <a:headEnd/>
            <a:tailEnd/>
          </a:ln>
        </p:spPr>
      </p:pic>
    </p:spTree>
    <p:extLst>
      <p:ext uri="{BB962C8B-B14F-4D97-AF65-F5344CB8AC3E}">
        <p14:creationId xmlns:p14="http://schemas.microsoft.com/office/powerpoint/2010/main" val="19786452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p:cNvPicPr>
            <a:picLocks noChangeAspect="1" noChangeArrowheads="1"/>
          </p:cNvPicPr>
          <p:nvPr/>
        </p:nvPicPr>
        <p:blipFill>
          <a:blip r:embed="rId2" cstate="print"/>
          <a:srcRect/>
          <a:stretch>
            <a:fillRect/>
          </a:stretch>
        </p:blipFill>
        <p:spPr bwMode="auto">
          <a:xfrm>
            <a:off x="618978" y="793652"/>
            <a:ext cx="8199707" cy="5466471"/>
          </a:xfrm>
          <a:prstGeom prst="rect">
            <a:avLst/>
          </a:prstGeom>
          <a:noFill/>
          <a:ln w="9525">
            <a:noFill/>
            <a:miter lim="800000"/>
            <a:headEnd/>
            <a:tailEnd/>
          </a:ln>
          <a:effectLst/>
        </p:spPr>
      </p:pic>
    </p:spTree>
    <p:extLst>
      <p:ext uri="{BB962C8B-B14F-4D97-AF65-F5344CB8AC3E}">
        <p14:creationId xmlns:p14="http://schemas.microsoft.com/office/powerpoint/2010/main" val="267427252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p:cNvPicPr>
            <a:picLocks noChangeAspect="1" noChangeArrowheads="1"/>
          </p:cNvPicPr>
          <p:nvPr/>
        </p:nvPicPr>
        <p:blipFill>
          <a:blip r:embed="rId2" cstate="print"/>
          <a:srcRect/>
          <a:stretch>
            <a:fillRect/>
          </a:stretch>
        </p:blipFill>
        <p:spPr bwMode="auto">
          <a:xfrm>
            <a:off x="815926" y="927598"/>
            <a:ext cx="7519811" cy="5008968"/>
          </a:xfrm>
          <a:prstGeom prst="rect">
            <a:avLst/>
          </a:prstGeom>
          <a:noFill/>
          <a:ln w="9525">
            <a:noFill/>
            <a:miter lim="800000"/>
            <a:headEnd/>
            <a:tailEnd/>
          </a:ln>
          <a:effectLst/>
        </p:spPr>
      </p:pic>
    </p:spTree>
    <p:extLst>
      <p:ext uri="{BB962C8B-B14F-4D97-AF65-F5344CB8AC3E}">
        <p14:creationId xmlns:p14="http://schemas.microsoft.com/office/powerpoint/2010/main" val="348934623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3664857" cy="1143000"/>
          </a:xfrm>
        </p:spPr>
        <p:txBody>
          <a:bodyPr>
            <a:normAutofit fontScale="90000"/>
          </a:bodyPr>
          <a:lstStyle/>
          <a:p>
            <a:r>
              <a:rPr lang="en-US" dirty="0"/>
              <a:t>Question 223.2.10</a:t>
            </a:r>
          </a:p>
        </p:txBody>
      </p:sp>
      <p:sp>
        <p:nvSpPr>
          <p:cNvPr id="3" name="Content Placeholder 2"/>
          <p:cNvSpPr>
            <a:spLocks noGrp="1"/>
          </p:cNvSpPr>
          <p:nvPr>
            <p:ph idx="1"/>
          </p:nvPr>
        </p:nvSpPr>
        <p:spPr>
          <a:xfrm>
            <a:off x="301502" y="1481446"/>
            <a:ext cx="4197927" cy="4525963"/>
          </a:xfrm>
        </p:spPr>
        <p:txBody>
          <a:bodyPr>
            <a:normAutofit/>
          </a:bodyPr>
          <a:lstStyle/>
          <a:p>
            <a:pPr>
              <a:buNone/>
            </a:pPr>
            <a:r>
              <a:rPr lang="en-US" sz="2800" dirty="0"/>
              <a:t>A traveling wave is shown below moving to the right at 1m/s in a snapshot view. What might the history graph look like for the position  x=0?</a:t>
            </a:r>
          </a:p>
        </p:txBody>
      </p:sp>
      <p:cxnSp>
        <p:nvCxnSpPr>
          <p:cNvPr id="7" name="Straight Connector 6"/>
          <p:cNvCxnSpPr>
            <a:cxnSpLocks/>
          </p:cNvCxnSpPr>
          <p:nvPr/>
        </p:nvCxnSpPr>
        <p:spPr>
          <a:xfrm flipH="1" flipV="1">
            <a:off x="5482528" y="4711739"/>
            <a:ext cx="3" cy="1289566"/>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rot="10800000">
            <a:off x="5482530" y="4707430"/>
            <a:ext cx="1432094" cy="130548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rot="5400000" flipH="1" flipV="1">
            <a:off x="5383807" y="2942024"/>
            <a:ext cx="1292552" cy="1064783"/>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5" name="Group 14"/>
          <p:cNvGrpSpPr/>
          <p:nvPr/>
        </p:nvGrpSpPr>
        <p:grpSpPr>
          <a:xfrm flipH="1">
            <a:off x="5490930" y="868550"/>
            <a:ext cx="1432096" cy="1306479"/>
            <a:chOff x="6722481" y="891455"/>
            <a:chExt cx="1652592" cy="1444143"/>
          </a:xfrm>
        </p:grpSpPr>
        <p:cxnSp>
          <p:nvCxnSpPr>
            <p:cNvPr id="13" name="Straight Connector 12"/>
            <p:cNvCxnSpPr>
              <a:cxnSpLocks/>
            </p:cNvCxnSpPr>
            <p:nvPr/>
          </p:nvCxnSpPr>
          <p:spPr>
            <a:xfrm flipH="1" flipV="1">
              <a:off x="6722481" y="896220"/>
              <a:ext cx="0" cy="143937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a:xfrm rot="10800000">
              <a:off x="6722484" y="891455"/>
              <a:ext cx="1652589" cy="144303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cxnSp>
        <p:nvCxnSpPr>
          <p:cNvPr id="17" name="Straight Connector 16"/>
          <p:cNvCxnSpPr/>
          <p:nvPr/>
        </p:nvCxnSpPr>
        <p:spPr>
          <a:xfrm rot="16200000" flipV="1">
            <a:off x="6452343" y="2954559"/>
            <a:ext cx="1292552" cy="1064783"/>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rot="5400000">
            <a:off x="3807796" y="1440797"/>
            <a:ext cx="155419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rot="5400000">
            <a:off x="3867826" y="3396078"/>
            <a:ext cx="155419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rot="5400000">
            <a:off x="3879833" y="5276156"/>
            <a:ext cx="155419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 name="Group 3"/>
          <p:cNvGrpSpPr/>
          <p:nvPr/>
        </p:nvGrpSpPr>
        <p:grpSpPr>
          <a:xfrm>
            <a:off x="4510814" y="2167761"/>
            <a:ext cx="3723117" cy="3835360"/>
            <a:chOff x="5472546" y="2167761"/>
            <a:chExt cx="2761385" cy="3835360"/>
          </a:xfrm>
        </p:grpSpPr>
        <p:cxnSp>
          <p:nvCxnSpPr>
            <p:cNvPr id="22" name="Straight Connector 21"/>
            <p:cNvCxnSpPr/>
            <p:nvPr/>
          </p:nvCxnSpPr>
          <p:spPr>
            <a:xfrm flipV="1">
              <a:off x="5472546" y="2167761"/>
              <a:ext cx="2689348"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flipV="1">
              <a:off x="5532576" y="4123042"/>
              <a:ext cx="2689348"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flipV="1">
              <a:off x="5544583" y="6003120"/>
              <a:ext cx="2689348"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9" name="TextBox 28"/>
          <p:cNvSpPr txBox="1"/>
          <p:nvPr/>
        </p:nvSpPr>
        <p:spPr>
          <a:xfrm>
            <a:off x="7705665" y="2242964"/>
            <a:ext cx="537869" cy="334125"/>
          </a:xfrm>
          <a:prstGeom prst="rect">
            <a:avLst/>
          </a:prstGeom>
          <a:noFill/>
        </p:spPr>
        <p:txBody>
          <a:bodyPr wrap="none" rtlCol="0">
            <a:spAutoFit/>
          </a:bodyPr>
          <a:lstStyle/>
          <a:p>
            <a:r>
              <a:rPr lang="en-US" dirty="0"/>
              <a:t>time</a:t>
            </a:r>
          </a:p>
        </p:txBody>
      </p:sp>
      <p:sp>
        <p:nvSpPr>
          <p:cNvPr id="30" name="TextBox 29"/>
          <p:cNvSpPr txBox="1"/>
          <p:nvPr/>
        </p:nvSpPr>
        <p:spPr>
          <a:xfrm>
            <a:off x="7801713" y="4160643"/>
            <a:ext cx="537869" cy="334125"/>
          </a:xfrm>
          <a:prstGeom prst="rect">
            <a:avLst/>
          </a:prstGeom>
          <a:noFill/>
        </p:spPr>
        <p:txBody>
          <a:bodyPr wrap="none" rtlCol="0">
            <a:spAutoFit/>
          </a:bodyPr>
          <a:lstStyle/>
          <a:p>
            <a:r>
              <a:rPr lang="en-US" dirty="0"/>
              <a:t>time</a:t>
            </a:r>
          </a:p>
        </p:txBody>
      </p:sp>
      <p:sp>
        <p:nvSpPr>
          <p:cNvPr id="31" name="TextBox 30"/>
          <p:cNvSpPr txBox="1"/>
          <p:nvPr/>
        </p:nvSpPr>
        <p:spPr>
          <a:xfrm>
            <a:off x="7933779" y="6019289"/>
            <a:ext cx="537869" cy="334125"/>
          </a:xfrm>
          <a:prstGeom prst="rect">
            <a:avLst/>
          </a:prstGeom>
          <a:noFill/>
        </p:spPr>
        <p:txBody>
          <a:bodyPr wrap="none" rtlCol="0">
            <a:spAutoFit/>
          </a:bodyPr>
          <a:lstStyle/>
          <a:p>
            <a:r>
              <a:rPr lang="en-US" dirty="0"/>
              <a:t>time</a:t>
            </a:r>
          </a:p>
        </p:txBody>
      </p:sp>
      <p:sp>
        <p:nvSpPr>
          <p:cNvPr id="32" name="TextBox 31"/>
          <p:cNvSpPr txBox="1"/>
          <p:nvPr/>
        </p:nvSpPr>
        <p:spPr>
          <a:xfrm>
            <a:off x="4260732" y="651164"/>
            <a:ext cx="260044" cy="334125"/>
          </a:xfrm>
          <a:prstGeom prst="rect">
            <a:avLst/>
          </a:prstGeom>
          <a:noFill/>
        </p:spPr>
        <p:txBody>
          <a:bodyPr wrap="none" rtlCol="0">
            <a:spAutoFit/>
          </a:bodyPr>
          <a:lstStyle/>
          <a:p>
            <a:r>
              <a:rPr lang="en-US" dirty="0"/>
              <a:t>y</a:t>
            </a:r>
          </a:p>
        </p:txBody>
      </p:sp>
      <p:sp>
        <p:nvSpPr>
          <p:cNvPr id="33" name="TextBox 32"/>
          <p:cNvSpPr txBox="1"/>
          <p:nvPr/>
        </p:nvSpPr>
        <p:spPr>
          <a:xfrm>
            <a:off x="4356780" y="2618979"/>
            <a:ext cx="260044" cy="334125"/>
          </a:xfrm>
          <a:prstGeom prst="rect">
            <a:avLst/>
          </a:prstGeom>
          <a:noFill/>
        </p:spPr>
        <p:txBody>
          <a:bodyPr wrap="none" rtlCol="0">
            <a:spAutoFit/>
          </a:bodyPr>
          <a:lstStyle/>
          <a:p>
            <a:r>
              <a:rPr lang="en-US" dirty="0"/>
              <a:t>y</a:t>
            </a:r>
          </a:p>
        </p:txBody>
      </p:sp>
      <p:sp>
        <p:nvSpPr>
          <p:cNvPr id="34" name="TextBox 33"/>
          <p:cNvSpPr txBox="1"/>
          <p:nvPr/>
        </p:nvSpPr>
        <p:spPr>
          <a:xfrm>
            <a:off x="4380792" y="4524124"/>
            <a:ext cx="260044" cy="334125"/>
          </a:xfrm>
          <a:prstGeom prst="rect">
            <a:avLst/>
          </a:prstGeom>
          <a:noFill/>
        </p:spPr>
        <p:txBody>
          <a:bodyPr wrap="none" rtlCol="0">
            <a:spAutoFit/>
          </a:bodyPr>
          <a:lstStyle/>
          <a:p>
            <a:r>
              <a:rPr lang="en-US" dirty="0"/>
              <a:t>y</a:t>
            </a:r>
          </a:p>
        </p:txBody>
      </p:sp>
      <p:sp>
        <p:nvSpPr>
          <p:cNvPr id="35" name="TextBox 34"/>
          <p:cNvSpPr txBox="1"/>
          <p:nvPr/>
        </p:nvSpPr>
        <p:spPr>
          <a:xfrm>
            <a:off x="7333479" y="801571"/>
            <a:ext cx="397568" cy="529031"/>
          </a:xfrm>
          <a:prstGeom prst="rect">
            <a:avLst/>
          </a:prstGeom>
          <a:noFill/>
        </p:spPr>
        <p:txBody>
          <a:bodyPr wrap="none" rtlCol="0">
            <a:spAutoFit/>
          </a:bodyPr>
          <a:lstStyle/>
          <a:p>
            <a:r>
              <a:rPr lang="en-US" sz="3200" dirty="0"/>
              <a:t>A</a:t>
            </a:r>
          </a:p>
        </p:txBody>
      </p:sp>
      <p:sp>
        <p:nvSpPr>
          <p:cNvPr id="36" name="TextBox 35"/>
          <p:cNvSpPr txBox="1"/>
          <p:nvPr/>
        </p:nvSpPr>
        <p:spPr>
          <a:xfrm>
            <a:off x="7501562" y="2907257"/>
            <a:ext cx="397568" cy="529031"/>
          </a:xfrm>
          <a:prstGeom prst="rect">
            <a:avLst/>
          </a:prstGeom>
          <a:noFill/>
        </p:spPr>
        <p:txBody>
          <a:bodyPr wrap="none" rtlCol="0">
            <a:spAutoFit/>
          </a:bodyPr>
          <a:lstStyle/>
          <a:p>
            <a:r>
              <a:rPr lang="en-US" sz="3200" dirty="0"/>
              <a:t>B</a:t>
            </a:r>
          </a:p>
        </p:txBody>
      </p:sp>
      <p:sp>
        <p:nvSpPr>
          <p:cNvPr id="37" name="TextBox 36"/>
          <p:cNvSpPr txBox="1"/>
          <p:nvPr/>
        </p:nvSpPr>
        <p:spPr>
          <a:xfrm>
            <a:off x="7609616" y="4737199"/>
            <a:ext cx="417015" cy="529031"/>
          </a:xfrm>
          <a:prstGeom prst="rect">
            <a:avLst/>
          </a:prstGeom>
          <a:noFill/>
        </p:spPr>
        <p:txBody>
          <a:bodyPr wrap="none" rtlCol="0">
            <a:spAutoFit/>
          </a:bodyPr>
          <a:lstStyle/>
          <a:p>
            <a:r>
              <a:rPr lang="en-US" sz="3200" dirty="0"/>
              <a:t>C</a:t>
            </a:r>
          </a:p>
        </p:txBody>
      </p:sp>
      <p:cxnSp>
        <p:nvCxnSpPr>
          <p:cNvPr id="6" name="Straight Connector 5">
            <a:extLst>
              <a:ext uri="{FF2B5EF4-FFF2-40B4-BE49-F238E27FC236}">
                <a16:creationId xmlns:a16="http://schemas.microsoft.com/office/drawing/2014/main" id="{726B79E5-F9A1-49F8-9CA3-7EF6DE765CDE}"/>
              </a:ext>
            </a:extLst>
          </p:cNvPr>
          <p:cNvCxnSpPr/>
          <p:nvPr/>
        </p:nvCxnSpPr>
        <p:spPr>
          <a:xfrm>
            <a:off x="95002" y="6020790"/>
            <a:ext cx="439387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515A66DA-ED04-4E00-B619-DB651BDE1D1E}"/>
              </a:ext>
            </a:extLst>
          </p:cNvPr>
          <p:cNvCxnSpPr>
            <a:cxnSpLocks/>
          </p:cNvCxnSpPr>
          <p:nvPr/>
        </p:nvCxnSpPr>
        <p:spPr>
          <a:xfrm flipV="1">
            <a:off x="653143" y="5246703"/>
            <a:ext cx="563098" cy="77408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8FD693D-93FC-481B-9040-288D40B2FC39}"/>
              </a:ext>
            </a:extLst>
          </p:cNvPr>
          <p:cNvCxnSpPr>
            <a:cxnSpLocks/>
          </p:cNvCxnSpPr>
          <p:nvPr/>
        </p:nvCxnSpPr>
        <p:spPr>
          <a:xfrm>
            <a:off x="1223158" y="5237825"/>
            <a:ext cx="0" cy="78123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5315A41-78F2-44FB-9722-01188D701A04}"/>
              </a:ext>
            </a:extLst>
          </p:cNvPr>
          <p:cNvCxnSpPr/>
          <p:nvPr/>
        </p:nvCxnSpPr>
        <p:spPr>
          <a:xfrm>
            <a:off x="2078181" y="4548250"/>
            <a:ext cx="0" cy="1995054"/>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E0A1B9B1-9B9E-4854-B18D-68B95F278AC4}"/>
              </a:ext>
            </a:extLst>
          </p:cNvPr>
          <p:cNvCxnSpPr/>
          <p:nvPr/>
        </p:nvCxnSpPr>
        <p:spPr>
          <a:xfrm>
            <a:off x="1229039" y="6008915"/>
            <a:ext cx="256507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86C8335-BAC5-4122-B368-7B4B47217718}"/>
              </a:ext>
            </a:extLst>
          </p:cNvPr>
          <p:cNvCxnSpPr>
            <a:cxnSpLocks/>
          </p:cNvCxnSpPr>
          <p:nvPr/>
        </p:nvCxnSpPr>
        <p:spPr>
          <a:xfrm>
            <a:off x="0" y="6010394"/>
            <a:ext cx="67818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2" name="Arrow: Right 41">
            <a:extLst>
              <a:ext uri="{FF2B5EF4-FFF2-40B4-BE49-F238E27FC236}">
                <a16:creationId xmlns:a16="http://schemas.microsoft.com/office/drawing/2014/main" id="{5521DB2F-8000-48C5-8DF6-0CABD62FFEEF}"/>
              </a:ext>
            </a:extLst>
          </p:cNvPr>
          <p:cNvSpPr/>
          <p:nvPr/>
        </p:nvSpPr>
        <p:spPr>
          <a:xfrm>
            <a:off x="1074198" y="4962618"/>
            <a:ext cx="417250" cy="230819"/>
          </a:xfrm>
          <a:prstGeom prst="rightArrow">
            <a:avLst/>
          </a:prstGeom>
          <a:solidFill>
            <a:schemeClr val="bg1"/>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4" name="Straight Connector 43">
            <a:extLst>
              <a:ext uri="{FF2B5EF4-FFF2-40B4-BE49-F238E27FC236}">
                <a16:creationId xmlns:a16="http://schemas.microsoft.com/office/drawing/2014/main" id="{949CEBF3-4F6C-47B7-BA7D-752A73DD2093}"/>
              </a:ext>
            </a:extLst>
          </p:cNvPr>
          <p:cNvCxnSpPr/>
          <p:nvPr/>
        </p:nvCxnSpPr>
        <p:spPr>
          <a:xfrm>
            <a:off x="1961963" y="5255581"/>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00E263E9-C31E-4F14-87BE-1C3FAF88FD10}"/>
              </a:ext>
            </a:extLst>
          </p:cNvPr>
          <p:cNvCxnSpPr/>
          <p:nvPr/>
        </p:nvCxnSpPr>
        <p:spPr>
          <a:xfrm>
            <a:off x="1972320" y="5638801"/>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A2D692E4-21F0-4DB5-B171-D9BAAA841328}"/>
              </a:ext>
            </a:extLst>
          </p:cNvPr>
          <p:cNvSpPr txBox="1"/>
          <p:nvPr/>
        </p:nvSpPr>
        <p:spPr>
          <a:xfrm>
            <a:off x="4022515" y="5988122"/>
            <a:ext cx="284052" cy="369332"/>
          </a:xfrm>
          <a:prstGeom prst="rect">
            <a:avLst/>
          </a:prstGeom>
          <a:noFill/>
        </p:spPr>
        <p:txBody>
          <a:bodyPr wrap="none" rtlCol="0">
            <a:spAutoFit/>
          </a:bodyPr>
          <a:lstStyle/>
          <a:p>
            <a:r>
              <a:rPr lang="en-US" dirty="0"/>
              <a:t>x</a:t>
            </a:r>
          </a:p>
        </p:txBody>
      </p:sp>
    </p:spTree>
    <p:extLst>
      <p:ext uri="{BB962C8B-B14F-4D97-AF65-F5344CB8AC3E}">
        <p14:creationId xmlns:p14="http://schemas.microsoft.com/office/powerpoint/2010/main" val="284588318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053A89D6-F3C9-4CA1-8581-EFBCFE23BFE4}"/>
              </a:ext>
            </a:extLst>
          </p:cNvPr>
          <p:cNvCxnSpPr/>
          <p:nvPr/>
        </p:nvCxnSpPr>
        <p:spPr>
          <a:xfrm>
            <a:off x="343583" y="1265842"/>
            <a:ext cx="439387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4E7132D2-AABA-4520-89D6-6C29B60A606D}"/>
              </a:ext>
            </a:extLst>
          </p:cNvPr>
          <p:cNvCxnSpPr>
            <a:cxnSpLocks/>
          </p:cNvCxnSpPr>
          <p:nvPr/>
        </p:nvCxnSpPr>
        <p:spPr>
          <a:xfrm flipV="1">
            <a:off x="901724" y="491755"/>
            <a:ext cx="563098" cy="77408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68C29368-6FC7-49C3-8EAD-18B2174E693E}"/>
              </a:ext>
            </a:extLst>
          </p:cNvPr>
          <p:cNvCxnSpPr>
            <a:cxnSpLocks/>
          </p:cNvCxnSpPr>
          <p:nvPr/>
        </p:nvCxnSpPr>
        <p:spPr>
          <a:xfrm>
            <a:off x="1471739" y="482877"/>
            <a:ext cx="0" cy="78123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D05A6B5-36C0-45DA-A2E6-653BB85EEF6A}"/>
              </a:ext>
            </a:extLst>
          </p:cNvPr>
          <p:cNvCxnSpPr>
            <a:cxnSpLocks/>
          </p:cNvCxnSpPr>
          <p:nvPr/>
        </p:nvCxnSpPr>
        <p:spPr>
          <a:xfrm>
            <a:off x="2388908" y="186426"/>
            <a:ext cx="0" cy="1601930"/>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70ADD128-9609-4DD8-B1E8-7F39C285E216}"/>
              </a:ext>
            </a:extLst>
          </p:cNvPr>
          <p:cNvCxnSpPr>
            <a:cxnSpLocks/>
          </p:cNvCxnSpPr>
          <p:nvPr/>
        </p:nvCxnSpPr>
        <p:spPr>
          <a:xfrm>
            <a:off x="1477620" y="1253967"/>
            <a:ext cx="32453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99F28A6-F477-442B-9C8E-64BC07BC63ED}"/>
              </a:ext>
            </a:extLst>
          </p:cNvPr>
          <p:cNvCxnSpPr>
            <a:cxnSpLocks/>
          </p:cNvCxnSpPr>
          <p:nvPr/>
        </p:nvCxnSpPr>
        <p:spPr>
          <a:xfrm>
            <a:off x="248581" y="1255446"/>
            <a:ext cx="67818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1" name="Arrow: Right 10">
            <a:extLst>
              <a:ext uri="{FF2B5EF4-FFF2-40B4-BE49-F238E27FC236}">
                <a16:creationId xmlns:a16="http://schemas.microsoft.com/office/drawing/2014/main" id="{0E38EFCC-83B6-4D6C-AE18-C10AFDA40D23}"/>
              </a:ext>
            </a:extLst>
          </p:cNvPr>
          <p:cNvSpPr/>
          <p:nvPr/>
        </p:nvSpPr>
        <p:spPr>
          <a:xfrm>
            <a:off x="1322779" y="207670"/>
            <a:ext cx="417250" cy="230819"/>
          </a:xfrm>
          <a:prstGeom prst="rightArrow">
            <a:avLst/>
          </a:prstGeom>
          <a:solidFill>
            <a:schemeClr val="bg1"/>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ACA2F556-6A79-41BC-A586-5F1FCAB1389C}"/>
              </a:ext>
            </a:extLst>
          </p:cNvPr>
          <p:cNvCxnSpPr/>
          <p:nvPr/>
        </p:nvCxnSpPr>
        <p:spPr>
          <a:xfrm>
            <a:off x="2272690" y="500633"/>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E7BD487C-6120-41D7-857C-5E63DE6A3882}"/>
              </a:ext>
            </a:extLst>
          </p:cNvPr>
          <p:cNvCxnSpPr/>
          <p:nvPr/>
        </p:nvCxnSpPr>
        <p:spPr>
          <a:xfrm>
            <a:off x="2283047" y="883853"/>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85F54BB7-2131-4AA0-962E-98A8ABB268C0}"/>
              </a:ext>
            </a:extLst>
          </p:cNvPr>
          <p:cNvSpPr txBox="1"/>
          <p:nvPr/>
        </p:nvSpPr>
        <p:spPr>
          <a:xfrm>
            <a:off x="4271096" y="1233174"/>
            <a:ext cx="284052" cy="369332"/>
          </a:xfrm>
          <a:prstGeom prst="rect">
            <a:avLst/>
          </a:prstGeom>
          <a:noFill/>
        </p:spPr>
        <p:txBody>
          <a:bodyPr wrap="none" rtlCol="0">
            <a:spAutoFit/>
          </a:bodyPr>
          <a:lstStyle/>
          <a:p>
            <a:r>
              <a:rPr lang="en-US" dirty="0"/>
              <a:t>x</a:t>
            </a:r>
          </a:p>
        </p:txBody>
      </p:sp>
      <p:cxnSp>
        <p:nvCxnSpPr>
          <p:cNvPr id="27" name="Straight Connector 26">
            <a:extLst>
              <a:ext uri="{FF2B5EF4-FFF2-40B4-BE49-F238E27FC236}">
                <a16:creationId xmlns:a16="http://schemas.microsoft.com/office/drawing/2014/main" id="{D52BDADC-3076-420A-95CF-B32E2F87B356}"/>
              </a:ext>
            </a:extLst>
          </p:cNvPr>
          <p:cNvCxnSpPr/>
          <p:nvPr/>
        </p:nvCxnSpPr>
        <p:spPr>
          <a:xfrm>
            <a:off x="345063" y="2954079"/>
            <a:ext cx="439387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D547EA31-7A25-4DB5-8487-722D87E623E4}"/>
              </a:ext>
            </a:extLst>
          </p:cNvPr>
          <p:cNvCxnSpPr>
            <a:cxnSpLocks/>
          </p:cNvCxnSpPr>
          <p:nvPr/>
        </p:nvCxnSpPr>
        <p:spPr>
          <a:xfrm flipV="1">
            <a:off x="1329336" y="2179992"/>
            <a:ext cx="563098" cy="77408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192D13EA-6FFA-44F3-AEAB-132ABB4D1505}"/>
              </a:ext>
            </a:extLst>
          </p:cNvPr>
          <p:cNvCxnSpPr>
            <a:cxnSpLocks/>
          </p:cNvCxnSpPr>
          <p:nvPr/>
        </p:nvCxnSpPr>
        <p:spPr>
          <a:xfrm>
            <a:off x="1899351" y="2171114"/>
            <a:ext cx="0" cy="78123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7AFC8661-B1B7-463D-A2F0-18715B2750F2}"/>
              </a:ext>
            </a:extLst>
          </p:cNvPr>
          <p:cNvCxnSpPr>
            <a:cxnSpLocks/>
          </p:cNvCxnSpPr>
          <p:nvPr/>
        </p:nvCxnSpPr>
        <p:spPr>
          <a:xfrm>
            <a:off x="2390388" y="1874663"/>
            <a:ext cx="0" cy="1601930"/>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F7C1D39A-3B0B-4933-89DC-889069C347BA}"/>
              </a:ext>
            </a:extLst>
          </p:cNvPr>
          <p:cNvCxnSpPr>
            <a:cxnSpLocks/>
          </p:cNvCxnSpPr>
          <p:nvPr/>
        </p:nvCxnSpPr>
        <p:spPr>
          <a:xfrm>
            <a:off x="1905232" y="2942204"/>
            <a:ext cx="2826566"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76E5EDB-7781-4916-BD99-0B109E688C41}"/>
              </a:ext>
            </a:extLst>
          </p:cNvPr>
          <p:cNvCxnSpPr>
            <a:cxnSpLocks/>
          </p:cNvCxnSpPr>
          <p:nvPr/>
        </p:nvCxnSpPr>
        <p:spPr>
          <a:xfrm>
            <a:off x="346229" y="2943683"/>
            <a:ext cx="1008144"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E2F5E95C-48B1-4F6D-8197-006D63AB0638}"/>
              </a:ext>
            </a:extLst>
          </p:cNvPr>
          <p:cNvCxnSpPr/>
          <p:nvPr/>
        </p:nvCxnSpPr>
        <p:spPr>
          <a:xfrm>
            <a:off x="2274170" y="2188870"/>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12AFBCFF-1E0B-4FB2-8DC6-115210A9C779}"/>
              </a:ext>
            </a:extLst>
          </p:cNvPr>
          <p:cNvCxnSpPr/>
          <p:nvPr/>
        </p:nvCxnSpPr>
        <p:spPr>
          <a:xfrm>
            <a:off x="2284527" y="2572090"/>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93844EBE-1633-4FB9-B7F9-3719017FB7CF}"/>
              </a:ext>
            </a:extLst>
          </p:cNvPr>
          <p:cNvSpPr txBox="1"/>
          <p:nvPr/>
        </p:nvSpPr>
        <p:spPr>
          <a:xfrm>
            <a:off x="4272576" y="2921411"/>
            <a:ext cx="284052" cy="369332"/>
          </a:xfrm>
          <a:prstGeom prst="rect">
            <a:avLst/>
          </a:prstGeom>
          <a:noFill/>
        </p:spPr>
        <p:txBody>
          <a:bodyPr wrap="none" rtlCol="0">
            <a:spAutoFit/>
          </a:bodyPr>
          <a:lstStyle/>
          <a:p>
            <a:r>
              <a:rPr lang="en-US" dirty="0"/>
              <a:t>x</a:t>
            </a:r>
          </a:p>
        </p:txBody>
      </p:sp>
      <p:cxnSp>
        <p:nvCxnSpPr>
          <p:cNvPr id="37" name="Straight Connector 36">
            <a:extLst>
              <a:ext uri="{FF2B5EF4-FFF2-40B4-BE49-F238E27FC236}">
                <a16:creationId xmlns:a16="http://schemas.microsoft.com/office/drawing/2014/main" id="{B5E64D8D-D88F-4043-80C2-E5D422A90EF1}"/>
              </a:ext>
            </a:extLst>
          </p:cNvPr>
          <p:cNvCxnSpPr/>
          <p:nvPr/>
        </p:nvCxnSpPr>
        <p:spPr>
          <a:xfrm>
            <a:off x="346543" y="4589049"/>
            <a:ext cx="439387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48FBE5A-A088-4590-BB99-7AEBD33BA44C}"/>
              </a:ext>
            </a:extLst>
          </p:cNvPr>
          <p:cNvCxnSpPr>
            <a:cxnSpLocks/>
          </p:cNvCxnSpPr>
          <p:nvPr/>
        </p:nvCxnSpPr>
        <p:spPr>
          <a:xfrm flipV="1">
            <a:off x="1819084" y="3814962"/>
            <a:ext cx="563098" cy="77408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D45C77FD-F6EB-4182-AD19-2C2C771A7899}"/>
              </a:ext>
            </a:extLst>
          </p:cNvPr>
          <p:cNvCxnSpPr>
            <a:cxnSpLocks/>
          </p:cNvCxnSpPr>
          <p:nvPr/>
        </p:nvCxnSpPr>
        <p:spPr>
          <a:xfrm>
            <a:off x="2389099" y="3806084"/>
            <a:ext cx="0" cy="78123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19119107-F1BC-4C0B-9F86-692A379F5910}"/>
              </a:ext>
            </a:extLst>
          </p:cNvPr>
          <p:cNvCxnSpPr>
            <a:cxnSpLocks/>
          </p:cNvCxnSpPr>
          <p:nvPr/>
        </p:nvCxnSpPr>
        <p:spPr>
          <a:xfrm>
            <a:off x="2391868" y="3509633"/>
            <a:ext cx="0" cy="1601930"/>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F70E29B-3A40-4F40-9320-0B912226B06B}"/>
              </a:ext>
            </a:extLst>
          </p:cNvPr>
          <p:cNvCxnSpPr>
            <a:cxnSpLocks/>
          </p:cNvCxnSpPr>
          <p:nvPr/>
        </p:nvCxnSpPr>
        <p:spPr>
          <a:xfrm>
            <a:off x="2386102" y="4577174"/>
            <a:ext cx="2390084"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7F2F092D-C1ED-4F76-B6EC-56D46E3FDA62}"/>
              </a:ext>
            </a:extLst>
          </p:cNvPr>
          <p:cNvCxnSpPr>
            <a:cxnSpLocks/>
          </p:cNvCxnSpPr>
          <p:nvPr/>
        </p:nvCxnSpPr>
        <p:spPr>
          <a:xfrm>
            <a:off x="390617" y="4578653"/>
            <a:ext cx="1453504"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32249C4C-E853-4AAF-AAA1-182F157C886A}"/>
              </a:ext>
            </a:extLst>
          </p:cNvPr>
          <p:cNvCxnSpPr/>
          <p:nvPr/>
        </p:nvCxnSpPr>
        <p:spPr>
          <a:xfrm>
            <a:off x="2275650" y="3823840"/>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A24CECB-06B7-435F-860E-B8B7D7BCA5BF}"/>
              </a:ext>
            </a:extLst>
          </p:cNvPr>
          <p:cNvCxnSpPr/>
          <p:nvPr/>
        </p:nvCxnSpPr>
        <p:spPr>
          <a:xfrm>
            <a:off x="2286007" y="4207060"/>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091B2FBB-DA14-4063-B1A9-384FE0B87914}"/>
              </a:ext>
            </a:extLst>
          </p:cNvPr>
          <p:cNvSpPr txBox="1"/>
          <p:nvPr/>
        </p:nvSpPr>
        <p:spPr>
          <a:xfrm>
            <a:off x="4274056" y="4556381"/>
            <a:ext cx="284052" cy="369332"/>
          </a:xfrm>
          <a:prstGeom prst="rect">
            <a:avLst/>
          </a:prstGeom>
          <a:noFill/>
        </p:spPr>
        <p:txBody>
          <a:bodyPr wrap="none" rtlCol="0">
            <a:spAutoFit/>
          </a:bodyPr>
          <a:lstStyle/>
          <a:p>
            <a:r>
              <a:rPr lang="en-US" dirty="0"/>
              <a:t>x</a:t>
            </a:r>
          </a:p>
        </p:txBody>
      </p:sp>
      <p:cxnSp>
        <p:nvCxnSpPr>
          <p:cNvPr id="46" name="Straight Connector 45">
            <a:extLst>
              <a:ext uri="{FF2B5EF4-FFF2-40B4-BE49-F238E27FC236}">
                <a16:creationId xmlns:a16="http://schemas.microsoft.com/office/drawing/2014/main" id="{EF7238DA-8DF8-481C-A75C-BFC86CBC1CC4}"/>
              </a:ext>
            </a:extLst>
          </p:cNvPr>
          <p:cNvCxnSpPr/>
          <p:nvPr/>
        </p:nvCxnSpPr>
        <p:spPr>
          <a:xfrm>
            <a:off x="339145" y="6215142"/>
            <a:ext cx="439387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ADDE98B1-4B20-46D6-831F-36A97DD84149}"/>
              </a:ext>
            </a:extLst>
          </p:cNvPr>
          <p:cNvCxnSpPr>
            <a:cxnSpLocks/>
          </p:cNvCxnSpPr>
          <p:nvPr/>
        </p:nvCxnSpPr>
        <p:spPr>
          <a:xfrm flipV="1">
            <a:off x="2282216" y="5441055"/>
            <a:ext cx="563098" cy="77408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2F98C45A-DE46-4A01-BE95-B85BC754DD26}"/>
              </a:ext>
            </a:extLst>
          </p:cNvPr>
          <p:cNvCxnSpPr>
            <a:cxnSpLocks/>
          </p:cNvCxnSpPr>
          <p:nvPr/>
        </p:nvCxnSpPr>
        <p:spPr>
          <a:xfrm>
            <a:off x="2852231" y="5432177"/>
            <a:ext cx="0" cy="78123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E804896F-0691-4169-94F6-10C490DEF13E}"/>
              </a:ext>
            </a:extLst>
          </p:cNvPr>
          <p:cNvCxnSpPr>
            <a:cxnSpLocks/>
          </p:cNvCxnSpPr>
          <p:nvPr/>
        </p:nvCxnSpPr>
        <p:spPr>
          <a:xfrm>
            <a:off x="2384470" y="5135726"/>
            <a:ext cx="0" cy="1601930"/>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C3F72B7D-D96B-47E2-BF08-936DD26C5243}"/>
              </a:ext>
            </a:extLst>
          </p:cNvPr>
          <p:cNvCxnSpPr>
            <a:cxnSpLocks/>
          </p:cNvCxnSpPr>
          <p:nvPr/>
        </p:nvCxnSpPr>
        <p:spPr>
          <a:xfrm>
            <a:off x="2858112" y="6203267"/>
            <a:ext cx="1882564"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BC7AD16C-A907-4A18-B6E6-D4D1B87E494D}"/>
              </a:ext>
            </a:extLst>
          </p:cNvPr>
          <p:cNvCxnSpPr>
            <a:cxnSpLocks/>
          </p:cNvCxnSpPr>
          <p:nvPr/>
        </p:nvCxnSpPr>
        <p:spPr>
          <a:xfrm>
            <a:off x="355107" y="6204746"/>
            <a:ext cx="1952146"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F802C25A-1DA9-4905-B369-A29EFD5CFE0A}"/>
              </a:ext>
            </a:extLst>
          </p:cNvPr>
          <p:cNvCxnSpPr/>
          <p:nvPr/>
        </p:nvCxnSpPr>
        <p:spPr>
          <a:xfrm>
            <a:off x="2268252" y="5449933"/>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7144172D-E008-427E-9C0E-418A882B5829}"/>
              </a:ext>
            </a:extLst>
          </p:cNvPr>
          <p:cNvCxnSpPr/>
          <p:nvPr/>
        </p:nvCxnSpPr>
        <p:spPr>
          <a:xfrm>
            <a:off x="2278609" y="5833153"/>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54" name="TextBox 53">
            <a:extLst>
              <a:ext uri="{FF2B5EF4-FFF2-40B4-BE49-F238E27FC236}">
                <a16:creationId xmlns:a16="http://schemas.microsoft.com/office/drawing/2014/main" id="{D993D8EA-EAE6-4E89-98FF-8F816481A6A6}"/>
              </a:ext>
            </a:extLst>
          </p:cNvPr>
          <p:cNvSpPr txBox="1"/>
          <p:nvPr/>
        </p:nvSpPr>
        <p:spPr>
          <a:xfrm>
            <a:off x="4266658" y="6182474"/>
            <a:ext cx="284052" cy="369332"/>
          </a:xfrm>
          <a:prstGeom prst="rect">
            <a:avLst/>
          </a:prstGeom>
          <a:noFill/>
        </p:spPr>
        <p:txBody>
          <a:bodyPr wrap="none" rtlCol="0">
            <a:spAutoFit/>
          </a:bodyPr>
          <a:lstStyle/>
          <a:p>
            <a:r>
              <a:rPr lang="en-US" dirty="0"/>
              <a:t>x</a:t>
            </a:r>
          </a:p>
        </p:txBody>
      </p:sp>
      <p:sp>
        <p:nvSpPr>
          <p:cNvPr id="61" name="Oval 60">
            <a:extLst>
              <a:ext uri="{FF2B5EF4-FFF2-40B4-BE49-F238E27FC236}">
                <a16:creationId xmlns:a16="http://schemas.microsoft.com/office/drawing/2014/main" id="{0802ABD7-35C2-4585-81CA-560583FCB9E4}"/>
              </a:ext>
            </a:extLst>
          </p:cNvPr>
          <p:cNvSpPr/>
          <p:nvPr/>
        </p:nvSpPr>
        <p:spPr>
          <a:xfrm>
            <a:off x="1855432" y="1189608"/>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2D529700-F755-4908-A73F-2FA5B26AFB8A}"/>
              </a:ext>
            </a:extLst>
          </p:cNvPr>
          <p:cNvSpPr/>
          <p:nvPr/>
        </p:nvSpPr>
        <p:spPr>
          <a:xfrm>
            <a:off x="1848034" y="2123242"/>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80AB3230-220B-4B41-896D-892CD264FC53}"/>
              </a:ext>
            </a:extLst>
          </p:cNvPr>
          <p:cNvSpPr/>
          <p:nvPr/>
        </p:nvSpPr>
        <p:spPr>
          <a:xfrm>
            <a:off x="1867267" y="4388531"/>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9C594CE5-B74C-4045-AD6A-1A730C0A49B1}"/>
              </a:ext>
            </a:extLst>
          </p:cNvPr>
          <p:cNvSpPr/>
          <p:nvPr/>
        </p:nvSpPr>
        <p:spPr>
          <a:xfrm>
            <a:off x="1868742" y="6138913"/>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98CEB5AC-5A82-498F-B066-B423A641B46B}"/>
              </a:ext>
            </a:extLst>
          </p:cNvPr>
          <p:cNvSpPr txBox="1"/>
          <p:nvPr/>
        </p:nvSpPr>
        <p:spPr>
          <a:xfrm>
            <a:off x="3347621" y="310718"/>
            <a:ext cx="340158" cy="369332"/>
          </a:xfrm>
          <a:prstGeom prst="rect">
            <a:avLst/>
          </a:prstGeom>
          <a:noFill/>
        </p:spPr>
        <p:txBody>
          <a:bodyPr wrap="none" rtlCol="0">
            <a:spAutoFit/>
          </a:bodyPr>
          <a:lstStyle/>
          <a:p>
            <a:r>
              <a:rPr lang="en-US" dirty="0"/>
              <a:t>t</a:t>
            </a:r>
            <a:r>
              <a:rPr lang="en-US" baseline="-25000" dirty="0"/>
              <a:t>1</a:t>
            </a:r>
          </a:p>
        </p:txBody>
      </p:sp>
      <p:sp>
        <p:nvSpPr>
          <p:cNvPr id="73" name="TextBox 72">
            <a:extLst>
              <a:ext uri="{FF2B5EF4-FFF2-40B4-BE49-F238E27FC236}">
                <a16:creationId xmlns:a16="http://schemas.microsoft.com/office/drawing/2014/main" id="{9ACEBDE2-2D0E-4F2A-B303-99F43E1ECA74}"/>
              </a:ext>
            </a:extLst>
          </p:cNvPr>
          <p:cNvSpPr txBox="1"/>
          <p:nvPr/>
        </p:nvSpPr>
        <p:spPr>
          <a:xfrm>
            <a:off x="3347621" y="1981200"/>
            <a:ext cx="340158" cy="369332"/>
          </a:xfrm>
          <a:prstGeom prst="rect">
            <a:avLst/>
          </a:prstGeom>
          <a:noFill/>
        </p:spPr>
        <p:txBody>
          <a:bodyPr wrap="none" rtlCol="0">
            <a:spAutoFit/>
          </a:bodyPr>
          <a:lstStyle/>
          <a:p>
            <a:r>
              <a:rPr lang="en-US" dirty="0"/>
              <a:t>t</a:t>
            </a:r>
            <a:r>
              <a:rPr lang="en-US" baseline="-25000" dirty="0"/>
              <a:t>2</a:t>
            </a:r>
          </a:p>
        </p:txBody>
      </p:sp>
      <p:sp>
        <p:nvSpPr>
          <p:cNvPr id="74" name="TextBox 73">
            <a:extLst>
              <a:ext uri="{FF2B5EF4-FFF2-40B4-BE49-F238E27FC236}">
                <a16:creationId xmlns:a16="http://schemas.microsoft.com/office/drawing/2014/main" id="{3F2AF0E2-1D3C-43E6-848B-1A22CED1DC7F}"/>
              </a:ext>
            </a:extLst>
          </p:cNvPr>
          <p:cNvSpPr txBox="1"/>
          <p:nvPr/>
        </p:nvSpPr>
        <p:spPr>
          <a:xfrm>
            <a:off x="3347621" y="3738978"/>
            <a:ext cx="340158" cy="369332"/>
          </a:xfrm>
          <a:prstGeom prst="rect">
            <a:avLst/>
          </a:prstGeom>
          <a:noFill/>
        </p:spPr>
        <p:txBody>
          <a:bodyPr wrap="none" rtlCol="0">
            <a:spAutoFit/>
          </a:bodyPr>
          <a:lstStyle/>
          <a:p>
            <a:r>
              <a:rPr lang="en-US" dirty="0"/>
              <a:t>t</a:t>
            </a:r>
            <a:r>
              <a:rPr lang="en-US" baseline="-25000" dirty="0"/>
              <a:t>3</a:t>
            </a:r>
          </a:p>
        </p:txBody>
      </p:sp>
      <p:sp>
        <p:nvSpPr>
          <p:cNvPr id="75" name="TextBox 74">
            <a:extLst>
              <a:ext uri="{FF2B5EF4-FFF2-40B4-BE49-F238E27FC236}">
                <a16:creationId xmlns:a16="http://schemas.microsoft.com/office/drawing/2014/main" id="{9F38FF10-86DE-4839-9940-DA7FC13E0F76}"/>
              </a:ext>
            </a:extLst>
          </p:cNvPr>
          <p:cNvSpPr txBox="1"/>
          <p:nvPr/>
        </p:nvSpPr>
        <p:spPr>
          <a:xfrm>
            <a:off x="3347621" y="5372469"/>
            <a:ext cx="340158" cy="369332"/>
          </a:xfrm>
          <a:prstGeom prst="rect">
            <a:avLst/>
          </a:prstGeom>
          <a:noFill/>
        </p:spPr>
        <p:txBody>
          <a:bodyPr wrap="none" rtlCol="0">
            <a:spAutoFit/>
          </a:bodyPr>
          <a:lstStyle/>
          <a:p>
            <a:r>
              <a:rPr lang="en-US" dirty="0"/>
              <a:t>t</a:t>
            </a:r>
            <a:r>
              <a:rPr lang="en-US" baseline="-25000" dirty="0"/>
              <a:t>4</a:t>
            </a:r>
          </a:p>
        </p:txBody>
      </p:sp>
      <p:cxnSp>
        <p:nvCxnSpPr>
          <p:cNvPr id="79" name="Straight Connector 78">
            <a:extLst>
              <a:ext uri="{FF2B5EF4-FFF2-40B4-BE49-F238E27FC236}">
                <a16:creationId xmlns:a16="http://schemas.microsoft.com/office/drawing/2014/main" id="{CDF16BDA-65DC-4720-8433-6152081C9EA1}"/>
              </a:ext>
            </a:extLst>
          </p:cNvPr>
          <p:cNvCxnSpPr/>
          <p:nvPr/>
        </p:nvCxnSpPr>
        <p:spPr>
          <a:xfrm rot="5400000">
            <a:off x="5476796" y="3553683"/>
            <a:ext cx="155419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0" name="TextBox 79">
            <a:extLst>
              <a:ext uri="{FF2B5EF4-FFF2-40B4-BE49-F238E27FC236}">
                <a16:creationId xmlns:a16="http://schemas.microsoft.com/office/drawing/2014/main" id="{34256CEA-6FE7-4E0D-8CC5-64252159AD53}"/>
              </a:ext>
            </a:extLst>
          </p:cNvPr>
          <p:cNvSpPr txBox="1"/>
          <p:nvPr/>
        </p:nvSpPr>
        <p:spPr>
          <a:xfrm>
            <a:off x="8522409" y="4382483"/>
            <a:ext cx="537869" cy="334125"/>
          </a:xfrm>
          <a:prstGeom prst="rect">
            <a:avLst/>
          </a:prstGeom>
          <a:noFill/>
        </p:spPr>
        <p:txBody>
          <a:bodyPr wrap="none" rtlCol="0">
            <a:spAutoFit/>
          </a:bodyPr>
          <a:lstStyle/>
          <a:p>
            <a:r>
              <a:rPr lang="en-US" dirty="0"/>
              <a:t>time</a:t>
            </a:r>
          </a:p>
        </p:txBody>
      </p:sp>
      <p:sp>
        <p:nvSpPr>
          <p:cNvPr id="81" name="TextBox 80">
            <a:extLst>
              <a:ext uri="{FF2B5EF4-FFF2-40B4-BE49-F238E27FC236}">
                <a16:creationId xmlns:a16="http://schemas.microsoft.com/office/drawing/2014/main" id="{CDBBF024-61DF-4819-850E-948416A2BFC9}"/>
              </a:ext>
            </a:extLst>
          </p:cNvPr>
          <p:cNvSpPr txBox="1"/>
          <p:nvPr/>
        </p:nvSpPr>
        <p:spPr>
          <a:xfrm>
            <a:off x="5965243" y="2755172"/>
            <a:ext cx="260044" cy="334125"/>
          </a:xfrm>
          <a:prstGeom prst="rect">
            <a:avLst/>
          </a:prstGeom>
          <a:noFill/>
        </p:spPr>
        <p:txBody>
          <a:bodyPr wrap="none" rtlCol="0">
            <a:spAutoFit/>
          </a:bodyPr>
          <a:lstStyle/>
          <a:p>
            <a:r>
              <a:rPr lang="en-US" dirty="0"/>
              <a:t>y</a:t>
            </a:r>
          </a:p>
        </p:txBody>
      </p:sp>
      <p:cxnSp>
        <p:nvCxnSpPr>
          <p:cNvPr id="84" name="Straight Connector 83">
            <a:extLst>
              <a:ext uri="{FF2B5EF4-FFF2-40B4-BE49-F238E27FC236}">
                <a16:creationId xmlns:a16="http://schemas.microsoft.com/office/drawing/2014/main" id="{4FEB0D49-6EE3-47DE-9EA7-5E4E60B80ADD}"/>
              </a:ext>
            </a:extLst>
          </p:cNvPr>
          <p:cNvCxnSpPr>
            <a:cxnSpLocks/>
          </p:cNvCxnSpPr>
          <p:nvPr/>
        </p:nvCxnSpPr>
        <p:spPr>
          <a:xfrm flipV="1">
            <a:off x="6241958" y="4333915"/>
            <a:ext cx="2538057"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7" name="TextBox 86">
            <a:extLst>
              <a:ext uri="{FF2B5EF4-FFF2-40B4-BE49-F238E27FC236}">
                <a16:creationId xmlns:a16="http://schemas.microsoft.com/office/drawing/2014/main" id="{94B7EB2B-1B8B-4E9E-A37C-CF280EDCDB77}"/>
              </a:ext>
            </a:extLst>
          </p:cNvPr>
          <p:cNvSpPr txBox="1"/>
          <p:nvPr/>
        </p:nvSpPr>
        <p:spPr>
          <a:xfrm>
            <a:off x="6624959" y="4413681"/>
            <a:ext cx="340158" cy="369332"/>
          </a:xfrm>
          <a:prstGeom prst="rect">
            <a:avLst/>
          </a:prstGeom>
          <a:noFill/>
        </p:spPr>
        <p:txBody>
          <a:bodyPr wrap="none" rtlCol="0">
            <a:spAutoFit/>
          </a:bodyPr>
          <a:lstStyle/>
          <a:p>
            <a:r>
              <a:rPr lang="en-US" dirty="0"/>
              <a:t>t</a:t>
            </a:r>
            <a:r>
              <a:rPr lang="en-US" baseline="-25000" dirty="0"/>
              <a:t>1</a:t>
            </a:r>
          </a:p>
        </p:txBody>
      </p:sp>
      <p:sp>
        <p:nvSpPr>
          <p:cNvPr id="88" name="TextBox 87">
            <a:extLst>
              <a:ext uri="{FF2B5EF4-FFF2-40B4-BE49-F238E27FC236}">
                <a16:creationId xmlns:a16="http://schemas.microsoft.com/office/drawing/2014/main" id="{B2473A7E-5B81-4E56-821D-EE208F4091D1}"/>
              </a:ext>
            </a:extLst>
          </p:cNvPr>
          <p:cNvSpPr txBox="1"/>
          <p:nvPr/>
        </p:nvSpPr>
        <p:spPr>
          <a:xfrm>
            <a:off x="6997822" y="4432917"/>
            <a:ext cx="340158" cy="369332"/>
          </a:xfrm>
          <a:prstGeom prst="rect">
            <a:avLst/>
          </a:prstGeom>
          <a:noFill/>
        </p:spPr>
        <p:txBody>
          <a:bodyPr wrap="none" rtlCol="0">
            <a:spAutoFit/>
          </a:bodyPr>
          <a:lstStyle/>
          <a:p>
            <a:r>
              <a:rPr lang="en-US" dirty="0"/>
              <a:t>t</a:t>
            </a:r>
            <a:r>
              <a:rPr lang="en-US" baseline="-25000" dirty="0"/>
              <a:t>2</a:t>
            </a:r>
          </a:p>
        </p:txBody>
      </p:sp>
      <p:sp>
        <p:nvSpPr>
          <p:cNvPr id="89" name="TextBox 88">
            <a:extLst>
              <a:ext uri="{FF2B5EF4-FFF2-40B4-BE49-F238E27FC236}">
                <a16:creationId xmlns:a16="http://schemas.microsoft.com/office/drawing/2014/main" id="{481B0CA1-F084-4953-9F31-045EFB905AA6}"/>
              </a:ext>
            </a:extLst>
          </p:cNvPr>
          <p:cNvSpPr txBox="1"/>
          <p:nvPr/>
        </p:nvSpPr>
        <p:spPr>
          <a:xfrm>
            <a:off x="7450583" y="4432916"/>
            <a:ext cx="340158" cy="369332"/>
          </a:xfrm>
          <a:prstGeom prst="rect">
            <a:avLst/>
          </a:prstGeom>
          <a:noFill/>
        </p:spPr>
        <p:txBody>
          <a:bodyPr wrap="none" rtlCol="0">
            <a:spAutoFit/>
          </a:bodyPr>
          <a:lstStyle/>
          <a:p>
            <a:r>
              <a:rPr lang="en-US" dirty="0"/>
              <a:t>t</a:t>
            </a:r>
            <a:r>
              <a:rPr lang="en-US" baseline="-25000" dirty="0"/>
              <a:t>3</a:t>
            </a:r>
          </a:p>
        </p:txBody>
      </p:sp>
      <p:sp>
        <p:nvSpPr>
          <p:cNvPr id="90" name="TextBox 89">
            <a:extLst>
              <a:ext uri="{FF2B5EF4-FFF2-40B4-BE49-F238E27FC236}">
                <a16:creationId xmlns:a16="http://schemas.microsoft.com/office/drawing/2014/main" id="{A9ADE7BA-F9B9-45C3-9663-9ACD6937BC72}"/>
              </a:ext>
            </a:extLst>
          </p:cNvPr>
          <p:cNvSpPr txBox="1"/>
          <p:nvPr/>
        </p:nvSpPr>
        <p:spPr>
          <a:xfrm>
            <a:off x="7921099" y="4415161"/>
            <a:ext cx="340158" cy="369332"/>
          </a:xfrm>
          <a:prstGeom prst="rect">
            <a:avLst/>
          </a:prstGeom>
          <a:noFill/>
        </p:spPr>
        <p:txBody>
          <a:bodyPr wrap="none" rtlCol="0">
            <a:spAutoFit/>
          </a:bodyPr>
          <a:lstStyle/>
          <a:p>
            <a:r>
              <a:rPr lang="en-US" dirty="0"/>
              <a:t>t</a:t>
            </a:r>
            <a:r>
              <a:rPr lang="en-US" baseline="-25000" dirty="0"/>
              <a:t>4</a:t>
            </a:r>
          </a:p>
        </p:txBody>
      </p:sp>
      <p:cxnSp>
        <p:nvCxnSpPr>
          <p:cNvPr id="92" name="Straight Connector 91">
            <a:extLst>
              <a:ext uri="{FF2B5EF4-FFF2-40B4-BE49-F238E27FC236}">
                <a16:creationId xmlns:a16="http://schemas.microsoft.com/office/drawing/2014/main" id="{E5FAE32B-3032-484E-81CB-5DA5C2BA55D4}"/>
              </a:ext>
            </a:extLst>
          </p:cNvPr>
          <p:cNvCxnSpPr/>
          <p:nvPr/>
        </p:nvCxnSpPr>
        <p:spPr>
          <a:xfrm>
            <a:off x="6164068" y="3566388"/>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E1CEDD1A-F8AD-4FD0-AF6C-846EDECE10DC}"/>
              </a:ext>
            </a:extLst>
          </p:cNvPr>
          <p:cNvCxnSpPr/>
          <p:nvPr/>
        </p:nvCxnSpPr>
        <p:spPr>
          <a:xfrm>
            <a:off x="6165550" y="3949608"/>
            <a:ext cx="23082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19B2E7E3-7B10-4A79-AE72-AD16CA24DB10}"/>
              </a:ext>
            </a:extLst>
          </p:cNvPr>
          <p:cNvCxnSpPr>
            <a:cxnSpLocks/>
          </p:cNvCxnSpPr>
          <p:nvPr/>
        </p:nvCxnSpPr>
        <p:spPr>
          <a:xfrm>
            <a:off x="7165287" y="3548632"/>
            <a:ext cx="0" cy="78123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5195FCD2-3CC2-4D60-A1FE-E1EA0913E917}"/>
              </a:ext>
            </a:extLst>
          </p:cNvPr>
          <p:cNvCxnSpPr>
            <a:cxnSpLocks/>
          </p:cNvCxnSpPr>
          <p:nvPr/>
        </p:nvCxnSpPr>
        <p:spPr>
          <a:xfrm>
            <a:off x="6258756" y="4330080"/>
            <a:ext cx="920847"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540683F5-4535-42FE-BC3F-8E15EB264052}"/>
              </a:ext>
            </a:extLst>
          </p:cNvPr>
          <p:cNvCxnSpPr>
            <a:cxnSpLocks/>
          </p:cNvCxnSpPr>
          <p:nvPr/>
        </p:nvCxnSpPr>
        <p:spPr>
          <a:xfrm flipH="1" flipV="1">
            <a:off x="7163443" y="3548632"/>
            <a:ext cx="563098" cy="77408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04" name="Group 103">
            <a:extLst>
              <a:ext uri="{FF2B5EF4-FFF2-40B4-BE49-F238E27FC236}">
                <a16:creationId xmlns:a16="http://schemas.microsoft.com/office/drawing/2014/main" id="{BFF9D0B9-6BE2-451D-9EB3-F96E5271D113}"/>
              </a:ext>
            </a:extLst>
          </p:cNvPr>
          <p:cNvGrpSpPr/>
          <p:nvPr/>
        </p:nvGrpSpPr>
        <p:grpSpPr>
          <a:xfrm>
            <a:off x="6251359" y="4241307"/>
            <a:ext cx="912920" cy="230819"/>
            <a:chOff x="7316680" y="3326907"/>
            <a:chExt cx="912920" cy="230819"/>
          </a:xfrm>
        </p:grpSpPr>
        <p:cxnSp>
          <p:nvCxnSpPr>
            <p:cNvPr id="101" name="Straight Connector 100">
              <a:extLst>
                <a:ext uri="{FF2B5EF4-FFF2-40B4-BE49-F238E27FC236}">
                  <a16:creationId xmlns:a16="http://schemas.microsoft.com/office/drawing/2014/main" id="{D8B3584E-C06C-492D-9A8A-E14C4ACD303C}"/>
                </a:ext>
              </a:extLst>
            </p:cNvPr>
            <p:cNvCxnSpPr/>
            <p:nvPr/>
          </p:nvCxnSpPr>
          <p:spPr>
            <a:xfrm>
              <a:off x="8229600" y="3326907"/>
              <a:ext cx="0" cy="230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E06CB482-AC8A-4250-889C-632D280A4D8E}"/>
                </a:ext>
              </a:extLst>
            </p:cNvPr>
            <p:cNvCxnSpPr/>
            <p:nvPr/>
          </p:nvCxnSpPr>
          <p:spPr>
            <a:xfrm>
              <a:off x="7316680" y="3326907"/>
              <a:ext cx="0" cy="230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Straight Connector 102">
              <a:extLst>
                <a:ext uri="{FF2B5EF4-FFF2-40B4-BE49-F238E27FC236}">
                  <a16:creationId xmlns:a16="http://schemas.microsoft.com/office/drawing/2014/main" id="{3097BE6D-366C-4E1D-B5F2-B462B3788B7D}"/>
                </a:ext>
              </a:extLst>
            </p:cNvPr>
            <p:cNvCxnSpPr/>
            <p:nvPr/>
          </p:nvCxnSpPr>
          <p:spPr>
            <a:xfrm>
              <a:off x="7779797" y="3326907"/>
              <a:ext cx="0" cy="230819"/>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20" name="Group 119">
            <a:extLst>
              <a:ext uri="{FF2B5EF4-FFF2-40B4-BE49-F238E27FC236}">
                <a16:creationId xmlns:a16="http://schemas.microsoft.com/office/drawing/2014/main" id="{A59BA8B1-08D4-4473-B04B-3653403FC456}"/>
              </a:ext>
            </a:extLst>
          </p:cNvPr>
          <p:cNvGrpSpPr/>
          <p:nvPr/>
        </p:nvGrpSpPr>
        <p:grpSpPr>
          <a:xfrm>
            <a:off x="7167239" y="4251664"/>
            <a:ext cx="912920" cy="230819"/>
            <a:chOff x="7316680" y="3326907"/>
            <a:chExt cx="912920" cy="230819"/>
          </a:xfrm>
        </p:grpSpPr>
        <p:cxnSp>
          <p:nvCxnSpPr>
            <p:cNvPr id="121" name="Straight Connector 120">
              <a:extLst>
                <a:ext uri="{FF2B5EF4-FFF2-40B4-BE49-F238E27FC236}">
                  <a16:creationId xmlns:a16="http://schemas.microsoft.com/office/drawing/2014/main" id="{24A0664B-4AAA-479F-92F7-8B15E5A7D741}"/>
                </a:ext>
              </a:extLst>
            </p:cNvPr>
            <p:cNvCxnSpPr/>
            <p:nvPr/>
          </p:nvCxnSpPr>
          <p:spPr>
            <a:xfrm>
              <a:off x="8229600" y="3326907"/>
              <a:ext cx="0" cy="230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DD90AF0C-602D-4717-9F9B-A10B159944E7}"/>
                </a:ext>
              </a:extLst>
            </p:cNvPr>
            <p:cNvCxnSpPr/>
            <p:nvPr/>
          </p:nvCxnSpPr>
          <p:spPr>
            <a:xfrm>
              <a:off x="7316680" y="3326907"/>
              <a:ext cx="0" cy="230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313E955D-CBF6-4BE5-8CD6-F636EB4F94D2}"/>
                </a:ext>
              </a:extLst>
            </p:cNvPr>
            <p:cNvCxnSpPr/>
            <p:nvPr/>
          </p:nvCxnSpPr>
          <p:spPr>
            <a:xfrm>
              <a:off x="7779797" y="3326907"/>
              <a:ext cx="0" cy="230819"/>
            </a:xfrm>
            <a:prstGeom prst="line">
              <a:avLst/>
            </a:prstGeom>
          </p:spPr>
          <p:style>
            <a:lnRef idx="1">
              <a:schemeClr val="accent1"/>
            </a:lnRef>
            <a:fillRef idx="0">
              <a:schemeClr val="accent1"/>
            </a:fillRef>
            <a:effectRef idx="0">
              <a:schemeClr val="accent1"/>
            </a:effectRef>
            <a:fontRef idx="minor">
              <a:schemeClr val="tx1"/>
            </a:fontRef>
          </p:style>
        </p:cxnSp>
      </p:grpSp>
      <p:sp>
        <p:nvSpPr>
          <p:cNvPr id="86" name="Oval 85">
            <a:extLst>
              <a:ext uri="{FF2B5EF4-FFF2-40B4-BE49-F238E27FC236}">
                <a16:creationId xmlns:a16="http://schemas.microsoft.com/office/drawing/2014/main" id="{DAF55032-5490-4CF0-97D5-DA5E951AB6BE}"/>
              </a:ext>
            </a:extLst>
          </p:cNvPr>
          <p:cNvSpPr/>
          <p:nvPr/>
        </p:nvSpPr>
        <p:spPr>
          <a:xfrm>
            <a:off x="6668606" y="4271639"/>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Oval 90">
            <a:extLst>
              <a:ext uri="{FF2B5EF4-FFF2-40B4-BE49-F238E27FC236}">
                <a16:creationId xmlns:a16="http://schemas.microsoft.com/office/drawing/2014/main" id="{7F2081F9-9842-42CA-8474-6C695A40A70E}"/>
              </a:ext>
            </a:extLst>
          </p:cNvPr>
          <p:cNvSpPr/>
          <p:nvPr/>
        </p:nvSpPr>
        <p:spPr>
          <a:xfrm>
            <a:off x="7122852" y="3527394"/>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Oval 93">
            <a:extLst>
              <a:ext uri="{FF2B5EF4-FFF2-40B4-BE49-F238E27FC236}">
                <a16:creationId xmlns:a16="http://schemas.microsoft.com/office/drawing/2014/main" id="{12A798FF-3AB5-4E4F-9001-DC223EDA8E5F}"/>
              </a:ext>
            </a:extLst>
          </p:cNvPr>
          <p:cNvSpPr/>
          <p:nvPr/>
        </p:nvSpPr>
        <p:spPr>
          <a:xfrm>
            <a:off x="7577094" y="4150310"/>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TextBox 126">
            <a:extLst>
              <a:ext uri="{FF2B5EF4-FFF2-40B4-BE49-F238E27FC236}">
                <a16:creationId xmlns:a16="http://schemas.microsoft.com/office/drawing/2014/main" id="{34468F06-C5FF-4A16-BD18-3C27D71E001F}"/>
              </a:ext>
            </a:extLst>
          </p:cNvPr>
          <p:cNvSpPr txBox="1"/>
          <p:nvPr/>
        </p:nvSpPr>
        <p:spPr>
          <a:xfrm>
            <a:off x="2084221" y="-66447"/>
            <a:ext cx="260044" cy="334125"/>
          </a:xfrm>
          <a:prstGeom prst="rect">
            <a:avLst/>
          </a:prstGeom>
          <a:noFill/>
        </p:spPr>
        <p:txBody>
          <a:bodyPr wrap="none" rtlCol="0">
            <a:spAutoFit/>
          </a:bodyPr>
          <a:lstStyle/>
          <a:p>
            <a:r>
              <a:rPr lang="en-US" dirty="0"/>
              <a:t>y</a:t>
            </a:r>
          </a:p>
        </p:txBody>
      </p:sp>
      <p:sp>
        <p:nvSpPr>
          <p:cNvPr id="128" name="TextBox 127">
            <a:extLst>
              <a:ext uri="{FF2B5EF4-FFF2-40B4-BE49-F238E27FC236}">
                <a16:creationId xmlns:a16="http://schemas.microsoft.com/office/drawing/2014/main" id="{5980A868-300C-4BD9-B23A-6B7937C2DAC7}"/>
              </a:ext>
            </a:extLst>
          </p:cNvPr>
          <p:cNvSpPr txBox="1"/>
          <p:nvPr/>
        </p:nvSpPr>
        <p:spPr>
          <a:xfrm>
            <a:off x="2084221" y="1710566"/>
            <a:ext cx="260044" cy="334125"/>
          </a:xfrm>
          <a:prstGeom prst="rect">
            <a:avLst/>
          </a:prstGeom>
          <a:noFill/>
        </p:spPr>
        <p:txBody>
          <a:bodyPr wrap="none" rtlCol="0">
            <a:spAutoFit/>
          </a:bodyPr>
          <a:lstStyle/>
          <a:p>
            <a:r>
              <a:rPr lang="en-US" dirty="0"/>
              <a:t>y</a:t>
            </a:r>
          </a:p>
        </p:txBody>
      </p:sp>
      <p:sp>
        <p:nvSpPr>
          <p:cNvPr id="129" name="TextBox 128">
            <a:extLst>
              <a:ext uri="{FF2B5EF4-FFF2-40B4-BE49-F238E27FC236}">
                <a16:creationId xmlns:a16="http://schemas.microsoft.com/office/drawing/2014/main" id="{70422B56-C75B-4145-B97F-F6A6C52838B8}"/>
              </a:ext>
            </a:extLst>
          </p:cNvPr>
          <p:cNvSpPr txBox="1"/>
          <p:nvPr/>
        </p:nvSpPr>
        <p:spPr>
          <a:xfrm>
            <a:off x="2084221" y="3354414"/>
            <a:ext cx="260044" cy="334125"/>
          </a:xfrm>
          <a:prstGeom prst="rect">
            <a:avLst/>
          </a:prstGeom>
          <a:noFill/>
        </p:spPr>
        <p:txBody>
          <a:bodyPr wrap="none" rtlCol="0">
            <a:spAutoFit/>
          </a:bodyPr>
          <a:lstStyle/>
          <a:p>
            <a:r>
              <a:rPr lang="en-US" dirty="0"/>
              <a:t>y</a:t>
            </a:r>
          </a:p>
        </p:txBody>
      </p:sp>
      <p:sp>
        <p:nvSpPr>
          <p:cNvPr id="130" name="TextBox 129">
            <a:extLst>
              <a:ext uri="{FF2B5EF4-FFF2-40B4-BE49-F238E27FC236}">
                <a16:creationId xmlns:a16="http://schemas.microsoft.com/office/drawing/2014/main" id="{B04AD870-234E-42D0-AA14-BF5D7A8E3FE7}"/>
              </a:ext>
            </a:extLst>
          </p:cNvPr>
          <p:cNvSpPr txBox="1"/>
          <p:nvPr/>
        </p:nvSpPr>
        <p:spPr>
          <a:xfrm>
            <a:off x="2084221" y="4998263"/>
            <a:ext cx="260044" cy="334125"/>
          </a:xfrm>
          <a:prstGeom prst="rect">
            <a:avLst/>
          </a:prstGeom>
          <a:noFill/>
        </p:spPr>
        <p:txBody>
          <a:bodyPr wrap="none" rtlCol="0">
            <a:spAutoFit/>
          </a:bodyPr>
          <a:lstStyle/>
          <a:p>
            <a:r>
              <a:rPr lang="en-US" dirty="0"/>
              <a:t>y</a:t>
            </a:r>
          </a:p>
        </p:txBody>
      </p:sp>
      <p:sp>
        <p:nvSpPr>
          <p:cNvPr id="132" name="TextBox 131">
            <a:extLst>
              <a:ext uri="{FF2B5EF4-FFF2-40B4-BE49-F238E27FC236}">
                <a16:creationId xmlns:a16="http://schemas.microsoft.com/office/drawing/2014/main" id="{2D02DEF9-CEA7-4113-88AF-AAAB6A433405}"/>
              </a:ext>
            </a:extLst>
          </p:cNvPr>
          <p:cNvSpPr txBox="1"/>
          <p:nvPr/>
        </p:nvSpPr>
        <p:spPr>
          <a:xfrm>
            <a:off x="1754077" y="1270985"/>
            <a:ext cx="362600" cy="369332"/>
          </a:xfrm>
          <a:prstGeom prst="rect">
            <a:avLst/>
          </a:prstGeom>
          <a:noFill/>
        </p:spPr>
        <p:txBody>
          <a:bodyPr wrap="none" rtlCol="0">
            <a:spAutoFit/>
          </a:bodyPr>
          <a:lstStyle/>
          <a:p>
            <a:r>
              <a:rPr lang="en-US" dirty="0"/>
              <a:t>x</a:t>
            </a:r>
            <a:r>
              <a:rPr lang="en-US" baseline="-25000" dirty="0"/>
              <a:t>1</a:t>
            </a:r>
          </a:p>
        </p:txBody>
      </p:sp>
      <p:sp>
        <p:nvSpPr>
          <p:cNvPr id="133" name="TextBox 132">
            <a:extLst>
              <a:ext uri="{FF2B5EF4-FFF2-40B4-BE49-F238E27FC236}">
                <a16:creationId xmlns:a16="http://schemas.microsoft.com/office/drawing/2014/main" id="{ABAF21C4-1FBA-4083-AAE7-DB39FEAD5553}"/>
              </a:ext>
            </a:extLst>
          </p:cNvPr>
          <p:cNvSpPr txBox="1"/>
          <p:nvPr/>
        </p:nvSpPr>
        <p:spPr>
          <a:xfrm>
            <a:off x="1754077" y="2923711"/>
            <a:ext cx="362600" cy="369332"/>
          </a:xfrm>
          <a:prstGeom prst="rect">
            <a:avLst/>
          </a:prstGeom>
          <a:noFill/>
        </p:spPr>
        <p:txBody>
          <a:bodyPr wrap="none" rtlCol="0">
            <a:spAutoFit/>
          </a:bodyPr>
          <a:lstStyle/>
          <a:p>
            <a:r>
              <a:rPr lang="en-US" dirty="0"/>
              <a:t>x</a:t>
            </a:r>
            <a:r>
              <a:rPr lang="en-US" baseline="-25000" dirty="0"/>
              <a:t>1</a:t>
            </a:r>
          </a:p>
        </p:txBody>
      </p:sp>
      <p:sp>
        <p:nvSpPr>
          <p:cNvPr id="134" name="TextBox 133">
            <a:extLst>
              <a:ext uri="{FF2B5EF4-FFF2-40B4-BE49-F238E27FC236}">
                <a16:creationId xmlns:a16="http://schemas.microsoft.com/office/drawing/2014/main" id="{1CD290AF-E7E9-4A87-9705-3324F8D8FDA8}"/>
              </a:ext>
            </a:extLst>
          </p:cNvPr>
          <p:cNvSpPr txBox="1"/>
          <p:nvPr/>
        </p:nvSpPr>
        <p:spPr>
          <a:xfrm>
            <a:off x="1754077" y="4532049"/>
            <a:ext cx="362600" cy="369332"/>
          </a:xfrm>
          <a:prstGeom prst="rect">
            <a:avLst/>
          </a:prstGeom>
          <a:noFill/>
        </p:spPr>
        <p:txBody>
          <a:bodyPr wrap="none" rtlCol="0">
            <a:spAutoFit/>
          </a:bodyPr>
          <a:lstStyle/>
          <a:p>
            <a:r>
              <a:rPr lang="en-US" dirty="0"/>
              <a:t>x</a:t>
            </a:r>
            <a:r>
              <a:rPr lang="en-US" baseline="-25000" dirty="0"/>
              <a:t>1</a:t>
            </a:r>
          </a:p>
        </p:txBody>
      </p:sp>
      <p:sp>
        <p:nvSpPr>
          <p:cNvPr id="135" name="TextBox 134">
            <a:extLst>
              <a:ext uri="{FF2B5EF4-FFF2-40B4-BE49-F238E27FC236}">
                <a16:creationId xmlns:a16="http://schemas.microsoft.com/office/drawing/2014/main" id="{1CC12128-FD20-457F-843A-0D0AE74AB48B}"/>
              </a:ext>
            </a:extLst>
          </p:cNvPr>
          <p:cNvSpPr txBox="1"/>
          <p:nvPr/>
        </p:nvSpPr>
        <p:spPr>
          <a:xfrm>
            <a:off x="1754077" y="6193653"/>
            <a:ext cx="362600" cy="369332"/>
          </a:xfrm>
          <a:prstGeom prst="rect">
            <a:avLst/>
          </a:prstGeom>
          <a:noFill/>
        </p:spPr>
        <p:txBody>
          <a:bodyPr wrap="none" rtlCol="0">
            <a:spAutoFit/>
          </a:bodyPr>
          <a:lstStyle/>
          <a:p>
            <a:r>
              <a:rPr lang="en-US" dirty="0"/>
              <a:t>x</a:t>
            </a:r>
            <a:r>
              <a:rPr lang="en-US" baseline="-25000" dirty="0"/>
              <a:t>1</a:t>
            </a:r>
          </a:p>
        </p:txBody>
      </p:sp>
      <p:sp>
        <p:nvSpPr>
          <p:cNvPr id="136" name="TextBox 135">
            <a:extLst>
              <a:ext uri="{FF2B5EF4-FFF2-40B4-BE49-F238E27FC236}">
                <a16:creationId xmlns:a16="http://schemas.microsoft.com/office/drawing/2014/main" id="{FC0B8598-A1F3-470C-BAA2-5795B6555AAC}"/>
              </a:ext>
            </a:extLst>
          </p:cNvPr>
          <p:cNvSpPr txBox="1"/>
          <p:nvPr/>
        </p:nvSpPr>
        <p:spPr>
          <a:xfrm>
            <a:off x="7792372" y="3225552"/>
            <a:ext cx="362600" cy="369332"/>
          </a:xfrm>
          <a:prstGeom prst="rect">
            <a:avLst/>
          </a:prstGeom>
          <a:noFill/>
        </p:spPr>
        <p:txBody>
          <a:bodyPr wrap="none" rtlCol="0">
            <a:spAutoFit/>
          </a:bodyPr>
          <a:lstStyle/>
          <a:p>
            <a:r>
              <a:rPr lang="en-US" dirty="0"/>
              <a:t>x</a:t>
            </a:r>
            <a:r>
              <a:rPr lang="en-US" baseline="-25000" dirty="0"/>
              <a:t>1</a:t>
            </a:r>
          </a:p>
        </p:txBody>
      </p:sp>
      <p:cxnSp>
        <p:nvCxnSpPr>
          <p:cNvPr id="137" name="Straight Connector 136">
            <a:extLst>
              <a:ext uri="{FF2B5EF4-FFF2-40B4-BE49-F238E27FC236}">
                <a16:creationId xmlns:a16="http://schemas.microsoft.com/office/drawing/2014/main" id="{4DC185B5-5240-4932-A9E7-C7C899C1992A}"/>
              </a:ext>
            </a:extLst>
          </p:cNvPr>
          <p:cNvCxnSpPr>
            <a:cxnSpLocks/>
          </p:cNvCxnSpPr>
          <p:nvPr/>
        </p:nvCxnSpPr>
        <p:spPr>
          <a:xfrm>
            <a:off x="7716173" y="4322682"/>
            <a:ext cx="106384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95" name="Oval 94">
            <a:extLst>
              <a:ext uri="{FF2B5EF4-FFF2-40B4-BE49-F238E27FC236}">
                <a16:creationId xmlns:a16="http://schemas.microsoft.com/office/drawing/2014/main" id="{06CAA1A8-4D44-46C9-A5B4-E5D83007EE55}"/>
              </a:ext>
            </a:extLst>
          </p:cNvPr>
          <p:cNvSpPr/>
          <p:nvPr/>
        </p:nvSpPr>
        <p:spPr>
          <a:xfrm>
            <a:off x="8037247" y="4290875"/>
            <a:ext cx="97655" cy="1065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7091884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3074" name="Picture 2"/>
          <p:cNvPicPr>
            <a:picLocks noChangeAspect="1" noChangeArrowheads="1"/>
          </p:cNvPicPr>
          <p:nvPr/>
        </p:nvPicPr>
        <p:blipFill>
          <a:blip r:embed="rId2" cstate="print"/>
          <a:srcRect/>
          <a:stretch>
            <a:fillRect/>
          </a:stretch>
        </p:blipFill>
        <p:spPr bwMode="auto">
          <a:xfrm>
            <a:off x="1982000" y="1609248"/>
            <a:ext cx="5075747" cy="4712668"/>
          </a:xfrm>
          <a:prstGeom prst="rect">
            <a:avLst/>
          </a:prstGeom>
          <a:noFill/>
          <a:ln w="9525">
            <a:noFill/>
            <a:miter lim="800000"/>
            <a:headEnd/>
            <a:tailEnd/>
          </a:ln>
          <a:effectLst/>
        </p:spPr>
      </p:pic>
      <p:cxnSp>
        <p:nvCxnSpPr>
          <p:cNvPr id="5" name="Straight Connector 4">
            <a:extLst>
              <a:ext uri="{FF2B5EF4-FFF2-40B4-BE49-F238E27FC236}">
                <a16:creationId xmlns:a16="http://schemas.microsoft.com/office/drawing/2014/main" id="{4BD4FFD9-66EB-4AD1-998C-4D11D9DD5BF6}"/>
              </a:ext>
            </a:extLst>
          </p:cNvPr>
          <p:cNvCxnSpPr>
            <a:cxnSpLocks/>
          </p:cNvCxnSpPr>
          <p:nvPr/>
        </p:nvCxnSpPr>
        <p:spPr>
          <a:xfrm flipV="1">
            <a:off x="2095130" y="1748901"/>
            <a:ext cx="1393794" cy="790113"/>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EE87F6BA-E3A7-464B-8E8B-992A81DE3CDA}"/>
              </a:ext>
            </a:extLst>
          </p:cNvPr>
          <p:cNvCxnSpPr>
            <a:cxnSpLocks/>
          </p:cNvCxnSpPr>
          <p:nvPr/>
        </p:nvCxnSpPr>
        <p:spPr>
          <a:xfrm>
            <a:off x="3480047" y="1731146"/>
            <a:ext cx="0" cy="816745"/>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6513975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2" name="Picture 4"/>
          <p:cNvPicPr>
            <a:picLocks noChangeAspect="1" noChangeArrowheads="1"/>
          </p:cNvPicPr>
          <p:nvPr/>
        </p:nvPicPr>
        <p:blipFill>
          <a:blip r:embed="rId2" cstate="print"/>
          <a:srcRect/>
          <a:stretch>
            <a:fillRect/>
          </a:stretch>
        </p:blipFill>
        <p:spPr bwMode="auto">
          <a:xfrm>
            <a:off x="3035300" y="2403479"/>
            <a:ext cx="3063875" cy="2039937"/>
          </a:xfrm>
          <a:prstGeom prst="rect">
            <a:avLst/>
          </a:prstGeom>
          <a:noFill/>
          <a:ln w="9525">
            <a:noFill/>
            <a:miter lim="800000"/>
            <a:headEnd/>
            <a:tailEnd/>
          </a:ln>
          <a:effectLst/>
        </p:spPr>
      </p:pic>
      <p:sp>
        <p:nvSpPr>
          <p:cNvPr id="2" name="Title 1"/>
          <p:cNvSpPr>
            <a:spLocks noGrp="1"/>
          </p:cNvSpPr>
          <p:nvPr>
            <p:ph type="title"/>
          </p:nvPr>
        </p:nvSpPr>
        <p:spPr/>
        <p:txBody>
          <a:bodyPr/>
          <a:lstStyle/>
          <a:p>
            <a:endParaRPr lang="en-US"/>
          </a:p>
        </p:txBody>
      </p:sp>
      <p:cxnSp>
        <p:nvCxnSpPr>
          <p:cNvPr id="6" name="Straight Connector 5"/>
          <p:cNvCxnSpPr/>
          <p:nvPr/>
        </p:nvCxnSpPr>
        <p:spPr>
          <a:xfrm rot="5400000" flipH="1" flipV="1">
            <a:off x="3038476" y="2852739"/>
            <a:ext cx="1428748" cy="1228725"/>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rot="10800000">
            <a:off x="4367214" y="2747964"/>
            <a:ext cx="1652589" cy="1443039"/>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0892402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DB75901-7201-0E74-13D3-85C2D3D5ACFD}"/>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0CC70FC1-530F-7247-9A56-FD4C62B9B2A0}"/>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7781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9"/>
          <p:cNvGrpSpPr>
            <a:grpSpLocks/>
          </p:cNvGrpSpPr>
          <p:nvPr/>
        </p:nvGrpSpPr>
        <p:grpSpPr bwMode="auto">
          <a:xfrm>
            <a:off x="1090613" y="2846388"/>
            <a:ext cx="6740525" cy="1549400"/>
            <a:chOff x="3312" y="1632"/>
            <a:chExt cx="2064" cy="480"/>
          </a:xfrm>
        </p:grpSpPr>
        <p:sp>
          <p:nvSpPr>
            <p:cNvPr id="466946" name="Rectangle 10"/>
            <p:cNvSpPr>
              <a:spLocks noChangeArrowheads="1"/>
            </p:cNvSpPr>
            <p:nvPr/>
          </p:nvSpPr>
          <p:spPr bwMode="auto">
            <a:xfrm>
              <a:off x="4128" y="1680"/>
              <a:ext cx="1248" cy="384"/>
            </a:xfrm>
            <a:prstGeom prst="rect">
              <a:avLst/>
            </a:prstGeom>
            <a:solidFill>
              <a:schemeClr val="accent1"/>
            </a:solidFill>
            <a:ln w="9525">
              <a:noFill/>
              <a:miter lim="800000"/>
              <a:headEnd/>
              <a:tailEnd/>
            </a:ln>
          </p:spPr>
          <p:txBody>
            <a:bodyPr wrap="none" anchor="ctr"/>
            <a:lstStyle/>
            <a:p>
              <a:endParaRPr lang="en-US" b="1" dirty="0"/>
            </a:p>
          </p:txBody>
        </p:sp>
        <p:sp>
          <p:nvSpPr>
            <p:cNvPr id="466947" name="Rectangle 11"/>
            <p:cNvSpPr>
              <a:spLocks noChangeArrowheads="1"/>
            </p:cNvSpPr>
            <p:nvPr/>
          </p:nvSpPr>
          <p:spPr bwMode="auto">
            <a:xfrm>
              <a:off x="3648" y="1632"/>
              <a:ext cx="1728" cy="48"/>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b="1" dirty="0"/>
            </a:p>
          </p:txBody>
        </p:sp>
        <p:sp>
          <p:nvSpPr>
            <p:cNvPr id="466948" name="Rectangle 12"/>
            <p:cNvSpPr>
              <a:spLocks noChangeArrowheads="1"/>
            </p:cNvSpPr>
            <p:nvPr/>
          </p:nvSpPr>
          <p:spPr bwMode="auto">
            <a:xfrm>
              <a:off x="3648" y="2064"/>
              <a:ext cx="1728" cy="48"/>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b="1" dirty="0"/>
            </a:p>
          </p:txBody>
        </p:sp>
        <p:sp>
          <p:nvSpPr>
            <p:cNvPr id="466949" name="Rectangle 13"/>
            <p:cNvSpPr>
              <a:spLocks noChangeArrowheads="1"/>
            </p:cNvSpPr>
            <p:nvPr/>
          </p:nvSpPr>
          <p:spPr bwMode="auto">
            <a:xfrm>
              <a:off x="3312" y="1800"/>
              <a:ext cx="672" cy="144"/>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b="1" dirty="0"/>
            </a:p>
          </p:txBody>
        </p:sp>
        <p:sp>
          <p:nvSpPr>
            <p:cNvPr id="466950" name="Rectangle 14"/>
            <p:cNvSpPr>
              <a:spLocks noChangeArrowheads="1"/>
            </p:cNvSpPr>
            <p:nvPr/>
          </p:nvSpPr>
          <p:spPr bwMode="auto">
            <a:xfrm>
              <a:off x="3984" y="1680"/>
              <a:ext cx="144" cy="384"/>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b="1" dirty="0"/>
            </a:p>
          </p:txBody>
        </p:sp>
      </p:grpSp>
    </p:spTree>
    <p:extLst>
      <p:ext uri="{BB962C8B-B14F-4D97-AF65-F5344CB8AC3E}">
        <p14:creationId xmlns:p14="http://schemas.microsoft.com/office/powerpoint/2010/main" val="4736143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24"/>
          <p:cNvGrpSpPr>
            <a:grpSpLocks/>
          </p:cNvGrpSpPr>
          <p:nvPr/>
        </p:nvGrpSpPr>
        <p:grpSpPr bwMode="auto">
          <a:xfrm>
            <a:off x="2478088" y="1371600"/>
            <a:ext cx="4176712" cy="5218113"/>
            <a:chOff x="2052322" y="95328"/>
            <a:chExt cx="4942113" cy="6420690"/>
          </a:xfrm>
        </p:grpSpPr>
        <p:sp>
          <p:nvSpPr>
            <p:cNvPr id="2" name="Oval 1"/>
            <p:cNvSpPr/>
            <p:nvPr/>
          </p:nvSpPr>
          <p:spPr>
            <a:xfrm>
              <a:off x="2580156" y="1454866"/>
              <a:ext cx="1376880" cy="1269683"/>
            </a:xfrm>
            <a:prstGeom prst="ellipse">
              <a:avLst/>
            </a:prstGeom>
            <a:solidFill>
              <a:srgbClr val="FDFDC3"/>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200" dirty="0"/>
            </a:p>
          </p:txBody>
        </p:sp>
        <p:sp>
          <p:nvSpPr>
            <p:cNvPr id="3" name="Freeform 2"/>
            <p:cNvSpPr/>
            <p:nvPr/>
          </p:nvSpPr>
          <p:spPr>
            <a:xfrm>
              <a:off x="3102356" y="2152215"/>
              <a:ext cx="710041" cy="478572"/>
            </a:xfrm>
            <a:custGeom>
              <a:avLst/>
              <a:gdLst>
                <a:gd name="connsiteX0" fmla="*/ 0 w 1045029"/>
                <a:gd name="connsiteY0" fmla="*/ 587829 h 751115"/>
                <a:gd name="connsiteX1" fmla="*/ 293915 w 1045029"/>
                <a:gd name="connsiteY1" fmla="*/ 604157 h 751115"/>
                <a:gd name="connsiteX2" fmla="*/ 685800 w 1045029"/>
                <a:gd name="connsiteY2" fmla="*/ 440872 h 751115"/>
                <a:gd name="connsiteX3" fmla="*/ 865415 w 1045029"/>
                <a:gd name="connsiteY3" fmla="*/ 195943 h 751115"/>
                <a:gd name="connsiteX4" fmla="*/ 963386 w 1045029"/>
                <a:gd name="connsiteY4" fmla="*/ 0 h 751115"/>
                <a:gd name="connsiteX5" fmla="*/ 1045029 w 1045029"/>
                <a:gd name="connsiteY5" fmla="*/ 65315 h 751115"/>
                <a:gd name="connsiteX6" fmla="*/ 947058 w 1045029"/>
                <a:gd name="connsiteY6" fmla="*/ 310243 h 751115"/>
                <a:gd name="connsiteX7" fmla="*/ 669472 w 1045029"/>
                <a:gd name="connsiteY7" fmla="*/ 620486 h 751115"/>
                <a:gd name="connsiteX8" fmla="*/ 212272 w 1045029"/>
                <a:gd name="connsiteY8" fmla="*/ 751115 h 751115"/>
                <a:gd name="connsiteX9" fmla="*/ 0 w 1045029"/>
                <a:gd name="connsiteY9" fmla="*/ 702129 h 751115"/>
                <a:gd name="connsiteX10" fmla="*/ 32658 w 1045029"/>
                <a:gd name="connsiteY10" fmla="*/ 522515 h 751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45029" h="751115">
                  <a:moveTo>
                    <a:pt x="0" y="587829"/>
                  </a:moveTo>
                  <a:lnTo>
                    <a:pt x="293915" y="604157"/>
                  </a:lnTo>
                  <a:lnTo>
                    <a:pt x="685800" y="440872"/>
                  </a:lnTo>
                  <a:lnTo>
                    <a:pt x="865415" y="195943"/>
                  </a:lnTo>
                  <a:lnTo>
                    <a:pt x="963386" y="0"/>
                  </a:lnTo>
                  <a:lnTo>
                    <a:pt x="1045029" y="65315"/>
                  </a:lnTo>
                  <a:lnTo>
                    <a:pt x="947058" y="310243"/>
                  </a:lnTo>
                  <a:lnTo>
                    <a:pt x="669472" y="620486"/>
                  </a:lnTo>
                  <a:lnTo>
                    <a:pt x="212272" y="751115"/>
                  </a:lnTo>
                  <a:lnTo>
                    <a:pt x="0" y="702129"/>
                  </a:lnTo>
                  <a:lnTo>
                    <a:pt x="32658" y="522515"/>
                  </a:lnTo>
                </a:path>
              </a:pathLst>
            </a:custGeom>
            <a:solidFill>
              <a:schemeClr val="bg1"/>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4" name="Oval 3"/>
            <p:cNvSpPr/>
            <p:nvPr/>
          </p:nvSpPr>
          <p:spPr>
            <a:xfrm>
              <a:off x="4625752" y="1249763"/>
              <a:ext cx="1376879" cy="1269683"/>
            </a:xfrm>
            <a:prstGeom prst="ellipse">
              <a:avLst/>
            </a:prstGeom>
            <a:solidFill>
              <a:srgbClr val="FDFDC3"/>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200" dirty="0"/>
            </a:p>
          </p:txBody>
        </p:sp>
        <p:sp>
          <p:nvSpPr>
            <p:cNvPr id="5" name="Freeform 4"/>
            <p:cNvSpPr/>
            <p:nvPr/>
          </p:nvSpPr>
          <p:spPr>
            <a:xfrm>
              <a:off x="5147952" y="1947112"/>
              <a:ext cx="710041" cy="478573"/>
            </a:xfrm>
            <a:custGeom>
              <a:avLst/>
              <a:gdLst>
                <a:gd name="connsiteX0" fmla="*/ 0 w 1045029"/>
                <a:gd name="connsiteY0" fmla="*/ 587829 h 751115"/>
                <a:gd name="connsiteX1" fmla="*/ 293915 w 1045029"/>
                <a:gd name="connsiteY1" fmla="*/ 604157 h 751115"/>
                <a:gd name="connsiteX2" fmla="*/ 685800 w 1045029"/>
                <a:gd name="connsiteY2" fmla="*/ 440872 h 751115"/>
                <a:gd name="connsiteX3" fmla="*/ 865415 w 1045029"/>
                <a:gd name="connsiteY3" fmla="*/ 195943 h 751115"/>
                <a:gd name="connsiteX4" fmla="*/ 963386 w 1045029"/>
                <a:gd name="connsiteY4" fmla="*/ 0 h 751115"/>
                <a:gd name="connsiteX5" fmla="*/ 1045029 w 1045029"/>
                <a:gd name="connsiteY5" fmla="*/ 65315 h 751115"/>
                <a:gd name="connsiteX6" fmla="*/ 947058 w 1045029"/>
                <a:gd name="connsiteY6" fmla="*/ 310243 h 751115"/>
                <a:gd name="connsiteX7" fmla="*/ 669472 w 1045029"/>
                <a:gd name="connsiteY7" fmla="*/ 620486 h 751115"/>
                <a:gd name="connsiteX8" fmla="*/ 212272 w 1045029"/>
                <a:gd name="connsiteY8" fmla="*/ 751115 h 751115"/>
                <a:gd name="connsiteX9" fmla="*/ 0 w 1045029"/>
                <a:gd name="connsiteY9" fmla="*/ 702129 h 751115"/>
                <a:gd name="connsiteX10" fmla="*/ 32658 w 1045029"/>
                <a:gd name="connsiteY10" fmla="*/ 522515 h 751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45029" h="751115">
                  <a:moveTo>
                    <a:pt x="0" y="587829"/>
                  </a:moveTo>
                  <a:lnTo>
                    <a:pt x="293915" y="604157"/>
                  </a:lnTo>
                  <a:lnTo>
                    <a:pt x="685800" y="440872"/>
                  </a:lnTo>
                  <a:lnTo>
                    <a:pt x="865415" y="195943"/>
                  </a:lnTo>
                  <a:lnTo>
                    <a:pt x="963386" y="0"/>
                  </a:lnTo>
                  <a:lnTo>
                    <a:pt x="1045029" y="65315"/>
                  </a:lnTo>
                  <a:lnTo>
                    <a:pt x="947058" y="310243"/>
                  </a:lnTo>
                  <a:lnTo>
                    <a:pt x="669472" y="620486"/>
                  </a:lnTo>
                  <a:lnTo>
                    <a:pt x="212272" y="751115"/>
                  </a:lnTo>
                  <a:lnTo>
                    <a:pt x="0" y="702129"/>
                  </a:lnTo>
                  <a:lnTo>
                    <a:pt x="32658" y="522515"/>
                  </a:lnTo>
                </a:path>
              </a:pathLst>
            </a:custGeom>
            <a:solidFill>
              <a:schemeClr val="bg1"/>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8" name="Rectangle 7"/>
            <p:cNvSpPr/>
            <p:nvPr/>
          </p:nvSpPr>
          <p:spPr>
            <a:xfrm>
              <a:off x="4832378" y="1454866"/>
              <a:ext cx="944843" cy="863384"/>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200" dirty="0"/>
            </a:p>
          </p:txBody>
        </p:sp>
        <p:sp>
          <p:nvSpPr>
            <p:cNvPr id="10" name="Arc 9"/>
            <p:cNvSpPr/>
            <p:nvPr/>
          </p:nvSpPr>
          <p:spPr>
            <a:xfrm>
              <a:off x="4633266" y="1236089"/>
              <a:ext cx="1354338" cy="1279450"/>
            </a:xfrm>
            <a:prstGeom prst="arc">
              <a:avLst>
                <a:gd name="adj1" fmla="val 18879662"/>
                <a:gd name="adj2" fmla="val 2725591"/>
              </a:avLst>
            </a:prstGeom>
            <a:solidFill>
              <a:srgbClr val="FFFF00"/>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11" name="Arc 10"/>
            <p:cNvSpPr/>
            <p:nvPr/>
          </p:nvSpPr>
          <p:spPr>
            <a:xfrm flipH="1">
              <a:off x="4637023" y="1249763"/>
              <a:ext cx="1354338" cy="1279449"/>
            </a:xfrm>
            <a:prstGeom prst="arc">
              <a:avLst>
                <a:gd name="adj1" fmla="val 18879662"/>
                <a:gd name="adj2" fmla="val 2725591"/>
              </a:avLst>
            </a:prstGeom>
            <a:solidFill>
              <a:srgbClr val="FFFF00"/>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9" name="Oval 8"/>
            <p:cNvSpPr/>
            <p:nvPr/>
          </p:nvSpPr>
          <p:spPr>
            <a:xfrm>
              <a:off x="4954475" y="1548627"/>
              <a:ext cx="732582" cy="697350"/>
            </a:xfrm>
            <a:prstGeom prst="ellipse">
              <a:avLst/>
            </a:prstGeom>
            <a:solidFill>
              <a:srgbClr val="FDFDC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sz="4400" dirty="0">
                  <a:solidFill>
                    <a:schemeClr val="tx1"/>
                  </a:solidFill>
                </a:rPr>
                <a:t>9</a:t>
              </a:r>
            </a:p>
          </p:txBody>
        </p:sp>
        <p:cxnSp>
          <p:nvCxnSpPr>
            <p:cNvPr id="13" name="Straight Arrow Connector 12"/>
            <p:cNvCxnSpPr/>
            <p:nvPr/>
          </p:nvCxnSpPr>
          <p:spPr>
            <a:xfrm>
              <a:off x="2657172" y="1245857"/>
              <a:ext cx="1254782" cy="1953"/>
            </a:xfrm>
            <a:prstGeom prst="straightConnector1">
              <a:avLst/>
            </a:prstGeom>
            <a:ln w="889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467979" name="TextBox 13"/>
            <p:cNvSpPr txBox="1">
              <a:spLocks noChangeArrowheads="1"/>
            </p:cNvSpPr>
            <p:nvPr/>
          </p:nvSpPr>
          <p:spPr bwMode="auto">
            <a:xfrm>
              <a:off x="3708203" y="95328"/>
              <a:ext cx="1471990" cy="643797"/>
            </a:xfrm>
            <a:prstGeom prst="rect">
              <a:avLst/>
            </a:prstGeom>
            <a:noFill/>
            <a:ln w="9525">
              <a:noFill/>
              <a:miter lim="800000"/>
              <a:headEnd/>
              <a:tailEnd/>
            </a:ln>
          </p:spPr>
          <p:txBody>
            <a:bodyPr wrap="none">
              <a:spAutoFit/>
            </a:bodyPr>
            <a:lstStyle/>
            <a:p>
              <a:r>
                <a:rPr lang="en-US" sz="2800" dirty="0"/>
                <a:t>Before</a:t>
              </a:r>
            </a:p>
          </p:txBody>
        </p:sp>
        <p:sp>
          <p:nvSpPr>
            <p:cNvPr id="467980" name="TextBox 14"/>
            <p:cNvSpPr txBox="1">
              <a:spLocks noChangeArrowheads="1"/>
            </p:cNvSpPr>
            <p:nvPr/>
          </p:nvSpPr>
          <p:spPr bwMode="auto">
            <a:xfrm>
              <a:off x="3817006" y="3481456"/>
              <a:ext cx="1115466" cy="643797"/>
            </a:xfrm>
            <a:prstGeom prst="rect">
              <a:avLst/>
            </a:prstGeom>
            <a:noFill/>
            <a:ln w="9525">
              <a:noFill/>
              <a:miter lim="800000"/>
              <a:headEnd/>
              <a:tailEnd/>
            </a:ln>
          </p:spPr>
          <p:txBody>
            <a:bodyPr wrap="none">
              <a:spAutoFit/>
            </a:bodyPr>
            <a:lstStyle/>
            <a:p>
              <a:r>
                <a:rPr lang="en-US" sz="2800" dirty="0"/>
                <a:t>After</a:t>
              </a:r>
            </a:p>
          </p:txBody>
        </p:sp>
        <p:sp>
          <p:nvSpPr>
            <p:cNvPr id="16" name="Oval 15"/>
            <p:cNvSpPr/>
            <p:nvPr/>
          </p:nvSpPr>
          <p:spPr>
            <a:xfrm>
              <a:off x="2435519" y="4783388"/>
              <a:ext cx="1376879" cy="1269683"/>
            </a:xfrm>
            <a:prstGeom prst="ellipse">
              <a:avLst/>
            </a:prstGeom>
            <a:solidFill>
              <a:srgbClr val="FDFDC3"/>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200" dirty="0"/>
            </a:p>
          </p:txBody>
        </p:sp>
        <p:sp>
          <p:nvSpPr>
            <p:cNvPr id="17" name="Freeform 16"/>
            <p:cNvSpPr/>
            <p:nvPr/>
          </p:nvSpPr>
          <p:spPr>
            <a:xfrm>
              <a:off x="2957719" y="5480738"/>
              <a:ext cx="710041" cy="478572"/>
            </a:xfrm>
            <a:custGeom>
              <a:avLst/>
              <a:gdLst>
                <a:gd name="connsiteX0" fmla="*/ 0 w 1045029"/>
                <a:gd name="connsiteY0" fmla="*/ 587829 h 751115"/>
                <a:gd name="connsiteX1" fmla="*/ 293915 w 1045029"/>
                <a:gd name="connsiteY1" fmla="*/ 604157 h 751115"/>
                <a:gd name="connsiteX2" fmla="*/ 685800 w 1045029"/>
                <a:gd name="connsiteY2" fmla="*/ 440872 h 751115"/>
                <a:gd name="connsiteX3" fmla="*/ 865415 w 1045029"/>
                <a:gd name="connsiteY3" fmla="*/ 195943 h 751115"/>
                <a:gd name="connsiteX4" fmla="*/ 963386 w 1045029"/>
                <a:gd name="connsiteY4" fmla="*/ 0 h 751115"/>
                <a:gd name="connsiteX5" fmla="*/ 1045029 w 1045029"/>
                <a:gd name="connsiteY5" fmla="*/ 65315 h 751115"/>
                <a:gd name="connsiteX6" fmla="*/ 947058 w 1045029"/>
                <a:gd name="connsiteY6" fmla="*/ 310243 h 751115"/>
                <a:gd name="connsiteX7" fmla="*/ 669472 w 1045029"/>
                <a:gd name="connsiteY7" fmla="*/ 620486 h 751115"/>
                <a:gd name="connsiteX8" fmla="*/ 212272 w 1045029"/>
                <a:gd name="connsiteY8" fmla="*/ 751115 h 751115"/>
                <a:gd name="connsiteX9" fmla="*/ 0 w 1045029"/>
                <a:gd name="connsiteY9" fmla="*/ 702129 h 751115"/>
                <a:gd name="connsiteX10" fmla="*/ 32658 w 1045029"/>
                <a:gd name="connsiteY10" fmla="*/ 522515 h 751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45029" h="751115">
                  <a:moveTo>
                    <a:pt x="0" y="587829"/>
                  </a:moveTo>
                  <a:lnTo>
                    <a:pt x="293915" y="604157"/>
                  </a:lnTo>
                  <a:lnTo>
                    <a:pt x="685800" y="440872"/>
                  </a:lnTo>
                  <a:lnTo>
                    <a:pt x="865415" y="195943"/>
                  </a:lnTo>
                  <a:lnTo>
                    <a:pt x="963386" y="0"/>
                  </a:lnTo>
                  <a:lnTo>
                    <a:pt x="1045029" y="65315"/>
                  </a:lnTo>
                  <a:lnTo>
                    <a:pt x="947058" y="310243"/>
                  </a:lnTo>
                  <a:lnTo>
                    <a:pt x="669472" y="620486"/>
                  </a:lnTo>
                  <a:lnTo>
                    <a:pt x="212272" y="751115"/>
                  </a:lnTo>
                  <a:lnTo>
                    <a:pt x="0" y="702129"/>
                  </a:lnTo>
                  <a:lnTo>
                    <a:pt x="32658" y="522515"/>
                  </a:lnTo>
                </a:path>
              </a:pathLst>
            </a:custGeom>
            <a:solidFill>
              <a:schemeClr val="bg1"/>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18" name="Oval 17"/>
            <p:cNvSpPr/>
            <p:nvPr/>
          </p:nvSpPr>
          <p:spPr>
            <a:xfrm>
              <a:off x="5008949" y="3785223"/>
              <a:ext cx="1375001" cy="1269683"/>
            </a:xfrm>
            <a:prstGeom prst="ellipse">
              <a:avLst/>
            </a:prstGeom>
            <a:solidFill>
              <a:srgbClr val="FDFDC3"/>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200" dirty="0"/>
            </a:p>
          </p:txBody>
        </p:sp>
        <p:sp>
          <p:nvSpPr>
            <p:cNvPr id="19" name="Freeform 18"/>
            <p:cNvSpPr/>
            <p:nvPr/>
          </p:nvSpPr>
          <p:spPr>
            <a:xfrm>
              <a:off x="5529270" y="4482571"/>
              <a:ext cx="710041" cy="478573"/>
            </a:xfrm>
            <a:custGeom>
              <a:avLst/>
              <a:gdLst>
                <a:gd name="connsiteX0" fmla="*/ 0 w 1045029"/>
                <a:gd name="connsiteY0" fmla="*/ 587829 h 751115"/>
                <a:gd name="connsiteX1" fmla="*/ 293915 w 1045029"/>
                <a:gd name="connsiteY1" fmla="*/ 604157 h 751115"/>
                <a:gd name="connsiteX2" fmla="*/ 685800 w 1045029"/>
                <a:gd name="connsiteY2" fmla="*/ 440872 h 751115"/>
                <a:gd name="connsiteX3" fmla="*/ 865415 w 1045029"/>
                <a:gd name="connsiteY3" fmla="*/ 195943 h 751115"/>
                <a:gd name="connsiteX4" fmla="*/ 963386 w 1045029"/>
                <a:gd name="connsiteY4" fmla="*/ 0 h 751115"/>
                <a:gd name="connsiteX5" fmla="*/ 1045029 w 1045029"/>
                <a:gd name="connsiteY5" fmla="*/ 65315 h 751115"/>
                <a:gd name="connsiteX6" fmla="*/ 947058 w 1045029"/>
                <a:gd name="connsiteY6" fmla="*/ 310243 h 751115"/>
                <a:gd name="connsiteX7" fmla="*/ 669472 w 1045029"/>
                <a:gd name="connsiteY7" fmla="*/ 620486 h 751115"/>
                <a:gd name="connsiteX8" fmla="*/ 212272 w 1045029"/>
                <a:gd name="connsiteY8" fmla="*/ 751115 h 751115"/>
                <a:gd name="connsiteX9" fmla="*/ 0 w 1045029"/>
                <a:gd name="connsiteY9" fmla="*/ 702129 h 751115"/>
                <a:gd name="connsiteX10" fmla="*/ 32658 w 1045029"/>
                <a:gd name="connsiteY10" fmla="*/ 522515 h 751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45029" h="751115">
                  <a:moveTo>
                    <a:pt x="0" y="587829"/>
                  </a:moveTo>
                  <a:lnTo>
                    <a:pt x="293915" y="604157"/>
                  </a:lnTo>
                  <a:lnTo>
                    <a:pt x="685800" y="440872"/>
                  </a:lnTo>
                  <a:lnTo>
                    <a:pt x="865415" y="195943"/>
                  </a:lnTo>
                  <a:lnTo>
                    <a:pt x="963386" y="0"/>
                  </a:lnTo>
                  <a:lnTo>
                    <a:pt x="1045029" y="65315"/>
                  </a:lnTo>
                  <a:lnTo>
                    <a:pt x="947058" y="310243"/>
                  </a:lnTo>
                  <a:lnTo>
                    <a:pt x="669472" y="620486"/>
                  </a:lnTo>
                  <a:lnTo>
                    <a:pt x="212272" y="751115"/>
                  </a:lnTo>
                  <a:lnTo>
                    <a:pt x="0" y="702129"/>
                  </a:lnTo>
                  <a:lnTo>
                    <a:pt x="32658" y="522515"/>
                  </a:lnTo>
                </a:path>
              </a:pathLst>
            </a:custGeom>
            <a:solidFill>
              <a:schemeClr val="bg1"/>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20" name="Rectangle 19"/>
            <p:cNvSpPr/>
            <p:nvPr/>
          </p:nvSpPr>
          <p:spPr>
            <a:xfrm>
              <a:off x="5215575" y="3990325"/>
              <a:ext cx="942965" cy="863384"/>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200" dirty="0"/>
            </a:p>
          </p:txBody>
        </p:sp>
        <p:sp>
          <p:nvSpPr>
            <p:cNvPr id="21" name="Arc 20"/>
            <p:cNvSpPr/>
            <p:nvPr/>
          </p:nvSpPr>
          <p:spPr>
            <a:xfrm>
              <a:off x="5016463" y="3771549"/>
              <a:ext cx="1352460" cy="1279450"/>
            </a:xfrm>
            <a:prstGeom prst="arc">
              <a:avLst>
                <a:gd name="adj1" fmla="val 18879662"/>
                <a:gd name="adj2" fmla="val 2725591"/>
              </a:avLst>
            </a:prstGeom>
            <a:solidFill>
              <a:srgbClr val="FFFF00"/>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22" name="Arc 21"/>
            <p:cNvSpPr/>
            <p:nvPr/>
          </p:nvSpPr>
          <p:spPr>
            <a:xfrm flipH="1">
              <a:off x="5020220" y="3785223"/>
              <a:ext cx="1352460" cy="1279449"/>
            </a:xfrm>
            <a:prstGeom prst="arc">
              <a:avLst>
                <a:gd name="adj1" fmla="val 18879662"/>
                <a:gd name="adj2" fmla="val 2725591"/>
              </a:avLst>
            </a:prstGeom>
            <a:solidFill>
              <a:srgbClr val="FFFF00"/>
            </a:solidFill>
            <a:ln>
              <a:no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sz="1200" dirty="0"/>
            </a:p>
          </p:txBody>
        </p:sp>
        <p:sp>
          <p:nvSpPr>
            <p:cNvPr id="23" name="Oval 22"/>
            <p:cNvSpPr/>
            <p:nvPr/>
          </p:nvSpPr>
          <p:spPr>
            <a:xfrm>
              <a:off x="5337672" y="4084086"/>
              <a:ext cx="732582" cy="697350"/>
            </a:xfrm>
            <a:prstGeom prst="ellipse">
              <a:avLst/>
            </a:prstGeom>
            <a:solidFill>
              <a:srgbClr val="FDFDC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sz="4400" dirty="0">
                  <a:solidFill>
                    <a:schemeClr val="tx1"/>
                  </a:solidFill>
                </a:rPr>
                <a:t>9</a:t>
              </a:r>
            </a:p>
          </p:txBody>
        </p:sp>
        <p:cxnSp>
          <p:nvCxnSpPr>
            <p:cNvPr id="24" name="Straight Arrow Connector 23"/>
            <p:cNvCxnSpPr/>
            <p:nvPr/>
          </p:nvCxnSpPr>
          <p:spPr>
            <a:xfrm flipV="1">
              <a:off x="6395221" y="3343764"/>
              <a:ext cx="599214" cy="539127"/>
            </a:xfrm>
            <a:prstGeom prst="straightConnector1">
              <a:avLst/>
            </a:prstGeom>
            <a:ln w="889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p:nvPr/>
          </p:nvCxnSpPr>
          <p:spPr>
            <a:xfrm rot="5400000">
              <a:off x="2002723" y="5987423"/>
              <a:ext cx="578194" cy="478996"/>
            </a:xfrm>
            <a:prstGeom prst="straightConnector1">
              <a:avLst/>
            </a:prstGeom>
            <a:ln w="88900">
              <a:solidFill>
                <a:srgbClr val="FF0000"/>
              </a:solidFill>
              <a:tailEnd type="arrow"/>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3630211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8993" name="Picture 1"/>
          <p:cNvPicPr>
            <a:picLocks noChangeAspect="1" noChangeArrowheads="1"/>
          </p:cNvPicPr>
          <p:nvPr/>
        </p:nvPicPr>
        <p:blipFill>
          <a:blip r:embed="rId2" cstate="print"/>
          <a:srcRect/>
          <a:stretch>
            <a:fillRect/>
          </a:stretch>
        </p:blipFill>
        <p:spPr bwMode="auto">
          <a:xfrm>
            <a:off x="1828800" y="1681163"/>
            <a:ext cx="5294313" cy="4733925"/>
          </a:xfrm>
          <a:prstGeom prst="rect">
            <a:avLst/>
          </a:prstGeom>
          <a:noFill/>
          <a:ln w="9525">
            <a:noFill/>
            <a:miter lim="800000"/>
            <a:headEnd/>
            <a:tailEnd/>
          </a:ln>
        </p:spPr>
      </p:pic>
    </p:spTree>
    <p:extLst>
      <p:ext uri="{BB962C8B-B14F-4D97-AF65-F5344CB8AC3E}">
        <p14:creationId xmlns:p14="http://schemas.microsoft.com/office/powerpoint/2010/main" val="222241905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0017" name="Picture 1" descr="speaker.jpg"/>
          <p:cNvPicPr>
            <a:picLocks noChangeAspect="1" noChangeArrowheads="1"/>
          </p:cNvPicPr>
          <p:nvPr/>
        </p:nvPicPr>
        <p:blipFill>
          <a:blip r:embed="rId2" cstate="print"/>
          <a:srcRect/>
          <a:stretch>
            <a:fillRect/>
          </a:stretch>
        </p:blipFill>
        <p:spPr bwMode="auto">
          <a:xfrm>
            <a:off x="2162175" y="1890713"/>
            <a:ext cx="5122863" cy="4170362"/>
          </a:xfrm>
          <a:prstGeom prst="rect">
            <a:avLst/>
          </a:prstGeom>
          <a:noFill/>
          <a:ln w="9525">
            <a:noFill/>
            <a:miter lim="800000"/>
            <a:headEnd/>
            <a:tailEnd/>
          </a:ln>
        </p:spPr>
      </p:pic>
    </p:spTree>
    <p:extLst>
      <p:ext uri="{BB962C8B-B14F-4D97-AF65-F5344CB8AC3E}">
        <p14:creationId xmlns:p14="http://schemas.microsoft.com/office/powerpoint/2010/main" val="9612564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38"/>
          <p:cNvGrpSpPr>
            <a:grpSpLocks/>
          </p:cNvGrpSpPr>
          <p:nvPr/>
        </p:nvGrpSpPr>
        <p:grpSpPr bwMode="auto">
          <a:xfrm>
            <a:off x="1376363" y="2649538"/>
            <a:ext cx="6853237" cy="1592262"/>
            <a:chOff x="3360" y="3552"/>
            <a:chExt cx="2064" cy="480"/>
          </a:xfrm>
        </p:grpSpPr>
        <p:sp>
          <p:nvSpPr>
            <p:cNvPr id="3" name="Rectangle 39"/>
            <p:cNvSpPr>
              <a:spLocks noChangeArrowheads="1"/>
            </p:cNvSpPr>
            <p:nvPr/>
          </p:nvSpPr>
          <p:spPr bwMode="auto">
            <a:xfrm>
              <a:off x="4176" y="3600"/>
              <a:ext cx="528" cy="384"/>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 name="Rectangle 40"/>
            <p:cNvSpPr>
              <a:spLocks noChangeArrowheads="1"/>
            </p:cNvSpPr>
            <p:nvPr/>
          </p:nvSpPr>
          <p:spPr bwMode="auto">
            <a:xfrm>
              <a:off x="4704" y="3600"/>
              <a:ext cx="528" cy="384"/>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1044" name="Rectangle 41"/>
            <p:cNvSpPr>
              <a:spLocks noChangeArrowheads="1"/>
            </p:cNvSpPr>
            <p:nvPr/>
          </p:nvSpPr>
          <p:spPr bwMode="auto">
            <a:xfrm>
              <a:off x="5232" y="3600"/>
              <a:ext cx="192" cy="384"/>
            </a:xfrm>
            <a:prstGeom prst="rect">
              <a:avLst/>
            </a:prstGeom>
            <a:solidFill>
              <a:schemeClr val="accent1"/>
            </a:solidFill>
            <a:ln w="9525">
              <a:noFill/>
              <a:miter lim="800000"/>
              <a:headEnd/>
              <a:tailEnd/>
            </a:ln>
          </p:spPr>
          <p:txBody>
            <a:bodyPr wrap="none" anchor="ctr"/>
            <a:lstStyle/>
            <a:p>
              <a:endParaRPr lang="en-US" dirty="0"/>
            </a:p>
          </p:txBody>
        </p:sp>
        <p:sp>
          <p:nvSpPr>
            <p:cNvPr id="471045" name="Rectangle 42"/>
            <p:cNvSpPr>
              <a:spLocks noChangeArrowheads="1"/>
            </p:cNvSpPr>
            <p:nvPr/>
          </p:nvSpPr>
          <p:spPr bwMode="auto">
            <a:xfrm>
              <a:off x="3696" y="3552"/>
              <a:ext cx="1728" cy="48"/>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1046" name="Rectangle 43"/>
            <p:cNvSpPr>
              <a:spLocks noChangeArrowheads="1"/>
            </p:cNvSpPr>
            <p:nvPr/>
          </p:nvSpPr>
          <p:spPr bwMode="auto">
            <a:xfrm>
              <a:off x="3696" y="3984"/>
              <a:ext cx="1728" cy="48"/>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1047" name="Rectangle 44"/>
            <p:cNvSpPr>
              <a:spLocks noChangeArrowheads="1"/>
            </p:cNvSpPr>
            <p:nvPr/>
          </p:nvSpPr>
          <p:spPr bwMode="auto">
            <a:xfrm>
              <a:off x="3360" y="3720"/>
              <a:ext cx="672" cy="144"/>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1048" name="Rectangle 45"/>
            <p:cNvSpPr>
              <a:spLocks noChangeArrowheads="1"/>
            </p:cNvSpPr>
            <p:nvPr/>
          </p:nvSpPr>
          <p:spPr bwMode="auto">
            <a:xfrm>
              <a:off x="4032" y="3600"/>
              <a:ext cx="144" cy="384"/>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grpSp>
    </p:spTree>
    <p:extLst>
      <p:ext uri="{BB962C8B-B14F-4D97-AF65-F5344CB8AC3E}">
        <p14:creationId xmlns:p14="http://schemas.microsoft.com/office/powerpoint/2010/main" val="6891497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2065" name="Title 1"/>
          <p:cNvSpPr>
            <a:spLocks noGrp="1"/>
          </p:cNvSpPr>
          <p:nvPr>
            <p:ph type="title"/>
          </p:nvPr>
        </p:nvSpPr>
        <p:spPr/>
        <p:txBody>
          <a:bodyPr/>
          <a:lstStyle/>
          <a:p>
            <a:r>
              <a:rPr lang="en-US" dirty="0"/>
              <a:t>Question 7.5</a:t>
            </a:r>
          </a:p>
        </p:txBody>
      </p:sp>
      <p:sp>
        <p:nvSpPr>
          <p:cNvPr id="3" name="Content Placeholder 2"/>
          <p:cNvSpPr>
            <a:spLocks noGrp="1"/>
          </p:cNvSpPr>
          <p:nvPr>
            <p:ph idx="1"/>
          </p:nvPr>
        </p:nvSpPr>
        <p:spPr/>
        <p:txBody>
          <a:bodyPr/>
          <a:lstStyle/>
          <a:p>
            <a:pPr>
              <a:buFontTx/>
              <a:buNone/>
              <a:defRPr/>
            </a:pPr>
            <a:r>
              <a:rPr lang="en-US" dirty="0"/>
              <a:t>For sound waves in air, something experiences simple harmonic motion, what is it?</a:t>
            </a:r>
          </a:p>
          <a:p>
            <a:pPr marL="514350" indent="-514350">
              <a:buFontTx/>
              <a:buAutoNum type="alphaLcParenR"/>
              <a:defRPr/>
            </a:pPr>
            <a:r>
              <a:rPr lang="en-US" dirty="0"/>
              <a:t>A pipe</a:t>
            </a:r>
          </a:p>
          <a:p>
            <a:pPr marL="514350" indent="-514350">
              <a:buFontTx/>
              <a:buAutoNum type="alphaLcParenR"/>
              <a:defRPr/>
            </a:pPr>
            <a:r>
              <a:rPr lang="en-US" dirty="0"/>
              <a:t>The air particles</a:t>
            </a:r>
          </a:p>
          <a:p>
            <a:pPr marL="514350" indent="-514350">
              <a:buFontTx/>
              <a:buAutoNum type="alphaLcParenR"/>
              <a:defRPr/>
            </a:pPr>
            <a:r>
              <a:rPr lang="en-US" dirty="0"/>
              <a:t>The pressure </a:t>
            </a:r>
          </a:p>
          <a:p>
            <a:pPr marL="514350" indent="-514350">
              <a:buFontTx/>
              <a:buAutoNum type="alphaLcParenR"/>
              <a:defRPr/>
            </a:pPr>
            <a:r>
              <a:rPr lang="en-US" dirty="0"/>
              <a:t>dust</a:t>
            </a:r>
          </a:p>
        </p:txBody>
      </p:sp>
    </p:spTree>
    <p:extLst>
      <p:ext uri="{BB962C8B-B14F-4D97-AF65-F5344CB8AC3E}">
        <p14:creationId xmlns:p14="http://schemas.microsoft.com/office/powerpoint/2010/main" val="10287190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10"/>
          <p:cNvGrpSpPr>
            <a:grpSpLocks/>
          </p:cNvGrpSpPr>
          <p:nvPr/>
        </p:nvGrpSpPr>
        <p:grpSpPr bwMode="auto">
          <a:xfrm>
            <a:off x="1566863" y="1390650"/>
            <a:ext cx="6673850" cy="3919538"/>
            <a:chOff x="1306287" y="-38122"/>
            <a:chExt cx="6673061" cy="3918857"/>
          </a:xfrm>
        </p:grpSpPr>
        <p:cxnSp>
          <p:nvCxnSpPr>
            <p:cNvPr id="196" name="Straight Connector 195"/>
            <p:cNvCxnSpPr/>
            <p:nvPr/>
          </p:nvCxnSpPr>
          <p:spPr>
            <a:xfrm rot="16200000" flipH="1">
              <a:off x="-636474" y="1904639"/>
              <a:ext cx="3918857" cy="33333"/>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97" name="Straight Connector 196"/>
            <p:cNvCxnSpPr/>
            <p:nvPr/>
          </p:nvCxnSpPr>
          <p:spPr>
            <a:xfrm rot="16200000" flipH="1">
              <a:off x="-190440" y="1904639"/>
              <a:ext cx="3918857" cy="3333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98" name="Straight Connector 197"/>
            <p:cNvCxnSpPr/>
            <p:nvPr/>
          </p:nvCxnSpPr>
          <p:spPr>
            <a:xfrm rot="16200000" flipH="1">
              <a:off x="223055" y="1905433"/>
              <a:ext cx="3918857" cy="31746"/>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99" name="Straight Connector 198"/>
            <p:cNvCxnSpPr/>
            <p:nvPr/>
          </p:nvCxnSpPr>
          <p:spPr>
            <a:xfrm rot="16200000" flipH="1">
              <a:off x="734963" y="1904639"/>
              <a:ext cx="3918857" cy="33333"/>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0" name="Straight Connector 199"/>
            <p:cNvCxnSpPr/>
            <p:nvPr/>
          </p:nvCxnSpPr>
          <p:spPr>
            <a:xfrm rot="16200000" flipH="1">
              <a:off x="1246078" y="1904639"/>
              <a:ext cx="3918857" cy="33333"/>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1" name="Straight Connector 200"/>
            <p:cNvCxnSpPr/>
            <p:nvPr/>
          </p:nvCxnSpPr>
          <p:spPr>
            <a:xfrm rot="16200000" flipH="1">
              <a:off x="1708779" y="1905433"/>
              <a:ext cx="3918857" cy="31746"/>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2" name="Straight Connector 201"/>
            <p:cNvCxnSpPr/>
            <p:nvPr/>
          </p:nvCxnSpPr>
          <p:spPr>
            <a:xfrm rot="16200000" flipH="1">
              <a:off x="2253227" y="1905433"/>
              <a:ext cx="3918857" cy="31746"/>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3" name="Straight Connector 202"/>
            <p:cNvCxnSpPr/>
            <p:nvPr/>
          </p:nvCxnSpPr>
          <p:spPr>
            <a:xfrm rot="16200000" flipH="1">
              <a:off x="2781008" y="1904639"/>
              <a:ext cx="3918857" cy="3333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4" name="Straight Connector 203"/>
            <p:cNvCxnSpPr/>
            <p:nvPr/>
          </p:nvCxnSpPr>
          <p:spPr>
            <a:xfrm rot="16200000" flipH="1">
              <a:off x="3276250" y="1904639"/>
              <a:ext cx="3918857" cy="3333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5" name="Straight Connector 204"/>
            <p:cNvCxnSpPr/>
            <p:nvPr/>
          </p:nvCxnSpPr>
          <p:spPr>
            <a:xfrm rot="16200000" flipH="1">
              <a:off x="3755618" y="1904639"/>
              <a:ext cx="3918857" cy="3333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6" name="Straight Connector 205"/>
            <p:cNvCxnSpPr/>
            <p:nvPr/>
          </p:nvCxnSpPr>
          <p:spPr>
            <a:xfrm rot="16200000" flipH="1">
              <a:off x="4267527" y="1905433"/>
              <a:ext cx="3918857" cy="31746"/>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7" name="Straight Connector 206"/>
            <p:cNvCxnSpPr/>
            <p:nvPr/>
          </p:nvCxnSpPr>
          <p:spPr>
            <a:xfrm rot="16200000" flipH="1">
              <a:off x="4696895" y="1904639"/>
              <a:ext cx="3918857" cy="33333"/>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8" name="Straight Connector 207"/>
            <p:cNvCxnSpPr/>
            <p:nvPr/>
          </p:nvCxnSpPr>
          <p:spPr>
            <a:xfrm rot="16200000" flipH="1">
              <a:off x="5143723" y="1905433"/>
              <a:ext cx="3918857" cy="31746"/>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9" name="Straight Connector 208"/>
            <p:cNvCxnSpPr/>
            <p:nvPr/>
          </p:nvCxnSpPr>
          <p:spPr>
            <a:xfrm rot="16200000" flipH="1">
              <a:off x="5589757" y="1905433"/>
              <a:ext cx="3918857" cy="31746"/>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10" name="Straight Connector 209"/>
            <p:cNvCxnSpPr/>
            <p:nvPr/>
          </p:nvCxnSpPr>
          <p:spPr>
            <a:xfrm rot="16200000" flipH="1">
              <a:off x="6003252" y="1904639"/>
              <a:ext cx="3918857" cy="3333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sp>
        <p:nvSpPr>
          <p:cNvPr id="473090" name="Rectangle 41"/>
          <p:cNvSpPr>
            <a:spLocks noChangeArrowheads="1"/>
          </p:cNvSpPr>
          <p:nvPr/>
        </p:nvSpPr>
        <p:spPr bwMode="auto">
          <a:xfrm>
            <a:off x="1420813" y="1889125"/>
            <a:ext cx="7086600" cy="830263"/>
          </a:xfrm>
          <a:prstGeom prst="rect">
            <a:avLst/>
          </a:prstGeom>
          <a:solidFill>
            <a:schemeClr val="accent1"/>
          </a:solidFill>
          <a:ln w="9525">
            <a:noFill/>
            <a:miter lim="800000"/>
            <a:headEnd/>
            <a:tailEnd/>
          </a:ln>
        </p:spPr>
        <p:txBody>
          <a:bodyPr wrap="none" anchor="ctr"/>
          <a:lstStyle/>
          <a:p>
            <a:endParaRPr lang="en-US" dirty="0"/>
          </a:p>
        </p:txBody>
      </p:sp>
      <p:sp>
        <p:nvSpPr>
          <p:cNvPr id="473091" name="Rectangle 42"/>
          <p:cNvSpPr>
            <a:spLocks noChangeArrowheads="1"/>
          </p:cNvSpPr>
          <p:nvPr/>
        </p:nvSpPr>
        <p:spPr bwMode="auto">
          <a:xfrm>
            <a:off x="760413" y="1789113"/>
            <a:ext cx="7727950" cy="131762"/>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3092" name="Rectangle 43"/>
          <p:cNvSpPr>
            <a:spLocks noChangeArrowheads="1"/>
          </p:cNvSpPr>
          <p:nvPr/>
        </p:nvSpPr>
        <p:spPr bwMode="auto">
          <a:xfrm>
            <a:off x="760413" y="2684463"/>
            <a:ext cx="7727950" cy="133350"/>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3093" name="Rectangle 44"/>
          <p:cNvSpPr>
            <a:spLocks noChangeArrowheads="1"/>
          </p:cNvSpPr>
          <p:nvPr/>
        </p:nvSpPr>
        <p:spPr bwMode="auto">
          <a:xfrm>
            <a:off x="261938" y="2136775"/>
            <a:ext cx="998537" cy="300038"/>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3094" name="Rectangle 45"/>
          <p:cNvSpPr>
            <a:spLocks noChangeArrowheads="1"/>
          </p:cNvSpPr>
          <p:nvPr/>
        </p:nvSpPr>
        <p:spPr bwMode="auto">
          <a:xfrm>
            <a:off x="1260475" y="1889125"/>
            <a:ext cx="214313" cy="795338"/>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grpSp>
        <p:nvGrpSpPr>
          <p:cNvPr id="3" name="Group 134"/>
          <p:cNvGrpSpPr>
            <a:grpSpLocks/>
          </p:cNvGrpSpPr>
          <p:nvPr/>
        </p:nvGrpSpPr>
        <p:grpSpPr bwMode="auto">
          <a:xfrm>
            <a:off x="1535113" y="2220913"/>
            <a:ext cx="2994025" cy="147637"/>
            <a:chOff x="1273631" y="791844"/>
            <a:chExt cx="2993619" cy="146957"/>
          </a:xfrm>
        </p:grpSpPr>
        <p:sp>
          <p:nvSpPr>
            <p:cNvPr id="13" name="Oval 12"/>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 name="Oval 13"/>
            <p:cNvSpPr/>
            <p:nvPr/>
          </p:nvSpPr>
          <p:spPr>
            <a:xfrm>
              <a:off x="1703785"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 name="Oval 14"/>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 name="Oval 15"/>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 name="Oval 16"/>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 name="Oval 17"/>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 name="Oval 19"/>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60" name="Rectangle 39"/>
          <p:cNvSpPr>
            <a:spLocks noChangeArrowheads="1"/>
          </p:cNvSpPr>
          <p:nvPr/>
        </p:nvSpPr>
        <p:spPr bwMode="auto">
          <a:xfrm>
            <a:off x="1458913" y="3135313"/>
            <a:ext cx="2986087" cy="830262"/>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3097" name="Rectangle 41"/>
          <p:cNvSpPr>
            <a:spLocks noChangeArrowheads="1"/>
          </p:cNvSpPr>
          <p:nvPr/>
        </p:nvSpPr>
        <p:spPr bwMode="auto">
          <a:xfrm>
            <a:off x="4278313" y="3135313"/>
            <a:ext cx="4217987" cy="830262"/>
          </a:xfrm>
          <a:prstGeom prst="rect">
            <a:avLst/>
          </a:prstGeom>
          <a:solidFill>
            <a:schemeClr val="accent1"/>
          </a:solidFill>
          <a:ln w="9525">
            <a:noFill/>
            <a:miter lim="800000"/>
            <a:headEnd/>
            <a:tailEnd/>
          </a:ln>
        </p:spPr>
        <p:txBody>
          <a:bodyPr wrap="none" anchor="ctr"/>
          <a:lstStyle/>
          <a:p>
            <a:endParaRPr lang="en-US" dirty="0"/>
          </a:p>
        </p:txBody>
      </p:sp>
      <p:sp>
        <p:nvSpPr>
          <p:cNvPr id="113" name="Rectangle 112"/>
          <p:cNvSpPr/>
          <p:nvPr/>
        </p:nvSpPr>
        <p:spPr>
          <a:xfrm>
            <a:off x="1109663" y="3143250"/>
            <a:ext cx="1552575" cy="8175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3099" name="Rectangle 44"/>
          <p:cNvSpPr>
            <a:spLocks noChangeArrowheads="1"/>
          </p:cNvSpPr>
          <p:nvPr/>
        </p:nvSpPr>
        <p:spPr bwMode="auto">
          <a:xfrm>
            <a:off x="1638300" y="3384550"/>
            <a:ext cx="1000125" cy="298450"/>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3100" name="Rectangle 45"/>
          <p:cNvSpPr>
            <a:spLocks noChangeArrowheads="1"/>
          </p:cNvSpPr>
          <p:nvPr/>
        </p:nvSpPr>
        <p:spPr bwMode="auto">
          <a:xfrm>
            <a:off x="2638425" y="3135313"/>
            <a:ext cx="214313"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7" name="Oval 66"/>
          <p:cNvSpPr/>
          <p:nvPr/>
        </p:nvSpPr>
        <p:spPr>
          <a:xfrm>
            <a:off x="2928938" y="3762375"/>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8" name="Oval 67"/>
          <p:cNvSpPr/>
          <p:nvPr/>
        </p:nvSpPr>
        <p:spPr>
          <a:xfrm>
            <a:off x="2886075" y="3609975"/>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9" name="Oval 68"/>
          <p:cNvSpPr/>
          <p:nvPr/>
        </p:nvSpPr>
        <p:spPr>
          <a:xfrm>
            <a:off x="2906713" y="3222625"/>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15" name="Straight Connector 114"/>
          <p:cNvCxnSpPr/>
          <p:nvPr/>
        </p:nvCxnSpPr>
        <p:spPr>
          <a:xfrm>
            <a:off x="914400" y="5348288"/>
            <a:ext cx="7837488" cy="15875"/>
          </a:xfrm>
          <a:prstGeom prst="line">
            <a:avLst/>
          </a:prstGeom>
        </p:spPr>
        <p:style>
          <a:lnRef idx="1">
            <a:schemeClr val="accent1"/>
          </a:lnRef>
          <a:fillRef idx="0">
            <a:schemeClr val="accent1"/>
          </a:fillRef>
          <a:effectRef idx="0">
            <a:schemeClr val="accent1"/>
          </a:effectRef>
          <a:fontRef idx="minor">
            <a:schemeClr val="tx1"/>
          </a:fontRef>
        </p:style>
      </p:cxnSp>
      <p:sp>
        <p:nvSpPr>
          <p:cNvPr id="116" name="Rectangle 115"/>
          <p:cNvSpPr/>
          <p:nvPr/>
        </p:nvSpPr>
        <p:spPr>
          <a:xfrm>
            <a:off x="1519238" y="4792663"/>
            <a:ext cx="200025" cy="555625"/>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7" name="Rectangle 116"/>
          <p:cNvSpPr/>
          <p:nvPr/>
        </p:nvSpPr>
        <p:spPr>
          <a:xfrm>
            <a:off x="1958975" y="4986338"/>
            <a:ext cx="193675" cy="35718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8" name="Rectangle 117"/>
          <p:cNvSpPr/>
          <p:nvPr/>
        </p:nvSpPr>
        <p:spPr>
          <a:xfrm>
            <a:off x="2368550" y="5162550"/>
            <a:ext cx="215900" cy="180975"/>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3108" name="Rectangle 43"/>
          <p:cNvSpPr>
            <a:spLocks noChangeArrowheads="1"/>
          </p:cNvSpPr>
          <p:nvPr/>
        </p:nvSpPr>
        <p:spPr bwMode="auto">
          <a:xfrm>
            <a:off x="749300" y="3932238"/>
            <a:ext cx="7727950" cy="131762"/>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nvGrpSpPr>
          <p:cNvPr id="4" name="Group 135"/>
          <p:cNvGrpSpPr>
            <a:grpSpLocks/>
          </p:cNvGrpSpPr>
          <p:nvPr/>
        </p:nvGrpSpPr>
        <p:grpSpPr bwMode="auto">
          <a:xfrm flipH="1">
            <a:off x="4414838" y="2209800"/>
            <a:ext cx="2992437" cy="147638"/>
            <a:chOff x="1273631" y="791844"/>
            <a:chExt cx="2993619" cy="146957"/>
          </a:xfrm>
        </p:grpSpPr>
        <p:sp>
          <p:nvSpPr>
            <p:cNvPr id="137" name="Oval 136"/>
            <p:cNvSpPr/>
            <p:nvPr/>
          </p:nvSpPr>
          <p:spPr>
            <a:xfrm>
              <a:off x="1273631" y="791844"/>
              <a:ext cx="11434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8" name="Oval 137"/>
            <p:cNvSpPr/>
            <p:nvPr/>
          </p:nvSpPr>
          <p:spPr>
            <a:xfrm>
              <a:off x="1704013" y="791844"/>
              <a:ext cx="11434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9" name="Oval 138"/>
            <p:cNvSpPr/>
            <p:nvPr/>
          </p:nvSpPr>
          <p:spPr>
            <a:xfrm>
              <a:off x="2134396" y="791844"/>
              <a:ext cx="112757"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0" name="Oval 139"/>
            <p:cNvSpPr/>
            <p:nvPr/>
          </p:nvSpPr>
          <p:spPr>
            <a:xfrm>
              <a:off x="2645773" y="791844"/>
              <a:ext cx="11434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1" name="Oval 140"/>
            <p:cNvSpPr/>
            <p:nvPr/>
          </p:nvSpPr>
          <p:spPr>
            <a:xfrm>
              <a:off x="3141268" y="791844"/>
              <a:ext cx="11434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2" name="Oval 141"/>
            <p:cNvSpPr/>
            <p:nvPr/>
          </p:nvSpPr>
          <p:spPr>
            <a:xfrm>
              <a:off x="3619294" y="791844"/>
              <a:ext cx="11434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3" name="Oval 142"/>
            <p:cNvSpPr/>
            <p:nvPr/>
          </p:nvSpPr>
          <p:spPr>
            <a:xfrm>
              <a:off x="4152905" y="791844"/>
              <a:ext cx="11434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145" name="Oval 144"/>
          <p:cNvSpPr/>
          <p:nvPr/>
        </p:nvSpPr>
        <p:spPr>
          <a:xfrm>
            <a:off x="7304088" y="2209800"/>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6" name="Oval 145"/>
          <p:cNvSpPr/>
          <p:nvPr/>
        </p:nvSpPr>
        <p:spPr>
          <a:xfrm>
            <a:off x="7734300" y="2209800"/>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7" name="Oval 146"/>
          <p:cNvSpPr/>
          <p:nvPr/>
        </p:nvSpPr>
        <p:spPr>
          <a:xfrm>
            <a:off x="8164513" y="2209800"/>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6" name="Oval 155"/>
          <p:cNvSpPr/>
          <p:nvPr/>
        </p:nvSpPr>
        <p:spPr>
          <a:xfrm>
            <a:off x="2911475" y="3484563"/>
            <a:ext cx="114300" cy="146050"/>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7" name="Oval 156"/>
          <p:cNvSpPr/>
          <p:nvPr/>
        </p:nvSpPr>
        <p:spPr>
          <a:xfrm>
            <a:off x="3406775" y="3484563"/>
            <a:ext cx="114300" cy="14605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8" name="Oval 157"/>
          <p:cNvSpPr/>
          <p:nvPr/>
        </p:nvSpPr>
        <p:spPr>
          <a:xfrm>
            <a:off x="3886200" y="3484563"/>
            <a:ext cx="114300" cy="14605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9" name="Oval 158"/>
          <p:cNvSpPr/>
          <p:nvPr/>
        </p:nvSpPr>
        <p:spPr>
          <a:xfrm>
            <a:off x="4419600" y="3484563"/>
            <a:ext cx="114300" cy="146050"/>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5" name="Group 159"/>
          <p:cNvGrpSpPr>
            <a:grpSpLocks/>
          </p:cNvGrpSpPr>
          <p:nvPr/>
        </p:nvGrpSpPr>
        <p:grpSpPr bwMode="auto">
          <a:xfrm flipH="1">
            <a:off x="4419600" y="3473450"/>
            <a:ext cx="2994025" cy="146050"/>
            <a:chOff x="1273631" y="791844"/>
            <a:chExt cx="2993619" cy="146957"/>
          </a:xfrm>
        </p:grpSpPr>
        <p:sp>
          <p:nvSpPr>
            <p:cNvPr id="161" name="Oval 160"/>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2" name="Oval 161"/>
            <p:cNvSpPr/>
            <p:nvPr/>
          </p:nvSpPr>
          <p:spPr>
            <a:xfrm>
              <a:off x="1703785"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3" name="Oval 162"/>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4" name="Oval 163"/>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5" name="Oval 164"/>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6" name="Oval 165"/>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7" name="Oval 166"/>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168" name="Oval 167"/>
          <p:cNvSpPr/>
          <p:nvPr/>
        </p:nvSpPr>
        <p:spPr>
          <a:xfrm>
            <a:off x="7310438" y="3473450"/>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9" name="Oval 168"/>
          <p:cNvSpPr/>
          <p:nvPr/>
        </p:nvSpPr>
        <p:spPr>
          <a:xfrm>
            <a:off x="7739063" y="3473450"/>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0" name="Oval 169"/>
          <p:cNvSpPr/>
          <p:nvPr/>
        </p:nvSpPr>
        <p:spPr>
          <a:xfrm>
            <a:off x="8169275" y="3473450"/>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3121" name="Rectangle 42"/>
          <p:cNvSpPr>
            <a:spLocks noChangeArrowheads="1"/>
          </p:cNvSpPr>
          <p:nvPr/>
        </p:nvSpPr>
        <p:spPr bwMode="auto">
          <a:xfrm>
            <a:off x="749300" y="3035300"/>
            <a:ext cx="7727950" cy="1317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83" name="Rectangle 182"/>
          <p:cNvSpPr/>
          <p:nvPr/>
        </p:nvSpPr>
        <p:spPr>
          <a:xfrm>
            <a:off x="3352800" y="5326063"/>
            <a:ext cx="228600" cy="71437"/>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4" name="Rectangle 183"/>
          <p:cNvSpPr/>
          <p:nvPr/>
        </p:nvSpPr>
        <p:spPr>
          <a:xfrm>
            <a:off x="2836863" y="5326063"/>
            <a:ext cx="227012" cy="7143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5" name="Rectangle 184"/>
          <p:cNvSpPr/>
          <p:nvPr/>
        </p:nvSpPr>
        <p:spPr>
          <a:xfrm>
            <a:off x="3832225" y="5326063"/>
            <a:ext cx="228600" cy="71437"/>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6" name="Rectangle 185"/>
          <p:cNvSpPr/>
          <p:nvPr/>
        </p:nvSpPr>
        <p:spPr>
          <a:xfrm>
            <a:off x="4343400" y="5326063"/>
            <a:ext cx="228600" cy="71437"/>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7" name="Rectangle 186"/>
          <p:cNvSpPr/>
          <p:nvPr/>
        </p:nvSpPr>
        <p:spPr>
          <a:xfrm>
            <a:off x="4856163" y="5326063"/>
            <a:ext cx="227012" cy="71437"/>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8" name="Rectangle 187"/>
          <p:cNvSpPr/>
          <p:nvPr/>
        </p:nvSpPr>
        <p:spPr>
          <a:xfrm>
            <a:off x="5432425" y="5326063"/>
            <a:ext cx="228600" cy="71437"/>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9" name="Rectangle 188"/>
          <p:cNvSpPr/>
          <p:nvPr/>
        </p:nvSpPr>
        <p:spPr>
          <a:xfrm>
            <a:off x="5878513" y="5326063"/>
            <a:ext cx="228600" cy="7143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0" name="Rectangle 189"/>
          <p:cNvSpPr/>
          <p:nvPr/>
        </p:nvSpPr>
        <p:spPr>
          <a:xfrm>
            <a:off x="6373813" y="5326063"/>
            <a:ext cx="228600" cy="71437"/>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1" name="Rectangle 190"/>
          <p:cNvSpPr/>
          <p:nvPr/>
        </p:nvSpPr>
        <p:spPr>
          <a:xfrm>
            <a:off x="6804025" y="5326063"/>
            <a:ext cx="228600" cy="7143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2" name="Rectangle 191"/>
          <p:cNvSpPr/>
          <p:nvPr/>
        </p:nvSpPr>
        <p:spPr>
          <a:xfrm>
            <a:off x="7267575" y="5326063"/>
            <a:ext cx="227013" cy="71437"/>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3" name="Rectangle 192"/>
          <p:cNvSpPr/>
          <p:nvPr/>
        </p:nvSpPr>
        <p:spPr>
          <a:xfrm>
            <a:off x="7696200" y="5326063"/>
            <a:ext cx="228600" cy="7143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4" name="Rectangle 193"/>
          <p:cNvSpPr/>
          <p:nvPr/>
        </p:nvSpPr>
        <p:spPr>
          <a:xfrm>
            <a:off x="8159750" y="5326063"/>
            <a:ext cx="227013" cy="71437"/>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4" name="Freeform 83"/>
          <p:cNvSpPr/>
          <p:nvPr/>
        </p:nvSpPr>
        <p:spPr>
          <a:xfrm>
            <a:off x="1585913" y="2381250"/>
            <a:ext cx="1304925" cy="1447800"/>
          </a:xfrm>
          <a:custGeom>
            <a:avLst/>
            <a:gdLst>
              <a:gd name="connsiteX0" fmla="*/ 0 w 1304925"/>
              <a:gd name="connsiteY0" fmla="*/ 0 h 1447800"/>
              <a:gd name="connsiteX1" fmla="*/ 219075 w 1304925"/>
              <a:gd name="connsiteY1" fmla="*/ 1047750 h 1447800"/>
              <a:gd name="connsiteX2" fmla="*/ 1304925 w 1304925"/>
              <a:gd name="connsiteY2" fmla="*/ 1447800 h 1447800"/>
            </a:gdLst>
            <a:ahLst/>
            <a:cxnLst>
              <a:cxn ang="0">
                <a:pos x="connsiteX0" y="connsiteY0"/>
              </a:cxn>
              <a:cxn ang="0">
                <a:pos x="connsiteX1" y="connsiteY1"/>
              </a:cxn>
              <a:cxn ang="0">
                <a:pos x="connsiteX2" y="connsiteY2"/>
              </a:cxn>
            </a:cxnLst>
            <a:rect l="l" t="t" r="r" b="b"/>
            <a:pathLst>
              <a:path w="1304925" h="1447800">
                <a:moveTo>
                  <a:pt x="0" y="0"/>
                </a:moveTo>
                <a:cubicBezTo>
                  <a:pt x="794" y="403225"/>
                  <a:pt x="1588" y="806450"/>
                  <a:pt x="219075" y="1047750"/>
                </a:cubicBezTo>
                <a:cubicBezTo>
                  <a:pt x="436562" y="1289050"/>
                  <a:pt x="1071563" y="1339850"/>
                  <a:pt x="1304925" y="1447800"/>
                </a:cubicBezTo>
              </a:path>
            </a:pathLst>
          </a:custGeom>
          <a:ln>
            <a:solidFill>
              <a:srgbClr val="C00000"/>
            </a:solidFill>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dirty="0"/>
          </a:p>
        </p:txBody>
      </p:sp>
      <p:sp>
        <p:nvSpPr>
          <p:cNvPr id="85" name="Freeform 84"/>
          <p:cNvSpPr/>
          <p:nvPr/>
        </p:nvSpPr>
        <p:spPr>
          <a:xfrm>
            <a:off x="2014538" y="2333625"/>
            <a:ext cx="819150" cy="1343025"/>
          </a:xfrm>
          <a:custGeom>
            <a:avLst/>
            <a:gdLst>
              <a:gd name="connsiteX0" fmla="*/ 0 w 1304925"/>
              <a:gd name="connsiteY0" fmla="*/ 0 h 1447800"/>
              <a:gd name="connsiteX1" fmla="*/ 219075 w 1304925"/>
              <a:gd name="connsiteY1" fmla="*/ 1047750 h 1447800"/>
              <a:gd name="connsiteX2" fmla="*/ 1304925 w 1304925"/>
              <a:gd name="connsiteY2" fmla="*/ 1447800 h 1447800"/>
            </a:gdLst>
            <a:ahLst/>
            <a:cxnLst>
              <a:cxn ang="0">
                <a:pos x="connsiteX0" y="connsiteY0"/>
              </a:cxn>
              <a:cxn ang="0">
                <a:pos x="connsiteX1" y="connsiteY1"/>
              </a:cxn>
              <a:cxn ang="0">
                <a:pos x="connsiteX2" y="connsiteY2"/>
              </a:cxn>
            </a:cxnLst>
            <a:rect l="l" t="t" r="r" b="b"/>
            <a:pathLst>
              <a:path w="1304925" h="1447800">
                <a:moveTo>
                  <a:pt x="0" y="0"/>
                </a:moveTo>
                <a:cubicBezTo>
                  <a:pt x="794" y="403225"/>
                  <a:pt x="1588" y="806450"/>
                  <a:pt x="219075" y="1047750"/>
                </a:cubicBezTo>
                <a:cubicBezTo>
                  <a:pt x="436562" y="1289050"/>
                  <a:pt x="1071563" y="1339850"/>
                  <a:pt x="1304925" y="1447800"/>
                </a:cubicBezTo>
              </a:path>
            </a:pathLst>
          </a:custGeom>
          <a:ln>
            <a:solidFill>
              <a:srgbClr val="FF0000"/>
            </a:solidFill>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dirty="0"/>
          </a:p>
        </p:txBody>
      </p:sp>
      <p:sp>
        <p:nvSpPr>
          <p:cNvPr id="86" name="Freeform 85"/>
          <p:cNvSpPr/>
          <p:nvPr/>
        </p:nvSpPr>
        <p:spPr>
          <a:xfrm>
            <a:off x="2424113" y="2333625"/>
            <a:ext cx="428625" cy="952500"/>
          </a:xfrm>
          <a:custGeom>
            <a:avLst/>
            <a:gdLst>
              <a:gd name="connsiteX0" fmla="*/ 0 w 1304925"/>
              <a:gd name="connsiteY0" fmla="*/ 0 h 1447800"/>
              <a:gd name="connsiteX1" fmla="*/ 219075 w 1304925"/>
              <a:gd name="connsiteY1" fmla="*/ 1047750 h 1447800"/>
              <a:gd name="connsiteX2" fmla="*/ 1304925 w 1304925"/>
              <a:gd name="connsiteY2" fmla="*/ 1447800 h 1447800"/>
            </a:gdLst>
            <a:ahLst/>
            <a:cxnLst>
              <a:cxn ang="0">
                <a:pos x="connsiteX0" y="connsiteY0"/>
              </a:cxn>
              <a:cxn ang="0">
                <a:pos x="connsiteX1" y="connsiteY1"/>
              </a:cxn>
              <a:cxn ang="0">
                <a:pos x="connsiteX2" y="connsiteY2"/>
              </a:cxn>
            </a:cxnLst>
            <a:rect l="l" t="t" r="r" b="b"/>
            <a:pathLst>
              <a:path w="1304925" h="1447800">
                <a:moveTo>
                  <a:pt x="0" y="0"/>
                </a:moveTo>
                <a:cubicBezTo>
                  <a:pt x="794" y="403225"/>
                  <a:pt x="1588" y="806450"/>
                  <a:pt x="219075" y="1047750"/>
                </a:cubicBezTo>
                <a:cubicBezTo>
                  <a:pt x="436562" y="1289050"/>
                  <a:pt x="1071563" y="1339850"/>
                  <a:pt x="1304925" y="1447800"/>
                </a:cubicBezTo>
              </a:path>
            </a:pathLst>
          </a:custGeom>
          <a:ln>
            <a:solidFill>
              <a:srgbClr val="FFC000"/>
            </a:solidFill>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dirty="0"/>
          </a:p>
        </p:txBody>
      </p:sp>
      <p:cxnSp>
        <p:nvCxnSpPr>
          <p:cNvPr id="88" name="Straight Arrow Connector 87"/>
          <p:cNvCxnSpPr/>
          <p:nvPr/>
        </p:nvCxnSpPr>
        <p:spPr>
          <a:xfrm rot="5400000">
            <a:off x="2599531" y="2767807"/>
            <a:ext cx="714375" cy="1588"/>
          </a:xfrm>
          <a:prstGeom prst="straightConnector1">
            <a:avLst/>
          </a:prstGeom>
          <a:ln>
            <a:solidFill>
              <a:srgbClr val="FFFF00"/>
            </a:solidFill>
            <a:tailEnd type="arrow"/>
          </a:ln>
        </p:spPr>
        <p:style>
          <a:lnRef idx="1">
            <a:schemeClr val="accent1"/>
          </a:lnRef>
          <a:fillRef idx="0">
            <a:schemeClr val="accent1"/>
          </a:fillRef>
          <a:effectRef idx="0">
            <a:schemeClr val="accent1"/>
          </a:effectRef>
          <a:fontRef idx="minor">
            <a:schemeClr val="tx1"/>
          </a:fontRef>
        </p:style>
      </p:cxnSp>
      <p:sp>
        <p:nvSpPr>
          <p:cNvPr id="473138" name="TextBox 88"/>
          <p:cNvSpPr txBox="1">
            <a:spLocks noChangeArrowheads="1"/>
          </p:cNvSpPr>
          <p:nvPr/>
        </p:nvSpPr>
        <p:spPr bwMode="auto">
          <a:xfrm>
            <a:off x="204788" y="4618038"/>
            <a:ext cx="1209675" cy="954087"/>
          </a:xfrm>
          <a:prstGeom prst="rect">
            <a:avLst/>
          </a:prstGeom>
          <a:noFill/>
          <a:ln w="9525">
            <a:noFill/>
            <a:miter lim="800000"/>
            <a:headEnd/>
            <a:tailEnd/>
          </a:ln>
        </p:spPr>
        <p:txBody>
          <a:bodyPr>
            <a:spAutoFit/>
          </a:bodyPr>
          <a:lstStyle/>
          <a:p>
            <a:r>
              <a:rPr lang="en-US" sz="1400" dirty="0"/>
              <a:t>Bar Graph of Displacement from  Original Position</a:t>
            </a:r>
          </a:p>
        </p:txBody>
      </p:sp>
      <p:sp>
        <p:nvSpPr>
          <p:cNvPr id="90" name="Right Arrow 89"/>
          <p:cNvSpPr/>
          <p:nvPr/>
        </p:nvSpPr>
        <p:spPr>
          <a:xfrm>
            <a:off x="414338" y="3424238"/>
            <a:ext cx="893762" cy="24447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Tree>
    <p:extLst>
      <p:ext uri="{BB962C8B-B14F-4D97-AF65-F5344CB8AC3E}">
        <p14:creationId xmlns:p14="http://schemas.microsoft.com/office/powerpoint/2010/main" val="27420101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26"/>
          <p:cNvGrpSpPr>
            <a:grpSpLocks/>
          </p:cNvGrpSpPr>
          <p:nvPr/>
        </p:nvGrpSpPr>
        <p:grpSpPr bwMode="auto">
          <a:xfrm>
            <a:off x="1306513" y="1592263"/>
            <a:ext cx="6672262" cy="3919537"/>
            <a:chOff x="1306287" y="-38122"/>
            <a:chExt cx="6673061" cy="3918857"/>
          </a:xfrm>
        </p:grpSpPr>
        <p:cxnSp>
          <p:nvCxnSpPr>
            <p:cNvPr id="128" name="Straight Connector 127"/>
            <p:cNvCxnSpPr/>
            <p:nvPr/>
          </p:nvCxnSpPr>
          <p:spPr>
            <a:xfrm rot="16200000" flipH="1">
              <a:off x="-636471"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p:cNvCxnSpPr/>
            <p:nvPr/>
          </p:nvCxnSpPr>
          <p:spPr>
            <a:xfrm rot="16200000" flipH="1">
              <a:off x="-190331" y="1904636"/>
              <a:ext cx="3918857" cy="33342"/>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129"/>
            <p:cNvCxnSpPr/>
            <p:nvPr/>
          </p:nvCxnSpPr>
          <p:spPr>
            <a:xfrm rot="16200000" flipH="1">
              <a:off x="223263"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1" name="Straight Connector 130"/>
            <p:cNvCxnSpPr/>
            <p:nvPr/>
          </p:nvCxnSpPr>
          <p:spPr>
            <a:xfrm rot="16200000" flipH="1">
              <a:off x="734499"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p:cNvCxnSpPr/>
            <p:nvPr/>
          </p:nvCxnSpPr>
          <p:spPr>
            <a:xfrm rot="16200000" flipH="1">
              <a:off x="1246529"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rot="16200000" flipH="1">
              <a:off x="170934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p:cNvCxnSpPr/>
            <p:nvPr/>
          </p:nvCxnSpPr>
          <p:spPr>
            <a:xfrm rot="16200000" flipH="1">
              <a:off x="2253125"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4" name="Straight Connector 143"/>
            <p:cNvCxnSpPr/>
            <p:nvPr/>
          </p:nvCxnSpPr>
          <p:spPr>
            <a:xfrm rot="16200000" flipH="1">
              <a:off x="278103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8" name="Straight Connector 147"/>
            <p:cNvCxnSpPr/>
            <p:nvPr/>
          </p:nvCxnSpPr>
          <p:spPr>
            <a:xfrm rot="16200000" flipH="1">
              <a:off x="327639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p:cNvCxnSpPr/>
            <p:nvPr/>
          </p:nvCxnSpPr>
          <p:spPr>
            <a:xfrm rot="16200000" flipH="1">
              <a:off x="3755873"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0" name="Straight Connector 149"/>
            <p:cNvCxnSpPr/>
            <p:nvPr/>
          </p:nvCxnSpPr>
          <p:spPr>
            <a:xfrm rot="16200000" flipH="1">
              <a:off x="4267109"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1" name="Straight Connector 150"/>
            <p:cNvCxnSpPr/>
            <p:nvPr/>
          </p:nvCxnSpPr>
          <p:spPr>
            <a:xfrm rot="16200000" flipH="1">
              <a:off x="4697374"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2" name="Straight Connector 151"/>
            <p:cNvCxnSpPr/>
            <p:nvPr/>
          </p:nvCxnSpPr>
          <p:spPr>
            <a:xfrm rot="16200000" flipH="1">
              <a:off x="5143514"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p:cNvCxnSpPr/>
            <p:nvPr/>
          </p:nvCxnSpPr>
          <p:spPr>
            <a:xfrm rot="16200000" flipH="1">
              <a:off x="5589655"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4" name="Straight Connector 153"/>
            <p:cNvCxnSpPr/>
            <p:nvPr/>
          </p:nvCxnSpPr>
          <p:spPr>
            <a:xfrm rot="16200000" flipH="1">
              <a:off x="6003249"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sp>
        <p:nvSpPr>
          <p:cNvPr id="475138" name="Rectangle 41"/>
          <p:cNvSpPr>
            <a:spLocks noChangeArrowheads="1"/>
          </p:cNvSpPr>
          <p:nvPr/>
        </p:nvSpPr>
        <p:spPr bwMode="auto">
          <a:xfrm>
            <a:off x="555625" y="3554413"/>
            <a:ext cx="7689850" cy="830262"/>
          </a:xfrm>
          <a:prstGeom prst="rect">
            <a:avLst/>
          </a:prstGeom>
          <a:solidFill>
            <a:schemeClr val="accent1"/>
          </a:solidFill>
          <a:ln w="9525">
            <a:noFill/>
            <a:miter lim="800000"/>
            <a:headEnd/>
            <a:tailEnd/>
          </a:ln>
        </p:spPr>
        <p:txBody>
          <a:bodyPr wrap="none" anchor="ctr"/>
          <a:lstStyle/>
          <a:p>
            <a:endParaRPr lang="en-US" dirty="0"/>
          </a:p>
        </p:txBody>
      </p:sp>
      <p:sp>
        <p:nvSpPr>
          <p:cNvPr id="97" name="Rectangle 39"/>
          <p:cNvSpPr>
            <a:spLocks noChangeArrowheads="1"/>
          </p:cNvSpPr>
          <p:nvPr/>
        </p:nvSpPr>
        <p:spPr bwMode="auto">
          <a:xfrm>
            <a:off x="2640013" y="3548063"/>
            <a:ext cx="2986087" cy="83185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98" name="Rectangle 97"/>
          <p:cNvSpPr/>
          <p:nvPr/>
        </p:nvSpPr>
        <p:spPr>
          <a:xfrm>
            <a:off x="0" y="3567113"/>
            <a:ext cx="1352550" cy="815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5141" name="Rectangle 42"/>
          <p:cNvSpPr>
            <a:spLocks noChangeArrowheads="1"/>
          </p:cNvSpPr>
          <p:nvPr/>
        </p:nvSpPr>
        <p:spPr bwMode="auto">
          <a:xfrm>
            <a:off x="500063" y="3454400"/>
            <a:ext cx="7726362" cy="1317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5142" name="Rectangle 43"/>
          <p:cNvSpPr>
            <a:spLocks noChangeArrowheads="1"/>
          </p:cNvSpPr>
          <p:nvPr/>
        </p:nvSpPr>
        <p:spPr bwMode="auto">
          <a:xfrm>
            <a:off x="500063" y="4351338"/>
            <a:ext cx="7726362" cy="131762"/>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5143" name="Rectangle 44"/>
          <p:cNvSpPr>
            <a:spLocks noChangeArrowheads="1"/>
          </p:cNvSpPr>
          <p:nvPr/>
        </p:nvSpPr>
        <p:spPr bwMode="auto">
          <a:xfrm>
            <a:off x="252413" y="3802063"/>
            <a:ext cx="998537" cy="300037"/>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5144" name="Rectangle 45"/>
          <p:cNvSpPr>
            <a:spLocks noChangeArrowheads="1"/>
          </p:cNvSpPr>
          <p:nvPr/>
        </p:nvSpPr>
        <p:spPr bwMode="auto">
          <a:xfrm>
            <a:off x="1250950" y="3554413"/>
            <a:ext cx="214313"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0" name="Rectangle 39"/>
          <p:cNvSpPr>
            <a:spLocks noChangeArrowheads="1"/>
          </p:cNvSpPr>
          <p:nvPr/>
        </p:nvSpPr>
        <p:spPr bwMode="auto">
          <a:xfrm>
            <a:off x="1196975" y="2252663"/>
            <a:ext cx="2986088" cy="83185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5146" name="Rectangle 41"/>
          <p:cNvSpPr>
            <a:spLocks noChangeArrowheads="1"/>
          </p:cNvSpPr>
          <p:nvPr/>
        </p:nvSpPr>
        <p:spPr bwMode="auto">
          <a:xfrm>
            <a:off x="4016375" y="2252663"/>
            <a:ext cx="4217988" cy="831850"/>
          </a:xfrm>
          <a:prstGeom prst="rect">
            <a:avLst/>
          </a:prstGeom>
          <a:solidFill>
            <a:schemeClr val="accent1"/>
          </a:solidFill>
          <a:ln w="9525">
            <a:noFill/>
            <a:miter lim="800000"/>
            <a:headEnd/>
            <a:tailEnd/>
          </a:ln>
        </p:spPr>
        <p:txBody>
          <a:bodyPr wrap="none" anchor="ctr"/>
          <a:lstStyle/>
          <a:p>
            <a:endParaRPr lang="en-US" dirty="0"/>
          </a:p>
        </p:txBody>
      </p:sp>
      <p:sp>
        <p:nvSpPr>
          <p:cNvPr id="113" name="Rectangle 112"/>
          <p:cNvSpPr/>
          <p:nvPr/>
        </p:nvSpPr>
        <p:spPr>
          <a:xfrm>
            <a:off x="849313" y="2262188"/>
            <a:ext cx="1550987" cy="815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5148" name="Rectangle 44"/>
          <p:cNvSpPr>
            <a:spLocks noChangeArrowheads="1"/>
          </p:cNvSpPr>
          <p:nvPr/>
        </p:nvSpPr>
        <p:spPr bwMode="auto">
          <a:xfrm>
            <a:off x="1376363" y="2501900"/>
            <a:ext cx="1000125" cy="298450"/>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5149" name="Rectangle 45"/>
          <p:cNvSpPr>
            <a:spLocks noChangeArrowheads="1"/>
          </p:cNvSpPr>
          <p:nvPr/>
        </p:nvSpPr>
        <p:spPr bwMode="auto">
          <a:xfrm>
            <a:off x="2376488" y="2252663"/>
            <a:ext cx="214312"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7" name="Oval 66"/>
          <p:cNvSpPr/>
          <p:nvPr/>
        </p:nvSpPr>
        <p:spPr>
          <a:xfrm>
            <a:off x="2667000" y="2879725"/>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8" name="Oval 67"/>
          <p:cNvSpPr/>
          <p:nvPr/>
        </p:nvSpPr>
        <p:spPr>
          <a:xfrm>
            <a:off x="2625725" y="2727325"/>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9" name="Oval 68"/>
          <p:cNvSpPr/>
          <p:nvPr/>
        </p:nvSpPr>
        <p:spPr>
          <a:xfrm>
            <a:off x="2644775" y="234156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5153" name="Rectangle 43"/>
          <p:cNvSpPr>
            <a:spLocks noChangeArrowheads="1"/>
          </p:cNvSpPr>
          <p:nvPr/>
        </p:nvSpPr>
        <p:spPr bwMode="auto">
          <a:xfrm>
            <a:off x="488950" y="3049588"/>
            <a:ext cx="7726363" cy="131762"/>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56" name="Oval 155"/>
          <p:cNvSpPr/>
          <p:nvPr/>
        </p:nvSpPr>
        <p:spPr>
          <a:xfrm>
            <a:off x="2651125" y="2601913"/>
            <a:ext cx="114300" cy="14763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7" name="Oval 156"/>
          <p:cNvSpPr/>
          <p:nvPr/>
        </p:nvSpPr>
        <p:spPr>
          <a:xfrm>
            <a:off x="3146425" y="2601913"/>
            <a:ext cx="114300" cy="14763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8" name="Oval 157"/>
          <p:cNvSpPr/>
          <p:nvPr/>
        </p:nvSpPr>
        <p:spPr>
          <a:xfrm>
            <a:off x="3624263" y="2601913"/>
            <a:ext cx="114300" cy="14763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9" name="Oval 158"/>
          <p:cNvSpPr/>
          <p:nvPr/>
        </p:nvSpPr>
        <p:spPr>
          <a:xfrm>
            <a:off x="4157663" y="2601913"/>
            <a:ext cx="114300" cy="14763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3" name="Group 159"/>
          <p:cNvGrpSpPr>
            <a:grpSpLocks/>
          </p:cNvGrpSpPr>
          <p:nvPr/>
        </p:nvGrpSpPr>
        <p:grpSpPr bwMode="auto">
          <a:xfrm flipH="1">
            <a:off x="4157663" y="2590800"/>
            <a:ext cx="2994025" cy="147638"/>
            <a:chOff x="1273631" y="791844"/>
            <a:chExt cx="2993619" cy="146957"/>
          </a:xfrm>
        </p:grpSpPr>
        <p:sp>
          <p:nvSpPr>
            <p:cNvPr id="161" name="Oval 160"/>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2" name="Oval 161"/>
            <p:cNvSpPr/>
            <p:nvPr/>
          </p:nvSpPr>
          <p:spPr>
            <a:xfrm>
              <a:off x="1703786"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3" name="Oval 162"/>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4" name="Oval 163"/>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5" name="Oval 164"/>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6" name="Oval 165"/>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7" name="Oval 166"/>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168" name="Oval 167"/>
          <p:cNvSpPr/>
          <p:nvPr/>
        </p:nvSpPr>
        <p:spPr>
          <a:xfrm>
            <a:off x="7048500" y="2590800"/>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69" name="Oval 168"/>
          <p:cNvSpPr/>
          <p:nvPr/>
        </p:nvSpPr>
        <p:spPr>
          <a:xfrm>
            <a:off x="7478713" y="2590800"/>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0" name="Oval 169"/>
          <p:cNvSpPr/>
          <p:nvPr/>
        </p:nvSpPr>
        <p:spPr>
          <a:xfrm>
            <a:off x="7908925" y="2590800"/>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5162" name="Rectangle 42"/>
          <p:cNvSpPr>
            <a:spLocks noChangeArrowheads="1"/>
          </p:cNvSpPr>
          <p:nvPr/>
        </p:nvSpPr>
        <p:spPr bwMode="auto">
          <a:xfrm>
            <a:off x="488950" y="2152650"/>
            <a:ext cx="7726363" cy="133350"/>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79" name="Oval 78"/>
          <p:cNvSpPr/>
          <p:nvPr/>
        </p:nvSpPr>
        <p:spPr>
          <a:xfrm>
            <a:off x="1774825" y="4076700"/>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0" name="Oval 79"/>
          <p:cNvSpPr/>
          <p:nvPr/>
        </p:nvSpPr>
        <p:spPr>
          <a:xfrm>
            <a:off x="2222500" y="3973513"/>
            <a:ext cx="114300" cy="14763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1" name="Oval 80"/>
          <p:cNvSpPr/>
          <p:nvPr/>
        </p:nvSpPr>
        <p:spPr>
          <a:xfrm>
            <a:off x="2095500" y="3652838"/>
            <a:ext cx="114300" cy="14763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2" name="Oval 81"/>
          <p:cNvSpPr/>
          <p:nvPr/>
        </p:nvSpPr>
        <p:spPr>
          <a:xfrm>
            <a:off x="3913188" y="3881438"/>
            <a:ext cx="114300" cy="14763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3" name="Oval 82"/>
          <p:cNvSpPr/>
          <p:nvPr/>
        </p:nvSpPr>
        <p:spPr>
          <a:xfrm>
            <a:off x="4081463" y="3686175"/>
            <a:ext cx="114300" cy="14605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4" name="Oval 83"/>
          <p:cNvSpPr/>
          <p:nvPr/>
        </p:nvSpPr>
        <p:spPr>
          <a:xfrm>
            <a:off x="4087813" y="4060825"/>
            <a:ext cx="114300" cy="14763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5" name="Oval 84"/>
          <p:cNvSpPr/>
          <p:nvPr/>
        </p:nvSpPr>
        <p:spPr>
          <a:xfrm>
            <a:off x="4164013" y="3865563"/>
            <a:ext cx="114300" cy="146050"/>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4" name="Group 159"/>
          <p:cNvGrpSpPr>
            <a:grpSpLocks/>
          </p:cNvGrpSpPr>
          <p:nvPr/>
        </p:nvGrpSpPr>
        <p:grpSpPr bwMode="auto">
          <a:xfrm flipH="1">
            <a:off x="4164013" y="3854450"/>
            <a:ext cx="2994025" cy="146050"/>
            <a:chOff x="1273631" y="791844"/>
            <a:chExt cx="2993619" cy="146957"/>
          </a:xfrm>
        </p:grpSpPr>
        <p:sp>
          <p:nvSpPr>
            <p:cNvPr id="87" name="Oval 86"/>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8" name="Oval 87"/>
            <p:cNvSpPr/>
            <p:nvPr/>
          </p:nvSpPr>
          <p:spPr>
            <a:xfrm>
              <a:off x="1703786"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9" name="Oval 88"/>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0" name="Oval 89"/>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1" name="Oval 90"/>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2" name="Oval 91"/>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3" name="Oval 92"/>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94" name="Oval 93"/>
          <p:cNvSpPr/>
          <p:nvPr/>
        </p:nvSpPr>
        <p:spPr>
          <a:xfrm>
            <a:off x="7053263" y="3854450"/>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5" name="Oval 94"/>
          <p:cNvSpPr/>
          <p:nvPr/>
        </p:nvSpPr>
        <p:spPr>
          <a:xfrm>
            <a:off x="7483475" y="3854450"/>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6" name="Oval 95"/>
          <p:cNvSpPr/>
          <p:nvPr/>
        </p:nvSpPr>
        <p:spPr>
          <a:xfrm>
            <a:off x="7913688" y="3854450"/>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55" name="Straight Connector 154"/>
          <p:cNvCxnSpPr/>
          <p:nvPr/>
        </p:nvCxnSpPr>
        <p:spPr>
          <a:xfrm>
            <a:off x="652463" y="5922963"/>
            <a:ext cx="7839075" cy="15875"/>
          </a:xfrm>
          <a:prstGeom prst="line">
            <a:avLst/>
          </a:prstGeom>
        </p:spPr>
        <p:style>
          <a:lnRef idx="1">
            <a:schemeClr val="accent1"/>
          </a:lnRef>
          <a:fillRef idx="0">
            <a:schemeClr val="accent1"/>
          </a:fillRef>
          <a:effectRef idx="0">
            <a:schemeClr val="accent1"/>
          </a:effectRef>
          <a:fontRef idx="minor">
            <a:schemeClr val="tx1"/>
          </a:fontRef>
        </p:style>
      </p:cxnSp>
      <p:sp>
        <p:nvSpPr>
          <p:cNvPr id="160" name="Rectangle 159"/>
          <p:cNvSpPr/>
          <p:nvPr/>
        </p:nvSpPr>
        <p:spPr>
          <a:xfrm>
            <a:off x="1257300" y="5821363"/>
            <a:ext cx="195263" cy="101600"/>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1" name="Rectangle 170"/>
          <p:cNvSpPr/>
          <p:nvPr/>
        </p:nvSpPr>
        <p:spPr>
          <a:xfrm>
            <a:off x="1698625" y="5691188"/>
            <a:ext cx="179388" cy="2270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2" name="Rectangle 171"/>
          <p:cNvSpPr/>
          <p:nvPr/>
        </p:nvSpPr>
        <p:spPr>
          <a:xfrm>
            <a:off x="2106613" y="5478463"/>
            <a:ext cx="244475" cy="439737"/>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3" name="Rectangle 172"/>
          <p:cNvSpPr/>
          <p:nvPr/>
        </p:nvSpPr>
        <p:spPr>
          <a:xfrm>
            <a:off x="3092450" y="5527675"/>
            <a:ext cx="222250" cy="428625"/>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4" name="Rectangle 173"/>
          <p:cNvSpPr/>
          <p:nvPr/>
        </p:nvSpPr>
        <p:spPr>
          <a:xfrm>
            <a:off x="2574925" y="5314950"/>
            <a:ext cx="217488" cy="623888"/>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7" name="Rectangle 176"/>
          <p:cNvSpPr/>
          <p:nvPr/>
        </p:nvSpPr>
        <p:spPr>
          <a:xfrm flipV="1">
            <a:off x="3570288" y="5707063"/>
            <a:ext cx="201612" cy="209550"/>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0" name="Rectangle 179"/>
          <p:cNvSpPr/>
          <p:nvPr/>
        </p:nvSpPr>
        <p:spPr>
          <a:xfrm>
            <a:off x="4083050" y="5900738"/>
            <a:ext cx="227013" cy="71437"/>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5" name="Rectangle 194"/>
          <p:cNvSpPr/>
          <p:nvPr/>
        </p:nvSpPr>
        <p:spPr>
          <a:xfrm>
            <a:off x="4594225" y="5900738"/>
            <a:ext cx="228600" cy="71437"/>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6" name="Rectangle 195"/>
          <p:cNvSpPr/>
          <p:nvPr/>
        </p:nvSpPr>
        <p:spPr>
          <a:xfrm>
            <a:off x="5170488" y="5900738"/>
            <a:ext cx="228600" cy="71437"/>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7" name="Rectangle 196"/>
          <p:cNvSpPr/>
          <p:nvPr/>
        </p:nvSpPr>
        <p:spPr>
          <a:xfrm>
            <a:off x="5618163" y="5900738"/>
            <a:ext cx="227012" cy="7143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8" name="Rectangle 197"/>
          <p:cNvSpPr/>
          <p:nvPr/>
        </p:nvSpPr>
        <p:spPr>
          <a:xfrm>
            <a:off x="6113463" y="5900738"/>
            <a:ext cx="227012" cy="71437"/>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9" name="Rectangle 198"/>
          <p:cNvSpPr/>
          <p:nvPr/>
        </p:nvSpPr>
        <p:spPr>
          <a:xfrm>
            <a:off x="6542088" y="5900738"/>
            <a:ext cx="228600" cy="7143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0" name="Rectangle 199"/>
          <p:cNvSpPr/>
          <p:nvPr/>
        </p:nvSpPr>
        <p:spPr>
          <a:xfrm>
            <a:off x="7005638" y="5900738"/>
            <a:ext cx="228600" cy="71437"/>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1" name="Rectangle 200"/>
          <p:cNvSpPr/>
          <p:nvPr/>
        </p:nvSpPr>
        <p:spPr>
          <a:xfrm>
            <a:off x="7435850" y="5900738"/>
            <a:ext cx="227013" cy="7143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2" name="Rectangle 201"/>
          <p:cNvSpPr/>
          <p:nvPr/>
        </p:nvSpPr>
        <p:spPr>
          <a:xfrm>
            <a:off x="7897813" y="5900738"/>
            <a:ext cx="228600" cy="71437"/>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5" name="Group 116"/>
          <p:cNvGrpSpPr>
            <a:grpSpLocks/>
          </p:cNvGrpSpPr>
          <p:nvPr/>
        </p:nvGrpSpPr>
        <p:grpSpPr bwMode="auto">
          <a:xfrm>
            <a:off x="1258888" y="1724025"/>
            <a:ext cx="2994025" cy="146050"/>
            <a:chOff x="1273631" y="791844"/>
            <a:chExt cx="2993619" cy="146957"/>
          </a:xfrm>
        </p:grpSpPr>
        <p:sp>
          <p:nvSpPr>
            <p:cNvPr id="99" name="Oval 98"/>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0" name="Oval 99"/>
            <p:cNvSpPr/>
            <p:nvPr/>
          </p:nvSpPr>
          <p:spPr>
            <a:xfrm>
              <a:off x="1703785"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1" name="Oval 100"/>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2" name="Oval 101"/>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3" name="Oval 102"/>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4" name="Oval 103"/>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5" name="Oval 104"/>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6" name="Group 124"/>
          <p:cNvGrpSpPr>
            <a:grpSpLocks/>
          </p:cNvGrpSpPr>
          <p:nvPr/>
        </p:nvGrpSpPr>
        <p:grpSpPr bwMode="auto">
          <a:xfrm flipH="1">
            <a:off x="4138613" y="1712913"/>
            <a:ext cx="2992437" cy="146050"/>
            <a:chOff x="1273631" y="791844"/>
            <a:chExt cx="2993619" cy="146957"/>
          </a:xfrm>
        </p:grpSpPr>
        <p:sp>
          <p:nvSpPr>
            <p:cNvPr id="107" name="Oval 106"/>
            <p:cNvSpPr/>
            <p:nvPr/>
          </p:nvSpPr>
          <p:spPr>
            <a:xfrm>
              <a:off x="1273631" y="791844"/>
              <a:ext cx="11434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8" name="Oval 107"/>
            <p:cNvSpPr/>
            <p:nvPr/>
          </p:nvSpPr>
          <p:spPr>
            <a:xfrm>
              <a:off x="1704013" y="791844"/>
              <a:ext cx="11434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9" name="Oval 108"/>
            <p:cNvSpPr/>
            <p:nvPr/>
          </p:nvSpPr>
          <p:spPr>
            <a:xfrm>
              <a:off x="2134396" y="791844"/>
              <a:ext cx="112757"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0" name="Oval 109"/>
            <p:cNvSpPr/>
            <p:nvPr/>
          </p:nvSpPr>
          <p:spPr>
            <a:xfrm>
              <a:off x="2645773" y="791844"/>
              <a:ext cx="11434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1" name="Oval 110"/>
            <p:cNvSpPr/>
            <p:nvPr/>
          </p:nvSpPr>
          <p:spPr>
            <a:xfrm>
              <a:off x="3141268" y="791844"/>
              <a:ext cx="11434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2" name="Oval 111"/>
            <p:cNvSpPr/>
            <p:nvPr/>
          </p:nvSpPr>
          <p:spPr>
            <a:xfrm>
              <a:off x="3619294" y="791844"/>
              <a:ext cx="11434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4" name="Oval 113"/>
            <p:cNvSpPr/>
            <p:nvPr/>
          </p:nvSpPr>
          <p:spPr>
            <a:xfrm>
              <a:off x="4152905" y="791844"/>
              <a:ext cx="11434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115" name="Oval 114"/>
          <p:cNvSpPr/>
          <p:nvPr/>
        </p:nvSpPr>
        <p:spPr>
          <a:xfrm>
            <a:off x="7027863" y="1712913"/>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6" name="Oval 115"/>
          <p:cNvSpPr/>
          <p:nvPr/>
        </p:nvSpPr>
        <p:spPr>
          <a:xfrm>
            <a:off x="7458075" y="1712913"/>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7" name="Oval 116"/>
          <p:cNvSpPr/>
          <p:nvPr/>
        </p:nvSpPr>
        <p:spPr>
          <a:xfrm>
            <a:off x="7888288" y="171291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Tree>
    <p:extLst>
      <p:ext uri="{BB962C8B-B14F-4D97-AF65-F5344CB8AC3E}">
        <p14:creationId xmlns:p14="http://schemas.microsoft.com/office/powerpoint/2010/main" val="8223742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26"/>
          <p:cNvGrpSpPr>
            <a:grpSpLocks/>
          </p:cNvGrpSpPr>
          <p:nvPr/>
        </p:nvGrpSpPr>
        <p:grpSpPr bwMode="auto">
          <a:xfrm>
            <a:off x="1306513" y="1584325"/>
            <a:ext cx="6672262" cy="3919538"/>
            <a:chOff x="1306287" y="-38122"/>
            <a:chExt cx="6673061" cy="3918857"/>
          </a:xfrm>
        </p:grpSpPr>
        <p:cxnSp>
          <p:nvCxnSpPr>
            <p:cNvPr id="128" name="Straight Connector 127"/>
            <p:cNvCxnSpPr/>
            <p:nvPr/>
          </p:nvCxnSpPr>
          <p:spPr>
            <a:xfrm rot="16200000" flipH="1">
              <a:off x="-636471"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p:cNvCxnSpPr/>
            <p:nvPr/>
          </p:nvCxnSpPr>
          <p:spPr>
            <a:xfrm rot="16200000" flipH="1">
              <a:off x="-190330" y="1904636"/>
              <a:ext cx="3918857" cy="33342"/>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129"/>
            <p:cNvCxnSpPr/>
            <p:nvPr/>
          </p:nvCxnSpPr>
          <p:spPr>
            <a:xfrm rot="16200000" flipH="1">
              <a:off x="223263"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1" name="Straight Connector 130"/>
            <p:cNvCxnSpPr/>
            <p:nvPr/>
          </p:nvCxnSpPr>
          <p:spPr>
            <a:xfrm rot="16200000" flipH="1">
              <a:off x="734500"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p:cNvCxnSpPr/>
            <p:nvPr/>
          </p:nvCxnSpPr>
          <p:spPr>
            <a:xfrm rot="16200000" flipH="1">
              <a:off x="1246530"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rot="16200000" flipH="1">
              <a:off x="170934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p:cNvCxnSpPr/>
            <p:nvPr/>
          </p:nvCxnSpPr>
          <p:spPr>
            <a:xfrm rot="16200000" flipH="1">
              <a:off x="2253125"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4" name="Straight Connector 143"/>
            <p:cNvCxnSpPr/>
            <p:nvPr/>
          </p:nvCxnSpPr>
          <p:spPr>
            <a:xfrm rot="16200000" flipH="1">
              <a:off x="2781032"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8" name="Straight Connector 147"/>
            <p:cNvCxnSpPr/>
            <p:nvPr/>
          </p:nvCxnSpPr>
          <p:spPr>
            <a:xfrm rot="16200000" flipH="1">
              <a:off x="327639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p:cNvCxnSpPr/>
            <p:nvPr/>
          </p:nvCxnSpPr>
          <p:spPr>
            <a:xfrm rot="16200000" flipH="1">
              <a:off x="3755873"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0" name="Straight Connector 149"/>
            <p:cNvCxnSpPr/>
            <p:nvPr/>
          </p:nvCxnSpPr>
          <p:spPr>
            <a:xfrm rot="16200000" flipH="1">
              <a:off x="4267110"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1" name="Straight Connector 150"/>
            <p:cNvCxnSpPr/>
            <p:nvPr/>
          </p:nvCxnSpPr>
          <p:spPr>
            <a:xfrm rot="16200000" flipH="1">
              <a:off x="4697374"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2" name="Straight Connector 151"/>
            <p:cNvCxnSpPr/>
            <p:nvPr/>
          </p:nvCxnSpPr>
          <p:spPr>
            <a:xfrm rot="16200000" flipH="1">
              <a:off x="5143515"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p:cNvCxnSpPr/>
            <p:nvPr/>
          </p:nvCxnSpPr>
          <p:spPr>
            <a:xfrm rot="16200000" flipH="1">
              <a:off x="5589656"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4" name="Straight Connector 153"/>
            <p:cNvCxnSpPr/>
            <p:nvPr/>
          </p:nvCxnSpPr>
          <p:spPr>
            <a:xfrm rot="16200000" flipH="1">
              <a:off x="6003250"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sp>
        <p:nvSpPr>
          <p:cNvPr id="477186" name="Rectangle 41"/>
          <p:cNvSpPr>
            <a:spLocks noChangeArrowheads="1"/>
          </p:cNvSpPr>
          <p:nvPr/>
        </p:nvSpPr>
        <p:spPr bwMode="auto">
          <a:xfrm>
            <a:off x="2530475" y="3605213"/>
            <a:ext cx="2901950" cy="831850"/>
          </a:xfrm>
          <a:prstGeom prst="rect">
            <a:avLst/>
          </a:prstGeom>
          <a:solidFill>
            <a:schemeClr val="accent1"/>
          </a:solidFill>
          <a:ln w="9525">
            <a:noFill/>
            <a:miter lim="800000"/>
            <a:headEnd/>
            <a:tailEnd/>
          </a:ln>
        </p:spPr>
        <p:txBody>
          <a:bodyPr wrap="none" anchor="ctr"/>
          <a:lstStyle/>
          <a:p>
            <a:endParaRPr lang="en-US" dirty="0"/>
          </a:p>
        </p:txBody>
      </p:sp>
      <p:sp>
        <p:nvSpPr>
          <p:cNvPr id="477187" name="Rectangle 41"/>
          <p:cNvSpPr>
            <a:spLocks noChangeArrowheads="1"/>
          </p:cNvSpPr>
          <p:nvPr/>
        </p:nvSpPr>
        <p:spPr bwMode="auto">
          <a:xfrm>
            <a:off x="587375" y="2108200"/>
            <a:ext cx="7691438" cy="831850"/>
          </a:xfrm>
          <a:prstGeom prst="rect">
            <a:avLst/>
          </a:prstGeom>
          <a:solidFill>
            <a:schemeClr val="accent1"/>
          </a:solidFill>
          <a:ln w="9525">
            <a:noFill/>
            <a:miter lim="800000"/>
            <a:headEnd/>
            <a:tailEnd/>
          </a:ln>
        </p:spPr>
        <p:txBody>
          <a:bodyPr wrap="none" anchor="ctr"/>
          <a:lstStyle/>
          <a:p>
            <a:endParaRPr lang="en-US" dirty="0"/>
          </a:p>
        </p:txBody>
      </p:sp>
      <p:sp>
        <p:nvSpPr>
          <p:cNvPr id="97" name="Rectangle 39"/>
          <p:cNvSpPr>
            <a:spLocks noChangeArrowheads="1"/>
          </p:cNvSpPr>
          <p:nvPr/>
        </p:nvSpPr>
        <p:spPr bwMode="auto">
          <a:xfrm>
            <a:off x="2671763" y="2103438"/>
            <a:ext cx="2986087" cy="83185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7189" name="Rectangle 42"/>
          <p:cNvSpPr>
            <a:spLocks noChangeArrowheads="1"/>
          </p:cNvSpPr>
          <p:nvPr/>
        </p:nvSpPr>
        <p:spPr bwMode="auto">
          <a:xfrm>
            <a:off x="531813" y="2009775"/>
            <a:ext cx="7727950" cy="1317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7190" name="Rectangle 43"/>
          <p:cNvSpPr>
            <a:spLocks noChangeArrowheads="1"/>
          </p:cNvSpPr>
          <p:nvPr/>
        </p:nvSpPr>
        <p:spPr bwMode="auto">
          <a:xfrm>
            <a:off x="531813" y="2905125"/>
            <a:ext cx="7727950" cy="133350"/>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7191" name="Rectangle 44"/>
          <p:cNvSpPr>
            <a:spLocks noChangeArrowheads="1"/>
          </p:cNvSpPr>
          <p:nvPr/>
        </p:nvSpPr>
        <p:spPr bwMode="auto">
          <a:xfrm>
            <a:off x="-620713" y="2357438"/>
            <a:ext cx="1000126" cy="300037"/>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7192" name="Rectangle 45"/>
          <p:cNvSpPr>
            <a:spLocks noChangeArrowheads="1"/>
          </p:cNvSpPr>
          <p:nvPr/>
        </p:nvSpPr>
        <p:spPr bwMode="auto">
          <a:xfrm>
            <a:off x="379413" y="2108200"/>
            <a:ext cx="214312"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0" name="Rectangle 39"/>
          <p:cNvSpPr>
            <a:spLocks noChangeArrowheads="1"/>
          </p:cNvSpPr>
          <p:nvPr/>
        </p:nvSpPr>
        <p:spPr bwMode="auto">
          <a:xfrm>
            <a:off x="-1" y="3584576"/>
            <a:ext cx="2665413" cy="82117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7194" name="Rectangle 41"/>
          <p:cNvSpPr>
            <a:spLocks noChangeArrowheads="1"/>
          </p:cNvSpPr>
          <p:nvPr/>
        </p:nvSpPr>
        <p:spPr bwMode="auto">
          <a:xfrm>
            <a:off x="5600700" y="3584575"/>
            <a:ext cx="2633663" cy="830263"/>
          </a:xfrm>
          <a:prstGeom prst="rect">
            <a:avLst/>
          </a:prstGeom>
          <a:solidFill>
            <a:schemeClr val="accent1"/>
          </a:solidFill>
          <a:ln w="9525">
            <a:noFill/>
            <a:miter lim="800000"/>
            <a:headEnd/>
            <a:tailEnd/>
          </a:ln>
        </p:spPr>
        <p:txBody>
          <a:bodyPr wrap="none" anchor="ctr"/>
          <a:lstStyle/>
          <a:p>
            <a:endParaRPr lang="en-US" dirty="0"/>
          </a:p>
        </p:txBody>
      </p:sp>
      <p:sp>
        <p:nvSpPr>
          <p:cNvPr id="143" name="Rectangle 39"/>
          <p:cNvSpPr>
            <a:spLocks noChangeArrowheads="1"/>
          </p:cNvSpPr>
          <p:nvPr/>
        </p:nvSpPr>
        <p:spPr bwMode="auto">
          <a:xfrm>
            <a:off x="4795838" y="3573463"/>
            <a:ext cx="2984500" cy="830262"/>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113" name="Rectangle 112"/>
          <p:cNvSpPr/>
          <p:nvPr/>
        </p:nvSpPr>
        <p:spPr>
          <a:xfrm>
            <a:off x="0" y="3444875"/>
            <a:ext cx="473075" cy="9937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7197" name="Rectangle 44"/>
          <p:cNvSpPr>
            <a:spLocks noChangeArrowheads="1"/>
          </p:cNvSpPr>
          <p:nvPr/>
        </p:nvSpPr>
        <p:spPr bwMode="auto">
          <a:xfrm>
            <a:off x="-598488" y="3833813"/>
            <a:ext cx="998538" cy="298450"/>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7198" name="Rectangle 45"/>
          <p:cNvSpPr>
            <a:spLocks noChangeArrowheads="1"/>
          </p:cNvSpPr>
          <p:nvPr/>
        </p:nvSpPr>
        <p:spPr bwMode="auto">
          <a:xfrm>
            <a:off x="400050" y="3584575"/>
            <a:ext cx="214313"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7" name="Oval 66"/>
          <p:cNvSpPr/>
          <p:nvPr/>
        </p:nvSpPr>
        <p:spPr>
          <a:xfrm>
            <a:off x="690563" y="4178300"/>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8" name="Oval 67"/>
          <p:cNvSpPr/>
          <p:nvPr/>
        </p:nvSpPr>
        <p:spPr>
          <a:xfrm>
            <a:off x="666750" y="3813175"/>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9" name="Oval 68"/>
          <p:cNvSpPr/>
          <p:nvPr/>
        </p:nvSpPr>
        <p:spPr>
          <a:xfrm>
            <a:off x="1306513" y="3949700"/>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7202" name="Rectangle 43"/>
          <p:cNvSpPr>
            <a:spLocks noChangeArrowheads="1"/>
          </p:cNvSpPr>
          <p:nvPr/>
        </p:nvSpPr>
        <p:spPr bwMode="auto">
          <a:xfrm>
            <a:off x="488950" y="4381500"/>
            <a:ext cx="7726363" cy="1317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56" name="Oval 155"/>
          <p:cNvSpPr/>
          <p:nvPr/>
        </p:nvSpPr>
        <p:spPr>
          <a:xfrm>
            <a:off x="2176463" y="3949700"/>
            <a:ext cx="114300" cy="147638"/>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7204" name="Rectangle 42"/>
          <p:cNvSpPr>
            <a:spLocks noChangeArrowheads="1"/>
          </p:cNvSpPr>
          <p:nvPr/>
        </p:nvSpPr>
        <p:spPr bwMode="auto">
          <a:xfrm>
            <a:off x="488950" y="3484563"/>
            <a:ext cx="7726363" cy="131762"/>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79" name="Oval 78"/>
          <p:cNvSpPr/>
          <p:nvPr/>
        </p:nvSpPr>
        <p:spPr>
          <a:xfrm>
            <a:off x="1806575" y="2632075"/>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0" name="Oval 79"/>
          <p:cNvSpPr/>
          <p:nvPr/>
        </p:nvSpPr>
        <p:spPr>
          <a:xfrm>
            <a:off x="2255838" y="2528888"/>
            <a:ext cx="114300" cy="14763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1" name="Oval 80"/>
          <p:cNvSpPr/>
          <p:nvPr/>
        </p:nvSpPr>
        <p:spPr>
          <a:xfrm>
            <a:off x="2128838" y="220821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2" name="Oval 81"/>
          <p:cNvSpPr/>
          <p:nvPr/>
        </p:nvSpPr>
        <p:spPr>
          <a:xfrm>
            <a:off x="3946525" y="2486025"/>
            <a:ext cx="114300" cy="146050"/>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3" name="Oval 82"/>
          <p:cNvSpPr/>
          <p:nvPr/>
        </p:nvSpPr>
        <p:spPr>
          <a:xfrm>
            <a:off x="4114800" y="2289175"/>
            <a:ext cx="114300" cy="147638"/>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4" name="Oval 83"/>
          <p:cNvSpPr/>
          <p:nvPr/>
        </p:nvSpPr>
        <p:spPr>
          <a:xfrm>
            <a:off x="4119563" y="2665413"/>
            <a:ext cx="114300" cy="14605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5" name="Oval 84"/>
          <p:cNvSpPr/>
          <p:nvPr/>
        </p:nvSpPr>
        <p:spPr>
          <a:xfrm>
            <a:off x="4195763" y="2468563"/>
            <a:ext cx="114300" cy="14763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3" name="Group 159"/>
          <p:cNvGrpSpPr>
            <a:grpSpLocks/>
          </p:cNvGrpSpPr>
          <p:nvPr/>
        </p:nvGrpSpPr>
        <p:grpSpPr bwMode="auto">
          <a:xfrm flipH="1">
            <a:off x="4195763" y="2459038"/>
            <a:ext cx="2994025" cy="146050"/>
            <a:chOff x="1273631" y="791844"/>
            <a:chExt cx="2993619" cy="146957"/>
          </a:xfrm>
        </p:grpSpPr>
        <p:sp>
          <p:nvSpPr>
            <p:cNvPr id="87" name="Oval 86"/>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8" name="Oval 87"/>
            <p:cNvSpPr/>
            <p:nvPr/>
          </p:nvSpPr>
          <p:spPr>
            <a:xfrm>
              <a:off x="1703786"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9" name="Oval 88"/>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0" name="Oval 89"/>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1" name="Oval 90"/>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2" name="Oval 91"/>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3" name="Oval 92"/>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94" name="Oval 93"/>
          <p:cNvSpPr/>
          <p:nvPr/>
        </p:nvSpPr>
        <p:spPr>
          <a:xfrm>
            <a:off x="7086600" y="2459038"/>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5" name="Oval 94"/>
          <p:cNvSpPr/>
          <p:nvPr/>
        </p:nvSpPr>
        <p:spPr>
          <a:xfrm>
            <a:off x="7516813" y="2459038"/>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6" name="Oval 95"/>
          <p:cNvSpPr/>
          <p:nvPr/>
        </p:nvSpPr>
        <p:spPr>
          <a:xfrm>
            <a:off x="7947025" y="2459038"/>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55" name="Straight Connector 154"/>
          <p:cNvCxnSpPr/>
          <p:nvPr/>
        </p:nvCxnSpPr>
        <p:spPr>
          <a:xfrm>
            <a:off x="652463" y="5915025"/>
            <a:ext cx="7839075" cy="15875"/>
          </a:xfrm>
          <a:prstGeom prst="line">
            <a:avLst/>
          </a:prstGeom>
        </p:spPr>
        <p:style>
          <a:lnRef idx="1">
            <a:schemeClr val="accent1"/>
          </a:lnRef>
          <a:fillRef idx="0">
            <a:schemeClr val="accent1"/>
          </a:fillRef>
          <a:effectRef idx="0">
            <a:schemeClr val="accent1"/>
          </a:effectRef>
          <a:fontRef idx="minor">
            <a:schemeClr val="tx1"/>
          </a:fontRef>
        </p:style>
      </p:cxnSp>
      <p:sp>
        <p:nvSpPr>
          <p:cNvPr id="173" name="Rectangle 172"/>
          <p:cNvSpPr/>
          <p:nvPr/>
        </p:nvSpPr>
        <p:spPr>
          <a:xfrm>
            <a:off x="3092450" y="5862638"/>
            <a:ext cx="238125" cy="147637"/>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7" name="Rectangle 176"/>
          <p:cNvSpPr/>
          <p:nvPr/>
        </p:nvSpPr>
        <p:spPr>
          <a:xfrm flipV="1">
            <a:off x="3570288" y="5667375"/>
            <a:ext cx="282575" cy="277813"/>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0" name="Rectangle 179"/>
          <p:cNvSpPr/>
          <p:nvPr/>
        </p:nvSpPr>
        <p:spPr>
          <a:xfrm>
            <a:off x="4083050" y="5470525"/>
            <a:ext cx="244475" cy="493713"/>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5" name="Rectangle 194"/>
          <p:cNvSpPr/>
          <p:nvPr/>
        </p:nvSpPr>
        <p:spPr>
          <a:xfrm>
            <a:off x="4594225" y="5259388"/>
            <a:ext cx="255588" cy="704850"/>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6" name="Rectangle 195"/>
          <p:cNvSpPr/>
          <p:nvPr/>
        </p:nvSpPr>
        <p:spPr>
          <a:xfrm>
            <a:off x="5170488" y="5568950"/>
            <a:ext cx="266700" cy="395288"/>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7" name="Rectangle 196"/>
          <p:cNvSpPr/>
          <p:nvPr/>
        </p:nvSpPr>
        <p:spPr>
          <a:xfrm>
            <a:off x="5618163" y="5781675"/>
            <a:ext cx="276225" cy="182563"/>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8" name="Rectangle 197"/>
          <p:cNvSpPr/>
          <p:nvPr/>
        </p:nvSpPr>
        <p:spPr>
          <a:xfrm>
            <a:off x="6113463" y="5892800"/>
            <a:ext cx="227012" cy="71438"/>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9" name="Rectangle 198"/>
          <p:cNvSpPr/>
          <p:nvPr/>
        </p:nvSpPr>
        <p:spPr>
          <a:xfrm>
            <a:off x="6542088" y="5892800"/>
            <a:ext cx="228600" cy="7143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0" name="Rectangle 199"/>
          <p:cNvSpPr/>
          <p:nvPr/>
        </p:nvSpPr>
        <p:spPr>
          <a:xfrm>
            <a:off x="7005638" y="5892800"/>
            <a:ext cx="228600" cy="71438"/>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1" name="Rectangle 200"/>
          <p:cNvSpPr/>
          <p:nvPr/>
        </p:nvSpPr>
        <p:spPr>
          <a:xfrm>
            <a:off x="7435850" y="5892800"/>
            <a:ext cx="227013" cy="7143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2" name="Rectangle 201"/>
          <p:cNvSpPr/>
          <p:nvPr/>
        </p:nvSpPr>
        <p:spPr>
          <a:xfrm>
            <a:off x="7897813" y="5892800"/>
            <a:ext cx="228600" cy="71438"/>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6" name="Rectangle 85"/>
          <p:cNvSpPr/>
          <p:nvPr/>
        </p:nvSpPr>
        <p:spPr>
          <a:xfrm>
            <a:off x="1257300" y="5911850"/>
            <a:ext cx="163513" cy="327025"/>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8" name="Rectangle 97"/>
          <p:cNvSpPr/>
          <p:nvPr/>
        </p:nvSpPr>
        <p:spPr>
          <a:xfrm>
            <a:off x="1698625" y="5926138"/>
            <a:ext cx="179388" cy="492125"/>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9" name="Rectangle 98"/>
          <p:cNvSpPr/>
          <p:nvPr/>
        </p:nvSpPr>
        <p:spPr>
          <a:xfrm>
            <a:off x="2106613" y="5889625"/>
            <a:ext cx="212725" cy="349250"/>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0" name="Rectangle 99"/>
          <p:cNvSpPr/>
          <p:nvPr/>
        </p:nvSpPr>
        <p:spPr>
          <a:xfrm>
            <a:off x="2574925" y="5889625"/>
            <a:ext cx="184150" cy="201613"/>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2" name="Oval 101"/>
          <p:cNvSpPr/>
          <p:nvPr/>
        </p:nvSpPr>
        <p:spPr>
          <a:xfrm>
            <a:off x="3157538" y="3911600"/>
            <a:ext cx="114300" cy="147638"/>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3" name="Oval 102"/>
          <p:cNvSpPr/>
          <p:nvPr/>
        </p:nvSpPr>
        <p:spPr>
          <a:xfrm>
            <a:off x="4175125" y="3992563"/>
            <a:ext cx="114300" cy="14763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6" name="Oval 105"/>
          <p:cNvSpPr/>
          <p:nvPr/>
        </p:nvSpPr>
        <p:spPr>
          <a:xfrm flipH="1">
            <a:off x="7097713" y="3965575"/>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7" name="Oval 106"/>
          <p:cNvSpPr/>
          <p:nvPr/>
        </p:nvSpPr>
        <p:spPr>
          <a:xfrm flipH="1">
            <a:off x="6667500" y="3965575"/>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8" name="Oval 107"/>
          <p:cNvSpPr/>
          <p:nvPr/>
        </p:nvSpPr>
        <p:spPr>
          <a:xfrm flipH="1">
            <a:off x="6237288" y="3965575"/>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9" name="Oval 108"/>
          <p:cNvSpPr/>
          <p:nvPr/>
        </p:nvSpPr>
        <p:spPr>
          <a:xfrm flipH="1">
            <a:off x="6199188" y="3868738"/>
            <a:ext cx="114300" cy="146050"/>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0" name="Oval 109"/>
          <p:cNvSpPr/>
          <p:nvPr/>
        </p:nvSpPr>
        <p:spPr>
          <a:xfrm flipH="1">
            <a:off x="6194425" y="4178300"/>
            <a:ext cx="114300" cy="147638"/>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1" name="Oval 110"/>
          <p:cNvSpPr/>
          <p:nvPr/>
        </p:nvSpPr>
        <p:spPr>
          <a:xfrm flipH="1">
            <a:off x="6205538" y="3687763"/>
            <a:ext cx="114300" cy="14763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2" name="Oval 111"/>
          <p:cNvSpPr/>
          <p:nvPr/>
        </p:nvSpPr>
        <p:spPr>
          <a:xfrm flipH="1">
            <a:off x="5165725" y="3933825"/>
            <a:ext cx="114300" cy="146050"/>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4" name="Oval 113"/>
          <p:cNvSpPr/>
          <p:nvPr/>
        </p:nvSpPr>
        <p:spPr>
          <a:xfrm>
            <a:off x="7108825" y="3965575"/>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5" name="Oval 114"/>
          <p:cNvSpPr/>
          <p:nvPr/>
        </p:nvSpPr>
        <p:spPr>
          <a:xfrm>
            <a:off x="7539038" y="3965575"/>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6" name="Oval 115"/>
          <p:cNvSpPr/>
          <p:nvPr/>
        </p:nvSpPr>
        <p:spPr>
          <a:xfrm>
            <a:off x="7967663" y="3965575"/>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4" name="Group 116"/>
          <p:cNvGrpSpPr>
            <a:grpSpLocks/>
          </p:cNvGrpSpPr>
          <p:nvPr/>
        </p:nvGrpSpPr>
        <p:grpSpPr bwMode="auto">
          <a:xfrm>
            <a:off x="1273175" y="1724025"/>
            <a:ext cx="2994025" cy="146050"/>
            <a:chOff x="1273631" y="791844"/>
            <a:chExt cx="2993619" cy="146957"/>
          </a:xfrm>
        </p:grpSpPr>
        <p:sp>
          <p:nvSpPr>
            <p:cNvPr id="118" name="Oval 117"/>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9" name="Oval 118"/>
            <p:cNvSpPr/>
            <p:nvPr/>
          </p:nvSpPr>
          <p:spPr>
            <a:xfrm>
              <a:off x="1703786"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0" name="Oval 119"/>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1" name="Oval 120"/>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2" name="Oval 121"/>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3" name="Oval 122"/>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4" name="Oval 123"/>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5" name="Group 124"/>
          <p:cNvGrpSpPr>
            <a:grpSpLocks/>
          </p:cNvGrpSpPr>
          <p:nvPr/>
        </p:nvGrpSpPr>
        <p:grpSpPr bwMode="auto">
          <a:xfrm flipH="1">
            <a:off x="4152900" y="1712913"/>
            <a:ext cx="2994025" cy="146050"/>
            <a:chOff x="1273631" y="791844"/>
            <a:chExt cx="2993619" cy="146957"/>
          </a:xfrm>
        </p:grpSpPr>
        <p:sp>
          <p:nvSpPr>
            <p:cNvPr id="126" name="Oval 125"/>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7" name="Oval 126"/>
            <p:cNvSpPr/>
            <p:nvPr/>
          </p:nvSpPr>
          <p:spPr>
            <a:xfrm>
              <a:off x="1703785"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2" name="Oval 131"/>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3" name="Oval 132"/>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7" name="Oval 136"/>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8" name="Oval 137"/>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9" name="Oval 138"/>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140" name="Oval 139"/>
          <p:cNvSpPr/>
          <p:nvPr/>
        </p:nvSpPr>
        <p:spPr>
          <a:xfrm>
            <a:off x="7043738" y="1712913"/>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1" name="Oval 140"/>
          <p:cNvSpPr/>
          <p:nvPr/>
        </p:nvSpPr>
        <p:spPr>
          <a:xfrm>
            <a:off x="7472363" y="1712913"/>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2" name="Oval 141"/>
          <p:cNvSpPr/>
          <p:nvPr/>
        </p:nvSpPr>
        <p:spPr>
          <a:xfrm>
            <a:off x="7902575" y="171291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Tree>
    <p:extLst>
      <p:ext uri="{BB962C8B-B14F-4D97-AF65-F5344CB8AC3E}">
        <p14:creationId xmlns:p14="http://schemas.microsoft.com/office/powerpoint/2010/main" val="39964296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26"/>
          <p:cNvGrpSpPr>
            <a:grpSpLocks/>
          </p:cNvGrpSpPr>
          <p:nvPr/>
        </p:nvGrpSpPr>
        <p:grpSpPr bwMode="auto">
          <a:xfrm>
            <a:off x="1306513" y="1584325"/>
            <a:ext cx="6672262" cy="3919538"/>
            <a:chOff x="1306287" y="-38122"/>
            <a:chExt cx="6673061" cy="3918857"/>
          </a:xfrm>
        </p:grpSpPr>
        <p:cxnSp>
          <p:nvCxnSpPr>
            <p:cNvPr id="128" name="Straight Connector 127"/>
            <p:cNvCxnSpPr/>
            <p:nvPr/>
          </p:nvCxnSpPr>
          <p:spPr>
            <a:xfrm rot="16200000" flipH="1">
              <a:off x="-636471"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p:cNvCxnSpPr/>
            <p:nvPr/>
          </p:nvCxnSpPr>
          <p:spPr>
            <a:xfrm rot="16200000" flipH="1">
              <a:off x="-190330" y="1904636"/>
              <a:ext cx="3918857" cy="33342"/>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129"/>
            <p:cNvCxnSpPr/>
            <p:nvPr/>
          </p:nvCxnSpPr>
          <p:spPr>
            <a:xfrm rot="16200000" flipH="1">
              <a:off x="223263"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1" name="Straight Connector 130"/>
            <p:cNvCxnSpPr/>
            <p:nvPr/>
          </p:nvCxnSpPr>
          <p:spPr>
            <a:xfrm rot="16200000" flipH="1">
              <a:off x="734500"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p:cNvCxnSpPr/>
            <p:nvPr/>
          </p:nvCxnSpPr>
          <p:spPr>
            <a:xfrm rot="16200000" flipH="1">
              <a:off x="1246530"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rot="16200000" flipH="1">
              <a:off x="170934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p:cNvCxnSpPr/>
            <p:nvPr/>
          </p:nvCxnSpPr>
          <p:spPr>
            <a:xfrm rot="16200000" flipH="1">
              <a:off x="2253125"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4" name="Straight Connector 143"/>
            <p:cNvCxnSpPr/>
            <p:nvPr/>
          </p:nvCxnSpPr>
          <p:spPr>
            <a:xfrm rot="16200000" flipH="1">
              <a:off x="2781032"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8" name="Straight Connector 147"/>
            <p:cNvCxnSpPr/>
            <p:nvPr/>
          </p:nvCxnSpPr>
          <p:spPr>
            <a:xfrm rot="16200000" flipH="1">
              <a:off x="3276391"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p:cNvCxnSpPr/>
            <p:nvPr/>
          </p:nvCxnSpPr>
          <p:spPr>
            <a:xfrm rot="16200000" flipH="1">
              <a:off x="3755873"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0" name="Straight Connector 149"/>
            <p:cNvCxnSpPr/>
            <p:nvPr/>
          </p:nvCxnSpPr>
          <p:spPr>
            <a:xfrm rot="16200000" flipH="1">
              <a:off x="4267110"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1" name="Straight Connector 150"/>
            <p:cNvCxnSpPr/>
            <p:nvPr/>
          </p:nvCxnSpPr>
          <p:spPr>
            <a:xfrm rot="16200000" flipH="1">
              <a:off x="4697374"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2" name="Straight Connector 151"/>
            <p:cNvCxnSpPr/>
            <p:nvPr/>
          </p:nvCxnSpPr>
          <p:spPr>
            <a:xfrm rot="16200000" flipH="1">
              <a:off x="5143515"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p:cNvCxnSpPr/>
            <p:nvPr/>
          </p:nvCxnSpPr>
          <p:spPr>
            <a:xfrm rot="16200000" flipH="1">
              <a:off x="5589656" y="1905430"/>
              <a:ext cx="3918857" cy="3175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54" name="Straight Connector 153"/>
            <p:cNvCxnSpPr/>
            <p:nvPr/>
          </p:nvCxnSpPr>
          <p:spPr>
            <a:xfrm rot="16200000" flipH="1">
              <a:off x="6003250" y="1904636"/>
              <a:ext cx="3918857" cy="33341"/>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sp>
        <p:nvSpPr>
          <p:cNvPr id="479234" name="Rectangle 41"/>
          <p:cNvSpPr>
            <a:spLocks noChangeArrowheads="1"/>
          </p:cNvSpPr>
          <p:nvPr/>
        </p:nvSpPr>
        <p:spPr bwMode="auto">
          <a:xfrm>
            <a:off x="2530475" y="3605213"/>
            <a:ext cx="2901950" cy="831850"/>
          </a:xfrm>
          <a:prstGeom prst="rect">
            <a:avLst/>
          </a:prstGeom>
          <a:solidFill>
            <a:schemeClr val="accent1"/>
          </a:solidFill>
          <a:ln w="9525">
            <a:noFill/>
            <a:miter lim="800000"/>
            <a:headEnd/>
            <a:tailEnd/>
          </a:ln>
        </p:spPr>
        <p:txBody>
          <a:bodyPr wrap="none" anchor="ctr"/>
          <a:lstStyle/>
          <a:p>
            <a:endParaRPr lang="en-US" dirty="0"/>
          </a:p>
        </p:txBody>
      </p:sp>
      <p:sp>
        <p:nvSpPr>
          <p:cNvPr id="479235" name="Rectangle 41"/>
          <p:cNvSpPr>
            <a:spLocks noChangeArrowheads="1"/>
          </p:cNvSpPr>
          <p:nvPr/>
        </p:nvSpPr>
        <p:spPr bwMode="auto">
          <a:xfrm>
            <a:off x="587375" y="2108200"/>
            <a:ext cx="7691438" cy="831850"/>
          </a:xfrm>
          <a:prstGeom prst="rect">
            <a:avLst/>
          </a:prstGeom>
          <a:solidFill>
            <a:schemeClr val="accent1"/>
          </a:solidFill>
          <a:ln w="9525">
            <a:noFill/>
            <a:miter lim="800000"/>
            <a:headEnd/>
            <a:tailEnd/>
          </a:ln>
        </p:spPr>
        <p:txBody>
          <a:bodyPr wrap="none" anchor="ctr"/>
          <a:lstStyle/>
          <a:p>
            <a:endParaRPr lang="en-US" dirty="0"/>
          </a:p>
        </p:txBody>
      </p:sp>
      <p:sp>
        <p:nvSpPr>
          <p:cNvPr id="97" name="Rectangle 39"/>
          <p:cNvSpPr>
            <a:spLocks noChangeArrowheads="1"/>
          </p:cNvSpPr>
          <p:nvPr/>
        </p:nvSpPr>
        <p:spPr bwMode="auto">
          <a:xfrm>
            <a:off x="2671763" y="2103438"/>
            <a:ext cx="2986087" cy="83185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9237" name="Rectangle 42"/>
          <p:cNvSpPr>
            <a:spLocks noChangeArrowheads="1"/>
          </p:cNvSpPr>
          <p:nvPr/>
        </p:nvSpPr>
        <p:spPr bwMode="auto">
          <a:xfrm>
            <a:off x="531813" y="2009775"/>
            <a:ext cx="7727950" cy="1317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9238" name="Rectangle 43"/>
          <p:cNvSpPr>
            <a:spLocks noChangeArrowheads="1"/>
          </p:cNvSpPr>
          <p:nvPr/>
        </p:nvSpPr>
        <p:spPr bwMode="auto">
          <a:xfrm>
            <a:off x="531813" y="2905125"/>
            <a:ext cx="7727950" cy="133350"/>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479239" name="Rectangle 44"/>
          <p:cNvSpPr>
            <a:spLocks noChangeArrowheads="1"/>
          </p:cNvSpPr>
          <p:nvPr/>
        </p:nvSpPr>
        <p:spPr bwMode="auto">
          <a:xfrm>
            <a:off x="-620713" y="2357438"/>
            <a:ext cx="1000126" cy="300037"/>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9240" name="Rectangle 45"/>
          <p:cNvSpPr>
            <a:spLocks noChangeArrowheads="1"/>
          </p:cNvSpPr>
          <p:nvPr/>
        </p:nvSpPr>
        <p:spPr bwMode="auto">
          <a:xfrm>
            <a:off x="379413" y="2108200"/>
            <a:ext cx="214312"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0" name="Rectangle 39"/>
          <p:cNvSpPr>
            <a:spLocks noChangeArrowheads="1"/>
          </p:cNvSpPr>
          <p:nvPr/>
        </p:nvSpPr>
        <p:spPr bwMode="auto">
          <a:xfrm>
            <a:off x="0" y="3584575"/>
            <a:ext cx="3055938" cy="80010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479242" name="Rectangle 41"/>
          <p:cNvSpPr>
            <a:spLocks noChangeArrowheads="1"/>
          </p:cNvSpPr>
          <p:nvPr/>
        </p:nvSpPr>
        <p:spPr bwMode="auto">
          <a:xfrm>
            <a:off x="5600700" y="3584575"/>
            <a:ext cx="2633663" cy="830263"/>
          </a:xfrm>
          <a:prstGeom prst="rect">
            <a:avLst/>
          </a:prstGeom>
          <a:solidFill>
            <a:schemeClr val="accent1"/>
          </a:solidFill>
          <a:ln w="9525">
            <a:noFill/>
            <a:miter lim="800000"/>
            <a:headEnd/>
            <a:tailEnd/>
          </a:ln>
        </p:spPr>
        <p:txBody>
          <a:bodyPr wrap="none" anchor="ctr"/>
          <a:lstStyle/>
          <a:p>
            <a:endParaRPr lang="en-US" dirty="0"/>
          </a:p>
        </p:txBody>
      </p:sp>
      <p:sp>
        <p:nvSpPr>
          <p:cNvPr id="143" name="Rectangle 39"/>
          <p:cNvSpPr>
            <a:spLocks noChangeArrowheads="1"/>
          </p:cNvSpPr>
          <p:nvPr/>
        </p:nvSpPr>
        <p:spPr bwMode="auto">
          <a:xfrm>
            <a:off x="4795838" y="3573463"/>
            <a:ext cx="2984500" cy="830262"/>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113" name="Rectangle 112"/>
          <p:cNvSpPr/>
          <p:nvPr/>
        </p:nvSpPr>
        <p:spPr>
          <a:xfrm>
            <a:off x="0" y="3576638"/>
            <a:ext cx="1524000" cy="8175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9245" name="Rectangle 44"/>
          <p:cNvSpPr>
            <a:spLocks noChangeArrowheads="1"/>
          </p:cNvSpPr>
          <p:nvPr/>
        </p:nvSpPr>
        <p:spPr bwMode="auto">
          <a:xfrm>
            <a:off x="407352" y="3833813"/>
            <a:ext cx="998538" cy="298450"/>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479246" name="Rectangle 45"/>
          <p:cNvSpPr>
            <a:spLocks noChangeArrowheads="1"/>
          </p:cNvSpPr>
          <p:nvPr/>
        </p:nvSpPr>
        <p:spPr bwMode="auto">
          <a:xfrm>
            <a:off x="1405890" y="3584575"/>
            <a:ext cx="214313"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endParaRPr lang="en-US" dirty="0"/>
          </a:p>
        </p:txBody>
      </p:sp>
      <p:sp>
        <p:nvSpPr>
          <p:cNvPr id="67" name="Oval 66"/>
          <p:cNvSpPr/>
          <p:nvPr/>
        </p:nvSpPr>
        <p:spPr>
          <a:xfrm>
            <a:off x="1752600" y="4014788"/>
            <a:ext cx="114300" cy="14763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8" name="Oval 67"/>
          <p:cNvSpPr/>
          <p:nvPr/>
        </p:nvSpPr>
        <p:spPr>
          <a:xfrm>
            <a:off x="1776413" y="3846513"/>
            <a:ext cx="114300" cy="14763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9" name="Oval 68"/>
          <p:cNvSpPr/>
          <p:nvPr/>
        </p:nvSpPr>
        <p:spPr>
          <a:xfrm>
            <a:off x="1765300" y="366871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9250" name="Rectangle 43"/>
          <p:cNvSpPr>
            <a:spLocks noChangeArrowheads="1"/>
          </p:cNvSpPr>
          <p:nvPr/>
        </p:nvSpPr>
        <p:spPr bwMode="auto">
          <a:xfrm>
            <a:off x="488950" y="4381500"/>
            <a:ext cx="7726363" cy="1317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56" name="Oval 155"/>
          <p:cNvSpPr/>
          <p:nvPr/>
        </p:nvSpPr>
        <p:spPr>
          <a:xfrm>
            <a:off x="1785938" y="4241800"/>
            <a:ext cx="114300" cy="146050"/>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479252" name="Rectangle 42"/>
          <p:cNvSpPr>
            <a:spLocks noChangeArrowheads="1"/>
          </p:cNvSpPr>
          <p:nvPr/>
        </p:nvSpPr>
        <p:spPr bwMode="auto">
          <a:xfrm>
            <a:off x="488950" y="3484563"/>
            <a:ext cx="7726363" cy="131762"/>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79" name="Oval 78"/>
          <p:cNvSpPr/>
          <p:nvPr/>
        </p:nvSpPr>
        <p:spPr>
          <a:xfrm>
            <a:off x="1806575" y="2632075"/>
            <a:ext cx="114300" cy="147638"/>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0" name="Oval 79"/>
          <p:cNvSpPr/>
          <p:nvPr/>
        </p:nvSpPr>
        <p:spPr>
          <a:xfrm>
            <a:off x="2255838" y="2528888"/>
            <a:ext cx="114300" cy="14763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1" name="Oval 80"/>
          <p:cNvSpPr/>
          <p:nvPr/>
        </p:nvSpPr>
        <p:spPr>
          <a:xfrm>
            <a:off x="2128838" y="220821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2" name="Oval 81"/>
          <p:cNvSpPr/>
          <p:nvPr/>
        </p:nvSpPr>
        <p:spPr>
          <a:xfrm>
            <a:off x="3946525" y="2486025"/>
            <a:ext cx="114300" cy="146050"/>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3" name="Oval 82"/>
          <p:cNvSpPr/>
          <p:nvPr/>
        </p:nvSpPr>
        <p:spPr>
          <a:xfrm>
            <a:off x="4114800" y="2289175"/>
            <a:ext cx="114300" cy="147638"/>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4" name="Oval 83"/>
          <p:cNvSpPr/>
          <p:nvPr/>
        </p:nvSpPr>
        <p:spPr>
          <a:xfrm>
            <a:off x="4119563" y="2665413"/>
            <a:ext cx="114300" cy="14605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5" name="Oval 84"/>
          <p:cNvSpPr/>
          <p:nvPr/>
        </p:nvSpPr>
        <p:spPr>
          <a:xfrm>
            <a:off x="4195763" y="2468563"/>
            <a:ext cx="114300" cy="14763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3" name="Group 159"/>
          <p:cNvGrpSpPr>
            <a:grpSpLocks/>
          </p:cNvGrpSpPr>
          <p:nvPr/>
        </p:nvGrpSpPr>
        <p:grpSpPr bwMode="auto">
          <a:xfrm flipH="1">
            <a:off x="4195763" y="2459038"/>
            <a:ext cx="2994025" cy="146050"/>
            <a:chOff x="1273631" y="791844"/>
            <a:chExt cx="2993619" cy="146957"/>
          </a:xfrm>
        </p:grpSpPr>
        <p:sp>
          <p:nvSpPr>
            <p:cNvPr id="87" name="Oval 86"/>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8" name="Oval 87"/>
            <p:cNvSpPr/>
            <p:nvPr/>
          </p:nvSpPr>
          <p:spPr>
            <a:xfrm>
              <a:off x="1703786"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9" name="Oval 88"/>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0" name="Oval 89"/>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1" name="Oval 90"/>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2" name="Oval 91"/>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3" name="Oval 92"/>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94" name="Oval 93"/>
          <p:cNvSpPr/>
          <p:nvPr/>
        </p:nvSpPr>
        <p:spPr>
          <a:xfrm>
            <a:off x="7086600" y="2459038"/>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5" name="Oval 94"/>
          <p:cNvSpPr/>
          <p:nvPr/>
        </p:nvSpPr>
        <p:spPr>
          <a:xfrm>
            <a:off x="7516813" y="2459038"/>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6" name="Oval 95"/>
          <p:cNvSpPr/>
          <p:nvPr/>
        </p:nvSpPr>
        <p:spPr>
          <a:xfrm>
            <a:off x="7947025" y="2459038"/>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cxnSp>
        <p:nvCxnSpPr>
          <p:cNvPr id="155" name="Straight Connector 154"/>
          <p:cNvCxnSpPr/>
          <p:nvPr/>
        </p:nvCxnSpPr>
        <p:spPr>
          <a:xfrm>
            <a:off x="652463" y="5915025"/>
            <a:ext cx="7839075" cy="15875"/>
          </a:xfrm>
          <a:prstGeom prst="line">
            <a:avLst/>
          </a:prstGeom>
        </p:spPr>
        <p:style>
          <a:lnRef idx="1">
            <a:schemeClr val="accent1"/>
          </a:lnRef>
          <a:fillRef idx="0">
            <a:schemeClr val="accent1"/>
          </a:fillRef>
          <a:effectRef idx="0">
            <a:schemeClr val="accent1"/>
          </a:effectRef>
          <a:fontRef idx="minor">
            <a:schemeClr val="tx1"/>
          </a:fontRef>
        </p:style>
      </p:cxnSp>
      <p:sp>
        <p:nvSpPr>
          <p:cNvPr id="173" name="Rectangle 172"/>
          <p:cNvSpPr/>
          <p:nvPr/>
        </p:nvSpPr>
        <p:spPr>
          <a:xfrm>
            <a:off x="3092450" y="5862638"/>
            <a:ext cx="238125" cy="750887"/>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7" name="Rectangle 176"/>
          <p:cNvSpPr/>
          <p:nvPr/>
        </p:nvSpPr>
        <p:spPr>
          <a:xfrm>
            <a:off x="3570288" y="5945188"/>
            <a:ext cx="266700" cy="473075"/>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0" name="Rectangle 179"/>
          <p:cNvSpPr/>
          <p:nvPr/>
        </p:nvSpPr>
        <p:spPr>
          <a:xfrm flipV="1">
            <a:off x="4083050" y="5964238"/>
            <a:ext cx="276225" cy="225425"/>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5" name="Rectangle 194"/>
          <p:cNvSpPr/>
          <p:nvPr/>
        </p:nvSpPr>
        <p:spPr>
          <a:xfrm>
            <a:off x="4594225" y="5880100"/>
            <a:ext cx="239713" cy="100013"/>
          </a:xfrm>
          <a:prstGeom prst="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6" name="Rectangle 195"/>
          <p:cNvSpPr/>
          <p:nvPr/>
        </p:nvSpPr>
        <p:spPr>
          <a:xfrm>
            <a:off x="5170488" y="5781675"/>
            <a:ext cx="266700" cy="182563"/>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7" name="Rectangle 196"/>
          <p:cNvSpPr/>
          <p:nvPr/>
        </p:nvSpPr>
        <p:spPr>
          <a:xfrm>
            <a:off x="5618163" y="5454650"/>
            <a:ext cx="260350" cy="509588"/>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8" name="Rectangle 197"/>
          <p:cNvSpPr/>
          <p:nvPr/>
        </p:nvSpPr>
        <p:spPr>
          <a:xfrm>
            <a:off x="6113463" y="5259388"/>
            <a:ext cx="188912" cy="704850"/>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9" name="Rectangle 198"/>
          <p:cNvSpPr/>
          <p:nvPr/>
        </p:nvSpPr>
        <p:spPr>
          <a:xfrm>
            <a:off x="6542088" y="5503863"/>
            <a:ext cx="234950" cy="460375"/>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0" name="Rectangle 199"/>
          <p:cNvSpPr/>
          <p:nvPr/>
        </p:nvSpPr>
        <p:spPr>
          <a:xfrm flipV="1">
            <a:off x="7005638" y="5727700"/>
            <a:ext cx="276225" cy="193675"/>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1" name="Rectangle 200"/>
          <p:cNvSpPr/>
          <p:nvPr/>
        </p:nvSpPr>
        <p:spPr>
          <a:xfrm>
            <a:off x="7435850" y="5892800"/>
            <a:ext cx="227013" cy="71438"/>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2" name="Rectangle 201"/>
          <p:cNvSpPr/>
          <p:nvPr/>
        </p:nvSpPr>
        <p:spPr>
          <a:xfrm>
            <a:off x="7897813" y="5892800"/>
            <a:ext cx="228600" cy="71438"/>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6" name="Rectangle 85"/>
          <p:cNvSpPr/>
          <p:nvPr/>
        </p:nvSpPr>
        <p:spPr>
          <a:xfrm flipV="1">
            <a:off x="1257300" y="5716588"/>
            <a:ext cx="276225" cy="201612"/>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8" name="Rectangle 97"/>
          <p:cNvSpPr/>
          <p:nvPr/>
        </p:nvSpPr>
        <p:spPr>
          <a:xfrm>
            <a:off x="1698625" y="5894388"/>
            <a:ext cx="254000" cy="90487"/>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9" name="Rectangle 98"/>
          <p:cNvSpPr/>
          <p:nvPr/>
        </p:nvSpPr>
        <p:spPr>
          <a:xfrm>
            <a:off x="2106613" y="5889625"/>
            <a:ext cx="228600" cy="266700"/>
          </a:xfrm>
          <a:prstGeom prst="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0" name="Rectangle 99"/>
          <p:cNvSpPr/>
          <p:nvPr/>
        </p:nvSpPr>
        <p:spPr>
          <a:xfrm>
            <a:off x="2574925" y="5889625"/>
            <a:ext cx="315913" cy="561975"/>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2" name="Oval 101"/>
          <p:cNvSpPr/>
          <p:nvPr/>
        </p:nvSpPr>
        <p:spPr>
          <a:xfrm>
            <a:off x="5654675" y="3944938"/>
            <a:ext cx="114300" cy="14605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3" name="Oval 102"/>
          <p:cNvSpPr/>
          <p:nvPr/>
        </p:nvSpPr>
        <p:spPr>
          <a:xfrm>
            <a:off x="4632325" y="3927475"/>
            <a:ext cx="114300" cy="14763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7" name="Oval 106"/>
          <p:cNvSpPr/>
          <p:nvPr/>
        </p:nvSpPr>
        <p:spPr>
          <a:xfrm flipH="1">
            <a:off x="7548563" y="4162425"/>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8" name="Oval 107"/>
          <p:cNvSpPr/>
          <p:nvPr/>
        </p:nvSpPr>
        <p:spPr>
          <a:xfrm flipH="1">
            <a:off x="7494588" y="3687763"/>
            <a:ext cx="114300" cy="14763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9" name="Oval 108"/>
          <p:cNvSpPr/>
          <p:nvPr/>
        </p:nvSpPr>
        <p:spPr>
          <a:xfrm flipH="1">
            <a:off x="6705600" y="3900488"/>
            <a:ext cx="114300" cy="14763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0" name="Oval 109"/>
          <p:cNvSpPr/>
          <p:nvPr/>
        </p:nvSpPr>
        <p:spPr>
          <a:xfrm flipH="1">
            <a:off x="1851025" y="4057650"/>
            <a:ext cx="114300" cy="14605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1" name="Oval 110"/>
          <p:cNvSpPr/>
          <p:nvPr/>
        </p:nvSpPr>
        <p:spPr>
          <a:xfrm flipH="1">
            <a:off x="2613025" y="3946525"/>
            <a:ext cx="114300" cy="14763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2" name="Oval 111"/>
          <p:cNvSpPr/>
          <p:nvPr/>
        </p:nvSpPr>
        <p:spPr>
          <a:xfrm flipH="1">
            <a:off x="3581400" y="3970338"/>
            <a:ext cx="114300" cy="146050"/>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4" name="Oval 113"/>
          <p:cNvSpPr/>
          <p:nvPr/>
        </p:nvSpPr>
        <p:spPr>
          <a:xfrm>
            <a:off x="7631113" y="3802063"/>
            <a:ext cx="114300" cy="14763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5" name="Oval 114"/>
          <p:cNvSpPr/>
          <p:nvPr/>
        </p:nvSpPr>
        <p:spPr>
          <a:xfrm>
            <a:off x="7539038" y="3965575"/>
            <a:ext cx="114300" cy="147638"/>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6" name="Oval 115"/>
          <p:cNvSpPr/>
          <p:nvPr/>
        </p:nvSpPr>
        <p:spPr>
          <a:xfrm>
            <a:off x="7967663" y="3965575"/>
            <a:ext cx="114300" cy="147638"/>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4" name="Group 116"/>
          <p:cNvGrpSpPr>
            <a:grpSpLocks/>
          </p:cNvGrpSpPr>
          <p:nvPr/>
        </p:nvGrpSpPr>
        <p:grpSpPr bwMode="auto">
          <a:xfrm>
            <a:off x="1273175" y="1724025"/>
            <a:ext cx="2994025" cy="146050"/>
            <a:chOff x="1273631" y="791844"/>
            <a:chExt cx="2993619" cy="146957"/>
          </a:xfrm>
        </p:grpSpPr>
        <p:sp>
          <p:nvSpPr>
            <p:cNvPr id="118" name="Oval 117"/>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9" name="Oval 118"/>
            <p:cNvSpPr/>
            <p:nvPr/>
          </p:nvSpPr>
          <p:spPr>
            <a:xfrm>
              <a:off x="1703786"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0" name="Oval 119"/>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1" name="Oval 120"/>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2" name="Oval 121"/>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3" name="Oval 122"/>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4" name="Oval 123"/>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grpSp>
        <p:nvGrpSpPr>
          <p:cNvPr id="5" name="Group 124"/>
          <p:cNvGrpSpPr>
            <a:grpSpLocks/>
          </p:cNvGrpSpPr>
          <p:nvPr/>
        </p:nvGrpSpPr>
        <p:grpSpPr bwMode="auto">
          <a:xfrm flipH="1">
            <a:off x="4152900" y="1712913"/>
            <a:ext cx="2994025" cy="146050"/>
            <a:chOff x="1273631" y="791844"/>
            <a:chExt cx="2993619" cy="146957"/>
          </a:xfrm>
        </p:grpSpPr>
        <p:sp>
          <p:nvSpPr>
            <p:cNvPr id="126" name="Oval 125"/>
            <p:cNvSpPr/>
            <p:nvPr/>
          </p:nvSpPr>
          <p:spPr>
            <a:xfrm>
              <a:off x="1273631" y="791844"/>
              <a:ext cx="114285" cy="146957"/>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7" name="Oval 126"/>
            <p:cNvSpPr/>
            <p:nvPr/>
          </p:nvSpPr>
          <p:spPr>
            <a:xfrm>
              <a:off x="1703785" y="791844"/>
              <a:ext cx="114285" cy="146957"/>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2" name="Oval 131"/>
            <p:cNvSpPr/>
            <p:nvPr/>
          </p:nvSpPr>
          <p:spPr>
            <a:xfrm>
              <a:off x="2133939" y="791844"/>
              <a:ext cx="114285" cy="14695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3" name="Oval 132"/>
            <p:cNvSpPr/>
            <p:nvPr/>
          </p:nvSpPr>
          <p:spPr>
            <a:xfrm>
              <a:off x="2645045" y="791844"/>
              <a:ext cx="114285" cy="146957"/>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7" name="Oval 136"/>
            <p:cNvSpPr/>
            <p:nvPr/>
          </p:nvSpPr>
          <p:spPr>
            <a:xfrm>
              <a:off x="3140278" y="791844"/>
              <a:ext cx="114285" cy="146957"/>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8" name="Oval 137"/>
            <p:cNvSpPr/>
            <p:nvPr/>
          </p:nvSpPr>
          <p:spPr>
            <a:xfrm>
              <a:off x="3619638" y="791844"/>
              <a:ext cx="114285" cy="1469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9" name="Oval 138"/>
            <p:cNvSpPr/>
            <p:nvPr/>
          </p:nvSpPr>
          <p:spPr>
            <a:xfrm>
              <a:off x="4152965" y="791844"/>
              <a:ext cx="114285" cy="146957"/>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sp>
        <p:nvSpPr>
          <p:cNvPr id="140" name="Oval 139"/>
          <p:cNvSpPr/>
          <p:nvPr/>
        </p:nvSpPr>
        <p:spPr>
          <a:xfrm>
            <a:off x="7043738" y="1712913"/>
            <a:ext cx="114300" cy="146050"/>
          </a:xfrm>
          <a:prstGeom prst="ellipse">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1" name="Oval 140"/>
          <p:cNvSpPr/>
          <p:nvPr/>
        </p:nvSpPr>
        <p:spPr>
          <a:xfrm>
            <a:off x="7472363" y="1712913"/>
            <a:ext cx="114300" cy="14605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2" name="Oval 141"/>
          <p:cNvSpPr/>
          <p:nvPr/>
        </p:nvSpPr>
        <p:spPr>
          <a:xfrm>
            <a:off x="7902575" y="1712913"/>
            <a:ext cx="114300" cy="146050"/>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Tree>
    <p:extLst>
      <p:ext uri="{BB962C8B-B14F-4D97-AF65-F5344CB8AC3E}">
        <p14:creationId xmlns:p14="http://schemas.microsoft.com/office/powerpoint/2010/main" val="330518078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223.2.8.1</a:t>
            </a:r>
          </a:p>
        </p:txBody>
      </p:sp>
      <p:sp>
        <p:nvSpPr>
          <p:cNvPr id="3" name="Content Placeholder 2"/>
          <p:cNvSpPr>
            <a:spLocks noGrp="1"/>
          </p:cNvSpPr>
          <p:nvPr>
            <p:ph idx="1"/>
          </p:nvPr>
        </p:nvSpPr>
        <p:spPr>
          <a:xfrm>
            <a:off x="457200" y="3251200"/>
            <a:ext cx="8229600" cy="3396343"/>
          </a:xfrm>
        </p:spPr>
        <p:txBody>
          <a:bodyPr>
            <a:normAutofit fontScale="77500" lnSpcReduction="20000"/>
          </a:bodyPr>
          <a:lstStyle/>
          <a:p>
            <a:pPr marL="0" indent="0">
              <a:buNone/>
            </a:pPr>
            <a:r>
              <a:rPr lang="en-US" dirty="0"/>
              <a:t>In the displacement graph for a sound wave shown above. What does the light green bar represent?</a:t>
            </a:r>
          </a:p>
          <a:p>
            <a:pPr marL="514350" indent="-514350">
              <a:buAutoNum type="alphaLcParenR"/>
            </a:pPr>
            <a:r>
              <a:rPr lang="en-US" dirty="0"/>
              <a:t>The particle that was at this position has moved to the left</a:t>
            </a:r>
          </a:p>
          <a:p>
            <a:pPr marL="514350" indent="-514350">
              <a:buAutoNum type="alphaLcParenR"/>
            </a:pPr>
            <a:r>
              <a:rPr lang="en-US" dirty="0"/>
              <a:t>The particle that was at this position has moved to the right</a:t>
            </a:r>
          </a:p>
          <a:p>
            <a:pPr marL="514350" indent="-514350">
              <a:buAutoNum type="alphaLcParenR"/>
            </a:pPr>
            <a:r>
              <a:rPr lang="en-US" dirty="0"/>
              <a:t>The particle that was once where the pink bar is has moved to where the light green bar is</a:t>
            </a:r>
          </a:p>
          <a:p>
            <a:pPr marL="514350" indent="-514350">
              <a:buFont typeface="Arial" pitchFamily="34" charset="0"/>
              <a:buAutoNum type="alphaLcParenR"/>
            </a:pPr>
            <a:r>
              <a:rPr lang="en-US" dirty="0"/>
              <a:t>The particle that was once where the blue bar is has moved to where the light green bar is</a:t>
            </a:r>
          </a:p>
          <a:p>
            <a:pPr marL="514350" indent="-514350">
              <a:buAutoNum type="alphaLcParenR"/>
            </a:pPr>
            <a:endParaRPr lang="en-US" dirty="0"/>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46</a:t>
            </a:fld>
            <a:endParaRPr lang="en-US"/>
          </a:p>
        </p:txBody>
      </p:sp>
      <p:cxnSp>
        <p:nvCxnSpPr>
          <p:cNvPr id="5" name="Straight Connector 4"/>
          <p:cNvCxnSpPr/>
          <p:nvPr/>
        </p:nvCxnSpPr>
        <p:spPr>
          <a:xfrm>
            <a:off x="628419" y="2300967"/>
            <a:ext cx="7839075" cy="15875"/>
          </a:xfrm>
          <a:prstGeom prst="line">
            <a:avLst/>
          </a:prstGeom>
        </p:spPr>
        <p:style>
          <a:lnRef idx="1">
            <a:schemeClr val="accent1"/>
          </a:lnRef>
          <a:fillRef idx="0">
            <a:schemeClr val="accent1"/>
          </a:fillRef>
          <a:effectRef idx="0">
            <a:schemeClr val="accent1"/>
          </a:effectRef>
          <a:fontRef idx="minor">
            <a:schemeClr val="tx1"/>
          </a:fontRef>
        </p:style>
      </p:cxnSp>
      <p:sp>
        <p:nvSpPr>
          <p:cNvPr id="6" name="Rectangle 5"/>
          <p:cNvSpPr/>
          <p:nvPr/>
        </p:nvSpPr>
        <p:spPr>
          <a:xfrm>
            <a:off x="3068406" y="2247518"/>
            <a:ext cx="238125" cy="750887"/>
          </a:xfrm>
          <a:prstGeom prst="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7" name="Rectangle 6"/>
          <p:cNvSpPr/>
          <p:nvPr/>
        </p:nvSpPr>
        <p:spPr>
          <a:xfrm>
            <a:off x="3546244" y="2275375"/>
            <a:ext cx="266700" cy="473075"/>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8" name="Rectangle 7"/>
          <p:cNvSpPr/>
          <p:nvPr/>
        </p:nvSpPr>
        <p:spPr>
          <a:xfrm flipV="1">
            <a:off x="4070157" y="2260972"/>
            <a:ext cx="276225" cy="225425"/>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9" name="Rectangle 8"/>
          <p:cNvSpPr/>
          <p:nvPr/>
        </p:nvSpPr>
        <p:spPr>
          <a:xfrm>
            <a:off x="4570181" y="2266042"/>
            <a:ext cx="239713" cy="100013"/>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0" name="Rectangle 9"/>
          <p:cNvSpPr/>
          <p:nvPr/>
        </p:nvSpPr>
        <p:spPr>
          <a:xfrm>
            <a:off x="5146444" y="2167617"/>
            <a:ext cx="266700" cy="182563"/>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1" name="Rectangle 10"/>
          <p:cNvSpPr/>
          <p:nvPr/>
        </p:nvSpPr>
        <p:spPr>
          <a:xfrm>
            <a:off x="5594119" y="1862894"/>
            <a:ext cx="260350" cy="509588"/>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2" name="Rectangle 11"/>
          <p:cNvSpPr/>
          <p:nvPr/>
        </p:nvSpPr>
        <p:spPr>
          <a:xfrm>
            <a:off x="6089419" y="1678783"/>
            <a:ext cx="188912" cy="704850"/>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3" name="Rectangle 12"/>
          <p:cNvSpPr/>
          <p:nvPr/>
        </p:nvSpPr>
        <p:spPr>
          <a:xfrm>
            <a:off x="6518044" y="1919895"/>
            <a:ext cx="234950" cy="460375"/>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4" name="Rectangle 13"/>
          <p:cNvSpPr/>
          <p:nvPr/>
        </p:nvSpPr>
        <p:spPr>
          <a:xfrm flipV="1">
            <a:off x="6981594" y="2169397"/>
            <a:ext cx="276225" cy="193675"/>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5" name="Rectangle 14"/>
          <p:cNvSpPr/>
          <p:nvPr/>
        </p:nvSpPr>
        <p:spPr>
          <a:xfrm>
            <a:off x="7411806" y="2278742"/>
            <a:ext cx="227013" cy="71438"/>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7" name="Rectangle 16"/>
          <p:cNvSpPr/>
          <p:nvPr/>
        </p:nvSpPr>
        <p:spPr>
          <a:xfrm flipV="1">
            <a:off x="1233256" y="2113681"/>
            <a:ext cx="276225" cy="201612"/>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8" name="Rectangle 17"/>
          <p:cNvSpPr/>
          <p:nvPr/>
        </p:nvSpPr>
        <p:spPr>
          <a:xfrm>
            <a:off x="1674581" y="2258028"/>
            <a:ext cx="254000" cy="90487"/>
          </a:xfrm>
          <a:prstGeom prst="rect">
            <a:avLst/>
          </a:prstGeom>
          <a:solidFill>
            <a:srgbClr val="FF0066"/>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19" name="Rectangle 18"/>
          <p:cNvSpPr/>
          <p:nvPr/>
        </p:nvSpPr>
        <p:spPr>
          <a:xfrm>
            <a:off x="2082569" y="2253265"/>
            <a:ext cx="228600" cy="266700"/>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0" name="Rectangle 19"/>
          <p:cNvSpPr/>
          <p:nvPr/>
        </p:nvSpPr>
        <p:spPr>
          <a:xfrm>
            <a:off x="2550881" y="2248840"/>
            <a:ext cx="315913" cy="561975"/>
          </a:xfrm>
          <a:prstGeom prst="rect">
            <a:avLst/>
          </a:prstGeom>
          <a:solidFill>
            <a:schemeClr val="bg1">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21" name="TextBox 20"/>
          <p:cNvSpPr txBox="1"/>
          <p:nvPr/>
        </p:nvSpPr>
        <p:spPr>
          <a:xfrm>
            <a:off x="226918" y="1446150"/>
            <a:ext cx="338554" cy="369332"/>
          </a:xfrm>
          <a:prstGeom prst="rect">
            <a:avLst/>
          </a:prstGeom>
          <a:noFill/>
        </p:spPr>
        <p:txBody>
          <a:bodyPr wrap="none" rtlCol="0">
            <a:spAutoFit/>
          </a:bodyPr>
          <a:lstStyle/>
          <a:p>
            <a:r>
              <a:rPr lang="en-US" dirty="0"/>
              <a:t>S</a:t>
            </a:r>
          </a:p>
        </p:txBody>
      </p:sp>
      <p:sp>
        <p:nvSpPr>
          <p:cNvPr id="22" name="TextBox 21"/>
          <p:cNvSpPr txBox="1"/>
          <p:nvPr/>
        </p:nvSpPr>
        <p:spPr>
          <a:xfrm>
            <a:off x="8174252" y="2439357"/>
            <a:ext cx="300082" cy="369332"/>
          </a:xfrm>
          <a:prstGeom prst="rect">
            <a:avLst/>
          </a:prstGeom>
          <a:noFill/>
        </p:spPr>
        <p:txBody>
          <a:bodyPr wrap="none" rtlCol="0">
            <a:spAutoFit/>
          </a:bodyPr>
          <a:lstStyle/>
          <a:p>
            <a:r>
              <a:rPr lang="en-US" dirty="0"/>
              <a:t>x</a:t>
            </a:r>
          </a:p>
        </p:txBody>
      </p:sp>
      <p:cxnSp>
        <p:nvCxnSpPr>
          <p:cNvPr id="24" name="Straight Connector 23"/>
          <p:cNvCxnSpPr/>
          <p:nvPr/>
        </p:nvCxnSpPr>
        <p:spPr>
          <a:xfrm flipV="1">
            <a:off x="628419" y="1645330"/>
            <a:ext cx="0" cy="633412"/>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9721402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96195" y="303150"/>
            <a:ext cx="8229600" cy="1143000"/>
          </a:xfrm>
        </p:spPr>
        <p:txBody>
          <a:bodyPr/>
          <a:lstStyle/>
          <a:p>
            <a:r>
              <a:rPr lang="en-US" dirty="0"/>
              <a:t>Question 223.2.8.2</a:t>
            </a:r>
          </a:p>
        </p:txBody>
      </p:sp>
      <p:sp>
        <p:nvSpPr>
          <p:cNvPr id="3" name="Content Placeholder 2"/>
          <p:cNvSpPr>
            <a:spLocks noGrp="1"/>
          </p:cNvSpPr>
          <p:nvPr>
            <p:ph idx="1"/>
          </p:nvPr>
        </p:nvSpPr>
        <p:spPr>
          <a:xfrm>
            <a:off x="457200" y="3251200"/>
            <a:ext cx="8229600" cy="3396343"/>
          </a:xfrm>
        </p:spPr>
        <p:txBody>
          <a:bodyPr>
            <a:normAutofit fontScale="92500" lnSpcReduction="20000"/>
          </a:bodyPr>
          <a:lstStyle/>
          <a:p>
            <a:pPr marL="0" indent="0">
              <a:buNone/>
            </a:pPr>
            <a:r>
              <a:rPr lang="en-US" dirty="0"/>
              <a:t>In the displacement graph for a sound wave shown above. What does the displacement, s, at point P represent?</a:t>
            </a:r>
          </a:p>
          <a:p>
            <a:pPr marL="514350" indent="-514350">
              <a:buAutoNum type="alphaLcParenR"/>
            </a:pPr>
            <a:r>
              <a:rPr lang="en-US" dirty="0"/>
              <a:t>The particle that was at </a:t>
            </a:r>
            <a:r>
              <a:rPr lang="en-US" dirty="0" err="1"/>
              <a:t>x</a:t>
            </a:r>
            <a:r>
              <a:rPr lang="en-US" baseline="-25000" dirty="0" err="1"/>
              <a:t>P</a:t>
            </a:r>
            <a:r>
              <a:rPr lang="en-US" baseline="-25000" dirty="0"/>
              <a:t> </a:t>
            </a:r>
            <a:r>
              <a:rPr lang="en-US" dirty="0"/>
              <a:t>has moved to the left</a:t>
            </a:r>
          </a:p>
          <a:p>
            <a:pPr marL="514350" indent="-514350">
              <a:buAutoNum type="alphaLcParenR"/>
            </a:pPr>
            <a:r>
              <a:rPr lang="en-US" dirty="0"/>
              <a:t>The particle that was at </a:t>
            </a:r>
            <a:r>
              <a:rPr lang="en-US" dirty="0" err="1"/>
              <a:t>x</a:t>
            </a:r>
            <a:r>
              <a:rPr lang="en-US" baseline="-25000" dirty="0" err="1"/>
              <a:t>P</a:t>
            </a:r>
            <a:r>
              <a:rPr lang="en-US" baseline="-25000" dirty="0"/>
              <a:t> </a:t>
            </a:r>
            <a:r>
              <a:rPr lang="en-US" dirty="0"/>
              <a:t>has moved to the right</a:t>
            </a:r>
          </a:p>
          <a:p>
            <a:pPr marL="514350" indent="-514350">
              <a:buAutoNum type="alphaLcParenR"/>
            </a:pPr>
            <a:r>
              <a:rPr lang="en-US" dirty="0"/>
              <a:t>The particle that was once at x</a:t>
            </a:r>
            <a:r>
              <a:rPr lang="en-US" baseline="-25000" dirty="0"/>
              <a:t>1 </a:t>
            </a:r>
            <a:r>
              <a:rPr lang="en-US" dirty="0"/>
              <a:t> has moved to </a:t>
            </a:r>
            <a:r>
              <a:rPr lang="en-US" dirty="0" err="1"/>
              <a:t>x</a:t>
            </a:r>
            <a:r>
              <a:rPr lang="en-US" baseline="-25000" dirty="0" err="1"/>
              <a:t>P</a:t>
            </a:r>
            <a:r>
              <a:rPr lang="en-US" baseline="-25000" dirty="0"/>
              <a:t> </a:t>
            </a:r>
          </a:p>
          <a:p>
            <a:pPr marL="514350" indent="-514350">
              <a:buAutoNum type="alphaLcParenR"/>
            </a:pPr>
            <a:r>
              <a:rPr lang="en-US" dirty="0"/>
              <a:t>The particle that was once at x</a:t>
            </a:r>
            <a:r>
              <a:rPr lang="en-US" baseline="-25000" dirty="0"/>
              <a:t>2</a:t>
            </a:r>
            <a:r>
              <a:rPr lang="en-US" dirty="0"/>
              <a:t> has moved to </a:t>
            </a:r>
            <a:r>
              <a:rPr lang="en-US" dirty="0" err="1"/>
              <a:t>x</a:t>
            </a:r>
            <a:r>
              <a:rPr lang="en-US" baseline="-25000" dirty="0" err="1"/>
              <a:t>P</a:t>
            </a:r>
            <a:r>
              <a:rPr lang="en-US" baseline="-25000" dirty="0"/>
              <a:t> </a:t>
            </a:r>
            <a:endParaRPr lang="en-US" dirty="0"/>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47</a:t>
            </a:fld>
            <a:endParaRPr lang="en-US"/>
          </a:p>
        </p:txBody>
      </p:sp>
      <p:cxnSp>
        <p:nvCxnSpPr>
          <p:cNvPr id="5" name="Straight Connector 4"/>
          <p:cNvCxnSpPr/>
          <p:nvPr/>
        </p:nvCxnSpPr>
        <p:spPr>
          <a:xfrm>
            <a:off x="628419" y="2300967"/>
            <a:ext cx="7839075" cy="15875"/>
          </a:xfrm>
          <a:prstGeom prst="line">
            <a:avLst/>
          </a:prstGeom>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226918" y="1446150"/>
            <a:ext cx="338554" cy="369332"/>
          </a:xfrm>
          <a:prstGeom prst="rect">
            <a:avLst/>
          </a:prstGeom>
          <a:noFill/>
        </p:spPr>
        <p:txBody>
          <a:bodyPr wrap="none" rtlCol="0">
            <a:spAutoFit/>
          </a:bodyPr>
          <a:lstStyle/>
          <a:p>
            <a:r>
              <a:rPr lang="en-US" dirty="0"/>
              <a:t>S</a:t>
            </a:r>
          </a:p>
        </p:txBody>
      </p:sp>
      <p:sp>
        <p:nvSpPr>
          <p:cNvPr id="22" name="TextBox 21"/>
          <p:cNvSpPr txBox="1"/>
          <p:nvPr/>
        </p:nvSpPr>
        <p:spPr>
          <a:xfrm>
            <a:off x="8174252" y="2439357"/>
            <a:ext cx="300082" cy="369332"/>
          </a:xfrm>
          <a:prstGeom prst="rect">
            <a:avLst/>
          </a:prstGeom>
          <a:noFill/>
        </p:spPr>
        <p:txBody>
          <a:bodyPr wrap="none" rtlCol="0">
            <a:spAutoFit/>
          </a:bodyPr>
          <a:lstStyle/>
          <a:p>
            <a:r>
              <a:rPr lang="en-US" dirty="0"/>
              <a:t>x</a:t>
            </a:r>
          </a:p>
        </p:txBody>
      </p:sp>
      <p:cxnSp>
        <p:nvCxnSpPr>
          <p:cNvPr id="24" name="Straight Connector 23"/>
          <p:cNvCxnSpPr/>
          <p:nvPr/>
        </p:nvCxnSpPr>
        <p:spPr>
          <a:xfrm flipV="1">
            <a:off x="628419" y="1645330"/>
            <a:ext cx="0" cy="633412"/>
          </a:xfrm>
          <a:prstGeom prst="line">
            <a:avLst/>
          </a:prstGeom>
        </p:spPr>
        <p:style>
          <a:lnRef idx="1">
            <a:schemeClr val="accent1"/>
          </a:lnRef>
          <a:fillRef idx="0">
            <a:schemeClr val="accent1"/>
          </a:fillRef>
          <a:effectRef idx="0">
            <a:schemeClr val="accent1"/>
          </a:effectRef>
          <a:fontRef idx="minor">
            <a:schemeClr val="tx1"/>
          </a:fontRef>
        </p:style>
      </p:cxnSp>
      <p:sp>
        <p:nvSpPr>
          <p:cNvPr id="16" name="Freeform 15"/>
          <p:cNvSpPr/>
          <p:nvPr/>
        </p:nvSpPr>
        <p:spPr>
          <a:xfrm>
            <a:off x="1756229" y="2307771"/>
            <a:ext cx="2946400" cy="754766"/>
          </a:xfrm>
          <a:custGeom>
            <a:avLst/>
            <a:gdLst>
              <a:gd name="connsiteX0" fmla="*/ 0 w 2946400"/>
              <a:gd name="connsiteY0" fmla="*/ 0 h 754766"/>
              <a:gd name="connsiteX1" fmla="*/ 1480457 w 2946400"/>
              <a:gd name="connsiteY1" fmla="*/ 754743 h 754766"/>
              <a:gd name="connsiteX2" fmla="*/ 2946400 w 2946400"/>
              <a:gd name="connsiteY2" fmla="*/ 29029 h 754766"/>
            </a:gdLst>
            <a:ahLst/>
            <a:cxnLst>
              <a:cxn ang="0">
                <a:pos x="connsiteX0" y="connsiteY0"/>
              </a:cxn>
              <a:cxn ang="0">
                <a:pos x="connsiteX1" y="connsiteY1"/>
              </a:cxn>
              <a:cxn ang="0">
                <a:pos x="connsiteX2" y="connsiteY2"/>
              </a:cxn>
            </a:cxnLst>
            <a:rect l="l" t="t" r="r" b="b"/>
            <a:pathLst>
              <a:path w="2946400" h="754766">
                <a:moveTo>
                  <a:pt x="0" y="0"/>
                </a:moveTo>
                <a:cubicBezTo>
                  <a:pt x="494695" y="374952"/>
                  <a:pt x="989390" y="749905"/>
                  <a:pt x="1480457" y="754743"/>
                </a:cubicBezTo>
                <a:cubicBezTo>
                  <a:pt x="1971524" y="759581"/>
                  <a:pt x="2946400" y="29029"/>
                  <a:pt x="2946400" y="29029"/>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24"/>
          <p:cNvSpPr/>
          <p:nvPr/>
        </p:nvSpPr>
        <p:spPr>
          <a:xfrm flipV="1">
            <a:off x="4710675" y="1576364"/>
            <a:ext cx="2946400" cy="754766"/>
          </a:xfrm>
          <a:custGeom>
            <a:avLst/>
            <a:gdLst>
              <a:gd name="connsiteX0" fmla="*/ 0 w 2946400"/>
              <a:gd name="connsiteY0" fmla="*/ 0 h 754766"/>
              <a:gd name="connsiteX1" fmla="*/ 1480457 w 2946400"/>
              <a:gd name="connsiteY1" fmla="*/ 754743 h 754766"/>
              <a:gd name="connsiteX2" fmla="*/ 2946400 w 2946400"/>
              <a:gd name="connsiteY2" fmla="*/ 29029 h 754766"/>
            </a:gdLst>
            <a:ahLst/>
            <a:cxnLst>
              <a:cxn ang="0">
                <a:pos x="connsiteX0" y="connsiteY0"/>
              </a:cxn>
              <a:cxn ang="0">
                <a:pos x="connsiteX1" y="connsiteY1"/>
              </a:cxn>
              <a:cxn ang="0">
                <a:pos x="connsiteX2" y="connsiteY2"/>
              </a:cxn>
            </a:cxnLst>
            <a:rect l="l" t="t" r="r" b="b"/>
            <a:pathLst>
              <a:path w="2946400" h="754766">
                <a:moveTo>
                  <a:pt x="0" y="0"/>
                </a:moveTo>
                <a:cubicBezTo>
                  <a:pt x="494695" y="374952"/>
                  <a:pt x="989390" y="749905"/>
                  <a:pt x="1480457" y="754743"/>
                </a:cubicBezTo>
                <a:cubicBezTo>
                  <a:pt x="1971524" y="759581"/>
                  <a:pt x="2946400" y="29029"/>
                  <a:pt x="2946400" y="29029"/>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p:cNvSpPr/>
          <p:nvPr/>
        </p:nvSpPr>
        <p:spPr>
          <a:xfrm>
            <a:off x="3193142" y="3018972"/>
            <a:ext cx="130628" cy="11611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p:cNvSpPr txBox="1"/>
          <p:nvPr/>
        </p:nvSpPr>
        <p:spPr>
          <a:xfrm>
            <a:off x="3154493" y="2602426"/>
            <a:ext cx="338554" cy="369332"/>
          </a:xfrm>
          <a:prstGeom prst="rect">
            <a:avLst/>
          </a:prstGeom>
          <a:noFill/>
        </p:spPr>
        <p:txBody>
          <a:bodyPr wrap="none" rtlCol="0">
            <a:spAutoFit/>
          </a:bodyPr>
          <a:lstStyle/>
          <a:p>
            <a:r>
              <a:rPr lang="en-US" dirty="0"/>
              <a:t>P</a:t>
            </a:r>
          </a:p>
        </p:txBody>
      </p:sp>
      <p:sp>
        <p:nvSpPr>
          <p:cNvPr id="27" name="Rectangle 26"/>
          <p:cNvSpPr/>
          <p:nvPr/>
        </p:nvSpPr>
        <p:spPr>
          <a:xfrm>
            <a:off x="3057119" y="1909410"/>
            <a:ext cx="402674" cy="369332"/>
          </a:xfrm>
          <a:prstGeom prst="rect">
            <a:avLst/>
          </a:prstGeom>
        </p:spPr>
        <p:txBody>
          <a:bodyPr wrap="none">
            <a:spAutoFit/>
          </a:bodyPr>
          <a:lstStyle/>
          <a:p>
            <a:r>
              <a:rPr lang="en-US" dirty="0" err="1"/>
              <a:t>x</a:t>
            </a:r>
            <a:r>
              <a:rPr lang="en-US" baseline="-25000" dirty="0" err="1"/>
              <a:t>P</a:t>
            </a:r>
            <a:endParaRPr lang="en-US" dirty="0"/>
          </a:p>
        </p:txBody>
      </p:sp>
      <p:cxnSp>
        <p:nvCxnSpPr>
          <p:cNvPr id="29" name="Straight Connector 28"/>
          <p:cNvCxnSpPr/>
          <p:nvPr/>
        </p:nvCxnSpPr>
        <p:spPr>
          <a:xfrm>
            <a:off x="3225115" y="2245401"/>
            <a:ext cx="0" cy="160615"/>
          </a:xfrm>
          <a:prstGeom prst="line">
            <a:avLst/>
          </a:prstGeom>
        </p:spPr>
        <p:style>
          <a:lnRef idx="1">
            <a:schemeClr val="accent1"/>
          </a:lnRef>
          <a:fillRef idx="0">
            <a:schemeClr val="accent1"/>
          </a:fillRef>
          <a:effectRef idx="0">
            <a:schemeClr val="accent1"/>
          </a:effectRef>
          <a:fontRef idx="minor">
            <a:schemeClr val="tx1"/>
          </a:fontRef>
        </p:style>
      </p:cxnSp>
      <p:sp>
        <p:nvSpPr>
          <p:cNvPr id="33" name="Rectangle 32"/>
          <p:cNvSpPr/>
          <p:nvPr/>
        </p:nvSpPr>
        <p:spPr>
          <a:xfrm>
            <a:off x="1554923" y="1931184"/>
            <a:ext cx="385042" cy="369332"/>
          </a:xfrm>
          <a:prstGeom prst="rect">
            <a:avLst/>
          </a:prstGeom>
        </p:spPr>
        <p:txBody>
          <a:bodyPr wrap="none">
            <a:spAutoFit/>
          </a:bodyPr>
          <a:lstStyle/>
          <a:p>
            <a:r>
              <a:rPr lang="en-US" dirty="0"/>
              <a:t>x</a:t>
            </a:r>
            <a:r>
              <a:rPr lang="en-US" baseline="-25000" dirty="0"/>
              <a:t>1</a:t>
            </a:r>
            <a:endParaRPr lang="en-US" dirty="0"/>
          </a:p>
        </p:txBody>
      </p:sp>
      <p:cxnSp>
        <p:nvCxnSpPr>
          <p:cNvPr id="34" name="Straight Connector 33"/>
          <p:cNvCxnSpPr/>
          <p:nvPr/>
        </p:nvCxnSpPr>
        <p:spPr>
          <a:xfrm>
            <a:off x="1722919" y="2267175"/>
            <a:ext cx="0" cy="160615"/>
          </a:xfrm>
          <a:prstGeom prst="line">
            <a:avLst/>
          </a:prstGeom>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4489900" y="1955899"/>
            <a:ext cx="385042" cy="369332"/>
          </a:xfrm>
          <a:prstGeom prst="rect">
            <a:avLst/>
          </a:prstGeom>
        </p:spPr>
        <p:txBody>
          <a:bodyPr wrap="none">
            <a:spAutoFit/>
          </a:bodyPr>
          <a:lstStyle/>
          <a:p>
            <a:r>
              <a:rPr lang="en-US" dirty="0"/>
              <a:t>x</a:t>
            </a:r>
            <a:r>
              <a:rPr lang="en-US" baseline="-25000" dirty="0"/>
              <a:t>2</a:t>
            </a:r>
            <a:endParaRPr lang="en-US" dirty="0"/>
          </a:p>
        </p:txBody>
      </p:sp>
      <p:cxnSp>
        <p:nvCxnSpPr>
          <p:cNvPr id="36" name="Straight Connector 35"/>
          <p:cNvCxnSpPr/>
          <p:nvPr/>
        </p:nvCxnSpPr>
        <p:spPr>
          <a:xfrm>
            <a:off x="4657896" y="2291890"/>
            <a:ext cx="0" cy="160615"/>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357091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233.2.8.5</a:t>
            </a:r>
          </a:p>
        </p:txBody>
      </p:sp>
      <p:sp>
        <p:nvSpPr>
          <p:cNvPr id="3" name="Content Placeholder 2"/>
          <p:cNvSpPr>
            <a:spLocks noGrp="1"/>
          </p:cNvSpPr>
          <p:nvPr>
            <p:ph idx="1"/>
          </p:nvPr>
        </p:nvSpPr>
        <p:spPr/>
        <p:txBody>
          <a:bodyPr/>
          <a:lstStyle/>
          <a:p>
            <a:pPr marL="0" indent="0">
              <a:buNone/>
            </a:pPr>
            <a:r>
              <a:rPr lang="en-US" dirty="0"/>
              <a:t>What is the energy transfer mechanism for sound waves?</a:t>
            </a:r>
          </a:p>
          <a:p>
            <a:pPr marL="514350" indent="-514350">
              <a:buAutoNum type="alphaLcParenR"/>
            </a:pPr>
            <a:r>
              <a:rPr lang="en-US" dirty="0"/>
              <a:t>Elastic forces between molecules</a:t>
            </a:r>
          </a:p>
          <a:p>
            <a:pPr marL="514350" indent="-514350">
              <a:buAutoNum type="alphaLcParenR"/>
            </a:pPr>
            <a:r>
              <a:rPr lang="en-US" dirty="0"/>
              <a:t>Pressure forces between molecules</a:t>
            </a:r>
          </a:p>
          <a:p>
            <a:pPr marL="514350" indent="-514350">
              <a:buAutoNum type="alphaLcParenR"/>
            </a:pPr>
            <a:r>
              <a:rPr lang="en-US" dirty="0"/>
              <a:t>Electrical forces between molecules</a:t>
            </a:r>
          </a:p>
          <a:p>
            <a:pPr marL="514350" indent="-514350">
              <a:buAutoNum type="alphaLcParenR"/>
            </a:pPr>
            <a:r>
              <a:rPr lang="en-US" dirty="0"/>
              <a:t>Collisions between molecules</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48</a:t>
            </a:fld>
            <a:endParaRPr lang="en-US"/>
          </a:p>
        </p:txBody>
      </p:sp>
    </p:spTree>
    <p:extLst>
      <p:ext uri="{BB962C8B-B14F-4D97-AF65-F5344CB8AC3E}">
        <p14:creationId xmlns:p14="http://schemas.microsoft.com/office/powerpoint/2010/main" val="15841326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151</TotalTime>
  <Words>1164</Words>
  <Application>Microsoft Office PowerPoint</Application>
  <PresentationFormat>On-screen Show (4:3)</PresentationFormat>
  <Paragraphs>255</Paragraphs>
  <Slides>48</Slides>
  <Notes>4</Notes>
  <HiddenSlides>0</HiddenSlides>
  <MMClips>1</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48</vt:i4>
      </vt:variant>
    </vt:vector>
  </HeadingPairs>
  <TitlesOfParts>
    <vt:vector size="56" baseType="lpstr">
      <vt:lpstr>Arial</vt:lpstr>
      <vt:lpstr>Calibri</vt:lpstr>
      <vt:lpstr>Cambria Math</vt:lpstr>
      <vt:lpstr>Sylfaen</vt:lpstr>
      <vt:lpstr>Symbol</vt:lpstr>
      <vt:lpstr>Wingdings</vt:lpstr>
      <vt:lpstr>Office Theme</vt:lpstr>
      <vt:lpstr>Equation</vt:lpstr>
      <vt:lpstr>Lecture 4</vt:lpstr>
      <vt:lpstr>PowerPoint Presentation</vt:lpstr>
      <vt:lpstr>PowerPoint Presentation</vt:lpstr>
      <vt:lpstr>Driving Force</vt:lpstr>
      <vt:lpstr>Steady State</vt:lpstr>
      <vt:lpstr>Example</vt:lpstr>
      <vt:lpstr>Resonance</vt:lpstr>
      <vt:lpstr>Example</vt:lpstr>
      <vt:lpstr>Remember Tacoma Narrows? </vt:lpstr>
      <vt:lpstr>PowerPoint Presentation</vt:lpstr>
      <vt:lpstr>Remember Tacoma Narrows? </vt:lpstr>
      <vt:lpstr>Summary</vt:lpstr>
      <vt:lpstr>Waves!</vt:lpstr>
      <vt:lpstr>Question 223.2.1</vt:lpstr>
      <vt:lpstr>Question 223.2.2</vt:lpstr>
      <vt:lpstr>Question 223.2.3</vt:lpstr>
      <vt:lpstr>Question 223.2.4</vt:lpstr>
      <vt:lpstr>PowerPoint Presentation</vt:lpstr>
      <vt:lpstr>PowerPoint Presentation</vt:lpstr>
      <vt:lpstr>Question 223.2.5</vt:lpstr>
      <vt:lpstr>Question</vt:lpstr>
      <vt:lpstr>Question</vt:lpstr>
      <vt:lpstr>Question</vt:lpstr>
      <vt:lpstr>Question 223.2.6</vt:lpstr>
      <vt:lpstr>Question 223.2.7</vt:lpstr>
      <vt:lpstr>Question 223.2.7.5</vt:lpstr>
      <vt:lpstr>Question 223.2.9</vt:lpstr>
      <vt:lpstr>PowerPoint Presentation</vt:lpstr>
      <vt:lpstr>PowerPoint Presentation</vt:lpstr>
      <vt:lpstr>PowerPoint Presentation</vt:lpstr>
      <vt:lpstr>Question 223.2.10</vt:lpstr>
      <vt:lpstr>PowerPoint Presentation</vt:lpstr>
      <vt:lpstr>PowerPoint Presentation</vt:lpstr>
      <vt:lpstr>PowerPoint Presentation</vt:lpstr>
      <vt:lpstr>End</vt:lpstr>
      <vt:lpstr>PowerPoint Presentation</vt:lpstr>
      <vt:lpstr>PowerPoint Presentation</vt:lpstr>
      <vt:lpstr>PowerPoint Presentation</vt:lpstr>
      <vt:lpstr>PowerPoint Presentation</vt:lpstr>
      <vt:lpstr>PowerPoint Presentation</vt:lpstr>
      <vt:lpstr>Question 7.5</vt:lpstr>
      <vt:lpstr>PowerPoint Presentation</vt:lpstr>
      <vt:lpstr>PowerPoint Presentation</vt:lpstr>
      <vt:lpstr>PowerPoint Presentation</vt:lpstr>
      <vt:lpstr>PowerPoint Presentation</vt:lpstr>
      <vt:lpstr>Question 223.2.8.1</vt:lpstr>
      <vt:lpstr>Question 223.2.8.2</vt:lpstr>
      <vt:lpstr>Question 233.2.8.5</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rtlines</dc:creator>
  <cp:lastModifiedBy>Todd Lines</cp:lastModifiedBy>
  <cp:revision>5</cp:revision>
  <dcterms:created xsi:type="dcterms:W3CDTF">2011-09-12T21:35:14Z</dcterms:created>
  <dcterms:modified xsi:type="dcterms:W3CDTF">2026-08-17T20:35:23Z</dcterms:modified>
</cp:coreProperties>
</file>