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71" r:id="rId2"/>
    <p:sldId id="273" r:id="rId3"/>
    <p:sldId id="274" r:id="rId4"/>
    <p:sldId id="275" r:id="rId5"/>
    <p:sldId id="276" r:id="rId6"/>
    <p:sldId id="277" r:id="rId7"/>
    <p:sldId id="278" r:id="rId8"/>
    <p:sldId id="284" r:id="rId9"/>
    <p:sldId id="285" r:id="rId10"/>
    <p:sldId id="296" r:id="rId11"/>
    <p:sldId id="257" r:id="rId12"/>
    <p:sldId id="295" r:id="rId13"/>
    <p:sldId id="279" r:id="rId14"/>
    <p:sldId id="280" r:id="rId15"/>
    <p:sldId id="268" r:id="rId16"/>
    <p:sldId id="281" r:id="rId17"/>
    <p:sldId id="282" r:id="rId18"/>
    <p:sldId id="283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7" r:id="rId28"/>
    <p:sldId id="298" r:id="rId29"/>
    <p:sldId id="294" r:id="rId30"/>
    <p:sldId id="272" r:id="rId31"/>
    <p:sldId id="256" r:id="rId32"/>
    <p:sldId id="258" r:id="rId33"/>
    <p:sldId id="261" r:id="rId34"/>
    <p:sldId id="266" r:id="rId35"/>
    <p:sldId id="263" r:id="rId36"/>
    <p:sldId id="269" r:id="rId37"/>
    <p:sldId id="262" r:id="rId38"/>
    <p:sldId id="260" r:id="rId39"/>
    <p:sldId id="259" r:id="rId40"/>
    <p:sldId id="265" r:id="rId41"/>
    <p:sldId id="267" r:id="rId42"/>
    <p:sldId id="270" r:id="rId4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C0E98-5862-4A50-AFB8-D3185DEA5BD2}" v="1" dt="2026-03-26T16:52:37.4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addSld modSld sldOrd">
      <pc:chgData name="Lines, Todd" userId="afaf7c3a-e8aa-4568-882a-02ad8f9e19b0" providerId="ADAL" clId="{5FF5AC1B-ABA9-43D7-A1E3-2D92732CD6E2}" dt="2026-03-30T16:49:19.057" v="21" actId="20577"/>
      <pc:docMkLst>
        <pc:docMk/>
      </pc:docMkLst>
      <pc:sldChg chg="modSp mod ord">
        <pc:chgData name="Lines, Todd" userId="afaf7c3a-e8aa-4568-882a-02ad8f9e19b0" providerId="ADAL" clId="{5FF5AC1B-ABA9-43D7-A1E3-2D92732CD6E2}" dt="2026-03-30T16:49:19.057" v="21" actId="20577"/>
        <pc:sldMkLst>
          <pc:docMk/>
          <pc:sldMk cId="1876980714" sldId="268"/>
        </pc:sldMkLst>
        <pc:spChg chg="mod">
          <ac:chgData name="Lines, Todd" userId="afaf7c3a-e8aa-4568-882a-02ad8f9e19b0" providerId="ADAL" clId="{5FF5AC1B-ABA9-43D7-A1E3-2D92732CD6E2}" dt="2026-03-30T16:49:15.257" v="19" actId="20577"/>
          <ac:spMkLst>
            <pc:docMk/>
            <pc:sldMk cId="1876980714" sldId="268"/>
            <ac:spMk id="2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3-30T16:49:19.057" v="21" actId="20577"/>
          <ac:spMkLst>
            <pc:docMk/>
            <pc:sldMk cId="1876980714" sldId="268"/>
            <ac:spMk id="22" creationId="{00000000-0000-0000-0000-000000000000}"/>
          </ac:spMkLst>
        </pc:spChg>
      </pc:sldChg>
      <pc:sldChg chg="addSp delSp modSp new mod">
        <pc:chgData name="Lines, Todd" userId="afaf7c3a-e8aa-4568-882a-02ad8f9e19b0" providerId="ADAL" clId="{5FF5AC1B-ABA9-43D7-A1E3-2D92732CD6E2}" dt="2026-03-26T16:52:48.172" v="5" actId="1076"/>
        <pc:sldMkLst>
          <pc:docMk/>
          <pc:sldMk cId="3438312871" sldId="296"/>
        </pc:sldMkLst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6" creationId="{5D750AFF-282F-856C-EF2B-9F0A68F42D5F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7" creationId="{170D7E5A-71C2-8DAE-9C61-2C47F1430FFC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8" creationId="{3CEDCA72-E717-2F4E-E7F7-B88B886F3FB9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9" creationId="{D21E0977-2F7F-99F0-2437-5CF278580594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10" creationId="{DE91A885-E709-0F7C-D0F6-44C6F8038306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11" creationId="{921E28DE-0FBC-3ACC-B597-126D613EB4E8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12" creationId="{FBE76A14-D75F-EEFF-3BBF-B68EF43F5675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13" creationId="{0A1FE6C6-5882-D8BE-D042-C3D5AE120993}"/>
          </ac:spMkLst>
        </pc:spChg>
        <pc:spChg chg="add mod">
          <ac:chgData name="Lines, Todd" userId="afaf7c3a-e8aa-4568-882a-02ad8f9e19b0" providerId="ADAL" clId="{5FF5AC1B-ABA9-43D7-A1E3-2D92732CD6E2}" dt="2026-03-26T16:52:48.172" v="5" actId="1076"/>
          <ac:spMkLst>
            <pc:docMk/>
            <pc:sldMk cId="3438312871" sldId="296"/>
            <ac:spMk id="14" creationId="{AB3E82C6-5DEE-80D1-C171-DD52B62A0D6A}"/>
          </ac:spMkLst>
        </pc:spChg>
        <pc:picChg chg="add mod">
          <ac:chgData name="Lines, Todd" userId="afaf7c3a-e8aa-4568-882a-02ad8f9e19b0" providerId="ADAL" clId="{5FF5AC1B-ABA9-43D7-A1E3-2D92732CD6E2}" dt="2026-03-26T16:52:26.434" v="3" actId="1076"/>
          <ac:picMkLst>
            <pc:docMk/>
            <pc:sldMk cId="3438312871" sldId="296"/>
            <ac:picMk id="5" creationId="{4999E9A0-0951-3B3E-D532-FA3315C6F192}"/>
          </ac:picMkLst>
        </pc:picChg>
      </pc:sldChg>
      <pc:sldChg chg="addSp modSp new mod">
        <pc:chgData name="Lines, Todd" userId="afaf7c3a-e8aa-4568-882a-02ad8f9e19b0" providerId="ADAL" clId="{5FF5AC1B-ABA9-43D7-A1E3-2D92732CD6E2}" dt="2026-03-26T17:11:56.278" v="12" actId="1076"/>
        <pc:sldMkLst>
          <pc:docMk/>
          <pc:sldMk cId="3659068121" sldId="297"/>
        </pc:sldMkLst>
        <pc:picChg chg="add mod">
          <ac:chgData name="Lines, Todd" userId="afaf7c3a-e8aa-4568-882a-02ad8f9e19b0" providerId="ADAL" clId="{5FF5AC1B-ABA9-43D7-A1E3-2D92732CD6E2}" dt="2026-03-26T17:11:56.278" v="12" actId="1076"/>
          <ac:picMkLst>
            <pc:docMk/>
            <pc:sldMk cId="3659068121" sldId="297"/>
            <ac:picMk id="5" creationId="{F602D4F0-5A96-E6DD-9CBF-69F40026FBBB}"/>
          </ac:picMkLst>
        </pc:picChg>
      </pc:sldChg>
      <pc:sldChg chg="addSp modSp new mod">
        <pc:chgData name="Lines, Todd" userId="afaf7c3a-e8aa-4568-882a-02ad8f9e19b0" providerId="ADAL" clId="{5FF5AC1B-ABA9-43D7-A1E3-2D92732CD6E2}" dt="2026-03-26T17:12:15.459" v="17" actId="1076"/>
        <pc:sldMkLst>
          <pc:docMk/>
          <pc:sldMk cId="3840982716" sldId="298"/>
        </pc:sldMkLst>
        <pc:picChg chg="add mod">
          <ac:chgData name="Lines, Todd" userId="afaf7c3a-e8aa-4568-882a-02ad8f9e19b0" providerId="ADAL" clId="{5FF5AC1B-ABA9-43D7-A1E3-2D92732CD6E2}" dt="2026-03-26T17:12:15.459" v="17" actId="1076"/>
          <ac:picMkLst>
            <pc:docMk/>
            <pc:sldMk cId="3840982716" sldId="298"/>
            <ac:picMk id="5" creationId="{1F26DA58-8EE4-2338-11A4-B7DB88A3322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DEF62A-1412-4CF8-867F-5D706F932E4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39D2B-3697-4B30-8F05-EBAA3BC60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6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0B6E3-67B5-C676-CB21-BEBA8A216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0A684-3573-7313-1BF8-33B9C51CE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09DE20-3656-E402-A5CA-82BB6B615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5C5B5-961C-BB20-F7F9-D8D9D0744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8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61AEA-5DA7-4883-91E9-49E96185C8F3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13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4.emf"/><Relationship Id="rId12" Type="http://schemas.openxmlformats.org/officeDocument/2006/relationships/oleObject" Target="../embeddings/oleObject7.bin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11" Type="http://schemas.openxmlformats.org/officeDocument/2006/relationships/image" Target="../media/image6.emf"/><Relationship Id="rId5" Type="http://schemas.openxmlformats.org/officeDocument/2006/relationships/image" Target="../media/image3.emf"/><Relationship Id="rId10" Type="http://schemas.openxmlformats.org/officeDocument/2006/relationships/oleObject" Target="../embeddings/oleObject6.bin"/><Relationship Id="rId4" Type="http://schemas.openxmlformats.org/officeDocument/2006/relationships/oleObject" Target="../embeddings/oleObject3.bin"/><Relationship Id="rId9" Type="http://schemas.openxmlformats.org/officeDocument/2006/relationships/image" Target="../media/image5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70BC0-43B9-0493-1280-F357497B6F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7D170C-7A11-4A67-A3A7-0E925241C0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00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In the work energy theorem, </a:t>
            </a:r>
            <a:r>
              <a:rPr lang="en-US" dirty="0">
                <a:sym typeface="Symbol"/>
              </a:rPr>
              <a:t>K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U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0.5mv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979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Mechanical work is defined as …</a:t>
            </a:r>
            <a:endParaRPr lang="en-US" dirty="0">
              <a:sym typeface="Symbol"/>
            </a:endParaRP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F/A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0.5mv</a:t>
            </a:r>
            <a:r>
              <a:rPr lang="en-US" baseline="30000" dirty="0">
                <a:sym typeface="Symbol"/>
              </a:rPr>
              <a:t>2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PH 123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292865" name="Object 1"/>
          <p:cNvGraphicFramePr>
            <a:graphicFrameLocks noChangeAspect="1"/>
          </p:cNvGraphicFramePr>
          <p:nvPr/>
        </p:nvGraphicFramePr>
        <p:xfrm>
          <a:off x="1076325" y="2538413"/>
          <a:ext cx="1870075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355320" progId="Equation.3">
                  <p:embed/>
                </p:oleObj>
              </mc:Choice>
              <mc:Fallback>
                <p:oleObj name="Equation" r:id="rId2" imgW="914400" imgH="355320" progId="Equation.3">
                  <p:embed/>
                  <p:pic>
                    <p:nvPicPr>
                      <p:cNvPr id="29286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6325" y="2538413"/>
                        <a:ext cx="1870075" cy="723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21452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The quantity </a:t>
            </a:r>
            <a:r>
              <a:rPr lang="en-US" dirty="0">
                <a:sym typeface="Symbol"/>
              </a:rPr>
              <a:t>U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-w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45.3mv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709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055BB9-5F03-4E0E-A159-328DD34FA0A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81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123.10.2.5</a:t>
            </a:r>
          </a:p>
        </p:txBody>
      </p:sp>
      <p:sp>
        <p:nvSpPr>
          <p:cNvPr id="1812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645025" cy="4525963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/>
              <a:t>A force, F, does work. Which of the F vs x diagrams represents the most work done?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348413" y="1639888"/>
            <a:ext cx="2030412" cy="1854200"/>
            <a:chOff x="3999" y="1033"/>
            <a:chExt cx="1279" cy="1168"/>
          </a:xfrm>
        </p:grpSpPr>
        <p:sp>
          <p:nvSpPr>
            <p:cNvPr id="181265" name="Line 5"/>
            <p:cNvSpPr>
              <a:spLocks noChangeShapeType="1"/>
            </p:cNvSpPr>
            <p:nvPr/>
          </p:nvSpPr>
          <p:spPr bwMode="auto">
            <a:xfrm>
              <a:off x="4215" y="1115"/>
              <a:ext cx="0" cy="1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6" name="Line 6"/>
            <p:cNvSpPr>
              <a:spLocks noChangeShapeType="1"/>
            </p:cNvSpPr>
            <p:nvPr/>
          </p:nvSpPr>
          <p:spPr bwMode="auto">
            <a:xfrm>
              <a:off x="4123" y="1984"/>
              <a:ext cx="10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7" name="Oval 7"/>
            <p:cNvSpPr>
              <a:spLocks noChangeArrowheads="1"/>
            </p:cNvSpPr>
            <p:nvPr/>
          </p:nvSpPr>
          <p:spPr bwMode="auto">
            <a:xfrm>
              <a:off x="4389" y="1756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sp>
          <p:nvSpPr>
            <p:cNvPr id="181268" name="Oval 8"/>
            <p:cNvSpPr>
              <a:spLocks noChangeArrowheads="1"/>
            </p:cNvSpPr>
            <p:nvPr/>
          </p:nvSpPr>
          <p:spPr bwMode="auto">
            <a:xfrm>
              <a:off x="4841" y="1422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9" name="Line 9"/>
            <p:cNvSpPr>
              <a:spLocks noChangeShapeType="1"/>
            </p:cNvSpPr>
            <p:nvPr/>
          </p:nvSpPr>
          <p:spPr bwMode="auto">
            <a:xfrm flipV="1">
              <a:off x="4425" y="1445"/>
              <a:ext cx="466" cy="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70" name="Text Box 10"/>
            <p:cNvSpPr txBox="1">
              <a:spLocks noChangeArrowheads="1"/>
            </p:cNvSpPr>
            <p:nvPr/>
          </p:nvSpPr>
          <p:spPr bwMode="auto">
            <a:xfrm>
              <a:off x="5090" y="1970"/>
              <a:ext cx="188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x</a:t>
              </a:r>
            </a:p>
          </p:txBody>
        </p:sp>
        <p:sp>
          <p:nvSpPr>
            <p:cNvPr id="181271" name="Text Box 11"/>
            <p:cNvSpPr txBox="1">
              <a:spLocks noChangeArrowheads="1"/>
            </p:cNvSpPr>
            <p:nvPr/>
          </p:nvSpPr>
          <p:spPr bwMode="auto">
            <a:xfrm>
              <a:off x="3999" y="1033"/>
              <a:ext cx="20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F</a:t>
              </a:r>
            </a:p>
          </p:txBody>
        </p:sp>
        <p:sp>
          <p:nvSpPr>
            <p:cNvPr id="181272" name="Text Box 12"/>
            <p:cNvSpPr txBox="1">
              <a:spLocks noChangeArrowheads="1"/>
            </p:cNvSpPr>
            <p:nvPr/>
          </p:nvSpPr>
          <p:spPr bwMode="auto">
            <a:xfrm>
              <a:off x="4945" y="1298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B</a:t>
              </a:r>
            </a:p>
          </p:txBody>
        </p:sp>
        <p:sp>
          <p:nvSpPr>
            <p:cNvPr id="181273" name="Text Box 13"/>
            <p:cNvSpPr txBox="1">
              <a:spLocks noChangeArrowheads="1"/>
            </p:cNvSpPr>
            <p:nvPr/>
          </p:nvSpPr>
          <p:spPr bwMode="auto">
            <a:xfrm>
              <a:off x="4305" y="1481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A</a:t>
              </a:r>
            </a:p>
          </p:txBody>
        </p:sp>
      </p:grpSp>
      <p:sp>
        <p:nvSpPr>
          <p:cNvPr id="181254" name="Line 14"/>
          <p:cNvSpPr>
            <a:spLocks noChangeShapeType="1"/>
          </p:cNvSpPr>
          <p:nvPr/>
        </p:nvSpPr>
        <p:spPr bwMode="auto">
          <a:xfrm>
            <a:off x="6678613" y="3713163"/>
            <a:ext cx="0" cy="1597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5" name="Line 15"/>
          <p:cNvSpPr>
            <a:spLocks noChangeShapeType="1"/>
          </p:cNvSpPr>
          <p:nvPr/>
        </p:nvSpPr>
        <p:spPr bwMode="auto">
          <a:xfrm>
            <a:off x="6532563" y="5092700"/>
            <a:ext cx="1670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6" name="Oval 16"/>
          <p:cNvSpPr>
            <a:spLocks noChangeArrowheads="1"/>
          </p:cNvSpPr>
          <p:nvPr/>
        </p:nvSpPr>
        <p:spPr bwMode="auto">
          <a:xfrm>
            <a:off x="6954838" y="4730750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81257" name="Oval 17"/>
          <p:cNvSpPr>
            <a:spLocks noChangeArrowheads="1"/>
          </p:cNvSpPr>
          <p:nvPr/>
        </p:nvSpPr>
        <p:spPr bwMode="auto">
          <a:xfrm>
            <a:off x="7672388" y="4200525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8" name="Text Box 18"/>
          <p:cNvSpPr txBox="1">
            <a:spLocks noChangeArrowheads="1"/>
          </p:cNvSpPr>
          <p:nvPr/>
        </p:nvSpPr>
        <p:spPr bwMode="auto">
          <a:xfrm>
            <a:off x="8067675" y="5070475"/>
            <a:ext cx="2984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x</a:t>
            </a:r>
          </a:p>
        </p:txBody>
      </p:sp>
      <p:sp>
        <p:nvSpPr>
          <p:cNvPr id="181259" name="Text Box 19"/>
          <p:cNvSpPr txBox="1">
            <a:spLocks noChangeArrowheads="1"/>
          </p:cNvSpPr>
          <p:nvPr/>
        </p:nvSpPr>
        <p:spPr bwMode="auto">
          <a:xfrm>
            <a:off x="6335713" y="3582988"/>
            <a:ext cx="3238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F</a:t>
            </a:r>
          </a:p>
        </p:txBody>
      </p:sp>
      <p:sp>
        <p:nvSpPr>
          <p:cNvPr id="181260" name="Text Box 20"/>
          <p:cNvSpPr txBox="1">
            <a:spLocks noChangeArrowheads="1"/>
          </p:cNvSpPr>
          <p:nvPr/>
        </p:nvSpPr>
        <p:spPr bwMode="auto">
          <a:xfrm>
            <a:off x="7837488" y="4003675"/>
            <a:ext cx="3365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181261" name="Text Box 21"/>
          <p:cNvSpPr txBox="1">
            <a:spLocks noChangeArrowheads="1"/>
          </p:cNvSpPr>
          <p:nvPr/>
        </p:nvSpPr>
        <p:spPr bwMode="auto">
          <a:xfrm>
            <a:off x="6770688" y="4306888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2" name="Freeform 22"/>
          <p:cNvSpPr>
            <a:spLocks/>
          </p:cNvSpPr>
          <p:nvPr/>
        </p:nvSpPr>
        <p:spPr bwMode="auto">
          <a:xfrm>
            <a:off x="7023100" y="4241800"/>
            <a:ext cx="673100" cy="533400"/>
          </a:xfrm>
          <a:custGeom>
            <a:avLst/>
            <a:gdLst>
              <a:gd name="T0" fmla="*/ 0 w 424"/>
              <a:gd name="T1" fmla="*/ 2147483647 h 336"/>
              <a:gd name="T2" fmla="*/ 0 w 424"/>
              <a:gd name="T3" fmla="*/ 0 h 336"/>
              <a:gd name="T4" fmla="*/ 2147483647 w 424"/>
              <a:gd name="T5" fmla="*/ 0 h 336"/>
              <a:gd name="T6" fmla="*/ 0 60000 65536"/>
              <a:gd name="T7" fmla="*/ 0 60000 65536"/>
              <a:gd name="T8" fmla="*/ 0 60000 65536"/>
              <a:gd name="T9" fmla="*/ 0 w 424"/>
              <a:gd name="T10" fmla="*/ 0 h 336"/>
              <a:gd name="T11" fmla="*/ 424 w 424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4" h="336">
                <a:moveTo>
                  <a:pt x="0" y="336"/>
                </a:moveTo>
                <a:lnTo>
                  <a:pt x="0" y="0"/>
                </a:lnTo>
                <a:lnTo>
                  <a:pt x="424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63" name="Text Box 23"/>
          <p:cNvSpPr txBox="1">
            <a:spLocks noChangeArrowheads="1"/>
          </p:cNvSpPr>
          <p:nvPr/>
        </p:nvSpPr>
        <p:spPr bwMode="auto">
          <a:xfrm>
            <a:off x="5838825" y="23860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4" name="Text Box 24"/>
          <p:cNvSpPr txBox="1">
            <a:spLocks noChangeArrowheads="1"/>
          </p:cNvSpPr>
          <p:nvPr/>
        </p:nvSpPr>
        <p:spPr bwMode="auto">
          <a:xfrm>
            <a:off x="5864225" y="41259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70985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Is mechanical energy conserved?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Maybe sometimes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808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dirty="0"/>
              <a:t>How much heat is contained in this room?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100000K</a:t>
            </a:r>
          </a:p>
          <a:p>
            <a:pPr marL="514350" indent="-514350">
              <a:buFont typeface="+mj-lt"/>
              <a:buAutoNum type="alphaLcParenR"/>
            </a:pPr>
            <a:r>
              <a:rPr lang="en-US">
                <a:sym typeface="Symbol"/>
              </a:rPr>
              <a:t>100000BTU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This is a dumb question, rooms don’t “contain” heat.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60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DC59D17-C04A-4EC9-9909-A713446E8F62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9225" name="Rectangle 2"/>
          <p:cNvSpPr>
            <a:spLocks noChangeArrowheads="1"/>
          </p:cNvSpPr>
          <p:nvPr/>
        </p:nvSpPr>
        <p:spPr bwMode="auto">
          <a:xfrm>
            <a:off x="5956300" y="3987800"/>
            <a:ext cx="1041400" cy="723900"/>
          </a:xfrm>
          <a:prstGeom prst="rect">
            <a:avLst/>
          </a:prstGeom>
          <a:solidFill>
            <a:srgbClr val="FFFF99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2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123.10.5</a:t>
            </a:r>
          </a:p>
        </p:txBody>
      </p:sp>
      <p:sp>
        <p:nvSpPr>
          <p:cNvPr id="9227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556000" cy="4525963"/>
          </a:xfrm>
        </p:spPr>
        <p:txBody>
          <a:bodyPr/>
          <a:lstStyle/>
          <a:p>
            <a:pPr eaLnBrk="1" hangingPunct="1"/>
            <a:r>
              <a:rPr lang="en-US"/>
              <a:t>Which PV graph represents a cyclic process?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710238" y="1727200"/>
            <a:ext cx="2112962" cy="1570038"/>
            <a:chOff x="2461" y="1088"/>
            <a:chExt cx="3299" cy="2149"/>
          </a:xfrm>
        </p:grpSpPr>
        <p:sp>
          <p:nvSpPr>
            <p:cNvPr id="9241" name="Line 6"/>
            <p:cNvSpPr>
              <a:spLocks noChangeShapeType="1"/>
            </p:cNvSpPr>
            <p:nvPr/>
          </p:nvSpPr>
          <p:spPr bwMode="auto">
            <a:xfrm flipV="1">
              <a:off x="2941" y="1136"/>
              <a:ext cx="0" cy="17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2" name="Line 7"/>
            <p:cNvSpPr>
              <a:spLocks noChangeShapeType="1"/>
            </p:cNvSpPr>
            <p:nvPr/>
          </p:nvSpPr>
          <p:spPr bwMode="auto">
            <a:xfrm>
              <a:off x="2941" y="2864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2" name="Object 8"/>
            <p:cNvGraphicFramePr>
              <a:graphicFrameLocks noChangeAspect="1"/>
            </p:cNvGraphicFramePr>
            <p:nvPr/>
          </p:nvGraphicFramePr>
          <p:xfrm>
            <a:off x="2461" y="1088"/>
            <a:ext cx="323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52280" imgH="164880" progId="Equation.3">
                    <p:embed/>
                  </p:oleObj>
                </mc:Choice>
                <mc:Fallback>
                  <p:oleObj name="Equation" r:id="rId2" imgW="152280" imgH="164880" progId="Equation.3">
                    <p:embed/>
                    <p:pic>
                      <p:nvPicPr>
                        <p:cNvPr id="9222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1" y="1088"/>
                          <a:ext cx="323" cy="35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3" name="Object 9"/>
            <p:cNvGraphicFramePr>
              <a:graphicFrameLocks noChangeAspect="1"/>
            </p:cNvGraphicFramePr>
            <p:nvPr/>
          </p:nvGraphicFramePr>
          <p:xfrm>
            <a:off x="5437" y="2850"/>
            <a:ext cx="323" cy="3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2280" imgH="177480" progId="Equation.3">
                    <p:embed/>
                  </p:oleObj>
                </mc:Choice>
                <mc:Fallback>
                  <p:oleObj name="Equation" r:id="rId4" imgW="152280" imgH="177480" progId="Equation.3">
                    <p:embed/>
                    <p:pic>
                      <p:nvPicPr>
                        <p:cNvPr id="922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7" y="2850"/>
                          <a:ext cx="323" cy="3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3" name="Freeform 10"/>
            <p:cNvSpPr>
              <a:spLocks/>
            </p:cNvSpPr>
            <p:nvPr/>
          </p:nvSpPr>
          <p:spPr bwMode="auto">
            <a:xfrm>
              <a:off x="3269" y="1392"/>
              <a:ext cx="1384" cy="1088"/>
            </a:xfrm>
            <a:custGeom>
              <a:avLst/>
              <a:gdLst>
                <a:gd name="T0" fmla="*/ 8 w 1384"/>
                <a:gd name="T1" fmla="*/ 416 h 1088"/>
                <a:gd name="T2" fmla="*/ 488 w 1384"/>
                <a:gd name="T3" fmla="*/ 32 h 1088"/>
                <a:gd name="T4" fmla="*/ 1112 w 1384"/>
                <a:gd name="T5" fmla="*/ 224 h 1088"/>
                <a:gd name="T6" fmla="*/ 1352 w 1384"/>
                <a:gd name="T7" fmla="*/ 752 h 1088"/>
                <a:gd name="T8" fmla="*/ 1304 w 1384"/>
                <a:gd name="T9" fmla="*/ 896 h 1088"/>
                <a:gd name="T10" fmla="*/ 1112 w 1384"/>
                <a:gd name="T11" fmla="*/ 1040 h 1088"/>
                <a:gd name="T12" fmla="*/ 440 w 1384"/>
                <a:gd name="T13" fmla="*/ 992 h 1088"/>
                <a:gd name="T14" fmla="*/ 8 w 1384"/>
                <a:gd name="T15" fmla="*/ 416 h 108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84"/>
                <a:gd name="T25" fmla="*/ 0 h 1088"/>
                <a:gd name="T26" fmla="*/ 1384 w 1384"/>
                <a:gd name="T27" fmla="*/ 1088 h 108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84" h="1088">
                  <a:moveTo>
                    <a:pt x="8" y="416"/>
                  </a:moveTo>
                  <a:cubicBezTo>
                    <a:pt x="16" y="256"/>
                    <a:pt x="304" y="64"/>
                    <a:pt x="488" y="32"/>
                  </a:cubicBezTo>
                  <a:cubicBezTo>
                    <a:pt x="672" y="0"/>
                    <a:pt x="968" y="104"/>
                    <a:pt x="1112" y="224"/>
                  </a:cubicBezTo>
                  <a:cubicBezTo>
                    <a:pt x="1256" y="344"/>
                    <a:pt x="1320" y="640"/>
                    <a:pt x="1352" y="752"/>
                  </a:cubicBezTo>
                  <a:cubicBezTo>
                    <a:pt x="1384" y="864"/>
                    <a:pt x="1344" y="848"/>
                    <a:pt x="1304" y="896"/>
                  </a:cubicBezTo>
                  <a:cubicBezTo>
                    <a:pt x="1264" y="944"/>
                    <a:pt x="1256" y="1024"/>
                    <a:pt x="1112" y="1040"/>
                  </a:cubicBezTo>
                  <a:cubicBezTo>
                    <a:pt x="968" y="1056"/>
                    <a:pt x="624" y="1088"/>
                    <a:pt x="440" y="992"/>
                  </a:cubicBezTo>
                  <a:cubicBezTo>
                    <a:pt x="256" y="896"/>
                    <a:pt x="0" y="576"/>
                    <a:pt x="8" y="416"/>
                  </a:cubicBezTo>
                  <a:close/>
                </a:path>
              </a:pathLst>
            </a:custGeom>
            <a:solidFill>
              <a:srgbClr val="FFFF99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Oval 11"/>
            <p:cNvSpPr>
              <a:spLocks noChangeArrowheads="1"/>
            </p:cNvSpPr>
            <p:nvPr/>
          </p:nvSpPr>
          <p:spPr bwMode="auto">
            <a:xfrm>
              <a:off x="3229" y="1712"/>
              <a:ext cx="96" cy="9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5" name="Line 12"/>
            <p:cNvSpPr>
              <a:spLocks noChangeShapeType="1"/>
            </p:cNvSpPr>
            <p:nvPr/>
          </p:nvSpPr>
          <p:spPr bwMode="auto">
            <a:xfrm>
              <a:off x="3949" y="1424"/>
              <a:ext cx="192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3"/>
            <p:cNvSpPr>
              <a:spLocks noChangeShapeType="1"/>
            </p:cNvSpPr>
            <p:nvPr/>
          </p:nvSpPr>
          <p:spPr bwMode="auto">
            <a:xfrm flipH="1" flipV="1">
              <a:off x="4093" y="2432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9" name="Line 14"/>
          <p:cNvSpPr>
            <a:spLocks noChangeShapeType="1"/>
          </p:cNvSpPr>
          <p:nvPr/>
        </p:nvSpPr>
        <p:spPr bwMode="auto">
          <a:xfrm flipV="1">
            <a:off x="5967413" y="3463925"/>
            <a:ext cx="0" cy="1262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230" name="Line 15"/>
          <p:cNvSpPr>
            <a:spLocks noChangeShapeType="1"/>
          </p:cNvSpPr>
          <p:nvPr/>
        </p:nvSpPr>
        <p:spPr bwMode="auto">
          <a:xfrm>
            <a:off x="5967413" y="4725988"/>
            <a:ext cx="15065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218" name="Object 16"/>
          <p:cNvGraphicFramePr>
            <a:graphicFrameLocks noChangeAspect="1"/>
          </p:cNvGraphicFramePr>
          <p:nvPr/>
        </p:nvGraphicFramePr>
        <p:xfrm>
          <a:off x="5659438" y="3429000"/>
          <a:ext cx="206375" cy="261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80" imgH="164880" progId="Equation.3">
                  <p:embed/>
                </p:oleObj>
              </mc:Choice>
              <mc:Fallback>
                <p:oleObj name="Equation" r:id="rId6" imgW="152280" imgH="164880" progId="Equation.3">
                  <p:embed/>
                  <p:pic>
                    <p:nvPicPr>
                      <p:cNvPr id="92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9438" y="3429000"/>
                        <a:ext cx="206375" cy="2619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9" name="Object 17"/>
          <p:cNvGraphicFramePr>
            <a:graphicFrameLocks noChangeAspect="1"/>
          </p:cNvGraphicFramePr>
          <p:nvPr/>
        </p:nvGraphicFramePr>
        <p:xfrm>
          <a:off x="7566025" y="4716463"/>
          <a:ext cx="206375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2280" imgH="177480" progId="Equation.3">
                  <p:embed/>
                </p:oleObj>
              </mc:Choice>
              <mc:Fallback>
                <p:oleObj name="Equation" r:id="rId8" imgW="152280" imgH="177480" progId="Equation.3">
                  <p:embed/>
                  <p:pic>
                    <p:nvPicPr>
                      <p:cNvPr id="921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66025" y="4716463"/>
                        <a:ext cx="206375" cy="282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31" name="Oval 18"/>
          <p:cNvSpPr>
            <a:spLocks noChangeArrowheads="1"/>
          </p:cNvSpPr>
          <p:nvPr/>
        </p:nvSpPr>
        <p:spPr bwMode="auto">
          <a:xfrm>
            <a:off x="5948363" y="39608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595438" y="3949700"/>
            <a:ext cx="2112962" cy="1570038"/>
            <a:chOff x="1005" y="2488"/>
            <a:chExt cx="1331" cy="989"/>
          </a:xfrm>
        </p:grpSpPr>
        <p:sp>
          <p:nvSpPr>
            <p:cNvPr id="9238" name="Line 20"/>
            <p:cNvSpPr>
              <a:spLocks noChangeShapeType="1"/>
            </p:cNvSpPr>
            <p:nvPr/>
          </p:nvSpPr>
          <p:spPr bwMode="auto">
            <a:xfrm flipV="1">
              <a:off x="1199" y="2510"/>
              <a:ext cx="0" cy="7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9" name="Line 21"/>
            <p:cNvSpPr>
              <a:spLocks noChangeShapeType="1"/>
            </p:cNvSpPr>
            <p:nvPr/>
          </p:nvSpPr>
          <p:spPr bwMode="auto">
            <a:xfrm>
              <a:off x="1199" y="3305"/>
              <a:ext cx="9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0" name="Object 22"/>
            <p:cNvGraphicFramePr>
              <a:graphicFrameLocks noChangeAspect="1"/>
            </p:cNvGraphicFramePr>
            <p:nvPr/>
          </p:nvGraphicFramePr>
          <p:xfrm>
            <a:off x="1005" y="2488"/>
            <a:ext cx="130" cy="1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2280" imgH="164880" progId="Equation.3">
                    <p:embed/>
                  </p:oleObj>
                </mc:Choice>
                <mc:Fallback>
                  <p:oleObj name="Equation" r:id="rId10" imgW="152280" imgH="164880" progId="Equation.3">
                    <p:embed/>
                    <p:pic>
                      <p:nvPicPr>
                        <p:cNvPr id="9220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5" y="2488"/>
                          <a:ext cx="130" cy="16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1" name="Object 23"/>
            <p:cNvGraphicFramePr>
              <a:graphicFrameLocks noChangeAspect="1"/>
            </p:cNvGraphicFramePr>
            <p:nvPr/>
          </p:nvGraphicFramePr>
          <p:xfrm>
            <a:off x="2206" y="3299"/>
            <a:ext cx="130" cy="1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2280" imgH="177480" progId="Equation.3">
                    <p:embed/>
                  </p:oleObj>
                </mc:Choice>
                <mc:Fallback>
                  <p:oleObj name="Equation" r:id="rId12" imgW="152280" imgH="177480" progId="Equation.3">
                    <p:embed/>
                    <p:pic>
                      <p:nvPicPr>
                        <p:cNvPr id="9221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06" y="3299"/>
                          <a:ext cx="130" cy="17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0" name="Oval 24"/>
            <p:cNvSpPr>
              <a:spLocks noChangeArrowheads="1"/>
            </p:cNvSpPr>
            <p:nvPr/>
          </p:nvSpPr>
          <p:spPr bwMode="auto">
            <a:xfrm>
              <a:off x="1315" y="2775"/>
              <a:ext cx="39" cy="44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9233" name="Oval 25"/>
          <p:cNvSpPr>
            <a:spLocks noChangeArrowheads="1"/>
          </p:cNvSpPr>
          <p:nvPr/>
        </p:nvSpPr>
        <p:spPr bwMode="auto">
          <a:xfrm>
            <a:off x="7002463" y="46847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4" name="Freeform 26"/>
          <p:cNvSpPr>
            <a:spLocks/>
          </p:cNvSpPr>
          <p:nvPr/>
        </p:nvSpPr>
        <p:spPr bwMode="auto">
          <a:xfrm>
            <a:off x="5969000" y="3987800"/>
            <a:ext cx="1041400" cy="723900"/>
          </a:xfrm>
          <a:custGeom>
            <a:avLst/>
            <a:gdLst>
              <a:gd name="T0" fmla="*/ 0 w 656"/>
              <a:gd name="T1" fmla="*/ 0 h 456"/>
              <a:gd name="T2" fmla="*/ 2147483647 w 656"/>
              <a:gd name="T3" fmla="*/ 0 h 456"/>
              <a:gd name="T4" fmla="*/ 2147483647 w 656"/>
              <a:gd name="T5" fmla="*/ 2147483647 h 456"/>
              <a:gd name="T6" fmla="*/ 0 60000 65536"/>
              <a:gd name="T7" fmla="*/ 0 60000 65536"/>
              <a:gd name="T8" fmla="*/ 0 60000 65536"/>
              <a:gd name="T9" fmla="*/ 0 w 656"/>
              <a:gd name="T10" fmla="*/ 0 h 456"/>
              <a:gd name="T11" fmla="*/ 656 w 656"/>
              <a:gd name="T12" fmla="*/ 456 h 4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56" h="456">
                <a:moveTo>
                  <a:pt x="0" y="0"/>
                </a:moveTo>
                <a:lnTo>
                  <a:pt x="656" y="0"/>
                </a:lnTo>
                <a:lnTo>
                  <a:pt x="656" y="45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5" name="Text Box 27"/>
          <p:cNvSpPr txBox="1">
            <a:spLocks noChangeArrowheads="1"/>
          </p:cNvSpPr>
          <p:nvPr/>
        </p:nvSpPr>
        <p:spPr bwMode="auto">
          <a:xfrm>
            <a:off x="2339975" y="5472113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C</a:t>
            </a:r>
          </a:p>
        </p:txBody>
      </p:sp>
      <p:sp>
        <p:nvSpPr>
          <p:cNvPr id="9236" name="Text Box 28"/>
          <p:cNvSpPr txBox="1">
            <a:spLocks noChangeArrowheads="1"/>
          </p:cNvSpPr>
          <p:nvPr/>
        </p:nvSpPr>
        <p:spPr bwMode="auto">
          <a:xfrm>
            <a:off x="6245225" y="49387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9237" name="Text Box 29"/>
          <p:cNvSpPr txBox="1">
            <a:spLocks noChangeArrowheads="1"/>
          </p:cNvSpPr>
          <p:nvPr/>
        </p:nvSpPr>
        <p:spPr bwMode="auto">
          <a:xfrm>
            <a:off x="6651625" y="32115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002046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1B5BEF6-E342-43E9-9156-A1D0A84D75FA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84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By observing a system we find that 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                    W = -Q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What can we say about the system?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isolated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cyclic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isobaric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closed</a:t>
            </a:r>
          </a:p>
        </p:txBody>
      </p:sp>
    </p:spTree>
    <p:extLst>
      <p:ext uri="{BB962C8B-B14F-4D97-AF65-F5344CB8AC3E}">
        <p14:creationId xmlns:p14="http://schemas.microsoft.com/office/powerpoint/2010/main" val="1311973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9E9A0-0951-3B3E-D532-FA3315C6F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375" y="686181"/>
            <a:ext cx="2714625" cy="1809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750AFF-282F-856C-EF2B-9F0A68F42D5F}"/>
              </a:ext>
            </a:extLst>
          </p:cNvPr>
          <p:cNvSpPr/>
          <p:nvPr/>
        </p:nvSpPr>
        <p:spPr>
          <a:xfrm>
            <a:off x="2095500" y="3210585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0D7E5A-71C2-8DAE-9C61-2C47F1430FFC}"/>
              </a:ext>
            </a:extLst>
          </p:cNvPr>
          <p:cNvSpPr/>
          <p:nvPr/>
        </p:nvSpPr>
        <p:spPr>
          <a:xfrm>
            <a:off x="2552700" y="3489985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EDCA72-E717-2F4E-E7F7-B88B886F3FB9}"/>
              </a:ext>
            </a:extLst>
          </p:cNvPr>
          <p:cNvSpPr/>
          <p:nvPr/>
        </p:nvSpPr>
        <p:spPr>
          <a:xfrm>
            <a:off x="3909060" y="3489985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1E0977-2F7F-99F0-2437-5CF278580594}"/>
              </a:ext>
            </a:extLst>
          </p:cNvPr>
          <p:cNvSpPr/>
          <p:nvPr/>
        </p:nvSpPr>
        <p:spPr>
          <a:xfrm>
            <a:off x="2558415" y="3489984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Arrow 16">
            <a:extLst>
              <a:ext uri="{FF2B5EF4-FFF2-40B4-BE49-F238E27FC236}">
                <a16:creationId xmlns:a16="http://schemas.microsoft.com/office/drawing/2014/main" id="{DE91A885-E709-0F7C-D0F6-44C6F8038306}"/>
              </a:ext>
            </a:extLst>
          </p:cNvPr>
          <p:cNvSpPr/>
          <p:nvPr/>
        </p:nvSpPr>
        <p:spPr>
          <a:xfrm>
            <a:off x="4347303" y="4071088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1E28DE-0FBC-3ACC-B597-126D613EB4E8}"/>
              </a:ext>
            </a:extLst>
          </p:cNvPr>
          <p:cNvSpPr txBox="1"/>
          <p:nvPr/>
        </p:nvSpPr>
        <p:spPr>
          <a:xfrm>
            <a:off x="5577654" y="3834310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E76A14-D75F-EEFF-3BBF-B68EF43F5675}"/>
              </a:ext>
            </a:extLst>
          </p:cNvPr>
          <p:cNvSpPr txBox="1"/>
          <p:nvPr/>
        </p:nvSpPr>
        <p:spPr>
          <a:xfrm>
            <a:off x="2600222" y="3481628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13" name="Left Arrow 21">
            <a:extLst>
              <a:ext uri="{FF2B5EF4-FFF2-40B4-BE49-F238E27FC236}">
                <a16:creationId xmlns:a16="http://schemas.microsoft.com/office/drawing/2014/main" id="{0A1FE6C6-5882-D8BE-D042-C3D5AE120993}"/>
              </a:ext>
            </a:extLst>
          </p:cNvPr>
          <p:cNvSpPr/>
          <p:nvPr/>
        </p:nvSpPr>
        <p:spPr>
          <a:xfrm flipH="1">
            <a:off x="2776097" y="4045068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3E82C6-5DEE-80D1-C171-DD52B62A0D6A}"/>
              </a:ext>
            </a:extLst>
          </p:cNvPr>
          <p:cNvSpPr txBox="1"/>
          <p:nvPr/>
        </p:nvSpPr>
        <p:spPr>
          <a:xfrm>
            <a:off x="2897644" y="4198583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8312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2088463" y="3820196"/>
            <a:ext cx="4953000" cy="1981200"/>
            <a:chOff x="2057400" y="1371600"/>
            <a:chExt cx="4953000" cy="2971800"/>
          </a:xfrm>
        </p:grpSpPr>
        <p:sp>
          <p:nvSpPr>
            <p:cNvPr id="5" name="Rectangle 4"/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/>
          <p:cNvSpPr/>
          <p:nvPr/>
        </p:nvSpPr>
        <p:spPr>
          <a:xfrm>
            <a:off x="2073755" y="705129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30955" y="984529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87315" y="984529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536670" y="984528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/>
          <p:cNvSpPr/>
          <p:nvPr/>
        </p:nvSpPr>
        <p:spPr>
          <a:xfrm>
            <a:off x="4325558" y="1565632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555909" y="132885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578477" y="976172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839" y="4121870"/>
            <a:ext cx="10767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f</a:t>
            </a:r>
            <a:r>
              <a:rPr lang="en-US" sz="3200" dirty="0"/>
              <a:t>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2" name="Left Arrow 21"/>
          <p:cNvSpPr/>
          <p:nvPr/>
        </p:nvSpPr>
        <p:spPr>
          <a:xfrm flipH="1">
            <a:off x="2754352" y="1539612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2875899" y="1693127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/>
          <p:cNvSpPr/>
          <p:nvPr/>
        </p:nvSpPr>
        <p:spPr>
          <a:xfrm>
            <a:off x="5336602" y="4595046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555801" y="4369420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/>
          <p:cNvSpPr/>
          <p:nvPr/>
        </p:nvSpPr>
        <p:spPr>
          <a:xfrm flipH="1">
            <a:off x="3821152" y="4591329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942699" y="4744844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BF7A6-0FDB-A15D-7F3E-093C9F7A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4CC7E75-AE3E-A284-3421-3F780509A1D9}"/>
              </a:ext>
            </a:extLst>
          </p:cNvPr>
          <p:cNvGrpSpPr/>
          <p:nvPr/>
        </p:nvGrpSpPr>
        <p:grpSpPr>
          <a:xfrm>
            <a:off x="2008486" y="944880"/>
            <a:ext cx="4953000" cy="1981200"/>
            <a:chOff x="2057400" y="1371600"/>
            <a:chExt cx="4953000" cy="29718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348340A-A596-38A4-72E2-E3A6BA784FCD}"/>
                </a:ext>
              </a:extLst>
            </p:cNvPr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99B1EBC-7C7C-ED35-7974-E9460E6216C0}"/>
                </a:ext>
              </a:extLst>
            </p:cNvPr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E09D3A4-DB36-04C0-5275-88FD21EF93C1}"/>
                </a:ext>
              </a:extLst>
            </p:cNvPr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6A80A2E-48EC-EDB8-9909-A5DEA64FC671}"/>
                </a:ext>
              </a:extLst>
            </p:cNvPr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CEEE9BB2-6514-ED20-7A99-D7A676F08B6B}"/>
              </a:ext>
            </a:extLst>
          </p:cNvPr>
          <p:cNvSpPr/>
          <p:nvPr/>
        </p:nvSpPr>
        <p:spPr>
          <a:xfrm>
            <a:off x="2008486" y="3901441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44CF1-1253-190C-D04A-EF5F8AE586AB}"/>
              </a:ext>
            </a:extLst>
          </p:cNvPr>
          <p:cNvSpPr/>
          <p:nvPr/>
        </p:nvSpPr>
        <p:spPr>
          <a:xfrm>
            <a:off x="2465686" y="4180841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504A5C-568D-E313-EFC1-AD1E2D431189}"/>
              </a:ext>
            </a:extLst>
          </p:cNvPr>
          <p:cNvSpPr/>
          <p:nvPr/>
        </p:nvSpPr>
        <p:spPr>
          <a:xfrm>
            <a:off x="3822046" y="4180841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47C765-5177-A185-6B6D-27C6FBD72524}"/>
              </a:ext>
            </a:extLst>
          </p:cNvPr>
          <p:cNvSpPr/>
          <p:nvPr/>
        </p:nvSpPr>
        <p:spPr>
          <a:xfrm>
            <a:off x="2471401" y="4180840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CC9EA29F-A45E-4208-F168-4FF7120CC102}"/>
              </a:ext>
            </a:extLst>
          </p:cNvPr>
          <p:cNvSpPr/>
          <p:nvPr/>
        </p:nvSpPr>
        <p:spPr>
          <a:xfrm>
            <a:off x="4260289" y="4761944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3EC89-B948-CFF3-533B-CE6791D8672F}"/>
              </a:ext>
            </a:extLst>
          </p:cNvPr>
          <p:cNvSpPr txBox="1"/>
          <p:nvPr/>
        </p:nvSpPr>
        <p:spPr>
          <a:xfrm>
            <a:off x="5490640" y="4525166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6881A9-F0BA-808A-8B87-70223A109189}"/>
              </a:ext>
            </a:extLst>
          </p:cNvPr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D4C2A7-DF40-1A72-EDB6-0C047AD7250D}"/>
              </a:ext>
            </a:extLst>
          </p:cNvPr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C9C9F08-923B-9D53-0477-CFCA4F7FDE0A}"/>
              </a:ext>
            </a:extLst>
          </p:cNvPr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4259E4-62EB-45BA-B378-D147092C6323}"/>
              </a:ext>
            </a:extLst>
          </p:cNvPr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FC4EE35-176C-10A3-75B9-BC94971B7994}"/>
              </a:ext>
            </a:extLst>
          </p:cNvPr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C98FFE5-4161-9776-2984-D5FFEDCC11B1}"/>
              </a:ext>
            </a:extLst>
          </p:cNvPr>
          <p:cNvSpPr txBox="1"/>
          <p:nvPr/>
        </p:nvSpPr>
        <p:spPr>
          <a:xfrm>
            <a:off x="2513208" y="4172484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D7752F-5AD7-EDCD-307F-AEFEAEE7A794}"/>
              </a:ext>
            </a:extLst>
          </p:cNvPr>
          <p:cNvSpPr txBox="1"/>
          <p:nvPr/>
        </p:nvSpPr>
        <p:spPr>
          <a:xfrm>
            <a:off x="2562862" y="1246554"/>
            <a:ext cx="10767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f</a:t>
            </a:r>
            <a:r>
              <a:rPr lang="en-US" sz="3200" dirty="0"/>
              <a:t>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4D395F34-47F3-D1DB-D43C-32FC5FE20D3B}"/>
              </a:ext>
            </a:extLst>
          </p:cNvPr>
          <p:cNvSpPr/>
          <p:nvPr/>
        </p:nvSpPr>
        <p:spPr>
          <a:xfrm flipH="1">
            <a:off x="2689083" y="4735924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3FFC3A-0B5D-7ADE-4ACD-7231E39F403E}"/>
              </a:ext>
            </a:extLst>
          </p:cNvPr>
          <p:cNvSpPr txBox="1"/>
          <p:nvPr/>
        </p:nvSpPr>
        <p:spPr>
          <a:xfrm>
            <a:off x="2810630" y="4889439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A4122155-8F10-7D41-48B3-4D8FA7702BCA}"/>
              </a:ext>
            </a:extLst>
          </p:cNvPr>
          <p:cNvSpPr/>
          <p:nvPr/>
        </p:nvSpPr>
        <p:spPr>
          <a:xfrm>
            <a:off x="5256625" y="1719730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AAE4DA-961B-8FAB-301E-39E54ADE69DC}"/>
              </a:ext>
            </a:extLst>
          </p:cNvPr>
          <p:cNvSpPr txBox="1"/>
          <p:nvPr/>
        </p:nvSpPr>
        <p:spPr>
          <a:xfrm>
            <a:off x="6475824" y="149410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>
            <a:extLst>
              <a:ext uri="{FF2B5EF4-FFF2-40B4-BE49-F238E27FC236}">
                <a16:creationId xmlns:a16="http://schemas.microsoft.com/office/drawing/2014/main" id="{A1F323C0-A915-F6E2-B652-B17952D13E5A}"/>
              </a:ext>
            </a:extLst>
          </p:cNvPr>
          <p:cNvSpPr/>
          <p:nvPr/>
        </p:nvSpPr>
        <p:spPr>
          <a:xfrm flipH="1">
            <a:off x="3741175" y="1716013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9D2C21-4BD0-22C0-2FA4-05D1EA94E02C}"/>
              </a:ext>
            </a:extLst>
          </p:cNvPr>
          <p:cNvSpPr txBox="1"/>
          <p:nvPr/>
        </p:nvSpPr>
        <p:spPr>
          <a:xfrm>
            <a:off x="3862722" y="1869528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6382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DA706DC5-3B00-400E-BEEF-9610CEBBF1D9}"/>
              </a:ext>
            </a:extLst>
          </p:cNvPr>
          <p:cNvGrpSpPr/>
          <p:nvPr/>
        </p:nvGrpSpPr>
        <p:grpSpPr>
          <a:xfrm>
            <a:off x="5369997" y="163286"/>
            <a:ext cx="2476916" cy="3200400"/>
            <a:chOff x="4178012" y="1894114"/>
            <a:chExt cx="2476916" cy="3498832"/>
          </a:xfrm>
        </p:grpSpPr>
        <p:sp>
          <p:nvSpPr>
            <p:cNvPr id="36" name="Oval 35"/>
            <p:cNvSpPr/>
            <p:nvPr/>
          </p:nvSpPr>
          <p:spPr>
            <a:xfrm flipH="1">
              <a:off x="4700527" y="2438399"/>
              <a:ext cx="762000" cy="718457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14"/>
            <p:cNvSpPr>
              <a:spLocks noChangeArrowheads="1"/>
            </p:cNvSpPr>
            <p:nvPr/>
          </p:nvSpPr>
          <p:spPr bwMode="auto">
            <a:xfrm rot="15955976">
              <a:off x="4700797" y="2977587"/>
              <a:ext cx="173633" cy="29322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12"/>
            <p:cNvSpPr>
              <a:spLocks noChangeArrowheads="1"/>
            </p:cNvSpPr>
            <p:nvPr/>
          </p:nvSpPr>
          <p:spPr bwMode="auto">
            <a:xfrm rot="18889740">
              <a:off x="4924091" y="2349001"/>
              <a:ext cx="711420" cy="1435098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1" name="Rectangle 14"/>
            <p:cNvSpPr>
              <a:spLocks noChangeArrowheads="1"/>
            </p:cNvSpPr>
            <p:nvPr/>
          </p:nvSpPr>
          <p:spPr bwMode="auto">
            <a:xfrm rot="19284302">
              <a:off x="4890481" y="2627055"/>
              <a:ext cx="373398" cy="7048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" name="Rectangle 17"/>
            <p:cNvSpPr>
              <a:spLocks noChangeArrowheads="1"/>
            </p:cNvSpPr>
            <p:nvPr/>
          </p:nvSpPr>
          <p:spPr bwMode="auto">
            <a:xfrm rot="18389825">
              <a:off x="6060069" y="4985842"/>
              <a:ext cx="579285" cy="234923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Oval 11"/>
            <p:cNvSpPr>
              <a:spLocks noChangeArrowheads="1"/>
            </p:cNvSpPr>
            <p:nvPr/>
          </p:nvSpPr>
          <p:spPr bwMode="auto">
            <a:xfrm rot="20727755">
              <a:off x="4288011" y="2108682"/>
              <a:ext cx="496888" cy="692150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 rot="15598616">
              <a:off x="4899736" y="2934860"/>
              <a:ext cx="242971" cy="81663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 rot="2427115">
              <a:off x="5064057" y="3439418"/>
              <a:ext cx="407626" cy="10191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 rot="17343869">
              <a:off x="5481312" y="4995095"/>
              <a:ext cx="406400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 rot="18313119">
              <a:off x="5173946" y="3997970"/>
              <a:ext cx="349286" cy="115092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 rot="21264942">
              <a:off x="5471333" y="5115612"/>
              <a:ext cx="220544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" name="Rectangle 15"/>
            <p:cNvSpPr>
              <a:spLocks noChangeArrowheads="1"/>
            </p:cNvSpPr>
            <p:nvPr/>
          </p:nvSpPr>
          <p:spPr bwMode="auto">
            <a:xfrm rot="20968993">
              <a:off x="5492193" y="3445137"/>
              <a:ext cx="412934" cy="101917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 rot="18559297">
              <a:off x="5882734" y="3997483"/>
              <a:ext cx="355300" cy="1189088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3"/>
            <p:cNvSpPr>
              <a:spLocks noChangeArrowheads="1"/>
            </p:cNvSpPr>
            <p:nvPr/>
          </p:nvSpPr>
          <p:spPr bwMode="auto">
            <a:xfrm rot="17370522">
              <a:off x="4441614" y="3347001"/>
              <a:ext cx="334068" cy="261372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4178012" y="1894114"/>
              <a:ext cx="903512" cy="881743"/>
              <a:chOff x="6825343" y="1110343"/>
              <a:chExt cx="1937658" cy="2079171"/>
            </a:xfrm>
          </p:grpSpPr>
          <p:sp>
            <p:nvSpPr>
              <p:cNvPr id="39" name="Freeform 38"/>
              <p:cNvSpPr/>
              <p:nvPr/>
            </p:nvSpPr>
            <p:spPr>
              <a:xfrm>
                <a:off x="6901543" y="1110343"/>
                <a:ext cx="1861458" cy="1828800"/>
              </a:xfrm>
              <a:custGeom>
                <a:avLst/>
                <a:gdLst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11086 w 1839686"/>
                  <a:gd name="connsiteY5" fmla="*/ 1480457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87286 w 1839686"/>
                  <a:gd name="connsiteY5" fmla="*/ 1534885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719943 w 1839686"/>
                  <a:gd name="connsiteY5" fmla="*/ 1556656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61458"/>
                  <a:gd name="connsiteY0" fmla="*/ 870857 h 1828800"/>
                  <a:gd name="connsiteX1" fmla="*/ 849086 w 1861458"/>
                  <a:gd name="connsiteY1" fmla="*/ 903514 h 1828800"/>
                  <a:gd name="connsiteX2" fmla="*/ 1077686 w 1861458"/>
                  <a:gd name="connsiteY2" fmla="*/ 1208314 h 1828800"/>
                  <a:gd name="connsiteX3" fmla="*/ 838200 w 1861458"/>
                  <a:gd name="connsiteY3" fmla="*/ 1654628 h 1828800"/>
                  <a:gd name="connsiteX4" fmla="*/ 1219200 w 1861458"/>
                  <a:gd name="connsiteY4" fmla="*/ 1828800 h 1828800"/>
                  <a:gd name="connsiteX5" fmla="*/ 1719943 w 1861458"/>
                  <a:gd name="connsiteY5" fmla="*/ 1556656 h 1828800"/>
                  <a:gd name="connsiteX6" fmla="*/ 1861458 w 1861458"/>
                  <a:gd name="connsiteY6" fmla="*/ 1436914 h 1828800"/>
                  <a:gd name="connsiteX7" fmla="*/ 1839686 w 1861458"/>
                  <a:gd name="connsiteY7" fmla="*/ 859971 h 1828800"/>
                  <a:gd name="connsiteX8" fmla="*/ 1730829 w 1861458"/>
                  <a:gd name="connsiteY8" fmla="*/ 402771 h 1828800"/>
                  <a:gd name="connsiteX9" fmla="*/ 1295400 w 1861458"/>
                  <a:gd name="connsiteY9" fmla="*/ 32657 h 1828800"/>
                  <a:gd name="connsiteX10" fmla="*/ 816429 w 1861458"/>
                  <a:gd name="connsiteY10" fmla="*/ 0 h 1828800"/>
                  <a:gd name="connsiteX11" fmla="*/ 337457 w 1861458"/>
                  <a:gd name="connsiteY11" fmla="*/ 228600 h 1828800"/>
                  <a:gd name="connsiteX12" fmla="*/ 130629 w 1861458"/>
                  <a:gd name="connsiteY12" fmla="*/ 609600 h 1828800"/>
                  <a:gd name="connsiteX13" fmla="*/ 0 w 1861458"/>
                  <a:gd name="connsiteY13" fmla="*/ 870857 h 1828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861458" h="1828800">
                    <a:moveTo>
                      <a:pt x="0" y="870857"/>
                    </a:moveTo>
                    <a:lnTo>
                      <a:pt x="849086" y="903514"/>
                    </a:lnTo>
                    <a:lnTo>
                      <a:pt x="1077686" y="1208314"/>
                    </a:lnTo>
                    <a:lnTo>
                      <a:pt x="838200" y="1654628"/>
                    </a:lnTo>
                    <a:lnTo>
                      <a:pt x="1219200" y="1828800"/>
                    </a:lnTo>
                    <a:lnTo>
                      <a:pt x="1719943" y="1556656"/>
                    </a:lnTo>
                    <a:lnTo>
                      <a:pt x="1861458" y="1436914"/>
                    </a:lnTo>
                    <a:lnTo>
                      <a:pt x="1839686" y="859971"/>
                    </a:lnTo>
                    <a:lnTo>
                      <a:pt x="1730829" y="402771"/>
                    </a:lnTo>
                    <a:lnTo>
                      <a:pt x="1295400" y="32657"/>
                    </a:lnTo>
                    <a:lnTo>
                      <a:pt x="816429" y="0"/>
                    </a:lnTo>
                    <a:lnTo>
                      <a:pt x="337457" y="228600"/>
                    </a:lnTo>
                    <a:lnTo>
                      <a:pt x="130629" y="609600"/>
                    </a:lnTo>
                    <a:lnTo>
                      <a:pt x="0" y="870857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Freeform 39"/>
              <p:cNvSpPr/>
              <p:nvPr/>
            </p:nvSpPr>
            <p:spPr>
              <a:xfrm>
                <a:off x="6890657" y="1981200"/>
                <a:ext cx="936172" cy="174171"/>
              </a:xfrm>
              <a:custGeom>
                <a:avLst/>
                <a:gdLst>
                  <a:gd name="connsiteX0" fmla="*/ 97972 w 936172"/>
                  <a:gd name="connsiteY0" fmla="*/ 87086 h 174171"/>
                  <a:gd name="connsiteX1" fmla="*/ 936172 w 936172"/>
                  <a:gd name="connsiteY1" fmla="*/ 174171 h 174171"/>
                  <a:gd name="connsiteX2" fmla="*/ 914400 w 936172"/>
                  <a:gd name="connsiteY2" fmla="*/ 76200 h 174171"/>
                  <a:gd name="connsiteX3" fmla="*/ 87086 w 936172"/>
                  <a:gd name="connsiteY3" fmla="*/ 0 h 174171"/>
                  <a:gd name="connsiteX4" fmla="*/ 0 w 936172"/>
                  <a:gd name="connsiteY4" fmla="*/ 43543 h 1741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6172" h="174171">
                    <a:moveTo>
                      <a:pt x="97972" y="87086"/>
                    </a:moveTo>
                    <a:lnTo>
                      <a:pt x="936172" y="174171"/>
                    </a:lnTo>
                    <a:lnTo>
                      <a:pt x="914400" y="76200"/>
                    </a:lnTo>
                    <a:lnTo>
                      <a:pt x="87086" y="0"/>
                    </a:lnTo>
                    <a:lnTo>
                      <a:pt x="0" y="43543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Freeform 40"/>
              <p:cNvSpPr/>
              <p:nvPr/>
            </p:nvSpPr>
            <p:spPr>
              <a:xfrm>
                <a:off x="6955971" y="2024743"/>
                <a:ext cx="283029" cy="1153886"/>
              </a:xfrm>
              <a:custGeom>
                <a:avLst/>
                <a:gdLst>
                  <a:gd name="connsiteX0" fmla="*/ 0 w 283029"/>
                  <a:gd name="connsiteY0" fmla="*/ 43543 h 1153886"/>
                  <a:gd name="connsiteX1" fmla="*/ 108858 w 283029"/>
                  <a:gd name="connsiteY1" fmla="*/ 598714 h 1153886"/>
                  <a:gd name="connsiteX2" fmla="*/ 130629 w 283029"/>
                  <a:gd name="connsiteY2" fmla="*/ 979714 h 1153886"/>
                  <a:gd name="connsiteX3" fmla="*/ 228600 w 283029"/>
                  <a:gd name="connsiteY3" fmla="*/ 1153886 h 1153886"/>
                  <a:gd name="connsiteX4" fmla="*/ 283029 w 283029"/>
                  <a:gd name="connsiteY4" fmla="*/ 1132114 h 1153886"/>
                  <a:gd name="connsiteX5" fmla="*/ 174172 w 283029"/>
                  <a:gd name="connsiteY5" fmla="*/ 805543 h 1153886"/>
                  <a:gd name="connsiteX6" fmla="*/ 174172 w 283029"/>
                  <a:gd name="connsiteY6" fmla="*/ 576943 h 1153886"/>
                  <a:gd name="connsiteX7" fmla="*/ 87086 w 283029"/>
                  <a:gd name="connsiteY7" fmla="*/ 0 h 1153886"/>
                  <a:gd name="connsiteX8" fmla="*/ 0 w 283029"/>
                  <a:gd name="connsiteY8" fmla="*/ 43543 h 1153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3029" h="1153886">
                    <a:moveTo>
                      <a:pt x="0" y="43543"/>
                    </a:moveTo>
                    <a:lnTo>
                      <a:pt x="108858" y="598714"/>
                    </a:lnTo>
                    <a:lnTo>
                      <a:pt x="130629" y="979714"/>
                    </a:lnTo>
                    <a:lnTo>
                      <a:pt x="228600" y="1153886"/>
                    </a:lnTo>
                    <a:lnTo>
                      <a:pt x="283029" y="1132114"/>
                    </a:lnTo>
                    <a:lnTo>
                      <a:pt x="174172" y="805543"/>
                    </a:lnTo>
                    <a:lnTo>
                      <a:pt x="174172" y="576943"/>
                    </a:lnTo>
                    <a:lnTo>
                      <a:pt x="87086" y="0"/>
                    </a:lnTo>
                    <a:lnTo>
                      <a:pt x="0" y="43543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Freeform 41"/>
              <p:cNvSpPr/>
              <p:nvPr/>
            </p:nvSpPr>
            <p:spPr>
              <a:xfrm>
                <a:off x="6825343" y="2438400"/>
                <a:ext cx="1088571" cy="206829"/>
              </a:xfrm>
              <a:custGeom>
                <a:avLst/>
                <a:gdLst>
                  <a:gd name="connsiteX0" fmla="*/ 1012371 w 1088571"/>
                  <a:gd name="connsiteY0" fmla="*/ 97971 h 206829"/>
                  <a:gd name="connsiteX1" fmla="*/ 511628 w 1088571"/>
                  <a:gd name="connsiteY1" fmla="*/ 130629 h 206829"/>
                  <a:gd name="connsiteX2" fmla="*/ 195943 w 1088571"/>
                  <a:gd name="connsiteY2" fmla="*/ 119743 h 206829"/>
                  <a:gd name="connsiteX3" fmla="*/ 43543 w 1088571"/>
                  <a:gd name="connsiteY3" fmla="*/ 87086 h 206829"/>
                  <a:gd name="connsiteX4" fmla="*/ 163286 w 1088571"/>
                  <a:gd name="connsiteY4" fmla="*/ 32657 h 206829"/>
                  <a:gd name="connsiteX5" fmla="*/ 163286 w 1088571"/>
                  <a:gd name="connsiteY5" fmla="*/ 0 h 206829"/>
                  <a:gd name="connsiteX6" fmla="*/ 0 w 1088571"/>
                  <a:gd name="connsiteY6" fmla="*/ 76200 h 206829"/>
                  <a:gd name="connsiteX7" fmla="*/ 0 w 1088571"/>
                  <a:gd name="connsiteY7" fmla="*/ 119743 h 206829"/>
                  <a:gd name="connsiteX8" fmla="*/ 185057 w 1088571"/>
                  <a:gd name="connsiteY8" fmla="*/ 185057 h 206829"/>
                  <a:gd name="connsiteX9" fmla="*/ 511628 w 1088571"/>
                  <a:gd name="connsiteY9" fmla="*/ 185057 h 206829"/>
                  <a:gd name="connsiteX10" fmla="*/ 925286 w 1088571"/>
                  <a:gd name="connsiteY10" fmla="*/ 195943 h 206829"/>
                  <a:gd name="connsiteX11" fmla="*/ 1088571 w 1088571"/>
                  <a:gd name="connsiteY11" fmla="*/ 206829 h 206829"/>
                  <a:gd name="connsiteX12" fmla="*/ 1066800 w 1088571"/>
                  <a:gd name="connsiteY12" fmla="*/ 152400 h 2068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88571" h="206829">
                    <a:moveTo>
                      <a:pt x="1012371" y="97971"/>
                    </a:moveTo>
                    <a:lnTo>
                      <a:pt x="511628" y="130629"/>
                    </a:lnTo>
                    <a:lnTo>
                      <a:pt x="195943" y="119743"/>
                    </a:lnTo>
                    <a:lnTo>
                      <a:pt x="43543" y="87086"/>
                    </a:lnTo>
                    <a:lnTo>
                      <a:pt x="163286" y="32657"/>
                    </a:lnTo>
                    <a:lnTo>
                      <a:pt x="163286" y="0"/>
                    </a:lnTo>
                    <a:lnTo>
                      <a:pt x="0" y="76200"/>
                    </a:lnTo>
                    <a:lnTo>
                      <a:pt x="0" y="119743"/>
                    </a:lnTo>
                    <a:lnTo>
                      <a:pt x="185057" y="185057"/>
                    </a:lnTo>
                    <a:lnTo>
                      <a:pt x="511628" y="185057"/>
                    </a:lnTo>
                    <a:lnTo>
                      <a:pt x="925286" y="195943"/>
                    </a:lnTo>
                    <a:lnTo>
                      <a:pt x="1088571" y="206829"/>
                    </a:lnTo>
                    <a:lnTo>
                      <a:pt x="1066800" y="152400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Freeform 42"/>
              <p:cNvSpPr/>
              <p:nvPr/>
            </p:nvSpPr>
            <p:spPr>
              <a:xfrm>
                <a:off x="6825343" y="2514600"/>
                <a:ext cx="195943" cy="631371"/>
              </a:xfrm>
              <a:custGeom>
                <a:avLst/>
                <a:gdLst>
                  <a:gd name="connsiteX0" fmla="*/ 10886 w 195943"/>
                  <a:gd name="connsiteY0" fmla="*/ 0 h 631371"/>
                  <a:gd name="connsiteX1" fmla="*/ 32657 w 195943"/>
                  <a:gd name="connsiteY1" fmla="*/ 326571 h 631371"/>
                  <a:gd name="connsiteX2" fmla="*/ 195943 w 195943"/>
                  <a:gd name="connsiteY2" fmla="*/ 609600 h 631371"/>
                  <a:gd name="connsiteX3" fmla="*/ 119743 w 195943"/>
                  <a:gd name="connsiteY3" fmla="*/ 631371 h 631371"/>
                  <a:gd name="connsiteX4" fmla="*/ 0 w 195943"/>
                  <a:gd name="connsiteY4" fmla="*/ 326571 h 631371"/>
                  <a:gd name="connsiteX5" fmla="*/ 10886 w 195943"/>
                  <a:gd name="connsiteY5" fmla="*/ 0 h 6313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5943" h="631371">
                    <a:moveTo>
                      <a:pt x="10886" y="0"/>
                    </a:moveTo>
                    <a:lnTo>
                      <a:pt x="32657" y="326571"/>
                    </a:lnTo>
                    <a:lnTo>
                      <a:pt x="195943" y="609600"/>
                    </a:lnTo>
                    <a:lnTo>
                      <a:pt x="119743" y="631371"/>
                    </a:lnTo>
                    <a:lnTo>
                      <a:pt x="0" y="326571"/>
                    </a:lnTo>
                    <a:lnTo>
                      <a:pt x="10886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Freeform 43"/>
              <p:cNvSpPr/>
              <p:nvPr/>
            </p:nvSpPr>
            <p:spPr>
              <a:xfrm>
                <a:off x="6977743" y="2645229"/>
                <a:ext cx="1055914" cy="544285"/>
              </a:xfrm>
              <a:custGeom>
                <a:avLst/>
                <a:gdLst>
                  <a:gd name="connsiteX0" fmla="*/ 261257 w 1055914"/>
                  <a:gd name="connsiteY0" fmla="*/ 54428 h 544285"/>
                  <a:gd name="connsiteX1" fmla="*/ 65314 w 1055914"/>
                  <a:gd name="connsiteY1" fmla="*/ 402771 h 544285"/>
                  <a:gd name="connsiteX2" fmla="*/ 141514 w 1055914"/>
                  <a:gd name="connsiteY2" fmla="*/ 457200 h 544285"/>
                  <a:gd name="connsiteX3" fmla="*/ 522514 w 1055914"/>
                  <a:gd name="connsiteY3" fmla="*/ 446314 h 544285"/>
                  <a:gd name="connsiteX4" fmla="*/ 881743 w 1055914"/>
                  <a:gd name="connsiteY4" fmla="*/ 315685 h 544285"/>
                  <a:gd name="connsiteX5" fmla="*/ 1055914 w 1055914"/>
                  <a:gd name="connsiteY5" fmla="*/ 228600 h 544285"/>
                  <a:gd name="connsiteX6" fmla="*/ 1055914 w 1055914"/>
                  <a:gd name="connsiteY6" fmla="*/ 228600 h 544285"/>
                  <a:gd name="connsiteX7" fmla="*/ 674914 w 1055914"/>
                  <a:gd name="connsiteY7" fmla="*/ 457200 h 544285"/>
                  <a:gd name="connsiteX8" fmla="*/ 315686 w 1055914"/>
                  <a:gd name="connsiteY8" fmla="*/ 544285 h 544285"/>
                  <a:gd name="connsiteX9" fmla="*/ 32657 w 1055914"/>
                  <a:gd name="connsiteY9" fmla="*/ 511628 h 544285"/>
                  <a:gd name="connsiteX10" fmla="*/ 0 w 1055914"/>
                  <a:gd name="connsiteY10" fmla="*/ 435428 h 544285"/>
                  <a:gd name="connsiteX11" fmla="*/ 32657 w 1055914"/>
                  <a:gd name="connsiteY11" fmla="*/ 304800 h 544285"/>
                  <a:gd name="connsiteX12" fmla="*/ 261257 w 1055914"/>
                  <a:gd name="connsiteY12" fmla="*/ 0 h 544285"/>
                  <a:gd name="connsiteX13" fmla="*/ 261257 w 1055914"/>
                  <a:gd name="connsiteY13" fmla="*/ 54428 h 544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055914" h="544285">
                    <a:moveTo>
                      <a:pt x="261257" y="54428"/>
                    </a:moveTo>
                    <a:lnTo>
                      <a:pt x="65314" y="402771"/>
                    </a:lnTo>
                    <a:lnTo>
                      <a:pt x="141514" y="457200"/>
                    </a:lnTo>
                    <a:lnTo>
                      <a:pt x="522514" y="446314"/>
                    </a:lnTo>
                    <a:lnTo>
                      <a:pt x="881743" y="315685"/>
                    </a:lnTo>
                    <a:lnTo>
                      <a:pt x="1055914" y="228600"/>
                    </a:lnTo>
                    <a:lnTo>
                      <a:pt x="1055914" y="228600"/>
                    </a:lnTo>
                    <a:lnTo>
                      <a:pt x="674914" y="457200"/>
                    </a:lnTo>
                    <a:lnTo>
                      <a:pt x="315686" y="544285"/>
                    </a:lnTo>
                    <a:lnTo>
                      <a:pt x="32657" y="511628"/>
                    </a:lnTo>
                    <a:lnTo>
                      <a:pt x="0" y="435428"/>
                    </a:lnTo>
                    <a:lnTo>
                      <a:pt x="32657" y="304800"/>
                    </a:lnTo>
                    <a:lnTo>
                      <a:pt x="261257" y="0"/>
                    </a:lnTo>
                    <a:lnTo>
                      <a:pt x="261257" y="5442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7609114" y="2133600"/>
                <a:ext cx="206829" cy="979714"/>
              </a:xfrm>
              <a:custGeom>
                <a:avLst/>
                <a:gdLst>
                  <a:gd name="connsiteX0" fmla="*/ 119743 w 206829"/>
                  <a:gd name="connsiteY0" fmla="*/ 10886 h 979714"/>
                  <a:gd name="connsiteX1" fmla="*/ 0 w 206829"/>
                  <a:gd name="connsiteY1" fmla="*/ 979714 h 979714"/>
                  <a:gd name="connsiteX2" fmla="*/ 119743 w 206829"/>
                  <a:gd name="connsiteY2" fmla="*/ 936171 h 979714"/>
                  <a:gd name="connsiteX3" fmla="*/ 206829 w 206829"/>
                  <a:gd name="connsiteY3" fmla="*/ 0 h 979714"/>
                  <a:gd name="connsiteX4" fmla="*/ 119743 w 206829"/>
                  <a:gd name="connsiteY4" fmla="*/ 10886 h 979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829" h="979714">
                    <a:moveTo>
                      <a:pt x="119743" y="10886"/>
                    </a:moveTo>
                    <a:lnTo>
                      <a:pt x="0" y="979714"/>
                    </a:lnTo>
                    <a:lnTo>
                      <a:pt x="119743" y="936171"/>
                    </a:lnTo>
                    <a:lnTo>
                      <a:pt x="206829" y="0"/>
                    </a:lnTo>
                    <a:lnTo>
                      <a:pt x="119743" y="108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37" name="AutoShape 2" descr="Image result for football helmet dra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3253408" y="1208315"/>
            <a:ext cx="3052762" cy="2522538"/>
            <a:chOff x="3733800" y="2895600"/>
            <a:chExt cx="3052762" cy="2522538"/>
          </a:xfrm>
        </p:grpSpPr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3733800" y="2895600"/>
              <a:ext cx="3052762" cy="2522538"/>
            </a:xfrm>
            <a:prstGeom prst="rect">
              <a:avLst/>
            </a:prstGeom>
            <a:solidFill>
              <a:srgbClr val="D1A17D"/>
            </a:solidFill>
            <a:ln w="9525">
              <a:miter lim="800000"/>
              <a:headEnd/>
              <a:tailEnd/>
            </a:ln>
            <a:scene3d>
              <a:camera prst="legacyPerspectiveTop">
                <a:rot lat="21387989" lon="20093444" rev="212404"/>
              </a:camera>
              <a:lightRig rig="legacyFlat3" dir="b"/>
            </a:scene3d>
            <a:sp3d extrusionH="2514600" prstMaterial="legacyMatte">
              <a:bevelT w="13500" h="13500" prst="angle"/>
              <a:bevelB w="13500" h="13500" prst="angle"/>
              <a:extrusionClr>
                <a:srgbClr val="D1A17D"/>
              </a:extrusionClr>
            </a:sp3d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 rot="21420000">
              <a:off x="4367476" y="3108381"/>
              <a:ext cx="152310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ACME  Pianos </a:t>
              </a:r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4572000" y="3657600"/>
              <a:ext cx="1219200" cy="695325"/>
            </a:xfrm>
            <a:custGeom>
              <a:avLst/>
              <a:gdLst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585788 w 2857500"/>
                <a:gd name="connsiteY6" fmla="*/ 105727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742950 w 2857500"/>
                <a:gd name="connsiteY5" fmla="*/ 2486025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57500" h="2628900">
                  <a:moveTo>
                    <a:pt x="0" y="1114425"/>
                  </a:moveTo>
                  <a:lnTo>
                    <a:pt x="1385888" y="0"/>
                  </a:lnTo>
                  <a:lnTo>
                    <a:pt x="2857500" y="1271588"/>
                  </a:lnTo>
                  <a:lnTo>
                    <a:pt x="2028825" y="1243013"/>
                  </a:lnTo>
                  <a:lnTo>
                    <a:pt x="2043113" y="2628900"/>
                  </a:lnTo>
                  <a:lnTo>
                    <a:pt x="742950" y="2486025"/>
                  </a:lnTo>
                  <a:lnTo>
                    <a:pt x="728663" y="1114425"/>
                  </a:lnTo>
                  <a:lnTo>
                    <a:pt x="0" y="111442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/>
            <p:cNvSpPr txBox="1"/>
            <p:nvPr/>
          </p:nvSpPr>
          <p:spPr>
            <a:xfrm rot="-180000">
              <a:off x="4891651" y="4436448"/>
              <a:ext cx="65915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UP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F539C0-DF29-4434-88AF-3391077B8FC3}"/>
              </a:ext>
            </a:extLst>
          </p:cNvPr>
          <p:cNvGrpSpPr/>
          <p:nvPr/>
        </p:nvGrpSpPr>
        <p:grpSpPr>
          <a:xfrm>
            <a:off x="2035215" y="2078786"/>
            <a:ext cx="1201205" cy="1708516"/>
            <a:chOff x="647286" y="3303428"/>
            <a:chExt cx="1201205" cy="1708516"/>
          </a:xfrm>
        </p:grpSpPr>
        <p:sp>
          <p:nvSpPr>
            <p:cNvPr id="22" name="Rectangle 14"/>
            <p:cNvSpPr>
              <a:spLocks noChangeArrowheads="1"/>
            </p:cNvSpPr>
            <p:nvPr/>
          </p:nvSpPr>
          <p:spPr bwMode="auto">
            <a:xfrm rot="5644024" flipH="1">
              <a:off x="1441000" y="3977720"/>
              <a:ext cx="82536" cy="15104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12"/>
            <p:cNvSpPr>
              <a:spLocks noChangeArrowheads="1"/>
            </p:cNvSpPr>
            <p:nvPr/>
          </p:nvSpPr>
          <p:spPr bwMode="auto">
            <a:xfrm rot="2710260" flipH="1">
              <a:off x="1079798" y="3665639"/>
              <a:ext cx="331773" cy="698334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14"/>
            <p:cNvSpPr>
              <a:spLocks noChangeArrowheads="1"/>
            </p:cNvSpPr>
            <p:nvPr/>
          </p:nvSpPr>
          <p:spPr bwMode="auto">
            <a:xfrm rot="2315698" flipH="1">
              <a:off x="1278120" y="3831340"/>
              <a:ext cx="146112" cy="3350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7"/>
            <p:cNvSpPr>
              <a:spLocks noChangeArrowheads="1"/>
            </p:cNvSpPr>
            <p:nvPr/>
          </p:nvSpPr>
          <p:spPr bwMode="auto">
            <a:xfrm rot="3210175" flipH="1">
              <a:off x="637919" y="4813758"/>
              <a:ext cx="275363" cy="121009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Oval 11"/>
            <p:cNvSpPr>
              <a:spLocks noChangeArrowheads="1"/>
            </p:cNvSpPr>
            <p:nvPr/>
          </p:nvSpPr>
          <p:spPr bwMode="auto">
            <a:xfrm rot="872245" flipH="1">
              <a:off x="1389402" y="3303428"/>
              <a:ext cx="459089" cy="563472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6001384" flipH="1">
              <a:off x="1346433" y="3995849"/>
              <a:ext cx="114219" cy="33637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19172885" flipH="1">
              <a:off x="1194016" y="4179458"/>
              <a:ext cx="137153" cy="48446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7"/>
            <p:cNvSpPr>
              <a:spLocks noChangeArrowheads="1"/>
            </p:cNvSpPr>
            <p:nvPr/>
          </p:nvSpPr>
          <p:spPr bwMode="auto">
            <a:xfrm rot="4256131" flipH="1">
              <a:off x="999886" y="4796697"/>
              <a:ext cx="193182" cy="112846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5"/>
            <p:cNvSpPr>
              <a:spLocks noChangeArrowheads="1"/>
            </p:cNvSpPr>
            <p:nvPr/>
          </p:nvSpPr>
          <p:spPr bwMode="auto">
            <a:xfrm rot="3286881" flipH="1">
              <a:off x="1184674" y="4484251"/>
              <a:ext cx="146040" cy="44933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 rot="335058" flipH="1">
              <a:off x="1092684" y="4858338"/>
              <a:ext cx="113602" cy="10413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15"/>
            <p:cNvSpPr>
              <a:spLocks noChangeArrowheads="1"/>
            </p:cNvSpPr>
            <p:nvPr/>
          </p:nvSpPr>
          <p:spPr bwMode="auto">
            <a:xfrm rot="631007" flipH="1">
              <a:off x="965528" y="4211217"/>
              <a:ext cx="159011" cy="42255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5"/>
            <p:cNvSpPr>
              <a:spLocks noChangeArrowheads="1"/>
            </p:cNvSpPr>
            <p:nvPr/>
          </p:nvSpPr>
          <p:spPr bwMode="auto">
            <a:xfrm rot="3040703" flipH="1">
              <a:off x="805396" y="4474639"/>
              <a:ext cx="157339" cy="473560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4" name="Rectangle 13"/>
            <p:cNvSpPr>
              <a:spLocks noChangeArrowheads="1"/>
            </p:cNvSpPr>
            <p:nvPr/>
          </p:nvSpPr>
          <p:spPr bwMode="auto">
            <a:xfrm rot="4229478" flipH="1">
              <a:off x="1495053" y="4153953"/>
              <a:ext cx="158799" cy="134633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47" name="Oval 46">
            <a:extLst>
              <a:ext uri="{FF2B5EF4-FFF2-40B4-BE49-F238E27FC236}">
                <a16:creationId xmlns:a16="http://schemas.microsoft.com/office/drawing/2014/main" id="{FF6CF747-5A5B-41A8-AA60-B2C57E61E5AA}"/>
              </a:ext>
            </a:extLst>
          </p:cNvPr>
          <p:cNvSpPr/>
          <p:nvPr/>
        </p:nvSpPr>
        <p:spPr>
          <a:xfrm>
            <a:off x="4561114" y="5236029"/>
            <a:ext cx="250372" cy="2721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E343FF0-01B4-47E9-A50D-2559277359AE}"/>
              </a:ext>
            </a:extLst>
          </p:cNvPr>
          <p:cNvCxnSpPr>
            <a:cxnSpLocks/>
          </p:cNvCxnSpPr>
          <p:nvPr/>
        </p:nvCxnSpPr>
        <p:spPr>
          <a:xfrm flipH="1">
            <a:off x="3510646" y="5377515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627223A-4E02-425D-BD79-C757BD43E699}"/>
              </a:ext>
            </a:extLst>
          </p:cNvPr>
          <p:cNvCxnSpPr>
            <a:cxnSpLocks/>
          </p:cNvCxnSpPr>
          <p:nvPr/>
        </p:nvCxnSpPr>
        <p:spPr>
          <a:xfrm flipV="1">
            <a:off x="4767943" y="5274129"/>
            <a:ext cx="500743" cy="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9573B28-8A15-4B39-AE30-2C79E55115C4}"/>
              </a:ext>
            </a:extLst>
          </p:cNvPr>
          <p:cNvCxnSpPr/>
          <p:nvPr/>
        </p:nvCxnSpPr>
        <p:spPr>
          <a:xfrm rot="5400000">
            <a:off x="4147460" y="6014328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6326302-2AD7-4E24-930E-9901A816AFC3}"/>
              </a:ext>
            </a:extLst>
          </p:cNvPr>
          <p:cNvCxnSpPr/>
          <p:nvPr/>
        </p:nvCxnSpPr>
        <p:spPr>
          <a:xfrm rot="16200000" flipV="1">
            <a:off x="4136574" y="4729813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7C03A5B-3113-427F-AE9C-173B3B4143C0}"/>
              </a:ext>
            </a:extLst>
          </p:cNvPr>
          <p:cNvSpPr txBox="1"/>
          <p:nvPr/>
        </p:nvSpPr>
        <p:spPr>
          <a:xfrm>
            <a:off x="4876799" y="4136572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BF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87FE06-1F78-46AF-BB7B-77C882EAABA6}"/>
              </a:ext>
            </a:extLst>
          </p:cNvPr>
          <p:cNvSpPr txBox="1"/>
          <p:nvPr/>
        </p:nvSpPr>
        <p:spPr>
          <a:xfrm>
            <a:off x="4887685" y="6085115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BE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31EF9E-6CA6-46D9-81A3-B6E6AC447FF8}"/>
              </a:ext>
            </a:extLst>
          </p:cNvPr>
          <p:cNvSpPr txBox="1"/>
          <p:nvPr/>
        </p:nvSpPr>
        <p:spPr>
          <a:xfrm flipH="1">
            <a:off x="2932520" y="5078185"/>
            <a:ext cx="561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5F5B22-6DF9-4E92-85B9-607EC7B22CB5}"/>
              </a:ext>
            </a:extLst>
          </p:cNvPr>
          <p:cNvSpPr txBox="1"/>
          <p:nvPr/>
        </p:nvSpPr>
        <p:spPr>
          <a:xfrm>
            <a:off x="5246914" y="4996542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B6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F64162F-C7C7-41B6-83CB-7696F9AEA8D8}"/>
              </a:ext>
            </a:extLst>
          </p:cNvPr>
          <p:cNvCxnSpPr>
            <a:cxnSpLocks/>
          </p:cNvCxnSpPr>
          <p:nvPr/>
        </p:nvCxnSpPr>
        <p:spPr>
          <a:xfrm>
            <a:off x="4800600" y="5475515"/>
            <a:ext cx="397330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C84A5C3-249E-4F5B-B36A-CEB6BCD5F439}"/>
              </a:ext>
            </a:extLst>
          </p:cNvPr>
          <p:cNvSpPr txBox="1"/>
          <p:nvPr/>
        </p:nvSpPr>
        <p:spPr>
          <a:xfrm>
            <a:off x="5078186" y="5524500"/>
            <a:ext cx="479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</a:t>
            </a:r>
            <a:r>
              <a:rPr lang="en-US" baseline="-25000" dirty="0" err="1"/>
              <a:t>BF</a:t>
            </a:r>
            <a:r>
              <a:rPr lang="en-US" baseline="-32000" dirty="0" err="1"/>
              <a:t>k</a:t>
            </a:r>
            <a:endParaRPr lang="en-US" baseline="-32000" dirty="0"/>
          </a:p>
        </p:txBody>
      </p:sp>
    </p:spTree>
    <p:extLst>
      <p:ext uri="{BB962C8B-B14F-4D97-AF65-F5344CB8AC3E}">
        <p14:creationId xmlns:p14="http://schemas.microsoft.com/office/powerpoint/2010/main" val="122105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6" name="Freeform 25"/>
            <p:cNvSpPr/>
            <p:nvPr/>
          </p:nvSpPr>
          <p:spPr>
            <a:xfrm>
              <a:off x="3819525" y="2505075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3829050" y="2505075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/>
            <p:cNvSpPr/>
            <p:nvPr/>
          </p:nvSpPr>
          <p:spPr>
            <a:xfrm rot="7951073">
              <a:off x="4406324" y="3110924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89115"/>
            <a:ext cx="2133600" cy="365125"/>
          </a:xfrm>
          <a:noFill/>
        </p:spPr>
        <p:txBody>
          <a:bodyPr/>
          <a:lstStyle/>
          <a:p>
            <a:fld id="{005D29CD-E9E5-43F0-9F4C-9122175FCE73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82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227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en-US" dirty="0"/>
              <a:t>Which graph represent the most work done on the system?</a:t>
            </a:r>
          </a:p>
        </p:txBody>
      </p:sp>
      <p:sp>
        <p:nvSpPr>
          <p:cNvPr id="182278" name="Text Box 5"/>
          <p:cNvSpPr txBox="1">
            <a:spLocks noChangeArrowheads="1"/>
          </p:cNvSpPr>
          <p:nvPr/>
        </p:nvSpPr>
        <p:spPr bwMode="auto">
          <a:xfrm>
            <a:off x="1935165" y="5415617"/>
            <a:ext cx="6599884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800" b="1" dirty="0"/>
              <a:t>A                               B                              C        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60058" y="2998693"/>
            <a:ext cx="3021514" cy="2274516"/>
            <a:chOff x="2362821" y="1595735"/>
            <a:chExt cx="4342779" cy="4147776"/>
          </a:xfrm>
        </p:grpSpPr>
        <p:sp>
          <p:nvSpPr>
            <p:cNvPr id="46" name="Rectangle 45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47" name="Straight Connector 46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Isosceles Triangle 52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362821" y="2057399"/>
              <a:ext cx="68518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382150" y="3657599"/>
              <a:ext cx="742053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581399" y="4876800"/>
              <a:ext cx="71415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5486399" y="4901625"/>
              <a:ext cx="645239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0" name="Freeform 59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2" name="Oval 61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3" name="Oval 62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76519" y="3001141"/>
            <a:ext cx="3037706" cy="2274516"/>
            <a:chOff x="-1251377" y="1600200"/>
            <a:chExt cx="4366052" cy="4147776"/>
          </a:xfrm>
        </p:grpSpPr>
        <p:sp>
          <p:nvSpPr>
            <p:cNvPr id="29" name="Freeform 28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0" name="Straight Connector 29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7" name="Oval 36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Isosceles Triangle 38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1135415" y="2061864"/>
              <a:ext cx="59249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251377" y="3662063"/>
              <a:ext cx="784655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9526" y="4881265"/>
              <a:ext cx="671546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95476" y="4906090"/>
              <a:ext cx="69927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6079396" y="3042927"/>
            <a:ext cx="2862897" cy="2274517"/>
            <a:chOff x="5554963" y="3042927"/>
            <a:chExt cx="2862897" cy="2274517"/>
          </a:xfrm>
        </p:grpSpPr>
        <p:sp>
          <p:nvSpPr>
            <p:cNvPr id="11" name="Rectangle 10"/>
            <p:cNvSpPr/>
            <p:nvPr/>
          </p:nvSpPr>
          <p:spPr>
            <a:xfrm>
              <a:off x="6403229" y="4382521"/>
              <a:ext cx="1325415" cy="50143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2" name="Straight Connector 11"/>
            <p:cNvCxnSpPr>
              <a:stCxn id="28" idx="4"/>
            </p:cNvCxnSpPr>
            <p:nvPr/>
          </p:nvCxnSpPr>
          <p:spPr>
            <a:xfrm>
              <a:off x="7728645" y="4424307"/>
              <a:ext cx="0" cy="440421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979097" y="3296090"/>
              <a:ext cx="0" cy="158786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6200000">
              <a:off x="6986412" y="3876636"/>
              <a:ext cx="0" cy="201463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5979097" y="4382521"/>
              <a:ext cx="1749548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926080" y="3505019"/>
              <a:ext cx="477149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5400000">
              <a:off x="5713764" y="4194485"/>
              <a:ext cx="1378932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5820047" y="3042927"/>
              <a:ext cx="260471" cy="3104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54963" y="3296090"/>
              <a:ext cx="40208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54964" y="4173592"/>
              <a:ext cx="4827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44179" y="4842165"/>
              <a:ext cx="5196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69595" y="4855779"/>
              <a:ext cx="4851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46743" y="4758594"/>
              <a:ext cx="371117" cy="3104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4" name="Isosceles Triangle 23"/>
            <p:cNvSpPr/>
            <p:nvPr/>
          </p:nvSpPr>
          <p:spPr>
            <a:xfrm rot="5400000" flipH="1" flipV="1">
              <a:off x="7008874" y="4255595"/>
              <a:ext cx="167143" cy="212066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5" name="Freeform 24"/>
            <p:cNvSpPr/>
            <p:nvPr/>
          </p:nvSpPr>
          <p:spPr>
            <a:xfrm flipH="1" flipV="1">
              <a:off x="6396602" y="3505019"/>
              <a:ext cx="1332042" cy="861832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6" name="Isosceles Triangle 25"/>
            <p:cNvSpPr/>
            <p:nvPr/>
          </p:nvSpPr>
          <p:spPr>
            <a:xfrm rot="10800000" flipH="1" flipV="1">
              <a:off x="6297196" y="3818413"/>
              <a:ext cx="212066" cy="167143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7" name="Oval 26"/>
            <p:cNvSpPr/>
            <p:nvPr/>
          </p:nvSpPr>
          <p:spPr>
            <a:xfrm>
              <a:off x="6350213" y="3463234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Oval 27"/>
            <p:cNvSpPr/>
            <p:nvPr/>
          </p:nvSpPr>
          <p:spPr>
            <a:xfrm>
              <a:off x="7675628" y="4340736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18769807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>
              <a:stCxn id="16" idx="4"/>
            </p:cNvCxnSpPr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18" name="Isosceles Triangle 17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/>
          <p:cNvGrpSpPr/>
          <p:nvPr/>
        </p:nvGrpSpPr>
        <p:grpSpPr>
          <a:xfrm>
            <a:off x="2909105" y="1981201"/>
            <a:ext cx="3333509" cy="2618348"/>
            <a:chOff x="2590800" y="1595735"/>
            <a:chExt cx="4114800" cy="4013557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1" y="1984114"/>
            <a:ext cx="3333509" cy="2618348"/>
            <a:chOff x="-1000125" y="1600200"/>
            <a:chExt cx="4114800" cy="4013557"/>
          </a:xfrm>
        </p:grpSpPr>
        <p:sp>
          <p:nvSpPr>
            <p:cNvPr id="30" name="Freeform 29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1" name="Straight Connector 30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Oval 37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Isosceles Triangle 39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000125" y="2061865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1000125" y="3662063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-9526" y="488126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895475" y="490609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5810492" y="2033825"/>
            <a:ext cx="3333509" cy="2618348"/>
            <a:chOff x="2590800" y="1595735"/>
            <a:chExt cx="4114800" cy="4013557"/>
          </a:xfrm>
        </p:grpSpPr>
        <p:sp>
          <p:nvSpPr>
            <p:cNvPr id="50" name="Rectangle 49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51" name="Straight Connector 50"/>
            <p:cNvCxnSpPr>
              <a:stCxn id="67" idx="4"/>
            </p:cNvCxnSpPr>
            <p:nvPr/>
          </p:nvCxnSpPr>
          <p:spPr>
            <a:xfrm>
              <a:off x="5715001" y="4114799"/>
              <a:ext cx="0" cy="803146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3" name="Isosceles Triangle 62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4" name="Freeform 63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5" name="Isosceles Triangle 64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6" name="Oval 65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7" name="Oval 66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C33683-56DA-1146-E150-682DE3B96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73" y="1026881"/>
            <a:ext cx="7222587" cy="48042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B55FFC-C535-A31B-B09C-EEE1D7FD1145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3648711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5EC046-5128-3B46-4CD8-53E65081D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1" y="777240"/>
            <a:ext cx="7973383" cy="53036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ACB6DD-D4F2-04B0-FBEF-C7CE0862F3FA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</p:spTree>
    <p:extLst>
      <p:ext uri="{BB962C8B-B14F-4D97-AF65-F5344CB8AC3E}">
        <p14:creationId xmlns:p14="http://schemas.microsoft.com/office/powerpoint/2010/main" val="3821176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C6C005-0108-6651-674B-8FE44AA37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0BDA73-AA29-CC64-82E6-C80447025692}"/>
              </a:ext>
            </a:extLst>
          </p:cNvPr>
          <p:cNvSpPr txBox="1"/>
          <p:nvPr/>
        </p:nvSpPr>
        <p:spPr>
          <a:xfrm>
            <a:off x="4343400" y="95950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9D3017-04B5-5334-2B28-3AE4DE2CD7FE}"/>
              </a:ext>
            </a:extLst>
          </p:cNvPr>
          <p:cNvSpPr txBox="1"/>
          <p:nvPr/>
        </p:nvSpPr>
        <p:spPr>
          <a:xfrm>
            <a:off x="4681728" y="3948422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1799581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310E-A2CD-6423-9315-E217F345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30A559-72FD-A8BB-2FA3-2DFBB99B1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39B45F-C3AD-6167-8AA4-04E311556AC0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369078A2-54EF-EEBD-A92D-154265297A16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28EF3A-FE6A-8E4A-FCC8-7914B7F8AC4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1567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7583-9D5A-7266-0ABD-117F8BE1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F706E2-95D6-7659-3A01-66375806C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69F67-625F-4A08-F32F-2FB7F2476805}"/>
              </a:ext>
            </a:extLst>
          </p:cNvPr>
          <p:cNvCxnSpPr>
            <a:cxnSpLocks/>
          </p:cNvCxnSpPr>
          <p:nvPr/>
        </p:nvCxnSpPr>
        <p:spPr>
          <a:xfrm flipV="1">
            <a:off x="4485131" y="3328415"/>
            <a:ext cx="2034541" cy="1033273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AAEF0A7-C052-8F13-EDBC-C65F90A4E171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7EE6A2-5993-08A0-97A0-B8561059E6FA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CD5047-F62A-9813-BFF0-482DE0ACFDF3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867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02C4-01BC-1D1C-961C-89820FD4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F9C53-AB48-5FE9-646A-74C6C0065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70EBE5-A656-4A03-DE63-7D4CF68FBBED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45CB0A-0833-9016-EDB4-A897ED8E77B5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158B55-491D-CFEC-A5CB-0EC57919FC1B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F67F3228-64A3-21E9-235F-B92330B51E8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1EDB72-B517-1616-C9F6-84A6658A40A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8722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67DCC-CAE9-4085-863B-1B633BA2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5E2951-00C5-A7FD-D025-B9FC095D1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E1D9D81-70A5-94F4-919A-8CD3BA07E413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ADC4129-9CB4-00E6-ECC0-3A95A7DCDC3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98102D8-D882-D421-7B8C-323684631EBF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59259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C50F4-B15D-5330-490C-DF211819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7DAC43-C344-4321-C2A8-92B2B0304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8A9AD2FD-9312-DDDB-D0DB-8FD595591AA1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0E52919-2E64-4637-9936-86A1F932C042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60B953-3CA9-3F4E-0330-50D005B97C7E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FCB51B-1764-1E26-8DD1-119072FB45C4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AE7979-7878-A0E8-6967-B38A910FAA39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5537CA-5D33-FBC7-FCC3-0CD71941765D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5FF06F-C33E-E2DB-1B9B-C467E8F45D1C}"/>
              </a:ext>
            </a:extLst>
          </p:cNvPr>
          <p:cNvCxnSpPr>
            <a:cxnSpLocks/>
          </p:cNvCxnSpPr>
          <p:nvPr/>
        </p:nvCxnSpPr>
        <p:spPr>
          <a:xfrm flipV="1">
            <a:off x="4455405" y="3332987"/>
            <a:ext cx="2034541" cy="1033273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7A0237-03D0-039D-868B-0217CD69F336}"/>
              </a:ext>
            </a:extLst>
          </p:cNvPr>
          <p:cNvCxnSpPr>
            <a:cxnSpLocks/>
          </p:cNvCxnSpPr>
          <p:nvPr/>
        </p:nvCxnSpPr>
        <p:spPr>
          <a:xfrm>
            <a:off x="4455405" y="3361942"/>
            <a:ext cx="0" cy="1004318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FEE92C-AAE4-3ADD-995A-65A97838D82F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0375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8E37F-4960-76FC-2C89-351366BF9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5207D-9CB5-914B-4E14-2120D7BB3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02D4F0-5A96-E6DD-9CBF-69F40026F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116089"/>
            <a:ext cx="7007516" cy="4625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68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E396-61FA-3340-088C-8EF7B161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C8910-5E96-5490-A928-6D8B6E489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26DA58-8EE4-2338-11A4-B7DB88A33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428" y="804672"/>
            <a:ext cx="7661144" cy="505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9827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921B-8113-F606-BA72-05DBD2CBA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BE3BB9-33CC-EC1C-6414-C051B97DB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CA28EE-423A-8DC8-BF3F-111B0263F55A}"/>
              </a:ext>
            </a:extLst>
          </p:cNvPr>
          <p:cNvCxnSpPr>
            <a:cxnSpLocks/>
          </p:cNvCxnSpPr>
          <p:nvPr/>
        </p:nvCxnSpPr>
        <p:spPr>
          <a:xfrm flipH="1" flipV="1">
            <a:off x="6510528" y="3346703"/>
            <a:ext cx="3512" cy="848364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89B7AFCB-59FB-A23F-A547-2811D37AE8D8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E588F81-21DF-1B41-2888-9E88142E2D22}"/>
              </a:ext>
            </a:extLst>
          </p:cNvPr>
          <p:cNvSpPr/>
          <p:nvPr/>
        </p:nvSpPr>
        <p:spPr>
          <a:xfrm>
            <a:off x="6442877" y="4023360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/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blipFill>
                <a:blip r:embed="rId3"/>
                <a:stretch>
                  <a:fillRect l="-14545" r="-1636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/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blipFill>
                <a:blip r:embed="rId4"/>
                <a:stretch>
                  <a:fillRect l="-22727" r="-6818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blipFill>
                <a:blip r:embed="rId5"/>
                <a:stretch>
                  <a:fillRect l="-20000" r="-666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24311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FC4A7-431A-16C7-9639-284FFE9351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295DEED-18B7-D6FE-E17D-CE0E06A11E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432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05183" y="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41029" y="6013927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i="1" dirty="0"/>
              <a:t>Manual of Driving and Maintenance for Mechanical Vehicles (Wheeled)</a:t>
            </a: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821" y="393699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39855" y="53964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40052" y="54864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42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600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774513" y="749508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3032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9178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1040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-634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1922" y="269074"/>
            <a:ext cx="2698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209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407" y="363599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3479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6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000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000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6855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76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316" t="50323" r="48736" b="3764"/>
          <a:stretch/>
        </p:blipFill>
        <p:spPr bwMode="auto">
          <a:xfrm>
            <a:off x="813816" y="916017"/>
            <a:ext cx="4440020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000119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2290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905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-761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1091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474" y="1933293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200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152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7861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861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347855" y="54853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8048052" y="55753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50353" y="488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2406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208270" y="29286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2143593" y="783363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3687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4302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208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4549" y="2202805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861154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2488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25286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1556990" y="781986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-26981" y="2127855"/>
            <a:ext cx="112501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30017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262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6163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0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18025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477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582" y="1845897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944786" y="5741233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495081" y="5546362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57540" y="4424598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10072" y="4946754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124264" y="1499018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7615002" y="5054183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1484025" y="1611445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744914" y="5211581"/>
            <a:ext cx="478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869957" y="4023607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704537" y="4023607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2073" y="4175024"/>
            <a:ext cx="2052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852468" y="4175024"/>
            <a:ext cx="22561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000" y="442833"/>
            <a:ext cx="7880765" cy="6415167"/>
            <a:chOff x="381000" y="442833"/>
            <a:chExt cx="788076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01330" y="2839730"/>
              <a:ext cx="20878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369873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812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759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861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350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56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089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2682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785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71655" y="54091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971852" y="54991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73026" y="49669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-185430" y="23698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689</TotalTime>
  <Words>445</Words>
  <Application>Microsoft Office PowerPoint</Application>
  <PresentationFormat>On-screen Show (4:3)</PresentationFormat>
  <Paragraphs>237</Paragraphs>
  <Slides>42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Arial</vt:lpstr>
      <vt:lpstr>Calibri</vt:lpstr>
      <vt:lpstr>Cambria Math</vt:lpstr>
      <vt:lpstr>Symbol</vt:lpstr>
      <vt:lpstr>Times</vt:lpstr>
      <vt:lpstr>Office Theme</vt:lpstr>
      <vt:lpstr>Equation</vt:lpstr>
      <vt:lpstr>Lecture 34</vt:lpstr>
      <vt:lpstr>Question 123.10.1</vt:lpstr>
      <vt:lpstr>Question 123.10.2</vt:lpstr>
      <vt:lpstr>Question 123.10.2.4</vt:lpstr>
      <vt:lpstr>Question 123.10.2.5</vt:lpstr>
      <vt:lpstr>Question 123.10.3</vt:lpstr>
      <vt:lpstr>Question 123.10.4</vt:lpstr>
      <vt:lpstr>Question 123.10.5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11</cp:revision>
  <dcterms:created xsi:type="dcterms:W3CDTF">2011-10-22T20:54:39Z</dcterms:created>
  <dcterms:modified xsi:type="dcterms:W3CDTF">2026-03-30T16:49:24Z</dcterms:modified>
</cp:coreProperties>
</file>