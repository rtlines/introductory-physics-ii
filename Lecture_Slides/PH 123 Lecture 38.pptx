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86" r:id="rId3"/>
    <p:sldId id="257" r:id="rId4"/>
    <p:sldId id="258" r:id="rId5"/>
    <p:sldId id="259" r:id="rId6"/>
    <p:sldId id="260" r:id="rId7"/>
    <p:sldId id="261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9" r:id="rId16"/>
    <p:sldId id="280" r:id="rId17"/>
    <p:sldId id="267" r:id="rId18"/>
    <p:sldId id="269" r:id="rId19"/>
    <p:sldId id="268" r:id="rId20"/>
    <p:sldId id="262" r:id="rId21"/>
    <p:sldId id="263" r:id="rId22"/>
    <p:sldId id="264" r:id="rId23"/>
    <p:sldId id="265" r:id="rId24"/>
    <p:sldId id="266" r:id="rId25"/>
    <p:sldId id="48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0AD9F7-0D8E-46FB-AE8F-8FF290637B42}" v="1" dt="2025-07-08T21:00:54.225"/>
    <p1510:client id="{19433E2F-A7AC-4341-9FA4-5680B2C19CE3}" v="2" dt="2025-07-08T19:01:42.7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15C103A9-F942-4ACA-ACF2-A6EEDACA0042}"/>
    <pc:docChg chg="custSel addSld delSld modSld">
      <pc:chgData name="Lines, Todd" userId="afaf7c3a-e8aa-4568-882a-02ad8f9e19b0" providerId="ADAL" clId="{15C103A9-F942-4ACA-ACF2-A6EEDACA0042}" dt="2025-07-08T20:13:43.857" v="8" actId="47"/>
      <pc:docMkLst>
        <pc:docMk/>
      </pc:docMkLst>
      <pc:sldChg chg="modSp mod">
        <pc:chgData name="Lines, Todd" userId="afaf7c3a-e8aa-4568-882a-02ad8f9e19b0" providerId="ADAL" clId="{15C103A9-F942-4ACA-ACF2-A6EEDACA0042}" dt="2025-07-08T20:13:20.223" v="1" actId="20577"/>
        <pc:sldMkLst>
          <pc:docMk/>
          <pc:sldMk cId="2198685155" sldId="256"/>
        </pc:sldMkLst>
        <pc:spChg chg="mod">
          <ac:chgData name="Lines, Todd" userId="afaf7c3a-e8aa-4568-882a-02ad8f9e19b0" providerId="ADAL" clId="{15C103A9-F942-4ACA-ACF2-A6EEDACA0042}" dt="2025-07-08T20:13:20.223" v="1" actId="20577"/>
          <ac:spMkLst>
            <pc:docMk/>
            <pc:sldMk cId="2198685155" sldId="256"/>
            <ac:spMk id="2" creationId="{D4DF5993-F601-E2E9-268C-C8A5F1C288D8}"/>
          </ac:spMkLst>
        </pc:spChg>
      </pc:sldChg>
      <pc:sldChg chg="del">
        <pc:chgData name="Lines, Todd" userId="afaf7c3a-e8aa-4568-882a-02ad8f9e19b0" providerId="ADAL" clId="{15C103A9-F942-4ACA-ACF2-A6EEDACA0042}" dt="2025-07-08T20:13:43.857" v="8" actId="47"/>
        <pc:sldMkLst>
          <pc:docMk/>
          <pc:sldMk cId="1532625996" sldId="257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265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3786188879" sldId="283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285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340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3556862412" sldId="341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484"/>
        </pc:sldMkLst>
      </pc:sldChg>
      <pc:sldChg chg="addSp delSp modSp new mod modClrScheme chgLayout">
        <pc:chgData name="Lines, Todd" userId="afaf7c3a-e8aa-4568-882a-02ad8f9e19b0" providerId="ADAL" clId="{15C103A9-F942-4ACA-ACF2-A6EEDACA0042}" dt="2025-07-08T20:13:29.685" v="6" actId="20577"/>
        <pc:sldMkLst>
          <pc:docMk/>
          <pc:sldMk cId="812188704" sldId="485"/>
        </pc:sldMkLst>
        <pc:spChg chg="del mod ord">
          <ac:chgData name="Lines, Todd" userId="afaf7c3a-e8aa-4568-882a-02ad8f9e19b0" providerId="ADAL" clId="{15C103A9-F942-4ACA-ACF2-A6EEDACA0042}" dt="2025-07-08T20:13:27.529" v="3" actId="700"/>
          <ac:spMkLst>
            <pc:docMk/>
            <pc:sldMk cId="812188704" sldId="485"/>
            <ac:spMk id="2" creationId="{613CB161-11B3-7B09-9EEF-82AA48AB1AC3}"/>
          </ac:spMkLst>
        </pc:spChg>
        <pc:spChg chg="del mod ord">
          <ac:chgData name="Lines, Todd" userId="afaf7c3a-e8aa-4568-882a-02ad8f9e19b0" providerId="ADAL" clId="{15C103A9-F942-4ACA-ACF2-A6EEDACA0042}" dt="2025-07-08T20:13:27.529" v="3" actId="700"/>
          <ac:spMkLst>
            <pc:docMk/>
            <pc:sldMk cId="812188704" sldId="485"/>
            <ac:spMk id="3" creationId="{9FE61B34-194C-C2D6-5028-2B266CA81C38}"/>
          </ac:spMkLst>
        </pc:spChg>
        <pc:spChg chg="add mod ord">
          <ac:chgData name="Lines, Todd" userId="afaf7c3a-e8aa-4568-882a-02ad8f9e19b0" providerId="ADAL" clId="{15C103A9-F942-4ACA-ACF2-A6EEDACA0042}" dt="2025-07-08T20:13:29.685" v="6" actId="20577"/>
          <ac:spMkLst>
            <pc:docMk/>
            <pc:sldMk cId="812188704" sldId="485"/>
            <ac:spMk id="4" creationId="{14B3B049-929F-8A23-FC89-28A2B47A97A6}"/>
          </ac:spMkLst>
        </pc:spChg>
        <pc:spChg chg="add mod ord">
          <ac:chgData name="Lines, Todd" userId="afaf7c3a-e8aa-4568-882a-02ad8f9e19b0" providerId="ADAL" clId="{15C103A9-F942-4ACA-ACF2-A6EEDACA0042}" dt="2025-07-08T20:13:27.529" v="3" actId="700"/>
          <ac:spMkLst>
            <pc:docMk/>
            <pc:sldMk cId="812188704" sldId="485"/>
            <ac:spMk id="5" creationId="{27DDBEE6-B713-8919-FD2B-779C5509DCE0}"/>
          </ac:spMkLst>
        </pc:spChg>
      </pc:sldChg>
    </pc:docChg>
  </pc:docChgLst>
  <pc:docChgLst>
    <pc:chgData name="Lines, Todd" userId="afaf7c3a-e8aa-4568-882a-02ad8f9e19b0" providerId="ADAL" clId="{100AD9F7-0D8E-46FB-AE8F-8FF290637B42}"/>
    <pc:docChg chg="custSel addSld modSld">
      <pc:chgData name="Lines, Todd" userId="afaf7c3a-e8aa-4568-882a-02ad8f9e19b0" providerId="ADAL" clId="{100AD9F7-0D8E-46FB-AE8F-8FF290637B42}" dt="2025-07-08T21:28:17.332" v="4" actId="20577"/>
      <pc:docMkLst>
        <pc:docMk/>
      </pc:docMkLst>
      <pc:sldChg chg="modSp mod">
        <pc:chgData name="Lines, Todd" userId="afaf7c3a-e8aa-4568-882a-02ad8f9e19b0" providerId="ADAL" clId="{100AD9F7-0D8E-46FB-AE8F-8FF290637B42}" dt="2025-07-08T21:28:17.332" v="4" actId="20577"/>
        <pc:sldMkLst>
          <pc:docMk/>
          <pc:sldMk cId="2198685155" sldId="256"/>
        </pc:sldMkLst>
        <pc:spChg chg="mod">
          <ac:chgData name="Lines, Todd" userId="afaf7c3a-e8aa-4568-882a-02ad8f9e19b0" providerId="ADAL" clId="{100AD9F7-0D8E-46FB-AE8F-8FF290637B42}" dt="2025-07-08T21:28:17.332" v="4" actId="20577"/>
          <ac:spMkLst>
            <pc:docMk/>
            <pc:sldMk cId="2198685155" sldId="256"/>
            <ac:spMk id="2" creationId="{D4DF5993-F601-E2E9-268C-C8A5F1C288D8}"/>
          </ac:spMkLst>
        </pc:spChg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0" sldId="257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0" sldId="258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0" sldId="259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0" sldId="260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0" sldId="261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0" sldId="262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2258184842" sldId="263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2307610049" sldId="264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3575645232" sldId="265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753669757" sldId="266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2266738068" sldId="267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1492200876" sldId="268"/>
        </pc:sldMkLst>
      </pc:sldChg>
      <pc:sldChg chg="modSp add mod">
        <pc:chgData name="Lines, Todd" userId="afaf7c3a-e8aa-4568-882a-02ad8f9e19b0" providerId="ADAL" clId="{100AD9F7-0D8E-46FB-AE8F-8FF290637B42}" dt="2025-07-08T21:00:54.276" v="2" actId="27636"/>
        <pc:sldMkLst>
          <pc:docMk/>
          <pc:sldMk cId="1852684033" sldId="269"/>
        </pc:sldMkLst>
        <pc:spChg chg="mod">
          <ac:chgData name="Lines, Todd" userId="afaf7c3a-e8aa-4568-882a-02ad8f9e19b0" providerId="ADAL" clId="{100AD9F7-0D8E-46FB-AE8F-8FF290637B42}" dt="2025-07-08T21:00:54.276" v="2" actId="27636"/>
          <ac:spMkLst>
            <pc:docMk/>
            <pc:sldMk cId="1852684033" sldId="269"/>
            <ac:spMk id="3" creationId="{00000000-0000-0000-0000-000000000000}"/>
          </ac:spMkLst>
        </pc:spChg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3579446436" sldId="270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606667272" sldId="271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1920190903" sldId="272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912826869" sldId="273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2258765610" sldId="274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4162646548" sldId="275"/>
        </pc:sldMkLst>
      </pc:sldChg>
      <pc:sldChg chg="modSp add mod">
        <pc:chgData name="Lines, Todd" userId="afaf7c3a-e8aa-4568-882a-02ad8f9e19b0" providerId="ADAL" clId="{100AD9F7-0D8E-46FB-AE8F-8FF290637B42}" dt="2025-07-08T21:00:54.276" v="1" actId="27636"/>
        <pc:sldMkLst>
          <pc:docMk/>
          <pc:sldMk cId="809905013" sldId="276"/>
        </pc:sldMkLst>
        <pc:spChg chg="mod">
          <ac:chgData name="Lines, Todd" userId="afaf7c3a-e8aa-4568-882a-02ad8f9e19b0" providerId="ADAL" clId="{100AD9F7-0D8E-46FB-AE8F-8FF290637B42}" dt="2025-07-08T21:00:54.276" v="1" actId="27636"/>
          <ac:spMkLst>
            <pc:docMk/>
            <pc:sldMk cId="809905013" sldId="276"/>
            <ac:spMk id="3" creationId="{00000000-0000-0000-0000-000000000000}"/>
          </ac:spMkLst>
        </pc:spChg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2782425568" sldId="279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1113047686" sldId="280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0" sldId="486"/>
        </pc:sldMkLst>
      </pc:sldChg>
    </pc:docChg>
  </pc:docChgLst>
  <pc:docChgLst>
    <pc:chgData name="Lines, Todd" userId="afaf7c3a-e8aa-4568-882a-02ad8f9e19b0" providerId="ADAL" clId="{19433E2F-A7AC-4341-9FA4-5680B2C19CE3}"/>
    <pc:docChg chg="custSel addSld modSld">
      <pc:chgData name="Lines, Todd" userId="afaf7c3a-e8aa-4568-882a-02ad8f9e19b0" providerId="ADAL" clId="{19433E2F-A7AC-4341-9FA4-5680B2C19CE3}" dt="2025-07-08T19:01:50.896" v="8" actId="20577"/>
      <pc:docMkLst>
        <pc:docMk/>
      </pc:docMkLst>
      <pc:sldChg chg="add">
        <pc:chgData name="Lines, Todd" userId="afaf7c3a-e8aa-4568-882a-02ad8f9e19b0" providerId="ADAL" clId="{19433E2F-A7AC-4341-9FA4-5680B2C19CE3}" dt="2025-07-03T22:45:43.067" v="5"/>
        <pc:sldMkLst>
          <pc:docMk/>
          <pc:sldMk cId="0" sldId="265"/>
        </pc:sldMkLst>
      </pc:sldChg>
      <pc:sldChg chg="addSp delSp modSp new mod">
        <pc:chgData name="Lines, Todd" userId="afaf7c3a-e8aa-4568-882a-02ad8f9e19b0" providerId="ADAL" clId="{19433E2F-A7AC-4341-9FA4-5680B2C19CE3}" dt="2025-07-03T22:44:15.552" v="4" actId="14100"/>
        <pc:sldMkLst>
          <pc:docMk/>
          <pc:sldMk cId="3556862412" sldId="341"/>
        </pc:sldMkLst>
      </pc:sldChg>
      <pc:sldChg chg="modSp add mod">
        <pc:chgData name="Lines, Todd" userId="afaf7c3a-e8aa-4568-882a-02ad8f9e19b0" providerId="ADAL" clId="{19433E2F-A7AC-4341-9FA4-5680B2C19CE3}" dt="2025-07-08T19:01:50.896" v="8" actId="20577"/>
        <pc:sldMkLst>
          <pc:docMk/>
          <pc:sldMk cId="0" sldId="484"/>
        </pc:sldMkLst>
        <pc:spChg chg="mod">
          <ac:chgData name="Lines, Todd" userId="afaf7c3a-e8aa-4568-882a-02ad8f9e19b0" providerId="ADAL" clId="{19433E2F-A7AC-4341-9FA4-5680B2C19CE3}" dt="2025-07-08T19:01:50.896" v="8" actId="20577"/>
          <ac:spMkLst>
            <pc:docMk/>
            <pc:sldMk cId="0" sldId="484"/>
            <ac:spMk id="35843" creationId="{25E6F564-0ACC-BFA0-5D1C-098F0645008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Carnot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645207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246840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014729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02344" y="3025227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002344" y="260540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3770233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3784683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465382" y="5171600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2989852" y="3492326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4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2188960" y="211138"/>
            <a:ext cx="8229600" cy="1143000"/>
          </a:xfrm>
        </p:spPr>
        <p:txBody>
          <a:bodyPr/>
          <a:lstStyle/>
          <a:p>
            <a:r>
              <a:rPr lang="en-US" dirty="0"/>
              <a:t>Process A to B</a:t>
            </a:r>
          </a:p>
        </p:txBody>
      </p:sp>
      <p:pic>
        <p:nvPicPr>
          <p:cNvPr id="15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6977" y="1588654"/>
            <a:ext cx="4341384" cy="3034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54620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22509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210124" y="2653251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210124" y="223065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3993003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97632" y="311757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955800" y="326027"/>
            <a:ext cx="8229600" cy="1143000"/>
          </a:xfrm>
        </p:spPr>
        <p:txBody>
          <a:bodyPr/>
          <a:lstStyle/>
          <a:p>
            <a:r>
              <a:rPr lang="en-US" dirty="0"/>
              <a:t>Process B to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47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43" y="2368374"/>
            <a:ext cx="4094629" cy="287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3963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0751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195134" y="3207887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195134" y="278528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3978013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82642" y="212823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3977473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598213" y="5411440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1981200" y="341017"/>
            <a:ext cx="8229600" cy="1143000"/>
          </a:xfrm>
        </p:spPr>
        <p:txBody>
          <a:bodyPr/>
          <a:lstStyle/>
          <a:p>
            <a:r>
              <a:rPr lang="en-US" dirty="0"/>
              <a:t>Process C to D</a:t>
            </a:r>
          </a:p>
        </p:txBody>
      </p:sp>
      <p:pic>
        <p:nvPicPr>
          <p:cNvPr id="2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5240" y="1701800"/>
            <a:ext cx="4322761" cy="30160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4192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0980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197424" y="3612621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197424" y="321999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3980303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84932" y="256294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2273300" y="274638"/>
            <a:ext cx="8229600" cy="1143000"/>
          </a:xfrm>
        </p:spPr>
        <p:txBody>
          <a:bodyPr/>
          <a:lstStyle/>
          <a:p>
            <a:r>
              <a:rPr lang="en-US" dirty="0"/>
              <a:t>Process D to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320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6034" y="2239749"/>
            <a:ext cx="4421966" cy="3030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724" y="53473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3722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477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203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89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874477" y="69829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2848" y="515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6302" y="2641243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8189" y="4932742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9446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246840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014729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02344" y="3025227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002344" y="260540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3770233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3784683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465382" y="5171600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2989852" y="3492326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4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2188960" y="211138"/>
            <a:ext cx="8229600" cy="1143000"/>
          </a:xfrm>
        </p:spPr>
        <p:txBody>
          <a:bodyPr/>
          <a:lstStyle/>
          <a:p>
            <a:r>
              <a:rPr lang="en-US" dirty="0"/>
              <a:t>Process A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B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518" y="1942724"/>
            <a:ext cx="4294483" cy="2976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7443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Oval 17"/>
          <p:cNvSpPr/>
          <p:nvPr/>
        </p:nvSpPr>
        <p:spPr>
          <a:xfrm>
            <a:off x="7667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7584883" y="217530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5455" y="329000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6066672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54620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22509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210124" y="2653251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210124" y="223065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3993003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97632" y="311757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955800" y="326027"/>
            <a:ext cx="8229600" cy="1143000"/>
          </a:xfrm>
        </p:spPr>
        <p:txBody>
          <a:bodyPr/>
          <a:lstStyle/>
          <a:p>
            <a:r>
              <a:rPr lang="en-US" dirty="0"/>
              <a:t>Process B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47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9884" y="2061829"/>
            <a:ext cx="4012271" cy="2780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1" name="Oval 20"/>
          <p:cNvSpPr/>
          <p:nvPr/>
        </p:nvSpPr>
        <p:spPr>
          <a:xfrm>
            <a:off x="10233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2" name="Oval 21"/>
          <p:cNvSpPr/>
          <p:nvPr/>
        </p:nvSpPr>
        <p:spPr>
          <a:xfrm>
            <a:off x="7667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10339806" y="417994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5455" y="329000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9201909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3963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0751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195134" y="3207887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195134" y="278528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3978013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82642" y="212823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3977473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598213" y="5411440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1981200" y="341017"/>
            <a:ext cx="8229600" cy="1143000"/>
          </a:xfrm>
        </p:spPr>
        <p:txBody>
          <a:bodyPr/>
          <a:lstStyle/>
          <a:p>
            <a:r>
              <a:rPr lang="en-US" dirty="0"/>
              <a:t>Process C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D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165" y="2011000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8698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8507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Oval 21"/>
          <p:cNvSpPr/>
          <p:nvPr/>
        </p:nvSpPr>
        <p:spPr>
          <a:xfrm>
            <a:off x="10233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10339806" y="417994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12826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4192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0980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197424" y="3612621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197424" y="321999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3980303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84932" y="256294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2273300" y="274638"/>
            <a:ext cx="8229600" cy="1143000"/>
          </a:xfrm>
        </p:spPr>
        <p:txBody>
          <a:bodyPr/>
          <a:lstStyle/>
          <a:p>
            <a:r>
              <a:rPr lang="en-US" dirty="0"/>
              <a:t>Process D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320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1792" y="2014966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Oval 13"/>
          <p:cNvSpPr/>
          <p:nvPr/>
        </p:nvSpPr>
        <p:spPr>
          <a:xfrm>
            <a:off x="7443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TextBox 17"/>
          <p:cNvSpPr txBox="1"/>
          <p:nvPr/>
        </p:nvSpPr>
        <p:spPr>
          <a:xfrm>
            <a:off x="7584883" y="217530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Oval 19"/>
          <p:cNvSpPr/>
          <p:nvPr/>
        </p:nvSpPr>
        <p:spPr>
          <a:xfrm>
            <a:off x="8698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1" name="TextBox 20"/>
          <p:cNvSpPr txBox="1"/>
          <p:nvPr/>
        </p:nvSpPr>
        <p:spPr>
          <a:xfrm>
            <a:off x="8507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58765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86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626465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82800" y="520700"/>
            <a:ext cx="8229600" cy="2616200"/>
          </a:xfrm>
        </p:spPr>
        <p:txBody>
          <a:bodyPr>
            <a:normAutofit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15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1023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blipFill>
                <a:blip r:embed="rId4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=293</m:t>
                      </m:r>
                      <m:r>
                        <m:rPr>
                          <m:nor/>
                        </m:rPr>
                        <a:rPr lang="en-US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99050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724" y="53473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3722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477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203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89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874477" y="69829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2848" y="515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6302" y="2641243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8189" y="4932742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782425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724" y="53473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3722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477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203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89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874477" y="69829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2848" y="515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6302" y="2641243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8189" y="4932742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  <p:sp>
        <p:nvSpPr>
          <p:cNvPr id="12" name="Up Arrow 11"/>
          <p:cNvSpPr/>
          <p:nvPr/>
        </p:nvSpPr>
        <p:spPr>
          <a:xfrm flipV="1">
            <a:off x="4279957" y="3379770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985919" y="3409280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7" name="Up Arrow 16"/>
          <p:cNvSpPr/>
          <p:nvPr/>
        </p:nvSpPr>
        <p:spPr>
          <a:xfrm flipV="1">
            <a:off x="4205231" y="4421355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670896" y="466432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1130476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86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667380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82800" y="520700"/>
            <a:ext cx="8229600" cy="2616200"/>
          </a:xfrm>
        </p:spPr>
        <p:txBody>
          <a:bodyPr>
            <a:normAutofit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=0.00431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=373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blipFill>
                <a:blip r:embed="rId4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=293</m:t>
                      </m:r>
                      <m:r>
                        <m:rPr>
                          <m:nor/>
                        </m:rPr>
                        <a:rPr lang="en-US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684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645207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492200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645207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4" name="Up Arrow 13"/>
          <p:cNvSpPr/>
          <p:nvPr/>
        </p:nvSpPr>
        <p:spPr>
          <a:xfrm flipV="1">
            <a:off x="5715083" y="3215884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365801" y="3192899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8" name="Up Arrow 17"/>
          <p:cNvSpPr/>
          <p:nvPr/>
        </p:nvSpPr>
        <p:spPr>
          <a:xfrm flipV="1">
            <a:off x="5610152" y="4535013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230892" y="475187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5654" y="647700"/>
            <a:ext cx="8145947" cy="5664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258184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2800" y="558800"/>
            <a:ext cx="8204200" cy="575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07610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7326" y="571292"/>
            <a:ext cx="8211575" cy="57279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56452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0100" y="634790"/>
            <a:ext cx="8255000" cy="56390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753669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B3B049-929F-8A23-FC89-28A2B47A97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7DDBEE6-B713-8919-FD2B-779C5509DC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88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195</Words>
  <Application>Microsoft Office PowerPoint</Application>
  <PresentationFormat>Widescreen</PresentationFormat>
  <Paragraphs>83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Symbol</vt:lpstr>
      <vt:lpstr>Wingdings 3</vt:lpstr>
      <vt:lpstr>Office Theme</vt:lpstr>
      <vt:lpstr>Lecture 38</vt:lpstr>
      <vt:lpstr>Carnot Engine</vt:lpstr>
      <vt:lpstr>PowerPoint Presentation</vt:lpstr>
      <vt:lpstr>Process A to B</vt:lpstr>
      <vt:lpstr>Process B to C</vt:lpstr>
      <vt:lpstr>Process C to D</vt:lpstr>
      <vt:lpstr>Process D to A</vt:lpstr>
      <vt:lpstr>PowerPoint Presentation</vt:lpstr>
      <vt:lpstr>Process A’B</vt:lpstr>
      <vt:lpstr>Process B’C</vt:lpstr>
      <vt:lpstr>Process C’D</vt:lpstr>
      <vt:lpstr>Process D’A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2025-07-03T22:42:33Z</dcterms:created>
  <dcterms:modified xsi:type="dcterms:W3CDTF">2025-07-08T21:28:27Z</dcterms:modified>
</cp:coreProperties>
</file>