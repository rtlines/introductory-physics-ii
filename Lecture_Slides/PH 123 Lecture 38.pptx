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489" r:id="rId3"/>
    <p:sldId id="258" r:id="rId4"/>
    <p:sldId id="513" r:id="rId5"/>
    <p:sldId id="490" r:id="rId6"/>
    <p:sldId id="502" r:id="rId7"/>
    <p:sldId id="266" r:id="rId8"/>
    <p:sldId id="503" r:id="rId9"/>
    <p:sldId id="491" r:id="rId10"/>
    <p:sldId id="504" r:id="rId11"/>
    <p:sldId id="492" r:id="rId12"/>
    <p:sldId id="505" r:id="rId13"/>
    <p:sldId id="493" r:id="rId14"/>
    <p:sldId id="508" r:id="rId15"/>
    <p:sldId id="507" r:id="rId16"/>
    <p:sldId id="506" r:id="rId17"/>
    <p:sldId id="514" r:id="rId18"/>
    <p:sldId id="495" r:id="rId19"/>
    <p:sldId id="509" r:id="rId20"/>
    <p:sldId id="265" r:id="rId21"/>
    <p:sldId id="496" r:id="rId22"/>
    <p:sldId id="497" r:id="rId23"/>
    <p:sldId id="498" r:id="rId24"/>
    <p:sldId id="485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6" autoAdjust="0"/>
    <p:restoredTop sz="94660"/>
  </p:normalViewPr>
  <p:slideViewPr>
    <p:cSldViewPr snapToGrid="0">
      <p:cViewPr varScale="1">
        <p:scale>
          <a:sx n="85" d="100"/>
          <a:sy n="85" d="100"/>
        </p:scale>
        <p:origin x="87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5FF5AC1B-ABA9-43D7-A1E3-2D92732CD6E2}"/>
    <pc:docChg chg="undo custSel addSld modSld">
      <pc:chgData name="Lines, Todd" userId="afaf7c3a-e8aa-4568-882a-02ad8f9e19b0" providerId="ADAL" clId="{5FF5AC1B-ABA9-43D7-A1E3-2D92732CD6E2}" dt="2026-07-15T20:59:25.384" v="62" actId="1076"/>
      <pc:docMkLst>
        <pc:docMk/>
      </pc:docMkLst>
      <pc:sldChg chg="addSp modSp">
        <pc:chgData name="Lines, Todd" userId="afaf7c3a-e8aa-4568-882a-02ad8f9e19b0" providerId="ADAL" clId="{5FF5AC1B-ABA9-43D7-A1E3-2D92732CD6E2}" dt="2026-07-14T15:51:41.140" v="0" actId="164"/>
        <pc:sldMkLst>
          <pc:docMk/>
          <pc:sldMk cId="0" sldId="490"/>
        </pc:sldMkLst>
        <pc:spChg chg="mod">
          <ac:chgData name="Lines, Todd" userId="afaf7c3a-e8aa-4568-882a-02ad8f9e19b0" providerId="ADAL" clId="{5FF5AC1B-ABA9-43D7-A1E3-2D92732CD6E2}" dt="2026-07-14T15:51:41.140" v="0" actId="164"/>
          <ac:spMkLst>
            <pc:docMk/>
            <pc:sldMk cId="0" sldId="490"/>
            <ac:spMk id="6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7-14T15:51:41.140" v="0" actId="164"/>
          <ac:spMkLst>
            <pc:docMk/>
            <pc:sldMk cId="0" sldId="490"/>
            <ac:spMk id="8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7-14T15:51:41.140" v="0" actId="164"/>
          <ac:spMkLst>
            <pc:docMk/>
            <pc:sldMk cId="0" sldId="490"/>
            <ac:spMk id="9" creationId="{00000000-0000-0000-0000-000000000000}"/>
          </ac:spMkLst>
        </pc:spChg>
        <pc:grpChg chg="add mod">
          <ac:chgData name="Lines, Todd" userId="afaf7c3a-e8aa-4568-882a-02ad8f9e19b0" providerId="ADAL" clId="{5FF5AC1B-ABA9-43D7-A1E3-2D92732CD6E2}" dt="2026-07-14T15:51:41.140" v="0" actId="164"/>
          <ac:grpSpMkLst>
            <pc:docMk/>
            <pc:sldMk cId="0" sldId="490"/>
            <ac:grpSpMk id="2" creationId="{08662965-E6B8-D53E-C2AB-508755760B98}"/>
          </ac:grpSpMkLst>
        </pc:grpChg>
        <pc:picChg chg="mod">
          <ac:chgData name="Lines, Todd" userId="afaf7c3a-e8aa-4568-882a-02ad8f9e19b0" providerId="ADAL" clId="{5FF5AC1B-ABA9-43D7-A1E3-2D92732CD6E2}" dt="2026-07-14T15:51:41.140" v="0" actId="164"/>
          <ac:picMkLst>
            <pc:docMk/>
            <pc:sldMk cId="0" sldId="490"/>
            <ac:picMk id="1026" creationId="{00000000-0000-0000-0000-000000000000}"/>
          </ac:picMkLst>
        </pc:picChg>
        <pc:cxnChg chg="mod">
          <ac:chgData name="Lines, Todd" userId="afaf7c3a-e8aa-4568-882a-02ad8f9e19b0" providerId="ADAL" clId="{5FF5AC1B-ABA9-43D7-A1E3-2D92732CD6E2}" dt="2026-07-14T15:51:41.140" v="0" actId="164"/>
          <ac:cxnSpMkLst>
            <pc:docMk/>
            <pc:sldMk cId="0" sldId="490"/>
            <ac:cxnSpMk id="7" creationId="{00000000-0000-0000-0000-000000000000}"/>
          </ac:cxnSpMkLst>
        </pc:cxnChg>
      </pc:sldChg>
      <pc:sldChg chg="addSp delSp modSp mod">
        <pc:chgData name="Lines, Todd" userId="afaf7c3a-e8aa-4568-882a-02ad8f9e19b0" providerId="ADAL" clId="{5FF5AC1B-ABA9-43D7-A1E3-2D92732CD6E2}" dt="2026-07-14T15:52:07.824" v="13" actId="404"/>
        <pc:sldMkLst>
          <pc:docMk/>
          <pc:sldMk cId="2962924196" sldId="502"/>
        </pc:sldMkLst>
        <pc:spChg chg="add del">
          <ac:chgData name="Lines, Todd" userId="afaf7c3a-e8aa-4568-882a-02ad8f9e19b0" providerId="ADAL" clId="{5FF5AC1B-ABA9-43D7-A1E3-2D92732CD6E2}" dt="2026-07-14T15:51:47.922" v="2" actId="22"/>
          <ac:spMkLst>
            <pc:docMk/>
            <pc:sldMk cId="2962924196" sldId="502"/>
            <ac:spMk id="5" creationId="{1235A93B-9016-7067-0273-AAF212F38003}"/>
          </ac:spMkLst>
        </pc:spChg>
        <pc:spChg chg="mod">
          <ac:chgData name="Lines, Todd" userId="afaf7c3a-e8aa-4568-882a-02ad8f9e19b0" providerId="ADAL" clId="{5FF5AC1B-ABA9-43D7-A1E3-2D92732CD6E2}" dt="2026-07-14T15:52:07.824" v="13" actId="404"/>
          <ac:spMkLst>
            <pc:docMk/>
            <pc:sldMk cId="2962924196" sldId="502"/>
            <ac:spMk id="10" creationId="{C1E1CFD1-C7AD-F8AF-4E3E-545E67C2D077}"/>
          </ac:spMkLst>
        </pc:spChg>
        <pc:spChg chg="mod">
          <ac:chgData name="Lines, Todd" userId="afaf7c3a-e8aa-4568-882a-02ad8f9e19b0" providerId="ADAL" clId="{5FF5AC1B-ABA9-43D7-A1E3-2D92732CD6E2}" dt="2026-07-14T15:52:07.824" v="13" actId="404"/>
          <ac:spMkLst>
            <pc:docMk/>
            <pc:sldMk cId="2962924196" sldId="502"/>
            <ac:spMk id="12" creationId="{80DA15D5-CD70-B860-92D6-60EDBF1A968C}"/>
          </ac:spMkLst>
        </pc:spChg>
        <pc:spChg chg="mod">
          <ac:chgData name="Lines, Todd" userId="afaf7c3a-e8aa-4568-882a-02ad8f9e19b0" providerId="ADAL" clId="{5FF5AC1B-ABA9-43D7-A1E3-2D92732CD6E2}" dt="2026-07-14T15:52:07.824" v="13" actId="404"/>
          <ac:spMkLst>
            <pc:docMk/>
            <pc:sldMk cId="2962924196" sldId="502"/>
            <ac:spMk id="13" creationId="{E17CD091-7810-8036-C168-2BC6E676BC28}"/>
          </ac:spMkLst>
        </pc:spChg>
        <pc:grpChg chg="add mod">
          <ac:chgData name="Lines, Todd" userId="afaf7c3a-e8aa-4568-882a-02ad8f9e19b0" providerId="ADAL" clId="{5FF5AC1B-ABA9-43D7-A1E3-2D92732CD6E2}" dt="2026-07-14T15:52:04.304" v="7" actId="1076"/>
          <ac:grpSpMkLst>
            <pc:docMk/>
            <pc:sldMk cId="2962924196" sldId="502"/>
            <ac:grpSpMk id="8" creationId="{88DBF050-35BA-8480-E52B-4B9C29DF8930}"/>
          </ac:grpSpMkLst>
        </pc:grpChg>
        <pc:picChg chg="mod">
          <ac:chgData name="Lines, Todd" userId="afaf7c3a-e8aa-4568-882a-02ad8f9e19b0" providerId="ADAL" clId="{5FF5AC1B-ABA9-43D7-A1E3-2D92732CD6E2}" dt="2026-07-14T15:51:55.503" v="3"/>
          <ac:picMkLst>
            <pc:docMk/>
            <pc:sldMk cId="2962924196" sldId="502"/>
            <ac:picMk id="9" creationId="{924008CF-1313-26B5-EBAD-656944F20183}"/>
          </ac:picMkLst>
        </pc:picChg>
        <pc:cxnChg chg="mod">
          <ac:chgData name="Lines, Todd" userId="afaf7c3a-e8aa-4568-882a-02ad8f9e19b0" providerId="ADAL" clId="{5FF5AC1B-ABA9-43D7-A1E3-2D92732CD6E2}" dt="2026-07-14T15:51:55.503" v="3"/>
          <ac:cxnSpMkLst>
            <pc:docMk/>
            <pc:sldMk cId="2962924196" sldId="502"/>
            <ac:cxnSpMk id="11" creationId="{DAEFDD82-FD3F-0ACC-BBEC-92A0502CC6CB}"/>
          </ac:cxnSpMkLst>
        </pc:cxnChg>
      </pc:sldChg>
      <pc:sldChg chg="addSp delSp modSp mod">
        <pc:chgData name="Lines, Todd" userId="afaf7c3a-e8aa-4568-882a-02ad8f9e19b0" providerId="ADAL" clId="{5FF5AC1B-ABA9-43D7-A1E3-2D92732CD6E2}" dt="2026-07-15T20:59:25.384" v="62" actId="1076"/>
        <pc:sldMkLst>
          <pc:docMk/>
          <pc:sldMk cId="1561131735" sldId="506"/>
        </pc:sldMkLst>
        <pc:picChg chg="del">
          <ac:chgData name="Lines, Todd" userId="afaf7c3a-e8aa-4568-882a-02ad8f9e19b0" providerId="ADAL" clId="{5FF5AC1B-ABA9-43D7-A1E3-2D92732CD6E2}" dt="2026-07-14T22:05:41.675" v="43" actId="478"/>
          <ac:picMkLst>
            <pc:docMk/>
            <pc:sldMk cId="1561131735" sldId="506"/>
            <ac:picMk id="3" creationId="{A7F5F126-C984-F7A8-DAFD-6DE6BF061633}"/>
          </ac:picMkLst>
        </pc:picChg>
        <pc:picChg chg="add del">
          <ac:chgData name="Lines, Todd" userId="afaf7c3a-e8aa-4568-882a-02ad8f9e19b0" providerId="ADAL" clId="{5FF5AC1B-ABA9-43D7-A1E3-2D92732CD6E2}" dt="2026-07-15T20:56:26.936" v="50" actId="478"/>
          <ac:picMkLst>
            <pc:docMk/>
            <pc:sldMk cId="1561131735" sldId="506"/>
            <ac:picMk id="3" creationId="{D425AE9B-9659-9768-952E-19C47F56E354}"/>
          </ac:picMkLst>
        </pc:picChg>
        <pc:picChg chg="add del">
          <ac:chgData name="Lines, Todd" userId="afaf7c3a-e8aa-4568-882a-02ad8f9e19b0" providerId="ADAL" clId="{5FF5AC1B-ABA9-43D7-A1E3-2D92732CD6E2}" dt="2026-07-14T22:05:42.689" v="44" actId="478"/>
          <ac:picMkLst>
            <pc:docMk/>
            <pc:sldMk cId="1561131735" sldId="506"/>
            <ac:picMk id="4" creationId="{2C978EDC-CB69-360F-4A4A-3090396F092C}"/>
          </ac:picMkLst>
        </pc:picChg>
        <pc:picChg chg="add del">
          <ac:chgData name="Lines, Todd" userId="afaf7c3a-e8aa-4568-882a-02ad8f9e19b0" providerId="ADAL" clId="{5FF5AC1B-ABA9-43D7-A1E3-2D92732CD6E2}" dt="2026-07-15T20:55:43.719" v="49" actId="21"/>
          <ac:picMkLst>
            <pc:docMk/>
            <pc:sldMk cId="1561131735" sldId="506"/>
            <ac:picMk id="5" creationId="{D437C7CD-3F47-0D95-DCEC-CB939F18B4B3}"/>
          </ac:picMkLst>
        </pc:picChg>
        <pc:picChg chg="add del">
          <ac:chgData name="Lines, Todd" userId="afaf7c3a-e8aa-4568-882a-02ad8f9e19b0" providerId="ADAL" clId="{5FF5AC1B-ABA9-43D7-A1E3-2D92732CD6E2}" dt="2026-07-14T22:05:19.873" v="42" actId="21"/>
          <ac:picMkLst>
            <pc:docMk/>
            <pc:sldMk cId="1561131735" sldId="506"/>
            <ac:picMk id="7" creationId="{D319360B-F800-4FAD-F5A6-13A09AA4E772}"/>
          </ac:picMkLst>
        </pc:picChg>
        <pc:picChg chg="add del mod">
          <ac:chgData name="Lines, Todd" userId="afaf7c3a-e8aa-4568-882a-02ad8f9e19b0" providerId="ADAL" clId="{5FF5AC1B-ABA9-43D7-A1E3-2D92732CD6E2}" dt="2026-07-15T20:56:57.502" v="54" actId="478"/>
          <ac:picMkLst>
            <pc:docMk/>
            <pc:sldMk cId="1561131735" sldId="506"/>
            <ac:picMk id="8" creationId="{922C5017-54FF-24D8-DDE9-1B7CDF14829A}"/>
          </ac:picMkLst>
        </pc:picChg>
        <pc:picChg chg="add del mod">
          <ac:chgData name="Lines, Todd" userId="afaf7c3a-e8aa-4568-882a-02ad8f9e19b0" providerId="ADAL" clId="{5FF5AC1B-ABA9-43D7-A1E3-2D92732CD6E2}" dt="2026-07-15T20:56:27.780" v="51" actId="478"/>
          <ac:picMkLst>
            <pc:docMk/>
            <pc:sldMk cId="1561131735" sldId="506"/>
            <ac:picMk id="9" creationId="{CE12425C-C52E-369E-1343-FAF19C821E37}"/>
          </ac:picMkLst>
        </pc:picChg>
        <pc:picChg chg="add del">
          <ac:chgData name="Lines, Todd" userId="afaf7c3a-e8aa-4568-882a-02ad8f9e19b0" providerId="ADAL" clId="{5FF5AC1B-ABA9-43D7-A1E3-2D92732CD6E2}" dt="2026-07-15T20:59:12.169" v="60" actId="478"/>
          <ac:picMkLst>
            <pc:docMk/>
            <pc:sldMk cId="1561131735" sldId="506"/>
            <ac:picMk id="11" creationId="{0AABFBE6-2D7E-83CF-1624-EBB3101B8B29}"/>
          </ac:picMkLst>
        </pc:picChg>
        <pc:picChg chg="add del">
          <ac:chgData name="Lines, Todd" userId="afaf7c3a-e8aa-4568-882a-02ad8f9e19b0" providerId="ADAL" clId="{5FF5AC1B-ABA9-43D7-A1E3-2D92732CD6E2}" dt="2026-07-15T20:58:35.663" v="59" actId="21"/>
          <ac:picMkLst>
            <pc:docMk/>
            <pc:sldMk cId="1561131735" sldId="506"/>
            <ac:picMk id="13" creationId="{58496579-9DBA-08B0-E936-FDCEE0B7521B}"/>
          </ac:picMkLst>
        </pc:picChg>
        <pc:picChg chg="add mod">
          <ac:chgData name="Lines, Todd" userId="afaf7c3a-e8aa-4568-882a-02ad8f9e19b0" providerId="ADAL" clId="{5FF5AC1B-ABA9-43D7-A1E3-2D92732CD6E2}" dt="2026-07-15T20:59:25.384" v="62" actId="1076"/>
          <ac:picMkLst>
            <pc:docMk/>
            <pc:sldMk cId="1561131735" sldId="506"/>
            <ac:picMk id="15" creationId="{EF477DC3-BBBE-75CB-F8AD-B648664E6742}"/>
          </ac:picMkLst>
        </pc:picChg>
      </pc:sldChg>
      <pc:sldChg chg="addSp delSp modSp mod">
        <pc:chgData name="Lines, Todd" userId="afaf7c3a-e8aa-4568-882a-02ad8f9e19b0" providerId="ADAL" clId="{5FF5AC1B-ABA9-43D7-A1E3-2D92732CD6E2}" dt="2026-07-15T20:57:07.059" v="56" actId="22"/>
        <pc:sldMkLst>
          <pc:docMk/>
          <pc:sldMk cId="3444799818" sldId="508"/>
        </pc:sldMkLst>
        <pc:picChg chg="add del mod">
          <ac:chgData name="Lines, Todd" userId="afaf7c3a-e8aa-4568-882a-02ad8f9e19b0" providerId="ADAL" clId="{5FF5AC1B-ABA9-43D7-A1E3-2D92732CD6E2}" dt="2026-07-14T21:57:30.364" v="23" actId="478"/>
          <ac:picMkLst>
            <pc:docMk/>
            <pc:sldMk cId="3444799818" sldId="508"/>
            <ac:picMk id="4" creationId="{800BE6D8-3B30-CE67-BD4C-24ED39AC697B}"/>
          </ac:picMkLst>
        </pc:picChg>
        <pc:picChg chg="add">
          <ac:chgData name="Lines, Todd" userId="afaf7c3a-e8aa-4568-882a-02ad8f9e19b0" providerId="ADAL" clId="{5FF5AC1B-ABA9-43D7-A1E3-2D92732CD6E2}" dt="2026-07-15T20:57:07.059" v="56" actId="22"/>
          <ac:picMkLst>
            <pc:docMk/>
            <pc:sldMk cId="3444799818" sldId="508"/>
            <ac:picMk id="4" creationId="{DA62C97F-B632-C894-469F-871F84E1316E}"/>
          </ac:picMkLst>
        </pc:picChg>
        <pc:picChg chg="del">
          <ac:chgData name="Lines, Todd" userId="afaf7c3a-e8aa-4568-882a-02ad8f9e19b0" providerId="ADAL" clId="{5FF5AC1B-ABA9-43D7-A1E3-2D92732CD6E2}" dt="2026-07-14T22:03:28.743" v="31" actId="478"/>
          <ac:picMkLst>
            <pc:docMk/>
            <pc:sldMk cId="3444799818" sldId="508"/>
            <ac:picMk id="5" creationId="{5D7DEA2A-B8DD-DA43-C9C3-B0481EEC6C74}"/>
          </ac:picMkLst>
        </pc:picChg>
        <pc:picChg chg="add del mod">
          <ac:chgData name="Lines, Todd" userId="afaf7c3a-e8aa-4568-882a-02ad8f9e19b0" providerId="ADAL" clId="{5FF5AC1B-ABA9-43D7-A1E3-2D92732CD6E2}" dt="2026-07-14T21:58:41.062" v="26" actId="21"/>
          <ac:picMkLst>
            <pc:docMk/>
            <pc:sldMk cId="3444799818" sldId="508"/>
            <ac:picMk id="7" creationId="{E6C88133-60B8-EDA7-FF73-8E3FC53D5362}"/>
          </ac:picMkLst>
        </pc:picChg>
        <pc:picChg chg="add del">
          <ac:chgData name="Lines, Todd" userId="afaf7c3a-e8aa-4568-882a-02ad8f9e19b0" providerId="ADAL" clId="{5FF5AC1B-ABA9-43D7-A1E3-2D92732CD6E2}" dt="2026-07-14T22:03:27.350" v="30" actId="478"/>
          <ac:picMkLst>
            <pc:docMk/>
            <pc:sldMk cId="3444799818" sldId="508"/>
            <ac:picMk id="9" creationId="{2A177807-CF4C-8057-50E9-7404BFAFDF08}"/>
          </ac:picMkLst>
        </pc:picChg>
        <pc:picChg chg="add del mod">
          <ac:chgData name="Lines, Todd" userId="afaf7c3a-e8aa-4568-882a-02ad8f9e19b0" providerId="ADAL" clId="{5FF5AC1B-ABA9-43D7-A1E3-2D92732CD6E2}" dt="2026-07-14T22:03:35.550" v="32" actId="478"/>
          <ac:picMkLst>
            <pc:docMk/>
            <pc:sldMk cId="3444799818" sldId="508"/>
            <ac:picMk id="11" creationId="{4B511FE9-AF10-9F9D-654B-424652B278FF}"/>
          </ac:picMkLst>
        </pc:picChg>
        <pc:picChg chg="add del">
          <ac:chgData name="Lines, Todd" userId="afaf7c3a-e8aa-4568-882a-02ad8f9e19b0" providerId="ADAL" clId="{5FF5AC1B-ABA9-43D7-A1E3-2D92732CD6E2}" dt="2026-07-14T22:04:45.161" v="38" actId="478"/>
          <ac:picMkLst>
            <pc:docMk/>
            <pc:sldMk cId="3444799818" sldId="508"/>
            <ac:picMk id="13" creationId="{593CF36D-EAC6-415C-C8B3-6150D802DF98}"/>
          </ac:picMkLst>
        </pc:picChg>
        <pc:picChg chg="add del">
          <ac:chgData name="Lines, Todd" userId="afaf7c3a-e8aa-4568-882a-02ad8f9e19b0" providerId="ADAL" clId="{5FF5AC1B-ABA9-43D7-A1E3-2D92732CD6E2}" dt="2026-07-14T22:04:06.152" v="35" actId="21"/>
          <ac:picMkLst>
            <pc:docMk/>
            <pc:sldMk cId="3444799818" sldId="508"/>
            <ac:picMk id="15" creationId="{BC293970-C32D-A7D0-7539-88A211E899B2}"/>
          </ac:picMkLst>
        </pc:picChg>
        <pc:picChg chg="add del mod">
          <ac:chgData name="Lines, Todd" userId="afaf7c3a-e8aa-4568-882a-02ad8f9e19b0" providerId="ADAL" clId="{5FF5AC1B-ABA9-43D7-A1E3-2D92732CD6E2}" dt="2026-07-15T20:57:06.725" v="55" actId="478"/>
          <ac:picMkLst>
            <pc:docMk/>
            <pc:sldMk cId="3444799818" sldId="508"/>
            <ac:picMk id="17" creationId="{79E6192F-126C-27A6-4720-72AEBAA027EC}"/>
          </ac:picMkLst>
        </pc:picChg>
      </pc:sldChg>
      <pc:sldChg chg="addSp delSp modSp new mod">
        <pc:chgData name="Lines, Todd" userId="afaf7c3a-e8aa-4568-882a-02ad8f9e19b0" providerId="ADAL" clId="{5FF5AC1B-ABA9-43D7-A1E3-2D92732CD6E2}" dt="2026-07-14T21:33:32.455" v="20" actId="21"/>
        <pc:sldMkLst>
          <pc:docMk/>
          <pc:sldMk cId="3857736948" sldId="514"/>
        </pc:sldMkLst>
        <pc:picChg chg="add">
          <ac:chgData name="Lines, Todd" userId="afaf7c3a-e8aa-4568-882a-02ad8f9e19b0" providerId="ADAL" clId="{5FF5AC1B-ABA9-43D7-A1E3-2D92732CD6E2}" dt="2026-07-14T21:33:09.498" v="15" actId="22"/>
          <ac:picMkLst>
            <pc:docMk/>
            <pc:sldMk cId="3857736948" sldId="514"/>
            <ac:picMk id="3" creationId="{7D2C1A4A-66BD-5FA0-B7D4-69FB2E19EBD7}"/>
          </ac:picMkLst>
        </pc:picChg>
        <pc:picChg chg="add del">
          <ac:chgData name="Lines, Todd" userId="afaf7c3a-e8aa-4568-882a-02ad8f9e19b0" providerId="ADAL" clId="{5FF5AC1B-ABA9-43D7-A1E3-2D92732CD6E2}" dt="2026-07-14T21:33:22.499" v="17" actId="22"/>
          <ac:picMkLst>
            <pc:docMk/>
            <pc:sldMk cId="3857736948" sldId="514"/>
            <ac:picMk id="5" creationId="{F362ABC4-69FD-04F9-7AA2-D2F5A9F1EA62}"/>
          </ac:picMkLst>
        </pc:picChg>
        <pc:picChg chg="add del mod">
          <ac:chgData name="Lines, Todd" userId="afaf7c3a-e8aa-4568-882a-02ad8f9e19b0" providerId="ADAL" clId="{5FF5AC1B-ABA9-43D7-A1E3-2D92732CD6E2}" dt="2026-07-14T21:33:32.455" v="20" actId="21"/>
          <ac:picMkLst>
            <pc:docMk/>
            <pc:sldMk cId="3857736948" sldId="514"/>
            <ac:picMk id="7" creationId="{FD9F514A-6AE6-FF5D-4F72-486CF1B37AA5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9A79E1-D7CB-FA7F-9B88-EA4C3B6F63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041F68-EE9A-28A4-E9B7-D8BFDC3755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5FB6C7-4372-A43A-9C71-BE9D125F1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9CCF3-DB83-4429-B7ED-AC24BFB92DA5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9A1E93-5051-BB04-4896-E77878BA5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645A58-1BB6-1E0F-5F21-DF3FE8FE4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DE958-A88E-476F-A91A-9844D7752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3707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048E6-7F33-77F6-4CAF-6851C977A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093B14-42CF-5AF3-0D76-33282E3A5B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D80A65-FEE0-9239-6D62-FA512EAA83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9CCF3-DB83-4429-B7ED-AC24BFB92DA5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2E5368-2AEE-80A9-6B6A-6F9E03B08C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76820E-CEF7-1294-5EE7-CFD2C303D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DE958-A88E-476F-A91A-9844D7752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87173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DA850-D27E-CCDE-0F11-ECCD85304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E17CF6-6D2C-DD7D-712C-C6E11D80A6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6CC2B-6DB4-B6DE-EAA5-AF73035BB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9CCF3-DB83-4429-B7ED-AC24BFB92DA5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0CECE-55D5-E3B6-9DC9-71C08426A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9F03A5-445C-64F9-CCBF-CB09E22C4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DE958-A88E-476F-A91A-9844D7752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042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3AE42-B9CA-9B1E-160E-951E62F3E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74CC29-BE6E-F522-45A4-93B509B91B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4D7CC6-CCB8-3CBA-AB7E-FB3B23C8D8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1BB84F-F23E-0719-BE4C-433E1E5EF9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9CCF3-DB83-4429-B7ED-AC24BFB92DA5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70E9D-E5C9-0E7E-627B-92660C75C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E28939-E774-2037-0462-2DA7194EF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DE958-A88E-476F-A91A-9844D7752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2656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2CA2B-3DCA-D7AF-2AAB-01BCD413B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A24C58-1433-83D5-A706-C0A6178B40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E75578-1362-FBBA-9984-6C3204F1DB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45B4CA-363A-CBE6-944B-5EE47967CD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B49F48-1D0E-369C-2762-7A6B40F6D2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42B8AF8-D87D-3F54-3C18-6DCFF6169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9CCF3-DB83-4429-B7ED-AC24BFB92DA5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10D23C4-DE89-CD0E-5B8B-9D1355A5B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A74BD0-B8D0-87ED-7AC9-A33CA72F5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DE958-A88E-476F-A91A-9844D7752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6193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DE104-475D-15E2-A7B4-7F3095136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E634C3-ADCA-5573-8E5B-3381A448E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9CCF3-DB83-4429-B7ED-AC24BFB92DA5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40F512-A0C5-1954-B9A1-D39D25963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836FBE-2DA0-86CB-75FA-2E162F6AC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DE958-A88E-476F-A91A-9844D7752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0273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B90C8A-2186-9C53-FB0D-B44D3D7F9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9CCF3-DB83-4429-B7ED-AC24BFB92DA5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2E44E4-5668-549C-F91F-E58BEAB01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3E835C-2F68-86B1-9C39-3D1D4F02D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DE958-A88E-476F-A91A-9844D7752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6457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F6CB9-89AD-DBE9-FD7C-399A7F04F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C806E-F6DF-B7E6-50C8-89D95C2DE2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44584E-B280-3F3F-2653-E6D31F47BE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E0D9A8-8482-10AE-25C9-1F1AD1545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9CCF3-DB83-4429-B7ED-AC24BFB92DA5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DA2FF7-3C09-C8F9-1579-7C2F7E51F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93E22B-32AE-7445-4A5C-54870E08D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DE958-A88E-476F-A91A-9844D7752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610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1906A-5A74-2E8C-E33B-669E782777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1FC0B9-47D0-C4A7-5D40-C5725903DE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88B1C3-F77D-DBCF-C299-EDCF0FA0BB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C5988C-D682-CD2B-5138-1FDAB7B15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9CCF3-DB83-4429-B7ED-AC24BFB92DA5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AF21FE-8C9B-D0C2-288C-C2B33AE75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9C6CC7-F360-2E50-05EC-7C1B9907A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DE958-A88E-476F-A91A-9844D7752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9544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3E7B5-1C50-76C5-9F78-CEA802BA53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608909-63B3-C478-3AFF-9E27C6F52A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69CCEC-12E7-FD71-8F9C-76BAA3F2C1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9CCF3-DB83-4429-B7ED-AC24BFB92DA5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29BC46-B537-0FA3-157E-0FD558937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811627-A7A7-1CEC-579A-9F55251EE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DE958-A88E-476F-A91A-9844D7752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014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99C487-0F31-A84F-7381-FE87E0AA93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97195D-75E3-A5F3-A732-F76EF40130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BA231F-C75D-3AF4-2341-802FE96236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99CCF3-DB83-4429-B7ED-AC24BFB92DA5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6C5D82-7BA2-636E-861A-C7403698F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E18E27-996E-F42B-3545-960E9E22A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DE958-A88E-476F-A91A-9844D7752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3408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AED9852-C72C-1BB9-CB48-610FFA4B9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81C225-66D2-0EA4-C84A-74044512B4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1FCEB4-F899-5117-B3F2-1169AC8D7E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99CCF3-DB83-4429-B7ED-AC24BFB92DA5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339157-A810-FACC-0D0D-DFFEEFFDF1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CEC95F-E1B4-91BF-6DB8-5A090B2B82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EDE958-A88E-476F-A91A-9844D7752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95269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emf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A4225-8C78-1698-DB96-5D4D5E9141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Lecture 38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D36DAA-FC9E-1AEB-3DB0-9C7A2BB0B4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4957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133678" y="6195074"/>
            <a:ext cx="757502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i="1" dirty="0"/>
              <a:t>Otto Cycle </a:t>
            </a:r>
          </a:p>
          <a:p>
            <a:pPr algn="ctr"/>
            <a:r>
              <a:rPr lang="en-US" sz="1200" i="1" dirty="0"/>
              <a:t>Manual of Driving and Maintenance for Mechanical Vehicles (Wheeled)</a:t>
            </a:r>
            <a:endParaRPr lang="en-US" sz="1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E2BC3B-76F6-9606-E8A1-DAE64BE12F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49" y="1434320"/>
            <a:ext cx="2140026" cy="231457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8B07AB1-0F61-1263-031F-F07EC607D5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0489" y="1360433"/>
            <a:ext cx="2295437" cy="238846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347B28D-879D-5597-4029-645433108A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1193" y="1451141"/>
            <a:ext cx="2959464" cy="229995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7E59E08-F523-253C-0400-30E7A990886E}"/>
              </a:ext>
            </a:extLst>
          </p:cNvPr>
          <p:cNvSpPr txBox="1"/>
          <p:nvPr/>
        </p:nvSpPr>
        <p:spPr>
          <a:xfrm>
            <a:off x="733425" y="1111442"/>
            <a:ext cx="15098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Process AB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F717BCF-14C6-12E5-39FF-4DA74856EA28}"/>
              </a:ext>
            </a:extLst>
          </p:cNvPr>
          <p:cNvSpPr txBox="1"/>
          <p:nvPr/>
        </p:nvSpPr>
        <p:spPr>
          <a:xfrm>
            <a:off x="3128220" y="1111442"/>
            <a:ext cx="31629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Process CD (Power Stroke)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12162A2-F1B9-1FA3-F58B-E4342B26B9E9}"/>
              </a:ext>
            </a:extLst>
          </p:cNvPr>
          <p:cNvSpPr txBox="1"/>
          <p:nvPr/>
        </p:nvSpPr>
        <p:spPr>
          <a:xfrm>
            <a:off x="6696075" y="1106331"/>
            <a:ext cx="14097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Process AI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020808DE-1E04-F229-84B2-8135F6BCAF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8108" y="1406887"/>
            <a:ext cx="2364682" cy="2295554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0AD8B0E-624E-7ADD-56E9-CF5CC08FBFCB}"/>
              </a:ext>
            </a:extLst>
          </p:cNvPr>
          <p:cNvSpPr txBox="1"/>
          <p:nvPr/>
        </p:nvSpPr>
        <p:spPr>
          <a:xfrm>
            <a:off x="9722654" y="1117287"/>
            <a:ext cx="14601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Process IA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532" y="247405"/>
            <a:ext cx="7141332" cy="56510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 rot="16200000">
            <a:off x="-477380" y="2693436"/>
            <a:ext cx="22174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46311" y="6188486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8" name="Oval 7"/>
          <p:cNvSpPr/>
          <p:nvPr/>
        </p:nvSpPr>
        <p:spPr>
          <a:xfrm>
            <a:off x="2239731" y="76810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2239731" y="234455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2239731" y="5210175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7342630" y="5107742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7342630" y="5215172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828566" y="5250167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7528763" y="5340107"/>
            <a:ext cx="299804" cy="119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831064" y="4653059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7588724" y="5005408"/>
            <a:ext cx="257330" cy="12483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924939" y="1984811"/>
            <a:ext cx="433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37104" y="638192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9937" y="4807956"/>
            <a:ext cx="3209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  <a:latin typeface="Times" pitchFamily="18" charset="0"/>
                <a:cs typeface="Times" pitchFamily="18" charset="0"/>
              </a:rPr>
              <a:t>I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13769A5-23F0-5177-8E89-6B89AACC7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7872" y="146294"/>
            <a:ext cx="9132208" cy="219826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3DEA6F-0678-F371-92D2-3BC85B349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80138CD-3E2A-358A-A183-25B95D5986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3107C6EC-19F3-B439-087D-B10B9958F24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857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8662965-E6B8-D53E-C2AB-508755760B98}"/>
              </a:ext>
            </a:extLst>
          </p:cNvPr>
          <p:cNvGrpSpPr/>
          <p:nvPr/>
        </p:nvGrpSpPr>
        <p:grpSpPr>
          <a:xfrm>
            <a:off x="271864" y="749509"/>
            <a:ext cx="5327627" cy="5888495"/>
            <a:chOff x="271864" y="749509"/>
            <a:chExt cx="5327627" cy="5888495"/>
          </a:xfrm>
        </p:grpSpPr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2" cstate="print"/>
            <a:srcRect l="51264" b="54865"/>
            <a:stretch>
              <a:fillRect/>
            </a:stretch>
          </p:blipFill>
          <p:spPr bwMode="auto">
            <a:xfrm>
              <a:off x="1109794" y="749509"/>
              <a:ext cx="4489697" cy="588849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6" name="Arc 5"/>
            <p:cNvSpPr/>
            <p:nvPr/>
          </p:nvSpPr>
          <p:spPr>
            <a:xfrm>
              <a:off x="2638560" y="4137285"/>
              <a:ext cx="2068643" cy="2383436"/>
            </a:xfrm>
            <a:prstGeom prst="arc">
              <a:avLst>
                <a:gd name="adj1" fmla="val 21573557"/>
                <a:gd name="adj2" fmla="val 5439512"/>
              </a:avLst>
            </a:prstGeom>
            <a:ln>
              <a:solidFill>
                <a:srgbClr val="FF0000"/>
              </a:solidFill>
              <a:headEnd type="none" w="med" len="me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Arrow Connector 6"/>
            <p:cNvCxnSpPr/>
            <p:nvPr/>
          </p:nvCxnSpPr>
          <p:spPr>
            <a:xfrm flipV="1">
              <a:off x="3253156" y="2863122"/>
              <a:ext cx="0" cy="464695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Freeform 7"/>
            <p:cNvSpPr/>
            <p:nvPr/>
          </p:nvSpPr>
          <p:spPr>
            <a:xfrm>
              <a:off x="1439347" y="3285344"/>
              <a:ext cx="1666406" cy="1346617"/>
            </a:xfrm>
            <a:custGeom>
              <a:avLst/>
              <a:gdLst>
                <a:gd name="connsiteX0" fmla="*/ 1259174 w 1259174"/>
                <a:gd name="connsiteY0" fmla="*/ 0 h 884420"/>
                <a:gd name="connsiteX1" fmla="*/ 794479 w 1259174"/>
                <a:gd name="connsiteY1" fmla="*/ 284813 h 884420"/>
                <a:gd name="connsiteX2" fmla="*/ 914400 w 1259174"/>
                <a:gd name="connsiteY2" fmla="*/ 299803 h 884420"/>
                <a:gd name="connsiteX3" fmla="*/ 0 w 1259174"/>
                <a:gd name="connsiteY3" fmla="*/ 884420 h 884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59174" h="884420">
                  <a:moveTo>
                    <a:pt x="1259174" y="0"/>
                  </a:moveTo>
                  <a:cubicBezTo>
                    <a:pt x="1055557" y="117423"/>
                    <a:pt x="851941" y="234846"/>
                    <a:pt x="794479" y="284813"/>
                  </a:cubicBezTo>
                  <a:cubicBezTo>
                    <a:pt x="737017" y="334780"/>
                    <a:pt x="1046813" y="199869"/>
                    <a:pt x="914400" y="299803"/>
                  </a:cubicBezTo>
                  <a:cubicBezTo>
                    <a:pt x="781987" y="399738"/>
                    <a:pt x="154898" y="791981"/>
                    <a:pt x="0" y="884420"/>
                  </a:cubicBezTo>
                </a:path>
              </a:pathLst>
            </a:custGeom>
            <a:ln w="28575">
              <a:solidFill>
                <a:srgbClr val="FFC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71864" y="4273948"/>
              <a:ext cx="130239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/>
                <a:t>Piston raises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1726852" y="207089"/>
            <a:ext cx="90491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AB – Adiabatic Compression</a:t>
            </a:r>
          </a:p>
        </p:txBody>
      </p:sp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9490" y="1340945"/>
            <a:ext cx="5772091" cy="47056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682F5-4033-3666-9BEF-8DDF009FC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D08CE5-F9A6-7A40-9478-D72EB81FB6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7342B74C-5752-3D31-EE06-7B72CB0A47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8934" y="245570"/>
            <a:ext cx="5772091" cy="47056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C31179A-34FB-6132-FBEE-5F89B1A14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917" y="4347694"/>
            <a:ext cx="10752195" cy="2145181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88DBF050-35BA-8480-E52B-4B9C29DF8930}"/>
              </a:ext>
            </a:extLst>
          </p:cNvPr>
          <p:cNvGrpSpPr/>
          <p:nvPr/>
        </p:nvGrpSpPr>
        <p:grpSpPr>
          <a:xfrm>
            <a:off x="8798308" y="423034"/>
            <a:ext cx="2487776" cy="2774418"/>
            <a:chOff x="271864" y="749509"/>
            <a:chExt cx="5327627" cy="5888495"/>
          </a:xfrm>
        </p:grpSpPr>
        <p:pic>
          <p:nvPicPr>
            <p:cNvPr id="9" name="Picture 2">
              <a:extLst>
                <a:ext uri="{FF2B5EF4-FFF2-40B4-BE49-F238E27FC236}">
                  <a16:creationId xmlns:a16="http://schemas.microsoft.com/office/drawing/2014/main" id="{924008CF-1313-26B5-EBAD-656944F2018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/>
            <a:srcRect l="51264" b="54865"/>
            <a:stretch>
              <a:fillRect/>
            </a:stretch>
          </p:blipFill>
          <p:spPr bwMode="auto">
            <a:xfrm>
              <a:off x="1109794" y="749509"/>
              <a:ext cx="4489697" cy="588849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10" name="Arc 9">
              <a:extLst>
                <a:ext uri="{FF2B5EF4-FFF2-40B4-BE49-F238E27FC236}">
                  <a16:creationId xmlns:a16="http://schemas.microsoft.com/office/drawing/2014/main" id="{C1E1CFD1-C7AD-F8AF-4E3E-545E67C2D077}"/>
                </a:ext>
              </a:extLst>
            </p:cNvPr>
            <p:cNvSpPr/>
            <p:nvPr/>
          </p:nvSpPr>
          <p:spPr>
            <a:xfrm>
              <a:off x="2638560" y="4137285"/>
              <a:ext cx="2068643" cy="2383436"/>
            </a:xfrm>
            <a:prstGeom prst="arc">
              <a:avLst>
                <a:gd name="adj1" fmla="val 21573557"/>
                <a:gd name="adj2" fmla="val 5439512"/>
              </a:avLst>
            </a:prstGeom>
            <a:ln>
              <a:solidFill>
                <a:srgbClr val="FF0000"/>
              </a:solidFill>
              <a:headEnd type="none" w="med" len="me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AEFDD82-FD3F-0ACC-BBEC-92A0502CC6CB}"/>
                </a:ext>
              </a:extLst>
            </p:cNvPr>
            <p:cNvCxnSpPr/>
            <p:nvPr/>
          </p:nvCxnSpPr>
          <p:spPr>
            <a:xfrm flipV="1">
              <a:off x="3253156" y="2863122"/>
              <a:ext cx="0" cy="464695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Freeform 7">
              <a:extLst>
                <a:ext uri="{FF2B5EF4-FFF2-40B4-BE49-F238E27FC236}">
                  <a16:creationId xmlns:a16="http://schemas.microsoft.com/office/drawing/2014/main" id="{80DA15D5-CD70-B860-92D6-60EDBF1A968C}"/>
                </a:ext>
              </a:extLst>
            </p:cNvPr>
            <p:cNvSpPr/>
            <p:nvPr/>
          </p:nvSpPr>
          <p:spPr>
            <a:xfrm>
              <a:off x="1439347" y="3285344"/>
              <a:ext cx="1666406" cy="1346617"/>
            </a:xfrm>
            <a:custGeom>
              <a:avLst/>
              <a:gdLst>
                <a:gd name="connsiteX0" fmla="*/ 1259174 w 1259174"/>
                <a:gd name="connsiteY0" fmla="*/ 0 h 884420"/>
                <a:gd name="connsiteX1" fmla="*/ 794479 w 1259174"/>
                <a:gd name="connsiteY1" fmla="*/ 284813 h 884420"/>
                <a:gd name="connsiteX2" fmla="*/ 914400 w 1259174"/>
                <a:gd name="connsiteY2" fmla="*/ 299803 h 884420"/>
                <a:gd name="connsiteX3" fmla="*/ 0 w 1259174"/>
                <a:gd name="connsiteY3" fmla="*/ 884420 h 884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59174" h="884420">
                  <a:moveTo>
                    <a:pt x="1259174" y="0"/>
                  </a:moveTo>
                  <a:cubicBezTo>
                    <a:pt x="1055557" y="117423"/>
                    <a:pt x="851941" y="234846"/>
                    <a:pt x="794479" y="284813"/>
                  </a:cubicBezTo>
                  <a:cubicBezTo>
                    <a:pt x="737017" y="334780"/>
                    <a:pt x="1046813" y="199869"/>
                    <a:pt x="914400" y="299803"/>
                  </a:cubicBezTo>
                  <a:cubicBezTo>
                    <a:pt x="781987" y="399738"/>
                    <a:pt x="154898" y="791981"/>
                    <a:pt x="0" y="884420"/>
                  </a:cubicBezTo>
                </a:path>
              </a:pathLst>
            </a:custGeom>
            <a:ln w="28575">
              <a:solidFill>
                <a:srgbClr val="FFC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17CD091-7810-8036-C168-2BC6E676BC28}"/>
                </a:ext>
              </a:extLst>
            </p:cNvPr>
            <p:cNvSpPr txBox="1"/>
            <p:nvPr/>
          </p:nvSpPr>
          <p:spPr>
            <a:xfrm>
              <a:off x="271864" y="4273949"/>
              <a:ext cx="1302394" cy="9798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Piston raises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629241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5408" y="363600"/>
            <a:ext cx="6942193" cy="56226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 rot="16200000">
            <a:off x="1807209" y="2839730"/>
            <a:ext cx="22174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30900" y="62331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8" name="Oval 7"/>
          <p:cNvSpPr/>
          <p:nvPr/>
        </p:nvSpPr>
        <p:spPr>
          <a:xfrm>
            <a:off x="4524320" y="91440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4524320" y="249085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4209528" y="2131105"/>
            <a:ext cx="433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21693" y="784486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664983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0423748-C14F-0FCE-53E3-33EABFDDA1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9445" y="0"/>
            <a:ext cx="4697730" cy="415698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4506DB6-2CDC-0805-7E6E-2853BE05B5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621" y="4156985"/>
            <a:ext cx="10666757" cy="2193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07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 t="50323" r="48736" b="3764"/>
          <a:stretch>
            <a:fillRect/>
          </a:stretch>
        </p:blipFill>
        <p:spPr bwMode="auto">
          <a:xfrm>
            <a:off x="2330556" y="858704"/>
            <a:ext cx="4557009" cy="57799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3524120" y="263828"/>
            <a:ext cx="60110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CD (Power Stroke)</a:t>
            </a:r>
          </a:p>
        </p:txBody>
      </p:sp>
      <p:sp>
        <p:nvSpPr>
          <p:cNvPr id="7" name="Arc 6"/>
          <p:cNvSpPr/>
          <p:nvPr/>
        </p:nvSpPr>
        <p:spPr>
          <a:xfrm>
            <a:off x="3814580" y="4137285"/>
            <a:ext cx="2068643" cy="2383436"/>
          </a:xfrm>
          <a:prstGeom prst="arc">
            <a:avLst>
              <a:gd name="adj1" fmla="val 21573557"/>
              <a:gd name="adj2" fmla="val 5439512"/>
            </a:avLst>
          </a:prstGeom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4429176" y="2863122"/>
            <a:ext cx="0" cy="46469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447884" y="4273948"/>
            <a:ext cx="1302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Piston Lowers</a:t>
            </a:r>
          </a:p>
        </p:txBody>
      </p:sp>
      <p:sp>
        <p:nvSpPr>
          <p:cNvPr id="10" name="Freeform 9"/>
          <p:cNvSpPr/>
          <p:nvPr/>
        </p:nvSpPr>
        <p:spPr>
          <a:xfrm>
            <a:off x="2615367" y="3285344"/>
            <a:ext cx="1666406" cy="1346617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1474" y="1933294"/>
            <a:ext cx="3904454" cy="3161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>
            <a:extLst>
              <a:ext uri="{FF2B5EF4-FFF2-40B4-BE49-F238E27FC236}">
                <a16:creationId xmlns:a16="http://schemas.microsoft.com/office/drawing/2014/main" id="{D884B25D-B5B6-416B-5683-AD7E1449B2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4373" y="289497"/>
            <a:ext cx="5233351" cy="42371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3336535-59C3-3BDC-BCA8-85EE2C5B64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723" y="4210318"/>
            <a:ext cx="11289838" cy="2180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5712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0201" y="266700"/>
            <a:ext cx="7060209" cy="59202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5676900" y="62712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11" name="Oval 10"/>
          <p:cNvSpPr/>
          <p:nvPr/>
        </p:nvSpPr>
        <p:spPr>
          <a:xfrm>
            <a:off x="9385919" y="534293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9385919" y="545036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9871855" y="5485361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9572052" y="5575301"/>
            <a:ext cx="299804" cy="119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874353" y="4888253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9632013" y="5240602"/>
            <a:ext cx="257330" cy="12483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 rot="16200000">
            <a:off x="1667509" y="2928630"/>
            <a:ext cx="22174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</p:spTree>
    <p:extLst>
      <p:ext uri="{BB962C8B-B14F-4D97-AF65-F5344CB8AC3E}">
        <p14:creationId xmlns:p14="http://schemas.microsoft.com/office/powerpoint/2010/main" val="9668841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4D7C40E-0FF1-AC59-F503-AA8EA7E6DF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4096" y="269486"/>
            <a:ext cx="4619280" cy="384531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B3D7C21-03A9-B831-A6C9-C5F4B19E7B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795" y="4381902"/>
            <a:ext cx="10779800" cy="1942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74103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 l="51632" t="51620" b="3505"/>
          <a:stretch>
            <a:fillRect/>
          </a:stretch>
        </p:blipFill>
        <p:spPr bwMode="auto">
          <a:xfrm>
            <a:off x="1295869" y="783364"/>
            <a:ext cx="4482059" cy="58890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Arc 6"/>
          <p:cNvSpPr/>
          <p:nvPr/>
        </p:nvSpPr>
        <p:spPr>
          <a:xfrm>
            <a:off x="2839855" y="4137285"/>
            <a:ext cx="2068643" cy="2383436"/>
          </a:xfrm>
          <a:prstGeom prst="arc">
            <a:avLst>
              <a:gd name="adj1" fmla="val 21573557"/>
              <a:gd name="adj2" fmla="val 5439512"/>
            </a:avLst>
          </a:prstGeom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/>
          <p:cNvCxnSpPr/>
          <p:nvPr/>
        </p:nvCxnSpPr>
        <p:spPr>
          <a:xfrm flipV="1">
            <a:off x="3454451" y="2863122"/>
            <a:ext cx="0" cy="46469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73159" y="4273948"/>
            <a:ext cx="1302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Piston rises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6825" y="2202806"/>
            <a:ext cx="155972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Exhaust valve opens</a:t>
            </a:r>
          </a:p>
        </p:txBody>
      </p:sp>
      <p:sp>
        <p:nvSpPr>
          <p:cNvPr id="11" name="Freeform 10"/>
          <p:cNvSpPr/>
          <p:nvPr/>
        </p:nvSpPr>
        <p:spPr>
          <a:xfrm flipH="1">
            <a:off x="5013429" y="1858780"/>
            <a:ext cx="1259174" cy="884420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/>
          <p:cNvSpPr/>
          <p:nvPr/>
        </p:nvSpPr>
        <p:spPr>
          <a:xfrm>
            <a:off x="1640642" y="3285344"/>
            <a:ext cx="1666406" cy="1346617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405140" y="224104"/>
            <a:ext cx="26982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AI</a:t>
            </a:r>
          </a:p>
        </p:txBody>
      </p:sp>
      <p:pic>
        <p:nvPicPr>
          <p:cNvPr id="2" name="Picture 5">
            <a:extLst>
              <a:ext uri="{FF2B5EF4-FFF2-40B4-BE49-F238E27FC236}">
                <a16:creationId xmlns:a16="http://schemas.microsoft.com/office/drawing/2014/main" id="{0494FB3A-F080-A044-669E-902EDB5A4A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6549" y="1430287"/>
            <a:ext cx="4077325" cy="35684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4C49D-1C0A-777F-031B-CE823CF42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5">
            <a:extLst>
              <a:ext uri="{FF2B5EF4-FFF2-40B4-BE49-F238E27FC236}">
                <a16:creationId xmlns:a16="http://schemas.microsoft.com/office/drawing/2014/main" id="{30E4C50D-1497-D5F7-8E29-F1A30C64E6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5024" y="334912"/>
            <a:ext cx="4601201" cy="40269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A62C97F-B632-C894-469F-871F84E131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6993" y="4361892"/>
            <a:ext cx="8863492" cy="2336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47998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58DC4-CD0A-7EE9-E910-2F9275556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B6D5F5D2-3F10-82E4-7087-F9EF14F685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 r="52471" b="55168"/>
          <a:stretch>
            <a:fillRect/>
          </a:stretch>
        </p:blipFill>
        <p:spPr bwMode="auto">
          <a:xfrm>
            <a:off x="2061815" y="781987"/>
            <a:ext cx="4337892" cy="57946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9114045-9399-019B-7B75-7ADC76130D55}"/>
              </a:ext>
            </a:extLst>
          </p:cNvPr>
          <p:cNvSpPr txBox="1"/>
          <p:nvPr/>
        </p:nvSpPr>
        <p:spPr>
          <a:xfrm>
            <a:off x="477843" y="2127855"/>
            <a:ext cx="130239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Intake valve opens</a:t>
            </a:r>
          </a:p>
        </p:txBody>
      </p:sp>
      <p:sp>
        <p:nvSpPr>
          <p:cNvPr id="8" name="Arc 7">
            <a:extLst>
              <a:ext uri="{FF2B5EF4-FFF2-40B4-BE49-F238E27FC236}">
                <a16:creationId xmlns:a16="http://schemas.microsoft.com/office/drawing/2014/main" id="{9E91C3ED-2EC3-BF40-5B9C-46E754E79EEB}"/>
              </a:ext>
            </a:extLst>
          </p:cNvPr>
          <p:cNvSpPr/>
          <p:nvPr/>
        </p:nvSpPr>
        <p:spPr>
          <a:xfrm>
            <a:off x="3506605" y="4137285"/>
            <a:ext cx="2068643" cy="2383436"/>
          </a:xfrm>
          <a:prstGeom prst="arc">
            <a:avLst>
              <a:gd name="adj1" fmla="val 21573557"/>
              <a:gd name="adj2" fmla="val 5439512"/>
            </a:avLst>
          </a:prstGeom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E1FA934-EFCE-B5C4-74F6-85AB081CA7B0}"/>
              </a:ext>
            </a:extLst>
          </p:cNvPr>
          <p:cNvSpPr/>
          <p:nvPr/>
        </p:nvSpPr>
        <p:spPr>
          <a:xfrm>
            <a:off x="1767746" y="1858780"/>
            <a:ext cx="1259174" cy="884420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B05D3E-5D6B-70A1-CCC1-027D0453E095}"/>
              </a:ext>
            </a:extLst>
          </p:cNvPr>
          <p:cNvCxnSpPr/>
          <p:nvPr/>
        </p:nvCxnSpPr>
        <p:spPr>
          <a:xfrm>
            <a:off x="4121201" y="2863122"/>
            <a:ext cx="0" cy="46469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4137D7C-FD9B-1350-392F-8D0C0E923F1C}"/>
              </a:ext>
            </a:extLst>
          </p:cNvPr>
          <p:cNvSpPr txBox="1"/>
          <p:nvPr/>
        </p:nvSpPr>
        <p:spPr>
          <a:xfrm>
            <a:off x="1139909" y="4273948"/>
            <a:ext cx="1302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Piston Lowers</a:t>
            </a:r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2CDD6E55-BD45-CED7-150C-D7F758D93C6E}"/>
              </a:ext>
            </a:extLst>
          </p:cNvPr>
          <p:cNvSpPr/>
          <p:nvPr/>
        </p:nvSpPr>
        <p:spPr>
          <a:xfrm>
            <a:off x="2307392" y="3285344"/>
            <a:ext cx="1666406" cy="1346617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CD88CF-3916-2A5F-0B9E-636863ACF1FB}"/>
              </a:ext>
            </a:extLst>
          </p:cNvPr>
          <p:cNvSpPr txBox="1"/>
          <p:nvPr/>
        </p:nvSpPr>
        <p:spPr>
          <a:xfrm>
            <a:off x="2981950" y="224104"/>
            <a:ext cx="26982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IA</a:t>
            </a:r>
          </a:p>
        </p:txBody>
      </p:sp>
      <p:pic>
        <p:nvPicPr>
          <p:cNvPr id="10" name="Picture 5">
            <a:extLst>
              <a:ext uri="{FF2B5EF4-FFF2-40B4-BE49-F238E27FC236}">
                <a16:creationId xmlns:a16="http://schemas.microsoft.com/office/drawing/2014/main" id="{7BF1D3C9-1731-9008-D3A5-7B92256E46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5514" y="1447261"/>
            <a:ext cx="4528643" cy="39634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2346408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4C08639-B383-C693-10A6-D654E19283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5024" y="334912"/>
            <a:ext cx="4601201" cy="40269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F477DC3-BBBE-75CB-F8AD-B648664E67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672" y="4186580"/>
            <a:ext cx="8457143" cy="2336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317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D2C1A4A-66BD-5FA0-B7D4-69FB2E19EB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3775" y="1619250"/>
            <a:ext cx="5124450" cy="361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77369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5282" y="363474"/>
            <a:ext cx="7055444" cy="57198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 rot="16200000">
            <a:off x="1057909" y="2839730"/>
            <a:ext cx="22174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81600" y="63347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8" name="Oval 7"/>
          <p:cNvSpPr/>
          <p:nvPr/>
        </p:nvSpPr>
        <p:spPr>
          <a:xfrm>
            <a:off x="3775020" y="91440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3775020" y="249085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3775020" y="5356469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8877919" y="525403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8877919" y="536146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9468786" y="5741234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9019082" y="5546363"/>
            <a:ext cx="389745" cy="37475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081540" y="4424599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9034073" y="4946755"/>
            <a:ext cx="104931" cy="26982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460228" y="2131105"/>
            <a:ext cx="433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2393" y="784486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65226" y="4954250"/>
            <a:ext cx="3209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  <a:latin typeface="Times" pitchFamily="18" charset="0"/>
                <a:cs typeface="Times" pitchFamily="18" charset="0"/>
              </a:rPr>
              <a:t>I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2648264" y="1499019"/>
            <a:ext cx="1244184" cy="764499"/>
          </a:xfrm>
          <a:prstGeom prst="rightArrow">
            <a:avLst>
              <a:gd name="adj1" fmla="val 50000"/>
              <a:gd name="adj2" fmla="val 55714"/>
            </a:avLst>
          </a:prstGeom>
          <a:gradFill flip="none" rotWithShape="1">
            <a:gsLst>
              <a:gs pos="0">
                <a:srgbClr val="FFC000">
                  <a:tint val="66000"/>
                  <a:satMod val="160000"/>
                  <a:alpha val="53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ight Arrow 23"/>
          <p:cNvSpPr/>
          <p:nvPr/>
        </p:nvSpPr>
        <p:spPr>
          <a:xfrm>
            <a:off x="9139003" y="5054184"/>
            <a:ext cx="1064303" cy="764499"/>
          </a:xfrm>
          <a:prstGeom prst="rightArrow">
            <a:avLst>
              <a:gd name="adj1" fmla="val 50000"/>
              <a:gd name="adj2" fmla="val 55714"/>
            </a:avLst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3008026" y="1611446"/>
            <a:ext cx="881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>
                <a:solidFill>
                  <a:schemeClr val="accent6">
                    <a:lumMod val="75000"/>
                  </a:schemeClr>
                </a:solidFill>
              </a:rPr>
              <a:t>Q</a:t>
            </a:r>
            <a:r>
              <a:rPr lang="en-US" sz="2400" baseline="-25000" dirty="0" err="1">
                <a:solidFill>
                  <a:schemeClr val="accent6">
                    <a:lumMod val="75000"/>
                  </a:schemeClr>
                </a:solidFill>
              </a:rPr>
              <a:t>h</a:t>
            </a:r>
            <a:endParaRPr lang="en-US" sz="2400" baseline="-250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9268915" y="5211582"/>
            <a:ext cx="518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Q</a:t>
            </a:r>
            <a:r>
              <a:rPr lang="en-US" sz="2400" baseline="-25000" dirty="0">
                <a:solidFill>
                  <a:schemeClr val="accent6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5393957" y="4023608"/>
            <a:ext cx="2440900" cy="764499"/>
          </a:xfrm>
          <a:prstGeom prst="rightArrow">
            <a:avLst>
              <a:gd name="adj1" fmla="val 50000"/>
              <a:gd name="adj2" fmla="val 55714"/>
            </a:avLst>
          </a:prstGeom>
          <a:gradFill flip="none" rotWithShape="1">
            <a:gsLst>
              <a:gs pos="0">
                <a:schemeClr val="accent3">
                  <a:lumMod val="75000"/>
                  <a:tint val="66000"/>
                  <a:satMod val="160000"/>
                </a:schemeClr>
              </a:gs>
              <a:gs pos="50000">
                <a:schemeClr val="accent3">
                  <a:lumMod val="75000"/>
                  <a:tint val="44500"/>
                  <a:satMod val="160000"/>
                </a:schemeClr>
              </a:gs>
              <a:gs pos="100000">
                <a:schemeClr val="accent3">
                  <a:lumMod val="75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ight Arrow 31"/>
          <p:cNvSpPr/>
          <p:nvPr/>
        </p:nvSpPr>
        <p:spPr>
          <a:xfrm>
            <a:off x="2228537" y="4023608"/>
            <a:ext cx="2208550" cy="764499"/>
          </a:xfrm>
          <a:prstGeom prst="rightArrow">
            <a:avLst>
              <a:gd name="adj1" fmla="val 50000"/>
              <a:gd name="adj2" fmla="val 55714"/>
            </a:avLst>
          </a:prstGeom>
          <a:gradFill flip="none" rotWithShape="1">
            <a:gsLst>
              <a:gs pos="0">
                <a:schemeClr val="accent3">
                  <a:lumMod val="75000"/>
                  <a:tint val="66000"/>
                  <a:satMod val="160000"/>
                </a:schemeClr>
              </a:gs>
              <a:gs pos="50000">
                <a:schemeClr val="accent3">
                  <a:lumMod val="75000"/>
                  <a:tint val="44500"/>
                  <a:satMod val="160000"/>
                </a:schemeClr>
              </a:gs>
              <a:gs pos="100000">
                <a:schemeClr val="accent3">
                  <a:lumMod val="75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2166074" y="4175025"/>
            <a:ext cx="21348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3">
                    <a:lumMod val="50000"/>
                  </a:schemeClr>
                </a:solidFill>
              </a:rPr>
              <a:t>Work Required</a:t>
            </a:r>
            <a:endParaRPr lang="en-US" sz="2400" baseline="-2500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376469" y="4175025"/>
            <a:ext cx="23599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3">
                    <a:lumMod val="50000"/>
                  </a:schemeClr>
                </a:solidFill>
              </a:rPr>
              <a:t>Useful Work Out</a:t>
            </a:r>
            <a:endParaRPr lang="en-US" sz="2400" baseline="-25000" dirty="0">
              <a:solidFill>
                <a:schemeClr val="accent3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3DF08B8E-D69D-D9BF-D54A-2C6C93A79A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4225" y="1600341"/>
            <a:ext cx="4792551" cy="38144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ED09A19-42AF-3EEA-2D1B-3498ED33D6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" y="1487241"/>
            <a:ext cx="6225702" cy="163561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533C00C-E5BD-F21B-B8E8-02553AD6F6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" y="3271830"/>
            <a:ext cx="6953250" cy="1886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789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1905001" y="442834"/>
            <a:ext cx="7885575" cy="6415167"/>
            <a:chOff x="381000" y="442833"/>
            <a:chExt cx="7885575" cy="6415167"/>
          </a:xfrm>
        </p:grpSpPr>
        <p:pic>
          <p:nvPicPr>
            <p:cNvPr id="20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1999" y="442833"/>
              <a:ext cx="7057243" cy="564254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 rot="16200000">
              <a:off x="-466091" y="2839730"/>
              <a:ext cx="221740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Pressure (Pa)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657600" y="6334780"/>
              <a:ext cx="206755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Volume (m</a:t>
              </a:r>
              <a:r>
                <a:rPr lang="en-US" sz="2800" baseline="30000" dirty="0"/>
                <a:t>3</a:t>
              </a:r>
              <a:r>
                <a:rPr lang="en-US" sz="2800" dirty="0"/>
                <a:t>)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2251020" y="2490850"/>
              <a:ext cx="152400" cy="1524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7353919" y="5361466"/>
              <a:ext cx="152400" cy="1524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839855" y="5396460"/>
              <a:ext cx="42672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A</a:t>
              </a: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 flipH="1" flipV="1">
              <a:off x="7540052" y="5486400"/>
              <a:ext cx="299804" cy="119921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/>
            <p:cNvSpPr txBox="1"/>
            <p:nvPr/>
          </p:nvSpPr>
          <p:spPr>
            <a:xfrm>
              <a:off x="1936228" y="2131104"/>
              <a:ext cx="43313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285511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7801" y="369874"/>
            <a:ext cx="7171543" cy="56626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 rot="16200000">
            <a:off x="1540509" y="2839730"/>
            <a:ext cx="22174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89600" y="62585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8" name="Oval 7"/>
          <p:cNvSpPr/>
          <p:nvPr/>
        </p:nvSpPr>
        <p:spPr>
          <a:xfrm>
            <a:off x="4283020" y="91440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9385919" y="525403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9874353" y="4799353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9632013" y="5151702"/>
            <a:ext cx="257330" cy="12483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480393" y="784486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6623537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3700" y="282000"/>
            <a:ext cx="8121754" cy="60669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5613400" y="63474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10" name="Oval 9"/>
          <p:cNvSpPr/>
          <p:nvPr/>
        </p:nvSpPr>
        <p:spPr>
          <a:xfrm>
            <a:off x="4206820" y="5369169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9309719" y="537416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9795655" y="5409161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9495852" y="5499101"/>
            <a:ext cx="299804" cy="119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897026" y="4966950"/>
            <a:ext cx="3209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  <a:latin typeface="Times" pitchFamily="18" charset="0"/>
                <a:cs typeface="Times" pitchFamily="18" charset="0"/>
              </a:rPr>
              <a:t>I</a:t>
            </a:r>
          </a:p>
        </p:txBody>
      </p:sp>
      <p:sp>
        <p:nvSpPr>
          <p:cNvPr id="25" name="TextBox 24"/>
          <p:cNvSpPr txBox="1"/>
          <p:nvPr/>
        </p:nvSpPr>
        <p:spPr>
          <a:xfrm rot="16200000">
            <a:off x="1273809" y="2369830"/>
            <a:ext cx="22174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</p:spTree>
    <p:extLst>
      <p:ext uri="{BB962C8B-B14F-4D97-AF65-F5344CB8AC3E}">
        <p14:creationId xmlns:p14="http://schemas.microsoft.com/office/powerpoint/2010/main" val="16983521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F4B4A-DF32-C870-E5B4-156E8E0EA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2C8E7-2905-7A1A-4A8C-166F1F2E80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D76EDB-C6A3-6ECC-6BD3-53152EBE90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18224" y="1690688"/>
            <a:ext cx="6848272" cy="15003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199212E-4554-8F2B-2285-BEA7AA8AC6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40" y="3872192"/>
            <a:ext cx="7600545" cy="20219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B73A1A9-DB97-3D45-2807-39CD5B9A87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1440" y="1586431"/>
            <a:ext cx="4142074" cy="3296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92810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4B3B049-929F-8A23-FC89-28A2B47A97A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27DDBEE6-B713-8919-FD2B-779C5509DC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1887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386</TotalTime>
  <Words>143</Words>
  <Application>Microsoft Office PowerPoint</Application>
  <PresentationFormat>Widescreen</PresentationFormat>
  <Paragraphs>58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Aptos</vt:lpstr>
      <vt:lpstr>Aptos Display</vt:lpstr>
      <vt:lpstr>Arial</vt:lpstr>
      <vt:lpstr>Times</vt:lpstr>
      <vt:lpstr>Office Theme</vt:lpstr>
      <vt:lpstr>Lecture 38</vt:lpstr>
      <vt:lpstr>PowerPoint Presentation</vt:lpstr>
      <vt:lpstr>PowerPoint Presentation</vt:lpstr>
      <vt:lpstr>END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Lines, Todd</dc:creator>
  <cp:lastModifiedBy>Lines, Todd</cp:lastModifiedBy>
  <cp:revision>1</cp:revision>
  <dcterms:created xsi:type="dcterms:W3CDTF">2026-07-13T17:32:46Z</dcterms:created>
  <dcterms:modified xsi:type="dcterms:W3CDTF">2026-07-15T20:59:30Z</dcterms:modified>
</cp:coreProperties>
</file>