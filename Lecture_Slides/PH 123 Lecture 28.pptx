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sldIdLst>
    <p:sldId id="256" r:id="rId2"/>
    <p:sldId id="305" r:id="rId3"/>
    <p:sldId id="300" r:id="rId4"/>
    <p:sldId id="306" r:id="rId5"/>
    <p:sldId id="298" r:id="rId6"/>
    <p:sldId id="351" r:id="rId7"/>
    <p:sldId id="302" r:id="rId8"/>
    <p:sldId id="352" r:id="rId9"/>
    <p:sldId id="303" r:id="rId10"/>
    <p:sldId id="301" r:id="rId11"/>
    <p:sldId id="304" r:id="rId12"/>
    <p:sldId id="307" r:id="rId13"/>
    <p:sldId id="350" r:id="rId14"/>
    <p:sldId id="349" r:id="rId15"/>
    <p:sldId id="312" r:id="rId16"/>
    <p:sldId id="313" r:id="rId17"/>
    <p:sldId id="338" r:id="rId18"/>
    <p:sldId id="339" r:id="rId19"/>
    <p:sldId id="340" r:id="rId20"/>
    <p:sldId id="341" r:id="rId21"/>
    <p:sldId id="342" r:id="rId22"/>
    <p:sldId id="343" r:id="rId23"/>
    <p:sldId id="344" r:id="rId24"/>
    <p:sldId id="345" r:id="rId25"/>
    <p:sldId id="346" r:id="rId26"/>
    <p:sldId id="347" r:id="rId27"/>
    <p:sldId id="348" r:id="rId28"/>
    <p:sldId id="297" r:id="rId29"/>
    <p:sldId id="299" r:id="rId30"/>
    <p:sldId id="292" r:id="rId31"/>
    <p:sldId id="290" r:id="rId32"/>
    <p:sldId id="283" r:id="rId33"/>
    <p:sldId id="291" r:id="rId34"/>
    <p:sldId id="257" r:id="rId35"/>
    <p:sldId id="258" r:id="rId36"/>
    <p:sldId id="286" r:id="rId37"/>
    <p:sldId id="259" r:id="rId38"/>
    <p:sldId id="260" r:id="rId39"/>
    <p:sldId id="293" r:id="rId40"/>
    <p:sldId id="285" r:id="rId41"/>
    <p:sldId id="289" r:id="rId42"/>
    <p:sldId id="268" r:id="rId43"/>
    <p:sldId id="269" r:id="rId44"/>
    <p:sldId id="270" r:id="rId45"/>
    <p:sldId id="271" r:id="rId46"/>
    <p:sldId id="272" r:id="rId47"/>
    <p:sldId id="274" r:id="rId48"/>
    <p:sldId id="287" r:id="rId49"/>
    <p:sldId id="275" r:id="rId50"/>
    <p:sldId id="276" r:id="rId51"/>
    <p:sldId id="277" r:id="rId52"/>
    <p:sldId id="278" r:id="rId53"/>
    <p:sldId id="294" r:id="rId54"/>
    <p:sldId id="279" r:id="rId55"/>
    <p:sldId id="280" r:id="rId56"/>
    <p:sldId id="295" r:id="rId57"/>
    <p:sldId id="296" r:id="rId58"/>
    <p:sldId id="281" r:id="rId59"/>
    <p:sldId id="282" r:id="rId60"/>
    <p:sldId id="261" r:id="rId61"/>
    <p:sldId id="262" r:id="rId62"/>
    <p:sldId id="263" r:id="rId63"/>
    <p:sldId id="264" r:id="rId64"/>
    <p:sldId id="265" r:id="rId65"/>
    <p:sldId id="266" r:id="rId66"/>
    <p:sldId id="267" r:id="rId67"/>
    <p:sldId id="288" r:id="rId6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C2BD"/>
    <a:srgbClr val="C1E9E7"/>
    <a:srgbClr val="49C9B1"/>
    <a:srgbClr val="7DD1CD"/>
    <a:srgbClr val="9CDCD9"/>
    <a:srgbClr val="9FDDDA"/>
    <a:srgbClr val="74CECA"/>
    <a:srgbClr val="50C2BD"/>
    <a:srgbClr val="B8D0EE"/>
    <a:srgbClr val="E4ED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1548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modSld">
      <pc:chgData name="Lines, Todd" userId="afaf7c3a-e8aa-4568-882a-02ad8f9e19b0" providerId="ADAL" clId="{5FF5AC1B-ABA9-43D7-A1E3-2D92732CD6E2}" dt="2026-03-12T22:45:53.247" v="2" actId="1036"/>
      <pc:docMkLst>
        <pc:docMk/>
      </pc:docMkLst>
      <pc:sldChg chg="modSp mod">
        <pc:chgData name="Lines, Todd" userId="afaf7c3a-e8aa-4568-882a-02ad8f9e19b0" providerId="ADAL" clId="{5FF5AC1B-ABA9-43D7-A1E3-2D92732CD6E2}" dt="2026-03-12T22:37:11.575" v="0" actId="20577"/>
        <pc:sldMkLst>
          <pc:docMk/>
          <pc:sldMk cId="3132322049" sldId="306"/>
        </pc:sldMkLst>
        <pc:spChg chg="mod">
          <ac:chgData name="Lines, Todd" userId="afaf7c3a-e8aa-4568-882a-02ad8f9e19b0" providerId="ADAL" clId="{5FF5AC1B-ABA9-43D7-A1E3-2D92732CD6E2}" dt="2026-03-12T22:37:11.575" v="0" actId="20577"/>
          <ac:spMkLst>
            <pc:docMk/>
            <pc:sldMk cId="3132322049" sldId="306"/>
            <ac:spMk id="3" creationId="{0470406A-7789-9C25-64A2-FA8AA3F7F2E0}"/>
          </ac:spMkLst>
        </pc:spChg>
      </pc:sldChg>
      <pc:sldChg chg="modSp mod">
        <pc:chgData name="Lines, Todd" userId="afaf7c3a-e8aa-4568-882a-02ad8f9e19b0" providerId="ADAL" clId="{5FF5AC1B-ABA9-43D7-A1E3-2D92732CD6E2}" dt="2026-03-12T22:45:47.770" v="1" actId="1036"/>
        <pc:sldMkLst>
          <pc:docMk/>
          <pc:sldMk cId="0" sldId="312"/>
        </pc:sldMkLst>
        <pc:spChg chg="mod">
          <ac:chgData name="Lines, Todd" userId="afaf7c3a-e8aa-4568-882a-02ad8f9e19b0" providerId="ADAL" clId="{5FF5AC1B-ABA9-43D7-A1E3-2D92732CD6E2}" dt="2026-03-12T22:45:47.770" v="1" actId="1036"/>
          <ac:spMkLst>
            <pc:docMk/>
            <pc:sldMk cId="0" sldId="312"/>
            <ac:spMk id="27653" creationId="{FED2A12D-02E8-6CB9-AB2E-E70B4384A546}"/>
          </ac:spMkLst>
        </pc:spChg>
      </pc:sldChg>
      <pc:sldChg chg="modSp mod">
        <pc:chgData name="Lines, Todd" userId="afaf7c3a-e8aa-4568-882a-02ad8f9e19b0" providerId="ADAL" clId="{5FF5AC1B-ABA9-43D7-A1E3-2D92732CD6E2}" dt="2026-03-12T22:45:53.247" v="2" actId="1036"/>
        <pc:sldMkLst>
          <pc:docMk/>
          <pc:sldMk cId="0" sldId="313"/>
        </pc:sldMkLst>
        <pc:spChg chg="mod">
          <ac:chgData name="Lines, Todd" userId="afaf7c3a-e8aa-4568-882a-02ad8f9e19b0" providerId="ADAL" clId="{5FF5AC1B-ABA9-43D7-A1E3-2D92732CD6E2}" dt="2026-03-12T22:45:53.247" v="2" actId="1036"/>
          <ac:spMkLst>
            <pc:docMk/>
            <pc:sldMk cId="0" sldId="313"/>
            <ac:spMk id="28675" creationId="{A55195D3-9BF2-F6FC-4469-DABC837C968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892725-F166-4357-BC82-0228278E906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13280-CF9E-41AA-A7CE-A23C7C4F17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843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89AE1-6793-DF8E-2BC8-F7A356933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FD64B3-9730-88ED-CB72-EE74714AF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5A351A-BB2A-F658-880F-917E84872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7D6F6-25B7-095F-1B5D-4DBEDF3EE3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13280-CF9E-41AA-A7CE-A23C7C4F17D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9675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13280-CF9E-41AA-A7CE-A23C7C4F17D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702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BE129-CBCB-0602-863D-B0EC06B1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81E6EF-DE2F-0ACD-E928-115C920252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00C434-4524-485A-B8F2-844A219EC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841034-AF67-31E9-A048-A89A8BE843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13280-CF9E-41AA-A7CE-A23C7C4F17D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4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09D0E-00BC-47FC-BC29-A6800C1C6B52}" type="datetimeFigureOut">
              <a:rPr lang="en-US" smtClean="0"/>
              <a:pPr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00442-1A43-4849-9E49-86BB6AEBA6B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09D0E-00BC-47FC-BC29-A6800C1C6B52}" type="datetimeFigureOut">
              <a:rPr lang="en-US" smtClean="0"/>
              <a:pPr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00442-1A43-4849-9E49-86BB6AEBA6B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09D0E-00BC-47FC-BC29-A6800C1C6B52}" type="datetimeFigureOut">
              <a:rPr lang="en-US" smtClean="0"/>
              <a:pPr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00442-1A43-4849-9E49-86BB6AEBA6B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09D0E-00BC-47FC-BC29-A6800C1C6B52}" type="datetimeFigureOut">
              <a:rPr lang="en-US" smtClean="0"/>
              <a:pPr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00442-1A43-4849-9E49-86BB6AEBA6B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09D0E-00BC-47FC-BC29-A6800C1C6B52}" type="datetimeFigureOut">
              <a:rPr lang="en-US" smtClean="0"/>
              <a:pPr/>
              <a:t>3/12/2026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00442-1A43-4849-9E49-86BB6AEBA6B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09D0E-00BC-47FC-BC29-A6800C1C6B52}" type="datetimeFigureOut">
              <a:rPr lang="en-US" smtClean="0"/>
              <a:pPr/>
              <a:t>3/12/2026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00442-1A43-4849-9E49-86BB6AEBA6B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09D0E-00BC-47FC-BC29-A6800C1C6B52}" type="datetimeFigureOut">
              <a:rPr lang="en-US" smtClean="0"/>
              <a:pPr/>
              <a:t>3/12/2026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00442-1A43-4849-9E49-86BB6AEBA6B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09D0E-00BC-47FC-BC29-A6800C1C6B52}" type="datetimeFigureOut">
              <a:rPr lang="en-US" smtClean="0"/>
              <a:pPr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00442-1A43-4849-9E49-86BB6AEBA6B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09D0E-00BC-47FC-BC29-A6800C1C6B52}" type="datetimeFigureOut">
              <a:rPr lang="en-US" smtClean="0"/>
              <a:pPr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00442-1A43-4849-9E49-86BB6AEBA6B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09D0E-00BC-47FC-BC29-A6800C1C6B52}" type="datetimeFigureOut">
              <a:rPr lang="en-US" smtClean="0"/>
              <a:pPr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00442-1A43-4849-9E49-86BB6AEBA6B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09D0E-00BC-47FC-BC29-A6800C1C6B52}" type="datetimeFigureOut">
              <a:rPr lang="en-US" smtClean="0"/>
              <a:pPr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00442-1A43-4849-9E49-86BB6AEBA6B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 smtClean="0">
                <a:latin typeface="Arial" pitchFamily="34" charset="0"/>
              </a:defRPr>
            </a:lvl1pPr>
          </a:lstStyle>
          <a:p>
            <a:pPr>
              <a:defRPr/>
            </a:pPr>
            <a:r>
              <a:rPr lang="en-US"/>
              <a:t>Oct 11-13, 2006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 smtClean="0">
                <a:latin typeface="Arial" pitchFamily="34" charset="0"/>
              </a:defRPr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 smtClean="0">
                <a:latin typeface="Arial" pitchFamily="34" charset="0"/>
              </a:defRPr>
            </a:lvl1pPr>
          </a:lstStyle>
          <a:p>
            <a:pPr>
              <a:defRPr/>
            </a:pPr>
            <a:fld id="{E411E565-5F0F-4822-978D-CA564D0D7CD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D09D0E-00BC-47FC-BC29-A6800C1C6B52}" type="datetimeFigureOut">
              <a:rPr lang="en-US" smtClean="0"/>
              <a:pPr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400442-1A43-4849-9E49-86BB6AEBA6B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commons.wikimedia.org/w/index.php?title=Infrared&amp;action=edit&amp;redlink=1" TargetMode="External"/><Relationship Id="rId3" Type="http://schemas.openxmlformats.org/officeDocument/2006/relationships/hyperlink" Target="https://commons.wikimedia.org/wiki/Saturn_(planet)" TargetMode="External"/><Relationship Id="rId7" Type="http://schemas.openxmlformats.org/officeDocument/2006/relationships/hyperlink" Target="https://commons.wikimedia.org/wiki/2004" TargetMode="External"/><Relationship Id="rId2" Type="http://schemas.openxmlformats.org/officeDocument/2006/relationships/hyperlink" Target="https://commons.wikimedia.org/w/index.php?title=Kelvin-Helmholtz_instability&amp;action=edit&amp;redlink=1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mmons.wikimedia.org/wiki/October_9" TargetMode="External"/><Relationship Id="rId5" Type="http://schemas.openxmlformats.org/officeDocument/2006/relationships/hyperlink" Target="https://commons.wikimedia.org/w/index.php?title=Gas_giant&amp;action=edit&amp;redlink=1" TargetMode="External"/><Relationship Id="rId4" Type="http://schemas.openxmlformats.org/officeDocument/2006/relationships/hyperlink" Target="https://commons.wikimedia.org/w/index.php?title=Cassini-Huygens_Mission&amp;action=edit&amp;redlink=1" TargetMode="External"/><Relationship Id="rId9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image" Target="../media/image3.wmf"/><Relationship Id="rId7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4.w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6.w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3" Type="http://schemas.openxmlformats.org/officeDocument/2006/relationships/image" Target="../media/image7.wmf"/><Relationship Id="rId7" Type="http://schemas.openxmlformats.org/officeDocument/2006/relationships/image" Target="../media/image9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.bin"/><Relationship Id="rId5" Type="http://schemas.openxmlformats.org/officeDocument/2006/relationships/image" Target="../media/image8.wmf"/><Relationship Id="rId4" Type="http://schemas.openxmlformats.org/officeDocument/2006/relationships/oleObject" Target="../embeddings/oleObject6.bin"/><Relationship Id="rId9" Type="http://schemas.openxmlformats.org/officeDocument/2006/relationships/image" Target="../media/image10.wmf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.bin"/><Relationship Id="rId3" Type="http://schemas.openxmlformats.org/officeDocument/2006/relationships/image" Target="../media/image11.wmf"/><Relationship Id="rId7" Type="http://schemas.openxmlformats.org/officeDocument/2006/relationships/image" Target="../media/image13.wmf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.bin"/><Relationship Id="rId5" Type="http://schemas.openxmlformats.org/officeDocument/2006/relationships/image" Target="../media/image12.wmf"/><Relationship Id="rId4" Type="http://schemas.openxmlformats.org/officeDocument/2006/relationships/oleObject" Target="../embeddings/oleObject10.bin"/><Relationship Id="rId9" Type="http://schemas.openxmlformats.org/officeDocument/2006/relationships/image" Target="../media/image14.wmf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oleObject" Target="../embeddings/oleObject14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wmf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wmf"/><Relationship Id="rId2" Type="http://schemas.openxmlformats.org/officeDocument/2006/relationships/oleObject" Target="../embeddings/oleObject16.bin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oleObject" Target="../embeddings/oleObject17.bin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oleObject" Target="../embeddings/oleObject18.bin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oleObject" Target="../embeddings/oleObject19.bin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oleObject" Target="../embeddings/oleObject20.bin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oleObject" Target="../embeddings/oleObject21.bin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.bin"/><Relationship Id="rId3" Type="http://schemas.openxmlformats.org/officeDocument/2006/relationships/image" Target="../media/image30.emf"/><Relationship Id="rId7" Type="http://schemas.openxmlformats.org/officeDocument/2006/relationships/image" Target="../media/image32.emf"/><Relationship Id="rId2" Type="http://schemas.openxmlformats.org/officeDocument/2006/relationships/oleObject" Target="../embeddings/oleObject22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24.bin"/><Relationship Id="rId11" Type="http://schemas.openxmlformats.org/officeDocument/2006/relationships/image" Target="../media/image34.emf"/><Relationship Id="rId5" Type="http://schemas.openxmlformats.org/officeDocument/2006/relationships/image" Target="../media/image31.emf"/><Relationship Id="rId10" Type="http://schemas.openxmlformats.org/officeDocument/2006/relationships/oleObject" Target="../embeddings/oleObject26.bin"/><Relationship Id="rId4" Type="http://schemas.openxmlformats.org/officeDocument/2006/relationships/oleObject" Target="../embeddings/oleObject23.bin"/><Relationship Id="rId9" Type="http://schemas.openxmlformats.org/officeDocument/2006/relationships/image" Target="../media/image33.emf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0.bin"/><Relationship Id="rId13" Type="http://schemas.openxmlformats.org/officeDocument/2006/relationships/image" Target="../media/image40.emf"/><Relationship Id="rId18" Type="http://schemas.openxmlformats.org/officeDocument/2006/relationships/oleObject" Target="../embeddings/oleObject35.bin"/><Relationship Id="rId3" Type="http://schemas.openxmlformats.org/officeDocument/2006/relationships/image" Target="../media/image35.emf"/><Relationship Id="rId7" Type="http://schemas.openxmlformats.org/officeDocument/2006/relationships/image" Target="../media/image37.emf"/><Relationship Id="rId12" Type="http://schemas.openxmlformats.org/officeDocument/2006/relationships/oleObject" Target="../embeddings/oleObject32.bin"/><Relationship Id="rId17" Type="http://schemas.openxmlformats.org/officeDocument/2006/relationships/image" Target="../media/image42.emf"/><Relationship Id="rId2" Type="http://schemas.openxmlformats.org/officeDocument/2006/relationships/oleObject" Target="../embeddings/oleObject27.bin"/><Relationship Id="rId16" Type="http://schemas.openxmlformats.org/officeDocument/2006/relationships/oleObject" Target="../embeddings/oleObject34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29.bin"/><Relationship Id="rId11" Type="http://schemas.openxmlformats.org/officeDocument/2006/relationships/image" Target="../media/image39.emf"/><Relationship Id="rId5" Type="http://schemas.openxmlformats.org/officeDocument/2006/relationships/image" Target="../media/image36.emf"/><Relationship Id="rId15" Type="http://schemas.openxmlformats.org/officeDocument/2006/relationships/image" Target="../media/image41.emf"/><Relationship Id="rId10" Type="http://schemas.openxmlformats.org/officeDocument/2006/relationships/oleObject" Target="../embeddings/oleObject31.bin"/><Relationship Id="rId19" Type="http://schemas.openxmlformats.org/officeDocument/2006/relationships/image" Target="../media/image43.emf"/><Relationship Id="rId4" Type="http://schemas.openxmlformats.org/officeDocument/2006/relationships/oleObject" Target="../embeddings/oleObject28.bin"/><Relationship Id="rId9" Type="http://schemas.openxmlformats.org/officeDocument/2006/relationships/image" Target="../media/image38.emf"/><Relationship Id="rId14" Type="http://schemas.openxmlformats.org/officeDocument/2006/relationships/oleObject" Target="../embeddings/oleObject33.bin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7" Type="http://schemas.openxmlformats.org/officeDocument/2006/relationships/image" Target="../media/image46.emf"/><Relationship Id="rId2" Type="http://schemas.openxmlformats.org/officeDocument/2006/relationships/oleObject" Target="../embeddings/oleObject36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38.bin"/><Relationship Id="rId5" Type="http://schemas.openxmlformats.org/officeDocument/2006/relationships/image" Target="../media/image45.emf"/><Relationship Id="rId4" Type="http://schemas.openxmlformats.org/officeDocument/2006/relationships/oleObject" Target="../embeddings/oleObject37.bin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2.bin"/><Relationship Id="rId13" Type="http://schemas.openxmlformats.org/officeDocument/2006/relationships/image" Target="../media/image52.emf"/><Relationship Id="rId3" Type="http://schemas.openxmlformats.org/officeDocument/2006/relationships/image" Target="../media/image47.emf"/><Relationship Id="rId7" Type="http://schemas.openxmlformats.org/officeDocument/2006/relationships/image" Target="../media/image49.emf"/><Relationship Id="rId12" Type="http://schemas.openxmlformats.org/officeDocument/2006/relationships/oleObject" Target="../embeddings/oleObject44.bin"/><Relationship Id="rId2" Type="http://schemas.openxmlformats.org/officeDocument/2006/relationships/oleObject" Target="../embeddings/oleObject39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41.bin"/><Relationship Id="rId11" Type="http://schemas.openxmlformats.org/officeDocument/2006/relationships/image" Target="../media/image51.emf"/><Relationship Id="rId5" Type="http://schemas.openxmlformats.org/officeDocument/2006/relationships/image" Target="../media/image48.emf"/><Relationship Id="rId15" Type="http://schemas.openxmlformats.org/officeDocument/2006/relationships/image" Target="../media/image53.emf"/><Relationship Id="rId10" Type="http://schemas.openxmlformats.org/officeDocument/2006/relationships/oleObject" Target="../embeddings/oleObject43.bin"/><Relationship Id="rId4" Type="http://schemas.openxmlformats.org/officeDocument/2006/relationships/oleObject" Target="../embeddings/oleObject40.bin"/><Relationship Id="rId9" Type="http://schemas.openxmlformats.org/officeDocument/2006/relationships/image" Target="../media/image50.emf"/><Relationship Id="rId14" Type="http://schemas.openxmlformats.org/officeDocument/2006/relationships/oleObject" Target="../embeddings/oleObject45.bin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28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7E55E-9591-25B6-BD0D-D1D2AD616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A45FF8-D379-725F-E666-D7016395A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416552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Water is flowing down a river. Is the water velocity largest at the top or the bottom or the middle?</a:t>
            </a:r>
          </a:p>
          <a:p>
            <a:pPr marL="514350" indent="-514350">
              <a:buAutoNum type="alphaLcParenR"/>
            </a:pPr>
            <a:r>
              <a:rPr lang="en-US" dirty="0"/>
              <a:t>Top</a:t>
            </a:r>
          </a:p>
          <a:p>
            <a:pPr marL="514350" indent="-514350">
              <a:buAutoNum type="alphaLcParenR"/>
            </a:pPr>
            <a:r>
              <a:rPr lang="en-US" dirty="0"/>
              <a:t>Bottom</a:t>
            </a:r>
          </a:p>
          <a:p>
            <a:pPr marL="514350" indent="-514350">
              <a:buAutoNum type="alphaLcParenR"/>
            </a:pPr>
            <a:r>
              <a:rPr lang="en-US" dirty="0"/>
              <a:t>Middle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833E50-1887-18B6-6948-10390DBF2A54}"/>
              </a:ext>
            </a:extLst>
          </p:cNvPr>
          <p:cNvGrpSpPr/>
          <p:nvPr/>
        </p:nvGrpSpPr>
        <p:grpSpPr>
          <a:xfrm>
            <a:off x="5365664" y="2121408"/>
            <a:ext cx="3019384" cy="2203534"/>
            <a:chOff x="-11008" y="836164"/>
            <a:chExt cx="9166016" cy="578392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46C2F66-65BA-6B20-80DF-109D9CE62297}"/>
                </a:ext>
              </a:extLst>
            </p:cNvPr>
            <p:cNvSpPr/>
            <p:nvPr/>
          </p:nvSpPr>
          <p:spPr>
            <a:xfrm>
              <a:off x="0" y="1852906"/>
              <a:ext cx="9155008" cy="1021514"/>
            </a:xfrm>
            <a:prstGeom prst="rect">
              <a:avLst/>
            </a:prstGeom>
            <a:solidFill>
              <a:srgbClr val="9CDC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21DE28B-6B3C-3D50-FC8E-8A9C5D6B5579}"/>
                </a:ext>
              </a:extLst>
            </p:cNvPr>
            <p:cNvSpPr/>
            <p:nvPr/>
          </p:nvSpPr>
          <p:spPr>
            <a:xfrm>
              <a:off x="0" y="836164"/>
              <a:ext cx="9155008" cy="1021514"/>
            </a:xfrm>
            <a:prstGeom prst="rect">
              <a:avLst/>
            </a:prstGeom>
            <a:solidFill>
              <a:srgbClr val="C1E9E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DE0A8AB-0F6E-02FF-00AC-69376BF37C4F}"/>
                </a:ext>
              </a:extLst>
            </p:cNvPr>
            <p:cNvSpPr/>
            <p:nvPr/>
          </p:nvSpPr>
          <p:spPr>
            <a:xfrm>
              <a:off x="-11008" y="2868308"/>
              <a:ext cx="9155008" cy="1021514"/>
            </a:xfrm>
            <a:prstGeom prst="rect">
              <a:avLst/>
            </a:prstGeom>
            <a:solidFill>
              <a:srgbClr val="7DD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00E1E8A-CD0F-179F-AAA5-550776268CDC}"/>
                </a:ext>
              </a:extLst>
            </p:cNvPr>
            <p:cNvSpPr/>
            <p:nvPr/>
          </p:nvSpPr>
          <p:spPr>
            <a:xfrm>
              <a:off x="0" y="3883045"/>
              <a:ext cx="9155008" cy="1021514"/>
            </a:xfrm>
            <a:prstGeom prst="rect">
              <a:avLst/>
            </a:prstGeom>
            <a:solidFill>
              <a:srgbClr val="52C2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6BBB93D-E205-5DD8-75BF-2ABC13FD0C4F}"/>
                </a:ext>
              </a:extLst>
            </p:cNvPr>
            <p:cNvSpPr/>
            <p:nvPr/>
          </p:nvSpPr>
          <p:spPr>
            <a:xfrm>
              <a:off x="-11008" y="4903227"/>
              <a:ext cx="9155008" cy="1021514"/>
            </a:xfrm>
            <a:prstGeom prst="rect">
              <a:avLst/>
            </a:prstGeom>
            <a:solidFill>
              <a:srgbClr val="49C9B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aseline="-25000" dirty="0">
                <a:solidFill>
                  <a:schemeClr val="tx2"/>
                </a:solidFill>
              </a:endParaRP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AD42F2F5-9521-5E04-3398-412FE74D248C}"/>
                </a:ext>
              </a:extLst>
            </p:cNvPr>
            <p:cNvGrpSpPr/>
            <p:nvPr/>
          </p:nvGrpSpPr>
          <p:grpSpPr>
            <a:xfrm>
              <a:off x="138344" y="5755057"/>
              <a:ext cx="8445259" cy="865029"/>
              <a:chOff x="138344" y="5755057"/>
              <a:chExt cx="8445259" cy="865029"/>
            </a:xfrm>
          </p:grpSpPr>
          <p:sp>
            <p:nvSpPr>
              <p:cNvPr id="9" name="Freeform 11">
                <a:extLst>
                  <a:ext uri="{FF2B5EF4-FFF2-40B4-BE49-F238E27FC236}">
                    <a16:creationId xmlns:a16="http://schemas.microsoft.com/office/drawing/2014/main" id="{532E57B8-8627-E30F-B8DD-EFE09951134E}"/>
                  </a:ext>
                </a:extLst>
              </p:cNvPr>
              <p:cNvSpPr/>
              <p:nvPr/>
            </p:nvSpPr>
            <p:spPr>
              <a:xfrm>
                <a:off x="393192" y="5755057"/>
                <a:ext cx="8190411" cy="431074"/>
              </a:xfrm>
              <a:custGeom>
                <a:avLst/>
                <a:gdLst>
                  <a:gd name="connsiteX0" fmla="*/ 0 w 8190411"/>
                  <a:gd name="connsiteY0" fmla="*/ 287383 h 431074"/>
                  <a:gd name="connsiteX1" fmla="*/ 1175657 w 8190411"/>
                  <a:gd name="connsiteY1" fmla="*/ 182880 h 431074"/>
                  <a:gd name="connsiteX2" fmla="*/ 1776548 w 8190411"/>
                  <a:gd name="connsiteY2" fmla="*/ 365760 h 431074"/>
                  <a:gd name="connsiteX3" fmla="*/ 2599508 w 8190411"/>
                  <a:gd name="connsiteY3" fmla="*/ 195943 h 431074"/>
                  <a:gd name="connsiteX4" fmla="*/ 3487782 w 8190411"/>
                  <a:gd name="connsiteY4" fmla="*/ 352697 h 431074"/>
                  <a:gd name="connsiteX5" fmla="*/ 4062548 w 8190411"/>
                  <a:gd name="connsiteY5" fmla="*/ 143691 h 431074"/>
                  <a:gd name="connsiteX6" fmla="*/ 4689565 w 8190411"/>
                  <a:gd name="connsiteY6" fmla="*/ 352697 h 431074"/>
                  <a:gd name="connsiteX7" fmla="*/ 5656217 w 8190411"/>
                  <a:gd name="connsiteY7" fmla="*/ 0 h 431074"/>
                  <a:gd name="connsiteX8" fmla="*/ 6635931 w 8190411"/>
                  <a:gd name="connsiteY8" fmla="*/ 431074 h 431074"/>
                  <a:gd name="connsiteX9" fmla="*/ 7184571 w 8190411"/>
                  <a:gd name="connsiteY9" fmla="*/ 261257 h 431074"/>
                  <a:gd name="connsiteX10" fmla="*/ 7707085 w 8190411"/>
                  <a:gd name="connsiteY10" fmla="*/ 391885 h 431074"/>
                  <a:gd name="connsiteX11" fmla="*/ 8190411 w 8190411"/>
                  <a:gd name="connsiteY11" fmla="*/ 169817 h 4310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190411" h="431074">
                    <a:moveTo>
                      <a:pt x="0" y="287383"/>
                    </a:moveTo>
                    <a:lnTo>
                      <a:pt x="1175657" y="182880"/>
                    </a:lnTo>
                    <a:lnTo>
                      <a:pt x="1776548" y="365760"/>
                    </a:lnTo>
                    <a:lnTo>
                      <a:pt x="2599508" y="195943"/>
                    </a:lnTo>
                    <a:lnTo>
                      <a:pt x="3487782" y="352697"/>
                    </a:lnTo>
                    <a:lnTo>
                      <a:pt x="4062548" y="143691"/>
                    </a:lnTo>
                    <a:lnTo>
                      <a:pt x="4689565" y="352697"/>
                    </a:lnTo>
                    <a:lnTo>
                      <a:pt x="5656217" y="0"/>
                    </a:lnTo>
                    <a:lnTo>
                      <a:pt x="6635931" y="431074"/>
                    </a:lnTo>
                    <a:lnTo>
                      <a:pt x="7184571" y="261257"/>
                    </a:lnTo>
                    <a:lnTo>
                      <a:pt x="7707085" y="391885"/>
                    </a:lnTo>
                    <a:lnTo>
                      <a:pt x="8190411" y="169817"/>
                    </a:lnTo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15A198C-0C97-7809-97CF-B4340E198747}"/>
                  </a:ext>
                </a:extLst>
              </p:cNvPr>
              <p:cNvSpPr/>
              <p:nvPr/>
            </p:nvSpPr>
            <p:spPr>
              <a:xfrm flipH="1">
                <a:off x="138344" y="6189012"/>
                <a:ext cx="8190411" cy="431074"/>
              </a:xfrm>
              <a:custGeom>
                <a:avLst/>
                <a:gdLst>
                  <a:gd name="connsiteX0" fmla="*/ 0 w 8190411"/>
                  <a:gd name="connsiteY0" fmla="*/ 287383 h 431074"/>
                  <a:gd name="connsiteX1" fmla="*/ 1175657 w 8190411"/>
                  <a:gd name="connsiteY1" fmla="*/ 182880 h 431074"/>
                  <a:gd name="connsiteX2" fmla="*/ 1776548 w 8190411"/>
                  <a:gd name="connsiteY2" fmla="*/ 365760 h 431074"/>
                  <a:gd name="connsiteX3" fmla="*/ 2599508 w 8190411"/>
                  <a:gd name="connsiteY3" fmla="*/ 195943 h 431074"/>
                  <a:gd name="connsiteX4" fmla="*/ 3487782 w 8190411"/>
                  <a:gd name="connsiteY4" fmla="*/ 352697 h 431074"/>
                  <a:gd name="connsiteX5" fmla="*/ 4062548 w 8190411"/>
                  <a:gd name="connsiteY5" fmla="*/ 143691 h 431074"/>
                  <a:gd name="connsiteX6" fmla="*/ 4689565 w 8190411"/>
                  <a:gd name="connsiteY6" fmla="*/ 352697 h 431074"/>
                  <a:gd name="connsiteX7" fmla="*/ 5656217 w 8190411"/>
                  <a:gd name="connsiteY7" fmla="*/ 0 h 431074"/>
                  <a:gd name="connsiteX8" fmla="*/ 6635931 w 8190411"/>
                  <a:gd name="connsiteY8" fmla="*/ 431074 h 431074"/>
                  <a:gd name="connsiteX9" fmla="*/ 7184571 w 8190411"/>
                  <a:gd name="connsiteY9" fmla="*/ 261257 h 431074"/>
                  <a:gd name="connsiteX10" fmla="*/ 7707085 w 8190411"/>
                  <a:gd name="connsiteY10" fmla="*/ 391885 h 431074"/>
                  <a:gd name="connsiteX11" fmla="*/ 8190411 w 8190411"/>
                  <a:gd name="connsiteY11" fmla="*/ 169817 h 4310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190411" h="431074">
                    <a:moveTo>
                      <a:pt x="0" y="287383"/>
                    </a:moveTo>
                    <a:lnTo>
                      <a:pt x="1175657" y="182880"/>
                    </a:lnTo>
                    <a:lnTo>
                      <a:pt x="1776548" y="365760"/>
                    </a:lnTo>
                    <a:lnTo>
                      <a:pt x="2599508" y="195943"/>
                    </a:lnTo>
                    <a:lnTo>
                      <a:pt x="3487782" y="352697"/>
                    </a:lnTo>
                    <a:lnTo>
                      <a:pt x="4062548" y="143691"/>
                    </a:lnTo>
                    <a:lnTo>
                      <a:pt x="4689565" y="352697"/>
                    </a:lnTo>
                    <a:lnTo>
                      <a:pt x="5656217" y="0"/>
                    </a:lnTo>
                    <a:lnTo>
                      <a:pt x="6635931" y="431074"/>
                    </a:lnTo>
                    <a:lnTo>
                      <a:pt x="7184571" y="261257"/>
                    </a:lnTo>
                    <a:lnTo>
                      <a:pt x="7707085" y="391885"/>
                    </a:lnTo>
                    <a:lnTo>
                      <a:pt x="8190411" y="169817"/>
                    </a:lnTo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Freeform 12">
                <a:extLst>
                  <a:ext uri="{FF2B5EF4-FFF2-40B4-BE49-F238E27FC236}">
                    <a16:creationId xmlns:a16="http://schemas.microsoft.com/office/drawing/2014/main" id="{FABBEB7E-AC8A-2EFA-C5EE-68347E5A49FF}"/>
                  </a:ext>
                </a:extLst>
              </p:cNvPr>
              <p:cNvSpPr/>
              <p:nvPr/>
            </p:nvSpPr>
            <p:spPr>
              <a:xfrm flipH="1">
                <a:off x="356059" y="6014840"/>
                <a:ext cx="4406536" cy="407125"/>
              </a:xfrm>
              <a:custGeom>
                <a:avLst/>
                <a:gdLst>
                  <a:gd name="connsiteX0" fmla="*/ 0 w 8190411"/>
                  <a:gd name="connsiteY0" fmla="*/ 287383 h 431074"/>
                  <a:gd name="connsiteX1" fmla="*/ 1175657 w 8190411"/>
                  <a:gd name="connsiteY1" fmla="*/ 182880 h 431074"/>
                  <a:gd name="connsiteX2" fmla="*/ 1776548 w 8190411"/>
                  <a:gd name="connsiteY2" fmla="*/ 365760 h 431074"/>
                  <a:gd name="connsiteX3" fmla="*/ 2599508 w 8190411"/>
                  <a:gd name="connsiteY3" fmla="*/ 195943 h 431074"/>
                  <a:gd name="connsiteX4" fmla="*/ 3487782 w 8190411"/>
                  <a:gd name="connsiteY4" fmla="*/ 352697 h 431074"/>
                  <a:gd name="connsiteX5" fmla="*/ 4062548 w 8190411"/>
                  <a:gd name="connsiteY5" fmla="*/ 143691 h 431074"/>
                  <a:gd name="connsiteX6" fmla="*/ 4689565 w 8190411"/>
                  <a:gd name="connsiteY6" fmla="*/ 352697 h 431074"/>
                  <a:gd name="connsiteX7" fmla="*/ 5656217 w 8190411"/>
                  <a:gd name="connsiteY7" fmla="*/ 0 h 431074"/>
                  <a:gd name="connsiteX8" fmla="*/ 6635931 w 8190411"/>
                  <a:gd name="connsiteY8" fmla="*/ 431074 h 431074"/>
                  <a:gd name="connsiteX9" fmla="*/ 7184571 w 8190411"/>
                  <a:gd name="connsiteY9" fmla="*/ 261257 h 431074"/>
                  <a:gd name="connsiteX10" fmla="*/ 7707085 w 8190411"/>
                  <a:gd name="connsiteY10" fmla="*/ 391885 h 431074"/>
                  <a:gd name="connsiteX11" fmla="*/ 8190411 w 8190411"/>
                  <a:gd name="connsiteY11" fmla="*/ 169817 h 4310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190411" h="431074">
                    <a:moveTo>
                      <a:pt x="0" y="287383"/>
                    </a:moveTo>
                    <a:lnTo>
                      <a:pt x="1175657" y="182880"/>
                    </a:lnTo>
                    <a:lnTo>
                      <a:pt x="1776548" y="365760"/>
                    </a:lnTo>
                    <a:lnTo>
                      <a:pt x="2599508" y="195943"/>
                    </a:lnTo>
                    <a:lnTo>
                      <a:pt x="3487782" y="352697"/>
                    </a:lnTo>
                    <a:lnTo>
                      <a:pt x="4062548" y="143691"/>
                    </a:lnTo>
                    <a:lnTo>
                      <a:pt x="4689565" y="352697"/>
                    </a:lnTo>
                    <a:lnTo>
                      <a:pt x="5656217" y="0"/>
                    </a:lnTo>
                    <a:lnTo>
                      <a:pt x="6635931" y="431074"/>
                    </a:lnTo>
                    <a:lnTo>
                      <a:pt x="7184571" y="261257"/>
                    </a:lnTo>
                    <a:lnTo>
                      <a:pt x="7707085" y="391885"/>
                    </a:lnTo>
                    <a:lnTo>
                      <a:pt x="8190411" y="169817"/>
                    </a:lnTo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Freeform 13">
                <a:extLst>
                  <a:ext uri="{FF2B5EF4-FFF2-40B4-BE49-F238E27FC236}">
                    <a16:creationId xmlns:a16="http://schemas.microsoft.com/office/drawing/2014/main" id="{C4179F45-CB5B-81CD-4D88-F1AAD3FFB079}"/>
                  </a:ext>
                </a:extLst>
              </p:cNvPr>
              <p:cNvSpPr/>
              <p:nvPr/>
            </p:nvSpPr>
            <p:spPr>
              <a:xfrm flipV="1">
                <a:off x="4536171" y="6075800"/>
                <a:ext cx="3596640" cy="359230"/>
              </a:xfrm>
              <a:custGeom>
                <a:avLst/>
                <a:gdLst>
                  <a:gd name="connsiteX0" fmla="*/ 0 w 8190411"/>
                  <a:gd name="connsiteY0" fmla="*/ 287383 h 431074"/>
                  <a:gd name="connsiteX1" fmla="*/ 1175657 w 8190411"/>
                  <a:gd name="connsiteY1" fmla="*/ 182880 h 431074"/>
                  <a:gd name="connsiteX2" fmla="*/ 1776548 w 8190411"/>
                  <a:gd name="connsiteY2" fmla="*/ 365760 h 431074"/>
                  <a:gd name="connsiteX3" fmla="*/ 2599508 w 8190411"/>
                  <a:gd name="connsiteY3" fmla="*/ 195943 h 431074"/>
                  <a:gd name="connsiteX4" fmla="*/ 3487782 w 8190411"/>
                  <a:gd name="connsiteY4" fmla="*/ 352697 h 431074"/>
                  <a:gd name="connsiteX5" fmla="*/ 4062548 w 8190411"/>
                  <a:gd name="connsiteY5" fmla="*/ 143691 h 431074"/>
                  <a:gd name="connsiteX6" fmla="*/ 4689565 w 8190411"/>
                  <a:gd name="connsiteY6" fmla="*/ 352697 h 431074"/>
                  <a:gd name="connsiteX7" fmla="*/ 5656217 w 8190411"/>
                  <a:gd name="connsiteY7" fmla="*/ 0 h 431074"/>
                  <a:gd name="connsiteX8" fmla="*/ 6635931 w 8190411"/>
                  <a:gd name="connsiteY8" fmla="*/ 431074 h 431074"/>
                  <a:gd name="connsiteX9" fmla="*/ 7184571 w 8190411"/>
                  <a:gd name="connsiteY9" fmla="*/ 261257 h 431074"/>
                  <a:gd name="connsiteX10" fmla="*/ 7707085 w 8190411"/>
                  <a:gd name="connsiteY10" fmla="*/ 391885 h 431074"/>
                  <a:gd name="connsiteX11" fmla="*/ 8190411 w 8190411"/>
                  <a:gd name="connsiteY11" fmla="*/ 169817 h 4310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190411" h="431074">
                    <a:moveTo>
                      <a:pt x="0" y="287383"/>
                    </a:moveTo>
                    <a:lnTo>
                      <a:pt x="1175657" y="182880"/>
                    </a:lnTo>
                    <a:lnTo>
                      <a:pt x="1776548" y="365760"/>
                    </a:lnTo>
                    <a:lnTo>
                      <a:pt x="2599508" y="195943"/>
                    </a:lnTo>
                    <a:lnTo>
                      <a:pt x="3487782" y="352697"/>
                    </a:lnTo>
                    <a:lnTo>
                      <a:pt x="4062548" y="143691"/>
                    </a:lnTo>
                    <a:lnTo>
                      <a:pt x="4689565" y="352697"/>
                    </a:lnTo>
                    <a:lnTo>
                      <a:pt x="5656217" y="0"/>
                    </a:lnTo>
                    <a:lnTo>
                      <a:pt x="6635931" y="431074"/>
                    </a:lnTo>
                    <a:lnTo>
                      <a:pt x="7184571" y="261257"/>
                    </a:lnTo>
                    <a:lnTo>
                      <a:pt x="7707085" y="391885"/>
                    </a:lnTo>
                    <a:lnTo>
                      <a:pt x="8190411" y="169817"/>
                    </a:lnTo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" name="Group 4">
              <a:extLst>
                <a:ext uri="{FF2B5EF4-FFF2-40B4-BE49-F238E27FC236}">
                  <a16:creationId xmlns:a16="http://schemas.microsoft.com/office/drawing/2014/main" id="{912E2041-D2CA-D74A-8636-7C3307D47593}"/>
                </a:ext>
              </a:extLst>
            </p:cNvPr>
            <p:cNvGrpSpPr/>
            <p:nvPr/>
          </p:nvGrpSpPr>
          <p:grpSpPr>
            <a:xfrm flipH="1">
              <a:off x="685799" y="3032547"/>
              <a:ext cx="1924371" cy="539041"/>
              <a:chOff x="1653309" y="1182255"/>
              <a:chExt cx="914400" cy="508000"/>
            </a:xfrm>
            <a:solidFill>
              <a:schemeClr val="bg2">
                <a:lumMod val="25000"/>
              </a:schemeClr>
            </a:solidFill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3137BC0-0395-92C4-BC76-3D6B40367CD8}"/>
                  </a:ext>
                </a:extLst>
              </p:cNvPr>
              <p:cNvSpPr/>
              <p:nvPr/>
            </p:nvSpPr>
            <p:spPr>
              <a:xfrm>
                <a:off x="1662545" y="1191491"/>
                <a:ext cx="544946" cy="39716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Freeform 6">
                <a:extLst>
                  <a:ext uri="{FF2B5EF4-FFF2-40B4-BE49-F238E27FC236}">
                    <a16:creationId xmlns:a16="http://schemas.microsoft.com/office/drawing/2014/main" id="{018687F4-BC1D-B7D9-2088-DBF5B0198216}"/>
                  </a:ext>
                </a:extLst>
              </p:cNvPr>
              <p:cNvSpPr/>
              <p:nvPr/>
            </p:nvSpPr>
            <p:spPr>
              <a:xfrm>
                <a:off x="2087418" y="1182255"/>
                <a:ext cx="480291" cy="406400"/>
              </a:xfrm>
              <a:custGeom>
                <a:avLst/>
                <a:gdLst>
                  <a:gd name="connsiteX0" fmla="*/ 83127 w 480291"/>
                  <a:gd name="connsiteY0" fmla="*/ 110836 h 406400"/>
                  <a:gd name="connsiteX1" fmla="*/ 230909 w 480291"/>
                  <a:gd name="connsiteY1" fmla="*/ 92363 h 406400"/>
                  <a:gd name="connsiteX2" fmla="*/ 480291 w 480291"/>
                  <a:gd name="connsiteY2" fmla="*/ 0 h 406400"/>
                  <a:gd name="connsiteX3" fmla="*/ 314037 w 480291"/>
                  <a:gd name="connsiteY3" fmla="*/ 157018 h 406400"/>
                  <a:gd name="connsiteX4" fmla="*/ 277091 w 480291"/>
                  <a:gd name="connsiteY4" fmla="*/ 277090 h 406400"/>
                  <a:gd name="connsiteX5" fmla="*/ 387927 w 480291"/>
                  <a:gd name="connsiteY5" fmla="*/ 406400 h 406400"/>
                  <a:gd name="connsiteX6" fmla="*/ 129309 w 480291"/>
                  <a:gd name="connsiteY6" fmla="*/ 304800 h 406400"/>
                  <a:gd name="connsiteX7" fmla="*/ 129309 w 480291"/>
                  <a:gd name="connsiteY7" fmla="*/ 304800 h 406400"/>
                  <a:gd name="connsiteX8" fmla="*/ 0 w 480291"/>
                  <a:gd name="connsiteY8" fmla="*/ 277090 h 406400"/>
                  <a:gd name="connsiteX9" fmla="*/ 9237 w 480291"/>
                  <a:gd name="connsiteY9" fmla="*/ 110836 h 406400"/>
                  <a:gd name="connsiteX10" fmla="*/ 83127 w 480291"/>
                  <a:gd name="connsiteY10" fmla="*/ 110836 h 406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80291" h="406400">
                    <a:moveTo>
                      <a:pt x="83127" y="110836"/>
                    </a:moveTo>
                    <a:lnTo>
                      <a:pt x="230909" y="92363"/>
                    </a:lnTo>
                    <a:lnTo>
                      <a:pt x="480291" y="0"/>
                    </a:lnTo>
                    <a:lnTo>
                      <a:pt x="314037" y="157018"/>
                    </a:lnTo>
                    <a:lnTo>
                      <a:pt x="277091" y="277090"/>
                    </a:lnTo>
                    <a:lnTo>
                      <a:pt x="387927" y="406400"/>
                    </a:lnTo>
                    <a:lnTo>
                      <a:pt x="129309" y="304800"/>
                    </a:lnTo>
                    <a:lnTo>
                      <a:pt x="129309" y="304800"/>
                    </a:lnTo>
                    <a:lnTo>
                      <a:pt x="0" y="277090"/>
                    </a:lnTo>
                    <a:lnTo>
                      <a:pt x="9237" y="110836"/>
                    </a:lnTo>
                    <a:lnTo>
                      <a:pt x="83127" y="11083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Freeform 7">
                <a:extLst>
                  <a:ext uri="{FF2B5EF4-FFF2-40B4-BE49-F238E27FC236}">
                    <a16:creationId xmlns:a16="http://schemas.microsoft.com/office/drawing/2014/main" id="{0926613D-71FC-11FC-F642-0D2BFC0562E1}"/>
                  </a:ext>
                </a:extLst>
              </p:cNvPr>
              <p:cNvSpPr/>
              <p:nvPr/>
            </p:nvSpPr>
            <p:spPr>
              <a:xfrm>
                <a:off x="1828800" y="1514764"/>
                <a:ext cx="138545" cy="175491"/>
              </a:xfrm>
              <a:custGeom>
                <a:avLst/>
                <a:gdLst>
                  <a:gd name="connsiteX0" fmla="*/ 0 w 138545"/>
                  <a:gd name="connsiteY0" fmla="*/ 0 h 175491"/>
                  <a:gd name="connsiteX1" fmla="*/ 73891 w 138545"/>
                  <a:gd name="connsiteY1" fmla="*/ 138545 h 175491"/>
                  <a:gd name="connsiteX2" fmla="*/ 138545 w 138545"/>
                  <a:gd name="connsiteY2" fmla="*/ 175491 h 175491"/>
                  <a:gd name="connsiteX3" fmla="*/ 110836 w 138545"/>
                  <a:gd name="connsiteY3" fmla="*/ 73891 h 175491"/>
                  <a:gd name="connsiteX4" fmla="*/ 101600 w 138545"/>
                  <a:gd name="connsiteY4" fmla="*/ 9236 h 175491"/>
                  <a:gd name="connsiteX5" fmla="*/ 0 w 138545"/>
                  <a:gd name="connsiteY5" fmla="*/ 0 h 17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545" h="175491">
                    <a:moveTo>
                      <a:pt x="0" y="0"/>
                    </a:moveTo>
                    <a:lnTo>
                      <a:pt x="73891" y="138545"/>
                    </a:lnTo>
                    <a:lnTo>
                      <a:pt x="138545" y="175491"/>
                    </a:lnTo>
                    <a:lnTo>
                      <a:pt x="110836" y="73891"/>
                    </a:lnTo>
                    <a:lnTo>
                      <a:pt x="101600" y="9236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reeform 8">
                <a:extLst>
                  <a:ext uri="{FF2B5EF4-FFF2-40B4-BE49-F238E27FC236}">
                    <a16:creationId xmlns:a16="http://schemas.microsoft.com/office/drawing/2014/main" id="{0487DFD0-0A17-B0FC-16E3-D5EFB96BAA56}"/>
                  </a:ext>
                </a:extLst>
              </p:cNvPr>
              <p:cNvSpPr/>
              <p:nvPr/>
            </p:nvSpPr>
            <p:spPr>
              <a:xfrm>
                <a:off x="2018144" y="1445500"/>
                <a:ext cx="138545" cy="175491"/>
              </a:xfrm>
              <a:custGeom>
                <a:avLst/>
                <a:gdLst>
                  <a:gd name="connsiteX0" fmla="*/ 0 w 138545"/>
                  <a:gd name="connsiteY0" fmla="*/ 0 h 175491"/>
                  <a:gd name="connsiteX1" fmla="*/ 73891 w 138545"/>
                  <a:gd name="connsiteY1" fmla="*/ 138545 h 175491"/>
                  <a:gd name="connsiteX2" fmla="*/ 138545 w 138545"/>
                  <a:gd name="connsiteY2" fmla="*/ 175491 h 175491"/>
                  <a:gd name="connsiteX3" fmla="*/ 110836 w 138545"/>
                  <a:gd name="connsiteY3" fmla="*/ 73891 h 175491"/>
                  <a:gd name="connsiteX4" fmla="*/ 101600 w 138545"/>
                  <a:gd name="connsiteY4" fmla="*/ 9236 h 175491"/>
                  <a:gd name="connsiteX5" fmla="*/ 0 w 138545"/>
                  <a:gd name="connsiteY5" fmla="*/ 0 h 17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545" h="175491">
                    <a:moveTo>
                      <a:pt x="0" y="0"/>
                    </a:moveTo>
                    <a:lnTo>
                      <a:pt x="73891" y="138545"/>
                    </a:lnTo>
                    <a:lnTo>
                      <a:pt x="138545" y="175491"/>
                    </a:lnTo>
                    <a:lnTo>
                      <a:pt x="110836" y="73891"/>
                    </a:lnTo>
                    <a:lnTo>
                      <a:pt x="101600" y="9236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 9">
                <a:extLst>
                  <a:ext uri="{FF2B5EF4-FFF2-40B4-BE49-F238E27FC236}">
                    <a16:creationId xmlns:a16="http://schemas.microsoft.com/office/drawing/2014/main" id="{2A719A11-E7BB-934E-A9C2-652DB6E71CEA}"/>
                  </a:ext>
                </a:extLst>
              </p:cNvPr>
              <p:cNvSpPr/>
              <p:nvPr/>
            </p:nvSpPr>
            <p:spPr>
              <a:xfrm>
                <a:off x="1773382" y="1182255"/>
                <a:ext cx="267854" cy="92363"/>
              </a:xfrm>
              <a:custGeom>
                <a:avLst/>
                <a:gdLst>
                  <a:gd name="connsiteX0" fmla="*/ 0 w 267854"/>
                  <a:gd name="connsiteY0" fmla="*/ 83127 h 92363"/>
                  <a:gd name="connsiteX1" fmla="*/ 55418 w 267854"/>
                  <a:gd name="connsiteY1" fmla="*/ 0 h 92363"/>
                  <a:gd name="connsiteX2" fmla="*/ 267854 w 267854"/>
                  <a:gd name="connsiteY2" fmla="*/ 0 h 92363"/>
                  <a:gd name="connsiteX3" fmla="*/ 230909 w 267854"/>
                  <a:gd name="connsiteY3" fmla="*/ 92363 h 92363"/>
                  <a:gd name="connsiteX4" fmla="*/ 0 w 267854"/>
                  <a:gd name="connsiteY4" fmla="*/ 83127 h 923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7854" h="92363">
                    <a:moveTo>
                      <a:pt x="0" y="83127"/>
                    </a:moveTo>
                    <a:lnTo>
                      <a:pt x="55418" y="0"/>
                    </a:lnTo>
                    <a:lnTo>
                      <a:pt x="267854" y="0"/>
                    </a:lnTo>
                    <a:lnTo>
                      <a:pt x="230909" y="92363"/>
                    </a:lnTo>
                    <a:lnTo>
                      <a:pt x="0" y="83127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190A4BBE-7D8A-22E0-78C1-D633174991D8}"/>
                  </a:ext>
                </a:extLst>
              </p:cNvPr>
              <p:cNvSpPr/>
              <p:nvPr/>
            </p:nvSpPr>
            <p:spPr>
              <a:xfrm>
                <a:off x="1653309" y="1311564"/>
                <a:ext cx="258618" cy="18472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7" name="Group 4">
              <a:extLst>
                <a:ext uri="{FF2B5EF4-FFF2-40B4-BE49-F238E27FC236}">
                  <a16:creationId xmlns:a16="http://schemas.microsoft.com/office/drawing/2014/main" id="{BED2C888-C60A-0262-EBEE-B0408EEE72EC}"/>
                </a:ext>
              </a:extLst>
            </p:cNvPr>
            <p:cNvGrpSpPr/>
            <p:nvPr/>
          </p:nvGrpSpPr>
          <p:grpSpPr>
            <a:xfrm>
              <a:off x="6273956" y="4481564"/>
              <a:ext cx="1123540" cy="431074"/>
              <a:chOff x="1653309" y="1182255"/>
              <a:chExt cx="914400" cy="508000"/>
            </a:xfrm>
            <a:solidFill>
              <a:schemeClr val="bg2">
                <a:lumMod val="25000"/>
              </a:schemeClr>
            </a:solidFill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C90E74A-EE9F-32FA-F948-49436DAB7FFE}"/>
                  </a:ext>
                </a:extLst>
              </p:cNvPr>
              <p:cNvSpPr/>
              <p:nvPr/>
            </p:nvSpPr>
            <p:spPr>
              <a:xfrm>
                <a:off x="1662545" y="1191491"/>
                <a:ext cx="544946" cy="397164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Freeform 6">
                <a:extLst>
                  <a:ext uri="{FF2B5EF4-FFF2-40B4-BE49-F238E27FC236}">
                    <a16:creationId xmlns:a16="http://schemas.microsoft.com/office/drawing/2014/main" id="{170F6423-ECC1-69B4-B087-26E16F225E60}"/>
                  </a:ext>
                </a:extLst>
              </p:cNvPr>
              <p:cNvSpPr/>
              <p:nvPr/>
            </p:nvSpPr>
            <p:spPr>
              <a:xfrm>
                <a:off x="2087418" y="1182255"/>
                <a:ext cx="480291" cy="406400"/>
              </a:xfrm>
              <a:custGeom>
                <a:avLst/>
                <a:gdLst>
                  <a:gd name="connsiteX0" fmla="*/ 83127 w 480291"/>
                  <a:gd name="connsiteY0" fmla="*/ 110836 h 406400"/>
                  <a:gd name="connsiteX1" fmla="*/ 230909 w 480291"/>
                  <a:gd name="connsiteY1" fmla="*/ 92363 h 406400"/>
                  <a:gd name="connsiteX2" fmla="*/ 480291 w 480291"/>
                  <a:gd name="connsiteY2" fmla="*/ 0 h 406400"/>
                  <a:gd name="connsiteX3" fmla="*/ 314037 w 480291"/>
                  <a:gd name="connsiteY3" fmla="*/ 157018 h 406400"/>
                  <a:gd name="connsiteX4" fmla="*/ 277091 w 480291"/>
                  <a:gd name="connsiteY4" fmla="*/ 277090 h 406400"/>
                  <a:gd name="connsiteX5" fmla="*/ 387927 w 480291"/>
                  <a:gd name="connsiteY5" fmla="*/ 406400 h 406400"/>
                  <a:gd name="connsiteX6" fmla="*/ 129309 w 480291"/>
                  <a:gd name="connsiteY6" fmla="*/ 304800 h 406400"/>
                  <a:gd name="connsiteX7" fmla="*/ 129309 w 480291"/>
                  <a:gd name="connsiteY7" fmla="*/ 304800 h 406400"/>
                  <a:gd name="connsiteX8" fmla="*/ 0 w 480291"/>
                  <a:gd name="connsiteY8" fmla="*/ 277090 h 406400"/>
                  <a:gd name="connsiteX9" fmla="*/ 9237 w 480291"/>
                  <a:gd name="connsiteY9" fmla="*/ 110836 h 406400"/>
                  <a:gd name="connsiteX10" fmla="*/ 83127 w 480291"/>
                  <a:gd name="connsiteY10" fmla="*/ 110836 h 406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80291" h="406400">
                    <a:moveTo>
                      <a:pt x="83127" y="110836"/>
                    </a:moveTo>
                    <a:lnTo>
                      <a:pt x="230909" y="92363"/>
                    </a:lnTo>
                    <a:lnTo>
                      <a:pt x="480291" y="0"/>
                    </a:lnTo>
                    <a:lnTo>
                      <a:pt x="314037" y="157018"/>
                    </a:lnTo>
                    <a:lnTo>
                      <a:pt x="277091" y="277090"/>
                    </a:lnTo>
                    <a:lnTo>
                      <a:pt x="387927" y="406400"/>
                    </a:lnTo>
                    <a:lnTo>
                      <a:pt x="129309" y="304800"/>
                    </a:lnTo>
                    <a:lnTo>
                      <a:pt x="129309" y="304800"/>
                    </a:lnTo>
                    <a:lnTo>
                      <a:pt x="0" y="277090"/>
                    </a:lnTo>
                    <a:lnTo>
                      <a:pt x="9237" y="110836"/>
                    </a:lnTo>
                    <a:lnTo>
                      <a:pt x="83127" y="11083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reeform 7">
                <a:extLst>
                  <a:ext uri="{FF2B5EF4-FFF2-40B4-BE49-F238E27FC236}">
                    <a16:creationId xmlns:a16="http://schemas.microsoft.com/office/drawing/2014/main" id="{5D5DB404-1C55-0FB0-747F-788F9FD21BF6}"/>
                  </a:ext>
                </a:extLst>
              </p:cNvPr>
              <p:cNvSpPr/>
              <p:nvPr/>
            </p:nvSpPr>
            <p:spPr>
              <a:xfrm>
                <a:off x="1828800" y="1514764"/>
                <a:ext cx="138545" cy="175491"/>
              </a:xfrm>
              <a:custGeom>
                <a:avLst/>
                <a:gdLst>
                  <a:gd name="connsiteX0" fmla="*/ 0 w 138545"/>
                  <a:gd name="connsiteY0" fmla="*/ 0 h 175491"/>
                  <a:gd name="connsiteX1" fmla="*/ 73891 w 138545"/>
                  <a:gd name="connsiteY1" fmla="*/ 138545 h 175491"/>
                  <a:gd name="connsiteX2" fmla="*/ 138545 w 138545"/>
                  <a:gd name="connsiteY2" fmla="*/ 175491 h 175491"/>
                  <a:gd name="connsiteX3" fmla="*/ 110836 w 138545"/>
                  <a:gd name="connsiteY3" fmla="*/ 73891 h 175491"/>
                  <a:gd name="connsiteX4" fmla="*/ 101600 w 138545"/>
                  <a:gd name="connsiteY4" fmla="*/ 9236 h 175491"/>
                  <a:gd name="connsiteX5" fmla="*/ 0 w 138545"/>
                  <a:gd name="connsiteY5" fmla="*/ 0 h 17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545" h="175491">
                    <a:moveTo>
                      <a:pt x="0" y="0"/>
                    </a:moveTo>
                    <a:lnTo>
                      <a:pt x="73891" y="138545"/>
                    </a:lnTo>
                    <a:lnTo>
                      <a:pt x="138545" y="175491"/>
                    </a:lnTo>
                    <a:lnTo>
                      <a:pt x="110836" y="73891"/>
                    </a:lnTo>
                    <a:lnTo>
                      <a:pt x="101600" y="9236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 8">
                <a:extLst>
                  <a:ext uri="{FF2B5EF4-FFF2-40B4-BE49-F238E27FC236}">
                    <a16:creationId xmlns:a16="http://schemas.microsoft.com/office/drawing/2014/main" id="{7B7B9453-C22A-64AA-3267-F5A5E2881AC8}"/>
                  </a:ext>
                </a:extLst>
              </p:cNvPr>
              <p:cNvSpPr/>
              <p:nvPr/>
            </p:nvSpPr>
            <p:spPr>
              <a:xfrm>
                <a:off x="2018144" y="1445500"/>
                <a:ext cx="138545" cy="175491"/>
              </a:xfrm>
              <a:custGeom>
                <a:avLst/>
                <a:gdLst>
                  <a:gd name="connsiteX0" fmla="*/ 0 w 138545"/>
                  <a:gd name="connsiteY0" fmla="*/ 0 h 175491"/>
                  <a:gd name="connsiteX1" fmla="*/ 73891 w 138545"/>
                  <a:gd name="connsiteY1" fmla="*/ 138545 h 175491"/>
                  <a:gd name="connsiteX2" fmla="*/ 138545 w 138545"/>
                  <a:gd name="connsiteY2" fmla="*/ 175491 h 175491"/>
                  <a:gd name="connsiteX3" fmla="*/ 110836 w 138545"/>
                  <a:gd name="connsiteY3" fmla="*/ 73891 h 175491"/>
                  <a:gd name="connsiteX4" fmla="*/ 101600 w 138545"/>
                  <a:gd name="connsiteY4" fmla="*/ 9236 h 175491"/>
                  <a:gd name="connsiteX5" fmla="*/ 0 w 138545"/>
                  <a:gd name="connsiteY5" fmla="*/ 0 h 17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545" h="175491">
                    <a:moveTo>
                      <a:pt x="0" y="0"/>
                    </a:moveTo>
                    <a:lnTo>
                      <a:pt x="73891" y="138545"/>
                    </a:lnTo>
                    <a:lnTo>
                      <a:pt x="138545" y="175491"/>
                    </a:lnTo>
                    <a:lnTo>
                      <a:pt x="110836" y="73891"/>
                    </a:lnTo>
                    <a:lnTo>
                      <a:pt x="101600" y="9236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 9">
                <a:extLst>
                  <a:ext uri="{FF2B5EF4-FFF2-40B4-BE49-F238E27FC236}">
                    <a16:creationId xmlns:a16="http://schemas.microsoft.com/office/drawing/2014/main" id="{57AA2AC4-48D5-4AAF-9376-9A996AAB35A8}"/>
                  </a:ext>
                </a:extLst>
              </p:cNvPr>
              <p:cNvSpPr/>
              <p:nvPr/>
            </p:nvSpPr>
            <p:spPr>
              <a:xfrm>
                <a:off x="1773382" y="1182255"/>
                <a:ext cx="267854" cy="92363"/>
              </a:xfrm>
              <a:custGeom>
                <a:avLst/>
                <a:gdLst>
                  <a:gd name="connsiteX0" fmla="*/ 0 w 267854"/>
                  <a:gd name="connsiteY0" fmla="*/ 83127 h 92363"/>
                  <a:gd name="connsiteX1" fmla="*/ 55418 w 267854"/>
                  <a:gd name="connsiteY1" fmla="*/ 0 h 92363"/>
                  <a:gd name="connsiteX2" fmla="*/ 267854 w 267854"/>
                  <a:gd name="connsiteY2" fmla="*/ 0 h 92363"/>
                  <a:gd name="connsiteX3" fmla="*/ 230909 w 267854"/>
                  <a:gd name="connsiteY3" fmla="*/ 92363 h 92363"/>
                  <a:gd name="connsiteX4" fmla="*/ 0 w 267854"/>
                  <a:gd name="connsiteY4" fmla="*/ 83127 h 923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7854" h="92363">
                    <a:moveTo>
                      <a:pt x="0" y="83127"/>
                    </a:moveTo>
                    <a:lnTo>
                      <a:pt x="55418" y="0"/>
                    </a:lnTo>
                    <a:lnTo>
                      <a:pt x="267854" y="0"/>
                    </a:lnTo>
                    <a:lnTo>
                      <a:pt x="230909" y="92363"/>
                    </a:lnTo>
                    <a:lnTo>
                      <a:pt x="0" y="83127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F0106F79-28D9-38A7-5DA1-52A8F7158D0B}"/>
                  </a:ext>
                </a:extLst>
              </p:cNvPr>
              <p:cNvSpPr/>
              <p:nvPr/>
            </p:nvSpPr>
            <p:spPr>
              <a:xfrm>
                <a:off x="1653309" y="1311564"/>
                <a:ext cx="258618" cy="184727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01605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7191B-FFD0-1765-EF6E-C28C7DEE1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68">
            <a:extLst>
              <a:ext uri="{FF2B5EF4-FFF2-40B4-BE49-F238E27FC236}">
                <a16:creationId xmlns:a16="http://schemas.microsoft.com/office/drawing/2014/main" id="{381278CF-4592-9A3C-176E-449A068A37FC}"/>
              </a:ext>
            </a:extLst>
          </p:cNvPr>
          <p:cNvSpPr/>
          <p:nvPr/>
        </p:nvSpPr>
        <p:spPr>
          <a:xfrm>
            <a:off x="0" y="1852906"/>
            <a:ext cx="9155008" cy="1021514"/>
          </a:xfrm>
          <a:prstGeom prst="rect">
            <a:avLst/>
          </a:prstGeom>
          <a:solidFill>
            <a:srgbClr val="9CDC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127A035-E7AA-5569-5991-10629702BEF5}"/>
              </a:ext>
            </a:extLst>
          </p:cNvPr>
          <p:cNvSpPr/>
          <p:nvPr/>
        </p:nvSpPr>
        <p:spPr>
          <a:xfrm>
            <a:off x="0" y="836164"/>
            <a:ext cx="9155008" cy="1021514"/>
          </a:xfrm>
          <a:prstGeom prst="rect">
            <a:avLst/>
          </a:prstGeom>
          <a:solidFill>
            <a:srgbClr val="C1E9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D2280D8-1367-D680-0CC3-444B8E4387EA}"/>
              </a:ext>
            </a:extLst>
          </p:cNvPr>
          <p:cNvSpPr/>
          <p:nvPr/>
        </p:nvSpPr>
        <p:spPr>
          <a:xfrm>
            <a:off x="-11008" y="2868308"/>
            <a:ext cx="9155008" cy="1021514"/>
          </a:xfrm>
          <a:prstGeom prst="rect">
            <a:avLst/>
          </a:prstGeom>
          <a:solidFill>
            <a:srgbClr val="7DD1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DDFB98-1B23-3038-6D0E-A3F1337D62D5}"/>
              </a:ext>
            </a:extLst>
          </p:cNvPr>
          <p:cNvSpPr/>
          <p:nvPr/>
        </p:nvSpPr>
        <p:spPr>
          <a:xfrm>
            <a:off x="0" y="3883045"/>
            <a:ext cx="9155008" cy="1021514"/>
          </a:xfrm>
          <a:prstGeom prst="rect">
            <a:avLst/>
          </a:prstGeom>
          <a:solidFill>
            <a:srgbClr val="52C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520B8C1-733E-B1C7-41C4-4D3940D7CA3D}"/>
              </a:ext>
            </a:extLst>
          </p:cNvPr>
          <p:cNvSpPr/>
          <p:nvPr/>
        </p:nvSpPr>
        <p:spPr>
          <a:xfrm>
            <a:off x="-11008" y="4903227"/>
            <a:ext cx="9155008" cy="1021514"/>
          </a:xfrm>
          <a:prstGeom prst="rect">
            <a:avLst/>
          </a:prstGeom>
          <a:solidFill>
            <a:srgbClr val="49C9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-25000" dirty="0">
              <a:solidFill>
                <a:schemeClr val="tx2"/>
              </a:solidFill>
            </a:endParaRPr>
          </a:p>
        </p:txBody>
      </p:sp>
      <p:sp>
        <p:nvSpPr>
          <p:cNvPr id="28" name="Freeform 11">
            <a:extLst>
              <a:ext uri="{FF2B5EF4-FFF2-40B4-BE49-F238E27FC236}">
                <a16:creationId xmlns:a16="http://schemas.microsoft.com/office/drawing/2014/main" id="{96EBDD8A-342C-D4E8-5BF7-6954B70E5C3E}"/>
              </a:ext>
            </a:extLst>
          </p:cNvPr>
          <p:cNvSpPr/>
          <p:nvPr/>
        </p:nvSpPr>
        <p:spPr>
          <a:xfrm>
            <a:off x="393192" y="5755057"/>
            <a:ext cx="8190411" cy="431074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 10">
            <a:extLst>
              <a:ext uri="{FF2B5EF4-FFF2-40B4-BE49-F238E27FC236}">
                <a16:creationId xmlns:a16="http://schemas.microsoft.com/office/drawing/2014/main" id="{286236E0-361D-A3DB-0B65-94BAF966F885}"/>
              </a:ext>
            </a:extLst>
          </p:cNvPr>
          <p:cNvSpPr/>
          <p:nvPr/>
        </p:nvSpPr>
        <p:spPr>
          <a:xfrm flipH="1">
            <a:off x="138344" y="6189012"/>
            <a:ext cx="8190411" cy="431074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 12">
            <a:extLst>
              <a:ext uri="{FF2B5EF4-FFF2-40B4-BE49-F238E27FC236}">
                <a16:creationId xmlns:a16="http://schemas.microsoft.com/office/drawing/2014/main" id="{25A098F0-617D-DBE7-53F9-BC5091A2B7F6}"/>
              </a:ext>
            </a:extLst>
          </p:cNvPr>
          <p:cNvSpPr/>
          <p:nvPr/>
        </p:nvSpPr>
        <p:spPr>
          <a:xfrm flipH="1">
            <a:off x="356059" y="6014840"/>
            <a:ext cx="4406536" cy="407125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13">
            <a:extLst>
              <a:ext uri="{FF2B5EF4-FFF2-40B4-BE49-F238E27FC236}">
                <a16:creationId xmlns:a16="http://schemas.microsoft.com/office/drawing/2014/main" id="{5E647A61-A7B5-B406-C535-ADBEEE821B19}"/>
              </a:ext>
            </a:extLst>
          </p:cNvPr>
          <p:cNvSpPr/>
          <p:nvPr/>
        </p:nvSpPr>
        <p:spPr>
          <a:xfrm flipV="1">
            <a:off x="4536171" y="6075800"/>
            <a:ext cx="3596640" cy="359230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1587094-E955-D51E-D43B-F77F11E598D4}"/>
              </a:ext>
            </a:extLst>
          </p:cNvPr>
          <p:cNvCxnSpPr>
            <a:cxnSpLocks/>
          </p:cNvCxnSpPr>
          <p:nvPr/>
        </p:nvCxnSpPr>
        <p:spPr>
          <a:xfrm flipV="1">
            <a:off x="3700532" y="5458925"/>
            <a:ext cx="267964" cy="592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97539B10-4913-2063-B090-1D68FCA44441}"/>
              </a:ext>
            </a:extLst>
          </p:cNvPr>
          <p:cNvSpPr txBox="1"/>
          <p:nvPr/>
        </p:nvSpPr>
        <p:spPr>
          <a:xfrm>
            <a:off x="2945927" y="5117802"/>
            <a:ext cx="9665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err="1">
                <a:solidFill>
                  <a:schemeClr val="tx2"/>
                </a:solidFill>
              </a:rPr>
              <a:t>v</a:t>
            </a:r>
            <a:r>
              <a:rPr lang="en-US" sz="2800" baseline="-25000" dirty="0" err="1">
                <a:solidFill>
                  <a:schemeClr val="tx2"/>
                </a:solidFill>
              </a:rPr>
              <a:t>b</a:t>
            </a:r>
            <a:endParaRPr lang="en-US" sz="2800" baseline="-25000" dirty="0">
              <a:solidFill>
                <a:schemeClr val="tx2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22B0E3E-4462-389A-1B8B-06C1553FC8DD}"/>
              </a:ext>
            </a:extLst>
          </p:cNvPr>
          <p:cNvSpPr txBox="1"/>
          <p:nvPr/>
        </p:nvSpPr>
        <p:spPr>
          <a:xfrm>
            <a:off x="2673268" y="1002443"/>
            <a:ext cx="13254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err="1">
                <a:solidFill>
                  <a:schemeClr val="tx2"/>
                </a:solidFill>
              </a:rPr>
              <a:t>v</a:t>
            </a:r>
            <a:r>
              <a:rPr lang="en-US" sz="2800" baseline="-25000" dirty="0" err="1">
                <a:solidFill>
                  <a:schemeClr val="tx2"/>
                </a:solidFill>
              </a:rPr>
              <a:t>t</a:t>
            </a:r>
            <a:endParaRPr lang="en-US" sz="2800" baseline="-25000" dirty="0">
              <a:solidFill>
                <a:schemeClr val="tx2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D0C94D-1F17-DC98-4A2A-5955DBC03D24}"/>
              </a:ext>
            </a:extLst>
          </p:cNvPr>
          <p:cNvCxnSpPr>
            <a:cxnSpLocks/>
          </p:cNvCxnSpPr>
          <p:nvPr/>
        </p:nvCxnSpPr>
        <p:spPr>
          <a:xfrm flipV="1">
            <a:off x="3633565" y="4320447"/>
            <a:ext cx="584317" cy="568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D16681E-4E48-23E9-69C4-BBFB8F287700}"/>
              </a:ext>
            </a:extLst>
          </p:cNvPr>
          <p:cNvCxnSpPr>
            <a:cxnSpLocks/>
          </p:cNvCxnSpPr>
          <p:nvPr/>
        </p:nvCxnSpPr>
        <p:spPr>
          <a:xfrm>
            <a:off x="3637925" y="3483864"/>
            <a:ext cx="903457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A0209D2A-C5E5-1032-D486-9EC39EB20A7B}"/>
              </a:ext>
            </a:extLst>
          </p:cNvPr>
          <p:cNvCxnSpPr>
            <a:cxnSpLocks/>
          </p:cNvCxnSpPr>
          <p:nvPr/>
        </p:nvCxnSpPr>
        <p:spPr>
          <a:xfrm>
            <a:off x="3660373" y="2395606"/>
            <a:ext cx="1121939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FEE4276-7984-49D9-3079-A576314D7690}"/>
              </a:ext>
            </a:extLst>
          </p:cNvPr>
          <p:cNvCxnSpPr>
            <a:cxnSpLocks/>
          </p:cNvCxnSpPr>
          <p:nvPr/>
        </p:nvCxnSpPr>
        <p:spPr>
          <a:xfrm>
            <a:off x="3660373" y="1346921"/>
            <a:ext cx="1603509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4">
            <a:extLst>
              <a:ext uri="{FF2B5EF4-FFF2-40B4-BE49-F238E27FC236}">
                <a16:creationId xmlns:a16="http://schemas.microsoft.com/office/drawing/2014/main" id="{46EEE382-EE47-15D2-79E1-8E2911FC60DE}"/>
              </a:ext>
            </a:extLst>
          </p:cNvPr>
          <p:cNvGrpSpPr/>
          <p:nvPr/>
        </p:nvGrpSpPr>
        <p:grpSpPr>
          <a:xfrm flipH="1">
            <a:off x="685799" y="3032547"/>
            <a:ext cx="1924371" cy="539041"/>
            <a:chOff x="1653309" y="1182255"/>
            <a:chExt cx="914400" cy="508000"/>
          </a:xfrm>
          <a:solidFill>
            <a:schemeClr val="bg2">
              <a:lumMod val="25000"/>
            </a:schemeClr>
          </a:solidFill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33F037F7-E97E-D3C3-6630-D96125DE8241}"/>
                </a:ext>
              </a:extLst>
            </p:cNvPr>
            <p:cNvSpPr/>
            <p:nvPr/>
          </p:nvSpPr>
          <p:spPr>
            <a:xfrm>
              <a:off x="1662545" y="1191491"/>
              <a:ext cx="544946" cy="3971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1EE0BB57-D783-830C-9E3E-F8A0810F93DC}"/>
                </a:ext>
              </a:extLst>
            </p:cNvPr>
            <p:cNvSpPr/>
            <p:nvPr/>
          </p:nvSpPr>
          <p:spPr>
            <a:xfrm>
              <a:off x="2087418" y="1182255"/>
              <a:ext cx="480291" cy="406400"/>
            </a:xfrm>
            <a:custGeom>
              <a:avLst/>
              <a:gdLst>
                <a:gd name="connsiteX0" fmla="*/ 83127 w 480291"/>
                <a:gd name="connsiteY0" fmla="*/ 110836 h 406400"/>
                <a:gd name="connsiteX1" fmla="*/ 230909 w 480291"/>
                <a:gd name="connsiteY1" fmla="*/ 92363 h 406400"/>
                <a:gd name="connsiteX2" fmla="*/ 480291 w 480291"/>
                <a:gd name="connsiteY2" fmla="*/ 0 h 406400"/>
                <a:gd name="connsiteX3" fmla="*/ 314037 w 480291"/>
                <a:gd name="connsiteY3" fmla="*/ 157018 h 406400"/>
                <a:gd name="connsiteX4" fmla="*/ 277091 w 480291"/>
                <a:gd name="connsiteY4" fmla="*/ 277090 h 406400"/>
                <a:gd name="connsiteX5" fmla="*/ 387927 w 480291"/>
                <a:gd name="connsiteY5" fmla="*/ 406400 h 406400"/>
                <a:gd name="connsiteX6" fmla="*/ 129309 w 480291"/>
                <a:gd name="connsiteY6" fmla="*/ 304800 h 406400"/>
                <a:gd name="connsiteX7" fmla="*/ 129309 w 480291"/>
                <a:gd name="connsiteY7" fmla="*/ 304800 h 406400"/>
                <a:gd name="connsiteX8" fmla="*/ 0 w 480291"/>
                <a:gd name="connsiteY8" fmla="*/ 277090 h 406400"/>
                <a:gd name="connsiteX9" fmla="*/ 9237 w 480291"/>
                <a:gd name="connsiteY9" fmla="*/ 110836 h 406400"/>
                <a:gd name="connsiteX10" fmla="*/ 83127 w 480291"/>
                <a:gd name="connsiteY10" fmla="*/ 110836 h 406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0291" h="406400">
                  <a:moveTo>
                    <a:pt x="83127" y="110836"/>
                  </a:moveTo>
                  <a:lnTo>
                    <a:pt x="230909" y="92363"/>
                  </a:lnTo>
                  <a:lnTo>
                    <a:pt x="480291" y="0"/>
                  </a:lnTo>
                  <a:lnTo>
                    <a:pt x="314037" y="157018"/>
                  </a:lnTo>
                  <a:lnTo>
                    <a:pt x="277091" y="277090"/>
                  </a:lnTo>
                  <a:lnTo>
                    <a:pt x="387927" y="406400"/>
                  </a:lnTo>
                  <a:lnTo>
                    <a:pt x="129309" y="304800"/>
                  </a:lnTo>
                  <a:lnTo>
                    <a:pt x="129309" y="304800"/>
                  </a:lnTo>
                  <a:lnTo>
                    <a:pt x="0" y="277090"/>
                  </a:lnTo>
                  <a:lnTo>
                    <a:pt x="9237" y="110836"/>
                  </a:lnTo>
                  <a:lnTo>
                    <a:pt x="83127" y="1108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9F31CCD-CEB4-9423-8F50-64A5F1E63063}"/>
                </a:ext>
              </a:extLst>
            </p:cNvPr>
            <p:cNvSpPr/>
            <p:nvPr/>
          </p:nvSpPr>
          <p:spPr>
            <a:xfrm>
              <a:off x="1828800" y="1514764"/>
              <a:ext cx="138545" cy="175491"/>
            </a:xfrm>
            <a:custGeom>
              <a:avLst/>
              <a:gdLst>
                <a:gd name="connsiteX0" fmla="*/ 0 w 138545"/>
                <a:gd name="connsiteY0" fmla="*/ 0 h 175491"/>
                <a:gd name="connsiteX1" fmla="*/ 73891 w 138545"/>
                <a:gd name="connsiteY1" fmla="*/ 138545 h 175491"/>
                <a:gd name="connsiteX2" fmla="*/ 138545 w 138545"/>
                <a:gd name="connsiteY2" fmla="*/ 175491 h 175491"/>
                <a:gd name="connsiteX3" fmla="*/ 110836 w 138545"/>
                <a:gd name="connsiteY3" fmla="*/ 73891 h 175491"/>
                <a:gd name="connsiteX4" fmla="*/ 101600 w 138545"/>
                <a:gd name="connsiteY4" fmla="*/ 9236 h 175491"/>
                <a:gd name="connsiteX5" fmla="*/ 0 w 138545"/>
                <a:gd name="connsiteY5" fmla="*/ 0 h 17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545" h="175491">
                  <a:moveTo>
                    <a:pt x="0" y="0"/>
                  </a:moveTo>
                  <a:lnTo>
                    <a:pt x="73891" y="138545"/>
                  </a:lnTo>
                  <a:lnTo>
                    <a:pt x="138545" y="175491"/>
                  </a:lnTo>
                  <a:lnTo>
                    <a:pt x="110836" y="73891"/>
                  </a:lnTo>
                  <a:lnTo>
                    <a:pt x="101600" y="9236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EAEDB4E0-0689-F483-2313-24916F791115}"/>
                </a:ext>
              </a:extLst>
            </p:cNvPr>
            <p:cNvSpPr/>
            <p:nvPr/>
          </p:nvSpPr>
          <p:spPr>
            <a:xfrm>
              <a:off x="2018144" y="1445500"/>
              <a:ext cx="138545" cy="175491"/>
            </a:xfrm>
            <a:custGeom>
              <a:avLst/>
              <a:gdLst>
                <a:gd name="connsiteX0" fmla="*/ 0 w 138545"/>
                <a:gd name="connsiteY0" fmla="*/ 0 h 175491"/>
                <a:gd name="connsiteX1" fmla="*/ 73891 w 138545"/>
                <a:gd name="connsiteY1" fmla="*/ 138545 h 175491"/>
                <a:gd name="connsiteX2" fmla="*/ 138545 w 138545"/>
                <a:gd name="connsiteY2" fmla="*/ 175491 h 175491"/>
                <a:gd name="connsiteX3" fmla="*/ 110836 w 138545"/>
                <a:gd name="connsiteY3" fmla="*/ 73891 h 175491"/>
                <a:gd name="connsiteX4" fmla="*/ 101600 w 138545"/>
                <a:gd name="connsiteY4" fmla="*/ 9236 h 175491"/>
                <a:gd name="connsiteX5" fmla="*/ 0 w 138545"/>
                <a:gd name="connsiteY5" fmla="*/ 0 h 17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545" h="175491">
                  <a:moveTo>
                    <a:pt x="0" y="0"/>
                  </a:moveTo>
                  <a:lnTo>
                    <a:pt x="73891" y="138545"/>
                  </a:lnTo>
                  <a:lnTo>
                    <a:pt x="138545" y="175491"/>
                  </a:lnTo>
                  <a:lnTo>
                    <a:pt x="110836" y="73891"/>
                  </a:lnTo>
                  <a:lnTo>
                    <a:pt x="101600" y="9236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9">
              <a:extLst>
                <a:ext uri="{FF2B5EF4-FFF2-40B4-BE49-F238E27FC236}">
                  <a16:creationId xmlns:a16="http://schemas.microsoft.com/office/drawing/2014/main" id="{E588D481-202E-79D7-3C85-E0284698D359}"/>
                </a:ext>
              </a:extLst>
            </p:cNvPr>
            <p:cNvSpPr/>
            <p:nvPr/>
          </p:nvSpPr>
          <p:spPr>
            <a:xfrm>
              <a:off x="1773382" y="1182255"/>
              <a:ext cx="267854" cy="92363"/>
            </a:xfrm>
            <a:custGeom>
              <a:avLst/>
              <a:gdLst>
                <a:gd name="connsiteX0" fmla="*/ 0 w 267854"/>
                <a:gd name="connsiteY0" fmla="*/ 83127 h 92363"/>
                <a:gd name="connsiteX1" fmla="*/ 55418 w 267854"/>
                <a:gd name="connsiteY1" fmla="*/ 0 h 92363"/>
                <a:gd name="connsiteX2" fmla="*/ 267854 w 267854"/>
                <a:gd name="connsiteY2" fmla="*/ 0 h 92363"/>
                <a:gd name="connsiteX3" fmla="*/ 230909 w 267854"/>
                <a:gd name="connsiteY3" fmla="*/ 92363 h 92363"/>
                <a:gd name="connsiteX4" fmla="*/ 0 w 267854"/>
                <a:gd name="connsiteY4" fmla="*/ 83127 h 9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54" h="92363">
                  <a:moveTo>
                    <a:pt x="0" y="83127"/>
                  </a:moveTo>
                  <a:lnTo>
                    <a:pt x="55418" y="0"/>
                  </a:lnTo>
                  <a:lnTo>
                    <a:pt x="267854" y="0"/>
                  </a:lnTo>
                  <a:lnTo>
                    <a:pt x="230909" y="92363"/>
                  </a:lnTo>
                  <a:lnTo>
                    <a:pt x="0" y="83127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B65D5BA-352D-2846-ACB5-FE1F66C4DEFE}"/>
                </a:ext>
              </a:extLst>
            </p:cNvPr>
            <p:cNvSpPr/>
            <p:nvPr/>
          </p:nvSpPr>
          <p:spPr>
            <a:xfrm>
              <a:off x="1653309" y="1311564"/>
              <a:ext cx="258618" cy="18472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4">
            <a:extLst>
              <a:ext uri="{FF2B5EF4-FFF2-40B4-BE49-F238E27FC236}">
                <a16:creationId xmlns:a16="http://schemas.microsoft.com/office/drawing/2014/main" id="{14620EC2-F36D-970F-15C1-020AC0814BD2}"/>
              </a:ext>
            </a:extLst>
          </p:cNvPr>
          <p:cNvGrpSpPr/>
          <p:nvPr/>
        </p:nvGrpSpPr>
        <p:grpSpPr>
          <a:xfrm>
            <a:off x="6273956" y="4481564"/>
            <a:ext cx="1123540" cy="431074"/>
            <a:chOff x="1653309" y="1182255"/>
            <a:chExt cx="914400" cy="508000"/>
          </a:xfrm>
          <a:solidFill>
            <a:schemeClr val="bg2">
              <a:lumMod val="25000"/>
            </a:schemeClr>
          </a:solidFill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7C7D9ED5-5EDE-A996-3290-167494740B8D}"/>
                </a:ext>
              </a:extLst>
            </p:cNvPr>
            <p:cNvSpPr/>
            <p:nvPr/>
          </p:nvSpPr>
          <p:spPr>
            <a:xfrm>
              <a:off x="1662545" y="1191491"/>
              <a:ext cx="544946" cy="3971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 6">
              <a:extLst>
                <a:ext uri="{FF2B5EF4-FFF2-40B4-BE49-F238E27FC236}">
                  <a16:creationId xmlns:a16="http://schemas.microsoft.com/office/drawing/2014/main" id="{54A30F27-F2B8-E03B-34F1-DBA0F6F19BB3}"/>
                </a:ext>
              </a:extLst>
            </p:cNvPr>
            <p:cNvSpPr/>
            <p:nvPr/>
          </p:nvSpPr>
          <p:spPr>
            <a:xfrm>
              <a:off x="2087418" y="1182255"/>
              <a:ext cx="480291" cy="406400"/>
            </a:xfrm>
            <a:custGeom>
              <a:avLst/>
              <a:gdLst>
                <a:gd name="connsiteX0" fmla="*/ 83127 w 480291"/>
                <a:gd name="connsiteY0" fmla="*/ 110836 h 406400"/>
                <a:gd name="connsiteX1" fmla="*/ 230909 w 480291"/>
                <a:gd name="connsiteY1" fmla="*/ 92363 h 406400"/>
                <a:gd name="connsiteX2" fmla="*/ 480291 w 480291"/>
                <a:gd name="connsiteY2" fmla="*/ 0 h 406400"/>
                <a:gd name="connsiteX3" fmla="*/ 314037 w 480291"/>
                <a:gd name="connsiteY3" fmla="*/ 157018 h 406400"/>
                <a:gd name="connsiteX4" fmla="*/ 277091 w 480291"/>
                <a:gd name="connsiteY4" fmla="*/ 277090 h 406400"/>
                <a:gd name="connsiteX5" fmla="*/ 387927 w 480291"/>
                <a:gd name="connsiteY5" fmla="*/ 406400 h 406400"/>
                <a:gd name="connsiteX6" fmla="*/ 129309 w 480291"/>
                <a:gd name="connsiteY6" fmla="*/ 304800 h 406400"/>
                <a:gd name="connsiteX7" fmla="*/ 129309 w 480291"/>
                <a:gd name="connsiteY7" fmla="*/ 304800 h 406400"/>
                <a:gd name="connsiteX8" fmla="*/ 0 w 480291"/>
                <a:gd name="connsiteY8" fmla="*/ 277090 h 406400"/>
                <a:gd name="connsiteX9" fmla="*/ 9237 w 480291"/>
                <a:gd name="connsiteY9" fmla="*/ 110836 h 406400"/>
                <a:gd name="connsiteX10" fmla="*/ 83127 w 480291"/>
                <a:gd name="connsiteY10" fmla="*/ 110836 h 406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0291" h="406400">
                  <a:moveTo>
                    <a:pt x="83127" y="110836"/>
                  </a:moveTo>
                  <a:lnTo>
                    <a:pt x="230909" y="92363"/>
                  </a:lnTo>
                  <a:lnTo>
                    <a:pt x="480291" y="0"/>
                  </a:lnTo>
                  <a:lnTo>
                    <a:pt x="314037" y="157018"/>
                  </a:lnTo>
                  <a:lnTo>
                    <a:pt x="277091" y="277090"/>
                  </a:lnTo>
                  <a:lnTo>
                    <a:pt x="387927" y="406400"/>
                  </a:lnTo>
                  <a:lnTo>
                    <a:pt x="129309" y="304800"/>
                  </a:lnTo>
                  <a:lnTo>
                    <a:pt x="129309" y="304800"/>
                  </a:lnTo>
                  <a:lnTo>
                    <a:pt x="0" y="277090"/>
                  </a:lnTo>
                  <a:lnTo>
                    <a:pt x="9237" y="110836"/>
                  </a:lnTo>
                  <a:lnTo>
                    <a:pt x="83127" y="1108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7">
              <a:extLst>
                <a:ext uri="{FF2B5EF4-FFF2-40B4-BE49-F238E27FC236}">
                  <a16:creationId xmlns:a16="http://schemas.microsoft.com/office/drawing/2014/main" id="{6F72357C-E244-72FB-CE55-D7979891E20A}"/>
                </a:ext>
              </a:extLst>
            </p:cNvPr>
            <p:cNvSpPr/>
            <p:nvPr/>
          </p:nvSpPr>
          <p:spPr>
            <a:xfrm>
              <a:off x="1828800" y="1514764"/>
              <a:ext cx="138545" cy="175491"/>
            </a:xfrm>
            <a:custGeom>
              <a:avLst/>
              <a:gdLst>
                <a:gd name="connsiteX0" fmla="*/ 0 w 138545"/>
                <a:gd name="connsiteY0" fmla="*/ 0 h 175491"/>
                <a:gd name="connsiteX1" fmla="*/ 73891 w 138545"/>
                <a:gd name="connsiteY1" fmla="*/ 138545 h 175491"/>
                <a:gd name="connsiteX2" fmla="*/ 138545 w 138545"/>
                <a:gd name="connsiteY2" fmla="*/ 175491 h 175491"/>
                <a:gd name="connsiteX3" fmla="*/ 110836 w 138545"/>
                <a:gd name="connsiteY3" fmla="*/ 73891 h 175491"/>
                <a:gd name="connsiteX4" fmla="*/ 101600 w 138545"/>
                <a:gd name="connsiteY4" fmla="*/ 9236 h 175491"/>
                <a:gd name="connsiteX5" fmla="*/ 0 w 138545"/>
                <a:gd name="connsiteY5" fmla="*/ 0 h 17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545" h="175491">
                  <a:moveTo>
                    <a:pt x="0" y="0"/>
                  </a:moveTo>
                  <a:lnTo>
                    <a:pt x="73891" y="138545"/>
                  </a:lnTo>
                  <a:lnTo>
                    <a:pt x="138545" y="175491"/>
                  </a:lnTo>
                  <a:lnTo>
                    <a:pt x="110836" y="73891"/>
                  </a:lnTo>
                  <a:lnTo>
                    <a:pt x="101600" y="9236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reeform 8">
              <a:extLst>
                <a:ext uri="{FF2B5EF4-FFF2-40B4-BE49-F238E27FC236}">
                  <a16:creationId xmlns:a16="http://schemas.microsoft.com/office/drawing/2014/main" id="{1DB24351-987D-8B2C-67DD-D9D7C00CED9F}"/>
                </a:ext>
              </a:extLst>
            </p:cNvPr>
            <p:cNvSpPr/>
            <p:nvPr/>
          </p:nvSpPr>
          <p:spPr>
            <a:xfrm>
              <a:off x="2018144" y="1445500"/>
              <a:ext cx="138545" cy="175491"/>
            </a:xfrm>
            <a:custGeom>
              <a:avLst/>
              <a:gdLst>
                <a:gd name="connsiteX0" fmla="*/ 0 w 138545"/>
                <a:gd name="connsiteY0" fmla="*/ 0 h 175491"/>
                <a:gd name="connsiteX1" fmla="*/ 73891 w 138545"/>
                <a:gd name="connsiteY1" fmla="*/ 138545 h 175491"/>
                <a:gd name="connsiteX2" fmla="*/ 138545 w 138545"/>
                <a:gd name="connsiteY2" fmla="*/ 175491 h 175491"/>
                <a:gd name="connsiteX3" fmla="*/ 110836 w 138545"/>
                <a:gd name="connsiteY3" fmla="*/ 73891 h 175491"/>
                <a:gd name="connsiteX4" fmla="*/ 101600 w 138545"/>
                <a:gd name="connsiteY4" fmla="*/ 9236 h 175491"/>
                <a:gd name="connsiteX5" fmla="*/ 0 w 138545"/>
                <a:gd name="connsiteY5" fmla="*/ 0 h 17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545" h="175491">
                  <a:moveTo>
                    <a:pt x="0" y="0"/>
                  </a:moveTo>
                  <a:lnTo>
                    <a:pt x="73891" y="138545"/>
                  </a:lnTo>
                  <a:lnTo>
                    <a:pt x="138545" y="175491"/>
                  </a:lnTo>
                  <a:lnTo>
                    <a:pt x="110836" y="73891"/>
                  </a:lnTo>
                  <a:lnTo>
                    <a:pt x="101600" y="9236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reeform 9">
              <a:extLst>
                <a:ext uri="{FF2B5EF4-FFF2-40B4-BE49-F238E27FC236}">
                  <a16:creationId xmlns:a16="http://schemas.microsoft.com/office/drawing/2014/main" id="{FB426DA2-3B80-B668-9DF3-F7AA10FDFF0D}"/>
                </a:ext>
              </a:extLst>
            </p:cNvPr>
            <p:cNvSpPr/>
            <p:nvPr/>
          </p:nvSpPr>
          <p:spPr>
            <a:xfrm>
              <a:off x="1773382" y="1182255"/>
              <a:ext cx="267854" cy="92363"/>
            </a:xfrm>
            <a:custGeom>
              <a:avLst/>
              <a:gdLst>
                <a:gd name="connsiteX0" fmla="*/ 0 w 267854"/>
                <a:gd name="connsiteY0" fmla="*/ 83127 h 92363"/>
                <a:gd name="connsiteX1" fmla="*/ 55418 w 267854"/>
                <a:gd name="connsiteY1" fmla="*/ 0 h 92363"/>
                <a:gd name="connsiteX2" fmla="*/ 267854 w 267854"/>
                <a:gd name="connsiteY2" fmla="*/ 0 h 92363"/>
                <a:gd name="connsiteX3" fmla="*/ 230909 w 267854"/>
                <a:gd name="connsiteY3" fmla="*/ 92363 h 92363"/>
                <a:gd name="connsiteX4" fmla="*/ 0 w 267854"/>
                <a:gd name="connsiteY4" fmla="*/ 83127 h 9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54" h="92363">
                  <a:moveTo>
                    <a:pt x="0" y="83127"/>
                  </a:moveTo>
                  <a:lnTo>
                    <a:pt x="55418" y="0"/>
                  </a:lnTo>
                  <a:lnTo>
                    <a:pt x="267854" y="0"/>
                  </a:lnTo>
                  <a:lnTo>
                    <a:pt x="230909" y="92363"/>
                  </a:lnTo>
                  <a:lnTo>
                    <a:pt x="0" y="83127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50EF6321-6816-7CB3-7D5E-ADA8BAF1EE60}"/>
                </a:ext>
              </a:extLst>
            </p:cNvPr>
            <p:cNvSpPr/>
            <p:nvPr/>
          </p:nvSpPr>
          <p:spPr>
            <a:xfrm>
              <a:off x="1653309" y="1311564"/>
              <a:ext cx="258618" cy="18472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93603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6C076-67EA-A2B8-FE81-171AABB3E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58850-2F72-FFB8-4CB5-04458A9D4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0406A-7789-9C25-64A2-FA8AA3F7F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416552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found that the water at the top of the river was fastest (at least for laminar flow). Does this work for air as well?</a:t>
            </a:r>
          </a:p>
          <a:p>
            <a:pPr marL="514350" indent="-514350"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AutoNum type="alphaLcParenR"/>
            </a:pPr>
            <a:r>
              <a:rPr lang="en-US" dirty="0"/>
              <a:t>Kind of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36645B-9CA7-FDF1-CA19-2B7CDD6C693F}"/>
              </a:ext>
            </a:extLst>
          </p:cNvPr>
          <p:cNvSpPr/>
          <p:nvPr/>
        </p:nvSpPr>
        <p:spPr>
          <a:xfrm>
            <a:off x="5616244" y="2759259"/>
            <a:ext cx="3070556" cy="42954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7689F8-F085-BE56-D999-D493561CAB06}"/>
              </a:ext>
            </a:extLst>
          </p:cNvPr>
          <p:cNvSpPr/>
          <p:nvPr/>
        </p:nvSpPr>
        <p:spPr>
          <a:xfrm>
            <a:off x="5616244" y="2331720"/>
            <a:ext cx="3070556" cy="42954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2006F2-9121-BDFC-0A84-B73C6B6DC4B7}"/>
              </a:ext>
            </a:extLst>
          </p:cNvPr>
          <p:cNvSpPr/>
          <p:nvPr/>
        </p:nvSpPr>
        <p:spPr>
          <a:xfrm>
            <a:off x="5612552" y="3186235"/>
            <a:ext cx="3070556" cy="429546"/>
          </a:xfrm>
          <a:prstGeom prst="rect">
            <a:avLst/>
          </a:prstGeom>
          <a:solidFill>
            <a:srgbClr val="B8D0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16E281-F394-CE26-D95B-A40166AB4212}"/>
              </a:ext>
            </a:extLst>
          </p:cNvPr>
          <p:cNvSpPr/>
          <p:nvPr/>
        </p:nvSpPr>
        <p:spPr>
          <a:xfrm>
            <a:off x="5616244" y="3612931"/>
            <a:ext cx="3070556" cy="429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3CEA5E-AA5E-8972-7D9C-4D520263276C}"/>
              </a:ext>
            </a:extLst>
          </p:cNvPr>
          <p:cNvSpPr/>
          <p:nvPr/>
        </p:nvSpPr>
        <p:spPr>
          <a:xfrm>
            <a:off x="5612552" y="4041916"/>
            <a:ext cx="3070556" cy="429546"/>
          </a:xfrm>
          <a:prstGeom prst="rect">
            <a:avLst/>
          </a:prstGeom>
          <a:solidFill>
            <a:srgbClr val="E4ED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-25000" dirty="0">
              <a:solidFill>
                <a:schemeClr val="tx2"/>
              </a:solidFill>
            </a:endParaRPr>
          </a:p>
        </p:txBody>
      </p:sp>
      <p:sp>
        <p:nvSpPr>
          <p:cNvPr id="18" name="Freeform 11">
            <a:extLst>
              <a:ext uri="{FF2B5EF4-FFF2-40B4-BE49-F238E27FC236}">
                <a16:creationId xmlns:a16="http://schemas.microsoft.com/office/drawing/2014/main" id="{3246E8E3-8175-2534-2C32-06CA74A85C2B}"/>
              </a:ext>
            </a:extLst>
          </p:cNvPr>
          <p:cNvSpPr/>
          <p:nvPr/>
        </p:nvSpPr>
        <p:spPr>
          <a:xfrm>
            <a:off x="5748119" y="4400110"/>
            <a:ext cx="2747034" cy="181266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0">
            <a:extLst>
              <a:ext uri="{FF2B5EF4-FFF2-40B4-BE49-F238E27FC236}">
                <a16:creationId xmlns:a16="http://schemas.microsoft.com/office/drawing/2014/main" id="{3E4608FC-D2A9-0AC3-C429-E4A6A7ED15CA}"/>
              </a:ext>
            </a:extLst>
          </p:cNvPr>
          <p:cNvSpPr/>
          <p:nvPr/>
        </p:nvSpPr>
        <p:spPr>
          <a:xfrm flipH="1">
            <a:off x="5662644" y="4582588"/>
            <a:ext cx="2747034" cy="181266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 12">
            <a:extLst>
              <a:ext uri="{FF2B5EF4-FFF2-40B4-BE49-F238E27FC236}">
                <a16:creationId xmlns:a16="http://schemas.microsoft.com/office/drawing/2014/main" id="{774A1D13-AA12-B1B4-75FC-3A65382EFDF9}"/>
              </a:ext>
            </a:extLst>
          </p:cNvPr>
          <p:cNvSpPr/>
          <p:nvPr/>
        </p:nvSpPr>
        <p:spPr>
          <a:xfrm flipH="1">
            <a:off x="5735665" y="4509349"/>
            <a:ext cx="1477936" cy="171196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13">
            <a:extLst>
              <a:ext uri="{FF2B5EF4-FFF2-40B4-BE49-F238E27FC236}">
                <a16:creationId xmlns:a16="http://schemas.microsoft.com/office/drawing/2014/main" id="{104A7EA3-17E9-3EF3-FEE7-77D552172FD3}"/>
              </a:ext>
            </a:extLst>
          </p:cNvPr>
          <p:cNvSpPr/>
          <p:nvPr/>
        </p:nvSpPr>
        <p:spPr>
          <a:xfrm flipV="1">
            <a:off x="7137659" y="4534982"/>
            <a:ext cx="1206300" cy="151056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64992D5-6B67-495A-5616-2045F9DABB5E}"/>
              </a:ext>
            </a:extLst>
          </p:cNvPr>
          <p:cNvGrpSpPr/>
          <p:nvPr/>
        </p:nvGrpSpPr>
        <p:grpSpPr>
          <a:xfrm rot="20961902">
            <a:off x="6129839" y="4294882"/>
            <a:ext cx="100065" cy="299839"/>
            <a:chOff x="5063149" y="2854270"/>
            <a:chExt cx="575157" cy="1466234"/>
          </a:xfrm>
        </p:grpSpPr>
        <p:sp>
          <p:nvSpPr>
            <p:cNvPr id="39" name="Rectangle 15">
              <a:extLst>
                <a:ext uri="{FF2B5EF4-FFF2-40B4-BE49-F238E27FC236}">
                  <a16:creationId xmlns:a16="http://schemas.microsoft.com/office/drawing/2014/main" id="{B361D33E-EB30-2D62-10F5-FEB28498299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0644678" flipH="1">
              <a:off x="5237882" y="3681402"/>
              <a:ext cx="107389" cy="376627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0" name="Rectangle 15">
              <a:extLst>
                <a:ext uri="{FF2B5EF4-FFF2-40B4-BE49-F238E27FC236}">
                  <a16:creationId xmlns:a16="http://schemas.microsoft.com/office/drawing/2014/main" id="{B1146FB6-051E-D377-C788-6CD9BD26160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0948418" flipH="1">
              <a:off x="5294458" y="3940873"/>
              <a:ext cx="113533" cy="351821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1" name="Rectangle 14">
              <a:extLst>
                <a:ext uri="{FF2B5EF4-FFF2-40B4-BE49-F238E27FC236}">
                  <a16:creationId xmlns:a16="http://schemas.microsoft.com/office/drawing/2014/main" id="{9C981119-F78A-A50A-F863-0062B3FC548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4972790" flipH="1">
              <a:off x="5429802" y="3287524"/>
              <a:ext cx="64164" cy="266147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2" name="Oval 12">
              <a:extLst>
                <a:ext uri="{FF2B5EF4-FFF2-40B4-BE49-F238E27FC236}">
                  <a16:creationId xmlns:a16="http://schemas.microsoft.com/office/drawing/2014/main" id="{7EAD614B-7B9A-D41A-E454-5A410BC57E2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28198" flipH="1">
              <a:off x="5092673" y="3242154"/>
              <a:ext cx="257923" cy="546784"/>
            </a:xfrm>
            <a:prstGeom prst="ellipse">
              <a:avLst/>
            </a:prstGeom>
            <a:solidFill>
              <a:srgbClr val="00206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3" name="Rectangle 14">
              <a:extLst>
                <a:ext uri="{FF2B5EF4-FFF2-40B4-BE49-F238E27FC236}">
                  <a16:creationId xmlns:a16="http://schemas.microsoft.com/office/drawing/2014/main" id="{83808759-E260-BE32-1061-9A807C28751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614817" flipH="1">
              <a:off x="5259327" y="3270466"/>
              <a:ext cx="114403" cy="260471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4" name="Oval 11">
              <a:extLst>
                <a:ext uri="{FF2B5EF4-FFF2-40B4-BE49-F238E27FC236}">
                  <a16:creationId xmlns:a16="http://schemas.microsoft.com/office/drawing/2014/main" id="{5FB073A3-8E1B-C20C-4C7B-DE08AD03C24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0290183" flipH="1">
              <a:off x="5079184" y="2854270"/>
              <a:ext cx="359459" cy="438048"/>
            </a:xfrm>
            <a:prstGeom prst="ellipse">
              <a:avLst/>
            </a:prstGeom>
            <a:solidFill>
              <a:srgbClr val="002060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8BB7A00-87ED-16D8-214B-74175BDAB68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3819322" flipH="1">
              <a:off x="5462222" y="3297371"/>
              <a:ext cx="88795" cy="263372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6" name="Rectangle 17">
              <a:extLst>
                <a:ext uri="{FF2B5EF4-FFF2-40B4-BE49-F238E27FC236}">
                  <a16:creationId xmlns:a16="http://schemas.microsoft.com/office/drawing/2014/main" id="{8FD73B91-456C-EAE9-D59A-DCF6C385216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1338708" flipH="1">
              <a:off x="5311872" y="4200836"/>
              <a:ext cx="199481" cy="101189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06237E1B-55C9-B494-4A08-BB025AFF080F}"/>
                </a:ext>
              </a:extLst>
            </p:cNvPr>
            <p:cNvGrpSpPr/>
            <p:nvPr/>
          </p:nvGrpSpPr>
          <p:grpSpPr>
            <a:xfrm rot="445581">
              <a:off x="5063149" y="3688211"/>
              <a:ext cx="255129" cy="632293"/>
              <a:chOff x="5127630" y="3699794"/>
              <a:chExt cx="255129" cy="632293"/>
            </a:xfrm>
          </p:grpSpPr>
          <p:sp>
            <p:nvSpPr>
              <p:cNvPr id="48" name="Rectangle 17">
                <a:extLst>
                  <a:ext uri="{FF2B5EF4-FFF2-40B4-BE49-F238E27FC236}">
                    <a16:creationId xmlns:a16="http://schemas.microsoft.com/office/drawing/2014/main" id="{CD540531-A7C6-F69F-9ABB-E6B920EE6E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5168689" y="4233580"/>
                <a:ext cx="214070" cy="94748"/>
              </a:xfrm>
              <a:prstGeom prst="rect">
                <a:avLst/>
              </a:prstGeom>
              <a:solidFill>
                <a:srgbClr val="00206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49" name="Rectangle 15">
                <a:extLst>
                  <a:ext uri="{FF2B5EF4-FFF2-40B4-BE49-F238E27FC236}">
                    <a16:creationId xmlns:a16="http://schemas.microsoft.com/office/drawing/2014/main" id="{1F415738-353B-A26A-AB39-08343BED93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20864567" flipH="1">
                <a:off x="5134516" y="3699794"/>
                <a:ext cx="125925" cy="328498"/>
              </a:xfrm>
              <a:prstGeom prst="rect">
                <a:avLst/>
              </a:prstGeom>
              <a:solidFill>
                <a:srgbClr val="00206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50" name="Rectangle 15">
                <a:extLst>
                  <a:ext uri="{FF2B5EF4-FFF2-40B4-BE49-F238E27FC236}">
                    <a16:creationId xmlns:a16="http://schemas.microsoft.com/office/drawing/2014/main" id="{58BAADF0-486D-53A9-6565-2EBFF4B0F2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858641" flipH="1">
                <a:off x="5127630" y="3961297"/>
                <a:ext cx="122317" cy="370790"/>
              </a:xfrm>
              <a:prstGeom prst="rect">
                <a:avLst/>
              </a:prstGeom>
              <a:solidFill>
                <a:srgbClr val="00206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B20CBDF-39C7-0588-A94B-19F42F07185D}"/>
              </a:ext>
            </a:extLst>
          </p:cNvPr>
          <p:cNvGrpSpPr/>
          <p:nvPr/>
        </p:nvGrpSpPr>
        <p:grpSpPr>
          <a:xfrm>
            <a:off x="5827530" y="3910299"/>
            <a:ext cx="212831" cy="701906"/>
            <a:chOff x="629959" y="4590225"/>
            <a:chExt cx="634567" cy="1669221"/>
          </a:xfrm>
        </p:grpSpPr>
        <p:sp>
          <p:nvSpPr>
            <p:cNvPr id="52" name="Rectangle 15">
              <a:extLst>
                <a:ext uri="{FF2B5EF4-FFF2-40B4-BE49-F238E27FC236}">
                  <a16:creationId xmlns:a16="http://schemas.microsoft.com/office/drawing/2014/main" id="{6C5E33C8-91A0-CAC0-8D9E-A5827011EF8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965892" flipH="1">
              <a:off x="813690" y="5734448"/>
              <a:ext cx="157613" cy="458861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3" name="Rectangle 15">
              <a:extLst>
                <a:ext uri="{FF2B5EF4-FFF2-40B4-BE49-F238E27FC236}">
                  <a16:creationId xmlns:a16="http://schemas.microsoft.com/office/drawing/2014/main" id="{E14052F7-2B47-271F-BD59-47272BAC00C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1008483" flipH="1">
              <a:off x="819370" y="5373846"/>
              <a:ext cx="173347" cy="431161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4" name="Rectangle 17">
              <a:extLst>
                <a:ext uri="{FF2B5EF4-FFF2-40B4-BE49-F238E27FC236}">
                  <a16:creationId xmlns:a16="http://schemas.microsoft.com/office/drawing/2014/main" id="{76FDF016-70CC-CAF5-8A04-EC020E64713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 flipH="1">
              <a:off x="749276" y="6100400"/>
              <a:ext cx="297026" cy="13956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5" name="Rectangle 15">
              <a:extLst>
                <a:ext uri="{FF2B5EF4-FFF2-40B4-BE49-F238E27FC236}">
                  <a16:creationId xmlns:a16="http://schemas.microsoft.com/office/drawing/2014/main" id="{48747CBE-8CA4-F8B5-A98E-3AEE4F53778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1369840" flipH="1">
              <a:off x="804695" y="5377774"/>
              <a:ext cx="175604" cy="431161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9ED5665-0165-B0E3-26DB-A9D5468BE3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403088" flipH="1">
              <a:off x="799240" y="5745699"/>
              <a:ext cx="160327" cy="474075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7" name="Rectangle 17">
              <a:extLst>
                <a:ext uri="{FF2B5EF4-FFF2-40B4-BE49-F238E27FC236}">
                  <a16:creationId xmlns:a16="http://schemas.microsoft.com/office/drawing/2014/main" id="{86395CA6-4971-7D3E-F8FC-607F5DB9996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1040023" flipH="1">
              <a:off x="768082" y="6138625"/>
              <a:ext cx="287410" cy="120821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69B7134A-949E-9E5F-6FE1-292E0A651DF7}"/>
                </a:ext>
              </a:extLst>
            </p:cNvPr>
            <p:cNvGrpSpPr/>
            <p:nvPr/>
          </p:nvGrpSpPr>
          <p:grpSpPr>
            <a:xfrm rot="21054332">
              <a:off x="629959" y="4590225"/>
              <a:ext cx="634567" cy="826788"/>
              <a:chOff x="679483" y="4626863"/>
              <a:chExt cx="634567" cy="826788"/>
            </a:xfrm>
          </p:grpSpPr>
          <p:sp>
            <p:nvSpPr>
              <p:cNvPr id="59" name="Rectangle 14">
                <a:extLst>
                  <a:ext uri="{FF2B5EF4-FFF2-40B4-BE49-F238E27FC236}">
                    <a16:creationId xmlns:a16="http://schemas.microsoft.com/office/drawing/2014/main" id="{E3BD127E-B913-539A-7374-6FD59CFFCF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3808838" flipH="1">
                <a:off x="1051925" y="4715348"/>
                <a:ext cx="122177" cy="402073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60" name="Oval 11">
                <a:extLst>
                  <a:ext uri="{FF2B5EF4-FFF2-40B4-BE49-F238E27FC236}">
                    <a16:creationId xmlns:a16="http://schemas.microsoft.com/office/drawing/2014/main" id="{EC546EA1-6F3B-560A-6AE4-03A829EB8D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59126" flipH="1">
                <a:off x="796547" y="4627985"/>
                <a:ext cx="243644" cy="292814"/>
              </a:xfrm>
              <a:prstGeom prst="ellipse">
                <a:avLst/>
              </a:prstGeom>
              <a:solidFill>
                <a:srgbClr val="002060"/>
              </a:solidFill>
              <a:ln w="9525" algn="ctr">
                <a:solidFill>
                  <a:schemeClr val="bg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EFBCDBF1-E789-2B6F-EF91-ED8A77217FEB}"/>
                  </a:ext>
                </a:extLst>
              </p:cNvPr>
              <p:cNvSpPr/>
              <p:nvPr/>
            </p:nvSpPr>
            <p:spPr>
              <a:xfrm>
                <a:off x="741004" y="4884368"/>
                <a:ext cx="324047" cy="303943"/>
              </a:xfrm>
              <a:prstGeom prst="ellipse">
                <a:avLst/>
              </a:prstGeom>
              <a:solidFill>
                <a:srgbClr val="002060"/>
              </a:solidFill>
              <a:ln w="9525" algn="ctr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Oval 12">
                <a:extLst>
                  <a:ext uri="{FF2B5EF4-FFF2-40B4-BE49-F238E27FC236}">
                    <a16:creationId xmlns:a16="http://schemas.microsoft.com/office/drawing/2014/main" id="{68C37FDD-9360-EB04-E52B-4B348D229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321597" flipH="1">
                <a:off x="722158" y="4881495"/>
                <a:ext cx="321024" cy="572156"/>
              </a:xfrm>
              <a:prstGeom prst="ellipse">
                <a:avLst/>
              </a:prstGeom>
              <a:solidFill>
                <a:srgbClr val="002060"/>
              </a:solidFill>
              <a:ln w="9525" algn="ctr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63" name="Rectangle 14">
                <a:extLst>
                  <a:ext uri="{FF2B5EF4-FFF2-40B4-BE49-F238E27FC236}">
                    <a16:creationId xmlns:a16="http://schemas.microsoft.com/office/drawing/2014/main" id="{6E190801-0314-25F4-6BDF-01AA35589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2703047" flipH="1">
                <a:off x="764078" y="4909229"/>
                <a:ext cx="148869" cy="318059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6D983796-337C-1D88-F9DF-6BB8BF78C5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8506483" flipH="1">
                <a:off x="753922" y="5071699"/>
                <a:ext cx="109639" cy="32558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65" name="Rectangle 13">
                <a:extLst>
                  <a:ext uri="{FF2B5EF4-FFF2-40B4-BE49-F238E27FC236}">
                    <a16:creationId xmlns:a16="http://schemas.microsoft.com/office/drawing/2014/main" id="{0B6A32F8-DF8A-874F-96C2-67F2020485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4229478" flipH="1">
                <a:off x="825498" y="5318183"/>
                <a:ext cx="141327" cy="111151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E1E00A56-D93E-3D42-D8B5-5BDCC1D849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8676597" flipH="1">
                <a:off x="1157666" y="4633700"/>
                <a:ext cx="89475" cy="242687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67" name="Rectangle 13">
                <a:extLst>
                  <a:ext uri="{FF2B5EF4-FFF2-40B4-BE49-F238E27FC236}">
                    <a16:creationId xmlns:a16="http://schemas.microsoft.com/office/drawing/2014/main" id="{3FC8DDB5-2546-9EC8-7B6A-FBB5E7D790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4229478" flipH="1">
                <a:off x="1057159" y="4589836"/>
                <a:ext cx="69279" cy="143333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3CF665F-3616-D7BE-FD51-9C3007404E7D}"/>
              </a:ext>
            </a:extLst>
          </p:cNvPr>
          <p:cNvGrpSpPr/>
          <p:nvPr/>
        </p:nvGrpSpPr>
        <p:grpSpPr>
          <a:xfrm flipH="1">
            <a:off x="7125081" y="4560049"/>
            <a:ext cx="128868" cy="156855"/>
            <a:chOff x="6825343" y="1110343"/>
            <a:chExt cx="1937658" cy="2079171"/>
          </a:xfrm>
        </p:grpSpPr>
        <p:sp>
          <p:nvSpPr>
            <p:cNvPr id="69" name="Freeform 30">
              <a:extLst>
                <a:ext uri="{FF2B5EF4-FFF2-40B4-BE49-F238E27FC236}">
                  <a16:creationId xmlns:a16="http://schemas.microsoft.com/office/drawing/2014/main" id="{ED6689E7-99C8-3CD1-4A5E-986644D0B68E}"/>
                </a:ext>
              </a:extLst>
            </p:cNvPr>
            <p:cNvSpPr/>
            <p:nvPr/>
          </p:nvSpPr>
          <p:spPr>
            <a:xfrm>
              <a:off x="6901543" y="1110343"/>
              <a:ext cx="1861458" cy="1828800"/>
            </a:xfrm>
            <a:custGeom>
              <a:avLst/>
              <a:gdLst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611086 w 1839686"/>
                <a:gd name="connsiteY5" fmla="*/ 1480457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687286 w 1839686"/>
                <a:gd name="connsiteY5" fmla="*/ 1534885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719943 w 1839686"/>
                <a:gd name="connsiteY5" fmla="*/ 1556656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61458"/>
                <a:gd name="connsiteY0" fmla="*/ 870857 h 1828800"/>
                <a:gd name="connsiteX1" fmla="*/ 849086 w 1861458"/>
                <a:gd name="connsiteY1" fmla="*/ 903514 h 1828800"/>
                <a:gd name="connsiteX2" fmla="*/ 1077686 w 1861458"/>
                <a:gd name="connsiteY2" fmla="*/ 1208314 h 1828800"/>
                <a:gd name="connsiteX3" fmla="*/ 838200 w 1861458"/>
                <a:gd name="connsiteY3" fmla="*/ 1654628 h 1828800"/>
                <a:gd name="connsiteX4" fmla="*/ 1219200 w 1861458"/>
                <a:gd name="connsiteY4" fmla="*/ 1828800 h 1828800"/>
                <a:gd name="connsiteX5" fmla="*/ 1719943 w 1861458"/>
                <a:gd name="connsiteY5" fmla="*/ 1556656 h 1828800"/>
                <a:gd name="connsiteX6" fmla="*/ 1861458 w 1861458"/>
                <a:gd name="connsiteY6" fmla="*/ 1436914 h 1828800"/>
                <a:gd name="connsiteX7" fmla="*/ 1839686 w 1861458"/>
                <a:gd name="connsiteY7" fmla="*/ 859971 h 1828800"/>
                <a:gd name="connsiteX8" fmla="*/ 1730829 w 1861458"/>
                <a:gd name="connsiteY8" fmla="*/ 402771 h 1828800"/>
                <a:gd name="connsiteX9" fmla="*/ 1295400 w 1861458"/>
                <a:gd name="connsiteY9" fmla="*/ 32657 h 1828800"/>
                <a:gd name="connsiteX10" fmla="*/ 816429 w 1861458"/>
                <a:gd name="connsiteY10" fmla="*/ 0 h 1828800"/>
                <a:gd name="connsiteX11" fmla="*/ 337457 w 1861458"/>
                <a:gd name="connsiteY11" fmla="*/ 228600 h 1828800"/>
                <a:gd name="connsiteX12" fmla="*/ 130629 w 1861458"/>
                <a:gd name="connsiteY12" fmla="*/ 609600 h 1828800"/>
                <a:gd name="connsiteX13" fmla="*/ 0 w 1861458"/>
                <a:gd name="connsiteY13" fmla="*/ 870857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61458" h="1828800">
                  <a:moveTo>
                    <a:pt x="0" y="870857"/>
                  </a:moveTo>
                  <a:lnTo>
                    <a:pt x="849086" y="903514"/>
                  </a:lnTo>
                  <a:lnTo>
                    <a:pt x="1077686" y="1208314"/>
                  </a:lnTo>
                  <a:lnTo>
                    <a:pt x="838200" y="1654628"/>
                  </a:lnTo>
                  <a:lnTo>
                    <a:pt x="1219200" y="1828800"/>
                  </a:lnTo>
                  <a:lnTo>
                    <a:pt x="1719943" y="1556656"/>
                  </a:lnTo>
                  <a:lnTo>
                    <a:pt x="1861458" y="1436914"/>
                  </a:lnTo>
                  <a:lnTo>
                    <a:pt x="1839686" y="859971"/>
                  </a:lnTo>
                  <a:lnTo>
                    <a:pt x="1730829" y="402771"/>
                  </a:lnTo>
                  <a:lnTo>
                    <a:pt x="1295400" y="32657"/>
                  </a:lnTo>
                  <a:lnTo>
                    <a:pt x="816429" y="0"/>
                  </a:lnTo>
                  <a:lnTo>
                    <a:pt x="337457" y="228600"/>
                  </a:lnTo>
                  <a:lnTo>
                    <a:pt x="130629" y="609600"/>
                  </a:lnTo>
                  <a:lnTo>
                    <a:pt x="0" y="870857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0" name="Freeform 31">
              <a:extLst>
                <a:ext uri="{FF2B5EF4-FFF2-40B4-BE49-F238E27FC236}">
                  <a16:creationId xmlns:a16="http://schemas.microsoft.com/office/drawing/2014/main" id="{B38AB412-C97D-8E10-E83B-020074279300}"/>
                </a:ext>
              </a:extLst>
            </p:cNvPr>
            <p:cNvSpPr/>
            <p:nvPr/>
          </p:nvSpPr>
          <p:spPr>
            <a:xfrm>
              <a:off x="6890657" y="1981200"/>
              <a:ext cx="936172" cy="174171"/>
            </a:xfrm>
            <a:custGeom>
              <a:avLst/>
              <a:gdLst>
                <a:gd name="connsiteX0" fmla="*/ 97972 w 936172"/>
                <a:gd name="connsiteY0" fmla="*/ 87086 h 174171"/>
                <a:gd name="connsiteX1" fmla="*/ 936172 w 936172"/>
                <a:gd name="connsiteY1" fmla="*/ 174171 h 174171"/>
                <a:gd name="connsiteX2" fmla="*/ 914400 w 936172"/>
                <a:gd name="connsiteY2" fmla="*/ 76200 h 174171"/>
                <a:gd name="connsiteX3" fmla="*/ 87086 w 936172"/>
                <a:gd name="connsiteY3" fmla="*/ 0 h 174171"/>
                <a:gd name="connsiteX4" fmla="*/ 0 w 936172"/>
                <a:gd name="connsiteY4" fmla="*/ 43543 h 17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6172" h="174171">
                  <a:moveTo>
                    <a:pt x="97972" y="87086"/>
                  </a:moveTo>
                  <a:lnTo>
                    <a:pt x="936172" y="174171"/>
                  </a:lnTo>
                  <a:lnTo>
                    <a:pt x="914400" y="76200"/>
                  </a:lnTo>
                  <a:lnTo>
                    <a:pt x="87086" y="0"/>
                  </a:lnTo>
                  <a:lnTo>
                    <a:pt x="0" y="43543"/>
                  </a:lnTo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32">
              <a:extLst>
                <a:ext uri="{FF2B5EF4-FFF2-40B4-BE49-F238E27FC236}">
                  <a16:creationId xmlns:a16="http://schemas.microsoft.com/office/drawing/2014/main" id="{C26E485A-AE74-584A-6D45-42C9D5CFA697}"/>
                </a:ext>
              </a:extLst>
            </p:cNvPr>
            <p:cNvSpPr/>
            <p:nvPr/>
          </p:nvSpPr>
          <p:spPr>
            <a:xfrm>
              <a:off x="6955971" y="2024743"/>
              <a:ext cx="283029" cy="1153886"/>
            </a:xfrm>
            <a:custGeom>
              <a:avLst/>
              <a:gdLst>
                <a:gd name="connsiteX0" fmla="*/ 0 w 283029"/>
                <a:gd name="connsiteY0" fmla="*/ 43543 h 1153886"/>
                <a:gd name="connsiteX1" fmla="*/ 108858 w 283029"/>
                <a:gd name="connsiteY1" fmla="*/ 598714 h 1153886"/>
                <a:gd name="connsiteX2" fmla="*/ 130629 w 283029"/>
                <a:gd name="connsiteY2" fmla="*/ 979714 h 1153886"/>
                <a:gd name="connsiteX3" fmla="*/ 228600 w 283029"/>
                <a:gd name="connsiteY3" fmla="*/ 1153886 h 1153886"/>
                <a:gd name="connsiteX4" fmla="*/ 283029 w 283029"/>
                <a:gd name="connsiteY4" fmla="*/ 1132114 h 1153886"/>
                <a:gd name="connsiteX5" fmla="*/ 174172 w 283029"/>
                <a:gd name="connsiteY5" fmla="*/ 805543 h 1153886"/>
                <a:gd name="connsiteX6" fmla="*/ 174172 w 283029"/>
                <a:gd name="connsiteY6" fmla="*/ 576943 h 1153886"/>
                <a:gd name="connsiteX7" fmla="*/ 87086 w 283029"/>
                <a:gd name="connsiteY7" fmla="*/ 0 h 1153886"/>
                <a:gd name="connsiteX8" fmla="*/ 0 w 283029"/>
                <a:gd name="connsiteY8" fmla="*/ 43543 h 1153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3029" h="1153886">
                  <a:moveTo>
                    <a:pt x="0" y="43543"/>
                  </a:moveTo>
                  <a:lnTo>
                    <a:pt x="108858" y="598714"/>
                  </a:lnTo>
                  <a:lnTo>
                    <a:pt x="130629" y="979714"/>
                  </a:lnTo>
                  <a:lnTo>
                    <a:pt x="228600" y="1153886"/>
                  </a:lnTo>
                  <a:lnTo>
                    <a:pt x="283029" y="1132114"/>
                  </a:lnTo>
                  <a:lnTo>
                    <a:pt x="174172" y="805543"/>
                  </a:lnTo>
                  <a:lnTo>
                    <a:pt x="174172" y="576943"/>
                  </a:lnTo>
                  <a:lnTo>
                    <a:pt x="87086" y="0"/>
                  </a:lnTo>
                  <a:lnTo>
                    <a:pt x="0" y="43543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2" name="Freeform 33">
              <a:extLst>
                <a:ext uri="{FF2B5EF4-FFF2-40B4-BE49-F238E27FC236}">
                  <a16:creationId xmlns:a16="http://schemas.microsoft.com/office/drawing/2014/main" id="{4FC10DDE-EB16-16D2-0748-22674D7C38B0}"/>
                </a:ext>
              </a:extLst>
            </p:cNvPr>
            <p:cNvSpPr/>
            <p:nvPr/>
          </p:nvSpPr>
          <p:spPr>
            <a:xfrm>
              <a:off x="6825343" y="2438400"/>
              <a:ext cx="1088571" cy="206829"/>
            </a:xfrm>
            <a:custGeom>
              <a:avLst/>
              <a:gdLst>
                <a:gd name="connsiteX0" fmla="*/ 1012371 w 1088571"/>
                <a:gd name="connsiteY0" fmla="*/ 97971 h 206829"/>
                <a:gd name="connsiteX1" fmla="*/ 511628 w 1088571"/>
                <a:gd name="connsiteY1" fmla="*/ 130629 h 206829"/>
                <a:gd name="connsiteX2" fmla="*/ 195943 w 1088571"/>
                <a:gd name="connsiteY2" fmla="*/ 119743 h 206829"/>
                <a:gd name="connsiteX3" fmla="*/ 43543 w 1088571"/>
                <a:gd name="connsiteY3" fmla="*/ 87086 h 206829"/>
                <a:gd name="connsiteX4" fmla="*/ 163286 w 1088571"/>
                <a:gd name="connsiteY4" fmla="*/ 32657 h 206829"/>
                <a:gd name="connsiteX5" fmla="*/ 163286 w 1088571"/>
                <a:gd name="connsiteY5" fmla="*/ 0 h 206829"/>
                <a:gd name="connsiteX6" fmla="*/ 0 w 1088571"/>
                <a:gd name="connsiteY6" fmla="*/ 76200 h 206829"/>
                <a:gd name="connsiteX7" fmla="*/ 0 w 1088571"/>
                <a:gd name="connsiteY7" fmla="*/ 119743 h 206829"/>
                <a:gd name="connsiteX8" fmla="*/ 185057 w 1088571"/>
                <a:gd name="connsiteY8" fmla="*/ 185057 h 206829"/>
                <a:gd name="connsiteX9" fmla="*/ 511628 w 1088571"/>
                <a:gd name="connsiteY9" fmla="*/ 185057 h 206829"/>
                <a:gd name="connsiteX10" fmla="*/ 925286 w 1088571"/>
                <a:gd name="connsiteY10" fmla="*/ 195943 h 206829"/>
                <a:gd name="connsiteX11" fmla="*/ 1088571 w 1088571"/>
                <a:gd name="connsiteY11" fmla="*/ 206829 h 206829"/>
                <a:gd name="connsiteX12" fmla="*/ 1066800 w 1088571"/>
                <a:gd name="connsiteY12" fmla="*/ 152400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8571" h="206829">
                  <a:moveTo>
                    <a:pt x="1012371" y="97971"/>
                  </a:moveTo>
                  <a:lnTo>
                    <a:pt x="511628" y="130629"/>
                  </a:lnTo>
                  <a:lnTo>
                    <a:pt x="195943" y="119743"/>
                  </a:lnTo>
                  <a:lnTo>
                    <a:pt x="43543" y="87086"/>
                  </a:lnTo>
                  <a:lnTo>
                    <a:pt x="163286" y="32657"/>
                  </a:lnTo>
                  <a:lnTo>
                    <a:pt x="163286" y="0"/>
                  </a:lnTo>
                  <a:lnTo>
                    <a:pt x="0" y="76200"/>
                  </a:lnTo>
                  <a:lnTo>
                    <a:pt x="0" y="119743"/>
                  </a:lnTo>
                  <a:lnTo>
                    <a:pt x="185057" y="185057"/>
                  </a:lnTo>
                  <a:lnTo>
                    <a:pt x="511628" y="185057"/>
                  </a:lnTo>
                  <a:lnTo>
                    <a:pt x="925286" y="195943"/>
                  </a:lnTo>
                  <a:lnTo>
                    <a:pt x="1088571" y="206829"/>
                  </a:lnTo>
                  <a:lnTo>
                    <a:pt x="1066800" y="152400"/>
                  </a:lnTo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3" name="Freeform 34">
              <a:extLst>
                <a:ext uri="{FF2B5EF4-FFF2-40B4-BE49-F238E27FC236}">
                  <a16:creationId xmlns:a16="http://schemas.microsoft.com/office/drawing/2014/main" id="{A15C87FF-C6E3-5EAA-656C-502D89549148}"/>
                </a:ext>
              </a:extLst>
            </p:cNvPr>
            <p:cNvSpPr/>
            <p:nvPr/>
          </p:nvSpPr>
          <p:spPr>
            <a:xfrm>
              <a:off x="6825343" y="2514600"/>
              <a:ext cx="195943" cy="631371"/>
            </a:xfrm>
            <a:custGeom>
              <a:avLst/>
              <a:gdLst>
                <a:gd name="connsiteX0" fmla="*/ 10886 w 195943"/>
                <a:gd name="connsiteY0" fmla="*/ 0 h 631371"/>
                <a:gd name="connsiteX1" fmla="*/ 32657 w 195943"/>
                <a:gd name="connsiteY1" fmla="*/ 326571 h 631371"/>
                <a:gd name="connsiteX2" fmla="*/ 195943 w 195943"/>
                <a:gd name="connsiteY2" fmla="*/ 609600 h 631371"/>
                <a:gd name="connsiteX3" fmla="*/ 119743 w 195943"/>
                <a:gd name="connsiteY3" fmla="*/ 631371 h 631371"/>
                <a:gd name="connsiteX4" fmla="*/ 0 w 195943"/>
                <a:gd name="connsiteY4" fmla="*/ 326571 h 631371"/>
                <a:gd name="connsiteX5" fmla="*/ 10886 w 195943"/>
                <a:gd name="connsiteY5" fmla="*/ 0 h 631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5943" h="631371">
                  <a:moveTo>
                    <a:pt x="10886" y="0"/>
                  </a:moveTo>
                  <a:lnTo>
                    <a:pt x="32657" y="326571"/>
                  </a:lnTo>
                  <a:lnTo>
                    <a:pt x="195943" y="609600"/>
                  </a:lnTo>
                  <a:lnTo>
                    <a:pt x="119743" y="631371"/>
                  </a:lnTo>
                  <a:lnTo>
                    <a:pt x="0" y="326571"/>
                  </a:lnTo>
                  <a:lnTo>
                    <a:pt x="10886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Freeform 35">
              <a:extLst>
                <a:ext uri="{FF2B5EF4-FFF2-40B4-BE49-F238E27FC236}">
                  <a16:creationId xmlns:a16="http://schemas.microsoft.com/office/drawing/2014/main" id="{020214D9-0EA9-D904-82E9-F4570E3B89C2}"/>
                </a:ext>
              </a:extLst>
            </p:cNvPr>
            <p:cNvSpPr/>
            <p:nvPr/>
          </p:nvSpPr>
          <p:spPr>
            <a:xfrm>
              <a:off x="6977743" y="2645229"/>
              <a:ext cx="1055914" cy="544285"/>
            </a:xfrm>
            <a:custGeom>
              <a:avLst/>
              <a:gdLst>
                <a:gd name="connsiteX0" fmla="*/ 261257 w 1055914"/>
                <a:gd name="connsiteY0" fmla="*/ 54428 h 544285"/>
                <a:gd name="connsiteX1" fmla="*/ 65314 w 1055914"/>
                <a:gd name="connsiteY1" fmla="*/ 402771 h 544285"/>
                <a:gd name="connsiteX2" fmla="*/ 141514 w 1055914"/>
                <a:gd name="connsiteY2" fmla="*/ 457200 h 544285"/>
                <a:gd name="connsiteX3" fmla="*/ 522514 w 1055914"/>
                <a:gd name="connsiteY3" fmla="*/ 446314 h 544285"/>
                <a:gd name="connsiteX4" fmla="*/ 881743 w 1055914"/>
                <a:gd name="connsiteY4" fmla="*/ 315685 h 544285"/>
                <a:gd name="connsiteX5" fmla="*/ 1055914 w 1055914"/>
                <a:gd name="connsiteY5" fmla="*/ 228600 h 544285"/>
                <a:gd name="connsiteX6" fmla="*/ 1055914 w 1055914"/>
                <a:gd name="connsiteY6" fmla="*/ 228600 h 544285"/>
                <a:gd name="connsiteX7" fmla="*/ 674914 w 1055914"/>
                <a:gd name="connsiteY7" fmla="*/ 457200 h 544285"/>
                <a:gd name="connsiteX8" fmla="*/ 315686 w 1055914"/>
                <a:gd name="connsiteY8" fmla="*/ 544285 h 544285"/>
                <a:gd name="connsiteX9" fmla="*/ 32657 w 1055914"/>
                <a:gd name="connsiteY9" fmla="*/ 511628 h 544285"/>
                <a:gd name="connsiteX10" fmla="*/ 0 w 1055914"/>
                <a:gd name="connsiteY10" fmla="*/ 435428 h 544285"/>
                <a:gd name="connsiteX11" fmla="*/ 32657 w 1055914"/>
                <a:gd name="connsiteY11" fmla="*/ 304800 h 544285"/>
                <a:gd name="connsiteX12" fmla="*/ 261257 w 1055914"/>
                <a:gd name="connsiteY12" fmla="*/ 0 h 544285"/>
                <a:gd name="connsiteX13" fmla="*/ 261257 w 1055914"/>
                <a:gd name="connsiteY13" fmla="*/ 54428 h 544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55914" h="544285">
                  <a:moveTo>
                    <a:pt x="261257" y="54428"/>
                  </a:moveTo>
                  <a:lnTo>
                    <a:pt x="65314" y="402771"/>
                  </a:lnTo>
                  <a:lnTo>
                    <a:pt x="141514" y="457200"/>
                  </a:lnTo>
                  <a:lnTo>
                    <a:pt x="522514" y="446314"/>
                  </a:lnTo>
                  <a:lnTo>
                    <a:pt x="881743" y="315685"/>
                  </a:lnTo>
                  <a:lnTo>
                    <a:pt x="1055914" y="228600"/>
                  </a:lnTo>
                  <a:lnTo>
                    <a:pt x="1055914" y="228600"/>
                  </a:lnTo>
                  <a:lnTo>
                    <a:pt x="674914" y="457200"/>
                  </a:lnTo>
                  <a:lnTo>
                    <a:pt x="315686" y="544285"/>
                  </a:lnTo>
                  <a:lnTo>
                    <a:pt x="32657" y="511628"/>
                  </a:lnTo>
                  <a:lnTo>
                    <a:pt x="0" y="435428"/>
                  </a:lnTo>
                  <a:lnTo>
                    <a:pt x="32657" y="304800"/>
                  </a:lnTo>
                  <a:lnTo>
                    <a:pt x="261257" y="0"/>
                  </a:lnTo>
                  <a:lnTo>
                    <a:pt x="261257" y="5442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Freeform 36">
              <a:extLst>
                <a:ext uri="{FF2B5EF4-FFF2-40B4-BE49-F238E27FC236}">
                  <a16:creationId xmlns:a16="http://schemas.microsoft.com/office/drawing/2014/main" id="{97A95D0F-15BE-D828-C357-DEDE1BF19B70}"/>
                </a:ext>
              </a:extLst>
            </p:cNvPr>
            <p:cNvSpPr/>
            <p:nvPr/>
          </p:nvSpPr>
          <p:spPr>
            <a:xfrm>
              <a:off x="7609114" y="2133600"/>
              <a:ext cx="206829" cy="979714"/>
            </a:xfrm>
            <a:custGeom>
              <a:avLst/>
              <a:gdLst>
                <a:gd name="connsiteX0" fmla="*/ 119743 w 206829"/>
                <a:gd name="connsiteY0" fmla="*/ 10886 h 979714"/>
                <a:gd name="connsiteX1" fmla="*/ 0 w 206829"/>
                <a:gd name="connsiteY1" fmla="*/ 979714 h 979714"/>
                <a:gd name="connsiteX2" fmla="*/ 119743 w 206829"/>
                <a:gd name="connsiteY2" fmla="*/ 936171 h 979714"/>
                <a:gd name="connsiteX3" fmla="*/ 206829 w 206829"/>
                <a:gd name="connsiteY3" fmla="*/ 0 h 979714"/>
                <a:gd name="connsiteX4" fmla="*/ 119743 w 206829"/>
                <a:gd name="connsiteY4" fmla="*/ 10886 h 979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6829" h="979714">
                  <a:moveTo>
                    <a:pt x="119743" y="10886"/>
                  </a:moveTo>
                  <a:lnTo>
                    <a:pt x="0" y="979714"/>
                  </a:lnTo>
                  <a:lnTo>
                    <a:pt x="119743" y="936171"/>
                  </a:lnTo>
                  <a:lnTo>
                    <a:pt x="206829" y="0"/>
                  </a:lnTo>
                  <a:lnTo>
                    <a:pt x="119743" y="1088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D12B5099-01B9-873F-E460-06585804431B}"/>
              </a:ext>
            </a:extLst>
          </p:cNvPr>
          <p:cNvSpPr/>
          <p:nvPr/>
        </p:nvSpPr>
        <p:spPr>
          <a:xfrm>
            <a:off x="7536101" y="2422534"/>
            <a:ext cx="239215" cy="196097"/>
          </a:xfrm>
          <a:custGeom>
            <a:avLst/>
            <a:gdLst>
              <a:gd name="connsiteX0" fmla="*/ 0 w 713232"/>
              <a:gd name="connsiteY0" fmla="*/ 27432 h 466344"/>
              <a:gd name="connsiteX1" fmla="*/ 219456 w 713232"/>
              <a:gd name="connsiteY1" fmla="*/ 27432 h 466344"/>
              <a:gd name="connsiteX2" fmla="*/ 320040 w 713232"/>
              <a:gd name="connsiteY2" fmla="*/ 0 h 466344"/>
              <a:gd name="connsiteX3" fmla="*/ 475488 w 713232"/>
              <a:gd name="connsiteY3" fmla="*/ 256032 h 466344"/>
              <a:gd name="connsiteX4" fmla="*/ 713232 w 713232"/>
              <a:gd name="connsiteY4" fmla="*/ 466344 h 466344"/>
              <a:gd name="connsiteX5" fmla="*/ 0 w 713232"/>
              <a:gd name="connsiteY5" fmla="*/ 27432 h 466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3232" h="466344">
                <a:moveTo>
                  <a:pt x="0" y="27432"/>
                </a:moveTo>
                <a:lnTo>
                  <a:pt x="219456" y="27432"/>
                </a:lnTo>
                <a:lnTo>
                  <a:pt x="320040" y="0"/>
                </a:lnTo>
                <a:lnTo>
                  <a:pt x="475488" y="256032"/>
                </a:lnTo>
                <a:lnTo>
                  <a:pt x="713232" y="466344"/>
                </a:lnTo>
                <a:lnTo>
                  <a:pt x="0" y="27432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FC968113-3F3D-9A8D-7631-887E8D0FBA66}"/>
              </a:ext>
            </a:extLst>
          </p:cNvPr>
          <p:cNvSpPr/>
          <p:nvPr/>
        </p:nvSpPr>
        <p:spPr>
          <a:xfrm>
            <a:off x="7775316" y="2606856"/>
            <a:ext cx="610306" cy="249928"/>
          </a:xfrm>
          <a:custGeom>
            <a:avLst/>
            <a:gdLst>
              <a:gd name="connsiteX0" fmla="*/ 0 w 1819656"/>
              <a:gd name="connsiteY0" fmla="*/ 36576 h 594360"/>
              <a:gd name="connsiteX1" fmla="*/ 466344 w 1819656"/>
              <a:gd name="connsiteY1" fmla="*/ 0 h 594360"/>
              <a:gd name="connsiteX2" fmla="*/ 749808 w 1819656"/>
              <a:gd name="connsiteY2" fmla="*/ 237744 h 594360"/>
              <a:gd name="connsiteX3" fmla="*/ 896112 w 1819656"/>
              <a:gd name="connsiteY3" fmla="*/ 594360 h 594360"/>
              <a:gd name="connsiteX4" fmla="*/ 1819656 w 1819656"/>
              <a:gd name="connsiteY4" fmla="*/ 576072 h 594360"/>
              <a:gd name="connsiteX0" fmla="*/ 0 w 1819656"/>
              <a:gd name="connsiteY0" fmla="*/ 36576 h 594360"/>
              <a:gd name="connsiteX1" fmla="*/ 466344 w 1819656"/>
              <a:gd name="connsiteY1" fmla="*/ 0 h 594360"/>
              <a:gd name="connsiteX2" fmla="*/ 749808 w 1819656"/>
              <a:gd name="connsiteY2" fmla="*/ 237744 h 594360"/>
              <a:gd name="connsiteX3" fmla="*/ 896112 w 1819656"/>
              <a:gd name="connsiteY3" fmla="*/ 594360 h 594360"/>
              <a:gd name="connsiteX4" fmla="*/ 1819656 w 1819656"/>
              <a:gd name="connsiteY4" fmla="*/ 576072 h 594360"/>
              <a:gd name="connsiteX0" fmla="*/ 0 w 1819656"/>
              <a:gd name="connsiteY0" fmla="*/ 36576 h 594360"/>
              <a:gd name="connsiteX1" fmla="*/ 466344 w 1819656"/>
              <a:gd name="connsiteY1" fmla="*/ 0 h 594360"/>
              <a:gd name="connsiteX2" fmla="*/ 749808 w 1819656"/>
              <a:gd name="connsiteY2" fmla="*/ 237744 h 594360"/>
              <a:gd name="connsiteX3" fmla="*/ 896112 w 1819656"/>
              <a:gd name="connsiteY3" fmla="*/ 594360 h 594360"/>
              <a:gd name="connsiteX4" fmla="*/ 1819656 w 1819656"/>
              <a:gd name="connsiteY4" fmla="*/ 576072 h 594360"/>
              <a:gd name="connsiteX0" fmla="*/ 0 w 1819656"/>
              <a:gd name="connsiteY0" fmla="*/ 36576 h 594360"/>
              <a:gd name="connsiteX1" fmla="*/ 466344 w 1819656"/>
              <a:gd name="connsiteY1" fmla="*/ 0 h 594360"/>
              <a:gd name="connsiteX2" fmla="*/ 749808 w 1819656"/>
              <a:gd name="connsiteY2" fmla="*/ 237744 h 594360"/>
              <a:gd name="connsiteX3" fmla="*/ 896112 w 1819656"/>
              <a:gd name="connsiteY3" fmla="*/ 594360 h 594360"/>
              <a:gd name="connsiteX4" fmla="*/ 1819656 w 1819656"/>
              <a:gd name="connsiteY4" fmla="*/ 576072 h 594360"/>
              <a:gd name="connsiteX0" fmla="*/ 0 w 1819656"/>
              <a:gd name="connsiteY0" fmla="*/ 36576 h 594360"/>
              <a:gd name="connsiteX1" fmla="*/ 466344 w 1819656"/>
              <a:gd name="connsiteY1" fmla="*/ 0 h 594360"/>
              <a:gd name="connsiteX2" fmla="*/ 749808 w 1819656"/>
              <a:gd name="connsiteY2" fmla="*/ 237744 h 594360"/>
              <a:gd name="connsiteX3" fmla="*/ 896112 w 1819656"/>
              <a:gd name="connsiteY3" fmla="*/ 594360 h 594360"/>
              <a:gd name="connsiteX4" fmla="*/ 1819656 w 1819656"/>
              <a:gd name="connsiteY4" fmla="*/ 576072 h 594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19656" h="594360">
                <a:moveTo>
                  <a:pt x="0" y="36576"/>
                </a:moveTo>
                <a:lnTo>
                  <a:pt x="466344" y="0"/>
                </a:lnTo>
                <a:cubicBezTo>
                  <a:pt x="707136" y="79248"/>
                  <a:pt x="655320" y="158496"/>
                  <a:pt x="749808" y="237744"/>
                </a:cubicBezTo>
                <a:cubicBezTo>
                  <a:pt x="789432" y="457200"/>
                  <a:pt x="701040" y="429768"/>
                  <a:pt x="896112" y="594360"/>
                </a:cubicBezTo>
                <a:lnTo>
                  <a:pt x="1819656" y="576072"/>
                </a:ln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E0C10963-EEEE-F0A2-63E1-D1582EF8D4E7}"/>
              </a:ext>
            </a:extLst>
          </p:cNvPr>
          <p:cNvSpPr/>
          <p:nvPr/>
        </p:nvSpPr>
        <p:spPr>
          <a:xfrm>
            <a:off x="6226550" y="2506885"/>
            <a:ext cx="1386222" cy="1876381"/>
          </a:xfrm>
          <a:custGeom>
            <a:avLst/>
            <a:gdLst>
              <a:gd name="connsiteX0" fmla="*/ 0 w 4178808"/>
              <a:gd name="connsiteY0" fmla="*/ 4453128 h 4453128"/>
              <a:gd name="connsiteX1" fmla="*/ 4178808 w 4178808"/>
              <a:gd name="connsiteY1" fmla="*/ 0 h 4453128"/>
              <a:gd name="connsiteX0" fmla="*/ 0 w 4178808"/>
              <a:gd name="connsiteY0" fmla="*/ 4453128 h 4453128"/>
              <a:gd name="connsiteX1" fmla="*/ 4178808 w 4178808"/>
              <a:gd name="connsiteY1" fmla="*/ 0 h 4453128"/>
              <a:gd name="connsiteX0" fmla="*/ 0 w 4178808"/>
              <a:gd name="connsiteY0" fmla="*/ 4453128 h 4453128"/>
              <a:gd name="connsiteX1" fmla="*/ 4178808 w 4178808"/>
              <a:gd name="connsiteY1" fmla="*/ 0 h 4453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178808" h="4453128">
                <a:moveTo>
                  <a:pt x="0" y="4453128"/>
                </a:moveTo>
                <a:cubicBezTo>
                  <a:pt x="1575816" y="3041904"/>
                  <a:pt x="2840736" y="1969008"/>
                  <a:pt x="4178808" y="0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3220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68">
            <a:extLst>
              <a:ext uri="{FF2B5EF4-FFF2-40B4-BE49-F238E27FC236}">
                <a16:creationId xmlns:a16="http://schemas.microsoft.com/office/drawing/2014/main" id="{321D8BF6-CA4E-CE81-9564-D01DA92AF7F5}"/>
              </a:ext>
            </a:extLst>
          </p:cNvPr>
          <p:cNvSpPr/>
          <p:nvPr/>
        </p:nvSpPr>
        <p:spPr>
          <a:xfrm>
            <a:off x="0" y="1852906"/>
            <a:ext cx="9155008" cy="102151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1E38641-B6EC-C5AE-DA39-5FBE42E3E632}"/>
              </a:ext>
            </a:extLst>
          </p:cNvPr>
          <p:cNvSpPr/>
          <p:nvPr/>
        </p:nvSpPr>
        <p:spPr>
          <a:xfrm>
            <a:off x="0" y="836164"/>
            <a:ext cx="9155008" cy="102151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B22AF3-DDEE-CF77-8219-F9F1B9D06A30}"/>
              </a:ext>
            </a:extLst>
          </p:cNvPr>
          <p:cNvSpPr/>
          <p:nvPr/>
        </p:nvSpPr>
        <p:spPr>
          <a:xfrm>
            <a:off x="-11008" y="2868308"/>
            <a:ext cx="9155008" cy="1021514"/>
          </a:xfrm>
          <a:prstGeom prst="rect">
            <a:avLst/>
          </a:prstGeom>
          <a:solidFill>
            <a:srgbClr val="B8D0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C0C8249-C38B-11B0-3F5A-60BECD8ABF3F}"/>
              </a:ext>
            </a:extLst>
          </p:cNvPr>
          <p:cNvSpPr/>
          <p:nvPr/>
        </p:nvSpPr>
        <p:spPr>
          <a:xfrm>
            <a:off x="0" y="3883045"/>
            <a:ext cx="9155008" cy="102151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EE1C949-D2A9-B20B-719B-4F2200A5AE2E}"/>
              </a:ext>
            </a:extLst>
          </p:cNvPr>
          <p:cNvSpPr/>
          <p:nvPr/>
        </p:nvSpPr>
        <p:spPr>
          <a:xfrm>
            <a:off x="-11008" y="4903227"/>
            <a:ext cx="9155008" cy="1021514"/>
          </a:xfrm>
          <a:prstGeom prst="rect">
            <a:avLst/>
          </a:prstGeom>
          <a:solidFill>
            <a:srgbClr val="E4ED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-25000" dirty="0">
              <a:solidFill>
                <a:schemeClr val="tx2"/>
              </a:solidFill>
            </a:endParaRPr>
          </a:p>
        </p:txBody>
      </p:sp>
      <p:sp>
        <p:nvSpPr>
          <p:cNvPr id="28" name="Freeform 11">
            <a:extLst>
              <a:ext uri="{FF2B5EF4-FFF2-40B4-BE49-F238E27FC236}">
                <a16:creationId xmlns:a16="http://schemas.microsoft.com/office/drawing/2014/main" id="{F7C0194A-C504-F973-46DF-EC5D0476825F}"/>
              </a:ext>
            </a:extLst>
          </p:cNvPr>
          <p:cNvSpPr/>
          <p:nvPr/>
        </p:nvSpPr>
        <p:spPr>
          <a:xfrm>
            <a:off x="393192" y="5755057"/>
            <a:ext cx="8190411" cy="431074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 10">
            <a:extLst>
              <a:ext uri="{FF2B5EF4-FFF2-40B4-BE49-F238E27FC236}">
                <a16:creationId xmlns:a16="http://schemas.microsoft.com/office/drawing/2014/main" id="{AA0C26DE-B66E-5B62-89C3-A2A83E1CBDDE}"/>
              </a:ext>
            </a:extLst>
          </p:cNvPr>
          <p:cNvSpPr/>
          <p:nvPr/>
        </p:nvSpPr>
        <p:spPr>
          <a:xfrm flipH="1">
            <a:off x="138344" y="6189012"/>
            <a:ext cx="8190411" cy="431074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 12">
            <a:extLst>
              <a:ext uri="{FF2B5EF4-FFF2-40B4-BE49-F238E27FC236}">
                <a16:creationId xmlns:a16="http://schemas.microsoft.com/office/drawing/2014/main" id="{44411227-9B7C-5D0C-4EE4-0F5A574F1014}"/>
              </a:ext>
            </a:extLst>
          </p:cNvPr>
          <p:cNvSpPr/>
          <p:nvPr/>
        </p:nvSpPr>
        <p:spPr>
          <a:xfrm flipH="1">
            <a:off x="356059" y="6014840"/>
            <a:ext cx="4406536" cy="407125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13">
            <a:extLst>
              <a:ext uri="{FF2B5EF4-FFF2-40B4-BE49-F238E27FC236}">
                <a16:creationId xmlns:a16="http://schemas.microsoft.com/office/drawing/2014/main" id="{1D0CE1C6-E1E9-38F5-FDD4-E8BB427BB536}"/>
              </a:ext>
            </a:extLst>
          </p:cNvPr>
          <p:cNvSpPr/>
          <p:nvPr/>
        </p:nvSpPr>
        <p:spPr>
          <a:xfrm flipV="1">
            <a:off x="4536171" y="6075800"/>
            <a:ext cx="3596640" cy="359230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E96AC71-CD39-AA06-5CA9-21E8E3EB340E}"/>
              </a:ext>
            </a:extLst>
          </p:cNvPr>
          <p:cNvGrpSpPr/>
          <p:nvPr/>
        </p:nvGrpSpPr>
        <p:grpSpPr>
          <a:xfrm rot="20961902">
            <a:off x="1531309" y="5504812"/>
            <a:ext cx="298350" cy="713055"/>
            <a:chOff x="5063149" y="2854270"/>
            <a:chExt cx="575157" cy="1466234"/>
          </a:xfrm>
        </p:grpSpPr>
        <p:sp>
          <p:nvSpPr>
            <p:cNvPr id="34" name="Rectangle 15">
              <a:extLst>
                <a:ext uri="{FF2B5EF4-FFF2-40B4-BE49-F238E27FC236}">
                  <a16:creationId xmlns:a16="http://schemas.microsoft.com/office/drawing/2014/main" id="{695A3993-836B-0F9A-5ECE-F6E09597B19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0644678" flipH="1">
              <a:off x="5237882" y="3681402"/>
              <a:ext cx="107389" cy="376627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5" name="Rectangle 15">
              <a:extLst>
                <a:ext uri="{FF2B5EF4-FFF2-40B4-BE49-F238E27FC236}">
                  <a16:creationId xmlns:a16="http://schemas.microsoft.com/office/drawing/2014/main" id="{42B63A6D-A68B-490B-3EEC-34978362EEE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0948418" flipH="1">
              <a:off x="5294458" y="3940873"/>
              <a:ext cx="113533" cy="351821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7" name="Rectangle 14">
              <a:extLst>
                <a:ext uri="{FF2B5EF4-FFF2-40B4-BE49-F238E27FC236}">
                  <a16:creationId xmlns:a16="http://schemas.microsoft.com/office/drawing/2014/main" id="{E05D9497-3B11-991B-05DB-D7045945FCB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4972790" flipH="1">
              <a:off x="5429802" y="3287524"/>
              <a:ext cx="64164" cy="266147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8" name="Oval 12">
              <a:extLst>
                <a:ext uri="{FF2B5EF4-FFF2-40B4-BE49-F238E27FC236}">
                  <a16:creationId xmlns:a16="http://schemas.microsoft.com/office/drawing/2014/main" id="{33DB0DB5-7E44-BF2B-4330-92A4B88E16E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28198" flipH="1">
              <a:off x="5092673" y="3242154"/>
              <a:ext cx="257923" cy="546784"/>
            </a:xfrm>
            <a:prstGeom prst="ellipse">
              <a:avLst/>
            </a:prstGeom>
            <a:solidFill>
              <a:srgbClr val="00206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9" name="Rectangle 14">
              <a:extLst>
                <a:ext uri="{FF2B5EF4-FFF2-40B4-BE49-F238E27FC236}">
                  <a16:creationId xmlns:a16="http://schemas.microsoft.com/office/drawing/2014/main" id="{0D2E3C3C-FE90-3F05-4158-2154DABF4E4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614817" flipH="1">
              <a:off x="5259327" y="3270466"/>
              <a:ext cx="114403" cy="260471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1" name="Oval 11">
              <a:extLst>
                <a:ext uri="{FF2B5EF4-FFF2-40B4-BE49-F238E27FC236}">
                  <a16:creationId xmlns:a16="http://schemas.microsoft.com/office/drawing/2014/main" id="{0972F8BA-391D-B1D4-C95A-517B4B79DFC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0290183" flipH="1">
              <a:off x="5079184" y="2854270"/>
              <a:ext cx="359459" cy="438048"/>
            </a:xfrm>
            <a:prstGeom prst="ellipse">
              <a:avLst/>
            </a:prstGeom>
            <a:solidFill>
              <a:srgbClr val="002060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342A339-3631-3FF6-49BA-D34CD4F6A99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3819322" flipH="1">
              <a:off x="5462222" y="3297371"/>
              <a:ext cx="88795" cy="263372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3" name="Rectangle 17">
              <a:extLst>
                <a:ext uri="{FF2B5EF4-FFF2-40B4-BE49-F238E27FC236}">
                  <a16:creationId xmlns:a16="http://schemas.microsoft.com/office/drawing/2014/main" id="{5CC166A6-D84D-E4B6-9CF1-4B2F9CC4E5A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1338708" flipH="1">
              <a:off x="5311872" y="4200836"/>
              <a:ext cx="199481" cy="101189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7F4EC91B-095D-F031-325E-C0691252D67E}"/>
                </a:ext>
              </a:extLst>
            </p:cNvPr>
            <p:cNvGrpSpPr/>
            <p:nvPr/>
          </p:nvGrpSpPr>
          <p:grpSpPr>
            <a:xfrm rot="445581">
              <a:off x="5063149" y="3688211"/>
              <a:ext cx="255129" cy="632293"/>
              <a:chOff x="5127630" y="3699794"/>
              <a:chExt cx="255129" cy="632293"/>
            </a:xfrm>
          </p:grpSpPr>
          <p:sp>
            <p:nvSpPr>
              <p:cNvPr id="40" name="Rectangle 17">
                <a:extLst>
                  <a:ext uri="{FF2B5EF4-FFF2-40B4-BE49-F238E27FC236}">
                    <a16:creationId xmlns:a16="http://schemas.microsoft.com/office/drawing/2014/main" id="{E43B14A3-3100-1787-74AE-2284765C7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5168689" y="4233580"/>
                <a:ext cx="214070" cy="94748"/>
              </a:xfrm>
              <a:prstGeom prst="rect">
                <a:avLst/>
              </a:prstGeom>
              <a:solidFill>
                <a:srgbClr val="00206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45" name="Rectangle 15">
                <a:extLst>
                  <a:ext uri="{FF2B5EF4-FFF2-40B4-BE49-F238E27FC236}">
                    <a16:creationId xmlns:a16="http://schemas.microsoft.com/office/drawing/2014/main" id="{929F8126-8B1C-2098-A802-5D510E20C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20864567" flipH="1">
                <a:off x="5134516" y="3699794"/>
                <a:ext cx="125925" cy="328498"/>
              </a:xfrm>
              <a:prstGeom prst="rect">
                <a:avLst/>
              </a:prstGeom>
              <a:solidFill>
                <a:srgbClr val="00206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46" name="Rectangle 15">
                <a:extLst>
                  <a:ext uri="{FF2B5EF4-FFF2-40B4-BE49-F238E27FC236}">
                    <a16:creationId xmlns:a16="http://schemas.microsoft.com/office/drawing/2014/main" id="{941428BF-1044-1A44-7087-0CAF317748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858641" flipH="1">
                <a:off x="5127630" y="3961297"/>
                <a:ext cx="122317" cy="370790"/>
              </a:xfrm>
              <a:prstGeom prst="rect">
                <a:avLst/>
              </a:prstGeom>
              <a:solidFill>
                <a:srgbClr val="00206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DF9559D-79EC-2802-4C55-A242CCB4CF7A}"/>
              </a:ext>
            </a:extLst>
          </p:cNvPr>
          <p:cNvGrpSpPr/>
          <p:nvPr/>
        </p:nvGrpSpPr>
        <p:grpSpPr>
          <a:xfrm>
            <a:off x="629959" y="4590225"/>
            <a:ext cx="634567" cy="1669221"/>
            <a:chOff x="629959" y="4590225"/>
            <a:chExt cx="634567" cy="1669221"/>
          </a:xfrm>
        </p:grpSpPr>
        <p:sp>
          <p:nvSpPr>
            <p:cNvPr id="4" name="Rectangle 15">
              <a:extLst>
                <a:ext uri="{FF2B5EF4-FFF2-40B4-BE49-F238E27FC236}">
                  <a16:creationId xmlns:a16="http://schemas.microsoft.com/office/drawing/2014/main" id="{925FEA0D-CC19-9781-955F-C24627B20FE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965892" flipH="1">
              <a:off x="813690" y="5734448"/>
              <a:ext cx="157613" cy="458861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" name="Rectangle 15">
              <a:extLst>
                <a:ext uri="{FF2B5EF4-FFF2-40B4-BE49-F238E27FC236}">
                  <a16:creationId xmlns:a16="http://schemas.microsoft.com/office/drawing/2014/main" id="{79E3388A-690A-91CF-918F-F3294341DB1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1008483" flipH="1">
              <a:off x="819370" y="5373846"/>
              <a:ext cx="173347" cy="431161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" name="Rectangle 17">
              <a:extLst>
                <a:ext uri="{FF2B5EF4-FFF2-40B4-BE49-F238E27FC236}">
                  <a16:creationId xmlns:a16="http://schemas.microsoft.com/office/drawing/2014/main" id="{B1D8C6C4-2A6A-7447-0586-BCD7DD811E9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 flipH="1">
              <a:off x="749276" y="6100400"/>
              <a:ext cx="297026" cy="13956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5" name="Rectangle 15">
              <a:extLst>
                <a:ext uri="{FF2B5EF4-FFF2-40B4-BE49-F238E27FC236}">
                  <a16:creationId xmlns:a16="http://schemas.microsoft.com/office/drawing/2014/main" id="{14B3D986-C942-3100-7A0B-AC4101AA3FC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1369840" flipH="1">
              <a:off x="804695" y="5377774"/>
              <a:ext cx="175604" cy="431161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F8D4DC5-F937-3053-42FA-57FED387D6D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403088" flipH="1">
              <a:off x="799240" y="5745699"/>
              <a:ext cx="160327" cy="474075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7" name="Rectangle 17">
              <a:extLst>
                <a:ext uri="{FF2B5EF4-FFF2-40B4-BE49-F238E27FC236}">
                  <a16:creationId xmlns:a16="http://schemas.microsoft.com/office/drawing/2014/main" id="{9F4DD3FA-7B3B-B797-5E49-BD3E33B15C0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1040023" flipH="1">
              <a:off x="768082" y="6138625"/>
              <a:ext cx="287410" cy="120821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66E997E3-717B-A87F-A0F0-CDD92031C675}"/>
                </a:ext>
              </a:extLst>
            </p:cNvPr>
            <p:cNvGrpSpPr/>
            <p:nvPr/>
          </p:nvGrpSpPr>
          <p:grpSpPr>
            <a:xfrm rot="21054332">
              <a:off x="629959" y="4590225"/>
              <a:ext cx="634567" cy="826788"/>
              <a:chOff x="679483" y="4626863"/>
              <a:chExt cx="634567" cy="826788"/>
            </a:xfrm>
          </p:grpSpPr>
          <p:sp>
            <p:nvSpPr>
              <p:cNvPr id="53" name="Rectangle 14">
                <a:extLst>
                  <a:ext uri="{FF2B5EF4-FFF2-40B4-BE49-F238E27FC236}">
                    <a16:creationId xmlns:a16="http://schemas.microsoft.com/office/drawing/2014/main" id="{B299340C-1833-0269-C670-7374B4C328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3808838" flipH="1">
                <a:off x="1051925" y="4715348"/>
                <a:ext cx="122177" cy="402073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11" name="Oval 11">
                <a:extLst>
                  <a:ext uri="{FF2B5EF4-FFF2-40B4-BE49-F238E27FC236}">
                    <a16:creationId xmlns:a16="http://schemas.microsoft.com/office/drawing/2014/main" id="{B593C538-2273-563F-D8BB-59F8C860D8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59126" flipH="1">
                <a:off x="796547" y="4627985"/>
                <a:ext cx="243644" cy="292814"/>
              </a:xfrm>
              <a:prstGeom prst="ellipse">
                <a:avLst/>
              </a:prstGeom>
              <a:solidFill>
                <a:srgbClr val="002060"/>
              </a:solidFill>
              <a:ln w="9525" algn="ctr">
                <a:solidFill>
                  <a:schemeClr val="bg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4FDE7CB-04DE-363A-3618-3D28846C32E6}"/>
                  </a:ext>
                </a:extLst>
              </p:cNvPr>
              <p:cNvSpPr/>
              <p:nvPr/>
            </p:nvSpPr>
            <p:spPr>
              <a:xfrm>
                <a:off x="741004" y="4884368"/>
                <a:ext cx="324047" cy="303943"/>
              </a:xfrm>
              <a:prstGeom prst="ellipse">
                <a:avLst/>
              </a:prstGeom>
              <a:solidFill>
                <a:srgbClr val="002060"/>
              </a:solidFill>
              <a:ln w="9525" algn="ctr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Oval 12">
                <a:extLst>
                  <a:ext uri="{FF2B5EF4-FFF2-40B4-BE49-F238E27FC236}">
                    <a16:creationId xmlns:a16="http://schemas.microsoft.com/office/drawing/2014/main" id="{DAEFCDF9-B11F-3731-9141-F12899735E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321597" flipH="1">
                <a:off x="722158" y="4881495"/>
                <a:ext cx="321024" cy="572156"/>
              </a:xfrm>
              <a:prstGeom prst="ellipse">
                <a:avLst/>
              </a:prstGeom>
              <a:solidFill>
                <a:srgbClr val="002060"/>
              </a:solidFill>
              <a:ln w="9525" algn="ctr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10" name="Rectangle 14">
                <a:extLst>
                  <a:ext uri="{FF2B5EF4-FFF2-40B4-BE49-F238E27FC236}">
                    <a16:creationId xmlns:a16="http://schemas.microsoft.com/office/drawing/2014/main" id="{CEE5F339-8780-BB59-54ED-D22E79356F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2703047" flipH="1">
                <a:off x="764078" y="4909229"/>
                <a:ext cx="148869" cy="318059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ADEBB6F-09DD-003E-5E1E-1E7C49C581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8506483" flipH="1">
                <a:off x="753922" y="5071699"/>
                <a:ext cx="109639" cy="32558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17" name="Rectangle 13">
                <a:extLst>
                  <a:ext uri="{FF2B5EF4-FFF2-40B4-BE49-F238E27FC236}">
                    <a16:creationId xmlns:a16="http://schemas.microsoft.com/office/drawing/2014/main" id="{DB7ED3CB-6D94-F0ED-75BE-CBCE8420CE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4229478" flipH="1">
                <a:off x="825498" y="5318183"/>
                <a:ext cx="141327" cy="111151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B37606A-8A4F-273C-85DE-8EB09A839C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8676597" flipH="1">
                <a:off x="1157666" y="4633700"/>
                <a:ext cx="89475" cy="242687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52" name="Rectangle 13">
                <a:extLst>
                  <a:ext uri="{FF2B5EF4-FFF2-40B4-BE49-F238E27FC236}">
                    <a16:creationId xmlns:a16="http://schemas.microsoft.com/office/drawing/2014/main" id="{7002E1B4-9B59-09F5-C9F2-CA700513FB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4229478" flipH="1">
                <a:off x="1057159" y="4589836"/>
                <a:ext cx="69279" cy="143333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F036605-72B5-E0E4-475B-C711FD084F0A}"/>
              </a:ext>
            </a:extLst>
          </p:cNvPr>
          <p:cNvGrpSpPr/>
          <p:nvPr/>
        </p:nvGrpSpPr>
        <p:grpSpPr>
          <a:xfrm flipH="1">
            <a:off x="4498670" y="6135411"/>
            <a:ext cx="384226" cy="373021"/>
            <a:chOff x="6825343" y="1110343"/>
            <a:chExt cx="1937658" cy="2079171"/>
          </a:xfrm>
        </p:grpSpPr>
        <p:sp>
          <p:nvSpPr>
            <p:cNvPr id="19" name="Freeform 30">
              <a:extLst>
                <a:ext uri="{FF2B5EF4-FFF2-40B4-BE49-F238E27FC236}">
                  <a16:creationId xmlns:a16="http://schemas.microsoft.com/office/drawing/2014/main" id="{458D3C03-6DD2-9751-4BA4-2B68632C86F2}"/>
                </a:ext>
              </a:extLst>
            </p:cNvPr>
            <p:cNvSpPr/>
            <p:nvPr/>
          </p:nvSpPr>
          <p:spPr>
            <a:xfrm>
              <a:off x="6901543" y="1110343"/>
              <a:ext cx="1861458" cy="1828800"/>
            </a:xfrm>
            <a:custGeom>
              <a:avLst/>
              <a:gdLst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611086 w 1839686"/>
                <a:gd name="connsiteY5" fmla="*/ 1480457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687286 w 1839686"/>
                <a:gd name="connsiteY5" fmla="*/ 1534885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719943 w 1839686"/>
                <a:gd name="connsiteY5" fmla="*/ 1556656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61458"/>
                <a:gd name="connsiteY0" fmla="*/ 870857 h 1828800"/>
                <a:gd name="connsiteX1" fmla="*/ 849086 w 1861458"/>
                <a:gd name="connsiteY1" fmla="*/ 903514 h 1828800"/>
                <a:gd name="connsiteX2" fmla="*/ 1077686 w 1861458"/>
                <a:gd name="connsiteY2" fmla="*/ 1208314 h 1828800"/>
                <a:gd name="connsiteX3" fmla="*/ 838200 w 1861458"/>
                <a:gd name="connsiteY3" fmla="*/ 1654628 h 1828800"/>
                <a:gd name="connsiteX4" fmla="*/ 1219200 w 1861458"/>
                <a:gd name="connsiteY4" fmla="*/ 1828800 h 1828800"/>
                <a:gd name="connsiteX5" fmla="*/ 1719943 w 1861458"/>
                <a:gd name="connsiteY5" fmla="*/ 1556656 h 1828800"/>
                <a:gd name="connsiteX6" fmla="*/ 1861458 w 1861458"/>
                <a:gd name="connsiteY6" fmla="*/ 1436914 h 1828800"/>
                <a:gd name="connsiteX7" fmla="*/ 1839686 w 1861458"/>
                <a:gd name="connsiteY7" fmla="*/ 859971 h 1828800"/>
                <a:gd name="connsiteX8" fmla="*/ 1730829 w 1861458"/>
                <a:gd name="connsiteY8" fmla="*/ 402771 h 1828800"/>
                <a:gd name="connsiteX9" fmla="*/ 1295400 w 1861458"/>
                <a:gd name="connsiteY9" fmla="*/ 32657 h 1828800"/>
                <a:gd name="connsiteX10" fmla="*/ 816429 w 1861458"/>
                <a:gd name="connsiteY10" fmla="*/ 0 h 1828800"/>
                <a:gd name="connsiteX11" fmla="*/ 337457 w 1861458"/>
                <a:gd name="connsiteY11" fmla="*/ 228600 h 1828800"/>
                <a:gd name="connsiteX12" fmla="*/ 130629 w 1861458"/>
                <a:gd name="connsiteY12" fmla="*/ 609600 h 1828800"/>
                <a:gd name="connsiteX13" fmla="*/ 0 w 1861458"/>
                <a:gd name="connsiteY13" fmla="*/ 870857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61458" h="1828800">
                  <a:moveTo>
                    <a:pt x="0" y="870857"/>
                  </a:moveTo>
                  <a:lnTo>
                    <a:pt x="849086" y="903514"/>
                  </a:lnTo>
                  <a:lnTo>
                    <a:pt x="1077686" y="1208314"/>
                  </a:lnTo>
                  <a:lnTo>
                    <a:pt x="838200" y="1654628"/>
                  </a:lnTo>
                  <a:lnTo>
                    <a:pt x="1219200" y="1828800"/>
                  </a:lnTo>
                  <a:lnTo>
                    <a:pt x="1719943" y="1556656"/>
                  </a:lnTo>
                  <a:lnTo>
                    <a:pt x="1861458" y="1436914"/>
                  </a:lnTo>
                  <a:lnTo>
                    <a:pt x="1839686" y="859971"/>
                  </a:lnTo>
                  <a:lnTo>
                    <a:pt x="1730829" y="402771"/>
                  </a:lnTo>
                  <a:lnTo>
                    <a:pt x="1295400" y="32657"/>
                  </a:lnTo>
                  <a:lnTo>
                    <a:pt x="816429" y="0"/>
                  </a:lnTo>
                  <a:lnTo>
                    <a:pt x="337457" y="228600"/>
                  </a:lnTo>
                  <a:lnTo>
                    <a:pt x="130629" y="609600"/>
                  </a:lnTo>
                  <a:lnTo>
                    <a:pt x="0" y="870857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Freeform 31">
              <a:extLst>
                <a:ext uri="{FF2B5EF4-FFF2-40B4-BE49-F238E27FC236}">
                  <a16:creationId xmlns:a16="http://schemas.microsoft.com/office/drawing/2014/main" id="{5160B618-7C10-C791-33C8-9534402BFAEB}"/>
                </a:ext>
              </a:extLst>
            </p:cNvPr>
            <p:cNvSpPr/>
            <p:nvPr/>
          </p:nvSpPr>
          <p:spPr>
            <a:xfrm>
              <a:off x="6890657" y="1981200"/>
              <a:ext cx="936172" cy="174171"/>
            </a:xfrm>
            <a:custGeom>
              <a:avLst/>
              <a:gdLst>
                <a:gd name="connsiteX0" fmla="*/ 97972 w 936172"/>
                <a:gd name="connsiteY0" fmla="*/ 87086 h 174171"/>
                <a:gd name="connsiteX1" fmla="*/ 936172 w 936172"/>
                <a:gd name="connsiteY1" fmla="*/ 174171 h 174171"/>
                <a:gd name="connsiteX2" fmla="*/ 914400 w 936172"/>
                <a:gd name="connsiteY2" fmla="*/ 76200 h 174171"/>
                <a:gd name="connsiteX3" fmla="*/ 87086 w 936172"/>
                <a:gd name="connsiteY3" fmla="*/ 0 h 174171"/>
                <a:gd name="connsiteX4" fmla="*/ 0 w 936172"/>
                <a:gd name="connsiteY4" fmla="*/ 43543 h 17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6172" h="174171">
                  <a:moveTo>
                    <a:pt x="97972" y="87086"/>
                  </a:moveTo>
                  <a:lnTo>
                    <a:pt x="936172" y="174171"/>
                  </a:lnTo>
                  <a:lnTo>
                    <a:pt x="914400" y="76200"/>
                  </a:lnTo>
                  <a:lnTo>
                    <a:pt x="87086" y="0"/>
                  </a:lnTo>
                  <a:lnTo>
                    <a:pt x="0" y="43543"/>
                  </a:lnTo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Freeform 32">
              <a:extLst>
                <a:ext uri="{FF2B5EF4-FFF2-40B4-BE49-F238E27FC236}">
                  <a16:creationId xmlns:a16="http://schemas.microsoft.com/office/drawing/2014/main" id="{7ECD3981-BB5F-B747-9E46-7C42284DADF4}"/>
                </a:ext>
              </a:extLst>
            </p:cNvPr>
            <p:cNvSpPr/>
            <p:nvPr/>
          </p:nvSpPr>
          <p:spPr>
            <a:xfrm>
              <a:off x="6955971" y="2024743"/>
              <a:ext cx="283029" cy="1153886"/>
            </a:xfrm>
            <a:custGeom>
              <a:avLst/>
              <a:gdLst>
                <a:gd name="connsiteX0" fmla="*/ 0 w 283029"/>
                <a:gd name="connsiteY0" fmla="*/ 43543 h 1153886"/>
                <a:gd name="connsiteX1" fmla="*/ 108858 w 283029"/>
                <a:gd name="connsiteY1" fmla="*/ 598714 h 1153886"/>
                <a:gd name="connsiteX2" fmla="*/ 130629 w 283029"/>
                <a:gd name="connsiteY2" fmla="*/ 979714 h 1153886"/>
                <a:gd name="connsiteX3" fmla="*/ 228600 w 283029"/>
                <a:gd name="connsiteY3" fmla="*/ 1153886 h 1153886"/>
                <a:gd name="connsiteX4" fmla="*/ 283029 w 283029"/>
                <a:gd name="connsiteY4" fmla="*/ 1132114 h 1153886"/>
                <a:gd name="connsiteX5" fmla="*/ 174172 w 283029"/>
                <a:gd name="connsiteY5" fmla="*/ 805543 h 1153886"/>
                <a:gd name="connsiteX6" fmla="*/ 174172 w 283029"/>
                <a:gd name="connsiteY6" fmla="*/ 576943 h 1153886"/>
                <a:gd name="connsiteX7" fmla="*/ 87086 w 283029"/>
                <a:gd name="connsiteY7" fmla="*/ 0 h 1153886"/>
                <a:gd name="connsiteX8" fmla="*/ 0 w 283029"/>
                <a:gd name="connsiteY8" fmla="*/ 43543 h 1153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3029" h="1153886">
                  <a:moveTo>
                    <a:pt x="0" y="43543"/>
                  </a:moveTo>
                  <a:lnTo>
                    <a:pt x="108858" y="598714"/>
                  </a:lnTo>
                  <a:lnTo>
                    <a:pt x="130629" y="979714"/>
                  </a:lnTo>
                  <a:lnTo>
                    <a:pt x="228600" y="1153886"/>
                  </a:lnTo>
                  <a:lnTo>
                    <a:pt x="283029" y="1132114"/>
                  </a:lnTo>
                  <a:lnTo>
                    <a:pt x="174172" y="805543"/>
                  </a:lnTo>
                  <a:lnTo>
                    <a:pt x="174172" y="576943"/>
                  </a:lnTo>
                  <a:lnTo>
                    <a:pt x="87086" y="0"/>
                  </a:lnTo>
                  <a:lnTo>
                    <a:pt x="0" y="43543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Freeform 33">
              <a:extLst>
                <a:ext uri="{FF2B5EF4-FFF2-40B4-BE49-F238E27FC236}">
                  <a16:creationId xmlns:a16="http://schemas.microsoft.com/office/drawing/2014/main" id="{50A101AC-67B1-62E8-E53A-AE187DFBC0D2}"/>
                </a:ext>
              </a:extLst>
            </p:cNvPr>
            <p:cNvSpPr/>
            <p:nvPr/>
          </p:nvSpPr>
          <p:spPr>
            <a:xfrm>
              <a:off x="6825343" y="2438400"/>
              <a:ext cx="1088571" cy="206829"/>
            </a:xfrm>
            <a:custGeom>
              <a:avLst/>
              <a:gdLst>
                <a:gd name="connsiteX0" fmla="*/ 1012371 w 1088571"/>
                <a:gd name="connsiteY0" fmla="*/ 97971 h 206829"/>
                <a:gd name="connsiteX1" fmla="*/ 511628 w 1088571"/>
                <a:gd name="connsiteY1" fmla="*/ 130629 h 206829"/>
                <a:gd name="connsiteX2" fmla="*/ 195943 w 1088571"/>
                <a:gd name="connsiteY2" fmla="*/ 119743 h 206829"/>
                <a:gd name="connsiteX3" fmla="*/ 43543 w 1088571"/>
                <a:gd name="connsiteY3" fmla="*/ 87086 h 206829"/>
                <a:gd name="connsiteX4" fmla="*/ 163286 w 1088571"/>
                <a:gd name="connsiteY4" fmla="*/ 32657 h 206829"/>
                <a:gd name="connsiteX5" fmla="*/ 163286 w 1088571"/>
                <a:gd name="connsiteY5" fmla="*/ 0 h 206829"/>
                <a:gd name="connsiteX6" fmla="*/ 0 w 1088571"/>
                <a:gd name="connsiteY6" fmla="*/ 76200 h 206829"/>
                <a:gd name="connsiteX7" fmla="*/ 0 w 1088571"/>
                <a:gd name="connsiteY7" fmla="*/ 119743 h 206829"/>
                <a:gd name="connsiteX8" fmla="*/ 185057 w 1088571"/>
                <a:gd name="connsiteY8" fmla="*/ 185057 h 206829"/>
                <a:gd name="connsiteX9" fmla="*/ 511628 w 1088571"/>
                <a:gd name="connsiteY9" fmla="*/ 185057 h 206829"/>
                <a:gd name="connsiteX10" fmla="*/ 925286 w 1088571"/>
                <a:gd name="connsiteY10" fmla="*/ 195943 h 206829"/>
                <a:gd name="connsiteX11" fmla="*/ 1088571 w 1088571"/>
                <a:gd name="connsiteY11" fmla="*/ 206829 h 206829"/>
                <a:gd name="connsiteX12" fmla="*/ 1066800 w 1088571"/>
                <a:gd name="connsiteY12" fmla="*/ 152400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8571" h="206829">
                  <a:moveTo>
                    <a:pt x="1012371" y="97971"/>
                  </a:moveTo>
                  <a:lnTo>
                    <a:pt x="511628" y="130629"/>
                  </a:lnTo>
                  <a:lnTo>
                    <a:pt x="195943" y="119743"/>
                  </a:lnTo>
                  <a:lnTo>
                    <a:pt x="43543" y="87086"/>
                  </a:lnTo>
                  <a:lnTo>
                    <a:pt x="163286" y="32657"/>
                  </a:lnTo>
                  <a:lnTo>
                    <a:pt x="163286" y="0"/>
                  </a:lnTo>
                  <a:lnTo>
                    <a:pt x="0" y="76200"/>
                  </a:lnTo>
                  <a:lnTo>
                    <a:pt x="0" y="119743"/>
                  </a:lnTo>
                  <a:lnTo>
                    <a:pt x="185057" y="185057"/>
                  </a:lnTo>
                  <a:lnTo>
                    <a:pt x="511628" y="185057"/>
                  </a:lnTo>
                  <a:lnTo>
                    <a:pt x="925286" y="195943"/>
                  </a:lnTo>
                  <a:lnTo>
                    <a:pt x="1088571" y="206829"/>
                  </a:lnTo>
                  <a:lnTo>
                    <a:pt x="1066800" y="152400"/>
                  </a:lnTo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 34">
              <a:extLst>
                <a:ext uri="{FF2B5EF4-FFF2-40B4-BE49-F238E27FC236}">
                  <a16:creationId xmlns:a16="http://schemas.microsoft.com/office/drawing/2014/main" id="{A909AEC1-4869-9ECB-600E-8A1A18AA45F7}"/>
                </a:ext>
              </a:extLst>
            </p:cNvPr>
            <p:cNvSpPr/>
            <p:nvPr/>
          </p:nvSpPr>
          <p:spPr>
            <a:xfrm>
              <a:off x="6825343" y="2514600"/>
              <a:ext cx="195943" cy="631371"/>
            </a:xfrm>
            <a:custGeom>
              <a:avLst/>
              <a:gdLst>
                <a:gd name="connsiteX0" fmla="*/ 10886 w 195943"/>
                <a:gd name="connsiteY0" fmla="*/ 0 h 631371"/>
                <a:gd name="connsiteX1" fmla="*/ 32657 w 195943"/>
                <a:gd name="connsiteY1" fmla="*/ 326571 h 631371"/>
                <a:gd name="connsiteX2" fmla="*/ 195943 w 195943"/>
                <a:gd name="connsiteY2" fmla="*/ 609600 h 631371"/>
                <a:gd name="connsiteX3" fmla="*/ 119743 w 195943"/>
                <a:gd name="connsiteY3" fmla="*/ 631371 h 631371"/>
                <a:gd name="connsiteX4" fmla="*/ 0 w 195943"/>
                <a:gd name="connsiteY4" fmla="*/ 326571 h 631371"/>
                <a:gd name="connsiteX5" fmla="*/ 10886 w 195943"/>
                <a:gd name="connsiteY5" fmla="*/ 0 h 631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5943" h="631371">
                  <a:moveTo>
                    <a:pt x="10886" y="0"/>
                  </a:moveTo>
                  <a:lnTo>
                    <a:pt x="32657" y="326571"/>
                  </a:lnTo>
                  <a:lnTo>
                    <a:pt x="195943" y="609600"/>
                  </a:lnTo>
                  <a:lnTo>
                    <a:pt x="119743" y="631371"/>
                  </a:lnTo>
                  <a:lnTo>
                    <a:pt x="0" y="326571"/>
                  </a:lnTo>
                  <a:lnTo>
                    <a:pt x="10886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Freeform 35">
              <a:extLst>
                <a:ext uri="{FF2B5EF4-FFF2-40B4-BE49-F238E27FC236}">
                  <a16:creationId xmlns:a16="http://schemas.microsoft.com/office/drawing/2014/main" id="{936FF6C2-15CD-BDB2-935C-1F7046422238}"/>
                </a:ext>
              </a:extLst>
            </p:cNvPr>
            <p:cNvSpPr/>
            <p:nvPr/>
          </p:nvSpPr>
          <p:spPr>
            <a:xfrm>
              <a:off x="6977743" y="2645229"/>
              <a:ext cx="1055914" cy="544285"/>
            </a:xfrm>
            <a:custGeom>
              <a:avLst/>
              <a:gdLst>
                <a:gd name="connsiteX0" fmla="*/ 261257 w 1055914"/>
                <a:gd name="connsiteY0" fmla="*/ 54428 h 544285"/>
                <a:gd name="connsiteX1" fmla="*/ 65314 w 1055914"/>
                <a:gd name="connsiteY1" fmla="*/ 402771 h 544285"/>
                <a:gd name="connsiteX2" fmla="*/ 141514 w 1055914"/>
                <a:gd name="connsiteY2" fmla="*/ 457200 h 544285"/>
                <a:gd name="connsiteX3" fmla="*/ 522514 w 1055914"/>
                <a:gd name="connsiteY3" fmla="*/ 446314 h 544285"/>
                <a:gd name="connsiteX4" fmla="*/ 881743 w 1055914"/>
                <a:gd name="connsiteY4" fmla="*/ 315685 h 544285"/>
                <a:gd name="connsiteX5" fmla="*/ 1055914 w 1055914"/>
                <a:gd name="connsiteY5" fmla="*/ 228600 h 544285"/>
                <a:gd name="connsiteX6" fmla="*/ 1055914 w 1055914"/>
                <a:gd name="connsiteY6" fmla="*/ 228600 h 544285"/>
                <a:gd name="connsiteX7" fmla="*/ 674914 w 1055914"/>
                <a:gd name="connsiteY7" fmla="*/ 457200 h 544285"/>
                <a:gd name="connsiteX8" fmla="*/ 315686 w 1055914"/>
                <a:gd name="connsiteY8" fmla="*/ 544285 h 544285"/>
                <a:gd name="connsiteX9" fmla="*/ 32657 w 1055914"/>
                <a:gd name="connsiteY9" fmla="*/ 511628 h 544285"/>
                <a:gd name="connsiteX10" fmla="*/ 0 w 1055914"/>
                <a:gd name="connsiteY10" fmla="*/ 435428 h 544285"/>
                <a:gd name="connsiteX11" fmla="*/ 32657 w 1055914"/>
                <a:gd name="connsiteY11" fmla="*/ 304800 h 544285"/>
                <a:gd name="connsiteX12" fmla="*/ 261257 w 1055914"/>
                <a:gd name="connsiteY12" fmla="*/ 0 h 544285"/>
                <a:gd name="connsiteX13" fmla="*/ 261257 w 1055914"/>
                <a:gd name="connsiteY13" fmla="*/ 54428 h 544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55914" h="544285">
                  <a:moveTo>
                    <a:pt x="261257" y="54428"/>
                  </a:moveTo>
                  <a:lnTo>
                    <a:pt x="65314" y="402771"/>
                  </a:lnTo>
                  <a:lnTo>
                    <a:pt x="141514" y="457200"/>
                  </a:lnTo>
                  <a:lnTo>
                    <a:pt x="522514" y="446314"/>
                  </a:lnTo>
                  <a:lnTo>
                    <a:pt x="881743" y="315685"/>
                  </a:lnTo>
                  <a:lnTo>
                    <a:pt x="1055914" y="228600"/>
                  </a:lnTo>
                  <a:lnTo>
                    <a:pt x="1055914" y="228600"/>
                  </a:lnTo>
                  <a:lnTo>
                    <a:pt x="674914" y="457200"/>
                  </a:lnTo>
                  <a:lnTo>
                    <a:pt x="315686" y="544285"/>
                  </a:lnTo>
                  <a:lnTo>
                    <a:pt x="32657" y="511628"/>
                  </a:lnTo>
                  <a:lnTo>
                    <a:pt x="0" y="435428"/>
                  </a:lnTo>
                  <a:lnTo>
                    <a:pt x="32657" y="304800"/>
                  </a:lnTo>
                  <a:lnTo>
                    <a:pt x="261257" y="0"/>
                  </a:lnTo>
                  <a:lnTo>
                    <a:pt x="261257" y="5442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Freeform 36">
              <a:extLst>
                <a:ext uri="{FF2B5EF4-FFF2-40B4-BE49-F238E27FC236}">
                  <a16:creationId xmlns:a16="http://schemas.microsoft.com/office/drawing/2014/main" id="{E61089F0-0ED4-3BA1-4C54-19867375DE87}"/>
                </a:ext>
              </a:extLst>
            </p:cNvPr>
            <p:cNvSpPr/>
            <p:nvPr/>
          </p:nvSpPr>
          <p:spPr>
            <a:xfrm>
              <a:off x="7609114" y="2133600"/>
              <a:ext cx="206829" cy="979714"/>
            </a:xfrm>
            <a:custGeom>
              <a:avLst/>
              <a:gdLst>
                <a:gd name="connsiteX0" fmla="*/ 119743 w 206829"/>
                <a:gd name="connsiteY0" fmla="*/ 10886 h 979714"/>
                <a:gd name="connsiteX1" fmla="*/ 0 w 206829"/>
                <a:gd name="connsiteY1" fmla="*/ 979714 h 979714"/>
                <a:gd name="connsiteX2" fmla="*/ 119743 w 206829"/>
                <a:gd name="connsiteY2" fmla="*/ 936171 h 979714"/>
                <a:gd name="connsiteX3" fmla="*/ 206829 w 206829"/>
                <a:gd name="connsiteY3" fmla="*/ 0 h 979714"/>
                <a:gd name="connsiteX4" fmla="*/ 119743 w 206829"/>
                <a:gd name="connsiteY4" fmla="*/ 10886 h 979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6829" h="979714">
                  <a:moveTo>
                    <a:pt x="119743" y="10886"/>
                  </a:moveTo>
                  <a:lnTo>
                    <a:pt x="0" y="979714"/>
                  </a:lnTo>
                  <a:lnTo>
                    <a:pt x="119743" y="936171"/>
                  </a:lnTo>
                  <a:lnTo>
                    <a:pt x="206829" y="0"/>
                  </a:lnTo>
                  <a:lnTo>
                    <a:pt x="119743" y="1088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8382407-A695-1AFF-0728-38E59A6A284B}"/>
              </a:ext>
            </a:extLst>
          </p:cNvPr>
          <p:cNvSpPr/>
          <p:nvPr/>
        </p:nvSpPr>
        <p:spPr>
          <a:xfrm>
            <a:off x="5724144" y="1052131"/>
            <a:ext cx="713232" cy="466344"/>
          </a:xfrm>
          <a:custGeom>
            <a:avLst/>
            <a:gdLst>
              <a:gd name="connsiteX0" fmla="*/ 0 w 713232"/>
              <a:gd name="connsiteY0" fmla="*/ 27432 h 466344"/>
              <a:gd name="connsiteX1" fmla="*/ 219456 w 713232"/>
              <a:gd name="connsiteY1" fmla="*/ 27432 h 466344"/>
              <a:gd name="connsiteX2" fmla="*/ 320040 w 713232"/>
              <a:gd name="connsiteY2" fmla="*/ 0 h 466344"/>
              <a:gd name="connsiteX3" fmla="*/ 475488 w 713232"/>
              <a:gd name="connsiteY3" fmla="*/ 256032 h 466344"/>
              <a:gd name="connsiteX4" fmla="*/ 713232 w 713232"/>
              <a:gd name="connsiteY4" fmla="*/ 466344 h 466344"/>
              <a:gd name="connsiteX5" fmla="*/ 0 w 713232"/>
              <a:gd name="connsiteY5" fmla="*/ 27432 h 466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3232" h="466344">
                <a:moveTo>
                  <a:pt x="0" y="27432"/>
                </a:moveTo>
                <a:lnTo>
                  <a:pt x="219456" y="27432"/>
                </a:lnTo>
                <a:lnTo>
                  <a:pt x="320040" y="0"/>
                </a:lnTo>
                <a:lnTo>
                  <a:pt x="475488" y="256032"/>
                </a:lnTo>
                <a:lnTo>
                  <a:pt x="713232" y="466344"/>
                </a:lnTo>
                <a:lnTo>
                  <a:pt x="0" y="27432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04CF6433-EB79-82F6-CB13-AE61B5815458}"/>
              </a:ext>
            </a:extLst>
          </p:cNvPr>
          <p:cNvSpPr/>
          <p:nvPr/>
        </p:nvSpPr>
        <p:spPr>
          <a:xfrm>
            <a:off x="6437376" y="1490472"/>
            <a:ext cx="1819656" cy="594360"/>
          </a:xfrm>
          <a:custGeom>
            <a:avLst/>
            <a:gdLst>
              <a:gd name="connsiteX0" fmla="*/ 0 w 1819656"/>
              <a:gd name="connsiteY0" fmla="*/ 36576 h 594360"/>
              <a:gd name="connsiteX1" fmla="*/ 466344 w 1819656"/>
              <a:gd name="connsiteY1" fmla="*/ 0 h 594360"/>
              <a:gd name="connsiteX2" fmla="*/ 749808 w 1819656"/>
              <a:gd name="connsiteY2" fmla="*/ 237744 h 594360"/>
              <a:gd name="connsiteX3" fmla="*/ 896112 w 1819656"/>
              <a:gd name="connsiteY3" fmla="*/ 594360 h 594360"/>
              <a:gd name="connsiteX4" fmla="*/ 1819656 w 1819656"/>
              <a:gd name="connsiteY4" fmla="*/ 576072 h 594360"/>
              <a:gd name="connsiteX0" fmla="*/ 0 w 1819656"/>
              <a:gd name="connsiteY0" fmla="*/ 36576 h 594360"/>
              <a:gd name="connsiteX1" fmla="*/ 466344 w 1819656"/>
              <a:gd name="connsiteY1" fmla="*/ 0 h 594360"/>
              <a:gd name="connsiteX2" fmla="*/ 749808 w 1819656"/>
              <a:gd name="connsiteY2" fmla="*/ 237744 h 594360"/>
              <a:gd name="connsiteX3" fmla="*/ 896112 w 1819656"/>
              <a:gd name="connsiteY3" fmla="*/ 594360 h 594360"/>
              <a:gd name="connsiteX4" fmla="*/ 1819656 w 1819656"/>
              <a:gd name="connsiteY4" fmla="*/ 576072 h 594360"/>
              <a:gd name="connsiteX0" fmla="*/ 0 w 1819656"/>
              <a:gd name="connsiteY0" fmla="*/ 36576 h 594360"/>
              <a:gd name="connsiteX1" fmla="*/ 466344 w 1819656"/>
              <a:gd name="connsiteY1" fmla="*/ 0 h 594360"/>
              <a:gd name="connsiteX2" fmla="*/ 749808 w 1819656"/>
              <a:gd name="connsiteY2" fmla="*/ 237744 h 594360"/>
              <a:gd name="connsiteX3" fmla="*/ 896112 w 1819656"/>
              <a:gd name="connsiteY3" fmla="*/ 594360 h 594360"/>
              <a:gd name="connsiteX4" fmla="*/ 1819656 w 1819656"/>
              <a:gd name="connsiteY4" fmla="*/ 576072 h 594360"/>
              <a:gd name="connsiteX0" fmla="*/ 0 w 1819656"/>
              <a:gd name="connsiteY0" fmla="*/ 36576 h 594360"/>
              <a:gd name="connsiteX1" fmla="*/ 466344 w 1819656"/>
              <a:gd name="connsiteY1" fmla="*/ 0 h 594360"/>
              <a:gd name="connsiteX2" fmla="*/ 749808 w 1819656"/>
              <a:gd name="connsiteY2" fmla="*/ 237744 h 594360"/>
              <a:gd name="connsiteX3" fmla="*/ 896112 w 1819656"/>
              <a:gd name="connsiteY3" fmla="*/ 594360 h 594360"/>
              <a:gd name="connsiteX4" fmla="*/ 1819656 w 1819656"/>
              <a:gd name="connsiteY4" fmla="*/ 576072 h 594360"/>
              <a:gd name="connsiteX0" fmla="*/ 0 w 1819656"/>
              <a:gd name="connsiteY0" fmla="*/ 36576 h 594360"/>
              <a:gd name="connsiteX1" fmla="*/ 466344 w 1819656"/>
              <a:gd name="connsiteY1" fmla="*/ 0 h 594360"/>
              <a:gd name="connsiteX2" fmla="*/ 749808 w 1819656"/>
              <a:gd name="connsiteY2" fmla="*/ 237744 h 594360"/>
              <a:gd name="connsiteX3" fmla="*/ 896112 w 1819656"/>
              <a:gd name="connsiteY3" fmla="*/ 594360 h 594360"/>
              <a:gd name="connsiteX4" fmla="*/ 1819656 w 1819656"/>
              <a:gd name="connsiteY4" fmla="*/ 576072 h 594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19656" h="594360">
                <a:moveTo>
                  <a:pt x="0" y="36576"/>
                </a:moveTo>
                <a:lnTo>
                  <a:pt x="466344" y="0"/>
                </a:lnTo>
                <a:cubicBezTo>
                  <a:pt x="707136" y="79248"/>
                  <a:pt x="655320" y="158496"/>
                  <a:pt x="749808" y="237744"/>
                </a:cubicBezTo>
                <a:cubicBezTo>
                  <a:pt x="789432" y="457200"/>
                  <a:pt x="701040" y="429768"/>
                  <a:pt x="896112" y="594360"/>
                </a:cubicBezTo>
                <a:lnTo>
                  <a:pt x="1819656" y="576072"/>
                </a:ln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1F53F7C6-A4E0-0351-6B6B-329842033B1F}"/>
              </a:ext>
            </a:extLst>
          </p:cNvPr>
          <p:cNvSpPr/>
          <p:nvPr/>
        </p:nvSpPr>
        <p:spPr>
          <a:xfrm>
            <a:off x="1819656" y="1252728"/>
            <a:ext cx="4133088" cy="4462272"/>
          </a:xfrm>
          <a:custGeom>
            <a:avLst/>
            <a:gdLst>
              <a:gd name="connsiteX0" fmla="*/ 0 w 4178808"/>
              <a:gd name="connsiteY0" fmla="*/ 4453128 h 4453128"/>
              <a:gd name="connsiteX1" fmla="*/ 4178808 w 4178808"/>
              <a:gd name="connsiteY1" fmla="*/ 0 h 4453128"/>
              <a:gd name="connsiteX0" fmla="*/ 0 w 4178808"/>
              <a:gd name="connsiteY0" fmla="*/ 4453128 h 4453128"/>
              <a:gd name="connsiteX1" fmla="*/ 4178808 w 4178808"/>
              <a:gd name="connsiteY1" fmla="*/ 0 h 4453128"/>
              <a:gd name="connsiteX0" fmla="*/ 0 w 4178808"/>
              <a:gd name="connsiteY0" fmla="*/ 4453128 h 4453128"/>
              <a:gd name="connsiteX1" fmla="*/ 4178808 w 4178808"/>
              <a:gd name="connsiteY1" fmla="*/ 0 h 4453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178808" h="4453128">
                <a:moveTo>
                  <a:pt x="0" y="4453128"/>
                </a:moveTo>
                <a:cubicBezTo>
                  <a:pt x="1575816" y="3041904"/>
                  <a:pt x="2840736" y="1969008"/>
                  <a:pt x="4178808" y="0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7A8291A6-45BF-4A56-2258-59C90348AF9A}"/>
              </a:ext>
            </a:extLst>
          </p:cNvPr>
          <p:cNvCxnSpPr>
            <a:cxnSpLocks/>
          </p:cNvCxnSpPr>
          <p:nvPr/>
        </p:nvCxnSpPr>
        <p:spPr>
          <a:xfrm flipV="1">
            <a:off x="3700532" y="5458925"/>
            <a:ext cx="267964" cy="592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B415D21B-93FE-82C6-0FE2-60FCF9F98D4F}"/>
              </a:ext>
            </a:extLst>
          </p:cNvPr>
          <p:cNvSpPr txBox="1"/>
          <p:nvPr/>
        </p:nvSpPr>
        <p:spPr>
          <a:xfrm>
            <a:off x="2945927" y="5117802"/>
            <a:ext cx="9665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err="1">
                <a:solidFill>
                  <a:schemeClr val="tx2"/>
                </a:solidFill>
              </a:rPr>
              <a:t>v</a:t>
            </a:r>
            <a:r>
              <a:rPr lang="en-US" sz="2800" baseline="-25000" dirty="0" err="1">
                <a:solidFill>
                  <a:schemeClr val="tx2"/>
                </a:solidFill>
              </a:rPr>
              <a:t>b</a:t>
            </a:r>
            <a:endParaRPr lang="en-US" sz="2800" baseline="-25000" dirty="0">
              <a:solidFill>
                <a:schemeClr val="tx2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2DC6790-4C6E-7074-C4E3-04951FB740B3}"/>
              </a:ext>
            </a:extLst>
          </p:cNvPr>
          <p:cNvSpPr txBox="1"/>
          <p:nvPr/>
        </p:nvSpPr>
        <p:spPr>
          <a:xfrm>
            <a:off x="2673268" y="1002443"/>
            <a:ext cx="13254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err="1">
                <a:solidFill>
                  <a:schemeClr val="tx2"/>
                </a:solidFill>
              </a:rPr>
              <a:t>v</a:t>
            </a:r>
            <a:r>
              <a:rPr lang="en-US" sz="2800" baseline="-25000" dirty="0" err="1">
                <a:solidFill>
                  <a:schemeClr val="tx2"/>
                </a:solidFill>
              </a:rPr>
              <a:t>t</a:t>
            </a:r>
            <a:endParaRPr lang="en-US" sz="2800" baseline="-25000" dirty="0">
              <a:solidFill>
                <a:schemeClr val="tx2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DDBBFE2-EF44-DBE6-7B31-268E71D29229}"/>
              </a:ext>
            </a:extLst>
          </p:cNvPr>
          <p:cNvCxnSpPr>
            <a:cxnSpLocks/>
          </p:cNvCxnSpPr>
          <p:nvPr/>
        </p:nvCxnSpPr>
        <p:spPr>
          <a:xfrm flipV="1">
            <a:off x="3633565" y="4320447"/>
            <a:ext cx="584317" cy="568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B75E58D-F245-7ABC-6598-885A764E39F7}"/>
              </a:ext>
            </a:extLst>
          </p:cNvPr>
          <p:cNvCxnSpPr>
            <a:cxnSpLocks/>
          </p:cNvCxnSpPr>
          <p:nvPr/>
        </p:nvCxnSpPr>
        <p:spPr>
          <a:xfrm>
            <a:off x="3637925" y="3483864"/>
            <a:ext cx="903457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7028083-7E73-238C-53A2-B84E7239F596}"/>
              </a:ext>
            </a:extLst>
          </p:cNvPr>
          <p:cNvCxnSpPr>
            <a:cxnSpLocks/>
          </p:cNvCxnSpPr>
          <p:nvPr/>
        </p:nvCxnSpPr>
        <p:spPr>
          <a:xfrm>
            <a:off x="3660373" y="2395606"/>
            <a:ext cx="1121939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5203F62C-C6B0-6609-E30D-C56C4978949D}"/>
              </a:ext>
            </a:extLst>
          </p:cNvPr>
          <p:cNvCxnSpPr>
            <a:cxnSpLocks/>
          </p:cNvCxnSpPr>
          <p:nvPr/>
        </p:nvCxnSpPr>
        <p:spPr>
          <a:xfrm>
            <a:off x="3660373" y="1346921"/>
            <a:ext cx="1603509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0198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BA8AA-8A16-1A38-DC2E-0B6A791C3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landscape with a green field and mountains in the background&#10;&#10;AI-generated content may be incorrect.">
            <a:extLst>
              <a:ext uri="{FF2B5EF4-FFF2-40B4-BE49-F238E27FC236}">
                <a16:creationId xmlns:a16="http://schemas.microsoft.com/office/drawing/2014/main" id="{AC8D40AF-1719-A56F-65E4-EAFBC738FD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35" t="19390" r="17072" b="5499"/>
          <a:stretch/>
        </p:blipFill>
        <p:spPr>
          <a:xfrm>
            <a:off x="0" y="0"/>
            <a:ext cx="9144000" cy="6948714"/>
          </a:xfrm>
        </p:spPr>
      </p:pic>
    </p:spTree>
    <p:extLst>
      <p:ext uri="{BB962C8B-B14F-4D97-AF65-F5344CB8AC3E}">
        <p14:creationId xmlns:p14="http://schemas.microsoft.com/office/powerpoint/2010/main" val="3083834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be 3">
            <a:extLst>
              <a:ext uri="{FF2B5EF4-FFF2-40B4-BE49-F238E27FC236}">
                <a16:creationId xmlns:a16="http://schemas.microsoft.com/office/drawing/2014/main" id="{06902695-297E-EC30-6337-6EF27AB9DCC2}"/>
              </a:ext>
            </a:extLst>
          </p:cNvPr>
          <p:cNvSpPr/>
          <p:nvPr/>
        </p:nvSpPr>
        <p:spPr>
          <a:xfrm>
            <a:off x="2121408" y="2926080"/>
            <a:ext cx="3456432" cy="1179576"/>
          </a:xfrm>
          <a:prstGeom prst="cube">
            <a:avLst>
              <a:gd name="adj" fmla="val 93346"/>
            </a:avLst>
          </a:prstGeom>
          <a:solidFill>
            <a:schemeClr val="bg1">
              <a:lumMod val="5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A1AC6621-64C7-BE89-AEFD-66DDEA588E88}"/>
              </a:ext>
            </a:extLst>
          </p:cNvPr>
          <p:cNvSpPr/>
          <p:nvPr/>
        </p:nvSpPr>
        <p:spPr>
          <a:xfrm>
            <a:off x="2121408" y="2831592"/>
            <a:ext cx="3456432" cy="1179576"/>
          </a:xfrm>
          <a:prstGeom prst="cube">
            <a:avLst>
              <a:gd name="adj" fmla="val 93346"/>
            </a:avLst>
          </a:prstGeom>
          <a:solidFill>
            <a:schemeClr val="tx2">
              <a:lumMod val="75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be 5">
            <a:extLst>
              <a:ext uri="{FF2B5EF4-FFF2-40B4-BE49-F238E27FC236}">
                <a16:creationId xmlns:a16="http://schemas.microsoft.com/office/drawing/2014/main" id="{9CC5F9BA-B2CA-972C-E304-BCFBAFCE348A}"/>
              </a:ext>
            </a:extLst>
          </p:cNvPr>
          <p:cNvSpPr/>
          <p:nvPr/>
        </p:nvSpPr>
        <p:spPr>
          <a:xfrm>
            <a:off x="2221992" y="2759964"/>
            <a:ext cx="3456432" cy="1179576"/>
          </a:xfrm>
          <a:prstGeom prst="cube">
            <a:avLst>
              <a:gd name="adj" fmla="val 93346"/>
            </a:avLst>
          </a:prstGeom>
          <a:solidFill>
            <a:schemeClr val="tx2">
              <a:lumMod val="60000"/>
              <a:lumOff val="4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be 6">
            <a:extLst>
              <a:ext uri="{FF2B5EF4-FFF2-40B4-BE49-F238E27FC236}">
                <a16:creationId xmlns:a16="http://schemas.microsoft.com/office/drawing/2014/main" id="{9FAE4B82-7690-AF02-BED0-7E1AED236FE5}"/>
              </a:ext>
            </a:extLst>
          </p:cNvPr>
          <p:cNvSpPr/>
          <p:nvPr/>
        </p:nvSpPr>
        <p:spPr>
          <a:xfrm>
            <a:off x="2418588" y="2688336"/>
            <a:ext cx="3456432" cy="1179576"/>
          </a:xfrm>
          <a:prstGeom prst="cube">
            <a:avLst>
              <a:gd name="adj" fmla="val 93346"/>
            </a:avLst>
          </a:prstGeom>
          <a:solidFill>
            <a:schemeClr val="tx2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be 7">
            <a:extLst>
              <a:ext uri="{FF2B5EF4-FFF2-40B4-BE49-F238E27FC236}">
                <a16:creationId xmlns:a16="http://schemas.microsoft.com/office/drawing/2014/main" id="{43A7B154-8887-831F-4417-2A870054FA65}"/>
              </a:ext>
            </a:extLst>
          </p:cNvPr>
          <p:cNvSpPr/>
          <p:nvPr/>
        </p:nvSpPr>
        <p:spPr>
          <a:xfrm>
            <a:off x="2688336" y="2618232"/>
            <a:ext cx="3456432" cy="1179576"/>
          </a:xfrm>
          <a:prstGeom prst="cube">
            <a:avLst>
              <a:gd name="adj" fmla="val 93346"/>
            </a:avLst>
          </a:prstGeom>
          <a:solidFill>
            <a:schemeClr val="tx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0F41D16B-E87B-777C-F8CC-5CDACC5DA7D1}"/>
              </a:ext>
            </a:extLst>
          </p:cNvPr>
          <p:cNvSpPr/>
          <p:nvPr/>
        </p:nvSpPr>
        <p:spPr>
          <a:xfrm>
            <a:off x="2926080" y="2528316"/>
            <a:ext cx="3456432" cy="1179576"/>
          </a:xfrm>
          <a:prstGeom prst="cube">
            <a:avLst>
              <a:gd name="adj" fmla="val 93346"/>
            </a:avLst>
          </a:prstGeom>
          <a:solidFill>
            <a:schemeClr val="bg1">
              <a:lumMod val="5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CEA8ED-8DC4-9F77-64AC-D2E955B41123}"/>
              </a:ext>
            </a:extLst>
          </p:cNvPr>
          <p:cNvSpPr txBox="1"/>
          <p:nvPr/>
        </p:nvSpPr>
        <p:spPr>
          <a:xfrm>
            <a:off x="1558963" y="3797808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v=0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1D03BBB-4A49-F9E8-C386-C9FB61688EE5}"/>
              </a:ext>
            </a:extLst>
          </p:cNvPr>
          <p:cNvCxnSpPr>
            <a:cxnSpLocks/>
          </p:cNvCxnSpPr>
          <p:nvPr/>
        </p:nvCxnSpPr>
        <p:spPr>
          <a:xfrm flipV="1">
            <a:off x="5147290" y="3743765"/>
            <a:ext cx="502831" cy="1055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0C90FCD-8AD6-1483-29D3-0F3FA2A37BD1}"/>
              </a:ext>
            </a:extLst>
          </p:cNvPr>
          <p:cNvSpPr txBox="1"/>
          <p:nvPr/>
        </p:nvSpPr>
        <p:spPr>
          <a:xfrm>
            <a:off x="5618162" y="3555730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v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B07F62-B2E3-622F-9DCA-DA1EDA718BC5}"/>
              </a:ext>
            </a:extLst>
          </p:cNvPr>
          <p:cNvSpPr txBox="1"/>
          <p:nvPr/>
        </p:nvSpPr>
        <p:spPr>
          <a:xfrm>
            <a:off x="4416552" y="2759964"/>
            <a:ext cx="342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71740F3-E708-7412-3F1F-4BEC92D18D73}"/>
              </a:ext>
            </a:extLst>
          </p:cNvPr>
          <p:cNvCxnSpPr/>
          <p:nvPr/>
        </p:nvCxnSpPr>
        <p:spPr>
          <a:xfrm>
            <a:off x="5815584" y="3108960"/>
            <a:ext cx="566928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166C6AA-602E-1B6D-67FB-98682B71D332}"/>
              </a:ext>
            </a:extLst>
          </p:cNvPr>
          <p:cNvSpPr txBox="1"/>
          <p:nvPr/>
        </p:nvSpPr>
        <p:spPr>
          <a:xfrm>
            <a:off x="6356010" y="2935224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CD1205B-8B9B-098A-0D21-8F2C758510C7}"/>
              </a:ext>
            </a:extLst>
          </p:cNvPr>
          <p:cNvCxnSpPr>
            <a:cxnSpLocks/>
          </p:cNvCxnSpPr>
          <p:nvPr/>
        </p:nvCxnSpPr>
        <p:spPr>
          <a:xfrm>
            <a:off x="3630168" y="3698748"/>
            <a:ext cx="0" cy="3124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EFA5398-EBB6-8B1C-EB46-C01374ECBE2C}"/>
              </a:ext>
            </a:extLst>
          </p:cNvPr>
          <p:cNvSpPr txBox="1"/>
          <p:nvPr/>
        </p:nvSpPr>
        <p:spPr>
          <a:xfrm>
            <a:off x="3392424" y="4082796"/>
            <a:ext cx="557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sym typeface="Symbol" panose="05050102010706020507" pitchFamily="18" charset="2"/>
              </a:rPr>
              <a:t>y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9403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C3D9E-E8A2-3BCA-4232-823100718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1413E-91BD-F697-A647-7337931A0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4760964"/>
            <a:ext cx="8229600" cy="1365199"/>
          </a:xfrm>
        </p:spPr>
        <p:txBody>
          <a:bodyPr>
            <a:normAutofit fontScale="32500" lnSpcReduction="20000"/>
          </a:bodyPr>
          <a:lstStyle/>
          <a:p>
            <a:pPr marL="0" indent="0">
              <a:buNone/>
            </a:pP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 </a:t>
            </a:r>
            <a:r>
              <a:rPr lang="en-US" b="0" i="0" u="none" strike="noStrike" dirty="0">
                <a:solidFill>
                  <a:srgbClr val="BF3C2C"/>
                </a:solidFill>
                <a:effectLst/>
                <a:latin typeface="Arial" panose="020B0604020202020204" pitchFamily="34" charset="0"/>
                <a:hlinkClick r:id="rId2" tooltip="Kelvin-Helmholtz instability (page does not exist)"/>
              </a:rPr>
              <a:t>Kelvin-Helmholtz instability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on </a:t>
            </a:r>
            <a:r>
              <a:rPr lang="en-US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3" tooltip="Saturn (planet)"/>
              </a:rPr>
              <a:t>Saturn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, caused by the interaction between two bands of the planet's atmosphere. Image from the </a:t>
            </a:r>
            <a:r>
              <a:rPr lang="en-US" b="0" i="0" u="none" strike="noStrike" dirty="0">
                <a:solidFill>
                  <a:srgbClr val="BF3C2C"/>
                </a:solidFill>
                <a:effectLst/>
                <a:latin typeface="Arial" panose="020B0604020202020204" pitchFamily="34" charset="0"/>
                <a:hlinkClick r:id="rId4" tooltip="Cassini-Huygens Mission (page does not exist)"/>
              </a:rPr>
              <a:t>Cassini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probe. Caption from NASA's press release: This turbulent boundary between two latitudinal bands in Saturn's atmosphere curls repeatedly along its edge in this Cassini image. This pattern is an example of a Kelvin-Helmholtz instability, which occurs when two fluids of different density flow past each other at different speeds. This type of phenomenon should be fairly common on the </a:t>
            </a:r>
            <a:r>
              <a:rPr lang="en-US" b="0" i="0" u="none" strike="noStrike" dirty="0">
                <a:solidFill>
                  <a:srgbClr val="BF3C2C"/>
                </a:solidFill>
                <a:effectLst/>
                <a:latin typeface="Arial" panose="020B0604020202020204" pitchFamily="34" charset="0"/>
                <a:hlinkClick r:id="rId5" tooltip="Gas giant (page does not exist)"/>
              </a:rPr>
              <a:t>gas giant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planets given their alternating jets and the different temperatures in their belts and zones. The image was taken with the Cassini spacecraft narrow angle camera on </a:t>
            </a:r>
            <a:r>
              <a:rPr lang="en-US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6" tooltip="October 9"/>
              </a:rPr>
              <a:t>October 9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7" tooltip="2004"/>
              </a:rPr>
              <a:t>2004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, at a distance of 5.9 million kilometers (3.7 million miles) from Saturn through a filter sensitive to wavelengths of </a:t>
            </a:r>
            <a:r>
              <a:rPr lang="en-US" b="0" i="0" u="none" strike="noStrike" dirty="0">
                <a:solidFill>
                  <a:srgbClr val="BF3C2C"/>
                </a:solidFill>
                <a:effectLst/>
                <a:latin typeface="Arial" panose="020B0604020202020204" pitchFamily="34" charset="0"/>
                <a:hlinkClick r:id="rId8" tooltip="Infrared (page does not exist)"/>
              </a:rPr>
              <a:t>infrared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light centered at 889 nanometers. 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The image scale is 69 kilometers (43 miles) per pixel.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CFBC906-B36B-BC42-49DE-22AEAACC4F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968" y="477982"/>
            <a:ext cx="7123176" cy="4079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7783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ylinder 4">
            <a:extLst>
              <a:ext uri="{FF2B5EF4-FFF2-40B4-BE49-F238E27FC236}">
                <a16:creationId xmlns:a16="http://schemas.microsoft.com/office/drawing/2014/main" id="{7CC346F8-CBB0-4D13-5749-D220B8C3B8C8}"/>
              </a:ext>
            </a:extLst>
          </p:cNvPr>
          <p:cNvSpPr/>
          <p:nvPr/>
        </p:nvSpPr>
        <p:spPr>
          <a:xfrm rot="16200000">
            <a:off x="3502152" y="1627632"/>
            <a:ext cx="941832" cy="2660904"/>
          </a:xfrm>
          <a:prstGeom prst="can">
            <a:avLst>
              <a:gd name="adj" fmla="val 4503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1C599C-05F2-5A6B-DFF3-08107BA360F5}"/>
              </a:ext>
            </a:extLst>
          </p:cNvPr>
          <p:cNvSpPr/>
          <p:nvPr/>
        </p:nvSpPr>
        <p:spPr>
          <a:xfrm>
            <a:off x="4843151" y="2487163"/>
            <a:ext cx="460369" cy="941833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1BF6FF5-164B-2E2B-F696-0AA8BDCBD20F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1817951" y="2958081"/>
            <a:ext cx="727129" cy="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2C8A8BE-FA9D-F2DB-1CFE-F5565A2DC944}"/>
              </a:ext>
            </a:extLst>
          </p:cNvPr>
          <p:cNvSpPr txBox="1"/>
          <p:nvPr/>
        </p:nvSpPr>
        <p:spPr>
          <a:xfrm>
            <a:off x="775293" y="2634915"/>
            <a:ext cx="10426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Pressure </a:t>
            </a:r>
          </a:p>
          <a:p>
            <a:pPr algn="r"/>
            <a:r>
              <a:rPr lang="en-US" dirty="0"/>
              <a:t>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D982F1-12B1-864C-54F5-DDA42F713A45}"/>
              </a:ext>
            </a:extLst>
          </p:cNvPr>
          <p:cNvSpPr txBox="1"/>
          <p:nvPr/>
        </p:nvSpPr>
        <p:spPr>
          <a:xfrm>
            <a:off x="5861425" y="2645506"/>
            <a:ext cx="10426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Pressure </a:t>
            </a:r>
          </a:p>
          <a:p>
            <a:r>
              <a:rPr lang="en-US" dirty="0"/>
              <a:t>Out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BC3FBA1-051A-00B5-10B0-5A9B8E64D030}"/>
              </a:ext>
            </a:extLst>
          </p:cNvPr>
          <p:cNvCxnSpPr/>
          <p:nvPr/>
        </p:nvCxnSpPr>
        <p:spPr>
          <a:xfrm>
            <a:off x="5401056" y="2958081"/>
            <a:ext cx="4114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8ECF7BF-0879-F808-6A80-5EB969682769}"/>
              </a:ext>
            </a:extLst>
          </p:cNvPr>
          <p:cNvSpPr txBox="1"/>
          <p:nvPr/>
        </p:nvSpPr>
        <p:spPr>
          <a:xfrm>
            <a:off x="2701751" y="277341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F50B7F-399C-9C98-5566-7A6BBFF0C343}"/>
              </a:ext>
            </a:extLst>
          </p:cNvPr>
          <p:cNvSpPr txBox="1"/>
          <p:nvPr/>
        </p:nvSpPr>
        <p:spPr>
          <a:xfrm>
            <a:off x="4914477" y="277341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081948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3A72E-91F2-C81B-5FBB-88564E8F0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Oval 36">
            <a:extLst>
              <a:ext uri="{FF2B5EF4-FFF2-40B4-BE49-F238E27FC236}">
                <a16:creationId xmlns:a16="http://schemas.microsoft.com/office/drawing/2014/main" id="{5C5DB57F-FC85-4B5A-FBB0-474782ED48E9}"/>
              </a:ext>
            </a:extLst>
          </p:cNvPr>
          <p:cNvSpPr/>
          <p:nvPr/>
        </p:nvSpPr>
        <p:spPr>
          <a:xfrm>
            <a:off x="2871595" y="570106"/>
            <a:ext cx="4710428" cy="1026275"/>
          </a:xfrm>
          <a:prstGeom prst="ellipse">
            <a:avLst/>
          </a:prstGeom>
          <a:solidFill>
            <a:srgbClr val="C1E9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32B8C02-9613-80E5-323B-83014D5B80FB}"/>
              </a:ext>
            </a:extLst>
          </p:cNvPr>
          <p:cNvSpPr/>
          <p:nvPr/>
        </p:nvSpPr>
        <p:spPr>
          <a:xfrm>
            <a:off x="0" y="1852906"/>
            <a:ext cx="9155008" cy="1021514"/>
          </a:xfrm>
          <a:prstGeom prst="rect">
            <a:avLst/>
          </a:prstGeom>
          <a:solidFill>
            <a:srgbClr val="9CDC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023D93F-B265-4134-08C5-7944954CBF6E}"/>
              </a:ext>
            </a:extLst>
          </p:cNvPr>
          <p:cNvSpPr/>
          <p:nvPr/>
        </p:nvSpPr>
        <p:spPr>
          <a:xfrm>
            <a:off x="9477" y="843919"/>
            <a:ext cx="9155008" cy="1021514"/>
          </a:xfrm>
          <a:prstGeom prst="rect">
            <a:avLst/>
          </a:prstGeom>
          <a:solidFill>
            <a:srgbClr val="C1E9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05565A9-2CEC-60A1-FC02-E1ED402F1B31}"/>
              </a:ext>
            </a:extLst>
          </p:cNvPr>
          <p:cNvSpPr/>
          <p:nvPr/>
        </p:nvSpPr>
        <p:spPr>
          <a:xfrm>
            <a:off x="-11008" y="2868308"/>
            <a:ext cx="9155008" cy="1021514"/>
          </a:xfrm>
          <a:prstGeom prst="rect">
            <a:avLst/>
          </a:prstGeom>
          <a:solidFill>
            <a:srgbClr val="7DD1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D89500C-5DD4-2BA7-A5ED-A521BF45080E}"/>
              </a:ext>
            </a:extLst>
          </p:cNvPr>
          <p:cNvSpPr/>
          <p:nvPr/>
        </p:nvSpPr>
        <p:spPr>
          <a:xfrm>
            <a:off x="0" y="3883045"/>
            <a:ext cx="9155008" cy="1021514"/>
          </a:xfrm>
          <a:prstGeom prst="rect">
            <a:avLst/>
          </a:prstGeom>
          <a:solidFill>
            <a:srgbClr val="52C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16FB2E8-FCD4-5183-EFF3-949744B89CDB}"/>
              </a:ext>
            </a:extLst>
          </p:cNvPr>
          <p:cNvSpPr/>
          <p:nvPr/>
        </p:nvSpPr>
        <p:spPr>
          <a:xfrm>
            <a:off x="9477" y="4904200"/>
            <a:ext cx="9155008" cy="1021514"/>
          </a:xfrm>
          <a:prstGeom prst="rect">
            <a:avLst/>
          </a:prstGeom>
          <a:solidFill>
            <a:srgbClr val="49C9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-25000" dirty="0">
              <a:solidFill>
                <a:schemeClr val="tx2"/>
              </a:solidFill>
            </a:endParaRPr>
          </a:p>
        </p:txBody>
      </p:sp>
      <p:sp>
        <p:nvSpPr>
          <p:cNvPr id="28" name="Freeform 11">
            <a:extLst>
              <a:ext uri="{FF2B5EF4-FFF2-40B4-BE49-F238E27FC236}">
                <a16:creationId xmlns:a16="http://schemas.microsoft.com/office/drawing/2014/main" id="{FB91D34B-BF69-4C8B-8292-31A21C0562F9}"/>
              </a:ext>
            </a:extLst>
          </p:cNvPr>
          <p:cNvSpPr/>
          <p:nvPr/>
        </p:nvSpPr>
        <p:spPr>
          <a:xfrm>
            <a:off x="393192" y="5755057"/>
            <a:ext cx="8190411" cy="431074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 10">
            <a:extLst>
              <a:ext uri="{FF2B5EF4-FFF2-40B4-BE49-F238E27FC236}">
                <a16:creationId xmlns:a16="http://schemas.microsoft.com/office/drawing/2014/main" id="{2065CFC8-440B-7F13-D3BC-FF67E935CAF2}"/>
              </a:ext>
            </a:extLst>
          </p:cNvPr>
          <p:cNvSpPr/>
          <p:nvPr/>
        </p:nvSpPr>
        <p:spPr>
          <a:xfrm flipH="1">
            <a:off x="138344" y="6189012"/>
            <a:ext cx="8190411" cy="431074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 12">
            <a:extLst>
              <a:ext uri="{FF2B5EF4-FFF2-40B4-BE49-F238E27FC236}">
                <a16:creationId xmlns:a16="http://schemas.microsoft.com/office/drawing/2014/main" id="{37B96C59-9720-8A27-D4A1-5838B7325A4B}"/>
              </a:ext>
            </a:extLst>
          </p:cNvPr>
          <p:cNvSpPr/>
          <p:nvPr/>
        </p:nvSpPr>
        <p:spPr>
          <a:xfrm flipH="1">
            <a:off x="356059" y="6014840"/>
            <a:ext cx="4406536" cy="407125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C1A0DC3-CE55-C0C1-72F2-713902403AB6}"/>
              </a:ext>
            </a:extLst>
          </p:cNvPr>
          <p:cNvCxnSpPr>
            <a:cxnSpLocks/>
          </p:cNvCxnSpPr>
          <p:nvPr/>
        </p:nvCxnSpPr>
        <p:spPr>
          <a:xfrm flipV="1">
            <a:off x="567901" y="5482861"/>
            <a:ext cx="267964" cy="592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1E03195-1D66-EB82-DB58-2F31CE471943}"/>
              </a:ext>
            </a:extLst>
          </p:cNvPr>
          <p:cNvSpPr txBox="1"/>
          <p:nvPr/>
        </p:nvSpPr>
        <p:spPr>
          <a:xfrm>
            <a:off x="-186704" y="5141738"/>
            <a:ext cx="9665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err="1">
                <a:solidFill>
                  <a:schemeClr val="tx2"/>
                </a:solidFill>
              </a:rPr>
              <a:t>v</a:t>
            </a:r>
            <a:r>
              <a:rPr lang="en-US" sz="2800" baseline="-25000" dirty="0" err="1">
                <a:solidFill>
                  <a:schemeClr val="tx2"/>
                </a:solidFill>
              </a:rPr>
              <a:t>b</a:t>
            </a:r>
            <a:endParaRPr lang="en-US" sz="2800" baseline="-25000" dirty="0">
              <a:solidFill>
                <a:schemeClr val="tx2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750B0A-21A6-F2F1-3A8E-AD03C33FF19B}"/>
              </a:ext>
            </a:extLst>
          </p:cNvPr>
          <p:cNvSpPr txBox="1"/>
          <p:nvPr/>
        </p:nvSpPr>
        <p:spPr>
          <a:xfrm>
            <a:off x="-459363" y="1026379"/>
            <a:ext cx="13254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err="1">
                <a:solidFill>
                  <a:schemeClr val="tx2"/>
                </a:solidFill>
              </a:rPr>
              <a:t>v</a:t>
            </a:r>
            <a:r>
              <a:rPr lang="en-US" sz="2800" baseline="-25000" dirty="0" err="1">
                <a:solidFill>
                  <a:schemeClr val="tx2"/>
                </a:solidFill>
              </a:rPr>
              <a:t>t</a:t>
            </a:r>
            <a:endParaRPr lang="en-US" sz="2800" baseline="-25000" dirty="0">
              <a:solidFill>
                <a:schemeClr val="tx2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7B073C6-C46F-3D92-D73C-F1BEE9EFC7C6}"/>
              </a:ext>
            </a:extLst>
          </p:cNvPr>
          <p:cNvCxnSpPr>
            <a:cxnSpLocks/>
          </p:cNvCxnSpPr>
          <p:nvPr/>
        </p:nvCxnSpPr>
        <p:spPr>
          <a:xfrm flipV="1">
            <a:off x="500934" y="4344383"/>
            <a:ext cx="584317" cy="568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62B229C0-9B75-3D97-F7EF-86A4856B8780}"/>
              </a:ext>
            </a:extLst>
          </p:cNvPr>
          <p:cNvCxnSpPr>
            <a:cxnSpLocks/>
          </p:cNvCxnSpPr>
          <p:nvPr/>
        </p:nvCxnSpPr>
        <p:spPr>
          <a:xfrm>
            <a:off x="505294" y="3507800"/>
            <a:ext cx="903457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4F0E7A1-49BF-EE00-AA1C-B6BDD72C8E0C}"/>
              </a:ext>
            </a:extLst>
          </p:cNvPr>
          <p:cNvCxnSpPr>
            <a:cxnSpLocks/>
          </p:cNvCxnSpPr>
          <p:nvPr/>
        </p:nvCxnSpPr>
        <p:spPr>
          <a:xfrm>
            <a:off x="527742" y="2419542"/>
            <a:ext cx="1121939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28588867-5359-9E16-7ED4-D8A428B63290}"/>
              </a:ext>
            </a:extLst>
          </p:cNvPr>
          <p:cNvCxnSpPr>
            <a:cxnSpLocks/>
          </p:cNvCxnSpPr>
          <p:nvPr/>
        </p:nvCxnSpPr>
        <p:spPr>
          <a:xfrm>
            <a:off x="527742" y="1370857"/>
            <a:ext cx="1603509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4">
            <a:extLst>
              <a:ext uri="{FF2B5EF4-FFF2-40B4-BE49-F238E27FC236}">
                <a16:creationId xmlns:a16="http://schemas.microsoft.com/office/drawing/2014/main" id="{13592CEB-8854-9E6A-097D-E0469B475F64}"/>
              </a:ext>
            </a:extLst>
          </p:cNvPr>
          <p:cNvGrpSpPr/>
          <p:nvPr/>
        </p:nvGrpSpPr>
        <p:grpSpPr>
          <a:xfrm flipH="1">
            <a:off x="1653418" y="5589904"/>
            <a:ext cx="717922" cy="240208"/>
            <a:chOff x="1653309" y="1182255"/>
            <a:chExt cx="914400" cy="508000"/>
          </a:xfrm>
          <a:solidFill>
            <a:schemeClr val="bg2">
              <a:lumMod val="25000"/>
            </a:schemeClr>
          </a:solidFill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3716C4A-743C-BDDB-42EB-194049678FE5}"/>
                </a:ext>
              </a:extLst>
            </p:cNvPr>
            <p:cNvSpPr/>
            <p:nvPr/>
          </p:nvSpPr>
          <p:spPr>
            <a:xfrm>
              <a:off x="1662545" y="1191491"/>
              <a:ext cx="544946" cy="3971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784F93B-2A17-7119-022E-38859C593C0B}"/>
                </a:ext>
              </a:extLst>
            </p:cNvPr>
            <p:cNvSpPr/>
            <p:nvPr/>
          </p:nvSpPr>
          <p:spPr>
            <a:xfrm>
              <a:off x="2087418" y="1182255"/>
              <a:ext cx="480291" cy="406400"/>
            </a:xfrm>
            <a:custGeom>
              <a:avLst/>
              <a:gdLst>
                <a:gd name="connsiteX0" fmla="*/ 83127 w 480291"/>
                <a:gd name="connsiteY0" fmla="*/ 110836 h 406400"/>
                <a:gd name="connsiteX1" fmla="*/ 230909 w 480291"/>
                <a:gd name="connsiteY1" fmla="*/ 92363 h 406400"/>
                <a:gd name="connsiteX2" fmla="*/ 480291 w 480291"/>
                <a:gd name="connsiteY2" fmla="*/ 0 h 406400"/>
                <a:gd name="connsiteX3" fmla="*/ 314037 w 480291"/>
                <a:gd name="connsiteY3" fmla="*/ 157018 h 406400"/>
                <a:gd name="connsiteX4" fmla="*/ 277091 w 480291"/>
                <a:gd name="connsiteY4" fmla="*/ 277090 h 406400"/>
                <a:gd name="connsiteX5" fmla="*/ 387927 w 480291"/>
                <a:gd name="connsiteY5" fmla="*/ 406400 h 406400"/>
                <a:gd name="connsiteX6" fmla="*/ 129309 w 480291"/>
                <a:gd name="connsiteY6" fmla="*/ 304800 h 406400"/>
                <a:gd name="connsiteX7" fmla="*/ 129309 w 480291"/>
                <a:gd name="connsiteY7" fmla="*/ 304800 h 406400"/>
                <a:gd name="connsiteX8" fmla="*/ 0 w 480291"/>
                <a:gd name="connsiteY8" fmla="*/ 277090 h 406400"/>
                <a:gd name="connsiteX9" fmla="*/ 9237 w 480291"/>
                <a:gd name="connsiteY9" fmla="*/ 110836 h 406400"/>
                <a:gd name="connsiteX10" fmla="*/ 83127 w 480291"/>
                <a:gd name="connsiteY10" fmla="*/ 110836 h 406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0291" h="406400">
                  <a:moveTo>
                    <a:pt x="83127" y="110836"/>
                  </a:moveTo>
                  <a:lnTo>
                    <a:pt x="230909" y="92363"/>
                  </a:lnTo>
                  <a:lnTo>
                    <a:pt x="480291" y="0"/>
                  </a:lnTo>
                  <a:lnTo>
                    <a:pt x="314037" y="157018"/>
                  </a:lnTo>
                  <a:lnTo>
                    <a:pt x="277091" y="277090"/>
                  </a:lnTo>
                  <a:lnTo>
                    <a:pt x="387927" y="406400"/>
                  </a:lnTo>
                  <a:lnTo>
                    <a:pt x="129309" y="304800"/>
                  </a:lnTo>
                  <a:lnTo>
                    <a:pt x="129309" y="304800"/>
                  </a:lnTo>
                  <a:lnTo>
                    <a:pt x="0" y="277090"/>
                  </a:lnTo>
                  <a:lnTo>
                    <a:pt x="9237" y="110836"/>
                  </a:lnTo>
                  <a:lnTo>
                    <a:pt x="83127" y="1108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8BF0EB2-D86D-3426-4CC5-7BFE0E2AB2CA}"/>
                </a:ext>
              </a:extLst>
            </p:cNvPr>
            <p:cNvSpPr/>
            <p:nvPr/>
          </p:nvSpPr>
          <p:spPr>
            <a:xfrm>
              <a:off x="1828800" y="1514764"/>
              <a:ext cx="138545" cy="175491"/>
            </a:xfrm>
            <a:custGeom>
              <a:avLst/>
              <a:gdLst>
                <a:gd name="connsiteX0" fmla="*/ 0 w 138545"/>
                <a:gd name="connsiteY0" fmla="*/ 0 h 175491"/>
                <a:gd name="connsiteX1" fmla="*/ 73891 w 138545"/>
                <a:gd name="connsiteY1" fmla="*/ 138545 h 175491"/>
                <a:gd name="connsiteX2" fmla="*/ 138545 w 138545"/>
                <a:gd name="connsiteY2" fmla="*/ 175491 h 175491"/>
                <a:gd name="connsiteX3" fmla="*/ 110836 w 138545"/>
                <a:gd name="connsiteY3" fmla="*/ 73891 h 175491"/>
                <a:gd name="connsiteX4" fmla="*/ 101600 w 138545"/>
                <a:gd name="connsiteY4" fmla="*/ 9236 h 175491"/>
                <a:gd name="connsiteX5" fmla="*/ 0 w 138545"/>
                <a:gd name="connsiteY5" fmla="*/ 0 h 17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545" h="175491">
                  <a:moveTo>
                    <a:pt x="0" y="0"/>
                  </a:moveTo>
                  <a:lnTo>
                    <a:pt x="73891" y="138545"/>
                  </a:lnTo>
                  <a:lnTo>
                    <a:pt x="138545" y="175491"/>
                  </a:lnTo>
                  <a:lnTo>
                    <a:pt x="110836" y="73891"/>
                  </a:lnTo>
                  <a:lnTo>
                    <a:pt x="101600" y="9236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42436090-0B63-E2BE-4441-EDB8F73B4E96}"/>
                </a:ext>
              </a:extLst>
            </p:cNvPr>
            <p:cNvSpPr/>
            <p:nvPr/>
          </p:nvSpPr>
          <p:spPr>
            <a:xfrm>
              <a:off x="2018144" y="1445500"/>
              <a:ext cx="138545" cy="175491"/>
            </a:xfrm>
            <a:custGeom>
              <a:avLst/>
              <a:gdLst>
                <a:gd name="connsiteX0" fmla="*/ 0 w 138545"/>
                <a:gd name="connsiteY0" fmla="*/ 0 h 175491"/>
                <a:gd name="connsiteX1" fmla="*/ 73891 w 138545"/>
                <a:gd name="connsiteY1" fmla="*/ 138545 h 175491"/>
                <a:gd name="connsiteX2" fmla="*/ 138545 w 138545"/>
                <a:gd name="connsiteY2" fmla="*/ 175491 h 175491"/>
                <a:gd name="connsiteX3" fmla="*/ 110836 w 138545"/>
                <a:gd name="connsiteY3" fmla="*/ 73891 h 175491"/>
                <a:gd name="connsiteX4" fmla="*/ 101600 w 138545"/>
                <a:gd name="connsiteY4" fmla="*/ 9236 h 175491"/>
                <a:gd name="connsiteX5" fmla="*/ 0 w 138545"/>
                <a:gd name="connsiteY5" fmla="*/ 0 h 17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545" h="175491">
                  <a:moveTo>
                    <a:pt x="0" y="0"/>
                  </a:moveTo>
                  <a:lnTo>
                    <a:pt x="73891" y="138545"/>
                  </a:lnTo>
                  <a:lnTo>
                    <a:pt x="138545" y="175491"/>
                  </a:lnTo>
                  <a:lnTo>
                    <a:pt x="110836" y="73891"/>
                  </a:lnTo>
                  <a:lnTo>
                    <a:pt x="101600" y="9236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9">
              <a:extLst>
                <a:ext uri="{FF2B5EF4-FFF2-40B4-BE49-F238E27FC236}">
                  <a16:creationId xmlns:a16="http://schemas.microsoft.com/office/drawing/2014/main" id="{4EC3F967-70F7-AF16-04CD-F7951269052E}"/>
                </a:ext>
              </a:extLst>
            </p:cNvPr>
            <p:cNvSpPr/>
            <p:nvPr/>
          </p:nvSpPr>
          <p:spPr>
            <a:xfrm>
              <a:off x="1773382" y="1182255"/>
              <a:ext cx="267854" cy="92363"/>
            </a:xfrm>
            <a:custGeom>
              <a:avLst/>
              <a:gdLst>
                <a:gd name="connsiteX0" fmla="*/ 0 w 267854"/>
                <a:gd name="connsiteY0" fmla="*/ 83127 h 92363"/>
                <a:gd name="connsiteX1" fmla="*/ 55418 w 267854"/>
                <a:gd name="connsiteY1" fmla="*/ 0 h 92363"/>
                <a:gd name="connsiteX2" fmla="*/ 267854 w 267854"/>
                <a:gd name="connsiteY2" fmla="*/ 0 h 92363"/>
                <a:gd name="connsiteX3" fmla="*/ 230909 w 267854"/>
                <a:gd name="connsiteY3" fmla="*/ 92363 h 92363"/>
                <a:gd name="connsiteX4" fmla="*/ 0 w 267854"/>
                <a:gd name="connsiteY4" fmla="*/ 83127 h 9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54" h="92363">
                  <a:moveTo>
                    <a:pt x="0" y="83127"/>
                  </a:moveTo>
                  <a:lnTo>
                    <a:pt x="55418" y="0"/>
                  </a:lnTo>
                  <a:lnTo>
                    <a:pt x="267854" y="0"/>
                  </a:lnTo>
                  <a:lnTo>
                    <a:pt x="230909" y="92363"/>
                  </a:lnTo>
                  <a:lnTo>
                    <a:pt x="0" y="83127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79FA1B71-917F-8FD9-BB4C-8E406517339D}"/>
                </a:ext>
              </a:extLst>
            </p:cNvPr>
            <p:cNvSpPr/>
            <p:nvPr/>
          </p:nvSpPr>
          <p:spPr>
            <a:xfrm>
              <a:off x="1653309" y="1311564"/>
              <a:ext cx="258618" cy="18472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2C81B816-B28A-6AAF-3277-540B940CD471}"/>
              </a:ext>
            </a:extLst>
          </p:cNvPr>
          <p:cNvSpPr/>
          <p:nvPr/>
        </p:nvSpPr>
        <p:spPr>
          <a:xfrm rot="2505439">
            <a:off x="5519420" y="895149"/>
            <a:ext cx="1429574" cy="747620"/>
          </a:xfrm>
          <a:custGeom>
            <a:avLst/>
            <a:gdLst>
              <a:gd name="connsiteX0" fmla="*/ 0 w 402336"/>
              <a:gd name="connsiteY0" fmla="*/ 0 h 155448"/>
              <a:gd name="connsiteX1" fmla="*/ 219456 w 402336"/>
              <a:gd name="connsiteY1" fmla="*/ 27432 h 155448"/>
              <a:gd name="connsiteX2" fmla="*/ 402336 w 402336"/>
              <a:gd name="connsiteY2" fmla="*/ 155448 h 155448"/>
              <a:gd name="connsiteX0" fmla="*/ 0 w 917328"/>
              <a:gd name="connsiteY0" fmla="*/ 490173 h 518432"/>
              <a:gd name="connsiteX1" fmla="*/ 219456 w 917328"/>
              <a:gd name="connsiteY1" fmla="*/ 517605 h 518432"/>
              <a:gd name="connsiteX2" fmla="*/ 917328 w 917328"/>
              <a:gd name="connsiteY2" fmla="*/ 3126 h 518432"/>
              <a:gd name="connsiteX0" fmla="*/ 0 w 917328"/>
              <a:gd name="connsiteY0" fmla="*/ 491379 h 491381"/>
              <a:gd name="connsiteX1" fmla="*/ 338131 w 917328"/>
              <a:gd name="connsiteY1" fmla="*/ 344940 h 491381"/>
              <a:gd name="connsiteX2" fmla="*/ 917328 w 917328"/>
              <a:gd name="connsiteY2" fmla="*/ 4332 h 491381"/>
              <a:gd name="connsiteX0" fmla="*/ 0 w 917328"/>
              <a:gd name="connsiteY0" fmla="*/ 491379 h 491384"/>
              <a:gd name="connsiteX1" fmla="*/ 338131 w 917328"/>
              <a:gd name="connsiteY1" fmla="*/ 344940 h 491384"/>
              <a:gd name="connsiteX2" fmla="*/ 917328 w 917328"/>
              <a:gd name="connsiteY2" fmla="*/ 4332 h 491384"/>
              <a:gd name="connsiteX0" fmla="*/ 0 w 832398"/>
              <a:gd name="connsiteY0" fmla="*/ 682699 h 682704"/>
              <a:gd name="connsiteX1" fmla="*/ 338131 w 832398"/>
              <a:gd name="connsiteY1" fmla="*/ 536260 h 682704"/>
              <a:gd name="connsiteX2" fmla="*/ 832398 w 832398"/>
              <a:gd name="connsiteY2" fmla="*/ 3035 h 682704"/>
              <a:gd name="connsiteX0" fmla="*/ 0 w 677772"/>
              <a:gd name="connsiteY0" fmla="*/ 476623 h 476628"/>
              <a:gd name="connsiteX1" fmla="*/ 338131 w 677772"/>
              <a:gd name="connsiteY1" fmla="*/ 330184 h 476628"/>
              <a:gd name="connsiteX2" fmla="*/ 677772 w 677772"/>
              <a:gd name="connsiteY2" fmla="*/ 4481 h 476628"/>
              <a:gd name="connsiteX0" fmla="*/ 0 w 677772"/>
              <a:gd name="connsiteY0" fmla="*/ 477684 h 477689"/>
              <a:gd name="connsiteX1" fmla="*/ 338131 w 677772"/>
              <a:gd name="connsiteY1" fmla="*/ 331245 h 477689"/>
              <a:gd name="connsiteX2" fmla="*/ 677772 w 677772"/>
              <a:gd name="connsiteY2" fmla="*/ 5542 h 477689"/>
              <a:gd name="connsiteX0" fmla="*/ 0 w 677772"/>
              <a:gd name="connsiteY0" fmla="*/ 477684 h 477692"/>
              <a:gd name="connsiteX1" fmla="*/ 338131 w 677772"/>
              <a:gd name="connsiteY1" fmla="*/ 331245 h 477692"/>
              <a:gd name="connsiteX2" fmla="*/ 677772 w 677772"/>
              <a:gd name="connsiteY2" fmla="*/ 5542 h 477692"/>
              <a:gd name="connsiteX0" fmla="*/ 0 w 677772"/>
              <a:gd name="connsiteY0" fmla="*/ 478415 h 478423"/>
              <a:gd name="connsiteX1" fmla="*/ 338131 w 677772"/>
              <a:gd name="connsiteY1" fmla="*/ 331976 h 478423"/>
              <a:gd name="connsiteX2" fmla="*/ 677772 w 677772"/>
              <a:gd name="connsiteY2" fmla="*/ 6273 h 478423"/>
              <a:gd name="connsiteX0" fmla="*/ 0 w 677772"/>
              <a:gd name="connsiteY0" fmla="*/ 480261 h 480264"/>
              <a:gd name="connsiteX1" fmla="*/ 329818 w 677772"/>
              <a:gd name="connsiteY1" fmla="*/ 261899 h 480264"/>
              <a:gd name="connsiteX2" fmla="*/ 677772 w 677772"/>
              <a:gd name="connsiteY2" fmla="*/ 8119 h 480264"/>
              <a:gd name="connsiteX0" fmla="*/ 0 w 677772"/>
              <a:gd name="connsiteY0" fmla="*/ 480261 h 480261"/>
              <a:gd name="connsiteX1" fmla="*/ 329818 w 677772"/>
              <a:gd name="connsiteY1" fmla="*/ 261899 h 480261"/>
              <a:gd name="connsiteX2" fmla="*/ 677772 w 677772"/>
              <a:gd name="connsiteY2" fmla="*/ 8119 h 480261"/>
              <a:gd name="connsiteX0" fmla="*/ 0 w 677772"/>
              <a:gd name="connsiteY0" fmla="*/ 480709 h 480709"/>
              <a:gd name="connsiteX1" fmla="*/ 283416 w 677772"/>
              <a:gd name="connsiteY1" fmla="*/ 249497 h 480709"/>
              <a:gd name="connsiteX2" fmla="*/ 677772 w 677772"/>
              <a:gd name="connsiteY2" fmla="*/ 8567 h 480709"/>
              <a:gd name="connsiteX0" fmla="*/ 0 w 677772"/>
              <a:gd name="connsiteY0" fmla="*/ 472142 h 472142"/>
              <a:gd name="connsiteX1" fmla="*/ 283416 w 677772"/>
              <a:gd name="connsiteY1" fmla="*/ 240930 h 472142"/>
              <a:gd name="connsiteX2" fmla="*/ 677772 w 677772"/>
              <a:gd name="connsiteY2" fmla="*/ 0 h 472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772" h="472142">
                <a:moveTo>
                  <a:pt x="0" y="472142"/>
                </a:moveTo>
                <a:cubicBezTo>
                  <a:pt x="111080" y="388277"/>
                  <a:pt x="126992" y="338206"/>
                  <a:pt x="283416" y="240930"/>
                </a:cubicBezTo>
                <a:cubicBezTo>
                  <a:pt x="427999" y="138458"/>
                  <a:pt x="547804" y="53911"/>
                  <a:pt x="677772" y="0"/>
                </a:cubicBezTo>
              </a:path>
            </a:pathLst>
          </a:custGeom>
          <a:noFill/>
          <a:ln w="571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DDD4838-96E1-0355-39AE-A329BD76B0D3}"/>
              </a:ext>
            </a:extLst>
          </p:cNvPr>
          <p:cNvSpPr/>
          <p:nvPr/>
        </p:nvSpPr>
        <p:spPr>
          <a:xfrm flipV="1">
            <a:off x="3114777" y="895949"/>
            <a:ext cx="6039738" cy="5023342"/>
          </a:xfrm>
          <a:prstGeom prst="rect">
            <a:avLst/>
          </a:prstGeom>
          <a:gradFill>
            <a:gsLst>
              <a:gs pos="0">
                <a:srgbClr val="49C9B1"/>
              </a:gs>
              <a:gs pos="42000">
                <a:srgbClr val="52C2BD"/>
              </a:gs>
              <a:gs pos="62000">
                <a:srgbClr val="7DD1CD"/>
              </a:gs>
              <a:gs pos="100000">
                <a:srgbClr val="C1E9E7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-25000" dirty="0">
              <a:solidFill>
                <a:schemeClr val="tx2"/>
              </a:solidFill>
            </a:endParaRPr>
          </a:p>
        </p:txBody>
      </p:sp>
      <p:sp>
        <p:nvSpPr>
          <p:cNvPr id="31" name="Freeform 13">
            <a:extLst>
              <a:ext uri="{FF2B5EF4-FFF2-40B4-BE49-F238E27FC236}">
                <a16:creationId xmlns:a16="http://schemas.microsoft.com/office/drawing/2014/main" id="{9D439AE5-3DA6-A279-3BCA-4BC6FA842DD3}"/>
              </a:ext>
            </a:extLst>
          </p:cNvPr>
          <p:cNvSpPr/>
          <p:nvPr/>
        </p:nvSpPr>
        <p:spPr>
          <a:xfrm flipV="1">
            <a:off x="4573242" y="6116813"/>
            <a:ext cx="3596640" cy="359230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C6F3B2E-107B-ACB3-636F-E56650D2C0E8}"/>
              </a:ext>
            </a:extLst>
          </p:cNvPr>
          <p:cNvSpPr/>
          <p:nvPr/>
        </p:nvSpPr>
        <p:spPr>
          <a:xfrm>
            <a:off x="3524201" y="3343857"/>
            <a:ext cx="4187952" cy="2596896"/>
          </a:xfrm>
          <a:custGeom>
            <a:avLst/>
            <a:gdLst>
              <a:gd name="connsiteX0" fmla="*/ 2130552 w 4526280"/>
              <a:gd name="connsiteY0" fmla="*/ 9144 h 2688336"/>
              <a:gd name="connsiteX1" fmla="*/ 1124712 w 4526280"/>
              <a:gd name="connsiteY1" fmla="*/ 466344 h 2688336"/>
              <a:gd name="connsiteX2" fmla="*/ 731520 w 4526280"/>
              <a:gd name="connsiteY2" fmla="*/ 868680 h 2688336"/>
              <a:gd name="connsiteX3" fmla="*/ 1088136 w 4526280"/>
              <a:gd name="connsiteY3" fmla="*/ 886968 h 2688336"/>
              <a:gd name="connsiteX4" fmla="*/ 676656 w 4526280"/>
              <a:gd name="connsiteY4" fmla="*/ 1481328 h 2688336"/>
              <a:gd name="connsiteX5" fmla="*/ 576072 w 4526280"/>
              <a:gd name="connsiteY5" fmla="*/ 1984248 h 2688336"/>
              <a:gd name="connsiteX6" fmla="*/ 0 w 4526280"/>
              <a:gd name="connsiteY6" fmla="*/ 2660904 h 2688336"/>
              <a:gd name="connsiteX7" fmla="*/ 4526280 w 4526280"/>
              <a:gd name="connsiteY7" fmla="*/ 2688336 h 2688336"/>
              <a:gd name="connsiteX8" fmla="*/ 3685032 w 4526280"/>
              <a:gd name="connsiteY8" fmla="*/ 1938528 h 2688336"/>
              <a:gd name="connsiteX9" fmla="*/ 3593592 w 4526280"/>
              <a:gd name="connsiteY9" fmla="*/ 960120 h 2688336"/>
              <a:gd name="connsiteX10" fmla="*/ 2852928 w 4526280"/>
              <a:gd name="connsiteY10" fmla="*/ 411480 h 2688336"/>
              <a:gd name="connsiteX11" fmla="*/ 2825496 w 4526280"/>
              <a:gd name="connsiteY11" fmla="*/ 0 h 2688336"/>
              <a:gd name="connsiteX12" fmla="*/ 2130552 w 4526280"/>
              <a:gd name="connsiteY12" fmla="*/ 9144 h 2688336"/>
              <a:gd name="connsiteX0" fmla="*/ 2130552 w 4526280"/>
              <a:gd name="connsiteY0" fmla="*/ 9144 h 2688336"/>
              <a:gd name="connsiteX1" fmla="*/ 1124712 w 4526280"/>
              <a:gd name="connsiteY1" fmla="*/ 466344 h 2688336"/>
              <a:gd name="connsiteX2" fmla="*/ 731520 w 4526280"/>
              <a:gd name="connsiteY2" fmla="*/ 868680 h 2688336"/>
              <a:gd name="connsiteX3" fmla="*/ 338328 w 4526280"/>
              <a:gd name="connsiteY3" fmla="*/ 1365981 h 2688336"/>
              <a:gd name="connsiteX4" fmla="*/ 676656 w 4526280"/>
              <a:gd name="connsiteY4" fmla="*/ 1481328 h 2688336"/>
              <a:gd name="connsiteX5" fmla="*/ 576072 w 4526280"/>
              <a:gd name="connsiteY5" fmla="*/ 1984248 h 2688336"/>
              <a:gd name="connsiteX6" fmla="*/ 0 w 4526280"/>
              <a:gd name="connsiteY6" fmla="*/ 2660904 h 2688336"/>
              <a:gd name="connsiteX7" fmla="*/ 4526280 w 4526280"/>
              <a:gd name="connsiteY7" fmla="*/ 2688336 h 2688336"/>
              <a:gd name="connsiteX8" fmla="*/ 3685032 w 4526280"/>
              <a:gd name="connsiteY8" fmla="*/ 1938528 h 2688336"/>
              <a:gd name="connsiteX9" fmla="*/ 3593592 w 4526280"/>
              <a:gd name="connsiteY9" fmla="*/ 960120 h 2688336"/>
              <a:gd name="connsiteX10" fmla="*/ 2852928 w 4526280"/>
              <a:gd name="connsiteY10" fmla="*/ 411480 h 2688336"/>
              <a:gd name="connsiteX11" fmla="*/ 2825496 w 4526280"/>
              <a:gd name="connsiteY11" fmla="*/ 0 h 2688336"/>
              <a:gd name="connsiteX12" fmla="*/ 2130552 w 4526280"/>
              <a:gd name="connsiteY12" fmla="*/ 9144 h 2688336"/>
              <a:gd name="connsiteX0" fmla="*/ 2130552 w 4526280"/>
              <a:gd name="connsiteY0" fmla="*/ 9144 h 2688336"/>
              <a:gd name="connsiteX1" fmla="*/ 1124712 w 4526280"/>
              <a:gd name="connsiteY1" fmla="*/ 466344 h 2688336"/>
              <a:gd name="connsiteX2" fmla="*/ 731520 w 4526280"/>
              <a:gd name="connsiteY2" fmla="*/ 868680 h 2688336"/>
              <a:gd name="connsiteX3" fmla="*/ 338328 w 4526280"/>
              <a:gd name="connsiteY3" fmla="*/ 1365981 h 2688336"/>
              <a:gd name="connsiteX4" fmla="*/ 530352 w 4526280"/>
              <a:gd name="connsiteY4" fmla="*/ 1686619 h 2688336"/>
              <a:gd name="connsiteX5" fmla="*/ 576072 w 4526280"/>
              <a:gd name="connsiteY5" fmla="*/ 1984248 h 2688336"/>
              <a:gd name="connsiteX6" fmla="*/ 0 w 4526280"/>
              <a:gd name="connsiteY6" fmla="*/ 2660904 h 2688336"/>
              <a:gd name="connsiteX7" fmla="*/ 4526280 w 4526280"/>
              <a:gd name="connsiteY7" fmla="*/ 2688336 h 2688336"/>
              <a:gd name="connsiteX8" fmla="*/ 3685032 w 4526280"/>
              <a:gd name="connsiteY8" fmla="*/ 1938528 h 2688336"/>
              <a:gd name="connsiteX9" fmla="*/ 3593592 w 4526280"/>
              <a:gd name="connsiteY9" fmla="*/ 960120 h 2688336"/>
              <a:gd name="connsiteX10" fmla="*/ 2852928 w 4526280"/>
              <a:gd name="connsiteY10" fmla="*/ 411480 h 2688336"/>
              <a:gd name="connsiteX11" fmla="*/ 2825496 w 4526280"/>
              <a:gd name="connsiteY11" fmla="*/ 0 h 2688336"/>
              <a:gd name="connsiteX12" fmla="*/ 2130552 w 4526280"/>
              <a:gd name="connsiteY12" fmla="*/ 9144 h 2688336"/>
              <a:gd name="connsiteX0" fmla="*/ 1792224 w 4187952"/>
              <a:gd name="connsiteY0" fmla="*/ 9144 h 2688336"/>
              <a:gd name="connsiteX1" fmla="*/ 786384 w 4187952"/>
              <a:gd name="connsiteY1" fmla="*/ 466344 h 2688336"/>
              <a:gd name="connsiteX2" fmla="*/ 393192 w 4187952"/>
              <a:gd name="connsiteY2" fmla="*/ 868680 h 2688336"/>
              <a:gd name="connsiteX3" fmla="*/ 0 w 4187952"/>
              <a:gd name="connsiteY3" fmla="*/ 1365981 h 2688336"/>
              <a:gd name="connsiteX4" fmla="*/ 192024 w 4187952"/>
              <a:gd name="connsiteY4" fmla="*/ 1686619 h 2688336"/>
              <a:gd name="connsiteX5" fmla="*/ 237744 w 4187952"/>
              <a:gd name="connsiteY5" fmla="*/ 1984248 h 2688336"/>
              <a:gd name="connsiteX6" fmla="*/ 548640 w 4187952"/>
              <a:gd name="connsiteY6" fmla="*/ 2641353 h 2688336"/>
              <a:gd name="connsiteX7" fmla="*/ 4187952 w 4187952"/>
              <a:gd name="connsiteY7" fmla="*/ 2688336 h 2688336"/>
              <a:gd name="connsiteX8" fmla="*/ 3346704 w 4187952"/>
              <a:gd name="connsiteY8" fmla="*/ 1938528 h 2688336"/>
              <a:gd name="connsiteX9" fmla="*/ 3255264 w 4187952"/>
              <a:gd name="connsiteY9" fmla="*/ 960120 h 2688336"/>
              <a:gd name="connsiteX10" fmla="*/ 2514600 w 4187952"/>
              <a:gd name="connsiteY10" fmla="*/ 411480 h 2688336"/>
              <a:gd name="connsiteX11" fmla="*/ 2487168 w 4187952"/>
              <a:gd name="connsiteY11" fmla="*/ 0 h 2688336"/>
              <a:gd name="connsiteX12" fmla="*/ 1792224 w 4187952"/>
              <a:gd name="connsiteY12" fmla="*/ 9144 h 2688336"/>
              <a:gd name="connsiteX0" fmla="*/ 1792224 w 4187952"/>
              <a:gd name="connsiteY0" fmla="*/ 9144 h 2688336"/>
              <a:gd name="connsiteX1" fmla="*/ 786384 w 4187952"/>
              <a:gd name="connsiteY1" fmla="*/ 466344 h 2688336"/>
              <a:gd name="connsiteX2" fmla="*/ 393192 w 4187952"/>
              <a:gd name="connsiteY2" fmla="*/ 868680 h 2688336"/>
              <a:gd name="connsiteX3" fmla="*/ 0 w 4187952"/>
              <a:gd name="connsiteY3" fmla="*/ 1365981 h 2688336"/>
              <a:gd name="connsiteX4" fmla="*/ 192024 w 4187952"/>
              <a:gd name="connsiteY4" fmla="*/ 1686619 h 2688336"/>
              <a:gd name="connsiteX5" fmla="*/ 237744 w 4187952"/>
              <a:gd name="connsiteY5" fmla="*/ 1984248 h 2688336"/>
              <a:gd name="connsiteX6" fmla="*/ 548640 w 4187952"/>
              <a:gd name="connsiteY6" fmla="*/ 2641353 h 2688336"/>
              <a:gd name="connsiteX7" fmla="*/ 4187952 w 4187952"/>
              <a:gd name="connsiteY7" fmla="*/ 2688336 h 2688336"/>
              <a:gd name="connsiteX8" fmla="*/ 3346704 w 4187952"/>
              <a:gd name="connsiteY8" fmla="*/ 1938528 h 2688336"/>
              <a:gd name="connsiteX9" fmla="*/ 3255264 w 4187952"/>
              <a:gd name="connsiteY9" fmla="*/ 960120 h 2688336"/>
              <a:gd name="connsiteX10" fmla="*/ 3026664 w 4187952"/>
              <a:gd name="connsiteY10" fmla="*/ 519014 h 2688336"/>
              <a:gd name="connsiteX11" fmla="*/ 2487168 w 4187952"/>
              <a:gd name="connsiteY11" fmla="*/ 0 h 2688336"/>
              <a:gd name="connsiteX12" fmla="*/ 1792224 w 4187952"/>
              <a:gd name="connsiteY12" fmla="*/ 9144 h 2688336"/>
              <a:gd name="connsiteX0" fmla="*/ 1792224 w 4187952"/>
              <a:gd name="connsiteY0" fmla="*/ 97126 h 2776318"/>
              <a:gd name="connsiteX1" fmla="*/ 786384 w 4187952"/>
              <a:gd name="connsiteY1" fmla="*/ 554326 h 2776318"/>
              <a:gd name="connsiteX2" fmla="*/ 393192 w 4187952"/>
              <a:gd name="connsiteY2" fmla="*/ 956662 h 2776318"/>
              <a:gd name="connsiteX3" fmla="*/ 0 w 4187952"/>
              <a:gd name="connsiteY3" fmla="*/ 1453963 h 2776318"/>
              <a:gd name="connsiteX4" fmla="*/ 192024 w 4187952"/>
              <a:gd name="connsiteY4" fmla="*/ 1774601 h 2776318"/>
              <a:gd name="connsiteX5" fmla="*/ 237744 w 4187952"/>
              <a:gd name="connsiteY5" fmla="*/ 2072230 h 2776318"/>
              <a:gd name="connsiteX6" fmla="*/ 548640 w 4187952"/>
              <a:gd name="connsiteY6" fmla="*/ 2729335 h 2776318"/>
              <a:gd name="connsiteX7" fmla="*/ 4187952 w 4187952"/>
              <a:gd name="connsiteY7" fmla="*/ 2776318 h 2776318"/>
              <a:gd name="connsiteX8" fmla="*/ 3346704 w 4187952"/>
              <a:gd name="connsiteY8" fmla="*/ 2026510 h 2776318"/>
              <a:gd name="connsiteX9" fmla="*/ 3255264 w 4187952"/>
              <a:gd name="connsiteY9" fmla="*/ 1048102 h 2776318"/>
              <a:gd name="connsiteX10" fmla="*/ 3026664 w 4187952"/>
              <a:gd name="connsiteY10" fmla="*/ 606996 h 2776318"/>
              <a:gd name="connsiteX11" fmla="*/ 2359152 w 4187952"/>
              <a:gd name="connsiteY11" fmla="*/ 0 h 2776318"/>
              <a:gd name="connsiteX12" fmla="*/ 1792224 w 4187952"/>
              <a:gd name="connsiteY12" fmla="*/ 97126 h 2776318"/>
              <a:gd name="connsiteX0" fmla="*/ 1792224 w 4187952"/>
              <a:gd name="connsiteY0" fmla="*/ 97126 h 2776318"/>
              <a:gd name="connsiteX1" fmla="*/ 786384 w 4187952"/>
              <a:gd name="connsiteY1" fmla="*/ 554326 h 2776318"/>
              <a:gd name="connsiteX2" fmla="*/ 393192 w 4187952"/>
              <a:gd name="connsiteY2" fmla="*/ 956662 h 2776318"/>
              <a:gd name="connsiteX3" fmla="*/ 0 w 4187952"/>
              <a:gd name="connsiteY3" fmla="*/ 1453963 h 2776318"/>
              <a:gd name="connsiteX4" fmla="*/ 192024 w 4187952"/>
              <a:gd name="connsiteY4" fmla="*/ 1774601 h 2776318"/>
              <a:gd name="connsiteX5" fmla="*/ 237744 w 4187952"/>
              <a:gd name="connsiteY5" fmla="*/ 2072230 h 2776318"/>
              <a:gd name="connsiteX6" fmla="*/ 548640 w 4187952"/>
              <a:gd name="connsiteY6" fmla="*/ 2729335 h 2776318"/>
              <a:gd name="connsiteX7" fmla="*/ 4187952 w 4187952"/>
              <a:gd name="connsiteY7" fmla="*/ 2776318 h 2776318"/>
              <a:gd name="connsiteX8" fmla="*/ 3520440 w 4187952"/>
              <a:gd name="connsiteY8" fmla="*/ 1987407 h 2776318"/>
              <a:gd name="connsiteX9" fmla="*/ 3255264 w 4187952"/>
              <a:gd name="connsiteY9" fmla="*/ 1048102 h 2776318"/>
              <a:gd name="connsiteX10" fmla="*/ 3026664 w 4187952"/>
              <a:gd name="connsiteY10" fmla="*/ 606996 h 2776318"/>
              <a:gd name="connsiteX11" fmla="*/ 2359152 w 4187952"/>
              <a:gd name="connsiteY11" fmla="*/ 0 h 2776318"/>
              <a:gd name="connsiteX12" fmla="*/ 1792224 w 4187952"/>
              <a:gd name="connsiteY12" fmla="*/ 97126 h 2776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187952" h="2776318">
                <a:moveTo>
                  <a:pt x="1792224" y="97126"/>
                </a:moveTo>
                <a:lnTo>
                  <a:pt x="786384" y="554326"/>
                </a:lnTo>
                <a:lnTo>
                  <a:pt x="393192" y="956662"/>
                </a:lnTo>
                <a:lnTo>
                  <a:pt x="0" y="1453963"/>
                </a:lnTo>
                <a:lnTo>
                  <a:pt x="192024" y="1774601"/>
                </a:lnTo>
                <a:lnTo>
                  <a:pt x="237744" y="2072230"/>
                </a:lnTo>
                <a:lnTo>
                  <a:pt x="548640" y="2729335"/>
                </a:lnTo>
                <a:lnTo>
                  <a:pt x="4187952" y="2776318"/>
                </a:lnTo>
                <a:lnTo>
                  <a:pt x="3520440" y="1987407"/>
                </a:lnTo>
                <a:lnTo>
                  <a:pt x="3255264" y="1048102"/>
                </a:lnTo>
                <a:lnTo>
                  <a:pt x="3026664" y="606996"/>
                </a:lnTo>
                <a:lnTo>
                  <a:pt x="2359152" y="0"/>
                </a:lnTo>
                <a:lnTo>
                  <a:pt x="1792224" y="97126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D3E0138-9006-8C35-6B74-1B2688C6114D}"/>
              </a:ext>
            </a:extLst>
          </p:cNvPr>
          <p:cNvSpPr/>
          <p:nvPr/>
        </p:nvSpPr>
        <p:spPr>
          <a:xfrm>
            <a:off x="3505913" y="4340553"/>
            <a:ext cx="3410712" cy="1572768"/>
          </a:xfrm>
          <a:custGeom>
            <a:avLst/>
            <a:gdLst>
              <a:gd name="connsiteX0" fmla="*/ 54864 w 3410712"/>
              <a:gd name="connsiteY0" fmla="*/ 310896 h 1572768"/>
              <a:gd name="connsiteX1" fmla="*/ 1005840 w 3410712"/>
              <a:gd name="connsiteY1" fmla="*/ 0 h 1572768"/>
              <a:gd name="connsiteX2" fmla="*/ 2212848 w 3410712"/>
              <a:gd name="connsiteY2" fmla="*/ 45720 h 1572768"/>
              <a:gd name="connsiteX3" fmla="*/ 2642616 w 3410712"/>
              <a:gd name="connsiteY3" fmla="*/ 539496 h 1572768"/>
              <a:gd name="connsiteX4" fmla="*/ 3154680 w 3410712"/>
              <a:gd name="connsiteY4" fmla="*/ 1426464 h 1572768"/>
              <a:gd name="connsiteX5" fmla="*/ 3410712 w 3410712"/>
              <a:gd name="connsiteY5" fmla="*/ 1572768 h 1572768"/>
              <a:gd name="connsiteX6" fmla="*/ 557784 w 3410712"/>
              <a:gd name="connsiteY6" fmla="*/ 1536192 h 1572768"/>
              <a:gd name="connsiteX7" fmla="*/ 237744 w 3410712"/>
              <a:gd name="connsiteY7" fmla="*/ 886968 h 1572768"/>
              <a:gd name="connsiteX8" fmla="*/ 246888 w 3410712"/>
              <a:gd name="connsiteY8" fmla="*/ 649224 h 1572768"/>
              <a:gd name="connsiteX9" fmla="*/ 0 w 3410712"/>
              <a:gd name="connsiteY9" fmla="*/ 365760 h 1572768"/>
              <a:gd name="connsiteX10" fmla="*/ 100584 w 3410712"/>
              <a:gd name="connsiteY10" fmla="*/ 274320 h 1572768"/>
              <a:gd name="connsiteX0" fmla="*/ 54864 w 3410712"/>
              <a:gd name="connsiteY0" fmla="*/ 310896 h 1572768"/>
              <a:gd name="connsiteX1" fmla="*/ 1005840 w 3410712"/>
              <a:gd name="connsiteY1" fmla="*/ 0 h 1572768"/>
              <a:gd name="connsiteX2" fmla="*/ 2212848 w 3410712"/>
              <a:gd name="connsiteY2" fmla="*/ 45720 h 1572768"/>
              <a:gd name="connsiteX3" fmla="*/ 2642616 w 3410712"/>
              <a:gd name="connsiteY3" fmla="*/ 539496 h 1572768"/>
              <a:gd name="connsiteX4" fmla="*/ 3154680 w 3410712"/>
              <a:gd name="connsiteY4" fmla="*/ 1426464 h 1572768"/>
              <a:gd name="connsiteX5" fmla="*/ 3410712 w 3410712"/>
              <a:gd name="connsiteY5" fmla="*/ 1572768 h 1572768"/>
              <a:gd name="connsiteX6" fmla="*/ 557784 w 3410712"/>
              <a:gd name="connsiteY6" fmla="*/ 1536192 h 1572768"/>
              <a:gd name="connsiteX7" fmla="*/ 237744 w 3410712"/>
              <a:gd name="connsiteY7" fmla="*/ 886968 h 1572768"/>
              <a:gd name="connsiteX8" fmla="*/ 182880 w 3410712"/>
              <a:gd name="connsiteY8" fmla="*/ 676656 h 1572768"/>
              <a:gd name="connsiteX9" fmla="*/ 0 w 3410712"/>
              <a:gd name="connsiteY9" fmla="*/ 365760 h 1572768"/>
              <a:gd name="connsiteX10" fmla="*/ 100584 w 3410712"/>
              <a:gd name="connsiteY10" fmla="*/ 274320 h 1572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410712" h="1572768">
                <a:moveTo>
                  <a:pt x="54864" y="310896"/>
                </a:moveTo>
                <a:lnTo>
                  <a:pt x="1005840" y="0"/>
                </a:lnTo>
                <a:lnTo>
                  <a:pt x="2212848" y="45720"/>
                </a:lnTo>
                <a:lnTo>
                  <a:pt x="2642616" y="539496"/>
                </a:lnTo>
                <a:lnTo>
                  <a:pt x="3154680" y="1426464"/>
                </a:lnTo>
                <a:lnTo>
                  <a:pt x="3410712" y="1572768"/>
                </a:lnTo>
                <a:lnTo>
                  <a:pt x="557784" y="1536192"/>
                </a:lnTo>
                <a:lnTo>
                  <a:pt x="237744" y="886968"/>
                </a:lnTo>
                <a:lnTo>
                  <a:pt x="182880" y="676656"/>
                </a:lnTo>
                <a:lnTo>
                  <a:pt x="0" y="365760"/>
                </a:lnTo>
                <a:lnTo>
                  <a:pt x="100584" y="274320"/>
                </a:lnTo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539376E-22BF-C47D-DDF0-159900EA343C}"/>
              </a:ext>
            </a:extLst>
          </p:cNvPr>
          <p:cNvSpPr/>
          <p:nvPr/>
        </p:nvSpPr>
        <p:spPr>
          <a:xfrm>
            <a:off x="5691329" y="3892497"/>
            <a:ext cx="2048256" cy="2048256"/>
          </a:xfrm>
          <a:custGeom>
            <a:avLst/>
            <a:gdLst>
              <a:gd name="connsiteX0" fmla="*/ 0 w 1993392"/>
              <a:gd name="connsiteY0" fmla="*/ 448056 h 2048256"/>
              <a:gd name="connsiteX1" fmla="*/ 786384 w 1993392"/>
              <a:gd name="connsiteY1" fmla="*/ 0 h 2048256"/>
              <a:gd name="connsiteX2" fmla="*/ 1069848 w 1993392"/>
              <a:gd name="connsiteY2" fmla="*/ 457200 h 2048256"/>
              <a:gd name="connsiteX3" fmla="*/ 1362456 w 1993392"/>
              <a:gd name="connsiteY3" fmla="*/ 1362456 h 2048256"/>
              <a:gd name="connsiteX4" fmla="*/ 1993392 w 1993392"/>
              <a:gd name="connsiteY4" fmla="*/ 2048256 h 2048256"/>
              <a:gd name="connsiteX5" fmla="*/ 1088136 w 1993392"/>
              <a:gd name="connsiteY5" fmla="*/ 2029968 h 2048256"/>
              <a:gd name="connsiteX6" fmla="*/ 832104 w 1993392"/>
              <a:gd name="connsiteY6" fmla="*/ 1819656 h 2048256"/>
              <a:gd name="connsiteX7" fmla="*/ 0 w 1993392"/>
              <a:gd name="connsiteY7" fmla="*/ 448056 h 2048256"/>
              <a:gd name="connsiteX0" fmla="*/ 0 w 2048256"/>
              <a:gd name="connsiteY0" fmla="*/ 493776 h 2048256"/>
              <a:gd name="connsiteX1" fmla="*/ 841248 w 2048256"/>
              <a:gd name="connsiteY1" fmla="*/ 0 h 2048256"/>
              <a:gd name="connsiteX2" fmla="*/ 1124712 w 2048256"/>
              <a:gd name="connsiteY2" fmla="*/ 457200 h 2048256"/>
              <a:gd name="connsiteX3" fmla="*/ 1417320 w 2048256"/>
              <a:gd name="connsiteY3" fmla="*/ 1362456 h 2048256"/>
              <a:gd name="connsiteX4" fmla="*/ 2048256 w 2048256"/>
              <a:gd name="connsiteY4" fmla="*/ 2048256 h 2048256"/>
              <a:gd name="connsiteX5" fmla="*/ 1143000 w 2048256"/>
              <a:gd name="connsiteY5" fmla="*/ 2029968 h 2048256"/>
              <a:gd name="connsiteX6" fmla="*/ 886968 w 2048256"/>
              <a:gd name="connsiteY6" fmla="*/ 1819656 h 2048256"/>
              <a:gd name="connsiteX7" fmla="*/ 0 w 2048256"/>
              <a:gd name="connsiteY7" fmla="*/ 493776 h 20482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48256" h="2048256">
                <a:moveTo>
                  <a:pt x="0" y="493776"/>
                </a:moveTo>
                <a:lnTo>
                  <a:pt x="841248" y="0"/>
                </a:lnTo>
                <a:lnTo>
                  <a:pt x="1124712" y="457200"/>
                </a:lnTo>
                <a:lnTo>
                  <a:pt x="1417320" y="1362456"/>
                </a:lnTo>
                <a:lnTo>
                  <a:pt x="2048256" y="2048256"/>
                </a:lnTo>
                <a:lnTo>
                  <a:pt x="1143000" y="2029968"/>
                </a:lnTo>
                <a:lnTo>
                  <a:pt x="886968" y="1819656"/>
                </a:lnTo>
                <a:lnTo>
                  <a:pt x="0" y="493776"/>
                </a:lnTo>
                <a:close/>
              </a:path>
            </a:pathLst>
          </a:cu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F24F57C-D2B1-0E64-4983-4FD051AA120D}"/>
              </a:ext>
            </a:extLst>
          </p:cNvPr>
          <p:cNvSpPr/>
          <p:nvPr/>
        </p:nvSpPr>
        <p:spPr>
          <a:xfrm rot="20685621" flipV="1">
            <a:off x="6409954" y="1041835"/>
            <a:ext cx="927288" cy="700850"/>
          </a:xfrm>
          <a:custGeom>
            <a:avLst/>
            <a:gdLst>
              <a:gd name="connsiteX0" fmla="*/ 0 w 402336"/>
              <a:gd name="connsiteY0" fmla="*/ 0 h 155448"/>
              <a:gd name="connsiteX1" fmla="*/ 219456 w 402336"/>
              <a:gd name="connsiteY1" fmla="*/ 27432 h 155448"/>
              <a:gd name="connsiteX2" fmla="*/ 402336 w 402336"/>
              <a:gd name="connsiteY2" fmla="*/ 155448 h 155448"/>
              <a:gd name="connsiteX0" fmla="*/ 0 w 917328"/>
              <a:gd name="connsiteY0" fmla="*/ 490173 h 518432"/>
              <a:gd name="connsiteX1" fmla="*/ 219456 w 917328"/>
              <a:gd name="connsiteY1" fmla="*/ 517605 h 518432"/>
              <a:gd name="connsiteX2" fmla="*/ 917328 w 917328"/>
              <a:gd name="connsiteY2" fmla="*/ 3126 h 518432"/>
              <a:gd name="connsiteX0" fmla="*/ 0 w 917328"/>
              <a:gd name="connsiteY0" fmla="*/ 491379 h 491381"/>
              <a:gd name="connsiteX1" fmla="*/ 338131 w 917328"/>
              <a:gd name="connsiteY1" fmla="*/ 344940 h 491381"/>
              <a:gd name="connsiteX2" fmla="*/ 917328 w 917328"/>
              <a:gd name="connsiteY2" fmla="*/ 4332 h 491381"/>
              <a:gd name="connsiteX0" fmla="*/ 0 w 917328"/>
              <a:gd name="connsiteY0" fmla="*/ 491379 h 491384"/>
              <a:gd name="connsiteX1" fmla="*/ 338131 w 917328"/>
              <a:gd name="connsiteY1" fmla="*/ 344940 h 491384"/>
              <a:gd name="connsiteX2" fmla="*/ 917328 w 917328"/>
              <a:gd name="connsiteY2" fmla="*/ 4332 h 491384"/>
              <a:gd name="connsiteX0" fmla="*/ 0 w 832398"/>
              <a:gd name="connsiteY0" fmla="*/ 682699 h 682704"/>
              <a:gd name="connsiteX1" fmla="*/ 338131 w 832398"/>
              <a:gd name="connsiteY1" fmla="*/ 536260 h 682704"/>
              <a:gd name="connsiteX2" fmla="*/ 832398 w 832398"/>
              <a:gd name="connsiteY2" fmla="*/ 3035 h 682704"/>
              <a:gd name="connsiteX0" fmla="*/ 0 w 677772"/>
              <a:gd name="connsiteY0" fmla="*/ 476623 h 476628"/>
              <a:gd name="connsiteX1" fmla="*/ 338131 w 677772"/>
              <a:gd name="connsiteY1" fmla="*/ 330184 h 476628"/>
              <a:gd name="connsiteX2" fmla="*/ 677772 w 677772"/>
              <a:gd name="connsiteY2" fmla="*/ 4481 h 476628"/>
              <a:gd name="connsiteX0" fmla="*/ 0 w 677772"/>
              <a:gd name="connsiteY0" fmla="*/ 477684 h 477689"/>
              <a:gd name="connsiteX1" fmla="*/ 338131 w 677772"/>
              <a:gd name="connsiteY1" fmla="*/ 331245 h 477689"/>
              <a:gd name="connsiteX2" fmla="*/ 677772 w 677772"/>
              <a:gd name="connsiteY2" fmla="*/ 5542 h 477689"/>
              <a:gd name="connsiteX0" fmla="*/ 0 w 677772"/>
              <a:gd name="connsiteY0" fmla="*/ 477684 h 477692"/>
              <a:gd name="connsiteX1" fmla="*/ 338131 w 677772"/>
              <a:gd name="connsiteY1" fmla="*/ 331245 h 477692"/>
              <a:gd name="connsiteX2" fmla="*/ 677772 w 677772"/>
              <a:gd name="connsiteY2" fmla="*/ 5542 h 477692"/>
              <a:gd name="connsiteX0" fmla="*/ 0 w 677772"/>
              <a:gd name="connsiteY0" fmla="*/ 478415 h 478423"/>
              <a:gd name="connsiteX1" fmla="*/ 338131 w 677772"/>
              <a:gd name="connsiteY1" fmla="*/ 331976 h 478423"/>
              <a:gd name="connsiteX2" fmla="*/ 677772 w 677772"/>
              <a:gd name="connsiteY2" fmla="*/ 6273 h 478423"/>
              <a:gd name="connsiteX0" fmla="*/ 0 w 677772"/>
              <a:gd name="connsiteY0" fmla="*/ 472142 h 472150"/>
              <a:gd name="connsiteX1" fmla="*/ 338131 w 677772"/>
              <a:gd name="connsiteY1" fmla="*/ 325703 h 472150"/>
              <a:gd name="connsiteX2" fmla="*/ 677772 w 677772"/>
              <a:gd name="connsiteY2" fmla="*/ 0 h 472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772" h="472150">
                <a:moveTo>
                  <a:pt x="0" y="472142"/>
                </a:moveTo>
                <a:cubicBezTo>
                  <a:pt x="76200" y="472904"/>
                  <a:pt x="181707" y="422979"/>
                  <a:pt x="338131" y="325703"/>
                </a:cubicBezTo>
                <a:cubicBezTo>
                  <a:pt x="482714" y="223231"/>
                  <a:pt x="598716" y="88333"/>
                  <a:pt x="677772" y="0"/>
                </a:cubicBezTo>
              </a:path>
            </a:pathLst>
          </a:custGeom>
          <a:noFill/>
          <a:ln w="571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2B81290-11EB-EF64-2203-8503B6D15EAE}"/>
              </a:ext>
            </a:extLst>
          </p:cNvPr>
          <p:cNvSpPr/>
          <p:nvPr/>
        </p:nvSpPr>
        <p:spPr>
          <a:xfrm rot="1278263">
            <a:off x="2898137" y="3192358"/>
            <a:ext cx="677772" cy="478423"/>
          </a:xfrm>
          <a:custGeom>
            <a:avLst/>
            <a:gdLst>
              <a:gd name="connsiteX0" fmla="*/ 0 w 402336"/>
              <a:gd name="connsiteY0" fmla="*/ 0 h 155448"/>
              <a:gd name="connsiteX1" fmla="*/ 219456 w 402336"/>
              <a:gd name="connsiteY1" fmla="*/ 27432 h 155448"/>
              <a:gd name="connsiteX2" fmla="*/ 402336 w 402336"/>
              <a:gd name="connsiteY2" fmla="*/ 155448 h 155448"/>
              <a:gd name="connsiteX0" fmla="*/ 0 w 917328"/>
              <a:gd name="connsiteY0" fmla="*/ 490173 h 518432"/>
              <a:gd name="connsiteX1" fmla="*/ 219456 w 917328"/>
              <a:gd name="connsiteY1" fmla="*/ 517605 h 518432"/>
              <a:gd name="connsiteX2" fmla="*/ 917328 w 917328"/>
              <a:gd name="connsiteY2" fmla="*/ 3126 h 518432"/>
              <a:gd name="connsiteX0" fmla="*/ 0 w 917328"/>
              <a:gd name="connsiteY0" fmla="*/ 491379 h 491381"/>
              <a:gd name="connsiteX1" fmla="*/ 338131 w 917328"/>
              <a:gd name="connsiteY1" fmla="*/ 344940 h 491381"/>
              <a:gd name="connsiteX2" fmla="*/ 917328 w 917328"/>
              <a:gd name="connsiteY2" fmla="*/ 4332 h 491381"/>
              <a:gd name="connsiteX0" fmla="*/ 0 w 917328"/>
              <a:gd name="connsiteY0" fmla="*/ 491379 h 491384"/>
              <a:gd name="connsiteX1" fmla="*/ 338131 w 917328"/>
              <a:gd name="connsiteY1" fmla="*/ 344940 h 491384"/>
              <a:gd name="connsiteX2" fmla="*/ 917328 w 917328"/>
              <a:gd name="connsiteY2" fmla="*/ 4332 h 491384"/>
              <a:gd name="connsiteX0" fmla="*/ 0 w 832398"/>
              <a:gd name="connsiteY0" fmla="*/ 682699 h 682704"/>
              <a:gd name="connsiteX1" fmla="*/ 338131 w 832398"/>
              <a:gd name="connsiteY1" fmla="*/ 536260 h 682704"/>
              <a:gd name="connsiteX2" fmla="*/ 832398 w 832398"/>
              <a:gd name="connsiteY2" fmla="*/ 3035 h 682704"/>
              <a:gd name="connsiteX0" fmla="*/ 0 w 677772"/>
              <a:gd name="connsiteY0" fmla="*/ 476623 h 476628"/>
              <a:gd name="connsiteX1" fmla="*/ 338131 w 677772"/>
              <a:gd name="connsiteY1" fmla="*/ 330184 h 476628"/>
              <a:gd name="connsiteX2" fmla="*/ 677772 w 677772"/>
              <a:gd name="connsiteY2" fmla="*/ 4481 h 476628"/>
              <a:gd name="connsiteX0" fmla="*/ 0 w 677772"/>
              <a:gd name="connsiteY0" fmla="*/ 477684 h 477689"/>
              <a:gd name="connsiteX1" fmla="*/ 338131 w 677772"/>
              <a:gd name="connsiteY1" fmla="*/ 331245 h 477689"/>
              <a:gd name="connsiteX2" fmla="*/ 677772 w 677772"/>
              <a:gd name="connsiteY2" fmla="*/ 5542 h 477689"/>
              <a:gd name="connsiteX0" fmla="*/ 0 w 677772"/>
              <a:gd name="connsiteY0" fmla="*/ 477684 h 477692"/>
              <a:gd name="connsiteX1" fmla="*/ 338131 w 677772"/>
              <a:gd name="connsiteY1" fmla="*/ 331245 h 477692"/>
              <a:gd name="connsiteX2" fmla="*/ 677772 w 677772"/>
              <a:gd name="connsiteY2" fmla="*/ 5542 h 477692"/>
              <a:gd name="connsiteX0" fmla="*/ 0 w 677772"/>
              <a:gd name="connsiteY0" fmla="*/ 478415 h 478423"/>
              <a:gd name="connsiteX1" fmla="*/ 338131 w 677772"/>
              <a:gd name="connsiteY1" fmla="*/ 331976 h 478423"/>
              <a:gd name="connsiteX2" fmla="*/ 677772 w 677772"/>
              <a:gd name="connsiteY2" fmla="*/ 6273 h 4784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772" h="478423">
                <a:moveTo>
                  <a:pt x="0" y="478415"/>
                </a:moveTo>
                <a:cubicBezTo>
                  <a:pt x="76200" y="479177"/>
                  <a:pt x="181707" y="429252"/>
                  <a:pt x="338131" y="331976"/>
                </a:cubicBezTo>
                <a:cubicBezTo>
                  <a:pt x="482714" y="229504"/>
                  <a:pt x="619860" y="-44781"/>
                  <a:pt x="677772" y="6273"/>
                </a:cubicBezTo>
              </a:path>
            </a:pathLst>
          </a:custGeom>
          <a:noFill/>
          <a:ln w="571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AB939A6-4A86-2AF4-8E7E-35FA3745D314}"/>
              </a:ext>
            </a:extLst>
          </p:cNvPr>
          <p:cNvSpPr/>
          <p:nvPr/>
        </p:nvSpPr>
        <p:spPr>
          <a:xfrm rot="1278263">
            <a:off x="2904612" y="1985879"/>
            <a:ext cx="927288" cy="710162"/>
          </a:xfrm>
          <a:custGeom>
            <a:avLst/>
            <a:gdLst>
              <a:gd name="connsiteX0" fmla="*/ 0 w 402336"/>
              <a:gd name="connsiteY0" fmla="*/ 0 h 155448"/>
              <a:gd name="connsiteX1" fmla="*/ 219456 w 402336"/>
              <a:gd name="connsiteY1" fmla="*/ 27432 h 155448"/>
              <a:gd name="connsiteX2" fmla="*/ 402336 w 402336"/>
              <a:gd name="connsiteY2" fmla="*/ 155448 h 155448"/>
              <a:gd name="connsiteX0" fmla="*/ 0 w 917328"/>
              <a:gd name="connsiteY0" fmla="*/ 490173 h 518432"/>
              <a:gd name="connsiteX1" fmla="*/ 219456 w 917328"/>
              <a:gd name="connsiteY1" fmla="*/ 517605 h 518432"/>
              <a:gd name="connsiteX2" fmla="*/ 917328 w 917328"/>
              <a:gd name="connsiteY2" fmla="*/ 3126 h 518432"/>
              <a:gd name="connsiteX0" fmla="*/ 0 w 917328"/>
              <a:gd name="connsiteY0" fmla="*/ 491379 h 491381"/>
              <a:gd name="connsiteX1" fmla="*/ 338131 w 917328"/>
              <a:gd name="connsiteY1" fmla="*/ 344940 h 491381"/>
              <a:gd name="connsiteX2" fmla="*/ 917328 w 917328"/>
              <a:gd name="connsiteY2" fmla="*/ 4332 h 491381"/>
              <a:gd name="connsiteX0" fmla="*/ 0 w 917328"/>
              <a:gd name="connsiteY0" fmla="*/ 491379 h 491384"/>
              <a:gd name="connsiteX1" fmla="*/ 338131 w 917328"/>
              <a:gd name="connsiteY1" fmla="*/ 344940 h 491384"/>
              <a:gd name="connsiteX2" fmla="*/ 917328 w 917328"/>
              <a:gd name="connsiteY2" fmla="*/ 4332 h 491384"/>
              <a:gd name="connsiteX0" fmla="*/ 0 w 832398"/>
              <a:gd name="connsiteY0" fmla="*/ 682699 h 682704"/>
              <a:gd name="connsiteX1" fmla="*/ 338131 w 832398"/>
              <a:gd name="connsiteY1" fmla="*/ 536260 h 682704"/>
              <a:gd name="connsiteX2" fmla="*/ 832398 w 832398"/>
              <a:gd name="connsiteY2" fmla="*/ 3035 h 682704"/>
              <a:gd name="connsiteX0" fmla="*/ 0 w 677772"/>
              <a:gd name="connsiteY0" fmla="*/ 476623 h 476628"/>
              <a:gd name="connsiteX1" fmla="*/ 338131 w 677772"/>
              <a:gd name="connsiteY1" fmla="*/ 330184 h 476628"/>
              <a:gd name="connsiteX2" fmla="*/ 677772 w 677772"/>
              <a:gd name="connsiteY2" fmla="*/ 4481 h 476628"/>
              <a:gd name="connsiteX0" fmla="*/ 0 w 677772"/>
              <a:gd name="connsiteY0" fmla="*/ 477684 h 477689"/>
              <a:gd name="connsiteX1" fmla="*/ 338131 w 677772"/>
              <a:gd name="connsiteY1" fmla="*/ 331245 h 477689"/>
              <a:gd name="connsiteX2" fmla="*/ 677772 w 677772"/>
              <a:gd name="connsiteY2" fmla="*/ 5542 h 477689"/>
              <a:gd name="connsiteX0" fmla="*/ 0 w 677772"/>
              <a:gd name="connsiteY0" fmla="*/ 477684 h 477692"/>
              <a:gd name="connsiteX1" fmla="*/ 338131 w 677772"/>
              <a:gd name="connsiteY1" fmla="*/ 331245 h 477692"/>
              <a:gd name="connsiteX2" fmla="*/ 677772 w 677772"/>
              <a:gd name="connsiteY2" fmla="*/ 5542 h 477692"/>
              <a:gd name="connsiteX0" fmla="*/ 0 w 677772"/>
              <a:gd name="connsiteY0" fmla="*/ 478415 h 478423"/>
              <a:gd name="connsiteX1" fmla="*/ 338131 w 677772"/>
              <a:gd name="connsiteY1" fmla="*/ 331976 h 478423"/>
              <a:gd name="connsiteX2" fmla="*/ 677772 w 677772"/>
              <a:gd name="connsiteY2" fmla="*/ 6273 h 4784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772" h="478423">
                <a:moveTo>
                  <a:pt x="0" y="478415"/>
                </a:moveTo>
                <a:cubicBezTo>
                  <a:pt x="76200" y="479177"/>
                  <a:pt x="181707" y="429252"/>
                  <a:pt x="338131" y="331976"/>
                </a:cubicBezTo>
                <a:cubicBezTo>
                  <a:pt x="482714" y="229504"/>
                  <a:pt x="619860" y="-44781"/>
                  <a:pt x="677772" y="6273"/>
                </a:cubicBezTo>
              </a:path>
            </a:pathLst>
          </a:custGeom>
          <a:noFill/>
          <a:ln w="571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6120AE-0E98-4582-B150-D20045EF653C}"/>
              </a:ext>
            </a:extLst>
          </p:cNvPr>
          <p:cNvSpPr/>
          <p:nvPr/>
        </p:nvSpPr>
        <p:spPr>
          <a:xfrm rot="1278263">
            <a:off x="2786351" y="850794"/>
            <a:ext cx="1429574" cy="747620"/>
          </a:xfrm>
          <a:custGeom>
            <a:avLst/>
            <a:gdLst>
              <a:gd name="connsiteX0" fmla="*/ 0 w 402336"/>
              <a:gd name="connsiteY0" fmla="*/ 0 h 155448"/>
              <a:gd name="connsiteX1" fmla="*/ 219456 w 402336"/>
              <a:gd name="connsiteY1" fmla="*/ 27432 h 155448"/>
              <a:gd name="connsiteX2" fmla="*/ 402336 w 402336"/>
              <a:gd name="connsiteY2" fmla="*/ 155448 h 155448"/>
              <a:gd name="connsiteX0" fmla="*/ 0 w 917328"/>
              <a:gd name="connsiteY0" fmla="*/ 490173 h 518432"/>
              <a:gd name="connsiteX1" fmla="*/ 219456 w 917328"/>
              <a:gd name="connsiteY1" fmla="*/ 517605 h 518432"/>
              <a:gd name="connsiteX2" fmla="*/ 917328 w 917328"/>
              <a:gd name="connsiteY2" fmla="*/ 3126 h 518432"/>
              <a:gd name="connsiteX0" fmla="*/ 0 w 917328"/>
              <a:gd name="connsiteY0" fmla="*/ 491379 h 491381"/>
              <a:gd name="connsiteX1" fmla="*/ 338131 w 917328"/>
              <a:gd name="connsiteY1" fmla="*/ 344940 h 491381"/>
              <a:gd name="connsiteX2" fmla="*/ 917328 w 917328"/>
              <a:gd name="connsiteY2" fmla="*/ 4332 h 491381"/>
              <a:gd name="connsiteX0" fmla="*/ 0 w 917328"/>
              <a:gd name="connsiteY0" fmla="*/ 491379 h 491384"/>
              <a:gd name="connsiteX1" fmla="*/ 338131 w 917328"/>
              <a:gd name="connsiteY1" fmla="*/ 344940 h 491384"/>
              <a:gd name="connsiteX2" fmla="*/ 917328 w 917328"/>
              <a:gd name="connsiteY2" fmla="*/ 4332 h 491384"/>
              <a:gd name="connsiteX0" fmla="*/ 0 w 832398"/>
              <a:gd name="connsiteY0" fmla="*/ 682699 h 682704"/>
              <a:gd name="connsiteX1" fmla="*/ 338131 w 832398"/>
              <a:gd name="connsiteY1" fmla="*/ 536260 h 682704"/>
              <a:gd name="connsiteX2" fmla="*/ 832398 w 832398"/>
              <a:gd name="connsiteY2" fmla="*/ 3035 h 682704"/>
              <a:gd name="connsiteX0" fmla="*/ 0 w 677772"/>
              <a:gd name="connsiteY0" fmla="*/ 476623 h 476628"/>
              <a:gd name="connsiteX1" fmla="*/ 338131 w 677772"/>
              <a:gd name="connsiteY1" fmla="*/ 330184 h 476628"/>
              <a:gd name="connsiteX2" fmla="*/ 677772 w 677772"/>
              <a:gd name="connsiteY2" fmla="*/ 4481 h 476628"/>
              <a:gd name="connsiteX0" fmla="*/ 0 w 677772"/>
              <a:gd name="connsiteY0" fmla="*/ 477684 h 477689"/>
              <a:gd name="connsiteX1" fmla="*/ 338131 w 677772"/>
              <a:gd name="connsiteY1" fmla="*/ 331245 h 477689"/>
              <a:gd name="connsiteX2" fmla="*/ 677772 w 677772"/>
              <a:gd name="connsiteY2" fmla="*/ 5542 h 477689"/>
              <a:gd name="connsiteX0" fmla="*/ 0 w 677772"/>
              <a:gd name="connsiteY0" fmla="*/ 477684 h 477692"/>
              <a:gd name="connsiteX1" fmla="*/ 338131 w 677772"/>
              <a:gd name="connsiteY1" fmla="*/ 331245 h 477692"/>
              <a:gd name="connsiteX2" fmla="*/ 677772 w 677772"/>
              <a:gd name="connsiteY2" fmla="*/ 5542 h 477692"/>
              <a:gd name="connsiteX0" fmla="*/ 0 w 677772"/>
              <a:gd name="connsiteY0" fmla="*/ 478415 h 478423"/>
              <a:gd name="connsiteX1" fmla="*/ 338131 w 677772"/>
              <a:gd name="connsiteY1" fmla="*/ 331976 h 478423"/>
              <a:gd name="connsiteX2" fmla="*/ 677772 w 677772"/>
              <a:gd name="connsiteY2" fmla="*/ 6273 h 478423"/>
              <a:gd name="connsiteX0" fmla="*/ 0 w 677772"/>
              <a:gd name="connsiteY0" fmla="*/ 480261 h 480264"/>
              <a:gd name="connsiteX1" fmla="*/ 329818 w 677772"/>
              <a:gd name="connsiteY1" fmla="*/ 261899 h 480264"/>
              <a:gd name="connsiteX2" fmla="*/ 677772 w 677772"/>
              <a:gd name="connsiteY2" fmla="*/ 8119 h 480264"/>
              <a:gd name="connsiteX0" fmla="*/ 0 w 677772"/>
              <a:gd name="connsiteY0" fmla="*/ 480261 h 480261"/>
              <a:gd name="connsiteX1" fmla="*/ 329818 w 677772"/>
              <a:gd name="connsiteY1" fmla="*/ 261899 h 480261"/>
              <a:gd name="connsiteX2" fmla="*/ 677772 w 677772"/>
              <a:gd name="connsiteY2" fmla="*/ 8119 h 480261"/>
              <a:gd name="connsiteX0" fmla="*/ 0 w 677772"/>
              <a:gd name="connsiteY0" fmla="*/ 480709 h 480709"/>
              <a:gd name="connsiteX1" fmla="*/ 283416 w 677772"/>
              <a:gd name="connsiteY1" fmla="*/ 249497 h 480709"/>
              <a:gd name="connsiteX2" fmla="*/ 677772 w 677772"/>
              <a:gd name="connsiteY2" fmla="*/ 8567 h 480709"/>
              <a:gd name="connsiteX0" fmla="*/ 0 w 677772"/>
              <a:gd name="connsiteY0" fmla="*/ 472142 h 472142"/>
              <a:gd name="connsiteX1" fmla="*/ 283416 w 677772"/>
              <a:gd name="connsiteY1" fmla="*/ 240930 h 472142"/>
              <a:gd name="connsiteX2" fmla="*/ 677772 w 677772"/>
              <a:gd name="connsiteY2" fmla="*/ 0 h 472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772" h="472142">
                <a:moveTo>
                  <a:pt x="0" y="472142"/>
                </a:moveTo>
                <a:cubicBezTo>
                  <a:pt x="111080" y="388277"/>
                  <a:pt x="126992" y="338206"/>
                  <a:pt x="283416" y="240930"/>
                </a:cubicBezTo>
                <a:cubicBezTo>
                  <a:pt x="427999" y="138458"/>
                  <a:pt x="547804" y="53911"/>
                  <a:pt x="677772" y="0"/>
                </a:cubicBezTo>
              </a:path>
            </a:pathLst>
          </a:custGeom>
          <a:noFill/>
          <a:ln w="571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738FA8F-46C3-6CFC-9E35-88CB56283325}"/>
              </a:ext>
            </a:extLst>
          </p:cNvPr>
          <p:cNvSpPr/>
          <p:nvPr/>
        </p:nvSpPr>
        <p:spPr>
          <a:xfrm rot="4254787" flipV="1">
            <a:off x="7846723" y="2463842"/>
            <a:ext cx="1023024" cy="504176"/>
          </a:xfrm>
          <a:custGeom>
            <a:avLst/>
            <a:gdLst>
              <a:gd name="connsiteX0" fmla="*/ 0 w 402336"/>
              <a:gd name="connsiteY0" fmla="*/ 0 h 155448"/>
              <a:gd name="connsiteX1" fmla="*/ 219456 w 402336"/>
              <a:gd name="connsiteY1" fmla="*/ 27432 h 155448"/>
              <a:gd name="connsiteX2" fmla="*/ 402336 w 402336"/>
              <a:gd name="connsiteY2" fmla="*/ 155448 h 155448"/>
              <a:gd name="connsiteX0" fmla="*/ 0 w 917328"/>
              <a:gd name="connsiteY0" fmla="*/ 490173 h 518432"/>
              <a:gd name="connsiteX1" fmla="*/ 219456 w 917328"/>
              <a:gd name="connsiteY1" fmla="*/ 517605 h 518432"/>
              <a:gd name="connsiteX2" fmla="*/ 917328 w 917328"/>
              <a:gd name="connsiteY2" fmla="*/ 3126 h 518432"/>
              <a:gd name="connsiteX0" fmla="*/ 0 w 917328"/>
              <a:gd name="connsiteY0" fmla="*/ 491379 h 491381"/>
              <a:gd name="connsiteX1" fmla="*/ 338131 w 917328"/>
              <a:gd name="connsiteY1" fmla="*/ 344940 h 491381"/>
              <a:gd name="connsiteX2" fmla="*/ 917328 w 917328"/>
              <a:gd name="connsiteY2" fmla="*/ 4332 h 491381"/>
              <a:gd name="connsiteX0" fmla="*/ 0 w 917328"/>
              <a:gd name="connsiteY0" fmla="*/ 491379 h 491384"/>
              <a:gd name="connsiteX1" fmla="*/ 338131 w 917328"/>
              <a:gd name="connsiteY1" fmla="*/ 344940 h 491384"/>
              <a:gd name="connsiteX2" fmla="*/ 917328 w 917328"/>
              <a:gd name="connsiteY2" fmla="*/ 4332 h 491384"/>
              <a:gd name="connsiteX0" fmla="*/ 0 w 832398"/>
              <a:gd name="connsiteY0" fmla="*/ 682699 h 682704"/>
              <a:gd name="connsiteX1" fmla="*/ 338131 w 832398"/>
              <a:gd name="connsiteY1" fmla="*/ 536260 h 682704"/>
              <a:gd name="connsiteX2" fmla="*/ 832398 w 832398"/>
              <a:gd name="connsiteY2" fmla="*/ 3035 h 682704"/>
              <a:gd name="connsiteX0" fmla="*/ 0 w 677772"/>
              <a:gd name="connsiteY0" fmla="*/ 476623 h 476628"/>
              <a:gd name="connsiteX1" fmla="*/ 338131 w 677772"/>
              <a:gd name="connsiteY1" fmla="*/ 330184 h 476628"/>
              <a:gd name="connsiteX2" fmla="*/ 677772 w 677772"/>
              <a:gd name="connsiteY2" fmla="*/ 4481 h 476628"/>
              <a:gd name="connsiteX0" fmla="*/ 0 w 677772"/>
              <a:gd name="connsiteY0" fmla="*/ 477684 h 477689"/>
              <a:gd name="connsiteX1" fmla="*/ 338131 w 677772"/>
              <a:gd name="connsiteY1" fmla="*/ 331245 h 477689"/>
              <a:gd name="connsiteX2" fmla="*/ 677772 w 677772"/>
              <a:gd name="connsiteY2" fmla="*/ 5542 h 477689"/>
              <a:gd name="connsiteX0" fmla="*/ 0 w 677772"/>
              <a:gd name="connsiteY0" fmla="*/ 477684 h 477692"/>
              <a:gd name="connsiteX1" fmla="*/ 338131 w 677772"/>
              <a:gd name="connsiteY1" fmla="*/ 331245 h 477692"/>
              <a:gd name="connsiteX2" fmla="*/ 677772 w 677772"/>
              <a:gd name="connsiteY2" fmla="*/ 5542 h 477692"/>
              <a:gd name="connsiteX0" fmla="*/ 0 w 677772"/>
              <a:gd name="connsiteY0" fmla="*/ 478415 h 478423"/>
              <a:gd name="connsiteX1" fmla="*/ 338131 w 677772"/>
              <a:gd name="connsiteY1" fmla="*/ 331976 h 478423"/>
              <a:gd name="connsiteX2" fmla="*/ 677772 w 677772"/>
              <a:gd name="connsiteY2" fmla="*/ 6273 h 478423"/>
              <a:gd name="connsiteX0" fmla="*/ 0 w 677772"/>
              <a:gd name="connsiteY0" fmla="*/ 472142 h 472150"/>
              <a:gd name="connsiteX1" fmla="*/ 338131 w 677772"/>
              <a:gd name="connsiteY1" fmla="*/ 325703 h 472150"/>
              <a:gd name="connsiteX2" fmla="*/ 677772 w 677772"/>
              <a:gd name="connsiteY2" fmla="*/ 0 h 472150"/>
              <a:gd name="connsiteX0" fmla="*/ 0 w 992572"/>
              <a:gd name="connsiteY0" fmla="*/ 403855 h 405710"/>
              <a:gd name="connsiteX1" fmla="*/ 652931 w 992572"/>
              <a:gd name="connsiteY1" fmla="*/ 325703 h 405710"/>
              <a:gd name="connsiteX2" fmla="*/ 992572 w 992572"/>
              <a:gd name="connsiteY2" fmla="*/ 0 h 405710"/>
              <a:gd name="connsiteX0" fmla="*/ 0 w 992572"/>
              <a:gd name="connsiteY0" fmla="*/ 403855 h 444035"/>
              <a:gd name="connsiteX1" fmla="*/ 652931 w 992572"/>
              <a:gd name="connsiteY1" fmla="*/ 325703 h 444035"/>
              <a:gd name="connsiteX2" fmla="*/ 992572 w 992572"/>
              <a:gd name="connsiteY2" fmla="*/ 0 h 444035"/>
              <a:gd name="connsiteX0" fmla="*/ 0 w 992572"/>
              <a:gd name="connsiteY0" fmla="*/ 403855 h 444035"/>
              <a:gd name="connsiteX1" fmla="*/ 652931 w 992572"/>
              <a:gd name="connsiteY1" fmla="*/ 325703 h 444035"/>
              <a:gd name="connsiteX2" fmla="*/ 992572 w 992572"/>
              <a:gd name="connsiteY2" fmla="*/ 0 h 444035"/>
              <a:gd name="connsiteX0" fmla="*/ 0 w 992572"/>
              <a:gd name="connsiteY0" fmla="*/ 403855 h 476266"/>
              <a:gd name="connsiteX1" fmla="*/ 629751 w 992572"/>
              <a:gd name="connsiteY1" fmla="*/ 409780 h 476266"/>
              <a:gd name="connsiteX2" fmla="*/ 992572 w 992572"/>
              <a:gd name="connsiteY2" fmla="*/ 0 h 476266"/>
              <a:gd name="connsiteX0" fmla="*/ 0 w 992572"/>
              <a:gd name="connsiteY0" fmla="*/ 403855 h 460770"/>
              <a:gd name="connsiteX1" fmla="*/ 629751 w 992572"/>
              <a:gd name="connsiteY1" fmla="*/ 409780 h 460770"/>
              <a:gd name="connsiteX2" fmla="*/ 992572 w 992572"/>
              <a:gd name="connsiteY2" fmla="*/ 0 h 460770"/>
              <a:gd name="connsiteX0" fmla="*/ 0 w 843695"/>
              <a:gd name="connsiteY0" fmla="*/ 238124 h 295039"/>
              <a:gd name="connsiteX1" fmla="*/ 629751 w 843695"/>
              <a:gd name="connsiteY1" fmla="*/ 244049 h 295039"/>
              <a:gd name="connsiteX2" fmla="*/ 843695 w 843695"/>
              <a:gd name="connsiteY2" fmla="*/ 0 h 295039"/>
              <a:gd name="connsiteX0" fmla="*/ 0 w 843695"/>
              <a:gd name="connsiteY0" fmla="*/ 238124 h 295039"/>
              <a:gd name="connsiteX1" fmla="*/ 629751 w 843695"/>
              <a:gd name="connsiteY1" fmla="*/ 244049 h 295039"/>
              <a:gd name="connsiteX2" fmla="*/ 843695 w 843695"/>
              <a:gd name="connsiteY2" fmla="*/ 0 h 295039"/>
              <a:gd name="connsiteX0" fmla="*/ 0 w 843695"/>
              <a:gd name="connsiteY0" fmla="*/ 238124 h 302050"/>
              <a:gd name="connsiteX1" fmla="*/ 556992 w 843695"/>
              <a:gd name="connsiteY1" fmla="*/ 258448 h 302050"/>
              <a:gd name="connsiteX2" fmla="*/ 843695 w 843695"/>
              <a:gd name="connsiteY2" fmla="*/ 0 h 302050"/>
              <a:gd name="connsiteX0" fmla="*/ 0 w 843695"/>
              <a:gd name="connsiteY0" fmla="*/ 238124 h 302050"/>
              <a:gd name="connsiteX1" fmla="*/ 556992 w 843695"/>
              <a:gd name="connsiteY1" fmla="*/ 258448 h 302050"/>
              <a:gd name="connsiteX2" fmla="*/ 843695 w 843695"/>
              <a:gd name="connsiteY2" fmla="*/ 0 h 302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3695" h="302050">
                <a:moveTo>
                  <a:pt x="0" y="238124"/>
                </a:moveTo>
                <a:cubicBezTo>
                  <a:pt x="241517" y="325402"/>
                  <a:pt x="322539" y="314389"/>
                  <a:pt x="556992" y="258448"/>
                </a:cubicBezTo>
                <a:cubicBezTo>
                  <a:pt x="711487" y="182403"/>
                  <a:pt x="659419" y="245424"/>
                  <a:pt x="843695" y="0"/>
                </a:cubicBezTo>
              </a:path>
            </a:pathLst>
          </a:custGeom>
          <a:noFill/>
          <a:ln w="571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D5898A4-9D2B-7B58-C0CE-A3F414F66709}"/>
              </a:ext>
            </a:extLst>
          </p:cNvPr>
          <p:cNvSpPr/>
          <p:nvPr/>
        </p:nvSpPr>
        <p:spPr>
          <a:xfrm rot="13866706" flipV="1">
            <a:off x="7011477" y="2660803"/>
            <a:ext cx="1023024" cy="504176"/>
          </a:xfrm>
          <a:custGeom>
            <a:avLst/>
            <a:gdLst>
              <a:gd name="connsiteX0" fmla="*/ 0 w 402336"/>
              <a:gd name="connsiteY0" fmla="*/ 0 h 155448"/>
              <a:gd name="connsiteX1" fmla="*/ 219456 w 402336"/>
              <a:gd name="connsiteY1" fmla="*/ 27432 h 155448"/>
              <a:gd name="connsiteX2" fmla="*/ 402336 w 402336"/>
              <a:gd name="connsiteY2" fmla="*/ 155448 h 155448"/>
              <a:gd name="connsiteX0" fmla="*/ 0 w 917328"/>
              <a:gd name="connsiteY0" fmla="*/ 490173 h 518432"/>
              <a:gd name="connsiteX1" fmla="*/ 219456 w 917328"/>
              <a:gd name="connsiteY1" fmla="*/ 517605 h 518432"/>
              <a:gd name="connsiteX2" fmla="*/ 917328 w 917328"/>
              <a:gd name="connsiteY2" fmla="*/ 3126 h 518432"/>
              <a:gd name="connsiteX0" fmla="*/ 0 w 917328"/>
              <a:gd name="connsiteY0" fmla="*/ 491379 h 491381"/>
              <a:gd name="connsiteX1" fmla="*/ 338131 w 917328"/>
              <a:gd name="connsiteY1" fmla="*/ 344940 h 491381"/>
              <a:gd name="connsiteX2" fmla="*/ 917328 w 917328"/>
              <a:gd name="connsiteY2" fmla="*/ 4332 h 491381"/>
              <a:gd name="connsiteX0" fmla="*/ 0 w 917328"/>
              <a:gd name="connsiteY0" fmla="*/ 491379 h 491384"/>
              <a:gd name="connsiteX1" fmla="*/ 338131 w 917328"/>
              <a:gd name="connsiteY1" fmla="*/ 344940 h 491384"/>
              <a:gd name="connsiteX2" fmla="*/ 917328 w 917328"/>
              <a:gd name="connsiteY2" fmla="*/ 4332 h 491384"/>
              <a:gd name="connsiteX0" fmla="*/ 0 w 832398"/>
              <a:gd name="connsiteY0" fmla="*/ 682699 h 682704"/>
              <a:gd name="connsiteX1" fmla="*/ 338131 w 832398"/>
              <a:gd name="connsiteY1" fmla="*/ 536260 h 682704"/>
              <a:gd name="connsiteX2" fmla="*/ 832398 w 832398"/>
              <a:gd name="connsiteY2" fmla="*/ 3035 h 682704"/>
              <a:gd name="connsiteX0" fmla="*/ 0 w 677772"/>
              <a:gd name="connsiteY0" fmla="*/ 476623 h 476628"/>
              <a:gd name="connsiteX1" fmla="*/ 338131 w 677772"/>
              <a:gd name="connsiteY1" fmla="*/ 330184 h 476628"/>
              <a:gd name="connsiteX2" fmla="*/ 677772 w 677772"/>
              <a:gd name="connsiteY2" fmla="*/ 4481 h 476628"/>
              <a:gd name="connsiteX0" fmla="*/ 0 w 677772"/>
              <a:gd name="connsiteY0" fmla="*/ 477684 h 477689"/>
              <a:gd name="connsiteX1" fmla="*/ 338131 w 677772"/>
              <a:gd name="connsiteY1" fmla="*/ 331245 h 477689"/>
              <a:gd name="connsiteX2" fmla="*/ 677772 w 677772"/>
              <a:gd name="connsiteY2" fmla="*/ 5542 h 477689"/>
              <a:gd name="connsiteX0" fmla="*/ 0 w 677772"/>
              <a:gd name="connsiteY0" fmla="*/ 477684 h 477692"/>
              <a:gd name="connsiteX1" fmla="*/ 338131 w 677772"/>
              <a:gd name="connsiteY1" fmla="*/ 331245 h 477692"/>
              <a:gd name="connsiteX2" fmla="*/ 677772 w 677772"/>
              <a:gd name="connsiteY2" fmla="*/ 5542 h 477692"/>
              <a:gd name="connsiteX0" fmla="*/ 0 w 677772"/>
              <a:gd name="connsiteY0" fmla="*/ 478415 h 478423"/>
              <a:gd name="connsiteX1" fmla="*/ 338131 w 677772"/>
              <a:gd name="connsiteY1" fmla="*/ 331976 h 478423"/>
              <a:gd name="connsiteX2" fmla="*/ 677772 w 677772"/>
              <a:gd name="connsiteY2" fmla="*/ 6273 h 478423"/>
              <a:gd name="connsiteX0" fmla="*/ 0 w 677772"/>
              <a:gd name="connsiteY0" fmla="*/ 472142 h 472150"/>
              <a:gd name="connsiteX1" fmla="*/ 338131 w 677772"/>
              <a:gd name="connsiteY1" fmla="*/ 325703 h 472150"/>
              <a:gd name="connsiteX2" fmla="*/ 677772 w 677772"/>
              <a:gd name="connsiteY2" fmla="*/ 0 h 472150"/>
              <a:gd name="connsiteX0" fmla="*/ 0 w 992572"/>
              <a:gd name="connsiteY0" fmla="*/ 403855 h 405710"/>
              <a:gd name="connsiteX1" fmla="*/ 652931 w 992572"/>
              <a:gd name="connsiteY1" fmla="*/ 325703 h 405710"/>
              <a:gd name="connsiteX2" fmla="*/ 992572 w 992572"/>
              <a:gd name="connsiteY2" fmla="*/ 0 h 405710"/>
              <a:gd name="connsiteX0" fmla="*/ 0 w 992572"/>
              <a:gd name="connsiteY0" fmla="*/ 403855 h 444035"/>
              <a:gd name="connsiteX1" fmla="*/ 652931 w 992572"/>
              <a:gd name="connsiteY1" fmla="*/ 325703 h 444035"/>
              <a:gd name="connsiteX2" fmla="*/ 992572 w 992572"/>
              <a:gd name="connsiteY2" fmla="*/ 0 h 444035"/>
              <a:gd name="connsiteX0" fmla="*/ 0 w 992572"/>
              <a:gd name="connsiteY0" fmla="*/ 403855 h 444035"/>
              <a:gd name="connsiteX1" fmla="*/ 652931 w 992572"/>
              <a:gd name="connsiteY1" fmla="*/ 325703 h 444035"/>
              <a:gd name="connsiteX2" fmla="*/ 992572 w 992572"/>
              <a:gd name="connsiteY2" fmla="*/ 0 h 444035"/>
              <a:gd name="connsiteX0" fmla="*/ 0 w 992572"/>
              <a:gd name="connsiteY0" fmla="*/ 403855 h 476266"/>
              <a:gd name="connsiteX1" fmla="*/ 629751 w 992572"/>
              <a:gd name="connsiteY1" fmla="*/ 409780 h 476266"/>
              <a:gd name="connsiteX2" fmla="*/ 992572 w 992572"/>
              <a:gd name="connsiteY2" fmla="*/ 0 h 476266"/>
              <a:gd name="connsiteX0" fmla="*/ 0 w 992572"/>
              <a:gd name="connsiteY0" fmla="*/ 403855 h 460770"/>
              <a:gd name="connsiteX1" fmla="*/ 629751 w 992572"/>
              <a:gd name="connsiteY1" fmla="*/ 409780 h 460770"/>
              <a:gd name="connsiteX2" fmla="*/ 992572 w 992572"/>
              <a:gd name="connsiteY2" fmla="*/ 0 h 460770"/>
              <a:gd name="connsiteX0" fmla="*/ 0 w 843695"/>
              <a:gd name="connsiteY0" fmla="*/ 238124 h 295039"/>
              <a:gd name="connsiteX1" fmla="*/ 629751 w 843695"/>
              <a:gd name="connsiteY1" fmla="*/ 244049 h 295039"/>
              <a:gd name="connsiteX2" fmla="*/ 843695 w 843695"/>
              <a:gd name="connsiteY2" fmla="*/ 0 h 295039"/>
              <a:gd name="connsiteX0" fmla="*/ 0 w 843695"/>
              <a:gd name="connsiteY0" fmla="*/ 238124 h 295039"/>
              <a:gd name="connsiteX1" fmla="*/ 629751 w 843695"/>
              <a:gd name="connsiteY1" fmla="*/ 244049 h 295039"/>
              <a:gd name="connsiteX2" fmla="*/ 843695 w 843695"/>
              <a:gd name="connsiteY2" fmla="*/ 0 h 295039"/>
              <a:gd name="connsiteX0" fmla="*/ 0 w 843695"/>
              <a:gd name="connsiteY0" fmla="*/ 238124 h 302050"/>
              <a:gd name="connsiteX1" fmla="*/ 556992 w 843695"/>
              <a:gd name="connsiteY1" fmla="*/ 258448 h 302050"/>
              <a:gd name="connsiteX2" fmla="*/ 843695 w 843695"/>
              <a:gd name="connsiteY2" fmla="*/ 0 h 302050"/>
              <a:gd name="connsiteX0" fmla="*/ 0 w 843695"/>
              <a:gd name="connsiteY0" fmla="*/ 238124 h 302050"/>
              <a:gd name="connsiteX1" fmla="*/ 556992 w 843695"/>
              <a:gd name="connsiteY1" fmla="*/ 258448 h 302050"/>
              <a:gd name="connsiteX2" fmla="*/ 843695 w 843695"/>
              <a:gd name="connsiteY2" fmla="*/ 0 h 302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3695" h="302050">
                <a:moveTo>
                  <a:pt x="0" y="238124"/>
                </a:moveTo>
                <a:cubicBezTo>
                  <a:pt x="241517" y="325402"/>
                  <a:pt x="322539" y="314389"/>
                  <a:pt x="556992" y="258448"/>
                </a:cubicBezTo>
                <a:cubicBezTo>
                  <a:pt x="711487" y="182403"/>
                  <a:pt x="659419" y="245424"/>
                  <a:pt x="843695" y="0"/>
                </a:cubicBezTo>
              </a:path>
            </a:pathLst>
          </a:custGeom>
          <a:noFill/>
          <a:ln w="571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922AFAE5-6015-366A-3EED-A24370B0F824}"/>
              </a:ext>
            </a:extLst>
          </p:cNvPr>
          <p:cNvSpPr/>
          <p:nvPr/>
        </p:nvSpPr>
        <p:spPr>
          <a:xfrm rot="1278263">
            <a:off x="8096119" y="4643348"/>
            <a:ext cx="402336" cy="155448"/>
          </a:xfrm>
          <a:custGeom>
            <a:avLst/>
            <a:gdLst>
              <a:gd name="connsiteX0" fmla="*/ 0 w 402336"/>
              <a:gd name="connsiteY0" fmla="*/ 0 h 155448"/>
              <a:gd name="connsiteX1" fmla="*/ 219456 w 402336"/>
              <a:gd name="connsiteY1" fmla="*/ 27432 h 155448"/>
              <a:gd name="connsiteX2" fmla="*/ 402336 w 402336"/>
              <a:gd name="connsiteY2" fmla="*/ 155448 h 155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2336" h="155448">
                <a:moveTo>
                  <a:pt x="0" y="0"/>
                </a:moveTo>
                <a:cubicBezTo>
                  <a:pt x="76200" y="762"/>
                  <a:pt x="152400" y="1524"/>
                  <a:pt x="219456" y="27432"/>
                </a:cubicBezTo>
                <a:cubicBezTo>
                  <a:pt x="286512" y="53340"/>
                  <a:pt x="344424" y="104394"/>
                  <a:pt x="402336" y="155448"/>
                </a:cubicBezTo>
              </a:path>
            </a:pathLst>
          </a:custGeom>
          <a:noFill/>
          <a:ln w="571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EB8B289-F755-8456-4C2C-3E5AE7EC8392}"/>
              </a:ext>
            </a:extLst>
          </p:cNvPr>
          <p:cNvSpPr/>
          <p:nvPr/>
        </p:nvSpPr>
        <p:spPr>
          <a:xfrm rot="10377809">
            <a:off x="8017591" y="5015530"/>
            <a:ext cx="402336" cy="155448"/>
          </a:xfrm>
          <a:custGeom>
            <a:avLst/>
            <a:gdLst>
              <a:gd name="connsiteX0" fmla="*/ 0 w 402336"/>
              <a:gd name="connsiteY0" fmla="*/ 0 h 155448"/>
              <a:gd name="connsiteX1" fmla="*/ 219456 w 402336"/>
              <a:gd name="connsiteY1" fmla="*/ 27432 h 155448"/>
              <a:gd name="connsiteX2" fmla="*/ 402336 w 402336"/>
              <a:gd name="connsiteY2" fmla="*/ 155448 h 155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2336" h="155448">
                <a:moveTo>
                  <a:pt x="0" y="0"/>
                </a:moveTo>
                <a:cubicBezTo>
                  <a:pt x="76200" y="762"/>
                  <a:pt x="152400" y="1524"/>
                  <a:pt x="219456" y="27432"/>
                </a:cubicBezTo>
                <a:cubicBezTo>
                  <a:pt x="286512" y="53340"/>
                  <a:pt x="344424" y="104394"/>
                  <a:pt x="402336" y="155448"/>
                </a:cubicBezTo>
              </a:path>
            </a:pathLst>
          </a:custGeom>
          <a:noFill/>
          <a:ln w="571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3D11155-858A-37F2-539A-E1B90D627EB1}"/>
              </a:ext>
            </a:extLst>
          </p:cNvPr>
          <p:cNvSpPr/>
          <p:nvPr/>
        </p:nvSpPr>
        <p:spPr>
          <a:xfrm rot="1278263">
            <a:off x="8119959" y="1074274"/>
            <a:ext cx="927288" cy="710162"/>
          </a:xfrm>
          <a:custGeom>
            <a:avLst/>
            <a:gdLst>
              <a:gd name="connsiteX0" fmla="*/ 0 w 402336"/>
              <a:gd name="connsiteY0" fmla="*/ 0 h 155448"/>
              <a:gd name="connsiteX1" fmla="*/ 219456 w 402336"/>
              <a:gd name="connsiteY1" fmla="*/ 27432 h 155448"/>
              <a:gd name="connsiteX2" fmla="*/ 402336 w 402336"/>
              <a:gd name="connsiteY2" fmla="*/ 155448 h 155448"/>
              <a:gd name="connsiteX0" fmla="*/ 0 w 917328"/>
              <a:gd name="connsiteY0" fmla="*/ 490173 h 518432"/>
              <a:gd name="connsiteX1" fmla="*/ 219456 w 917328"/>
              <a:gd name="connsiteY1" fmla="*/ 517605 h 518432"/>
              <a:gd name="connsiteX2" fmla="*/ 917328 w 917328"/>
              <a:gd name="connsiteY2" fmla="*/ 3126 h 518432"/>
              <a:gd name="connsiteX0" fmla="*/ 0 w 917328"/>
              <a:gd name="connsiteY0" fmla="*/ 491379 h 491381"/>
              <a:gd name="connsiteX1" fmla="*/ 338131 w 917328"/>
              <a:gd name="connsiteY1" fmla="*/ 344940 h 491381"/>
              <a:gd name="connsiteX2" fmla="*/ 917328 w 917328"/>
              <a:gd name="connsiteY2" fmla="*/ 4332 h 491381"/>
              <a:gd name="connsiteX0" fmla="*/ 0 w 917328"/>
              <a:gd name="connsiteY0" fmla="*/ 491379 h 491384"/>
              <a:gd name="connsiteX1" fmla="*/ 338131 w 917328"/>
              <a:gd name="connsiteY1" fmla="*/ 344940 h 491384"/>
              <a:gd name="connsiteX2" fmla="*/ 917328 w 917328"/>
              <a:gd name="connsiteY2" fmla="*/ 4332 h 491384"/>
              <a:gd name="connsiteX0" fmla="*/ 0 w 832398"/>
              <a:gd name="connsiteY0" fmla="*/ 682699 h 682704"/>
              <a:gd name="connsiteX1" fmla="*/ 338131 w 832398"/>
              <a:gd name="connsiteY1" fmla="*/ 536260 h 682704"/>
              <a:gd name="connsiteX2" fmla="*/ 832398 w 832398"/>
              <a:gd name="connsiteY2" fmla="*/ 3035 h 682704"/>
              <a:gd name="connsiteX0" fmla="*/ 0 w 677772"/>
              <a:gd name="connsiteY0" fmla="*/ 476623 h 476628"/>
              <a:gd name="connsiteX1" fmla="*/ 338131 w 677772"/>
              <a:gd name="connsiteY1" fmla="*/ 330184 h 476628"/>
              <a:gd name="connsiteX2" fmla="*/ 677772 w 677772"/>
              <a:gd name="connsiteY2" fmla="*/ 4481 h 476628"/>
              <a:gd name="connsiteX0" fmla="*/ 0 w 677772"/>
              <a:gd name="connsiteY0" fmla="*/ 477684 h 477689"/>
              <a:gd name="connsiteX1" fmla="*/ 338131 w 677772"/>
              <a:gd name="connsiteY1" fmla="*/ 331245 h 477689"/>
              <a:gd name="connsiteX2" fmla="*/ 677772 w 677772"/>
              <a:gd name="connsiteY2" fmla="*/ 5542 h 477689"/>
              <a:gd name="connsiteX0" fmla="*/ 0 w 677772"/>
              <a:gd name="connsiteY0" fmla="*/ 477684 h 477692"/>
              <a:gd name="connsiteX1" fmla="*/ 338131 w 677772"/>
              <a:gd name="connsiteY1" fmla="*/ 331245 h 477692"/>
              <a:gd name="connsiteX2" fmla="*/ 677772 w 677772"/>
              <a:gd name="connsiteY2" fmla="*/ 5542 h 477692"/>
              <a:gd name="connsiteX0" fmla="*/ 0 w 677772"/>
              <a:gd name="connsiteY0" fmla="*/ 478415 h 478423"/>
              <a:gd name="connsiteX1" fmla="*/ 338131 w 677772"/>
              <a:gd name="connsiteY1" fmla="*/ 331976 h 478423"/>
              <a:gd name="connsiteX2" fmla="*/ 677772 w 677772"/>
              <a:gd name="connsiteY2" fmla="*/ 6273 h 4784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772" h="478423">
                <a:moveTo>
                  <a:pt x="0" y="478415"/>
                </a:moveTo>
                <a:cubicBezTo>
                  <a:pt x="76200" y="479177"/>
                  <a:pt x="181707" y="429252"/>
                  <a:pt x="338131" y="331976"/>
                </a:cubicBezTo>
                <a:cubicBezTo>
                  <a:pt x="482714" y="229504"/>
                  <a:pt x="619860" y="-44781"/>
                  <a:pt x="677772" y="6273"/>
                </a:cubicBezTo>
              </a:path>
            </a:pathLst>
          </a:custGeom>
          <a:noFill/>
          <a:ln w="571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E9042A-789F-0B6A-217D-06DADC03566D}"/>
              </a:ext>
            </a:extLst>
          </p:cNvPr>
          <p:cNvSpPr/>
          <p:nvPr/>
        </p:nvSpPr>
        <p:spPr>
          <a:xfrm rot="1278263">
            <a:off x="2576744" y="4691832"/>
            <a:ext cx="402336" cy="155448"/>
          </a:xfrm>
          <a:custGeom>
            <a:avLst/>
            <a:gdLst>
              <a:gd name="connsiteX0" fmla="*/ 0 w 402336"/>
              <a:gd name="connsiteY0" fmla="*/ 0 h 155448"/>
              <a:gd name="connsiteX1" fmla="*/ 219456 w 402336"/>
              <a:gd name="connsiteY1" fmla="*/ 27432 h 155448"/>
              <a:gd name="connsiteX2" fmla="*/ 402336 w 402336"/>
              <a:gd name="connsiteY2" fmla="*/ 155448 h 155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2336" h="155448">
                <a:moveTo>
                  <a:pt x="0" y="0"/>
                </a:moveTo>
                <a:cubicBezTo>
                  <a:pt x="76200" y="762"/>
                  <a:pt x="152400" y="1524"/>
                  <a:pt x="219456" y="27432"/>
                </a:cubicBezTo>
                <a:cubicBezTo>
                  <a:pt x="286512" y="53340"/>
                  <a:pt x="344424" y="104394"/>
                  <a:pt x="402336" y="155448"/>
                </a:cubicBezTo>
              </a:path>
            </a:pathLst>
          </a:custGeom>
          <a:noFill/>
          <a:ln w="571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EEB142F-B0CB-EE71-C9F8-3CC23832873F}"/>
              </a:ext>
            </a:extLst>
          </p:cNvPr>
          <p:cNvSpPr/>
          <p:nvPr/>
        </p:nvSpPr>
        <p:spPr>
          <a:xfrm rot="10377809">
            <a:off x="2498216" y="5064014"/>
            <a:ext cx="402336" cy="155448"/>
          </a:xfrm>
          <a:custGeom>
            <a:avLst/>
            <a:gdLst>
              <a:gd name="connsiteX0" fmla="*/ 0 w 402336"/>
              <a:gd name="connsiteY0" fmla="*/ 0 h 155448"/>
              <a:gd name="connsiteX1" fmla="*/ 219456 w 402336"/>
              <a:gd name="connsiteY1" fmla="*/ 27432 h 155448"/>
              <a:gd name="connsiteX2" fmla="*/ 402336 w 402336"/>
              <a:gd name="connsiteY2" fmla="*/ 155448 h 155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2336" h="155448">
                <a:moveTo>
                  <a:pt x="0" y="0"/>
                </a:moveTo>
                <a:cubicBezTo>
                  <a:pt x="76200" y="762"/>
                  <a:pt x="152400" y="1524"/>
                  <a:pt x="219456" y="27432"/>
                </a:cubicBezTo>
                <a:cubicBezTo>
                  <a:pt x="286512" y="53340"/>
                  <a:pt x="344424" y="104394"/>
                  <a:pt x="402336" y="155448"/>
                </a:cubicBezTo>
              </a:path>
            </a:pathLst>
          </a:custGeom>
          <a:noFill/>
          <a:ln w="571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55F9B635-E825-DAD9-61B8-8B4D7F40932E}"/>
              </a:ext>
            </a:extLst>
          </p:cNvPr>
          <p:cNvSpPr/>
          <p:nvPr/>
        </p:nvSpPr>
        <p:spPr>
          <a:xfrm rot="16413152" flipV="1">
            <a:off x="4630482" y="2512837"/>
            <a:ext cx="470773" cy="783075"/>
          </a:xfrm>
          <a:custGeom>
            <a:avLst/>
            <a:gdLst>
              <a:gd name="connsiteX0" fmla="*/ 0 w 402336"/>
              <a:gd name="connsiteY0" fmla="*/ 0 h 155448"/>
              <a:gd name="connsiteX1" fmla="*/ 219456 w 402336"/>
              <a:gd name="connsiteY1" fmla="*/ 27432 h 155448"/>
              <a:gd name="connsiteX2" fmla="*/ 402336 w 402336"/>
              <a:gd name="connsiteY2" fmla="*/ 155448 h 155448"/>
              <a:gd name="connsiteX0" fmla="*/ 0 w 917328"/>
              <a:gd name="connsiteY0" fmla="*/ 490173 h 518432"/>
              <a:gd name="connsiteX1" fmla="*/ 219456 w 917328"/>
              <a:gd name="connsiteY1" fmla="*/ 517605 h 518432"/>
              <a:gd name="connsiteX2" fmla="*/ 917328 w 917328"/>
              <a:gd name="connsiteY2" fmla="*/ 3126 h 518432"/>
              <a:gd name="connsiteX0" fmla="*/ 0 w 917328"/>
              <a:gd name="connsiteY0" fmla="*/ 491379 h 491381"/>
              <a:gd name="connsiteX1" fmla="*/ 338131 w 917328"/>
              <a:gd name="connsiteY1" fmla="*/ 344940 h 491381"/>
              <a:gd name="connsiteX2" fmla="*/ 917328 w 917328"/>
              <a:gd name="connsiteY2" fmla="*/ 4332 h 491381"/>
              <a:gd name="connsiteX0" fmla="*/ 0 w 917328"/>
              <a:gd name="connsiteY0" fmla="*/ 491379 h 491384"/>
              <a:gd name="connsiteX1" fmla="*/ 338131 w 917328"/>
              <a:gd name="connsiteY1" fmla="*/ 344940 h 491384"/>
              <a:gd name="connsiteX2" fmla="*/ 917328 w 917328"/>
              <a:gd name="connsiteY2" fmla="*/ 4332 h 491384"/>
              <a:gd name="connsiteX0" fmla="*/ 0 w 832398"/>
              <a:gd name="connsiteY0" fmla="*/ 682699 h 682704"/>
              <a:gd name="connsiteX1" fmla="*/ 338131 w 832398"/>
              <a:gd name="connsiteY1" fmla="*/ 536260 h 682704"/>
              <a:gd name="connsiteX2" fmla="*/ 832398 w 832398"/>
              <a:gd name="connsiteY2" fmla="*/ 3035 h 682704"/>
              <a:gd name="connsiteX0" fmla="*/ 0 w 677772"/>
              <a:gd name="connsiteY0" fmla="*/ 476623 h 476628"/>
              <a:gd name="connsiteX1" fmla="*/ 338131 w 677772"/>
              <a:gd name="connsiteY1" fmla="*/ 330184 h 476628"/>
              <a:gd name="connsiteX2" fmla="*/ 677772 w 677772"/>
              <a:gd name="connsiteY2" fmla="*/ 4481 h 476628"/>
              <a:gd name="connsiteX0" fmla="*/ 0 w 677772"/>
              <a:gd name="connsiteY0" fmla="*/ 477684 h 477689"/>
              <a:gd name="connsiteX1" fmla="*/ 338131 w 677772"/>
              <a:gd name="connsiteY1" fmla="*/ 331245 h 477689"/>
              <a:gd name="connsiteX2" fmla="*/ 677772 w 677772"/>
              <a:gd name="connsiteY2" fmla="*/ 5542 h 477689"/>
              <a:gd name="connsiteX0" fmla="*/ 0 w 677772"/>
              <a:gd name="connsiteY0" fmla="*/ 477684 h 477692"/>
              <a:gd name="connsiteX1" fmla="*/ 338131 w 677772"/>
              <a:gd name="connsiteY1" fmla="*/ 331245 h 477692"/>
              <a:gd name="connsiteX2" fmla="*/ 677772 w 677772"/>
              <a:gd name="connsiteY2" fmla="*/ 5542 h 477692"/>
              <a:gd name="connsiteX0" fmla="*/ 0 w 677772"/>
              <a:gd name="connsiteY0" fmla="*/ 478415 h 478423"/>
              <a:gd name="connsiteX1" fmla="*/ 338131 w 677772"/>
              <a:gd name="connsiteY1" fmla="*/ 331976 h 478423"/>
              <a:gd name="connsiteX2" fmla="*/ 677772 w 677772"/>
              <a:gd name="connsiteY2" fmla="*/ 6273 h 4784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772" h="478423">
                <a:moveTo>
                  <a:pt x="0" y="478415"/>
                </a:moveTo>
                <a:cubicBezTo>
                  <a:pt x="76200" y="479177"/>
                  <a:pt x="181707" y="429252"/>
                  <a:pt x="338131" y="331976"/>
                </a:cubicBezTo>
                <a:cubicBezTo>
                  <a:pt x="482714" y="229504"/>
                  <a:pt x="619860" y="-44781"/>
                  <a:pt x="677772" y="6273"/>
                </a:cubicBezTo>
              </a:path>
            </a:pathLst>
          </a:custGeom>
          <a:noFill/>
          <a:ln w="571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485AD3B2-E900-8A22-C774-79928F219E05}"/>
              </a:ext>
            </a:extLst>
          </p:cNvPr>
          <p:cNvSpPr/>
          <p:nvPr/>
        </p:nvSpPr>
        <p:spPr>
          <a:xfrm>
            <a:off x="7089303" y="284088"/>
            <a:ext cx="2264334" cy="7074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887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473081F-1A13-A0D4-2F46-AF71B4B8BF51}"/>
              </a:ext>
            </a:extLst>
          </p:cNvPr>
          <p:cNvSpPr/>
          <p:nvPr/>
        </p:nvSpPr>
        <p:spPr>
          <a:xfrm>
            <a:off x="2729484" y="676656"/>
            <a:ext cx="3685032" cy="181965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6B63A0-92D8-899E-CB4F-E13E74E628F6}"/>
              </a:ext>
            </a:extLst>
          </p:cNvPr>
          <p:cNvSpPr/>
          <p:nvPr/>
        </p:nvSpPr>
        <p:spPr>
          <a:xfrm>
            <a:off x="2743200" y="676656"/>
            <a:ext cx="3685032" cy="29260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E4629A-AB32-EB62-8FE1-0864ADAB2C3C}"/>
              </a:ext>
            </a:extLst>
          </p:cNvPr>
          <p:cNvSpPr/>
          <p:nvPr/>
        </p:nvSpPr>
        <p:spPr>
          <a:xfrm>
            <a:off x="2729484" y="2203704"/>
            <a:ext cx="3685032" cy="29260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A80352-8A99-AC92-1EDA-A87D316A7664}"/>
              </a:ext>
            </a:extLst>
          </p:cNvPr>
          <p:cNvCxnSpPr>
            <a:cxnSpLocks/>
          </p:cNvCxnSpPr>
          <p:nvPr/>
        </p:nvCxnSpPr>
        <p:spPr>
          <a:xfrm>
            <a:off x="3770245" y="1118321"/>
            <a:ext cx="1603509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FB087D4-76FB-FDFE-D02B-0DEF7C54B04C}"/>
              </a:ext>
            </a:extLst>
          </p:cNvPr>
          <p:cNvCxnSpPr>
            <a:cxnSpLocks/>
          </p:cNvCxnSpPr>
          <p:nvPr/>
        </p:nvCxnSpPr>
        <p:spPr>
          <a:xfrm>
            <a:off x="3770245" y="1343873"/>
            <a:ext cx="1603509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6CE5EA2-B0C3-4620-1A6C-A5CC7BBE4A28}"/>
              </a:ext>
            </a:extLst>
          </p:cNvPr>
          <p:cNvCxnSpPr>
            <a:cxnSpLocks/>
          </p:cNvCxnSpPr>
          <p:nvPr/>
        </p:nvCxnSpPr>
        <p:spPr>
          <a:xfrm>
            <a:off x="3770245" y="1587713"/>
            <a:ext cx="1603509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87B7C5C-1CF2-099D-D530-194AFCFCE1E0}"/>
              </a:ext>
            </a:extLst>
          </p:cNvPr>
          <p:cNvCxnSpPr>
            <a:cxnSpLocks/>
          </p:cNvCxnSpPr>
          <p:nvPr/>
        </p:nvCxnSpPr>
        <p:spPr>
          <a:xfrm>
            <a:off x="3770245" y="1822409"/>
            <a:ext cx="1603509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9F5989-1649-4CD0-26F0-B86D93731E0F}"/>
              </a:ext>
            </a:extLst>
          </p:cNvPr>
          <p:cNvCxnSpPr>
            <a:cxnSpLocks/>
          </p:cNvCxnSpPr>
          <p:nvPr/>
        </p:nvCxnSpPr>
        <p:spPr>
          <a:xfrm>
            <a:off x="3770245" y="2066249"/>
            <a:ext cx="1603509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0D61D9E2-C68C-AD71-7876-8AD4CE540C5C}"/>
              </a:ext>
            </a:extLst>
          </p:cNvPr>
          <p:cNvSpPr/>
          <p:nvPr/>
        </p:nvSpPr>
        <p:spPr>
          <a:xfrm>
            <a:off x="2743200" y="3441487"/>
            <a:ext cx="3685032" cy="181965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F4D377-F872-A17F-0EA8-CD3E18C357C9}"/>
              </a:ext>
            </a:extLst>
          </p:cNvPr>
          <p:cNvSpPr/>
          <p:nvPr/>
        </p:nvSpPr>
        <p:spPr>
          <a:xfrm>
            <a:off x="2756916" y="3441487"/>
            <a:ext cx="3685032" cy="29260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A7374A-88B0-790C-1972-AA420C6CF12F}"/>
              </a:ext>
            </a:extLst>
          </p:cNvPr>
          <p:cNvSpPr/>
          <p:nvPr/>
        </p:nvSpPr>
        <p:spPr>
          <a:xfrm>
            <a:off x="2743200" y="4968535"/>
            <a:ext cx="3685032" cy="29260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B8A60EB-D757-AD5D-EDE5-D1F6AF6F305C}"/>
              </a:ext>
            </a:extLst>
          </p:cNvPr>
          <p:cNvCxnSpPr>
            <a:cxnSpLocks/>
          </p:cNvCxnSpPr>
          <p:nvPr/>
        </p:nvCxnSpPr>
        <p:spPr>
          <a:xfrm>
            <a:off x="3783961" y="3864864"/>
            <a:ext cx="669167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9D36AF9-A063-A79B-DA45-72F59F5EAAB3}"/>
              </a:ext>
            </a:extLst>
          </p:cNvPr>
          <p:cNvCxnSpPr>
            <a:cxnSpLocks/>
          </p:cNvCxnSpPr>
          <p:nvPr/>
        </p:nvCxnSpPr>
        <p:spPr>
          <a:xfrm>
            <a:off x="3783961" y="4108704"/>
            <a:ext cx="1053215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6E3F522-3EC8-5A40-CFD4-FCAC3D68F966}"/>
              </a:ext>
            </a:extLst>
          </p:cNvPr>
          <p:cNvCxnSpPr>
            <a:cxnSpLocks/>
          </p:cNvCxnSpPr>
          <p:nvPr/>
        </p:nvCxnSpPr>
        <p:spPr>
          <a:xfrm>
            <a:off x="3783961" y="4352544"/>
            <a:ext cx="1603509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86EEC2C-21B2-0B83-3818-8ED3501E3FEA}"/>
              </a:ext>
            </a:extLst>
          </p:cNvPr>
          <p:cNvCxnSpPr>
            <a:cxnSpLocks/>
          </p:cNvCxnSpPr>
          <p:nvPr/>
        </p:nvCxnSpPr>
        <p:spPr>
          <a:xfrm>
            <a:off x="3783961" y="4599432"/>
            <a:ext cx="1053215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9BA166A-1C41-F75A-FEE3-9913F1BBB7AD}"/>
              </a:ext>
            </a:extLst>
          </p:cNvPr>
          <p:cNvCxnSpPr>
            <a:cxnSpLocks/>
          </p:cNvCxnSpPr>
          <p:nvPr/>
        </p:nvCxnSpPr>
        <p:spPr>
          <a:xfrm>
            <a:off x="3783961" y="4840224"/>
            <a:ext cx="669167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218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1F18A-FED9-3F87-6850-3B8112144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BB65C-2E1B-AC39-5332-DC8FA9268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You have a liquid flowing through a pipe. You for some reason calculate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Where </a:t>
            </a:r>
            <a:r>
              <a:rPr lang="en-US" dirty="0">
                <a:sym typeface="Symbol" panose="05050102010706020507" pitchFamily="18" charset="2"/>
              </a:rPr>
              <a:t> is the liquid density, v is the speed, D is the pipe diameter, and  is the viscosity. You find that the result is less than 2300. You can conclude: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 panose="05050102010706020507" pitchFamily="18" charset="2"/>
              </a:rPr>
              <a:t>Poiseuille's Law will work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Poiseuille's Law will not work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Nothing, this means nothing to 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57849F-18CF-424E-734E-6CB2B42DD88D}"/>
                  </a:ext>
                </a:extLst>
              </p:cNvPr>
              <p:cNvSpPr txBox="1"/>
              <p:nvPr/>
            </p:nvSpPr>
            <p:spPr>
              <a:xfrm>
                <a:off x="3959352" y="2542032"/>
                <a:ext cx="758952" cy="62831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𝑣𝐷</m:t>
                          </m:r>
                        </m:num>
                        <m:den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57849F-18CF-424E-734E-6CB2B42DD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9352" y="2542032"/>
                <a:ext cx="758952" cy="6283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0746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B9F034-4F73-6557-53A8-855F3D2850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Thermodynamics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9629482-FB07-59A6-8217-69C0135BEE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4214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Number Placeholder 5">
            <a:extLst>
              <a:ext uri="{FF2B5EF4-FFF2-40B4-BE49-F238E27FC236}">
                <a16:creationId xmlns:a16="http://schemas.microsoft.com/office/drawing/2014/main" id="{4406FFDE-662B-61E2-EC99-BC63E69C3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D55386C3-04E3-4289-A7C5-F6AF646FDDEA}" type="slidenum">
              <a:rPr lang="en-US" altLang="en-US"/>
              <a:pPr/>
              <a:t>14</a:t>
            </a:fld>
            <a:endParaRPr lang="en-US" altLang="en-US"/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3D7A7126-94AD-328B-A696-BA8D92C6B31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Question 123.7.4</a:t>
            </a:r>
          </a:p>
        </p:txBody>
      </p:sp>
      <p:sp>
        <p:nvSpPr>
          <p:cNvPr id="26628" name="Rectangle 3">
            <a:extLst>
              <a:ext uri="{FF2B5EF4-FFF2-40B4-BE49-F238E27FC236}">
                <a16:creationId xmlns:a16="http://schemas.microsoft.com/office/drawing/2014/main" id="{4661FC4F-799E-C51C-32AD-5A397F1C7E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80000"/>
              </a:lnSpc>
              <a:buFontTx/>
              <a:buNone/>
            </a:pPr>
            <a:r>
              <a:rPr lang="en-US" altLang="en-US"/>
              <a:t>If two samples of matter are measured to be at the same temperature, what can we say about them.</a:t>
            </a:r>
          </a:p>
          <a:p>
            <a:pPr marL="609600" indent="-609600" eaLnBrk="1" hangingPunct="1">
              <a:lnSpc>
                <a:spcPct val="80000"/>
              </a:lnSpc>
              <a:buFontTx/>
              <a:buAutoNum type="alphaLcParenR"/>
            </a:pPr>
            <a:r>
              <a:rPr lang="en-US" altLang="en-US"/>
              <a:t>They must be the same material</a:t>
            </a:r>
          </a:p>
          <a:p>
            <a:pPr marL="609600" indent="-609600" eaLnBrk="1" hangingPunct="1">
              <a:lnSpc>
                <a:spcPct val="80000"/>
              </a:lnSpc>
              <a:buFontTx/>
              <a:buAutoNum type="alphaLcParenR"/>
            </a:pPr>
            <a:r>
              <a:rPr lang="en-US" altLang="en-US"/>
              <a:t>They must be the same state of matter</a:t>
            </a:r>
          </a:p>
          <a:p>
            <a:pPr marL="609600" indent="-609600" eaLnBrk="1" hangingPunct="1">
              <a:lnSpc>
                <a:spcPct val="80000"/>
              </a:lnSpc>
              <a:buFontTx/>
              <a:buAutoNum type="alphaLcParenR"/>
            </a:pPr>
            <a:r>
              <a:rPr lang="en-US" altLang="en-US"/>
              <a:t>They must be the same phase</a:t>
            </a:r>
          </a:p>
          <a:p>
            <a:pPr marL="609600" indent="-609600" eaLnBrk="1" hangingPunct="1">
              <a:lnSpc>
                <a:spcPct val="80000"/>
              </a:lnSpc>
              <a:buFontTx/>
              <a:buAutoNum type="alphaLcParenR"/>
            </a:pPr>
            <a:r>
              <a:rPr lang="en-US" altLang="en-US"/>
              <a:t>They must be in thermal equilibrium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>
            <a:extLst>
              <a:ext uri="{FF2B5EF4-FFF2-40B4-BE49-F238E27FC236}">
                <a16:creationId xmlns:a16="http://schemas.microsoft.com/office/drawing/2014/main" id="{8B029157-CCEF-1104-C173-E73AF1FE07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Thermal Contact Defined</a:t>
            </a:r>
          </a:p>
        </p:txBody>
      </p:sp>
      <p:sp>
        <p:nvSpPr>
          <p:cNvPr id="27653" name="Rectangle 4">
            <a:extLst>
              <a:ext uri="{FF2B5EF4-FFF2-40B4-BE49-F238E27FC236}">
                <a16:creationId xmlns:a16="http://schemas.microsoft.com/office/drawing/2014/main" id="{FED2A12D-02E8-6CB9-AB2E-E70B4384A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6650" y="4128699"/>
            <a:ext cx="2046288" cy="1160463"/>
          </a:xfrm>
          <a:prstGeom prst="rect">
            <a:avLst/>
          </a:prstGeom>
          <a:solidFill>
            <a:srgbClr val="C1E9E7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800"/>
              <a:t>A</a:t>
            </a:r>
          </a:p>
        </p:txBody>
      </p:sp>
      <p:sp>
        <p:nvSpPr>
          <p:cNvPr id="27654" name="Rectangle 5">
            <a:extLst>
              <a:ext uri="{FF2B5EF4-FFF2-40B4-BE49-F238E27FC236}">
                <a16:creationId xmlns:a16="http://schemas.microsoft.com/office/drawing/2014/main" id="{9BFB895B-311D-B692-7C3D-306340B716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2650" y="4132263"/>
            <a:ext cx="2046288" cy="1160463"/>
          </a:xfrm>
          <a:prstGeom prst="rect">
            <a:avLst/>
          </a:prstGeom>
          <a:solidFill>
            <a:srgbClr val="52C2BD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800" dirty="0"/>
              <a:t>B</a:t>
            </a:r>
          </a:p>
        </p:txBody>
      </p:sp>
      <p:grpSp>
        <p:nvGrpSpPr>
          <p:cNvPr id="27655" name="Group 27">
            <a:extLst>
              <a:ext uri="{FF2B5EF4-FFF2-40B4-BE49-F238E27FC236}">
                <a16:creationId xmlns:a16="http://schemas.microsoft.com/office/drawing/2014/main" id="{3DF92164-E2E4-7220-D5AE-6C99BC871B1E}"/>
              </a:ext>
            </a:extLst>
          </p:cNvPr>
          <p:cNvGrpSpPr>
            <a:grpSpLocks/>
          </p:cNvGrpSpPr>
          <p:nvPr/>
        </p:nvGrpSpPr>
        <p:grpSpPr bwMode="auto">
          <a:xfrm>
            <a:off x="3727450" y="2197100"/>
            <a:ext cx="173038" cy="2178050"/>
            <a:chOff x="4279" y="1535"/>
            <a:chExt cx="164" cy="1692"/>
          </a:xfrm>
        </p:grpSpPr>
        <p:sp>
          <p:nvSpPr>
            <p:cNvPr id="27679" name="Oval 6">
              <a:extLst>
                <a:ext uri="{FF2B5EF4-FFF2-40B4-BE49-F238E27FC236}">
                  <a16:creationId xmlns:a16="http://schemas.microsoft.com/office/drawing/2014/main" id="{8C0A4B69-F2A5-3571-C8B7-6572970928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79" y="3035"/>
              <a:ext cx="164" cy="192"/>
            </a:xfrm>
            <a:prstGeom prst="ellipse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27680" name="Group 24">
              <a:extLst>
                <a:ext uri="{FF2B5EF4-FFF2-40B4-BE49-F238E27FC236}">
                  <a16:creationId xmlns:a16="http://schemas.microsoft.com/office/drawing/2014/main" id="{4AEB029E-EA78-258A-60E7-D4CA43078C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32" y="1535"/>
              <a:ext cx="65" cy="1591"/>
              <a:chOff x="4917" y="2212"/>
              <a:chExt cx="202" cy="1591"/>
            </a:xfrm>
          </p:grpSpPr>
          <p:sp>
            <p:nvSpPr>
              <p:cNvPr id="27683" name="AutoShape 7">
                <a:extLst>
                  <a:ext uri="{FF2B5EF4-FFF2-40B4-BE49-F238E27FC236}">
                    <a16:creationId xmlns:a16="http://schemas.microsoft.com/office/drawing/2014/main" id="{CD78C8C1-77C7-261E-101C-30FAE4E137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4222" y="2907"/>
                <a:ext cx="1591" cy="202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7684" name="Line 8">
                <a:extLst>
                  <a:ext uri="{FF2B5EF4-FFF2-40B4-BE49-F238E27FC236}">
                    <a16:creationId xmlns:a16="http://schemas.microsoft.com/office/drawing/2014/main" id="{654AF582-8FF1-097D-8640-3D0CCE59CE3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08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85" name="Line 9">
                <a:extLst>
                  <a:ext uri="{FF2B5EF4-FFF2-40B4-BE49-F238E27FC236}">
                    <a16:creationId xmlns:a16="http://schemas.microsoft.com/office/drawing/2014/main" id="{B9675882-8624-B0DD-10DC-C435534377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17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86" name="Line 10">
                <a:extLst>
                  <a:ext uri="{FF2B5EF4-FFF2-40B4-BE49-F238E27FC236}">
                    <a16:creationId xmlns:a16="http://schemas.microsoft.com/office/drawing/2014/main" id="{02220069-BF3B-19D3-3029-41BF0E2F5E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27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87" name="Line 11">
                <a:extLst>
                  <a:ext uri="{FF2B5EF4-FFF2-40B4-BE49-F238E27FC236}">
                    <a16:creationId xmlns:a16="http://schemas.microsoft.com/office/drawing/2014/main" id="{FE119637-2B88-73AC-9559-C8F2B1339A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369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88" name="Line 12">
                <a:extLst>
                  <a:ext uri="{FF2B5EF4-FFF2-40B4-BE49-F238E27FC236}">
                    <a16:creationId xmlns:a16="http://schemas.microsoft.com/office/drawing/2014/main" id="{E24CFF7F-95E3-263A-11BC-BB0A99239F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465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89" name="Line 13">
                <a:extLst>
                  <a:ext uri="{FF2B5EF4-FFF2-40B4-BE49-F238E27FC236}">
                    <a16:creationId xmlns:a16="http://schemas.microsoft.com/office/drawing/2014/main" id="{46981B3A-DFFA-3188-BE5D-FA1A0336EF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56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90" name="Line 14">
                <a:extLst>
                  <a:ext uri="{FF2B5EF4-FFF2-40B4-BE49-F238E27FC236}">
                    <a16:creationId xmlns:a16="http://schemas.microsoft.com/office/drawing/2014/main" id="{7EDFAA49-CB8D-E6AB-7E28-08BDB77CA0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65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91" name="Line 15">
                <a:extLst>
                  <a:ext uri="{FF2B5EF4-FFF2-40B4-BE49-F238E27FC236}">
                    <a16:creationId xmlns:a16="http://schemas.microsoft.com/office/drawing/2014/main" id="{44A09C5E-6A86-3624-97B2-D830F70930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75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92" name="Line 16">
                <a:extLst>
                  <a:ext uri="{FF2B5EF4-FFF2-40B4-BE49-F238E27FC236}">
                    <a16:creationId xmlns:a16="http://schemas.microsoft.com/office/drawing/2014/main" id="{DD022C79-DDFD-ABCE-6741-DECF8F69D2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30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93" name="Line 17">
                <a:extLst>
                  <a:ext uri="{FF2B5EF4-FFF2-40B4-BE49-F238E27FC236}">
                    <a16:creationId xmlns:a16="http://schemas.microsoft.com/office/drawing/2014/main" id="{85FA4D7A-ABEB-21B8-D3B0-FD4C5DB0DD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40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94" name="Line 18">
                <a:extLst>
                  <a:ext uri="{FF2B5EF4-FFF2-40B4-BE49-F238E27FC236}">
                    <a16:creationId xmlns:a16="http://schemas.microsoft.com/office/drawing/2014/main" id="{855D2DF8-B55A-A7B5-A6A8-FD3A2D7604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49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95" name="Line 19">
                <a:extLst>
                  <a:ext uri="{FF2B5EF4-FFF2-40B4-BE49-F238E27FC236}">
                    <a16:creationId xmlns:a16="http://schemas.microsoft.com/office/drawing/2014/main" id="{4D559A70-8A76-3F77-70C2-6E3DBC96208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592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96" name="Line 20">
                <a:extLst>
                  <a:ext uri="{FF2B5EF4-FFF2-40B4-BE49-F238E27FC236}">
                    <a16:creationId xmlns:a16="http://schemas.microsoft.com/office/drawing/2014/main" id="{CB68B99C-FD86-0F27-B881-2C256BA2084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688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97" name="Line 21">
                <a:extLst>
                  <a:ext uri="{FF2B5EF4-FFF2-40B4-BE49-F238E27FC236}">
                    <a16:creationId xmlns:a16="http://schemas.microsoft.com/office/drawing/2014/main" id="{465FD172-8D28-D152-59B1-BB37AC55D2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78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98" name="Line 22">
                <a:extLst>
                  <a:ext uri="{FF2B5EF4-FFF2-40B4-BE49-F238E27FC236}">
                    <a16:creationId xmlns:a16="http://schemas.microsoft.com/office/drawing/2014/main" id="{347240AF-7EAF-9293-1210-0C96E61E414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88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99" name="Line 23">
                <a:extLst>
                  <a:ext uri="{FF2B5EF4-FFF2-40B4-BE49-F238E27FC236}">
                    <a16:creationId xmlns:a16="http://schemas.microsoft.com/office/drawing/2014/main" id="{A065E91A-7EFC-5B8F-ED5A-7895028F39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97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7681" name="Oval 25">
              <a:extLst>
                <a:ext uri="{FF2B5EF4-FFF2-40B4-BE49-F238E27FC236}">
                  <a16:creationId xmlns:a16="http://schemas.microsoft.com/office/drawing/2014/main" id="{98951955-0030-AF8D-5AD0-5F492EA988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6" y="3063"/>
              <a:ext cx="91" cy="13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7682" name="Rectangle 26">
              <a:extLst>
                <a:ext uri="{FF2B5EF4-FFF2-40B4-BE49-F238E27FC236}">
                  <a16:creationId xmlns:a16="http://schemas.microsoft.com/office/drawing/2014/main" id="{8ED8A6B9-1C63-679D-679E-7B32BCB175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2" y="2240"/>
              <a:ext cx="27" cy="85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</p:grpSp>
      <p:grpSp>
        <p:nvGrpSpPr>
          <p:cNvPr id="27656" name="Group 28">
            <a:extLst>
              <a:ext uri="{FF2B5EF4-FFF2-40B4-BE49-F238E27FC236}">
                <a16:creationId xmlns:a16="http://schemas.microsoft.com/office/drawing/2014/main" id="{08A15BE6-5D1A-A388-7FFC-398C5457B911}"/>
              </a:ext>
            </a:extLst>
          </p:cNvPr>
          <p:cNvGrpSpPr>
            <a:grpSpLocks/>
          </p:cNvGrpSpPr>
          <p:nvPr/>
        </p:nvGrpSpPr>
        <p:grpSpPr bwMode="auto">
          <a:xfrm>
            <a:off x="5229225" y="2197100"/>
            <a:ext cx="173038" cy="2178050"/>
            <a:chOff x="4279" y="1535"/>
            <a:chExt cx="164" cy="1692"/>
          </a:xfrm>
        </p:grpSpPr>
        <p:sp>
          <p:nvSpPr>
            <p:cNvPr id="27658" name="Oval 29">
              <a:extLst>
                <a:ext uri="{FF2B5EF4-FFF2-40B4-BE49-F238E27FC236}">
                  <a16:creationId xmlns:a16="http://schemas.microsoft.com/office/drawing/2014/main" id="{B1C2B2D1-815D-1360-2ED3-9AA52A8F6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79" y="3035"/>
              <a:ext cx="164" cy="192"/>
            </a:xfrm>
            <a:prstGeom prst="ellipse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27659" name="Group 30">
              <a:extLst>
                <a:ext uri="{FF2B5EF4-FFF2-40B4-BE49-F238E27FC236}">
                  <a16:creationId xmlns:a16="http://schemas.microsoft.com/office/drawing/2014/main" id="{61982A42-07B1-C528-A8F6-F120E531789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32" y="1535"/>
              <a:ext cx="65" cy="1591"/>
              <a:chOff x="4917" y="2212"/>
              <a:chExt cx="202" cy="1591"/>
            </a:xfrm>
          </p:grpSpPr>
          <p:sp>
            <p:nvSpPr>
              <p:cNvPr id="27662" name="AutoShape 31">
                <a:extLst>
                  <a:ext uri="{FF2B5EF4-FFF2-40B4-BE49-F238E27FC236}">
                    <a16:creationId xmlns:a16="http://schemas.microsoft.com/office/drawing/2014/main" id="{C50DB443-9795-697B-A44C-DC95F98DF7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4222" y="2907"/>
                <a:ext cx="1591" cy="202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7663" name="Line 32">
                <a:extLst>
                  <a:ext uri="{FF2B5EF4-FFF2-40B4-BE49-F238E27FC236}">
                    <a16:creationId xmlns:a16="http://schemas.microsoft.com/office/drawing/2014/main" id="{658AD403-6A3A-E8DD-600D-05FA58E3AA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08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64" name="Line 33">
                <a:extLst>
                  <a:ext uri="{FF2B5EF4-FFF2-40B4-BE49-F238E27FC236}">
                    <a16:creationId xmlns:a16="http://schemas.microsoft.com/office/drawing/2014/main" id="{30F6511F-BA50-E622-CC99-92C094BA3A2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17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65" name="Line 34">
                <a:extLst>
                  <a:ext uri="{FF2B5EF4-FFF2-40B4-BE49-F238E27FC236}">
                    <a16:creationId xmlns:a16="http://schemas.microsoft.com/office/drawing/2014/main" id="{890DFB14-6D87-051B-A41A-34DD2E0E914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27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66" name="Line 35">
                <a:extLst>
                  <a:ext uri="{FF2B5EF4-FFF2-40B4-BE49-F238E27FC236}">
                    <a16:creationId xmlns:a16="http://schemas.microsoft.com/office/drawing/2014/main" id="{A176EFDD-9D26-5CAE-FBEE-4322D92A365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369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67" name="Line 36">
                <a:extLst>
                  <a:ext uri="{FF2B5EF4-FFF2-40B4-BE49-F238E27FC236}">
                    <a16:creationId xmlns:a16="http://schemas.microsoft.com/office/drawing/2014/main" id="{D3DE25AC-9EE1-D5E6-9495-BDBAA54C58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465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68" name="Line 37">
                <a:extLst>
                  <a:ext uri="{FF2B5EF4-FFF2-40B4-BE49-F238E27FC236}">
                    <a16:creationId xmlns:a16="http://schemas.microsoft.com/office/drawing/2014/main" id="{808959BD-4D08-2B64-1F5F-7660A4C397A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56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69" name="Line 38">
                <a:extLst>
                  <a:ext uri="{FF2B5EF4-FFF2-40B4-BE49-F238E27FC236}">
                    <a16:creationId xmlns:a16="http://schemas.microsoft.com/office/drawing/2014/main" id="{4FA36ABB-30DD-F2D8-B7A7-DC4CFB7528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65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70" name="Line 39">
                <a:extLst>
                  <a:ext uri="{FF2B5EF4-FFF2-40B4-BE49-F238E27FC236}">
                    <a16:creationId xmlns:a16="http://schemas.microsoft.com/office/drawing/2014/main" id="{3CA69308-FA34-39C7-B94C-15BB5A269EF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75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71" name="Line 40">
                <a:extLst>
                  <a:ext uri="{FF2B5EF4-FFF2-40B4-BE49-F238E27FC236}">
                    <a16:creationId xmlns:a16="http://schemas.microsoft.com/office/drawing/2014/main" id="{1145B962-075C-C37F-B1E7-FCE2C3EC271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30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72" name="Line 41">
                <a:extLst>
                  <a:ext uri="{FF2B5EF4-FFF2-40B4-BE49-F238E27FC236}">
                    <a16:creationId xmlns:a16="http://schemas.microsoft.com/office/drawing/2014/main" id="{E62B8306-360A-A7DF-24F6-B069D14EB6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40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73" name="Line 42">
                <a:extLst>
                  <a:ext uri="{FF2B5EF4-FFF2-40B4-BE49-F238E27FC236}">
                    <a16:creationId xmlns:a16="http://schemas.microsoft.com/office/drawing/2014/main" id="{89B44D66-BF38-F3CB-77D7-C134A7A03EF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49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74" name="Line 43">
                <a:extLst>
                  <a:ext uri="{FF2B5EF4-FFF2-40B4-BE49-F238E27FC236}">
                    <a16:creationId xmlns:a16="http://schemas.microsoft.com/office/drawing/2014/main" id="{0A248C09-2800-E7F4-216D-AB2C9237EF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592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75" name="Line 44">
                <a:extLst>
                  <a:ext uri="{FF2B5EF4-FFF2-40B4-BE49-F238E27FC236}">
                    <a16:creationId xmlns:a16="http://schemas.microsoft.com/office/drawing/2014/main" id="{A83AA51E-BE5A-9A2E-261D-C9B843C521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688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76" name="Line 45">
                <a:extLst>
                  <a:ext uri="{FF2B5EF4-FFF2-40B4-BE49-F238E27FC236}">
                    <a16:creationId xmlns:a16="http://schemas.microsoft.com/office/drawing/2014/main" id="{798AE3A4-3CA0-C20B-B6EF-3B01261609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78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77" name="Line 46">
                <a:extLst>
                  <a:ext uri="{FF2B5EF4-FFF2-40B4-BE49-F238E27FC236}">
                    <a16:creationId xmlns:a16="http://schemas.microsoft.com/office/drawing/2014/main" id="{AF3CDAFA-E730-51C7-BDD8-BC3362B72BF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88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78" name="Line 47">
                <a:extLst>
                  <a:ext uri="{FF2B5EF4-FFF2-40B4-BE49-F238E27FC236}">
                    <a16:creationId xmlns:a16="http://schemas.microsoft.com/office/drawing/2014/main" id="{4F33DE2C-A97C-DE3B-B2AB-8C27381D57A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97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7660" name="Oval 48">
              <a:extLst>
                <a:ext uri="{FF2B5EF4-FFF2-40B4-BE49-F238E27FC236}">
                  <a16:creationId xmlns:a16="http://schemas.microsoft.com/office/drawing/2014/main" id="{A3298B4F-FFDB-B587-29BD-4F271F0422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6" y="3063"/>
              <a:ext cx="91" cy="13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7661" name="Rectangle 49">
              <a:extLst>
                <a:ext uri="{FF2B5EF4-FFF2-40B4-BE49-F238E27FC236}">
                  <a16:creationId xmlns:a16="http://schemas.microsoft.com/office/drawing/2014/main" id="{D6B8B8AC-B433-BB8A-6D81-3B63757456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2" y="2240"/>
              <a:ext cx="27" cy="85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</p:grpSp>
      <p:sp>
        <p:nvSpPr>
          <p:cNvPr id="27657" name="Line 50">
            <a:extLst>
              <a:ext uri="{FF2B5EF4-FFF2-40B4-BE49-F238E27FC236}">
                <a16:creationId xmlns:a16="http://schemas.microsoft.com/office/drawing/2014/main" id="{447B12C3-6ED8-AB17-8564-D836E6016F69}"/>
              </a:ext>
            </a:extLst>
          </p:cNvPr>
          <p:cNvSpPr>
            <a:spLocks noChangeShapeType="1"/>
          </p:cNvSpPr>
          <p:nvPr/>
        </p:nvSpPr>
        <p:spPr bwMode="auto">
          <a:xfrm>
            <a:off x="3305175" y="3106738"/>
            <a:ext cx="285908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AFBB6EFA-E781-D5FF-41FB-D99B25A91E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Thermal Contact Defined</a:t>
            </a:r>
          </a:p>
        </p:txBody>
      </p:sp>
      <p:sp>
        <p:nvSpPr>
          <p:cNvPr id="28675" name="Rectangle 5">
            <a:extLst>
              <a:ext uri="{FF2B5EF4-FFF2-40B4-BE49-F238E27FC236}">
                <a16:creationId xmlns:a16="http://schemas.microsoft.com/office/drawing/2014/main" id="{A55195D3-9BF2-F6FC-4469-DABC837C9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8125" y="4185849"/>
            <a:ext cx="2046288" cy="1160462"/>
          </a:xfrm>
          <a:prstGeom prst="rect">
            <a:avLst/>
          </a:prstGeom>
          <a:solidFill>
            <a:srgbClr val="C1E9E7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800"/>
              <a:t>A</a:t>
            </a:r>
          </a:p>
        </p:txBody>
      </p:sp>
      <p:sp>
        <p:nvSpPr>
          <p:cNvPr id="28676" name="Rectangle 6">
            <a:extLst>
              <a:ext uri="{FF2B5EF4-FFF2-40B4-BE49-F238E27FC236}">
                <a16:creationId xmlns:a16="http://schemas.microsoft.com/office/drawing/2014/main" id="{5E1179CD-30E3-A1D9-C740-E1FC29C295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5525" y="4175125"/>
            <a:ext cx="2046288" cy="1160463"/>
          </a:xfrm>
          <a:prstGeom prst="rect">
            <a:avLst/>
          </a:prstGeom>
          <a:solidFill>
            <a:srgbClr val="52C2BD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800"/>
              <a:t>B</a:t>
            </a:r>
          </a:p>
        </p:txBody>
      </p:sp>
      <p:grpSp>
        <p:nvGrpSpPr>
          <p:cNvPr id="28677" name="Group 7">
            <a:extLst>
              <a:ext uri="{FF2B5EF4-FFF2-40B4-BE49-F238E27FC236}">
                <a16:creationId xmlns:a16="http://schemas.microsoft.com/office/drawing/2014/main" id="{C554C726-8253-791C-9119-C7E6976DA79E}"/>
              </a:ext>
            </a:extLst>
          </p:cNvPr>
          <p:cNvGrpSpPr>
            <a:grpSpLocks/>
          </p:cNvGrpSpPr>
          <p:nvPr/>
        </p:nvGrpSpPr>
        <p:grpSpPr bwMode="auto">
          <a:xfrm>
            <a:off x="3870325" y="2254250"/>
            <a:ext cx="173038" cy="2178050"/>
            <a:chOff x="4279" y="1535"/>
            <a:chExt cx="164" cy="1692"/>
          </a:xfrm>
        </p:grpSpPr>
        <p:sp>
          <p:nvSpPr>
            <p:cNvPr id="28701" name="Oval 8">
              <a:extLst>
                <a:ext uri="{FF2B5EF4-FFF2-40B4-BE49-F238E27FC236}">
                  <a16:creationId xmlns:a16="http://schemas.microsoft.com/office/drawing/2014/main" id="{10DD6520-17A7-CCC3-B346-D8287C5CB1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79" y="3035"/>
              <a:ext cx="164" cy="192"/>
            </a:xfrm>
            <a:prstGeom prst="ellipse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28702" name="Group 9">
              <a:extLst>
                <a:ext uri="{FF2B5EF4-FFF2-40B4-BE49-F238E27FC236}">
                  <a16:creationId xmlns:a16="http://schemas.microsoft.com/office/drawing/2014/main" id="{37434835-2920-D429-F377-29E47760C8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32" y="1535"/>
              <a:ext cx="65" cy="1591"/>
              <a:chOff x="4917" y="2212"/>
              <a:chExt cx="202" cy="1591"/>
            </a:xfrm>
          </p:grpSpPr>
          <p:sp>
            <p:nvSpPr>
              <p:cNvPr id="28705" name="AutoShape 10">
                <a:extLst>
                  <a:ext uri="{FF2B5EF4-FFF2-40B4-BE49-F238E27FC236}">
                    <a16:creationId xmlns:a16="http://schemas.microsoft.com/office/drawing/2014/main" id="{C5DB03B8-4025-9D16-EA25-B95BA6C089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4222" y="2907"/>
                <a:ext cx="1591" cy="202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8706" name="Line 11">
                <a:extLst>
                  <a:ext uri="{FF2B5EF4-FFF2-40B4-BE49-F238E27FC236}">
                    <a16:creationId xmlns:a16="http://schemas.microsoft.com/office/drawing/2014/main" id="{C3F31269-FCE0-FE33-4915-E69DD61782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08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07" name="Line 12">
                <a:extLst>
                  <a:ext uri="{FF2B5EF4-FFF2-40B4-BE49-F238E27FC236}">
                    <a16:creationId xmlns:a16="http://schemas.microsoft.com/office/drawing/2014/main" id="{BA94FBDD-7561-6146-03C4-578F4ECC0A1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17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08" name="Line 13">
                <a:extLst>
                  <a:ext uri="{FF2B5EF4-FFF2-40B4-BE49-F238E27FC236}">
                    <a16:creationId xmlns:a16="http://schemas.microsoft.com/office/drawing/2014/main" id="{CEC45797-E4CF-77DB-C190-B53C814DFC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27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09" name="Line 14">
                <a:extLst>
                  <a:ext uri="{FF2B5EF4-FFF2-40B4-BE49-F238E27FC236}">
                    <a16:creationId xmlns:a16="http://schemas.microsoft.com/office/drawing/2014/main" id="{68A42055-DCE9-D213-C2A6-98B1C924F0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369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10" name="Line 15">
                <a:extLst>
                  <a:ext uri="{FF2B5EF4-FFF2-40B4-BE49-F238E27FC236}">
                    <a16:creationId xmlns:a16="http://schemas.microsoft.com/office/drawing/2014/main" id="{1E33B36D-8398-1F40-9954-C24E9F71C3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465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11" name="Line 16">
                <a:extLst>
                  <a:ext uri="{FF2B5EF4-FFF2-40B4-BE49-F238E27FC236}">
                    <a16:creationId xmlns:a16="http://schemas.microsoft.com/office/drawing/2014/main" id="{49F7E54D-7644-F4F7-3381-356C7563FA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56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12" name="Line 17">
                <a:extLst>
                  <a:ext uri="{FF2B5EF4-FFF2-40B4-BE49-F238E27FC236}">
                    <a16:creationId xmlns:a16="http://schemas.microsoft.com/office/drawing/2014/main" id="{E8810FF2-5B23-CD35-4FC3-9399400F5DE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65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13" name="Line 18">
                <a:extLst>
                  <a:ext uri="{FF2B5EF4-FFF2-40B4-BE49-F238E27FC236}">
                    <a16:creationId xmlns:a16="http://schemas.microsoft.com/office/drawing/2014/main" id="{E5E9B9CB-11C1-8732-B778-E3C31EA495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75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14" name="Line 19">
                <a:extLst>
                  <a:ext uri="{FF2B5EF4-FFF2-40B4-BE49-F238E27FC236}">
                    <a16:creationId xmlns:a16="http://schemas.microsoft.com/office/drawing/2014/main" id="{FB0B454A-3E96-D183-5972-FB37C49F16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30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15" name="Line 20">
                <a:extLst>
                  <a:ext uri="{FF2B5EF4-FFF2-40B4-BE49-F238E27FC236}">
                    <a16:creationId xmlns:a16="http://schemas.microsoft.com/office/drawing/2014/main" id="{45879D62-D4BF-84FB-D507-A9367A822D0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40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16" name="Line 21">
                <a:extLst>
                  <a:ext uri="{FF2B5EF4-FFF2-40B4-BE49-F238E27FC236}">
                    <a16:creationId xmlns:a16="http://schemas.microsoft.com/office/drawing/2014/main" id="{69C2A927-CEEB-0C0F-4AD7-9052F03DE0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49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17" name="Line 22">
                <a:extLst>
                  <a:ext uri="{FF2B5EF4-FFF2-40B4-BE49-F238E27FC236}">
                    <a16:creationId xmlns:a16="http://schemas.microsoft.com/office/drawing/2014/main" id="{7DCF419E-8A74-9D31-DF6D-BEBEA476865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592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18" name="Line 23">
                <a:extLst>
                  <a:ext uri="{FF2B5EF4-FFF2-40B4-BE49-F238E27FC236}">
                    <a16:creationId xmlns:a16="http://schemas.microsoft.com/office/drawing/2014/main" id="{7A2BC897-F12A-BC4A-0085-7B1F02E9CF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688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19" name="Line 24">
                <a:extLst>
                  <a:ext uri="{FF2B5EF4-FFF2-40B4-BE49-F238E27FC236}">
                    <a16:creationId xmlns:a16="http://schemas.microsoft.com/office/drawing/2014/main" id="{81D419FC-D45C-8BAC-A8E6-DEFFE820BD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78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20" name="Line 25">
                <a:extLst>
                  <a:ext uri="{FF2B5EF4-FFF2-40B4-BE49-F238E27FC236}">
                    <a16:creationId xmlns:a16="http://schemas.microsoft.com/office/drawing/2014/main" id="{0AA4B495-2BAD-70B8-0CCF-1669371274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88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21" name="Line 26">
                <a:extLst>
                  <a:ext uri="{FF2B5EF4-FFF2-40B4-BE49-F238E27FC236}">
                    <a16:creationId xmlns:a16="http://schemas.microsoft.com/office/drawing/2014/main" id="{BD000996-FAE8-7EE6-670B-FE63EE4294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97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8703" name="Oval 27">
              <a:extLst>
                <a:ext uri="{FF2B5EF4-FFF2-40B4-BE49-F238E27FC236}">
                  <a16:creationId xmlns:a16="http://schemas.microsoft.com/office/drawing/2014/main" id="{A1A96FC6-D39B-CD58-4974-72D5481661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6" y="3063"/>
              <a:ext cx="91" cy="13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8704" name="Rectangle 28">
              <a:extLst>
                <a:ext uri="{FF2B5EF4-FFF2-40B4-BE49-F238E27FC236}">
                  <a16:creationId xmlns:a16="http://schemas.microsoft.com/office/drawing/2014/main" id="{B4ADFD6F-FA0E-1F52-4540-535039FD92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2" y="2240"/>
              <a:ext cx="27" cy="85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</p:grpSp>
      <p:grpSp>
        <p:nvGrpSpPr>
          <p:cNvPr id="28678" name="Group 29">
            <a:extLst>
              <a:ext uri="{FF2B5EF4-FFF2-40B4-BE49-F238E27FC236}">
                <a16:creationId xmlns:a16="http://schemas.microsoft.com/office/drawing/2014/main" id="{0154CD95-251D-C347-C940-F56E5E1D9765}"/>
              </a:ext>
            </a:extLst>
          </p:cNvPr>
          <p:cNvGrpSpPr>
            <a:grpSpLocks/>
          </p:cNvGrpSpPr>
          <p:nvPr/>
        </p:nvGrpSpPr>
        <p:grpSpPr bwMode="auto">
          <a:xfrm>
            <a:off x="5372100" y="2254250"/>
            <a:ext cx="173038" cy="2178050"/>
            <a:chOff x="4279" y="1535"/>
            <a:chExt cx="164" cy="1692"/>
          </a:xfrm>
        </p:grpSpPr>
        <p:sp>
          <p:nvSpPr>
            <p:cNvPr id="28680" name="Oval 30">
              <a:extLst>
                <a:ext uri="{FF2B5EF4-FFF2-40B4-BE49-F238E27FC236}">
                  <a16:creationId xmlns:a16="http://schemas.microsoft.com/office/drawing/2014/main" id="{6ADABE03-7390-73EF-52A3-A7F75CE0C9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79" y="3035"/>
              <a:ext cx="164" cy="192"/>
            </a:xfrm>
            <a:prstGeom prst="ellipse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28681" name="Group 31">
              <a:extLst>
                <a:ext uri="{FF2B5EF4-FFF2-40B4-BE49-F238E27FC236}">
                  <a16:creationId xmlns:a16="http://schemas.microsoft.com/office/drawing/2014/main" id="{CB61A85D-0FEF-DC21-A61C-B5A58701CF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32" y="1535"/>
              <a:ext cx="65" cy="1591"/>
              <a:chOff x="4917" y="2212"/>
              <a:chExt cx="202" cy="1591"/>
            </a:xfrm>
          </p:grpSpPr>
          <p:sp>
            <p:nvSpPr>
              <p:cNvPr id="28684" name="AutoShape 32">
                <a:extLst>
                  <a:ext uri="{FF2B5EF4-FFF2-40B4-BE49-F238E27FC236}">
                    <a16:creationId xmlns:a16="http://schemas.microsoft.com/office/drawing/2014/main" id="{B2115B86-3A03-5F49-1678-9D4BB757D8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4222" y="2907"/>
                <a:ext cx="1591" cy="202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8685" name="Line 33">
                <a:extLst>
                  <a:ext uri="{FF2B5EF4-FFF2-40B4-BE49-F238E27FC236}">
                    <a16:creationId xmlns:a16="http://schemas.microsoft.com/office/drawing/2014/main" id="{FE05F389-E0A9-3E03-1962-6A44CB58E72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08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686" name="Line 34">
                <a:extLst>
                  <a:ext uri="{FF2B5EF4-FFF2-40B4-BE49-F238E27FC236}">
                    <a16:creationId xmlns:a16="http://schemas.microsoft.com/office/drawing/2014/main" id="{B36B36F6-11BF-5FC4-215E-AC0BB6A31BE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17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687" name="Line 35">
                <a:extLst>
                  <a:ext uri="{FF2B5EF4-FFF2-40B4-BE49-F238E27FC236}">
                    <a16:creationId xmlns:a16="http://schemas.microsoft.com/office/drawing/2014/main" id="{80DC2FEE-61EA-3065-A413-92F0C336C0A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27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688" name="Line 36">
                <a:extLst>
                  <a:ext uri="{FF2B5EF4-FFF2-40B4-BE49-F238E27FC236}">
                    <a16:creationId xmlns:a16="http://schemas.microsoft.com/office/drawing/2014/main" id="{31BB6892-A580-A419-8E7D-6F720F5527C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369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689" name="Line 37">
                <a:extLst>
                  <a:ext uri="{FF2B5EF4-FFF2-40B4-BE49-F238E27FC236}">
                    <a16:creationId xmlns:a16="http://schemas.microsoft.com/office/drawing/2014/main" id="{BCD2AFF5-E8B2-76EB-2701-04AC615006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465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690" name="Line 38">
                <a:extLst>
                  <a:ext uri="{FF2B5EF4-FFF2-40B4-BE49-F238E27FC236}">
                    <a16:creationId xmlns:a16="http://schemas.microsoft.com/office/drawing/2014/main" id="{8195E368-E9F6-51C7-408B-6B06DA742E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56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691" name="Line 39">
                <a:extLst>
                  <a:ext uri="{FF2B5EF4-FFF2-40B4-BE49-F238E27FC236}">
                    <a16:creationId xmlns:a16="http://schemas.microsoft.com/office/drawing/2014/main" id="{6B504CB9-29EC-4D60-A65B-AACF3D9FCFA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65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692" name="Line 40">
                <a:extLst>
                  <a:ext uri="{FF2B5EF4-FFF2-40B4-BE49-F238E27FC236}">
                    <a16:creationId xmlns:a16="http://schemas.microsoft.com/office/drawing/2014/main" id="{B2502789-5212-FE84-B8A1-B02F6FF6E2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75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693" name="Line 41">
                <a:extLst>
                  <a:ext uri="{FF2B5EF4-FFF2-40B4-BE49-F238E27FC236}">
                    <a16:creationId xmlns:a16="http://schemas.microsoft.com/office/drawing/2014/main" id="{F1717D34-E54B-7A43-D184-6BAC4D9E6B4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30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694" name="Line 42">
                <a:extLst>
                  <a:ext uri="{FF2B5EF4-FFF2-40B4-BE49-F238E27FC236}">
                    <a16:creationId xmlns:a16="http://schemas.microsoft.com/office/drawing/2014/main" id="{C340E01E-85C0-3069-A38E-2982B98D0DD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40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695" name="Line 43">
                <a:extLst>
                  <a:ext uri="{FF2B5EF4-FFF2-40B4-BE49-F238E27FC236}">
                    <a16:creationId xmlns:a16="http://schemas.microsoft.com/office/drawing/2014/main" id="{3D6C0463-5D54-9BEF-B4B0-7BD232AAFC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49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696" name="Line 44">
                <a:extLst>
                  <a:ext uri="{FF2B5EF4-FFF2-40B4-BE49-F238E27FC236}">
                    <a16:creationId xmlns:a16="http://schemas.microsoft.com/office/drawing/2014/main" id="{50ED5CAD-C8FD-484A-79BA-80C619AB13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592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697" name="Line 45">
                <a:extLst>
                  <a:ext uri="{FF2B5EF4-FFF2-40B4-BE49-F238E27FC236}">
                    <a16:creationId xmlns:a16="http://schemas.microsoft.com/office/drawing/2014/main" id="{1DB2552D-1F28-CB25-8E49-D79CC7BB69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688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698" name="Line 46">
                <a:extLst>
                  <a:ext uri="{FF2B5EF4-FFF2-40B4-BE49-F238E27FC236}">
                    <a16:creationId xmlns:a16="http://schemas.microsoft.com/office/drawing/2014/main" id="{D5229163-6AB6-2486-91AA-94C878572B3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78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699" name="Line 47">
                <a:extLst>
                  <a:ext uri="{FF2B5EF4-FFF2-40B4-BE49-F238E27FC236}">
                    <a16:creationId xmlns:a16="http://schemas.microsoft.com/office/drawing/2014/main" id="{EF8BEC95-1DAE-A9A7-2439-F5496FAC57B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88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700" name="Line 48">
                <a:extLst>
                  <a:ext uri="{FF2B5EF4-FFF2-40B4-BE49-F238E27FC236}">
                    <a16:creationId xmlns:a16="http://schemas.microsoft.com/office/drawing/2014/main" id="{0736AE19-D13A-3FAB-6FB0-A0E89E30D93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97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8682" name="Oval 49">
              <a:extLst>
                <a:ext uri="{FF2B5EF4-FFF2-40B4-BE49-F238E27FC236}">
                  <a16:creationId xmlns:a16="http://schemas.microsoft.com/office/drawing/2014/main" id="{BEF9A2C6-BBB2-3253-AE9C-26068DCB55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6" y="3063"/>
              <a:ext cx="91" cy="13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8683" name="Rectangle 50">
              <a:extLst>
                <a:ext uri="{FF2B5EF4-FFF2-40B4-BE49-F238E27FC236}">
                  <a16:creationId xmlns:a16="http://schemas.microsoft.com/office/drawing/2014/main" id="{E5DF1E1F-5664-442A-7E80-3A286DBB42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2" y="2240"/>
              <a:ext cx="27" cy="85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</p:grpSp>
      <p:sp>
        <p:nvSpPr>
          <p:cNvPr id="28679" name="Line 51">
            <a:extLst>
              <a:ext uri="{FF2B5EF4-FFF2-40B4-BE49-F238E27FC236}">
                <a16:creationId xmlns:a16="http://schemas.microsoft.com/office/drawing/2014/main" id="{FC13694B-AB28-A815-3D0A-CCE156A741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448050" y="3163888"/>
            <a:ext cx="285908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1">
            <a:extLst>
              <a:ext uri="{FF2B5EF4-FFF2-40B4-BE49-F238E27FC236}">
                <a16:creationId xmlns:a16="http://schemas.microsoft.com/office/drawing/2014/main" id="{0DB3A392-8332-F7FC-54D3-33ED607C8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</a:t>
            </a:r>
          </a:p>
        </p:txBody>
      </p:sp>
      <p:sp>
        <p:nvSpPr>
          <p:cNvPr id="3075" name="Content Placeholder 2">
            <a:extLst>
              <a:ext uri="{FF2B5EF4-FFF2-40B4-BE49-F238E27FC236}">
                <a16:creationId xmlns:a16="http://schemas.microsoft.com/office/drawing/2014/main" id="{308F8E87-4A34-C31A-3618-7CF28BFDB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888" y="1354138"/>
            <a:ext cx="8229600" cy="4525962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None/>
            </a:pPr>
            <a:r>
              <a:rPr lang="en-US" altLang="en-US"/>
              <a:t>About how big is an atom?</a:t>
            </a:r>
          </a:p>
          <a:p>
            <a:pPr>
              <a:buFontTx/>
              <a:buNone/>
            </a:pPr>
            <a:endParaRPr lang="en-US" altLang="en-US"/>
          </a:p>
          <a:p>
            <a:pPr>
              <a:buFontTx/>
              <a:buAutoNum type="alphaLcParenR"/>
            </a:pPr>
            <a:r>
              <a:rPr lang="en-US" altLang="en-US"/>
              <a:t> </a:t>
            </a:r>
          </a:p>
          <a:p>
            <a:pPr>
              <a:buFontTx/>
              <a:buAutoNum type="alphaLcParenR"/>
            </a:pPr>
            <a:endParaRPr lang="en-US" altLang="en-US"/>
          </a:p>
          <a:p>
            <a:pPr>
              <a:buFontTx/>
              <a:buAutoNum type="alphaLcParenR"/>
            </a:pPr>
            <a:r>
              <a:rPr lang="en-US" altLang="en-US"/>
              <a:t> </a:t>
            </a:r>
          </a:p>
          <a:p>
            <a:pPr>
              <a:buFontTx/>
              <a:buAutoNum type="alphaLcParenR"/>
            </a:pPr>
            <a:endParaRPr lang="en-US" altLang="en-US"/>
          </a:p>
          <a:p>
            <a:pPr>
              <a:buFontTx/>
              <a:buAutoNum type="alphaLcParenR"/>
            </a:pPr>
            <a:r>
              <a:rPr lang="en-US" altLang="en-US"/>
              <a:t> </a:t>
            </a:r>
          </a:p>
          <a:p>
            <a:pPr>
              <a:buFontTx/>
              <a:buAutoNum type="alphaLcParenR"/>
            </a:pPr>
            <a:endParaRPr lang="en-US" altLang="en-US"/>
          </a:p>
          <a:p>
            <a:pPr>
              <a:buFontTx/>
              <a:buAutoNum type="alphaLcParenR"/>
            </a:pPr>
            <a:r>
              <a:rPr lang="en-US" altLang="en-US"/>
              <a:t> </a:t>
            </a:r>
          </a:p>
          <a:p>
            <a:pPr>
              <a:buFontTx/>
              <a:buNone/>
            </a:pPr>
            <a:endParaRPr lang="en-US" altLang="en-US"/>
          </a:p>
          <a:p>
            <a:endParaRPr lang="en-US" altLang="en-US"/>
          </a:p>
        </p:txBody>
      </p:sp>
      <p:sp>
        <p:nvSpPr>
          <p:cNvPr id="3076" name="Slide Number Placeholder 3">
            <a:extLst>
              <a:ext uri="{FF2B5EF4-FFF2-40B4-BE49-F238E27FC236}">
                <a16:creationId xmlns:a16="http://schemas.microsoft.com/office/drawing/2014/main" id="{D5E9F71A-C231-FA77-4299-0DFBCC6C1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DB091EEB-30BE-4E58-8949-AAA601050958}" type="slidenum">
              <a:rPr lang="en-US" altLang="en-US"/>
              <a:pPr/>
              <a:t>17</a:t>
            </a:fld>
            <a:endParaRPr lang="en-US" altLang="en-US"/>
          </a:p>
        </p:txBody>
      </p:sp>
      <p:graphicFrame>
        <p:nvGraphicFramePr>
          <p:cNvPr id="3077" name="Object 2">
            <a:extLst>
              <a:ext uri="{FF2B5EF4-FFF2-40B4-BE49-F238E27FC236}">
                <a16:creationId xmlns:a16="http://schemas.microsoft.com/office/drawing/2014/main" id="{099DEB48-EFA8-96E0-18A1-C650B176A05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19200" y="4702175"/>
          <a:ext cx="1887538" cy="974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002" imgH="203112" progId="Equation.3">
                  <p:embed/>
                </p:oleObj>
              </mc:Choice>
              <mc:Fallback>
                <p:oleObj name="Equation" r:id="rId2" imgW="457002" imgH="203112" progId="Equation.3">
                  <p:embed/>
                  <p:pic>
                    <p:nvPicPr>
                      <p:cNvPr id="3077" name="Object 2">
                        <a:extLst>
                          <a:ext uri="{FF2B5EF4-FFF2-40B4-BE49-F238E27FC236}">
                            <a16:creationId xmlns:a16="http://schemas.microsoft.com/office/drawing/2014/main" id="{099DEB48-EFA8-96E0-18A1-C650B176A05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9200" y="4702175"/>
                        <a:ext cx="1887538" cy="974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8" name="Object 3">
            <a:extLst>
              <a:ext uri="{FF2B5EF4-FFF2-40B4-BE49-F238E27FC236}">
                <a16:creationId xmlns:a16="http://schemas.microsoft.com/office/drawing/2014/main" id="{C47D92B3-CC2E-9935-E1CD-AA17B3B35DD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31900" y="3592513"/>
          <a:ext cx="1728788" cy="974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19040" imgH="203040" progId="Equation.3">
                  <p:embed/>
                </p:oleObj>
              </mc:Choice>
              <mc:Fallback>
                <p:oleObj name="Equation" r:id="rId4" imgW="419040" imgH="203040" progId="Equation.3">
                  <p:embed/>
                  <p:pic>
                    <p:nvPicPr>
                      <p:cNvPr id="3078" name="Object 3">
                        <a:extLst>
                          <a:ext uri="{FF2B5EF4-FFF2-40B4-BE49-F238E27FC236}">
                            <a16:creationId xmlns:a16="http://schemas.microsoft.com/office/drawing/2014/main" id="{C47D92B3-CC2E-9935-E1CD-AA17B3B35DD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31900" y="3592513"/>
                        <a:ext cx="1728788" cy="974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9" name="Object 4">
            <a:extLst>
              <a:ext uri="{FF2B5EF4-FFF2-40B4-BE49-F238E27FC236}">
                <a16:creationId xmlns:a16="http://schemas.microsoft.com/office/drawing/2014/main" id="{32ABA143-3212-373A-D5BE-2D949ED03D2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22388" y="5691188"/>
          <a:ext cx="1885950" cy="974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57002" imgH="203112" progId="Equation.3">
                  <p:embed/>
                </p:oleObj>
              </mc:Choice>
              <mc:Fallback>
                <p:oleObj name="Equation" r:id="rId6" imgW="457002" imgH="203112" progId="Equation.3">
                  <p:embed/>
                  <p:pic>
                    <p:nvPicPr>
                      <p:cNvPr id="3079" name="Object 4">
                        <a:extLst>
                          <a:ext uri="{FF2B5EF4-FFF2-40B4-BE49-F238E27FC236}">
                            <a16:creationId xmlns:a16="http://schemas.microsoft.com/office/drawing/2014/main" id="{32ABA143-3212-373A-D5BE-2D949ED03D2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22388" y="5691188"/>
                        <a:ext cx="1885950" cy="974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80" name="Object 5">
            <a:extLst>
              <a:ext uri="{FF2B5EF4-FFF2-40B4-BE49-F238E27FC236}">
                <a16:creationId xmlns:a16="http://schemas.microsoft.com/office/drawing/2014/main" id="{DB91CBBC-AD96-F6A8-6738-FCB73C178C5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11275" y="2381250"/>
          <a:ext cx="1728788" cy="974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18918" imgH="203112" progId="Equation.3">
                  <p:embed/>
                </p:oleObj>
              </mc:Choice>
              <mc:Fallback>
                <p:oleObj name="Equation" r:id="rId8" imgW="418918" imgH="203112" progId="Equation.3">
                  <p:embed/>
                  <p:pic>
                    <p:nvPicPr>
                      <p:cNvPr id="3080" name="Object 5">
                        <a:extLst>
                          <a:ext uri="{FF2B5EF4-FFF2-40B4-BE49-F238E27FC236}">
                            <a16:creationId xmlns:a16="http://schemas.microsoft.com/office/drawing/2014/main" id="{DB91CBBC-AD96-F6A8-6738-FCB73C178C5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11275" y="2381250"/>
                        <a:ext cx="1728788" cy="974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04698E74-31EF-A934-3D5D-37F767DA4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123.8.2</a:t>
            </a:r>
          </a:p>
        </p:txBody>
      </p:sp>
      <p:sp>
        <p:nvSpPr>
          <p:cNvPr id="4099" name="Content Placeholder 2">
            <a:extLst>
              <a:ext uri="{FF2B5EF4-FFF2-40B4-BE49-F238E27FC236}">
                <a16:creationId xmlns:a16="http://schemas.microsoft.com/office/drawing/2014/main" id="{0867DEF9-7689-05BD-DB4F-1DBA19D9B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Tx/>
              <a:buNone/>
            </a:pPr>
            <a:r>
              <a:rPr lang="en-US" altLang="en-US" sz="2800"/>
              <a:t>About how many atoms (rough order of magnitude) are in a typical sample of material?</a:t>
            </a:r>
          </a:p>
          <a:p>
            <a:pPr>
              <a:buFontTx/>
              <a:buNone/>
            </a:pPr>
            <a:endParaRPr lang="en-US" altLang="en-US" sz="2800"/>
          </a:p>
          <a:p>
            <a:pPr>
              <a:buFontTx/>
              <a:buAutoNum type="alphaLcParenR"/>
            </a:pPr>
            <a:r>
              <a:rPr lang="en-US" altLang="en-US" sz="2800"/>
              <a:t> </a:t>
            </a:r>
          </a:p>
          <a:p>
            <a:pPr>
              <a:buFontTx/>
              <a:buAutoNum type="alphaLcParenR"/>
            </a:pPr>
            <a:endParaRPr lang="en-US" altLang="en-US" sz="2800"/>
          </a:p>
          <a:p>
            <a:pPr>
              <a:buFontTx/>
              <a:buAutoNum type="alphaLcParenR"/>
            </a:pPr>
            <a:r>
              <a:rPr lang="en-US" altLang="en-US" sz="2800"/>
              <a:t> </a:t>
            </a:r>
          </a:p>
          <a:p>
            <a:pPr>
              <a:buFontTx/>
              <a:buAutoNum type="alphaLcParenR"/>
            </a:pPr>
            <a:endParaRPr lang="en-US" altLang="en-US" sz="2800"/>
          </a:p>
          <a:p>
            <a:pPr>
              <a:buFontTx/>
              <a:buAutoNum type="alphaLcParenR"/>
            </a:pPr>
            <a:r>
              <a:rPr lang="en-US" altLang="en-US" sz="2800"/>
              <a:t> </a:t>
            </a:r>
          </a:p>
          <a:p>
            <a:pPr>
              <a:buFontTx/>
              <a:buAutoNum type="alphaLcParenR"/>
            </a:pPr>
            <a:endParaRPr lang="en-US" altLang="en-US" sz="2800"/>
          </a:p>
          <a:p>
            <a:pPr>
              <a:buFontTx/>
              <a:buAutoNum type="alphaLcParenR"/>
            </a:pPr>
            <a:r>
              <a:rPr lang="en-US" altLang="en-US" sz="2800"/>
              <a:t> </a:t>
            </a:r>
          </a:p>
          <a:p>
            <a:pPr>
              <a:buFontTx/>
              <a:buNone/>
            </a:pPr>
            <a:endParaRPr lang="en-US" altLang="en-US" sz="2800"/>
          </a:p>
        </p:txBody>
      </p:sp>
      <p:sp>
        <p:nvSpPr>
          <p:cNvPr id="4100" name="Slide Number Placeholder 3">
            <a:extLst>
              <a:ext uri="{FF2B5EF4-FFF2-40B4-BE49-F238E27FC236}">
                <a16:creationId xmlns:a16="http://schemas.microsoft.com/office/drawing/2014/main" id="{B5E105EF-1F8B-8AE8-1EAD-A8854D862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7925D6A9-E9E7-4299-B105-E7EBF66315AC}" type="slidenum">
              <a:rPr lang="en-US" altLang="en-US"/>
              <a:pPr/>
              <a:t>18</a:t>
            </a:fld>
            <a:endParaRPr lang="en-US" altLang="en-US"/>
          </a:p>
        </p:txBody>
      </p:sp>
      <p:graphicFrame>
        <p:nvGraphicFramePr>
          <p:cNvPr id="4101" name="Object 2">
            <a:extLst>
              <a:ext uri="{FF2B5EF4-FFF2-40B4-BE49-F238E27FC236}">
                <a16:creationId xmlns:a16="http://schemas.microsoft.com/office/drawing/2014/main" id="{26EA647A-F2F3-4DCF-685A-6A21192091C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68450" y="4935538"/>
          <a:ext cx="1100138" cy="769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400" imgH="203040" progId="Equation.3">
                  <p:embed/>
                </p:oleObj>
              </mc:Choice>
              <mc:Fallback>
                <p:oleObj name="Equation" r:id="rId2" imgW="266400" imgH="203040" progId="Equation.3">
                  <p:embed/>
                  <p:pic>
                    <p:nvPicPr>
                      <p:cNvPr id="4101" name="Object 2">
                        <a:extLst>
                          <a:ext uri="{FF2B5EF4-FFF2-40B4-BE49-F238E27FC236}">
                            <a16:creationId xmlns:a16="http://schemas.microsoft.com/office/drawing/2014/main" id="{26EA647A-F2F3-4DCF-685A-6A21192091C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68450" y="4935538"/>
                        <a:ext cx="1100138" cy="7699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2" name="Object 3">
            <a:extLst>
              <a:ext uri="{FF2B5EF4-FFF2-40B4-BE49-F238E27FC236}">
                <a16:creationId xmlns:a16="http://schemas.microsoft.com/office/drawing/2014/main" id="{72832127-93A8-F8C0-E368-13D1DE7D30D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09725" y="3919538"/>
          <a:ext cx="942975" cy="808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28600" imgH="203040" progId="Equation.3">
                  <p:embed/>
                </p:oleObj>
              </mc:Choice>
              <mc:Fallback>
                <p:oleObj name="Equation" r:id="rId4" imgW="228600" imgH="203040" progId="Equation.3">
                  <p:embed/>
                  <p:pic>
                    <p:nvPicPr>
                      <p:cNvPr id="4102" name="Object 3">
                        <a:extLst>
                          <a:ext uri="{FF2B5EF4-FFF2-40B4-BE49-F238E27FC236}">
                            <a16:creationId xmlns:a16="http://schemas.microsoft.com/office/drawing/2014/main" id="{72832127-93A8-F8C0-E368-13D1DE7D30D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09725" y="3919538"/>
                        <a:ext cx="942975" cy="808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3" name="Object 4">
            <a:extLst>
              <a:ext uri="{FF2B5EF4-FFF2-40B4-BE49-F238E27FC236}">
                <a16:creationId xmlns:a16="http://schemas.microsoft.com/office/drawing/2014/main" id="{F95DB921-E241-E18D-F277-1305474F884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30363" y="5951538"/>
          <a:ext cx="1152525" cy="804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79360" imgH="203040" progId="Equation.3">
                  <p:embed/>
                </p:oleObj>
              </mc:Choice>
              <mc:Fallback>
                <p:oleObj name="Equation" r:id="rId6" imgW="279360" imgH="203040" progId="Equation.3">
                  <p:embed/>
                  <p:pic>
                    <p:nvPicPr>
                      <p:cNvPr id="4103" name="Object 4">
                        <a:extLst>
                          <a:ext uri="{FF2B5EF4-FFF2-40B4-BE49-F238E27FC236}">
                            <a16:creationId xmlns:a16="http://schemas.microsoft.com/office/drawing/2014/main" id="{F95DB921-E241-E18D-F277-1305474F884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30363" y="5951538"/>
                        <a:ext cx="1152525" cy="8048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4" name="Object 5">
            <a:extLst>
              <a:ext uri="{FF2B5EF4-FFF2-40B4-BE49-F238E27FC236}">
                <a16:creationId xmlns:a16="http://schemas.microsoft.com/office/drawing/2014/main" id="{500B984E-FB25-57D6-41A1-A9D14096759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30363" y="2946400"/>
          <a:ext cx="942975" cy="773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28600" imgH="203040" progId="Equation.3">
                  <p:embed/>
                </p:oleObj>
              </mc:Choice>
              <mc:Fallback>
                <p:oleObj name="Equation" r:id="rId8" imgW="228600" imgH="203040" progId="Equation.3">
                  <p:embed/>
                  <p:pic>
                    <p:nvPicPr>
                      <p:cNvPr id="4104" name="Object 5">
                        <a:extLst>
                          <a:ext uri="{FF2B5EF4-FFF2-40B4-BE49-F238E27FC236}">
                            <a16:creationId xmlns:a16="http://schemas.microsoft.com/office/drawing/2014/main" id="{500B984E-FB25-57D6-41A1-A9D14096759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30363" y="2946400"/>
                        <a:ext cx="942975" cy="7731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>
            <a:extLst>
              <a:ext uri="{FF2B5EF4-FFF2-40B4-BE49-F238E27FC236}">
                <a16:creationId xmlns:a16="http://schemas.microsoft.com/office/drawing/2014/main" id="{C2C856E7-35C7-1B73-F57F-BD45446B8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123.8.2.5</a:t>
            </a:r>
          </a:p>
        </p:txBody>
      </p:sp>
      <p:sp>
        <p:nvSpPr>
          <p:cNvPr id="5123" name="Content Placeholder 2">
            <a:extLst>
              <a:ext uri="{FF2B5EF4-FFF2-40B4-BE49-F238E27FC236}">
                <a16:creationId xmlns:a16="http://schemas.microsoft.com/office/drawing/2014/main" id="{03DB7EC5-BE1A-EBF1-5F4E-1AF34793C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sz="2800"/>
              <a:t>Suppose we have 25 students in a room of volume 100m</a:t>
            </a:r>
            <a:r>
              <a:rPr lang="en-US" altLang="en-US" sz="2800" baseline="30000"/>
              <a:t>3</a:t>
            </a:r>
            <a:r>
              <a:rPr lang="en-US" altLang="en-US" sz="2800"/>
              <a:t>. What would we call the quantity 25/100m</a:t>
            </a:r>
            <a:r>
              <a:rPr lang="en-US" altLang="en-US" sz="2800" baseline="30000"/>
              <a:t>3</a:t>
            </a:r>
            <a:r>
              <a:rPr lang="en-US" altLang="en-US" sz="2800"/>
              <a:t>?</a:t>
            </a:r>
          </a:p>
          <a:p>
            <a:pPr>
              <a:buFontTx/>
              <a:buNone/>
            </a:pPr>
            <a:endParaRPr lang="en-US" altLang="en-US" sz="2800"/>
          </a:p>
          <a:p>
            <a:pPr>
              <a:buFontTx/>
              <a:buAutoNum type="alphaLcParenR"/>
            </a:pPr>
            <a:r>
              <a:rPr lang="en-US" altLang="en-US" sz="2800"/>
              <a:t>  Crowding factor </a:t>
            </a:r>
          </a:p>
          <a:p>
            <a:pPr>
              <a:buFontTx/>
              <a:buAutoNum type="alphaLcParenR"/>
            </a:pPr>
            <a:r>
              <a:rPr lang="en-US" altLang="en-US" sz="2800"/>
              <a:t>  Number density</a:t>
            </a:r>
          </a:p>
          <a:p>
            <a:pPr>
              <a:buFontTx/>
              <a:buAutoNum type="alphaLcParenR"/>
            </a:pPr>
            <a:r>
              <a:rPr lang="en-US" altLang="en-US" sz="2800"/>
              <a:t>  Dating opportunity factor</a:t>
            </a:r>
          </a:p>
          <a:p>
            <a:pPr>
              <a:buFontTx/>
              <a:buAutoNum type="alphaLcParenR"/>
            </a:pPr>
            <a:r>
              <a:rPr lang="en-US" altLang="en-US" sz="2800"/>
              <a:t>  Population</a:t>
            </a:r>
          </a:p>
          <a:p>
            <a:pPr>
              <a:buFontTx/>
              <a:buNone/>
            </a:pPr>
            <a:endParaRPr lang="en-US" altLang="en-US" sz="2800"/>
          </a:p>
        </p:txBody>
      </p:sp>
      <p:sp>
        <p:nvSpPr>
          <p:cNvPr id="5124" name="Slide Number Placeholder 3">
            <a:extLst>
              <a:ext uri="{FF2B5EF4-FFF2-40B4-BE49-F238E27FC236}">
                <a16:creationId xmlns:a16="http://schemas.microsoft.com/office/drawing/2014/main" id="{A3EC29F9-F8D3-37D7-6B7B-BA2798DD1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01B374F1-47C5-40A7-AAB1-AB5C67DB2ED5}" type="slidenum">
              <a:rPr lang="en-US" altLang="en-US"/>
              <a:pPr/>
              <a:t>19</a:t>
            </a:fld>
            <a:endParaRPr lang="en-US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>
            <a:extLst>
              <a:ext uri="{FF2B5EF4-FFF2-40B4-BE49-F238E27FC236}">
                <a16:creationId xmlns:a16="http://schemas.microsoft.com/office/drawing/2014/main" id="{7E77D020-2FB1-BA1C-2E5E-3EEC16867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123.8.3</a:t>
            </a:r>
          </a:p>
        </p:txBody>
      </p:sp>
      <p:sp>
        <p:nvSpPr>
          <p:cNvPr id="6147" name="Content Placeholder 2">
            <a:extLst>
              <a:ext uri="{FF2B5EF4-FFF2-40B4-BE49-F238E27FC236}">
                <a16:creationId xmlns:a16="http://schemas.microsoft.com/office/drawing/2014/main" id="{34277E70-BDB6-124A-DC4E-C60281446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/>
              <a:t>What is a number density?</a:t>
            </a:r>
          </a:p>
          <a:p>
            <a:pPr>
              <a:buFontTx/>
              <a:buAutoNum type="alphaLcParenR"/>
            </a:pPr>
            <a:r>
              <a:rPr lang="en-US" altLang="en-US"/>
              <a:t>How compact numbers in a particular domain. For example, real numbers are infinitely dense</a:t>
            </a:r>
          </a:p>
          <a:p>
            <a:pPr>
              <a:buFontTx/>
              <a:buAutoNum type="alphaLcParenR"/>
            </a:pPr>
            <a:r>
              <a:rPr lang="en-US" altLang="en-US"/>
              <a:t>The number of something in a unit of volume</a:t>
            </a:r>
          </a:p>
          <a:p>
            <a:pPr>
              <a:buFontTx/>
              <a:buAutoNum type="alphaLcParenR"/>
            </a:pPr>
            <a:r>
              <a:rPr lang="en-US" altLang="en-US"/>
              <a:t>The quantity of undatable people in your FHE group</a:t>
            </a:r>
          </a:p>
          <a:p>
            <a:pPr>
              <a:buFontTx/>
              <a:buAutoNum type="alphaLcParenR"/>
            </a:pPr>
            <a:r>
              <a:rPr lang="en-US" altLang="en-US"/>
              <a:t>A measure of total mass of an object</a:t>
            </a:r>
          </a:p>
          <a:p>
            <a:pPr>
              <a:buFontTx/>
              <a:buAutoNum type="alphaLcParenR"/>
            </a:pPr>
            <a:endParaRPr lang="en-US" altLang="en-US"/>
          </a:p>
        </p:txBody>
      </p:sp>
      <p:sp>
        <p:nvSpPr>
          <p:cNvPr id="6148" name="Slide Number Placeholder 3">
            <a:extLst>
              <a:ext uri="{FF2B5EF4-FFF2-40B4-BE49-F238E27FC236}">
                <a16:creationId xmlns:a16="http://schemas.microsoft.com/office/drawing/2014/main" id="{841C3C68-E3A7-33D3-A0D6-3CA679ED2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63F533A0-F7C5-41EE-9E83-05232CDEC8B3}" type="slidenum">
              <a:rPr lang="en-US" altLang="en-US"/>
              <a:pPr/>
              <a:t>20</a:t>
            </a:fld>
            <a:endParaRPr lang="en-US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>
            <a:extLst>
              <a:ext uri="{FF2B5EF4-FFF2-40B4-BE49-F238E27FC236}">
                <a16:creationId xmlns:a16="http://schemas.microsoft.com/office/drawing/2014/main" id="{293EA0C2-3B6B-0E49-B409-207354C80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123.8.4</a:t>
            </a:r>
          </a:p>
        </p:txBody>
      </p:sp>
      <p:sp>
        <p:nvSpPr>
          <p:cNvPr id="7171" name="Content Placeholder 2">
            <a:extLst>
              <a:ext uri="{FF2B5EF4-FFF2-40B4-BE49-F238E27FC236}">
                <a16:creationId xmlns:a16="http://schemas.microsoft.com/office/drawing/2014/main" id="{F2DBED6A-709D-6FAF-9F0E-7BD33F14A6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Tx/>
              <a:buNone/>
            </a:pPr>
            <a:r>
              <a:rPr lang="en-US" altLang="en-US" dirty="0"/>
              <a:t>If I have 1000 hydrogen atoms in a 1 liter volume, what is my number density?</a:t>
            </a:r>
          </a:p>
          <a:p>
            <a:pPr>
              <a:buFontTx/>
              <a:buAutoNum type="alphaLcParenR"/>
            </a:pPr>
            <a:r>
              <a:rPr lang="en-US" altLang="en-US" dirty="0"/>
              <a:t> </a:t>
            </a:r>
          </a:p>
          <a:p>
            <a:pPr>
              <a:buFontTx/>
              <a:buAutoNum type="alphaLcParenR"/>
            </a:pPr>
            <a:endParaRPr lang="en-US" altLang="en-US" dirty="0"/>
          </a:p>
          <a:p>
            <a:pPr>
              <a:buFontTx/>
              <a:buAutoNum type="alphaLcParenR"/>
            </a:pPr>
            <a:r>
              <a:rPr lang="en-US" altLang="en-US" dirty="0"/>
              <a:t> </a:t>
            </a:r>
          </a:p>
          <a:p>
            <a:pPr>
              <a:buFontTx/>
              <a:buAutoNum type="alphaLcParenR"/>
            </a:pPr>
            <a:endParaRPr lang="en-US" altLang="en-US" dirty="0"/>
          </a:p>
          <a:p>
            <a:pPr>
              <a:buFontTx/>
              <a:buAutoNum type="alphaLcParenR"/>
            </a:pPr>
            <a:r>
              <a:rPr lang="en-US" altLang="en-US" dirty="0"/>
              <a:t> </a:t>
            </a:r>
          </a:p>
          <a:p>
            <a:pPr>
              <a:buFontTx/>
              <a:buAutoNum type="alphaLcParenR"/>
            </a:pPr>
            <a:endParaRPr lang="en-US" altLang="en-US" dirty="0"/>
          </a:p>
          <a:p>
            <a:pPr>
              <a:buFontTx/>
              <a:buAutoNum type="alphaLcParenR"/>
            </a:pPr>
            <a:r>
              <a:rPr lang="en-US" altLang="en-US" dirty="0"/>
              <a:t> </a:t>
            </a:r>
          </a:p>
          <a:p>
            <a:pPr>
              <a:buFontTx/>
              <a:buAutoNum type="alphaLcParenR"/>
            </a:pPr>
            <a:endParaRPr lang="en-US" altLang="en-US" dirty="0"/>
          </a:p>
        </p:txBody>
      </p:sp>
      <p:sp>
        <p:nvSpPr>
          <p:cNvPr id="7172" name="Slide Number Placeholder 3">
            <a:extLst>
              <a:ext uri="{FF2B5EF4-FFF2-40B4-BE49-F238E27FC236}">
                <a16:creationId xmlns:a16="http://schemas.microsoft.com/office/drawing/2014/main" id="{B7BE8931-B3BA-F594-3477-C0F93BDEB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8C513BB-7BDC-410C-813C-07679D6DC53E}" type="slidenum">
              <a:rPr lang="en-US" altLang="en-US"/>
              <a:pPr/>
              <a:t>21</a:t>
            </a:fld>
            <a:endParaRPr lang="en-US" altLang="en-US"/>
          </a:p>
        </p:txBody>
      </p:sp>
      <p:graphicFrame>
        <p:nvGraphicFramePr>
          <p:cNvPr id="7173" name="Object 2">
            <a:extLst>
              <a:ext uri="{FF2B5EF4-FFF2-40B4-BE49-F238E27FC236}">
                <a16:creationId xmlns:a16="http://schemas.microsoft.com/office/drawing/2014/main" id="{215E9A03-BC25-0421-0F86-4A43E13BCBD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9697067"/>
              </p:ext>
            </p:extLst>
          </p:nvPr>
        </p:nvGraphicFramePr>
        <p:xfrm>
          <a:off x="1190625" y="2495550"/>
          <a:ext cx="994113" cy="64872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34725" imgH="393529" progId="Equation.3">
                  <p:embed/>
                </p:oleObj>
              </mc:Choice>
              <mc:Fallback>
                <p:oleObj name="Equation" r:id="rId2" imgW="634725" imgH="393529" progId="Equation.3">
                  <p:embed/>
                  <p:pic>
                    <p:nvPicPr>
                      <p:cNvPr id="7173" name="Object 2">
                        <a:extLst>
                          <a:ext uri="{FF2B5EF4-FFF2-40B4-BE49-F238E27FC236}">
                            <a16:creationId xmlns:a16="http://schemas.microsoft.com/office/drawing/2014/main" id="{215E9A03-BC25-0421-0F86-4A43E13BCBD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90625" y="2495550"/>
                        <a:ext cx="994113" cy="64872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4" name="Object 3">
            <a:extLst>
              <a:ext uri="{FF2B5EF4-FFF2-40B4-BE49-F238E27FC236}">
                <a16:creationId xmlns:a16="http://schemas.microsoft.com/office/drawing/2014/main" id="{D98D3F37-3792-E89A-65A1-DF17F66A2C9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55518716"/>
              </p:ext>
            </p:extLst>
          </p:nvPr>
        </p:nvGraphicFramePr>
        <p:xfrm>
          <a:off x="1250575" y="3390901"/>
          <a:ext cx="874211" cy="6487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58558" imgH="393529" progId="Equation.3">
                  <p:embed/>
                </p:oleObj>
              </mc:Choice>
              <mc:Fallback>
                <p:oleObj name="Equation" r:id="rId4" imgW="558558" imgH="393529" progId="Equation.3">
                  <p:embed/>
                  <p:pic>
                    <p:nvPicPr>
                      <p:cNvPr id="7174" name="Object 3">
                        <a:extLst>
                          <a:ext uri="{FF2B5EF4-FFF2-40B4-BE49-F238E27FC236}">
                            <a16:creationId xmlns:a16="http://schemas.microsoft.com/office/drawing/2014/main" id="{D98D3F37-3792-E89A-65A1-DF17F66A2C9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0575" y="3390901"/>
                        <a:ext cx="874211" cy="64872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5" name="Object 4">
            <a:extLst>
              <a:ext uri="{FF2B5EF4-FFF2-40B4-BE49-F238E27FC236}">
                <a16:creationId xmlns:a16="http://schemas.microsoft.com/office/drawing/2014/main" id="{00B8D53F-7239-79D5-3B7F-AB86ABB36A1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82936349"/>
              </p:ext>
            </p:extLst>
          </p:nvPr>
        </p:nvGraphicFramePr>
        <p:xfrm>
          <a:off x="1439375" y="4434170"/>
          <a:ext cx="496609" cy="6487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17225" imgH="393359" progId="Equation.3">
                  <p:embed/>
                </p:oleObj>
              </mc:Choice>
              <mc:Fallback>
                <p:oleObj name="Equation" r:id="rId6" imgW="317225" imgH="393359" progId="Equation.3">
                  <p:embed/>
                  <p:pic>
                    <p:nvPicPr>
                      <p:cNvPr id="7175" name="Object 4">
                        <a:extLst>
                          <a:ext uri="{FF2B5EF4-FFF2-40B4-BE49-F238E27FC236}">
                            <a16:creationId xmlns:a16="http://schemas.microsoft.com/office/drawing/2014/main" id="{00B8D53F-7239-79D5-3B7F-AB86ABB36A1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39375" y="4434170"/>
                        <a:ext cx="496609" cy="64872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6" name="Object 5">
            <a:extLst>
              <a:ext uri="{FF2B5EF4-FFF2-40B4-BE49-F238E27FC236}">
                <a16:creationId xmlns:a16="http://schemas.microsoft.com/office/drawing/2014/main" id="{20B0C28D-4298-68E6-CDFD-980EF27585F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43346646"/>
              </p:ext>
            </p:extLst>
          </p:nvPr>
        </p:nvGraphicFramePr>
        <p:xfrm>
          <a:off x="1439375" y="5531127"/>
          <a:ext cx="814260" cy="5950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20474" imgH="393529" progId="Equation.3">
                  <p:embed/>
                </p:oleObj>
              </mc:Choice>
              <mc:Fallback>
                <p:oleObj name="Equation" r:id="rId8" imgW="520474" imgH="393529" progId="Equation.3">
                  <p:embed/>
                  <p:pic>
                    <p:nvPicPr>
                      <p:cNvPr id="7176" name="Object 5">
                        <a:extLst>
                          <a:ext uri="{FF2B5EF4-FFF2-40B4-BE49-F238E27FC236}">
                            <a16:creationId xmlns:a16="http://schemas.microsoft.com/office/drawing/2014/main" id="{20B0C28D-4298-68E6-CDFD-980EF27585F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39375" y="5531127"/>
                        <a:ext cx="814260" cy="59503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>
            <a:extLst>
              <a:ext uri="{FF2B5EF4-FFF2-40B4-BE49-F238E27FC236}">
                <a16:creationId xmlns:a16="http://schemas.microsoft.com/office/drawing/2014/main" id="{212FBC36-A308-D29E-F7F4-F51DC321E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123.8.5</a:t>
            </a:r>
          </a:p>
        </p:txBody>
      </p:sp>
      <p:sp>
        <p:nvSpPr>
          <p:cNvPr id="8195" name="Content Placeholder 2">
            <a:extLst>
              <a:ext uri="{FF2B5EF4-FFF2-40B4-BE49-F238E27FC236}">
                <a16:creationId xmlns:a16="http://schemas.microsoft.com/office/drawing/2014/main" id="{1ECFB535-26C7-C270-916F-CC2BED7C38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What is the atomic weight of      ?</a:t>
            </a:r>
          </a:p>
          <a:p>
            <a:pPr>
              <a:buFontTx/>
              <a:buAutoNum type="alphaLcParenR"/>
            </a:pPr>
            <a:r>
              <a:rPr lang="en-US" altLang="en-US" dirty="0"/>
              <a:t> 6u</a:t>
            </a:r>
          </a:p>
          <a:p>
            <a:pPr>
              <a:buFontTx/>
              <a:buAutoNum type="alphaLcParenR"/>
            </a:pPr>
            <a:r>
              <a:rPr lang="en-US" altLang="en-US" dirty="0"/>
              <a:t> 12u</a:t>
            </a:r>
          </a:p>
          <a:p>
            <a:pPr>
              <a:buFontTx/>
              <a:buAutoNum type="alphaLcParenR"/>
            </a:pPr>
            <a:r>
              <a:rPr lang="en-US" altLang="en-US" dirty="0"/>
              <a:t> 14u</a:t>
            </a:r>
          </a:p>
          <a:p>
            <a:pPr>
              <a:buFontTx/>
              <a:buAutoNum type="alphaLcParenR"/>
            </a:pPr>
            <a:r>
              <a:rPr lang="en-US" altLang="en-US" dirty="0"/>
              <a:t> 13.567u </a:t>
            </a:r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D38EA326-376F-0975-B559-6A7BC943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27793E4-57A0-4F93-8A0A-EE487F0ABAFF}" type="slidenum">
              <a:rPr lang="en-US" altLang="en-US"/>
              <a:pPr/>
              <a:t>22</a:t>
            </a:fld>
            <a:endParaRPr lang="en-US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7" name="Object 2">
                <a:extLst>
                  <a:ext uri="{FF2B5EF4-FFF2-40B4-BE49-F238E27FC236}">
                    <a16:creationId xmlns:a16="http://schemas.microsoft.com/office/drawing/2014/main" id="{247BF5AB-B2DD-D835-71EC-175D6AB994BC}"/>
                  </a:ext>
                </a:extLst>
              </p:cNvPr>
              <p:cNvSpPr txBox="1"/>
              <p:nvPr/>
            </p:nvSpPr>
            <p:spPr bwMode="auto">
              <a:xfrm>
                <a:off x="5292789" y="1752791"/>
                <a:ext cx="706437" cy="4841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Pre>
                        <m:sPre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PrePr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sPre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197" name="Object 2">
                <a:extLst>
                  <a:ext uri="{FF2B5EF4-FFF2-40B4-BE49-F238E27FC236}">
                    <a16:creationId xmlns:a16="http://schemas.microsoft.com/office/drawing/2014/main" id="{247BF5AB-B2DD-D835-71EC-175D6AB994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92789" y="1752791"/>
                <a:ext cx="706437" cy="4841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>
            <a:extLst>
              <a:ext uri="{FF2B5EF4-FFF2-40B4-BE49-F238E27FC236}">
                <a16:creationId xmlns:a16="http://schemas.microsoft.com/office/drawing/2014/main" id="{8DEF3256-EAD5-7E7B-322B-3A2C1F159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123.8.6</a:t>
            </a:r>
          </a:p>
        </p:txBody>
      </p:sp>
      <p:sp>
        <p:nvSpPr>
          <p:cNvPr id="9219" name="Content Placeholder 2">
            <a:extLst>
              <a:ext uri="{FF2B5EF4-FFF2-40B4-BE49-F238E27FC236}">
                <a16:creationId xmlns:a16="http://schemas.microsoft.com/office/drawing/2014/main" id="{BAA17F58-DFFE-7D0B-05E4-61DC1075D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If I have a dozen eggs, how many eggs do I have?</a:t>
            </a:r>
          </a:p>
          <a:p>
            <a:pPr>
              <a:buFontTx/>
              <a:buAutoNum type="alphaLcParenR"/>
            </a:pPr>
            <a:r>
              <a:rPr lang="en-US" altLang="en-US" dirty="0"/>
              <a:t> 6</a:t>
            </a:r>
          </a:p>
          <a:p>
            <a:pPr>
              <a:buFontTx/>
              <a:buAutoNum type="alphaLcParenR"/>
            </a:pPr>
            <a:r>
              <a:rPr lang="en-US" altLang="en-US" dirty="0"/>
              <a:t> 12</a:t>
            </a:r>
          </a:p>
          <a:p>
            <a:pPr>
              <a:buFontTx/>
              <a:buAutoNum type="alphaLcParenR"/>
            </a:pPr>
            <a:r>
              <a:rPr lang="en-US" altLang="en-US" dirty="0"/>
              <a:t> 13</a:t>
            </a:r>
          </a:p>
          <a:p>
            <a:pPr>
              <a:buFontTx/>
              <a:buAutoNum type="alphaLcParenR"/>
            </a:pPr>
            <a:r>
              <a:rPr lang="en-US" altLang="en-US" dirty="0"/>
              <a:t> 24</a:t>
            </a:r>
          </a:p>
        </p:txBody>
      </p:sp>
      <p:sp>
        <p:nvSpPr>
          <p:cNvPr id="9220" name="Slide Number Placeholder 3">
            <a:extLst>
              <a:ext uri="{FF2B5EF4-FFF2-40B4-BE49-F238E27FC236}">
                <a16:creationId xmlns:a16="http://schemas.microsoft.com/office/drawing/2014/main" id="{D93113CE-A807-7D3A-1C53-D80F1464D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09F971F0-046C-4B3C-849E-4DCFC47B684D}" type="slidenum">
              <a:rPr lang="en-US" altLang="en-US"/>
              <a:pPr/>
              <a:t>23</a:t>
            </a:fld>
            <a:endParaRPr lang="en-US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>
            <a:extLst>
              <a:ext uri="{FF2B5EF4-FFF2-40B4-BE49-F238E27FC236}">
                <a16:creationId xmlns:a16="http://schemas.microsoft.com/office/drawing/2014/main" id="{A5102852-6740-D32F-A294-D0CA45789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123.8.7</a:t>
            </a:r>
          </a:p>
        </p:txBody>
      </p:sp>
      <p:sp>
        <p:nvSpPr>
          <p:cNvPr id="10243" name="Content Placeholder 2">
            <a:extLst>
              <a:ext uri="{FF2B5EF4-FFF2-40B4-BE49-F238E27FC236}">
                <a16:creationId xmlns:a16="http://schemas.microsoft.com/office/drawing/2014/main" id="{03BC8066-551E-6EB1-3B01-C902944F5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If I have a mole </a:t>
            </a:r>
            <a:r>
              <a:rPr lang="en-US" altLang="en-US"/>
              <a:t>of eggs</a:t>
            </a:r>
            <a:r>
              <a:rPr lang="en-US" altLang="en-US" dirty="0"/>
              <a:t>, how many eggs do I have?</a:t>
            </a:r>
          </a:p>
          <a:p>
            <a:pPr>
              <a:buFontTx/>
              <a:buAutoNum type="alphaLcParenR"/>
            </a:pPr>
            <a:r>
              <a:rPr lang="en-US" altLang="en-US" dirty="0"/>
              <a:t> 6.02 x 10</a:t>
            </a:r>
            <a:r>
              <a:rPr lang="en-US" altLang="en-US" baseline="30000" dirty="0"/>
              <a:t>23</a:t>
            </a:r>
            <a:endParaRPr lang="en-US" altLang="en-US" dirty="0"/>
          </a:p>
          <a:p>
            <a:pPr>
              <a:buFontTx/>
              <a:buAutoNum type="alphaLcParenR"/>
            </a:pPr>
            <a:r>
              <a:rPr lang="en-US" altLang="en-US" dirty="0"/>
              <a:t> 12</a:t>
            </a:r>
          </a:p>
          <a:p>
            <a:pPr>
              <a:buFontTx/>
              <a:buAutoNum type="alphaLcParenR"/>
            </a:pPr>
            <a:r>
              <a:rPr lang="en-US" altLang="en-US" dirty="0"/>
              <a:t> 1000</a:t>
            </a:r>
          </a:p>
          <a:p>
            <a:pPr>
              <a:buFontTx/>
              <a:buAutoNum type="alphaLcParenR"/>
            </a:pPr>
            <a:r>
              <a:rPr lang="en-US" altLang="en-US" dirty="0"/>
              <a:t> 1.0 x 10</a:t>
            </a:r>
            <a:r>
              <a:rPr lang="en-US" altLang="en-US" baseline="30000" dirty="0"/>
              <a:t>8</a:t>
            </a:r>
            <a:endParaRPr lang="en-US" altLang="en-US" dirty="0"/>
          </a:p>
        </p:txBody>
      </p:sp>
      <p:sp>
        <p:nvSpPr>
          <p:cNvPr id="10244" name="Slide Number Placeholder 3">
            <a:extLst>
              <a:ext uri="{FF2B5EF4-FFF2-40B4-BE49-F238E27FC236}">
                <a16:creationId xmlns:a16="http://schemas.microsoft.com/office/drawing/2014/main" id="{94BD91FF-87F6-31A2-0467-98AFAF7DF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EBD3F2B2-1D64-4248-92F6-91CEF1E1A690}" type="slidenum">
              <a:rPr lang="en-US" altLang="en-US"/>
              <a:pPr/>
              <a:t>24</a:t>
            </a:fld>
            <a:endParaRPr lang="en-US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>
            <a:extLst>
              <a:ext uri="{FF2B5EF4-FFF2-40B4-BE49-F238E27FC236}">
                <a16:creationId xmlns:a16="http://schemas.microsoft.com/office/drawing/2014/main" id="{3DB55069-EFE3-63AB-5111-A0D6A5589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123.8.8</a:t>
            </a:r>
          </a:p>
        </p:txBody>
      </p:sp>
      <p:sp>
        <p:nvSpPr>
          <p:cNvPr id="11267" name="Content Placeholder 2">
            <a:extLst>
              <a:ext uri="{FF2B5EF4-FFF2-40B4-BE49-F238E27FC236}">
                <a16:creationId xmlns:a16="http://schemas.microsoft.com/office/drawing/2014/main" id="{9924C3BE-8249-B464-C83D-1BA32F8D67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If I have 24 eggs, how many dozens of eggs do I have?</a:t>
            </a:r>
          </a:p>
          <a:p>
            <a:pPr>
              <a:buFontTx/>
              <a:buAutoNum type="alphaLcParenR"/>
            </a:pPr>
            <a:r>
              <a:rPr lang="en-US" altLang="en-US" dirty="0"/>
              <a:t> 1</a:t>
            </a:r>
          </a:p>
          <a:p>
            <a:pPr>
              <a:buFontTx/>
              <a:buAutoNum type="alphaLcParenR"/>
            </a:pPr>
            <a:r>
              <a:rPr lang="en-US" altLang="en-US" dirty="0"/>
              <a:t> 2</a:t>
            </a:r>
          </a:p>
          <a:p>
            <a:pPr>
              <a:buFontTx/>
              <a:buAutoNum type="alphaLcParenR"/>
            </a:pPr>
            <a:r>
              <a:rPr lang="en-US" altLang="en-US" dirty="0"/>
              <a:t> 3</a:t>
            </a:r>
          </a:p>
          <a:p>
            <a:pPr>
              <a:buFontTx/>
              <a:buAutoNum type="alphaLcParenR"/>
            </a:pPr>
            <a:r>
              <a:rPr lang="en-US" altLang="en-US" dirty="0"/>
              <a:t> 4</a:t>
            </a:r>
          </a:p>
        </p:txBody>
      </p:sp>
      <p:sp>
        <p:nvSpPr>
          <p:cNvPr id="11268" name="Slide Number Placeholder 3">
            <a:extLst>
              <a:ext uri="{FF2B5EF4-FFF2-40B4-BE49-F238E27FC236}">
                <a16:creationId xmlns:a16="http://schemas.microsoft.com/office/drawing/2014/main" id="{D7F32726-A76A-F5B2-6D1F-5BE95927D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B27105B-A942-494C-95AE-309AC29EB4C4}" type="slidenum">
              <a:rPr lang="en-US" altLang="en-US"/>
              <a:pPr/>
              <a:t>25</a:t>
            </a:fld>
            <a:endParaRPr lang="en-US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>
            <a:extLst>
              <a:ext uri="{FF2B5EF4-FFF2-40B4-BE49-F238E27FC236}">
                <a16:creationId xmlns:a16="http://schemas.microsoft.com/office/drawing/2014/main" id="{0898376E-7137-E7E5-6AD8-F2B87009B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123.8.9</a:t>
            </a:r>
          </a:p>
        </p:txBody>
      </p:sp>
      <p:sp>
        <p:nvSpPr>
          <p:cNvPr id="12291" name="Content Placeholder 2">
            <a:extLst>
              <a:ext uri="{FF2B5EF4-FFF2-40B4-BE49-F238E27FC236}">
                <a16:creationId xmlns:a16="http://schemas.microsoft.com/office/drawing/2014/main" id="{505103AA-346B-D1D9-5D5F-A4E673769D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/>
              <a:t>If I have 1.24 x 10</a:t>
            </a:r>
            <a:r>
              <a:rPr lang="en-US" altLang="en-US" baseline="30000"/>
              <a:t>24</a:t>
            </a:r>
            <a:r>
              <a:rPr lang="en-US" altLang="en-US"/>
              <a:t> eggs, how many moles of eggs do I have?</a:t>
            </a:r>
          </a:p>
          <a:p>
            <a:pPr>
              <a:buFontTx/>
              <a:buNone/>
            </a:pPr>
            <a:endParaRPr lang="en-US" altLang="en-US"/>
          </a:p>
          <a:p>
            <a:pPr>
              <a:buFontTx/>
              <a:buAutoNum type="alphaLcParenR"/>
            </a:pPr>
            <a:r>
              <a:rPr lang="en-US" altLang="en-US"/>
              <a:t>1</a:t>
            </a:r>
          </a:p>
          <a:p>
            <a:pPr>
              <a:buFontTx/>
              <a:buAutoNum type="alphaLcParenR"/>
            </a:pPr>
            <a:r>
              <a:rPr lang="en-US" altLang="en-US"/>
              <a:t>2</a:t>
            </a:r>
          </a:p>
          <a:p>
            <a:pPr>
              <a:buFontTx/>
              <a:buAutoNum type="alphaLcParenR"/>
            </a:pPr>
            <a:r>
              <a:rPr lang="en-US" altLang="en-US"/>
              <a:t>3</a:t>
            </a:r>
          </a:p>
          <a:p>
            <a:pPr>
              <a:buFontTx/>
              <a:buAutoNum type="alphaLcParenR"/>
            </a:pPr>
            <a:r>
              <a:rPr lang="en-US" altLang="en-US"/>
              <a:t>4</a:t>
            </a:r>
          </a:p>
          <a:p>
            <a:pPr>
              <a:buFontTx/>
              <a:buNone/>
            </a:pPr>
            <a:endParaRPr lang="en-US" altLang="en-US"/>
          </a:p>
        </p:txBody>
      </p:sp>
      <p:sp>
        <p:nvSpPr>
          <p:cNvPr id="12292" name="Slide Number Placeholder 3">
            <a:extLst>
              <a:ext uri="{FF2B5EF4-FFF2-40B4-BE49-F238E27FC236}">
                <a16:creationId xmlns:a16="http://schemas.microsoft.com/office/drawing/2014/main" id="{CC448B3C-C418-C1BF-0B3E-E603CB4E8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D83E3301-4269-48F6-A799-E0EEBC75AA17}" type="slidenum">
              <a:rPr lang="en-US" altLang="en-US"/>
              <a:pPr/>
              <a:t>26</a:t>
            </a:fld>
            <a:endParaRPr lang="en-US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>
            <a:extLst>
              <a:ext uri="{FF2B5EF4-FFF2-40B4-BE49-F238E27FC236}">
                <a16:creationId xmlns:a16="http://schemas.microsoft.com/office/drawing/2014/main" id="{D3842ABF-45E5-C5A2-F149-EA6A296D8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4FB04-7877-6D14-5137-E64183F5B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Oxygen has an atomic mass of about 16u, what is the molar mass of O</a:t>
            </a:r>
            <a:r>
              <a:rPr lang="en-US" baseline="-25000" dirty="0"/>
              <a:t>2</a:t>
            </a:r>
            <a:r>
              <a:rPr lang="en-US" dirty="0"/>
              <a:t>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8g/mol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16 g/mol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 32 g/mol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64 g/mol</a:t>
            </a:r>
          </a:p>
        </p:txBody>
      </p:sp>
      <p:sp>
        <p:nvSpPr>
          <p:cNvPr id="13316" name="Slide Number Placeholder 3">
            <a:extLst>
              <a:ext uri="{FF2B5EF4-FFF2-40B4-BE49-F238E27FC236}">
                <a16:creationId xmlns:a16="http://schemas.microsoft.com/office/drawing/2014/main" id="{AAD50E6C-7C07-2416-2195-017E91A1F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FC6CCC5-FD66-45E4-881A-FF538AC733AE}" type="slidenum">
              <a:rPr lang="en-US" altLang="en-US"/>
              <a:pPr/>
              <a:t>27</a:t>
            </a:fld>
            <a:endParaRPr lang="en-US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05B648-BFDB-133E-F96E-E25637AA7A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BF67E4E-B083-B16E-DDE5-DBAE2BFE84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2456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15"/>
          <p:cNvSpPr>
            <a:spLocks noChangeArrowheads="1"/>
          </p:cNvSpPr>
          <p:nvPr/>
        </p:nvSpPr>
        <p:spPr bwMode="auto">
          <a:xfrm rot="992343">
            <a:off x="7648992" y="1876047"/>
            <a:ext cx="107389" cy="37662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" name="Rectangle 15"/>
          <p:cNvSpPr>
            <a:spLocks noChangeArrowheads="1"/>
          </p:cNvSpPr>
          <p:nvPr/>
        </p:nvSpPr>
        <p:spPr bwMode="auto">
          <a:xfrm rot="16878347">
            <a:off x="7739937" y="2091022"/>
            <a:ext cx="113533" cy="351821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5" name="Rectangle 15"/>
          <p:cNvSpPr>
            <a:spLocks noChangeArrowheads="1"/>
          </p:cNvSpPr>
          <p:nvPr/>
        </p:nvSpPr>
        <p:spPr bwMode="auto">
          <a:xfrm rot="18465584" flipH="1">
            <a:off x="1931806" y="3767926"/>
            <a:ext cx="303845" cy="943541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3" name="Rectangle 15"/>
          <p:cNvSpPr>
            <a:spLocks noChangeArrowheads="1"/>
          </p:cNvSpPr>
          <p:nvPr/>
        </p:nvSpPr>
        <p:spPr bwMode="auto">
          <a:xfrm rot="15133295" flipH="1">
            <a:off x="1257414" y="3708641"/>
            <a:ext cx="334176" cy="886584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>
          <a:xfrm>
            <a:off x="766355" y="4437014"/>
            <a:ext cx="8190411" cy="431074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rot="20447711">
            <a:off x="585652" y="3215641"/>
            <a:ext cx="7848600" cy="1524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shade val="30000"/>
                  <a:satMod val="115000"/>
                </a:schemeClr>
              </a:gs>
              <a:gs pos="50000">
                <a:schemeClr val="bg1">
                  <a:lumMod val="50000"/>
                  <a:shade val="67500"/>
                  <a:satMod val="115000"/>
                </a:schemeClr>
              </a:gs>
              <a:gs pos="100000">
                <a:schemeClr val="bg1">
                  <a:lumMod val="5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280255" y="3455126"/>
            <a:ext cx="609600" cy="1524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4280255" y="3241767"/>
            <a:ext cx="609600" cy="6096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4432655" y="3354978"/>
            <a:ext cx="304800" cy="3048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 rot="20516964">
            <a:off x="729339" y="4225843"/>
            <a:ext cx="838200" cy="1524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 flipH="1">
            <a:off x="522515" y="4861556"/>
            <a:ext cx="8190411" cy="431074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 flipH="1">
            <a:off x="740230" y="4687384"/>
            <a:ext cx="4406536" cy="407125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 flipV="1">
            <a:off x="4920342" y="4748344"/>
            <a:ext cx="3596640" cy="359230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1082042" y="3020743"/>
            <a:ext cx="624695" cy="624988"/>
          </a:xfrm>
          <a:prstGeom prst="ellipse">
            <a:avLst/>
          </a:prstGeom>
          <a:solidFill>
            <a:srgbClr val="002060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Rectangle 14"/>
          <p:cNvSpPr>
            <a:spLocks noChangeArrowheads="1"/>
          </p:cNvSpPr>
          <p:nvPr/>
        </p:nvSpPr>
        <p:spPr bwMode="auto">
          <a:xfrm rot="5644024" flipH="1">
            <a:off x="1597365" y="3556830"/>
            <a:ext cx="135752" cy="362696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" name="Oval 12"/>
          <p:cNvSpPr>
            <a:spLocks noChangeArrowheads="1"/>
          </p:cNvSpPr>
          <p:nvPr/>
        </p:nvSpPr>
        <p:spPr bwMode="auto">
          <a:xfrm rot="1393558" flipH="1">
            <a:off x="935470" y="3148725"/>
            <a:ext cx="618867" cy="1176507"/>
          </a:xfrm>
          <a:prstGeom prst="ellipse">
            <a:avLst/>
          </a:prstGeom>
          <a:solidFill>
            <a:srgbClr val="002060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9" name="Rectangle 14"/>
          <p:cNvSpPr>
            <a:spLocks noChangeArrowheads="1"/>
          </p:cNvSpPr>
          <p:nvPr/>
        </p:nvSpPr>
        <p:spPr bwMode="auto">
          <a:xfrm rot="2315698" flipH="1">
            <a:off x="1244896" y="3184855"/>
            <a:ext cx="306115" cy="613152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1" name="Oval 11"/>
          <p:cNvSpPr>
            <a:spLocks noChangeArrowheads="1"/>
          </p:cNvSpPr>
          <p:nvPr/>
        </p:nvSpPr>
        <p:spPr bwMode="auto">
          <a:xfrm rot="872245" flipH="1">
            <a:off x="1637568" y="2733921"/>
            <a:ext cx="407354" cy="602104"/>
          </a:xfrm>
          <a:prstGeom prst="ellipse">
            <a:avLst/>
          </a:prstGeom>
          <a:solidFill>
            <a:srgbClr val="002060"/>
          </a:solidFill>
          <a:ln w="9525" algn="ctr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auto">
          <a:xfrm rot="6001384" flipH="1">
            <a:off x="1338148" y="3473070"/>
            <a:ext cx="211361" cy="669481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4" name="Rectangle 17"/>
          <p:cNvSpPr>
            <a:spLocks noChangeArrowheads="1"/>
          </p:cNvSpPr>
          <p:nvPr/>
        </p:nvSpPr>
        <p:spPr bwMode="auto">
          <a:xfrm rot="9139379" flipH="1">
            <a:off x="2308519" y="4289731"/>
            <a:ext cx="572604" cy="28697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6" name="Rectangle 25"/>
          <p:cNvSpPr>
            <a:spLocks noChangeArrowheads="1"/>
          </p:cNvSpPr>
          <p:nvPr/>
        </p:nvSpPr>
        <p:spPr bwMode="auto">
          <a:xfrm rot="335058" flipH="1">
            <a:off x="2392846" y="4435251"/>
            <a:ext cx="180804" cy="190574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7" name="Rectangle 15"/>
          <p:cNvSpPr>
            <a:spLocks noChangeArrowheads="1"/>
          </p:cNvSpPr>
          <p:nvPr/>
        </p:nvSpPr>
        <p:spPr bwMode="auto">
          <a:xfrm rot="16000103" flipH="1">
            <a:off x="1208369" y="3825061"/>
            <a:ext cx="338527" cy="886584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8" name="Rectangle 15"/>
          <p:cNvSpPr>
            <a:spLocks noChangeArrowheads="1"/>
          </p:cNvSpPr>
          <p:nvPr/>
        </p:nvSpPr>
        <p:spPr bwMode="auto">
          <a:xfrm rot="18480649" flipH="1">
            <a:off x="1874289" y="3925757"/>
            <a:ext cx="309077" cy="974826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9" name="Rectangle 13"/>
          <p:cNvSpPr>
            <a:spLocks noChangeArrowheads="1"/>
          </p:cNvSpPr>
          <p:nvPr/>
        </p:nvSpPr>
        <p:spPr bwMode="auto">
          <a:xfrm rot="4229478" flipH="1">
            <a:off x="1636757" y="3817685"/>
            <a:ext cx="290607" cy="214275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grpSp>
        <p:nvGrpSpPr>
          <p:cNvPr id="30" name="Group 29"/>
          <p:cNvGrpSpPr/>
          <p:nvPr/>
        </p:nvGrpSpPr>
        <p:grpSpPr>
          <a:xfrm flipH="1">
            <a:off x="1394392" y="2547267"/>
            <a:ext cx="740708" cy="767032"/>
            <a:chOff x="6825343" y="1110343"/>
            <a:chExt cx="1937658" cy="2079171"/>
          </a:xfrm>
        </p:grpSpPr>
        <p:sp>
          <p:nvSpPr>
            <p:cNvPr id="31" name="Freeform 30"/>
            <p:cNvSpPr/>
            <p:nvPr/>
          </p:nvSpPr>
          <p:spPr>
            <a:xfrm>
              <a:off x="6901543" y="1110343"/>
              <a:ext cx="1861458" cy="1828800"/>
            </a:xfrm>
            <a:custGeom>
              <a:avLst/>
              <a:gdLst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611086 w 1839686"/>
                <a:gd name="connsiteY5" fmla="*/ 1480457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687286 w 1839686"/>
                <a:gd name="connsiteY5" fmla="*/ 1534885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719943 w 1839686"/>
                <a:gd name="connsiteY5" fmla="*/ 1556656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61458"/>
                <a:gd name="connsiteY0" fmla="*/ 870857 h 1828800"/>
                <a:gd name="connsiteX1" fmla="*/ 849086 w 1861458"/>
                <a:gd name="connsiteY1" fmla="*/ 903514 h 1828800"/>
                <a:gd name="connsiteX2" fmla="*/ 1077686 w 1861458"/>
                <a:gd name="connsiteY2" fmla="*/ 1208314 h 1828800"/>
                <a:gd name="connsiteX3" fmla="*/ 838200 w 1861458"/>
                <a:gd name="connsiteY3" fmla="*/ 1654628 h 1828800"/>
                <a:gd name="connsiteX4" fmla="*/ 1219200 w 1861458"/>
                <a:gd name="connsiteY4" fmla="*/ 1828800 h 1828800"/>
                <a:gd name="connsiteX5" fmla="*/ 1719943 w 1861458"/>
                <a:gd name="connsiteY5" fmla="*/ 1556656 h 1828800"/>
                <a:gd name="connsiteX6" fmla="*/ 1861458 w 1861458"/>
                <a:gd name="connsiteY6" fmla="*/ 1436914 h 1828800"/>
                <a:gd name="connsiteX7" fmla="*/ 1839686 w 1861458"/>
                <a:gd name="connsiteY7" fmla="*/ 859971 h 1828800"/>
                <a:gd name="connsiteX8" fmla="*/ 1730829 w 1861458"/>
                <a:gd name="connsiteY8" fmla="*/ 402771 h 1828800"/>
                <a:gd name="connsiteX9" fmla="*/ 1295400 w 1861458"/>
                <a:gd name="connsiteY9" fmla="*/ 32657 h 1828800"/>
                <a:gd name="connsiteX10" fmla="*/ 816429 w 1861458"/>
                <a:gd name="connsiteY10" fmla="*/ 0 h 1828800"/>
                <a:gd name="connsiteX11" fmla="*/ 337457 w 1861458"/>
                <a:gd name="connsiteY11" fmla="*/ 228600 h 1828800"/>
                <a:gd name="connsiteX12" fmla="*/ 130629 w 1861458"/>
                <a:gd name="connsiteY12" fmla="*/ 609600 h 1828800"/>
                <a:gd name="connsiteX13" fmla="*/ 0 w 1861458"/>
                <a:gd name="connsiteY13" fmla="*/ 870857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61458" h="1828800">
                  <a:moveTo>
                    <a:pt x="0" y="870857"/>
                  </a:moveTo>
                  <a:lnTo>
                    <a:pt x="849086" y="903514"/>
                  </a:lnTo>
                  <a:lnTo>
                    <a:pt x="1077686" y="1208314"/>
                  </a:lnTo>
                  <a:lnTo>
                    <a:pt x="838200" y="1654628"/>
                  </a:lnTo>
                  <a:lnTo>
                    <a:pt x="1219200" y="1828800"/>
                  </a:lnTo>
                  <a:lnTo>
                    <a:pt x="1719943" y="1556656"/>
                  </a:lnTo>
                  <a:lnTo>
                    <a:pt x="1861458" y="1436914"/>
                  </a:lnTo>
                  <a:lnTo>
                    <a:pt x="1839686" y="859971"/>
                  </a:lnTo>
                  <a:lnTo>
                    <a:pt x="1730829" y="402771"/>
                  </a:lnTo>
                  <a:lnTo>
                    <a:pt x="1295400" y="32657"/>
                  </a:lnTo>
                  <a:lnTo>
                    <a:pt x="816429" y="0"/>
                  </a:lnTo>
                  <a:lnTo>
                    <a:pt x="337457" y="228600"/>
                  </a:lnTo>
                  <a:lnTo>
                    <a:pt x="130629" y="609600"/>
                  </a:lnTo>
                  <a:lnTo>
                    <a:pt x="0" y="870857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Freeform 31"/>
            <p:cNvSpPr/>
            <p:nvPr/>
          </p:nvSpPr>
          <p:spPr>
            <a:xfrm>
              <a:off x="6890657" y="1981200"/>
              <a:ext cx="936172" cy="174171"/>
            </a:xfrm>
            <a:custGeom>
              <a:avLst/>
              <a:gdLst>
                <a:gd name="connsiteX0" fmla="*/ 97972 w 936172"/>
                <a:gd name="connsiteY0" fmla="*/ 87086 h 174171"/>
                <a:gd name="connsiteX1" fmla="*/ 936172 w 936172"/>
                <a:gd name="connsiteY1" fmla="*/ 174171 h 174171"/>
                <a:gd name="connsiteX2" fmla="*/ 914400 w 936172"/>
                <a:gd name="connsiteY2" fmla="*/ 76200 h 174171"/>
                <a:gd name="connsiteX3" fmla="*/ 87086 w 936172"/>
                <a:gd name="connsiteY3" fmla="*/ 0 h 174171"/>
                <a:gd name="connsiteX4" fmla="*/ 0 w 936172"/>
                <a:gd name="connsiteY4" fmla="*/ 43543 h 17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6172" h="174171">
                  <a:moveTo>
                    <a:pt x="97972" y="87086"/>
                  </a:moveTo>
                  <a:lnTo>
                    <a:pt x="936172" y="174171"/>
                  </a:lnTo>
                  <a:lnTo>
                    <a:pt x="914400" y="76200"/>
                  </a:lnTo>
                  <a:lnTo>
                    <a:pt x="87086" y="0"/>
                  </a:lnTo>
                  <a:lnTo>
                    <a:pt x="0" y="43543"/>
                  </a:lnTo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6955971" y="2024743"/>
              <a:ext cx="283029" cy="1153886"/>
            </a:xfrm>
            <a:custGeom>
              <a:avLst/>
              <a:gdLst>
                <a:gd name="connsiteX0" fmla="*/ 0 w 283029"/>
                <a:gd name="connsiteY0" fmla="*/ 43543 h 1153886"/>
                <a:gd name="connsiteX1" fmla="*/ 108858 w 283029"/>
                <a:gd name="connsiteY1" fmla="*/ 598714 h 1153886"/>
                <a:gd name="connsiteX2" fmla="*/ 130629 w 283029"/>
                <a:gd name="connsiteY2" fmla="*/ 979714 h 1153886"/>
                <a:gd name="connsiteX3" fmla="*/ 228600 w 283029"/>
                <a:gd name="connsiteY3" fmla="*/ 1153886 h 1153886"/>
                <a:gd name="connsiteX4" fmla="*/ 283029 w 283029"/>
                <a:gd name="connsiteY4" fmla="*/ 1132114 h 1153886"/>
                <a:gd name="connsiteX5" fmla="*/ 174172 w 283029"/>
                <a:gd name="connsiteY5" fmla="*/ 805543 h 1153886"/>
                <a:gd name="connsiteX6" fmla="*/ 174172 w 283029"/>
                <a:gd name="connsiteY6" fmla="*/ 576943 h 1153886"/>
                <a:gd name="connsiteX7" fmla="*/ 87086 w 283029"/>
                <a:gd name="connsiteY7" fmla="*/ 0 h 1153886"/>
                <a:gd name="connsiteX8" fmla="*/ 0 w 283029"/>
                <a:gd name="connsiteY8" fmla="*/ 43543 h 1153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3029" h="1153886">
                  <a:moveTo>
                    <a:pt x="0" y="43543"/>
                  </a:moveTo>
                  <a:lnTo>
                    <a:pt x="108858" y="598714"/>
                  </a:lnTo>
                  <a:lnTo>
                    <a:pt x="130629" y="979714"/>
                  </a:lnTo>
                  <a:lnTo>
                    <a:pt x="228600" y="1153886"/>
                  </a:lnTo>
                  <a:lnTo>
                    <a:pt x="283029" y="1132114"/>
                  </a:lnTo>
                  <a:lnTo>
                    <a:pt x="174172" y="805543"/>
                  </a:lnTo>
                  <a:lnTo>
                    <a:pt x="174172" y="576943"/>
                  </a:lnTo>
                  <a:lnTo>
                    <a:pt x="87086" y="0"/>
                  </a:lnTo>
                  <a:lnTo>
                    <a:pt x="0" y="43543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6825343" y="2438400"/>
              <a:ext cx="1088571" cy="206829"/>
            </a:xfrm>
            <a:custGeom>
              <a:avLst/>
              <a:gdLst>
                <a:gd name="connsiteX0" fmla="*/ 1012371 w 1088571"/>
                <a:gd name="connsiteY0" fmla="*/ 97971 h 206829"/>
                <a:gd name="connsiteX1" fmla="*/ 511628 w 1088571"/>
                <a:gd name="connsiteY1" fmla="*/ 130629 h 206829"/>
                <a:gd name="connsiteX2" fmla="*/ 195943 w 1088571"/>
                <a:gd name="connsiteY2" fmla="*/ 119743 h 206829"/>
                <a:gd name="connsiteX3" fmla="*/ 43543 w 1088571"/>
                <a:gd name="connsiteY3" fmla="*/ 87086 h 206829"/>
                <a:gd name="connsiteX4" fmla="*/ 163286 w 1088571"/>
                <a:gd name="connsiteY4" fmla="*/ 32657 h 206829"/>
                <a:gd name="connsiteX5" fmla="*/ 163286 w 1088571"/>
                <a:gd name="connsiteY5" fmla="*/ 0 h 206829"/>
                <a:gd name="connsiteX6" fmla="*/ 0 w 1088571"/>
                <a:gd name="connsiteY6" fmla="*/ 76200 h 206829"/>
                <a:gd name="connsiteX7" fmla="*/ 0 w 1088571"/>
                <a:gd name="connsiteY7" fmla="*/ 119743 h 206829"/>
                <a:gd name="connsiteX8" fmla="*/ 185057 w 1088571"/>
                <a:gd name="connsiteY8" fmla="*/ 185057 h 206829"/>
                <a:gd name="connsiteX9" fmla="*/ 511628 w 1088571"/>
                <a:gd name="connsiteY9" fmla="*/ 185057 h 206829"/>
                <a:gd name="connsiteX10" fmla="*/ 925286 w 1088571"/>
                <a:gd name="connsiteY10" fmla="*/ 195943 h 206829"/>
                <a:gd name="connsiteX11" fmla="*/ 1088571 w 1088571"/>
                <a:gd name="connsiteY11" fmla="*/ 206829 h 206829"/>
                <a:gd name="connsiteX12" fmla="*/ 1066800 w 1088571"/>
                <a:gd name="connsiteY12" fmla="*/ 152400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8571" h="206829">
                  <a:moveTo>
                    <a:pt x="1012371" y="97971"/>
                  </a:moveTo>
                  <a:lnTo>
                    <a:pt x="511628" y="130629"/>
                  </a:lnTo>
                  <a:lnTo>
                    <a:pt x="195943" y="119743"/>
                  </a:lnTo>
                  <a:lnTo>
                    <a:pt x="43543" y="87086"/>
                  </a:lnTo>
                  <a:lnTo>
                    <a:pt x="163286" y="32657"/>
                  </a:lnTo>
                  <a:lnTo>
                    <a:pt x="163286" y="0"/>
                  </a:lnTo>
                  <a:lnTo>
                    <a:pt x="0" y="76200"/>
                  </a:lnTo>
                  <a:lnTo>
                    <a:pt x="0" y="119743"/>
                  </a:lnTo>
                  <a:lnTo>
                    <a:pt x="185057" y="185057"/>
                  </a:lnTo>
                  <a:lnTo>
                    <a:pt x="511628" y="185057"/>
                  </a:lnTo>
                  <a:lnTo>
                    <a:pt x="925286" y="195943"/>
                  </a:lnTo>
                  <a:lnTo>
                    <a:pt x="1088571" y="206829"/>
                  </a:lnTo>
                  <a:lnTo>
                    <a:pt x="1066800" y="152400"/>
                  </a:lnTo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6825343" y="2514600"/>
              <a:ext cx="195943" cy="631371"/>
            </a:xfrm>
            <a:custGeom>
              <a:avLst/>
              <a:gdLst>
                <a:gd name="connsiteX0" fmla="*/ 10886 w 195943"/>
                <a:gd name="connsiteY0" fmla="*/ 0 h 631371"/>
                <a:gd name="connsiteX1" fmla="*/ 32657 w 195943"/>
                <a:gd name="connsiteY1" fmla="*/ 326571 h 631371"/>
                <a:gd name="connsiteX2" fmla="*/ 195943 w 195943"/>
                <a:gd name="connsiteY2" fmla="*/ 609600 h 631371"/>
                <a:gd name="connsiteX3" fmla="*/ 119743 w 195943"/>
                <a:gd name="connsiteY3" fmla="*/ 631371 h 631371"/>
                <a:gd name="connsiteX4" fmla="*/ 0 w 195943"/>
                <a:gd name="connsiteY4" fmla="*/ 326571 h 631371"/>
                <a:gd name="connsiteX5" fmla="*/ 10886 w 195943"/>
                <a:gd name="connsiteY5" fmla="*/ 0 h 631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5943" h="631371">
                  <a:moveTo>
                    <a:pt x="10886" y="0"/>
                  </a:moveTo>
                  <a:lnTo>
                    <a:pt x="32657" y="326571"/>
                  </a:lnTo>
                  <a:lnTo>
                    <a:pt x="195943" y="609600"/>
                  </a:lnTo>
                  <a:lnTo>
                    <a:pt x="119743" y="631371"/>
                  </a:lnTo>
                  <a:lnTo>
                    <a:pt x="0" y="326571"/>
                  </a:lnTo>
                  <a:lnTo>
                    <a:pt x="10886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6977743" y="2645229"/>
              <a:ext cx="1055914" cy="544285"/>
            </a:xfrm>
            <a:custGeom>
              <a:avLst/>
              <a:gdLst>
                <a:gd name="connsiteX0" fmla="*/ 261257 w 1055914"/>
                <a:gd name="connsiteY0" fmla="*/ 54428 h 544285"/>
                <a:gd name="connsiteX1" fmla="*/ 65314 w 1055914"/>
                <a:gd name="connsiteY1" fmla="*/ 402771 h 544285"/>
                <a:gd name="connsiteX2" fmla="*/ 141514 w 1055914"/>
                <a:gd name="connsiteY2" fmla="*/ 457200 h 544285"/>
                <a:gd name="connsiteX3" fmla="*/ 522514 w 1055914"/>
                <a:gd name="connsiteY3" fmla="*/ 446314 h 544285"/>
                <a:gd name="connsiteX4" fmla="*/ 881743 w 1055914"/>
                <a:gd name="connsiteY4" fmla="*/ 315685 h 544285"/>
                <a:gd name="connsiteX5" fmla="*/ 1055914 w 1055914"/>
                <a:gd name="connsiteY5" fmla="*/ 228600 h 544285"/>
                <a:gd name="connsiteX6" fmla="*/ 1055914 w 1055914"/>
                <a:gd name="connsiteY6" fmla="*/ 228600 h 544285"/>
                <a:gd name="connsiteX7" fmla="*/ 674914 w 1055914"/>
                <a:gd name="connsiteY7" fmla="*/ 457200 h 544285"/>
                <a:gd name="connsiteX8" fmla="*/ 315686 w 1055914"/>
                <a:gd name="connsiteY8" fmla="*/ 544285 h 544285"/>
                <a:gd name="connsiteX9" fmla="*/ 32657 w 1055914"/>
                <a:gd name="connsiteY9" fmla="*/ 511628 h 544285"/>
                <a:gd name="connsiteX10" fmla="*/ 0 w 1055914"/>
                <a:gd name="connsiteY10" fmla="*/ 435428 h 544285"/>
                <a:gd name="connsiteX11" fmla="*/ 32657 w 1055914"/>
                <a:gd name="connsiteY11" fmla="*/ 304800 h 544285"/>
                <a:gd name="connsiteX12" fmla="*/ 261257 w 1055914"/>
                <a:gd name="connsiteY12" fmla="*/ 0 h 544285"/>
                <a:gd name="connsiteX13" fmla="*/ 261257 w 1055914"/>
                <a:gd name="connsiteY13" fmla="*/ 54428 h 544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55914" h="544285">
                  <a:moveTo>
                    <a:pt x="261257" y="54428"/>
                  </a:moveTo>
                  <a:lnTo>
                    <a:pt x="65314" y="402771"/>
                  </a:lnTo>
                  <a:lnTo>
                    <a:pt x="141514" y="457200"/>
                  </a:lnTo>
                  <a:lnTo>
                    <a:pt x="522514" y="446314"/>
                  </a:lnTo>
                  <a:lnTo>
                    <a:pt x="881743" y="315685"/>
                  </a:lnTo>
                  <a:lnTo>
                    <a:pt x="1055914" y="228600"/>
                  </a:lnTo>
                  <a:lnTo>
                    <a:pt x="1055914" y="228600"/>
                  </a:lnTo>
                  <a:lnTo>
                    <a:pt x="674914" y="457200"/>
                  </a:lnTo>
                  <a:lnTo>
                    <a:pt x="315686" y="544285"/>
                  </a:lnTo>
                  <a:lnTo>
                    <a:pt x="32657" y="511628"/>
                  </a:lnTo>
                  <a:lnTo>
                    <a:pt x="0" y="435428"/>
                  </a:lnTo>
                  <a:lnTo>
                    <a:pt x="32657" y="304800"/>
                  </a:lnTo>
                  <a:lnTo>
                    <a:pt x="261257" y="0"/>
                  </a:lnTo>
                  <a:lnTo>
                    <a:pt x="261257" y="5442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" name="Freeform 36"/>
            <p:cNvSpPr/>
            <p:nvPr/>
          </p:nvSpPr>
          <p:spPr>
            <a:xfrm>
              <a:off x="7609114" y="2133600"/>
              <a:ext cx="206829" cy="979714"/>
            </a:xfrm>
            <a:custGeom>
              <a:avLst/>
              <a:gdLst>
                <a:gd name="connsiteX0" fmla="*/ 119743 w 206829"/>
                <a:gd name="connsiteY0" fmla="*/ 10886 h 979714"/>
                <a:gd name="connsiteX1" fmla="*/ 0 w 206829"/>
                <a:gd name="connsiteY1" fmla="*/ 979714 h 979714"/>
                <a:gd name="connsiteX2" fmla="*/ 119743 w 206829"/>
                <a:gd name="connsiteY2" fmla="*/ 936171 h 979714"/>
                <a:gd name="connsiteX3" fmla="*/ 206829 w 206829"/>
                <a:gd name="connsiteY3" fmla="*/ 0 h 979714"/>
                <a:gd name="connsiteX4" fmla="*/ 119743 w 206829"/>
                <a:gd name="connsiteY4" fmla="*/ 10886 h 979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6829" h="979714">
                  <a:moveTo>
                    <a:pt x="119743" y="10886"/>
                  </a:moveTo>
                  <a:lnTo>
                    <a:pt x="0" y="979714"/>
                  </a:lnTo>
                  <a:lnTo>
                    <a:pt x="119743" y="936171"/>
                  </a:lnTo>
                  <a:lnTo>
                    <a:pt x="206829" y="0"/>
                  </a:lnTo>
                  <a:lnTo>
                    <a:pt x="119743" y="1088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2" name="Rectangle 51"/>
          <p:cNvSpPr/>
          <p:nvPr/>
        </p:nvSpPr>
        <p:spPr>
          <a:xfrm>
            <a:off x="1867986" y="3892742"/>
            <a:ext cx="45719" cy="28738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 rot="20165228">
            <a:off x="7376868" y="1957975"/>
            <a:ext cx="838200" cy="1524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14"/>
          <p:cNvSpPr>
            <a:spLocks noChangeArrowheads="1"/>
          </p:cNvSpPr>
          <p:nvPr/>
        </p:nvSpPr>
        <p:spPr bwMode="auto">
          <a:xfrm rot="13010376">
            <a:off x="7352925" y="1798335"/>
            <a:ext cx="64164" cy="26614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0" name="Oval 12"/>
          <p:cNvSpPr>
            <a:spLocks noChangeArrowheads="1"/>
          </p:cNvSpPr>
          <p:nvPr/>
        </p:nvSpPr>
        <p:spPr bwMode="auto">
          <a:xfrm rot="17454968">
            <a:off x="7457609" y="1496439"/>
            <a:ext cx="257923" cy="546784"/>
          </a:xfrm>
          <a:prstGeom prst="ellipse">
            <a:avLst/>
          </a:prstGeom>
          <a:solidFill>
            <a:srgbClr val="002060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1" name="Rectangle 14"/>
          <p:cNvSpPr>
            <a:spLocks noChangeArrowheads="1"/>
          </p:cNvSpPr>
          <p:nvPr/>
        </p:nvSpPr>
        <p:spPr bwMode="auto">
          <a:xfrm rot="20968349">
            <a:off x="7382587" y="1665074"/>
            <a:ext cx="114403" cy="260471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2" name="Rectangle 17"/>
          <p:cNvSpPr>
            <a:spLocks noChangeArrowheads="1"/>
          </p:cNvSpPr>
          <p:nvPr/>
        </p:nvSpPr>
        <p:spPr bwMode="auto">
          <a:xfrm rot="16955053">
            <a:off x="8086842" y="2184059"/>
            <a:ext cx="214070" cy="94748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3" name="Oval 11"/>
          <p:cNvSpPr>
            <a:spLocks noChangeArrowheads="1"/>
          </p:cNvSpPr>
          <p:nvPr/>
        </p:nvSpPr>
        <p:spPr bwMode="auto">
          <a:xfrm rot="19292983">
            <a:off x="7004280" y="1363935"/>
            <a:ext cx="359459" cy="438048"/>
          </a:xfrm>
          <a:prstGeom prst="ellipse">
            <a:avLst/>
          </a:prstGeom>
          <a:solidFill>
            <a:srgbClr val="002060"/>
          </a:solidFill>
          <a:ln w="9525" algn="ctr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4" name="Rectangle 43"/>
          <p:cNvSpPr>
            <a:spLocks noChangeArrowheads="1"/>
          </p:cNvSpPr>
          <p:nvPr/>
        </p:nvSpPr>
        <p:spPr bwMode="auto">
          <a:xfrm rot="14163844">
            <a:off x="7325778" y="1842767"/>
            <a:ext cx="88795" cy="263372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6" name="Rectangle 17"/>
          <p:cNvSpPr>
            <a:spLocks noChangeArrowheads="1"/>
          </p:cNvSpPr>
          <p:nvPr/>
        </p:nvSpPr>
        <p:spPr bwMode="auto">
          <a:xfrm rot="15909097">
            <a:off x="7882448" y="2274068"/>
            <a:ext cx="150181" cy="8835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8" name="Rectangle 47"/>
          <p:cNvSpPr>
            <a:spLocks noChangeArrowheads="1"/>
          </p:cNvSpPr>
          <p:nvPr/>
        </p:nvSpPr>
        <p:spPr bwMode="auto">
          <a:xfrm rot="19830170">
            <a:off x="7893175" y="2335304"/>
            <a:ext cx="88949" cy="8095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9" name="Rectangle 15"/>
          <p:cNvSpPr>
            <a:spLocks noChangeArrowheads="1"/>
          </p:cNvSpPr>
          <p:nvPr/>
        </p:nvSpPr>
        <p:spPr bwMode="auto">
          <a:xfrm rot="19534221">
            <a:off x="7796411" y="1831634"/>
            <a:ext cx="124503" cy="328498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50" name="Rectangle 15"/>
          <p:cNvSpPr>
            <a:spLocks noChangeArrowheads="1"/>
          </p:cNvSpPr>
          <p:nvPr/>
        </p:nvSpPr>
        <p:spPr bwMode="auto">
          <a:xfrm rot="17124525">
            <a:off x="8003767" y="1964733"/>
            <a:ext cx="122317" cy="370790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51" name="Rectangle 13"/>
          <p:cNvSpPr>
            <a:spLocks noChangeArrowheads="1"/>
          </p:cNvSpPr>
          <p:nvPr/>
        </p:nvSpPr>
        <p:spPr bwMode="auto">
          <a:xfrm rot="15935750">
            <a:off x="7207769" y="2030691"/>
            <a:ext cx="123452" cy="105415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 rot="20165228">
            <a:off x="7272688" y="2088558"/>
            <a:ext cx="45719" cy="28738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7"/>
          <p:cNvSpPr>
            <a:spLocks noChangeArrowheads="1"/>
          </p:cNvSpPr>
          <p:nvPr/>
        </p:nvSpPr>
        <p:spPr bwMode="auto">
          <a:xfrm rot="7598246" flipH="1">
            <a:off x="2275869" y="4511180"/>
            <a:ext cx="554067" cy="248440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4510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123.12.1.1</a:t>
            </a:r>
          </a:p>
        </p:txBody>
      </p:sp>
      <p:sp>
        <p:nvSpPr>
          <p:cNvPr id="1699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/>
              <a:t>I have a sample of a substance with a heat capacity of 100J/K. How much heat can this sample hold if it is at 2000K?</a:t>
            </a:r>
          </a:p>
          <a:p>
            <a:pPr>
              <a:buFontTx/>
              <a:buAutoNum type="alphaUcPeriod"/>
            </a:pPr>
            <a:r>
              <a:rPr lang="en-US"/>
              <a:t> 2000000J</a:t>
            </a:r>
          </a:p>
          <a:p>
            <a:pPr>
              <a:buFontTx/>
              <a:buAutoNum type="alphaUcPeriod"/>
            </a:pPr>
            <a:r>
              <a:rPr lang="en-US"/>
              <a:t>20J</a:t>
            </a:r>
          </a:p>
          <a:p>
            <a:pPr>
              <a:buFontTx/>
              <a:buAutoNum type="alphaUcPeriod"/>
            </a:pPr>
            <a:r>
              <a:rPr lang="en-US"/>
              <a:t>0.5J</a:t>
            </a:r>
          </a:p>
          <a:p>
            <a:pPr>
              <a:buFontTx/>
              <a:buAutoNum type="alphaUcPeriod"/>
            </a:pPr>
            <a:r>
              <a:rPr lang="en-US"/>
              <a:t>None at all</a:t>
            </a:r>
          </a:p>
        </p:txBody>
      </p:sp>
      <p:sp>
        <p:nvSpPr>
          <p:cNvPr id="169988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F4F3EC6-6038-4A01-ACEF-F6206AE311A5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6727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61" name="Picture 5" descr="Frying pan by rdevri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6885" y="968101"/>
            <a:ext cx="3600903" cy="4354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658" name="Picture 2" descr="Steak by dkdlv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2884715"/>
            <a:ext cx="1705306" cy="1887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85189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828800" y="609600"/>
            <a:ext cx="0" cy="48006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H="1">
            <a:off x="1828800" y="5410200"/>
            <a:ext cx="5867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91400" y="5562600"/>
            <a:ext cx="6511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85800"/>
            <a:ext cx="9460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sym typeface="Symbol"/>
              </a:rPr>
              <a:t>T</a:t>
            </a:r>
            <a:endParaRPr lang="en-US" sz="5400" dirty="0"/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3200400" y="1828800"/>
            <a:ext cx="3429000" cy="21336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61" name="Picture 5" descr="Frying pan by rdevri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6885" y="968101"/>
            <a:ext cx="3600903" cy="4354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Freeform 4"/>
          <p:cNvSpPr/>
          <p:nvPr/>
        </p:nvSpPr>
        <p:spPr>
          <a:xfrm>
            <a:off x="3592286" y="3690257"/>
            <a:ext cx="838200" cy="674914"/>
          </a:xfrm>
          <a:custGeom>
            <a:avLst/>
            <a:gdLst>
              <a:gd name="connsiteX0" fmla="*/ 0 w 838200"/>
              <a:gd name="connsiteY0" fmla="*/ 0 h 674914"/>
              <a:gd name="connsiteX1" fmla="*/ 108857 w 838200"/>
              <a:gd name="connsiteY1" fmla="*/ 391886 h 674914"/>
              <a:gd name="connsiteX2" fmla="*/ 402771 w 838200"/>
              <a:gd name="connsiteY2" fmla="*/ 642257 h 674914"/>
              <a:gd name="connsiteX3" fmla="*/ 653143 w 838200"/>
              <a:gd name="connsiteY3" fmla="*/ 674914 h 674914"/>
              <a:gd name="connsiteX4" fmla="*/ 827314 w 838200"/>
              <a:gd name="connsiteY4" fmla="*/ 533400 h 674914"/>
              <a:gd name="connsiteX5" fmla="*/ 838200 w 838200"/>
              <a:gd name="connsiteY5" fmla="*/ 359229 h 674914"/>
              <a:gd name="connsiteX6" fmla="*/ 816428 w 838200"/>
              <a:gd name="connsiteY6" fmla="*/ 261257 h 674914"/>
              <a:gd name="connsiteX7" fmla="*/ 794657 w 838200"/>
              <a:gd name="connsiteY7" fmla="*/ 65314 h 674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38200" h="674914">
                <a:moveTo>
                  <a:pt x="0" y="0"/>
                </a:moveTo>
                <a:lnTo>
                  <a:pt x="108857" y="391886"/>
                </a:lnTo>
                <a:lnTo>
                  <a:pt x="402771" y="642257"/>
                </a:lnTo>
                <a:lnTo>
                  <a:pt x="653143" y="674914"/>
                </a:lnTo>
                <a:lnTo>
                  <a:pt x="827314" y="533400"/>
                </a:lnTo>
                <a:lnTo>
                  <a:pt x="838200" y="359229"/>
                </a:lnTo>
                <a:lnTo>
                  <a:pt x="816428" y="261257"/>
                </a:lnTo>
                <a:lnTo>
                  <a:pt x="794657" y="65314"/>
                </a:lnTo>
              </a:path>
            </a:pathLst>
          </a:cu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3581401" y="3298372"/>
            <a:ext cx="816428" cy="990600"/>
          </a:xfrm>
          <a:custGeom>
            <a:avLst/>
            <a:gdLst>
              <a:gd name="connsiteX0" fmla="*/ 76200 w 816428"/>
              <a:gd name="connsiteY0" fmla="*/ 119742 h 990600"/>
              <a:gd name="connsiteX1" fmla="*/ 0 w 816428"/>
              <a:gd name="connsiteY1" fmla="*/ 359228 h 990600"/>
              <a:gd name="connsiteX2" fmla="*/ 217714 w 816428"/>
              <a:gd name="connsiteY2" fmla="*/ 783771 h 990600"/>
              <a:gd name="connsiteX3" fmla="*/ 598714 w 816428"/>
              <a:gd name="connsiteY3" fmla="*/ 990600 h 990600"/>
              <a:gd name="connsiteX4" fmla="*/ 794657 w 816428"/>
              <a:gd name="connsiteY4" fmla="*/ 838200 h 990600"/>
              <a:gd name="connsiteX5" fmla="*/ 794657 w 816428"/>
              <a:gd name="connsiteY5" fmla="*/ 653142 h 990600"/>
              <a:gd name="connsiteX6" fmla="*/ 816428 w 816428"/>
              <a:gd name="connsiteY6" fmla="*/ 424542 h 990600"/>
              <a:gd name="connsiteX7" fmla="*/ 674914 w 816428"/>
              <a:gd name="connsiteY7" fmla="*/ 370114 h 990600"/>
              <a:gd name="connsiteX8" fmla="*/ 402771 w 816428"/>
              <a:gd name="connsiteY8" fmla="*/ 326571 h 990600"/>
              <a:gd name="connsiteX9" fmla="*/ 217714 w 816428"/>
              <a:gd name="connsiteY9" fmla="*/ 195942 h 990600"/>
              <a:gd name="connsiteX10" fmla="*/ 152400 w 816428"/>
              <a:gd name="connsiteY10" fmla="*/ 0 h 990600"/>
              <a:gd name="connsiteX11" fmla="*/ 97971 w 816428"/>
              <a:gd name="connsiteY11" fmla="*/ 0 h 990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6428" h="990600">
                <a:moveTo>
                  <a:pt x="76200" y="119742"/>
                </a:moveTo>
                <a:lnTo>
                  <a:pt x="0" y="359228"/>
                </a:lnTo>
                <a:lnTo>
                  <a:pt x="217714" y="783771"/>
                </a:lnTo>
                <a:lnTo>
                  <a:pt x="598714" y="990600"/>
                </a:lnTo>
                <a:lnTo>
                  <a:pt x="794657" y="838200"/>
                </a:lnTo>
                <a:lnTo>
                  <a:pt x="794657" y="653142"/>
                </a:lnTo>
                <a:lnTo>
                  <a:pt x="816428" y="424542"/>
                </a:lnTo>
                <a:lnTo>
                  <a:pt x="674914" y="370114"/>
                </a:lnTo>
                <a:lnTo>
                  <a:pt x="402771" y="326571"/>
                </a:lnTo>
                <a:lnTo>
                  <a:pt x="217714" y="195942"/>
                </a:lnTo>
                <a:lnTo>
                  <a:pt x="152400" y="0"/>
                </a:lnTo>
                <a:lnTo>
                  <a:pt x="97971" y="0"/>
                </a:lnTo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458493" y="870511"/>
            <a:ext cx="6159706" cy="3169621"/>
          </a:xfrm>
          <a:custGeom>
            <a:avLst/>
            <a:gdLst>
              <a:gd name="connsiteX0" fmla="*/ 1816622 w 6159706"/>
              <a:gd name="connsiteY0" fmla="*/ 130975 h 3169621"/>
              <a:gd name="connsiteX1" fmla="*/ 3057593 w 6159706"/>
              <a:gd name="connsiteY1" fmla="*/ 33004 h 3169621"/>
              <a:gd name="connsiteX2" fmla="*/ 3699851 w 6159706"/>
              <a:gd name="connsiteY2" fmla="*/ 120090 h 3169621"/>
              <a:gd name="connsiteX3" fmla="*/ 4450965 w 6159706"/>
              <a:gd name="connsiteY3" fmla="*/ 347 h 3169621"/>
              <a:gd name="connsiteX4" fmla="*/ 5158536 w 6159706"/>
              <a:gd name="connsiteY4" fmla="*/ 87432 h 3169621"/>
              <a:gd name="connsiteX5" fmla="*/ 5735479 w 6159706"/>
              <a:gd name="connsiteY5" fmla="*/ 196290 h 3169621"/>
              <a:gd name="connsiteX6" fmla="*/ 5953193 w 6159706"/>
              <a:gd name="connsiteY6" fmla="*/ 479318 h 3169621"/>
              <a:gd name="connsiteX7" fmla="*/ 6149136 w 6159706"/>
              <a:gd name="connsiteY7" fmla="*/ 653490 h 3169621"/>
              <a:gd name="connsiteX8" fmla="*/ 5615736 w 6159706"/>
              <a:gd name="connsiteY8" fmla="*/ 784118 h 3169621"/>
              <a:gd name="connsiteX9" fmla="*/ 4853736 w 6159706"/>
              <a:gd name="connsiteY9" fmla="*/ 675261 h 3169621"/>
              <a:gd name="connsiteX10" fmla="*/ 4363879 w 6159706"/>
              <a:gd name="connsiteY10" fmla="*/ 860318 h 3169621"/>
              <a:gd name="connsiteX11" fmla="*/ 3906679 w 6159706"/>
              <a:gd name="connsiteY11" fmla="*/ 914747 h 3169621"/>
              <a:gd name="connsiteX12" fmla="*/ 3917565 w 6159706"/>
              <a:gd name="connsiteY12" fmla="*/ 1078032 h 3169621"/>
              <a:gd name="connsiteX13" fmla="*/ 4102622 w 6159706"/>
              <a:gd name="connsiteY13" fmla="*/ 1176004 h 3169621"/>
              <a:gd name="connsiteX14" fmla="*/ 4015536 w 6159706"/>
              <a:gd name="connsiteY14" fmla="*/ 1284861 h 3169621"/>
              <a:gd name="connsiteX15" fmla="*/ 4211479 w 6159706"/>
              <a:gd name="connsiteY15" fmla="*/ 1480804 h 3169621"/>
              <a:gd name="connsiteX16" fmla="*/ 4026422 w 6159706"/>
              <a:gd name="connsiteY16" fmla="*/ 1644090 h 3169621"/>
              <a:gd name="connsiteX17" fmla="*/ 4004651 w 6159706"/>
              <a:gd name="connsiteY17" fmla="*/ 1992432 h 3169621"/>
              <a:gd name="connsiteX18" fmla="*/ 3808708 w 6159706"/>
              <a:gd name="connsiteY18" fmla="*/ 2144832 h 3169621"/>
              <a:gd name="connsiteX19" fmla="*/ 3993765 w 6159706"/>
              <a:gd name="connsiteY19" fmla="*/ 2286347 h 3169621"/>
              <a:gd name="connsiteX20" fmla="*/ 3906679 w 6159706"/>
              <a:gd name="connsiteY20" fmla="*/ 2449632 h 3169621"/>
              <a:gd name="connsiteX21" fmla="*/ 3928451 w 6159706"/>
              <a:gd name="connsiteY21" fmla="*/ 2645575 h 3169621"/>
              <a:gd name="connsiteX22" fmla="*/ 3765165 w 6159706"/>
              <a:gd name="connsiteY22" fmla="*/ 2852404 h 3169621"/>
              <a:gd name="connsiteX23" fmla="*/ 3765165 w 6159706"/>
              <a:gd name="connsiteY23" fmla="*/ 3059232 h 3169621"/>
              <a:gd name="connsiteX24" fmla="*/ 3580108 w 6159706"/>
              <a:gd name="connsiteY24" fmla="*/ 3168090 h 3169621"/>
              <a:gd name="connsiteX25" fmla="*/ 3297079 w 6159706"/>
              <a:gd name="connsiteY25" fmla="*/ 2983032 h 3169621"/>
              <a:gd name="connsiteX26" fmla="*/ 3373279 w 6159706"/>
              <a:gd name="connsiteY26" fmla="*/ 2852404 h 3169621"/>
              <a:gd name="connsiteX27" fmla="*/ 3155565 w 6159706"/>
              <a:gd name="connsiteY27" fmla="*/ 2710890 h 3169621"/>
              <a:gd name="connsiteX28" fmla="*/ 3209993 w 6159706"/>
              <a:gd name="connsiteY28" fmla="*/ 2558490 h 3169621"/>
              <a:gd name="connsiteX29" fmla="*/ 2992279 w 6159706"/>
              <a:gd name="connsiteY29" fmla="*/ 2275461 h 3169621"/>
              <a:gd name="connsiteX30" fmla="*/ 3155565 w 6159706"/>
              <a:gd name="connsiteY30" fmla="*/ 2144832 h 3169621"/>
              <a:gd name="connsiteX31" fmla="*/ 2774565 w 6159706"/>
              <a:gd name="connsiteY31" fmla="*/ 1970661 h 3169621"/>
              <a:gd name="connsiteX32" fmla="*/ 2469765 w 6159706"/>
              <a:gd name="connsiteY32" fmla="*/ 1818261 h 3169621"/>
              <a:gd name="connsiteX33" fmla="*/ 2709251 w 6159706"/>
              <a:gd name="connsiteY33" fmla="*/ 1633204 h 3169621"/>
              <a:gd name="connsiteX34" fmla="*/ 2643936 w 6159706"/>
              <a:gd name="connsiteY34" fmla="*/ 1426375 h 3169621"/>
              <a:gd name="connsiteX35" fmla="*/ 2828993 w 6159706"/>
              <a:gd name="connsiteY35" fmla="*/ 1295747 h 3169621"/>
              <a:gd name="connsiteX36" fmla="*/ 2633051 w 6159706"/>
              <a:gd name="connsiteY36" fmla="*/ 1132461 h 3169621"/>
              <a:gd name="connsiteX37" fmla="*/ 2132308 w 6159706"/>
              <a:gd name="connsiteY37" fmla="*/ 1132461 h 3169621"/>
              <a:gd name="connsiteX38" fmla="*/ 1174365 w 6159706"/>
              <a:gd name="connsiteY38" fmla="*/ 882090 h 3169621"/>
              <a:gd name="connsiteX39" fmla="*/ 357936 w 6159706"/>
              <a:gd name="connsiteY39" fmla="*/ 1034490 h 3169621"/>
              <a:gd name="connsiteX40" fmla="*/ 140222 w 6159706"/>
              <a:gd name="connsiteY40" fmla="*/ 740575 h 3169621"/>
              <a:gd name="connsiteX41" fmla="*/ 31365 w 6159706"/>
              <a:gd name="connsiteY41" fmla="*/ 555518 h 3169621"/>
              <a:gd name="connsiteX42" fmla="*/ 717165 w 6159706"/>
              <a:gd name="connsiteY42" fmla="*/ 392232 h 3169621"/>
              <a:gd name="connsiteX43" fmla="*/ 1272336 w 6159706"/>
              <a:gd name="connsiteY43" fmla="*/ 185404 h 3169621"/>
              <a:gd name="connsiteX44" fmla="*/ 1685993 w 6159706"/>
              <a:gd name="connsiteY44" fmla="*/ 326918 h 3169621"/>
              <a:gd name="connsiteX45" fmla="*/ 1871051 w 6159706"/>
              <a:gd name="connsiteY45" fmla="*/ 120090 h 31696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6159706" h="3169621">
                <a:moveTo>
                  <a:pt x="1816622" y="130975"/>
                </a:moveTo>
                <a:cubicBezTo>
                  <a:pt x="2280172" y="82896"/>
                  <a:pt x="2743722" y="34818"/>
                  <a:pt x="3057593" y="33004"/>
                </a:cubicBezTo>
                <a:cubicBezTo>
                  <a:pt x="3371464" y="31190"/>
                  <a:pt x="3467622" y="125533"/>
                  <a:pt x="3699851" y="120090"/>
                </a:cubicBezTo>
                <a:cubicBezTo>
                  <a:pt x="3932080" y="114647"/>
                  <a:pt x="4207851" y="5790"/>
                  <a:pt x="4450965" y="347"/>
                </a:cubicBezTo>
                <a:cubicBezTo>
                  <a:pt x="4694079" y="-5096"/>
                  <a:pt x="4944450" y="54775"/>
                  <a:pt x="5158536" y="87432"/>
                </a:cubicBezTo>
                <a:cubicBezTo>
                  <a:pt x="5372622" y="120089"/>
                  <a:pt x="5603036" y="130976"/>
                  <a:pt x="5735479" y="196290"/>
                </a:cubicBezTo>
                <a:cubicBezTo>
                  <a:pt x="5867922" y="261604"/>
                  <a:pt x="5884250" y="403118"/>
                  <a:pt x="5953193" y="479318"/>
                </a:cubicBezTo>
                <a:cubicBezTo>
                  <a:pt x="6022136" y="555518"/>
                  <a:pt x="6205379" y="602690"/>
                  <a:pt x="6149136" y="653490"/>
                </a:cubicBezTo>
                <a:cubicBezTo>
                  <a:pt x="6092893" y="704290"/>
                  <a:pt x="5831636" y="780490"/>
                  <a:pt x="5615736" y="784118"/>
                </a:cubicBezTo>
                <a:cubicBezTo>
                  <a:pt x="5399836" y="787746"/>
                  <a:pt x="5062379" y="662561"/>
                  <a:pt x="4853736" y="675261"/>
                </a:cubicBezTo>
                <a:cubicBezTo>
                  <a:pt x="4645093" y="687961"/>
                  <a:pt x="4521722" y="820404"/>
                  <a:pt x="4363879" y="860318"/>
                </a:cubicBezTo>
                <a:cubicBezTo>
                  <a:pt x="4206036" y="900232"/>
                  <a:pt x="3981065" y="878461"/>
                  <a:pt x="3906679" y="914747"/>
                </a:cubicBezTo>
                <a:cubicBezTo>
                  <a:pt x="3832293" y="951033"/>
                  <a:pt x="3884908" y="1034489"/>
                  <a:pt x="3917565" y="1078032"/>
                </a:cubicBezTo>
                <a:cubicBezTo>
                  <a:pt x="3950222" y="1121575"/>
                  <a:pt x="4086294" y="1141533"/>
                  <a:pt x="4102622" y="1176004"/>
                </a:cubicBezTo>
                <a:cubicBezTo>
                  <a:pt x="4118950" y="1210475"/>
                  <a:pt x="3997393" y="1234061"/>
                  <a:pt x="4015536" y="1284861"/>
                </a:cubicBezTo>
                <a:cubicBezTo>
                  <a:pt x="4033679" y="1335661"/>
                  <a:pt x="4209665" y="1420933"/>
                  <a:pt x="4211479" y="1480804"/>
                </a:cubicBezTo>
                <a:cubicBezTo>
                  <a:pt x="4213293" y="1540675"/>
                  <a:pt x="4060893" y="1558819"/>
                  <a:pt x="4026422" y="1644090"/>
                </a:cubicBezTo>
                <a:cubicBezTo>
                  <a:pt x="3991951" y="1729361"/>
                  <a:pt x="4040937" y="1908975"/>
                  <a:pt x="4004651" y="1992432"/>
                </a:cubicBezTo>
                <a:cubicBezTo>
                  <a:pt x="3968365" y="2075889"/>
                  <a:pt x="3810522" y="2095846"/>
                  <a:pt x="3808708" y="2144832"/>
                </a:cubicBezTo>
                <a:cubicBezTo>
                  <a:pt x="3806894" y="2193818"/>
                  <a:pt x="3977437" y="2235547"/>
                  <a:pt x="3993765" y="2286347"/>
                </a:cubicBezTo>
                <a:cubicBezTo>
                  <a:pt x="4010094" y="2337147"/>
                  <a:pt x="3917565" y="2389761"/>
                  <a:pt x="3906679" y="2449632"/>
                </a:cubicBezTo>
                <a:cubicBezTo>
                  <a:pt x="3895793" y="2509503"/>
                  <a:pt x="3952037" y="2578446"/>
                  <a:pt x="3928451" y="2645575"/>
                </a:cubicBezTo>
                <a:cubicBezTo>
                  <a:pt x="3904865" y="2712704"/>
                  <a:pt x="3792379" y="2783461"/>
                  <a:pt x="3765165" y="2852404"/>
                </a:cubicBezTo>
                <a:cubicBezTo>
                  <a:pt x="3737951" y="2921347"/>
                  <a:pt x="3796008" y="3006618"/>
                  <a:pt x="3765165" y="3059232"/>
                </a:cubicBezTo>
                <a:cubicBezTo>
                  <a:pt x="3734322" y="3111846"/>
                  <a:pt x="3658122" y="3180790"/>
                  <a:pt x="3580108" y="3168090"/>
                </a:cubicBezTo>
                <a:cubicBezTo>
                  <a:pt x="3502094" y="3155390"/>
                  <a:pt x="3331551" y="3035646"/>
                  <a:pt x="3297079" y="2983032"/>
                </a:cubicBezTo>
                <a:cubicBezTo>
                  <a:pt x="3262608" y="2930418"/>
                  <a:pt x="3396865" y="2897761"/>
                  <a:pt x="3373279" y="2852404"/>
                </a:cubicBezTo>
                <a:cubicBezTo>
                  <a:pt x="3349693" y="2807047"/>
                  <a:pt x="3182779" y="2759875"/>
                  <a:pt x="3155565" y="2710890"/>
                </a:cubicBezTo>
                <a:cubicBezTo>
                  <a:pt x="3128351" y="2661905"/>
                  <a:pt x="3237207" y="2631062"/>
                  <a:pt x="3209993" y="2558490"/>
                </a:cubicBezTo>
                <a:cubicBezTo>
                  <a:pt x="3182779" y="2485919"/>
                  <a:pt x="3001350" y="2344404"/>
                  <a:pt x="2992279" y="2275461"/>
                </a:cubicBezTo>
                <a:cubicBezTo>
                  <a:pt x="2983208" y="2206518"/>
                  <a:pt x="3191851" y="2195632"/>
                  <a:pt x="3155565" y="2144832"/>
                </a:cubicBezTo>
                <a:cubicBezTo>
                  <a:pt x="3119279" y="2094032"/>
                  <a:pt x="2888865" y="2025089"/>
                  <a:pt x="2774565" y="1970661"/>
                </a:cubicBezTo>
                <a:cubicBezTo>
                  <a:pt x="2660265" y="1916233"/>
                  <a:pt x="2480651" y="1874504"/>
                  <a:pt x="2469765" y="1818261"/>
                </a:cubicBezTo>
                <a:cubicBezTo>
                  <a:pt x="2458879" y="1762018"/>
                  <a:pt x="2680223" y="1698518"/>
                  <a:pt x="2709251" y="1633204"/>
                </a:cubicBezTo>
                <a:cubicBezTo>
                  <a:pt x="2738279" y="1567890"/>
                  <a:pt x="2623979" y="1482618"/>
                  <a:pt x="2643936" y="1426375"/>
                </a:cubicBezTo>
                <a:cubicBezTo>
                  <a:pt x="2663893" y="1370132"/>
                  <a:pt x="2830807" y="1344733"/>
                  <a:pt x="2828993" y="1295747"/>
                </a:cubicBezTo>
                <a:cubicBezTo>
                  <a:pt x="2827179" y="1246761"/>
                  <a:pt x="2749165" y="1159675"/>
                  <a:pt x="2633051" y="1132461"/>
                </a:cubicBezTo>
                <a:cubicBezTo>
                  <a:pt x="2516937" y="1105247"/>
                  <a:pt x="2375422" y="1174189"/>
                  <a:pt x="2132308" y="1132461"/>
                </a:cubicBezTo>
                <a:cubicBezTo>
                  <a:pt x="1889194" y="1090733"/>
                  <a:pt x="1470094" y="898419"/>
                  <a:pt x="1174365" y="882090"/>
                </a:cubicBezTo>
                <a:cubicBezTo>
                  <a:pt x="878636" y="865762"/>
                  <a:pt x="530293" y="1058076"/>
                  <a:pt x="357936" y="1034490"/>
                </a:cubicBezTo>
                <a:cubicBezTo>
                  <a:pt x="185579" y="1010904"/>
                  <a:pt x="194651" y="820404"/>
                  <a:pt x="140222" y="740575"/>
                </a:cubicBezTo>
                <a:cubicBezTo>
                  <a:pt x="85793" y="660746"/>
                  <a:pt x="-64792" y="613575"/>
                  <a:pt x="31365" y="555518"/>
                </a:cubicBezTo>
                <a:cubicBezTo>
                  <a:pt x="127522" y="497461"/>
                  <a:pt x="510336" y="453918"/>
                  <a:pt x="717165" y="392232"/>
                </a:cubicBezTo>
                <a:cubicBezTo>
                  <a:pt x="923994" y="330546"/>
                  <a:pt x="1110865" y="196290"/>
                  <a:pt x="1272336" y="185404"/>
                </a:cubicBezTo>
                <a:cubicBezTo>
                  <a:pt x="1433807" y="174518"/>
                  <a:pt x="1586207" y="337804"/>
                  <a:pt x="1685993" y="326918"/>
                </a:cubicBezTo>
                <a:cubicBezTo>
                  <a:pt x="1785779" y="316032"/>
                  <a:pt x="1749494" y="81990"/>
                  <a:pt x="1871051" y="120090"/>
                </a:cubicBezTo>
              </a:path>
            </a:pathLst>
          </a:custGeom>
          <a:solidFill>
            <a:schemeClr val="bg1">
              <a:lumMod val="65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796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Specific Heat</a:t>
            </a:r>
          </a:p>
        </p:txBody>
      </p:sp>
      <p:sp>
        <p:nvSpPr>
          <p:cNvPr id="20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Every substance requires a unique amount of energy per unit mass to change the temperature of that substance by 1° C</a:t>
            </a:r>
          </a:p>
          <a:p>
            <a:pPr eaLnBrk="1" hangingPunct="1"/>
            <a:r>
              <a:rPr lang="en-US"/>
              <a:t>The </a:t>
            </a:r>
            <a:r>
              <a:rPr lang="en-US" i="1"/>
              <a:t>specific heat, c,</a:t>
            </a:r>
            <a:r>
              <a:rPr lang="en-US"/>
              <a:t> of a substance is a measure of this amount</a:t>
            </a:r>
          </a:p>
          <a:p>
            <a:pPr eaLnBrk="1" hangingPunct="1"/>
            <a:endParaRPr lang="en-US"/>
          </a:p>
          <a:p>
            <a:pPr eaLnBrk="1" hangingPunct="1"/>
            <a:endParaRPr lang="en-US"/>
          </a:p>
        </p:txBody>
      </p:sp>
      <p:graphicFrame>
        <p:nvGraphicFramePr>
          <p:cNvPr id="2050" name="Object 4"/>
          <p:cNvGraphicFramePr>
            <a:graphicFrameLocks noChangeAspect="1"/>
          </p:cNvGraphicFramePr>
          <p:nvPr/>
        </p:nvGraphicFramePr>
        <p:xfrm>
          <a:off x="3762375" y="4524375"/>
          <a:ext cx="1905000" cy="1209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60240" imgH="419040" progId="Equation.3">
                  <p:embed/>
                </p:oleObj>
              </mc:Choice>
              <mc:Fallback>
                <p:oleObj name="Equation" r:id="rId2" imgW="660240" imgH="419040" progId="Equation.3">
                  <p:embed/>
                  <p:pic>
                    <p:nvPicPr>
                      <p:cNvPr id="205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62375" y="4524375"/>
                        <a:ext cx="1905000" cy="12096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Units of Specific Heat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SI units</a:t>
            </a:r>
          </a:p>
          <a:p>
            <a:pPr lvl="1" eaLnBrk="1" hangingPunct="1"/>
            <a:r>
              <a:rPr lang="en-US"/>
              <a:t>J / kg °C</a:t>
            </a:r>
          </a:p>
          <a:p>
            <a:pPr eaLnBrk="1" hangingPunct="1"/>
            <a:r>
              <a:rPr lang="en-US"/>
              <a:t>Historical units</a:t>
            </a:r>
          </a:p>
          <a:p>
            <a:pPr lvl="1" eaLnBrk="1" hangingPunct="1"/>
            <a:r>
              <a:rPr lang="en-US"/>
              <a:t>cal / g °C</a:t>
            </a:r>
          </a:p>
          <a:p>
            <a:pPr lvl="1" eaLnBrk="1" hangingPunct="1"/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66561" name="Object 1"/>
          <p:cNvGraphicFramePr>
            <a:graphicFrameLocks noChangeAspect="1"/>
          </p:cNvGraphicFramePr>
          <p:nvPr/>
        </p:nvGraphicFramePr>
        <p:xfrm>
          <a:off x="1610463" y="0"/>
          <a:ext cx="6100549" cy="6878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66900" imgH="2108200" progId="Equation.3">
                  <p:embed/>
                </p:oleObj>
              </mc:Choice>
              <mc:Fallback>
                <p:oleObj name="Equation" r:id="rId2" imgW="1866900" imgH="2108200" progId="Equation.3">
                  <p:embed/>
                  <p:pic>
                    <p:nvPicPr>
                      <p:cNvPr id="66561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0463" y="0"/>
                        <a:ext cx="6100549" cy="687868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Heat and Specific Heat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981200"/>
            <a:ext cx="7772400" cy="4572000"/>
          </a:xfrm>
        </p:spPr>
        <p:txBody>
          <a:bodyPr/>
          <a:lstStyle/>
          <a:p>
            <a:pPr eaLnBrk="1" hangingPunct="1"/>
            <a:r>
              <a:rPr lang="en-US" sz="2800"/>
              <a:t>Q = m c ΔT</a:t>
            </a:r>
          </a:p>
          <a:p>
            <a:pPr eaLnBrk="1" hangingPunct="1"/>
            <a:r>
              <a:rPr lang="en-US" sz="2800"/>
              <a:t>ΔT is always the final temperature minus the initial temperature</a:t>
            </a:r>
          </a:p>
          <a:p>
            <a:pPr eaLnBrk="1" hangingPunct="1"/>
            <a:r>
              <a:rPr lang="en-US" sz="2800"/>
              <a:t>When the temperature increases, ΔT and ΔQ are considered to be positive and energy flows into the system</a:t>
            </a:r>
          </a:p>
          <a:p>
            <a:pPr eaLnBrk="1" hangingPunct="1"/>
            <a:r>
              <a:rPr lang="en-US" sz="2800"/>
              <a:t>When the temperature decreases, ΔT and ΔQ are considered to be negative and energy flows out of the system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/>
              <a:t>A Consequence of Different Specific Heats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/>
              <a:t>Water has a high specific heat compared to land</a:t>
            </a:r>
          </a:p>
          <a:p>
            <a:pPr eaLnBrk="1" hangingPunct="1">
              <a:lnSpc>
                <a:spcPct val="90000"/>
              </a:lnSpc>
            </a:pPr>
            <a:r>
              <a:rPr lang="en-US" sz="2800"/>
              <a:t>On a hot day, the air above the land warms faster</a:t>
            </a:r>
          </a:p>
          <a:p>
            <a:pPr eaLnBrk="1" hangingPunct="1">
              <a:lnSpc>
                <a:spcPct val="90000"/>
              </a:lnSpc>
            </a:pPr>
            <a:r>
              <a:rPr lang="en-US" sz="2800"/>
              <a:t>The warmer air flows upward and cooler air moves toward the beach</a:t>
            </a:r>
          </a:p>
        </p:txBody>
      </p:sp>
      <p:pic>
        <p:nvPicPr>
          <p:cNvPr id="43012" name="Picture 4" descr="1102"/>
          <p:cNvPicPr>
            <a:picLocks noGrp="1" noChangeAspect="1" noChangeArrowheads="1"/>
          </p:cNvPicPr>
          <p:nvPr>
            <p:ph type="clipArt" sz="half" idx="2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4652963" y="1990725"/>
            <a:ext cx="4033837" cy="3743325"/>
          </a:xfr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3B79617-3026-4290-BEEE-A2C65AA73613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1771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123.12.2</a:t>
            </a:r>
          </a:p>
        </p:txBody>
      </p:sp>
      <p:sp>
        <p:nvSpPr>
          <p:cNvPr id="17715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sz="2800" dirty="0"/>
              <a:t>You add energy to an object by heat transfer. At some point, the temperature of the object stops rising. What is happening?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The system is leaking thermal energy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The system has as much heat as it can take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The object is experiencing a phase change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25458731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Heating Ice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9625" y="1451491"/>
            <a:ext cx="7524750" cy="392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2362200" y="5257800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Solid 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4800600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Melting 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3733800"/>
            <a:ext cx="1347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Liquid water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048000"/>
            <a:ext cx="1415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Boiling water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600" y="2286000"/>
            <a:ext cx="1295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Gaseous steam</a:t>
            </a:r>
          </a:p>
        </p:txBody>
      </p:sp>
      <p:graphicFrame>
        <p:nvGraphicFramePr>
          <p:cNvPr id="10" name="Content Placeholder 9"/>
          <p:cNvGraphicFramePr>
            <a:graphicFrameLocks noGrp="1" noChangeAspect="1"/>
          </p:cNvGraphicFramePr>
          <p:nvPr>
            <p:ph idx="1"/>
          </p:nvPr>
        </p:nvGraphicFramePr>
        <p:xfrm>
          <a:off x="3657600" y="2819400"/>
          <a:ext cx="1371600" cy="7544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61760" imgH="419040" progId="Equation.3">
                  <p:embed/>
                </p:oleObj>
              </mc:Choice>
              <mc:Fallback>
                <p:oleObj name="Equation" r:id="rId3" imgW="761760" imgH="419040" progId="Equation.3">
                  <p:embed/>
                  <p:pic>
                    <p:nvPicPr>
                      <p:cNvPr id="10" name="Content Placeholder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7600" y="2819400"/>
                        <a:ext cx="1371600" cy="754421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Straight Arrow Connector 12"/>
          <p:cNvCxnSpPr/>
          <p:nvPr/>
        </p:nvCxnSpPr>
        <p:spPr>
          <a:xfrm flipH="1" flipV="1">
            <a:off x="3276600" y="46482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 flipV="1">
            <a:off x="5334000" y="35052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 flipV="1">
            <a:off x="6705600" y="27432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H="1" flipV="1">
            <a:off x="7848600" y="20574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 84"/>
          <p:cNvSpPr/>
          <p:nvPr/>
        </p:nvSpPr>
        <p:spPr>
          <a:xfrm>
            <a:off x="8024884" y="1596788"/>
            <a:ext cx="846161" cy="3957851"/>
          </a:xfrm>
          <a:custGeom>
            <a:avLst/>
            <a:gdLst>
              <a:gd name="connsiteX0" fmla="*/ 818865 w 846161"/>
              <a:gd name="connsiteY0" fmla="*/ 0 h 3957851"/>
              <a:gd name="connsiteX1" fmla="*/ 464023 w 846161"/>
              <a:gd name="connsiteY1" fmla="*/ 0 h 3957851"/>
              <a:gd name="connsiteX2" fmla="*/ 27295 w 846161"/>
              <a:gd name="connsiteY2" fmla="*/ 1255594 h 3957851"/>
              <a:gd name="connsiteX3" fmla="*/ 0 w 846161"/>
              <a:gd name="connsiteY3" fmla="*/ 3944203 h 3957851"/>
              <a:gd name="connsiteX4" fmla="*/ 846161 w 846161"/>
              <a:gd name="connsiteY4" fmla="*/ 3957851 h 3957851"/>
              <a:gd name="connsiteX5" fmla="*/ 818865 w 846161"/>
              <a:gd name="connsiteY5" fmla="*/ 0 h 3957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6161" h="3957851">
                <a:moveTo>
                  <a:pt x="818865" y="0"/>
                </a:moveTo>
                <a:lnTo>
                  <a:pt x="464023" y="0"/>
                </a:lnTo>
                <a:lnTo>
                  <a:pt x="27295" y="1255594"/>
                </a:lnTo>
                <a:lnTo>
                  <a:pt x="0" y="3944203"/>
                </a:lnTo>
                <a:lnTo>
                  <a:pt x="846161" y="3957851"/>
                </a:lnTo>
                <a:lnTo>
                  <a:pt x="818865" y="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Triangle 31"/>
          <p:cNvSpPr/>
          <p:nvPr/>
        </p:nvSpPr>
        <p:spPr>
          <a:xfrm flipH="1">
            <a:off x="578888" y="4953000"/>
            <a:ext cx="152400" cy="60960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731287" y="4919663"/>
            <a:ext cx="797261" cy="642937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Ice and water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9" name="Freeform 28"/>
          <p:cNvSpPr/>
          <p:nvPr/>
        </p:nvSpPr>
        <p:spPr>
          <a:xfrm>
            <a:off x="1502812" y="2743201"/>
            <a:ext cx="1062967" cy="2819400"/>
          </a:xfrm>
          <a:custGeom>
            <a:avLst/>
            <a:gdLst>
              <a:gd name="connsiteX0" fmla="*/ 1057275 w 1057275"/>
              <a:gd name="connsiteY0" fmla="*/ 0 h 2752725"/>
              <a:gd name="connsiteX1" fmla="*/ 1038225 w 1057275"/>
              <a:gd name="connsiteY1" fmla="*/ 2752725 h 2752725"/>
              <a:gd name="connsiteX2" fmla="*/ 9525 w 1057275"/>
              <a:gd name="connsiteY2" fmla="*/ 2743200 h 2752725"/>
              <a:gd name="connsiteX3" fmla="*/ 0 w 1057275"/>
              <a:gd name="connsiteY3" fmla="*/ 2105025 h 2752725"/>
              <a:gd name="connsiteX4" fmla="*/ 1057275 w 1057275"/>
              <a:gd name="connsiteY4" fmla="*/ 0 h 275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57275" h="2752725">
                <a:moveTo>
                  <a:pt x="1057275" y="0"/>
                </a:moveTo>
                <a:lnTo>
                  <a:pt x="1038225" y="2752725"/>
                </a:lnTo>
                <a:lnTo>
                  <a:pt x="9525" y="2743200"/>
                </a:lnTo>
                <a:lnTo>
                  <a:pt x="0" y="2105025"/>
                </a:lnTo>
                <a:lnTo>
                  <a:pt x="105727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552132" y="2819400"/>
            <a:ext cx="5513695" cy="2743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Graph of Ice to Steam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573201" y="1583140"/>
            <a:ext cx="5687" cy="397946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H="1">
            <a:off x="578888" y="5554639"/>
            <a:ext cx="8565112" cy="7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578888" y="4881564"/>
            <a:ext cx="152400" cy="6810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731288" y="4910133"/>
            <a:ext cx="7620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29" idx="3"/>
          </p:cNvCxnSpPr>
          <p:nvPr/>
        </p:nvCxnSpPr>
        <p:spPr>
          <a:xfrm flipV="1">
            <a:off x="1502812" y="2819401"/>
            <a:ext cx="1057276" cy="207981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>
            <a:off x="2541038" y="2819400"/>
            <a:ext cx="550545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8046488" y="1596788"/>
            <a:ext cx="428772" cy="122261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754872" y="4484424"/>
            <a:ext cx="760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32884" y="1501245"/>
            <a:ext cx="593496" cy="42934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100" dirty="0"/>
              <a:t>150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120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90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60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30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-30</a:t>
            </a:r>
          </a:p>
        </p:txBody>
      </p:sp>
      <p:cxnSp>
        <p:nvCxnSpPr>
          <p:cNvPr id="35" name="Straight Connector 34"/>
          <p:cNvCxnSpPr/>
          <p:nvPr/>
        </p:nvCxnSpPr>
        <p:spPr>
          <a:xfrm>
            <a:off x="559554" y="2347415"/>
            <a:ext cx="82978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61829" y="3002507"/>
            <a:ext cx="8281920" cy="22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64104" y="3616657"/>
            <a:ext cx="8334236" cy="181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555005" y="4899546"/>
            <a:ext cx="8316040" cy="90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1501254" y="1583140"/>
            <a:ext cx="13643" cy="3957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91315" y="5759355"/>
            <a:ext cx="7912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0             500                      1000              1500              2000              2500             3000   </a:t>
            </a:r>
          </a:p>
        </p:txBody>
      </p:sp>
      <p:cxnSp>
        <p:nvCxnSpPr>
          <p:cNvPr id="47" name="Straight Connector 46"/>
          <p:cNvCxnSpPr/>
          <p:nvPr/>
        </p:nvCxnSpPr>
        <p:spPr>
          <a:xfrm>
            <a:off x="723327" y="1583140"/>
            <a:ext cx="2258" cy="39737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821373" y="6141493"/>
            <a:ext cx="1736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added (J)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529" y="1119117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T(</a:t>
            </a:r>
            <a:r>
              <a:rPr lang="en-US" baseline="30000" dirty="0" err="1"/>
              <a:t>o</a:t>
            </a:r>
            <a:r>
              <a:rPr lang="en-US" dirty="0" err="1"/>
              <a:t>C</a:t>
            </a:r>
            <a:r>
              <a:rPr lang="en-US" dirty="0"/>
              <a:t>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63137" y="3794077"/>
            <a:ext cx="1811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Water and Steam</a:t>
            </a:r>
          </a:p>
        </p:txBody>
      </p:sp>
      <p:cxnSp>
        <p:nvCxnSpPr>
          <p:cNvPr id="77" name="Straight Connector 76"/>
          <p:cNvCxnSpPr/>
          <p:nvPr/>
        </p:nvCxnSpPr>
        <p:spPr>
          <a:xfrm>
            <a:off x="2540774" y="1599060"/>
            <a:ext cx="13643" cy="3957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095764" y="3152626"/>
            <a:ext cx="775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Steam</a:t>
            </a:r>
          </a:p>
        </p:txBody>
      </p:sp>
      <p:cxnSp>
        <p:nvCxnSpPr>
          <p:cNvPr id="89" name="Straight Connector 88"/>
          <p:cNvCxnSpPr/>
          <p:nvPr/>
        </p:nvCxnSpPr>
        <p:spPr>
          <a:xfrm flipV="1">
            <a:off x="580024" y="4299045"/>
            <a:ext cx="8318316" cy="68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68689" y="5939041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Ice</a:t>
            </a:r>
          </a:p>
        </p:txBody>
      </p:sp>
      <p:sp>
        <p:nvSpPr>
          <p:cNvPr id="100" name="Freeform 99"/>
          <p:cNvSpPr/>
          <p:nvPr/>
        </p:nvSpPr>
        <p:spPr>
          <a:xfrm>
            <a:off x="409432" y="5459104"/>
            <a:ext cx="272955" cy="532263"/>
          </a:xfrm>
          <a:custGeom>
            <a:avLst/>
            <a:gdLst>
              <a:gd name="connsiteX0" fmla="*/ 0 w 300250"/>
              <a:gd name="connsiteY0" fmla="*/ 600501 h 600501"/>
              <a:gd name="connsiteX1" fmla="*/ 122829 w 300250"/>
              <a:gd name="connsiteY1" fmla="*/ 286603 h 600501"/>
              <a:gd name="connsiteX2" fmla="*/ 300250 w 300250"/>
              <a:gd name="connsiteY2" fmla="*/ 0 h 600501"/>
              <a:gd name="connsiteX3" fmla="*/ 300250 w 300250"/>
              <a:gd name="connsiteY3" fmla="*/ 0 h 600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0250" h="600501">
                <a:moveTo>
                  <a:pt x="0" y="600501"/>
                </a:moveTo>
                <a:lnTo>
                  <a:pt x="122829" y="286603"/>
                </a:lnTo>
                <a:lnTo>
                  <a:pt x="300250" y="0"/>
                </a:lnTo>
                <a:lnTo>
                  <a:pt x="300250" y="0"/>
                </a:ln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6351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4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20.3 Latent Heat</a:t>
            </a:r>
          </a:p>
        </p:txBody>
      </p:sp>
      <p:sp>
        <p:nvSpPr>
          <p:cNvPr id="47107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Phase Changes</a:t>
            </a:r>
          </a:p>
        </p:txBody>
      </p:sp>
      <p:sp>
        <p:nvSpPr>
          <p:cNvPr id="481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2133600"/>
            <a:ext cx="7772400" cy="4343400"/>
          </a:xfrm>
        </p:spPr>
        <p:txBody>
          <a:bodyPr/>
          <a:lstStyle/>
          <a:p>
            <a:pPr eaLnBrk="1" hangingPunct="1"/>
            <a:r>
              <a:rPr lang="en-US" sz="2800"/>
              <a:t>A </a:t>
            </a:r>
            <a:r>
              <a:rPr lang="en-US" sz="2800" i="1"/>
              <a:t>phase change</a:t>
            </a:r>
            <a:r>
              <a:rPr lang="en-US" sz="2800"/>
              <a:t> occurs when the physical characteristics of the substance change from one form to another</a:t>
            </a:r>
          </a:p>
          <a:p>
            <a:pPr eaLnBrk="1" hangingPunct="1"/>
            <a:r>
              <a:rPr lang="en-US" sz="2800"/>
              <a:t>Common phases changes are</a:t>
            </a:r>
          </a:p>
          <a:p>
            <a:pPr lvl="1" eaLnBrk="1" hangingPunct="1"/>
            <a:r>
              <a:rPr lang="en-US" sz="2400"/>
              <a:t>Solid to liquid – melting</a:t>
            </a:r>
          </a:p>
          <a:p>
            <a:pPr lvl="1" eaLnBrk="1" hangingPunct="1"/>
            <a:r>
              <a:rPr lang="en-US" sz="2400"/>
              <a:t>Liquid to gas – boiling</a:t>
            </a:r>
          </a:p>
          <a:p>
            <a:pPr eaLnBrk="1" hangingPunct="1"/>
            <a:r>
              <a:rPr lang="en-US" sz="2800"/>
              <a:t>Phases changes involve a change in the internal energy, but </a:t>
            </a:r>
            <a:r>
              <a:rPr lang="en-US" sz="2800" i="1"/>
              <a:t>no change in temperature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Latent Heat</a:t>
            </a:r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905000"/>
            <a:ext cx="7772400" cy="45720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/>
              <a:t>During a phase change, the amount of heat is given as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Q = ±m L</a:t>
            </a:r>
          </a:p>
          <a:p>
            <a:pPr eaLnBrk="1" hangingPunct="1">
              <a:lnSpc>
                <a:spcPct val="90000"/>
              </a:lnSpc>
            </a:pPr>
            <a:r>
              <a:rPr lang="en-US" sz="2800"/>
              <a:t>L is the </a:t>
            </a:r>
            <a:r>
              <a:rPr lang="en-US" sz="2800" i="1"/>
              <a:t>latent heat</a:t>
            </a:r>
            <a:r>
              <a:rPr lang="en-US" sz="2800"/>
              <a:t> of the substance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Latent means hidden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L depends on the substance and the nature of the phase change</a:t>
            </a:r>
          </a:p>
          <a:p>
            <a:pPr eaLnBrk="1" hangingPunct="1">
              <a:lnSpc>
                <a:spcPct val="90000"/>
              </a:lnSpc>
            </a:pPr>
            <a:r>
              <a:rPr lang="en-US" sz="2800"/>
              <a:t>Choose a positive sign if you are adding energy to the system and a negative sign if energy is being removed from the system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9144000" cy="762000"/>
          </a:xfrm>
        </p:spPr>
        <p:txBody>
          <a:bodyPr/>
          <a:lstStyle/>
          <a:p>
            <a:pPr eaLnBrk="1" hangingPunct="1"/>
            <a:r>
              <a:rPr lang="en-US"/>
              <a:t>Phase Changes Latent Heat</a:t>
            </a: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0" y="1376363"/>
            <a:ext cx="9144000" cy="3422650"/>
            <a:chOff x="0" y="772"/>
            <a:chExt cx="5760" cy="2156"/>
          </a:xfrm>
        </p:grpSpPr>
        <p:pic>
          <p:nvPicPr>
            <p:cNvPr id="50181" name="Picture 3" descr="phases_matter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0" y="772"/>
              <a:ext cx="5760" cy="21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0182" name="Text Box 4"/>
            <p:cNvSpPr txBox="1">
              <a:spLocks noChangeArrowheads="1"/>
            </p:cNvSpPr>
            <p:nvPr/>
          </p:nvSpPr>
          <p:spPr bwMode="auto">
            <a:xfrm>
              <a:off x="117" y="2439"/>
              <a:ext cx="57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l" eaLnBrk="0" hangingPunct="0">
                <a:spcBef>
                  <a:spcPct val="50000"/>
                </a:spcBef>
              </a:pPr>
              <a:r>
                <a:rPr lang="en-US" sz="2400">
                  <a:solidFill>
                    <a:schemeClr val="bg2"/>
                  </a:solidFill>
                  <a:latin typeface="Times New Roman" pitchFamily="18" charset="0"/>
                </a:rPr>
                <a:t>Solid</a:t>
              </a:r>
            </a:p>
          </p:txBody>
        </p:sp>
        <p:sp>
          <p:nvSpPr>
            <p:cNvPr id="50183" name="Text Box 5"/>
            <p:cNvSpPr txBox="1">
              <a:spLocks noChangeArrowheads="1"/>
            </p:cNvSpPr>
            <p:nvPr/>
          </p:nvSpPr>
          <p:spPr bwMode="auto">
            <a:xfrm>
              <a:off x="2025" y="2407"/>
              <a:ext cx="768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l" eaLnBrk="0" hangingPunct="0">
                <a:spcBef>
                  <a:spcPct val="50000"/>
                </a:spcBef>
              </a:pPr>
              <a:r>
                <a:rPr lang="en-US" sz="2400">
                  <a:solidFill>
                    <a:schemeClr val="bg2"/>
                  </a:solidFill>
                  <a:latin typeface="Times New Roman" pitchFamily="18" charset="0"/>
                </a:rPr>
                <a:t>Liquid</a:t>
              </a:r>
            </a:p>
          </p:txBody>
        </p:sp>
        <p:sp>
          <p:nvSpPr>
            <p:cNvPr id="50184" name="Text Box 6"/>
            <p:cNvSpPr txBox="1">
              <a:spLocks noChangeArrowheads="1"/>
            </p:cNvSpPr>
            <p:nvPr/>
          </p:nvSpPr>
          <p:spPr bwMode="auto">
            <a:xfrm>
              <a:off x="5040" y="2380"/>
              <a:ext cx="57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l" eaLnBrk="0" hangingPunct="0">
                <a:spcBef>
                  <a:spcPct val="50000"/>
                </a:spcBef>
              </a:pPr>
              <a:r>
                <a:rPr lang="en-US" sz="2400">
                  <a:solidFill>
                    <a:schemeClr val="bg2"/>
                  </a:solidFill>
                  <a:latin typeface="Times New Roman" pitchFamily="18" charset="0"/>
                </a:rPr>
                <a:t>Gas</a:t>
              </a:r>
            </a:p>
          </p:txBody>
        </p:sp>
      </p:grpSp>
      <p:sp>
        <p:nvSpPr>
          <p:cNvPr id="294919" name="Text Box 7"/>
          <p:cNvSpPr txBox="1">
            <a:spLocks noChangeArrowheads="1"/>
          </p:cNvSpPr>
          <p:nvPr/>
        </p:nvSpPr>
        <p:spPr bwMode="auto">
          <a:xfrm>
            <a:off x="0" y="4867275"/>
            <a:ext cx="8763000" cy="1370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2400">
                <a:latin typeface="Times New Roman" pitchFamily="18" charset="0"/>
              </a:rPr>
              <a:t>During a phase change, the internal energy changes but the temperature does not change.</a:t>
            </a:r>
          </a:p>
          <a:p>
            <a:pPr algn="l" eaLnBrk="0" hangingPunct="0">
              <a:spcBef>
                <a:spcPct val="50000"/>
              </a:spcBef>
            </a:pPr>
            <a:r>
              <a:rPr lang="en-US" sz="2400">
                <a:latin typeface="Times New Roman" pitchFamily="18" charset="0"/>
              </a:rPr>
              <a:t>Work is done against the attractive molecular forces to separate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49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49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4919" grpId="0" build="p" autoUpdateAnimBg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Latent Heat, cont.</a:t>
            </a:r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SI units of latent heat are J / kg</a:t>
            </a:r>
          </a:p>
          <a:p>
            <a:pPr eaLnBrk="1" hangingPunct="1"/>
            <a:r>
              <a:rPr lang="en-US" i="1"/>
              <a:t>Latent heat of fusion</a:t>
            </a:r>
            <a:r>
              <a:rPr lang="en-US"/>
              <a:t>, L</a:t>
            </a:r>
            <a:r>
              <a:rPr lang="en-US" baseline="-25000"/>
              <a:t>f</a:t>
            </a:r>
            <a:r>
              <a:rPr lang="en-US"/>
              <a:t>, is used for melting or freezing</a:t>
            </a:r>
          </a:p>
          <a:p>
            <a:pPr eaLnBrk="1" hangingPunct="1"/>
            <a:r>
              <a:rPr lang="en-US" i="1"/>
              <a:t>Latent heat of vaporization</a:t>
            </a:r>
            <a:r>
              <a:rPr lang="en-US"/>
              <a:t>, L</a:t>
            </a:r>
            <a:r>
              <a:rPr lang="en-US" baseline="-25000"/>
              <a:t>v</a:t>
            </a:r>
            <a:r>
              <a:rPr lang="en-US"/>
              <a:t>, is used for boiling or condensing</a:t>
            </a:r>
          </a:p>
          <a:p>
            <a:pPr eaLnBrk="1" hangingPunct="1"/>
            <a:r>
              <a:rPr lang="en-US"/>
              <a:t>Table 11.2 gives the latent heats for various substances</a:t>
            </a:r>
            <a:endParaRPr lang="en-US" i="1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 vs. Q Graphs</a:t>
            </a:r>
          </a:p>
        </p:txBody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2082800" y="1233488"/>
            <a:ext cx="5372100" cy="4943475"/>
            <a:chOff x="1111" y="804"/>
            <a:chExt cx="3384" cy="3114"/>
          </a:xfrm>
        </p:grpSpPr>
        <p:pic>
          <p:nvPicPr>
            <p:cNvPr id="53253" name="Picture 4" descr="heating_curve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1111" y="804"/>
              <a:ext cx="3384" cy="311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3254" name="Line 8"/>
            <p:cNvSpPr>
              <a:spLocks noChangeShapeType="1"/>
            </p:cNvSpPr>
            <p:nvPr/>
          </p:nvSpPr>
          <p:spPr bwMode="auto">
            <a:xfrm>
              <a:off x="3493" y="3813"/>
              <a:ext cx="23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69633" name="Object 1"/>
          <p:cNvGraphicFramePr>
            <a:graphicFrameLocks noChangeAspect="1"/>
          </p:cNvGraphicFramePr>
          <p:nvPr/>
        </p:nvGraphicFramePr>
        <p:xfrm>
          <a:off x="0" y="1364800"/>
          <a:ext cx="9180913" cy="35347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683000" imgH="1422400" progId="Equation.3">
                  <p:embed/>
                </p:oleObj>
              </mc:Choice>
              <mc:Fallback>
                <p:oleObj name="Equation" r:id="rId2" imgW="3683000" imgH="1422400" progId="Equation.3">
                  <p:embed/>
                  <p:pic>
                    <p:nvPicPr>
                      <p:cNvPr id="69633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1364800"/>
                        <a:ext cx="9180913" cy="353477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 84"/>
          <p:cNvSpPr/>
          <p:nvPr/>
        </p:nvSpPr>
        <p:spPr>
          <a:xfrm>
            <a:off x="8024884" y="1596788"/>
            <a:ext cx="846161" cy="3957851"/>
          </a:xfrm>
          <a:custGeom>
            <a:avLst/>
            <a:gdLst>
              <a:gd name="connsiteX0" fmla="*/ 818865 w 846161"/>
              <a:gd name="connsiteY0" fmla="*/ 0 h 3957851"/>
              <a:gd name="connsiteX1" fmla="*/ 464023 w 846161"/>
              <a:gd name="connsiteY1" fmla="*/ 0 h 3957851"/>
              <a:gd name="connsiteX2" fmla="*/ 27295 w 846161"/>
              <a:gd name="connsiteY2" fmla="*/ 1255594 h 3957851"/>
              <a:gd name="connsiteX3" fmla="*/ 0 w 846161"/>
              <a:gd name="connsiteY3" fmla="*/ 3944203 h 3957851"/>
              <a:gd name="connsiteX4" fmla="*/ 846161 w 846161"/>
              <a:gd name="connsiteY4" fmla="*/ 3957851 h 3957851"/>
              <a:gd name="connsiteX5" fmla="*/ 818865 w 846161"/>
              <a:gd name="connsiteY5" fmla="*/ 0 h 3957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6161" h="3957851">
                <a:moveTo>
                  <a:pt x="818865" y="0"/>
                </a:moveTo>
                <a:lnTo>
                  <a:pt x="464023" y="0"/>
                </a:lnTo>
                <a:lnTo>
                  <a:pt x="27295" y="1255594"/>
                </a:lnTo>
                <a:lnTo>
                  <a:pt x="0" y="3944203"/>
                </a:lnTo>
                <a:lnTo>
                  <a:pt x="846161" y="3957851"/>
                </a:lnTo>
                <a:lnTo>
                  <a:pt x="818865" y="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Triangle 31"/>
          <p:cNvSpPr/>
          <p:nvPr/>
        </p:nvSpPr>
        <p:spPr>
          <a:xfrm flipH="1">
            <a:off x="578888" y="4953000"/>
            <a:ext cx="152400" cy="60960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731287" y="4919663"/>
            <a:ext cx="797261" cy="642937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Ice and water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9" name="Freeform 28"/>
          <p:cNvSpPr/>
          <p:nvPr/>
        </p:nvSpPr>
        <p:spPr>
          <a:xfrm>
            <a:off x="1502812" y="2743201"/>
            <a:ext cx="1062967" cy="2819400"/>
          </a:xfrm>
          <a:custGeom>
            <a:avLst/>
            <a:gdLst>
              <a:gd name="connsiteX0" fmla="*/ 1057275 w 1057275"/>
              <a:gd name="connsiteY0" fmla="*/ 0 h 2752725"/>
              <a:gd name="connsiteX1" fmla="*/ 1038225 w 1057275"/>
              <a:gd name="connsiteY1" fmla="*/ 2752725 h 2752725"/>
              <a:gd name="connsiteX2" fmla="*/ 9525 w 1057275"/>
              <a:gd name="connsiteY2" fmla="*/ 2743200 h 2752725"/>
              <a:gd name="connsiteX3" fmla="*/ 0 w 1057275"/>
              <a:gd name="connsiteY3" fmla="*/ 2105025 h 2752725"/>
              <a:gd name="connsiteX4" fmla="*/ 1057275 w 1057275"/>
              <a:gd name="connsiteY4" fmla="*/ 0 h 275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57275" h="2752725">
                <a:moveTo>
                  <a:pt x="1057275" y="0"/>
                </a:moveTo>
                <a:lnTo>
                  <a:pt x="1038225" y="2752725"/>
                </a:lnTo>
                <a:lnTo>
                  <a:pt x="9525" y="2743200"/>
                </a:lnTo>
                <a:lnTo>
                  <a:pt x="0" y="2105025"/>
                </a:lnTo>
                <a:lnTo>
                  <a:pt x="105727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552132" y="2819400"/>
            <a:ext cx="5513695" cy="2743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Graph of Ice to Steam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573201" y="1583140"/>
            <a:ext cx="5687" cy="397946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H="1">
            <a:off x="578888" y="5554639"/>
            <a:ext cx="8565112" cy="7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578888" y="4881564"/>
            <a:ext cx="152400" cy="6810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731288" y="4910133"/>
            <a:ext cx="7620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29" idx="3"/>
          </p:cNvCxnSpPr>
          <p:nvPr/>
        </p:nvCxnSpPr>
        <p:spPr>
          <a:xfrm flipV="1">
            <a:off x="1502812" y="2819401"/>
            <a:ext cx="1057276" cy="207981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>
            <a:off x="2541038" y="2819400"/>
            <a:ext cx="550545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8046488" y="1596788"/>
            <a:ext cx="428772" cy="122261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754872" y="4484424"/>
            <a:ext cx="760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32884" y="1501245"/>
            <a:ext cx="593496" cy="42934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100" dirty="0"/>
              <a:t>150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120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90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60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30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-30</a:t>
            </a:r>
          </a:p>
        </p:txBody>
      </p:sp>
      <p:cxnSp>
        <p:nvCxnSpPr>
          <p:cNvPr id="35" name="Straight Connector 34"/>
          <p:cNvCxnSpPr/>
          <p:nvPr/>
        </p:nvCxnSpPr>
        <p:spPr>
          <a:xfrm>
            <a:off x="559554" y="2347415"/>
            <a:ext cx="82978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61829" y="3002507"/>
            <a:ext cx="8281920" cy="22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64104" y="3616657"/>
            <a:ext cx="8334236" cy="181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555005" y="4899546"/>
            <a:ext cx="8316040" cy="90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1501254" y="1583140"/>
            <a:ext cx="13643" cy="3957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91315" y="5759355"/>
            <a:ext cx="7912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0             500                      1000              1500              2000              2500             3000   </a:t>
            </a:r>
          </a:p>
        </p:txBody>
      </p:sp>
      <p:cxnSp>
        <p:nvCxnSpPr>
          <p:cNvPr id="47" name="Straight Connector 46"/>
          <p:cNvCxnSpPr/>
          <p:nvPr/>
        </p:nvCxnSpPr>
        <p:spPr>
          <a:xfrm>
            <a:off x="723327" y="1583140"/>
            <a:ext cx="2258" cy="39737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821373" y="6141493"/>
            <a:ext cx="1736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added (J)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529" y="1119117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T(</a:t>
            </a:r>
            <a:r>
              <a:rPr lang="en-US" baseline="30000" dirty="0" err="1"/>
              <a:t>o</a:t>
            </a:r>
            <a:r>
              <a:rPr lang="en-US" dirty="0" err="1"/>
              <a:t>C</a:t>
            </a:r>
            <a:r>
              <a:rPr lang="en-US" dirty="0"/>
              <a:t>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63137" y="3794077"/>
            <a:ext cx="1811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Water and Steam</a:t>
            </a:r>
          </a:p>
        </p:txBody>
      </p:sp>
      <p:cxnSp>
        <p:nvCxnSpPr>
          <p:cNvPr id="77" name="Straight Connector 76"/>
          <p:cNvCxnSpPr/>
          <p:nvPr/>
        </p:nvCxnSpPr>
        <p:spPr>
          <a:xfrm>
            <a:off x="2540774" y="1599060"/>
            <a:ext cx="13643" cy="3957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095764" y="3152626"/>
            <a:ext cx="775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Steam</a:t>
            </a:r>
          </a:p>
        </p:txBody>
      </p:sp>
      <p:cxnSp>
        <p:nvCxnSpPr>
          <p:cNvPr id="89" name="Straight Connector 88"/>
          <p:cNvCxnSpPr/>
          <p:nvPr/>
        </p:nvCxnSpPr>
        <p:spPr>
          <a:xfrm flipV="1">
            <a:off x="580024" y="4299045"/>
            <a:ext cx="8318316" cy="68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68689" y="5939041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Ice</a:t>
            </a:r>
          </a:p>
        </p:txBody>
      </p:sp>
      <p:sp>
        <p:nvSpPr>
          <p:cNvPr id="100" name="Freeform 99"/>
          <p:cNvSpPr/>
          <p:nvPr/>
        </p:nvSpPr>
        <p:spPr>
          <a:xfrm>
            <a:off x="409432" y="5459104"/>
            <a:ext cx="272955" cy="532263"/>
          </a:xfrm>
          <a:custGeom>
            <a:avLst/>
            <a:gdLst>
              <a:gd name="connsiteX0" fmla="*/ 0 w 300250"/>
              <a:gd name="connsiteY0" fmla="*/ 600501 h 600501"/>
              <a:gd name="connsiteX1" fmla="*/ 122829 w 300250"/>
              <a:gd name="connsiteY1" fmla="*/ 286603 h 600501"/>
              <a:gd name="connsiteX2" fmla="*/ 300250 w 300250"/>
              <a:gd name="connsiteY2" fmla="*/ 0 h 600501"/>
              <a:gd name="connsiteX3" fmla="*/ 300250 w 300250"/>
              <a:gd name="connsiteY3" fmla="*/ 0 h 600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0250" h="600501">
                <a:moveTo>
                  <a:pt x="0" y="600501"/>
                </a:moveTo>
                <a:lnTo>
                  <a:pt x="122829" y="286603"/>
                </a:lnTo>
                <a:lnTo>
                  <a:pt x="300250" y="0"/>
                </a:lnTo>
                <a:lnTo>
                  <a:pt x="300250" y="0"/>
                </a:ln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Warming Ice</a:t>
            </a:r>
          </a:p>
        </p:txBody>
      </p:sp>
      <p:sp>
        <p:nvSpPr>
          <p:cNvPr id="7172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2017713"/>
            <a:ext cx="5105400" cy="4535487"/>
          </a:xfrm>
        </p:spPr>
        <p:txBody>
          <a:bodyPr/>
          <a:lstStyle/>
          <a:p>
            <a:pPr eaLnBrk="1" hangingPunct="1"/>
            <a:r>
              <a:rPr lang="en-US" sz="3000"/>
              <a:t>Start with one gram of ice at –30.0º C</a:t>
            </a:r>
          </a:p>
          <a:p>
            <a:pPr eaLnBrk="1" hangingPunct="1"/>
            <a:r>
              <a:rPr lang="en-US" sz="3000"/>
              <a:t>During A, the temperature of the ice changes from –30.0º C to 0º C</a:t>
            </a:r>
          </a:p>
          <a:p>
            <a:pPr eaLnBrk="1" hangingPunct="1"/>
            <a:r>
              <a:rPr lang="en-US" sz="3000"/>
              <a:t>Use Q = m c ΔT</a:t>
            </a:r>
          </a:p>
          <a:p>
            <a:pPr eaLnBrk="1" hangingPunct="1"/>
            <a:r>
              <a:rPr lang="en-US" sz="3000"/>
              <a:t>Will add 62.7 J of energy</a:t>
            </a:r>
          </a:p>
        </p:txBody>
      </p:sp>
      <p:graphicFrame>
        <p:nvGraphicFramePr>
          <p:cNvPr id="7170" name="Object 4"/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5410200" y="1295400"/>
          <a:ext cx="2959100" cy="5105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286055" imgH="2219635" progId="">
                  <p:embed/>
                </p:oleObj>
              </mc:Choice>
              <mc:Fallback>
                <p:oleObj name="Photo Editor Photo" r:id="rId2" imgW="1286055" imgH="2219635" progId="">
                  <p:embed/>
                  <p:pic>
                    <p:nvPicPr>
                      <p:cNvPr id="717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0200" y="1295400"/>
                        <a:ext cx="2959100" cy="5105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Melting Ice</a:t>
            </a:r>
          </a:p>
        </p:txBody>
      </p:sp>
      <p:sp>
        <p:nvSpPr>
          <p:cNvPr id="8196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182688" y="2017713"/>
            <a:ext cx="3810000" cy="4459287"/>
          </a:xfrm>
        </p:spPr>
        <p:txBody>
          <a:bodyPr/>
          <a:lstStyle/>
          <a:p>
            <a:pPr eaLnBrk="1" hangingPunct="1"/>
            <a:r>
              <a:rPr lang="en-US" sz="2600"/>
              <a:t>Once at 0º C, the phase change (melting) starts</a:t>
            </a:r>
          </a:p>
          <a:p>
            <a:pPr eaLnBrk="1" hangingPunct="1"/>
            <a:r>
              <a:rPr lang="en-US" sz="2600"/>
              <a:t>The temperature stays the same although energy is still being added</a:t>
            </a:r>
          </a:p>
          <a:p>
            <a:pPr eaLnBrk="1" hangingPunct="1"/>
            <a:r>
              <a:rPr lang="en-US" sz="2600"/>
              <a:t>Use Q = m L</a:t>
            </a:r>
            <a:r>
              <a:rPr lang="en-US" sz="2600" baseline="-25000"/>
              <a:t>f</a:t>
            </a:r>
            <a:r>
              <a:rPr lang="en-US" sz="2600"/>
              <a:t> </a:t>
            </a:r>
          </a:p>
          <a:p>
            <a:pPr eaLnBrk="1" hangingPunct="1"/>
            <a:r>
              <a:rPr lang="en-US" sz="2600"/>
              <a:t>Needs 333 J of energy</a:t>
            </a:r>
          </a:p>
        </p:txBody>
      </p:sp>
      <p:graphicFrame>
        <p:nvGraphicFramePr>
          <p:cNvPr id="8194" name="Object 4"/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5715000" y="1239838"/>
          <a:ext cx="2455863" cy="5237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219370" imgH="2600000" progId="">
                  <p:embed/>
                </p:oleObj>
              </mc:Choice>
              <mc:Fallback>
                <p:oleObj name="Photo Editor Photo" r:id="rId2" imgW="1219370" imgH="2600000" progId="">
                  <p:embed/>
                  <p:pic>
                    <p:nvPicPr>
                      <p:cNvPr id="819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15000" y="1239838"/>
                        <a:ext cx="2455863" cy="52371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Warming Water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600"/>
              <a:t>Between 0º C and 100º C, the material is liquid and no phase changes take place</a:t>
            </a:r>
          </a:p>
          <a:p>
            <a:pPr eaLnBrk="1" hangingPunct="1">
              <a:lnSpc>
                <a:spcPct val="90000"/>
              </a:lnSpc>
            </a:pPr>
            <a:r>
              <a:rPr lang="en-US" sz="2600"/>
              <a:t>Energy added increases the temperature</a:t>
            </a:r>
          </a:p>
          <a:p>
            <a:pPr eaLnBrk="1" hangingPunct="1">
              <a:lnSpc>
                <a:spcPct val="90000"/>
              </a:lnSpc>
            </a:pPr>
            <a:r>
              <a:rPr lang="en-US" sz="2600"/>
              <a:t>Use Q = m c ΔT</a:t>
            </a:r>
          </a:p>
          <a:p>
            <a:pPr eaLnBrk="1" hangingPunct="1">
              <a:lnSpc>
                <a:spcPct val="90000"/>
              </a:lnSpc>
            </a:pPr>
            <a:r>
              <a:rPr lang="en-US" sz="2600"/>
              <a:t>419 J of energy are added</a:t>
            </a:r>
          </a:p>
        </p:txBody>
      </p:sp>
      <p:graphicFrame>
        <p:nvGraphicFramePr>
          <p:cNvPr id="9218" name="Object 4"/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6132513" y="1295400"/>
          <a:ext cx="2303462" cy="4945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886213" imgH="4304762" progId="">
                  <p:embed/>
                </p:oleObj>
              </mc:Choice>
              <mc:Fallback>
                <p:oleObj name="Photo Editor Photo" r:id="rId2" imgW="1886213" imgH="4304762" progId="">
                  <p:embed/>
                  <p:pic>
                    <p:nvPicPr>
                      <p:cNvPr id="921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2513" y="1295400"/>
                        <a:ext cx="2303462" cy="49450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F6F6649-CE57-438F-A9FF-463EE2F1A13B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1781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123.12.3</a:t>
            </a:r>
          </a:p>
        </p:txBody>
      </p:sp>
      <p:sp>
        <p:nvSpPr>
          <p:cNvPr id="17818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120000"/>
              </a:lnSpc>
              <a:buFont typeface="Wingdings" pitchFamily="2" charset="2"/>
              <a:buNone/>
            </a:pPr>
            <a:r>
              <a:rPr lang="en-US" b="1" dirty="0"/>
              <a:t>Will spaghetti cook faster if the water is boiling faster?</a:t>
            </a:r>
            <a:r>
              <a:rPr lang="en-US" b="1" dirty="0">
                <a:solidFill>
                  <a:srgbClr val="000000"/>
                </a:solidFill>
              </a:rPr>
              <a:t> </a:t>
            </a:r>
          </a:p>
          <a:p>
            <a:pPr marL="609600" indent="-609600" eaLnBrk="1" hangingPunct="1">
              <a:lnSpc>
                <a:spcPct val="120000"/>
              </a:lnSpc>
              <a:buFont typeface="Wingdings" pitchFamily="2" charset="2"/>
              <a:buAutoNum type="alphaLcParenR"/>
            </a:pPr>
            <a:r>
              <a:rPr lang="en-US" b="1" dirty="0">
                <a:solidFill>
                  <a:srgbClr val="000000"/>
                </a:solidFill>
              </a:rPr>
              <a:t>Yes</a:t>
            </a:r>
          </a:p>
          <a:p>
            <a:pPr marL="609600" indent="-609600" eaLnBrk="1" hangingPunct="1">
              <a:lnSpc>
                <a:spcPct val="120000"/>
              </a:lnSpc>
              <a:buFont typeface="Wingdings" pitchFamily="2" charset="2"/>
              <a:buAutoNum type="alphaLcParenR"/>
            </a:pPr>
            <a:r>
              <a:rPr lang="en-US" b="1" dirty="0">
                <a:solidFill>
                  <a:srgbClr val="000000"/>
                </a:solidFill>
              </a:rPr>
              <a:t>No</a:t>
            </a:r>
          </a:p>
          <a:p>
            <a:pPr marL="609600" indent="-609600" eaLnBrk="1" hangingPunct="1">
              <a:lnSpc>
                <a:spcPct val="120000"/>
              </a:lnSpc>
              <a:buFont typeface="Wingdings" pitchFamily="2" charset="2"/>
              <a:buAutoNum type="alphaLcParenR"/>
            </a:pPr>
            <a:r>
              <a:rPr lang="en-US" b="1" dirty="0">
                <a:solidFill>
                  <a:srgbClr val="000000"/>
                </a:solidFill>
              </a:rPr>
              <a:t>What is Spaghetti? I only eat Raman</a:t>
            </a:r>
          </a:p>
          <a:p>
            <a:pPr marL="609600" indent="-609600" eaLnBrk="1" hangingPunct="1">
              <a:lnSpc>
                <a:spcPct val="120000"/>
              </a:lnSpc>
              <a:buFont typeface="Wingdings" pitchFamily="2" charset="2"/>
              <a:buNone/>
            </a:pPr>
            <a:endParaRPr lang="en-US" b="1" dirty="0">
              <a:solidFill>
                <a:srgbClr val="000000"/>
              </a:solidFill>
            </a:endParaRPr>
          </a:p>
          <a:p>
            <a:pPr marL="609600" indent="-609600"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8328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Boiling Water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/>
            <a:r>
              <a:rPr lang="en-US" sz="2800"/>
              <a:t>At 100º C, a phase change occurs (boiling)</a:t>
            </a:r>
          </a:p>
          <a:p>
            <a:pPr eaLnBrk="1" hangingPunct="1"/>
            <a:r>
              <a:rPr lang="en-US" sz="2800"/>
              <a:t>Temperature does not change</a:t>
            </a:r>
          </a:p>
          <a:p>
            <a:pPr eaLnBrk="1" hangingPunct="1"/>
            <a:r>
              <a:rPr lang="en-US" sz="2800"/>
              <a:t>Use Q = m Lv </a:t>
            </a:r>
          </a:p>
          <a:p>
            <a:pPr eaLnBrk="1" hangingPunct="1"/>
            <a:r>
              <a:rPr lang="en-US" sz="2800"/>
              <a:t>2 260 J of energy are needed</a:t>
            </a:r>
          </a:p>
        </p:txBody>
      </p:sp>
      <p:graphicFrame>
        <p:nvGraphicFramePr>
          <p:cNvPr id="10242" name="Object 4"/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4652963" y="2514600"/>
          <a:ext cx="4033837" cy="2695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6400000" imgH="4114286" progId="">
                  <p:embed/>
                </p:oleObj>
              </mc:Choice>
              <mc:Fallback>
                <p:oleObj name="Photo Editor Photo" r:id="rId2" imgW="6400000" imgH="4114286" progId="">
                  <p:embed/>
                  <p:pic>
                    <p:nvPicPr>
                      <p:cNvPr id="1024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52963" y="2514600"/>
                        <a:ext cx="4033837" cy="26955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Heating Steam</a:t>
            </a:r>
          </a:p>
        </p:txBody>
      </p:sp>
      <p:sp>
        <p:nvSpPr>
          <p:cNvPr id="11268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55245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600"/>
              <a:t>After all the water is converted to steam, the steam will heat up</a:t>
            </a:r>
          </a:p>
          <a:p>
            <a:pPr eaLnBrk="1" hangingPunct="1">
              <a:lnSpc>
                <a:spcPct val="90000"/>
              </a:lnSpc>
            </a:pPr>
            <a:r>
              <a:rPr lang="en-US" sz="2600"/>
              <a:t>No phase change occurs</a:t>
            </a:r>
          </a:p>
          <a:p>
            <a:pPr eaLnBrk="1" hangingPunct="1">
              <a:lnSpc>
                <a:spcPct val="90000"/>
              </a:lnSpc>
            </a:pPr>
            <a:r>
              <a:rPr lang="en-US" sz="2600"/>
              <a:t>The added energy goes to increasing the temperature</a:t>
            </a:r>
          </a:p>
          <a:p>
            <a:pPr eaLnBrk="1" hangingPunct="1">
              <a:lnSpc>
                <a:spcPct val="90000"/>
              </a:lnSpc>
            </a:pPr>
            <a:r>
              <a:rPr lang="en-US" sz="2600"/>
              <a:t>Use Q = m c ΔT</a:t>
            </a:r>
          </a:p>
          <a:p>
            <a:pPr eaLnBrk="1" hangingPunct="1">
              <a:lnSpc>
                <a:spcPct val="90000"/>
              </a:lnSpc>
            </a:pPr>
            <a:r>
              <a:rPr lang="en-US" sz="2600"/>
              <a:t>To raise the temperature of the steam to 120°, 40.2 J of energy are needed</a:t>
            </a:r>
          </a:p>
          <a:p>
            <a:pPr eaLnBrk="1" hangingPunct="1">
              <a:lnSpc>
                <a:spcPct val="90000"/>
              </a:lnSpc>
            </a:pPr>
            <a:endParaRPr lang="en-US" sz="2600"/>
          </a:p>
        </p:txBody>
      </p:sp>
      <p:graphicFrame>
        <p:nvGraphicFramePr>
          <p:cNvPr id="11266" name="Object 4"/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7413625" y="1289050"/>
          <a:ext cx="1235075" cy="5340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028844" imgH="4447619" progId="">
                  <p:embed/>
                </p:oleObj>
              </mc:Choice>
              <mc:Fallback>
                <p:oleObj name="Photo Editor Photo" r:id="rId2" imgW="1028844" imgH="4447619" progId="">
                  <p:embed/>
                  <p:pic>
                    <p:nvPicPr>
                      <p:cNvPr id="1126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13625" y="1289050"/>
                        <a:ext cx="1235075" cy="53403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007BB98-8A8C-499D-B1BD-75BEAFEF8B54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1792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123.12.4</a:t>
            </a:r>
          </a:p>
        </p:txBody>
      </p:sp>
      <p:sp>
        <p:nvSpPr>
          <p:cNvPr id="440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30000"/>
              </a:lnSpc>
              <a:spcBef>
                <a:spcPct val="50000"/>
              </a:spcBef>
              <a:buFontTx/>
              <a:buNone/>
              <a:defRPr/>
            </a:pPr>
            <a:r>
              <a:rPr lang="en-US" sz="2800" b="1" dirty="0"/>
              <a:t>You put 1 kg of ice at 0</a:t>
            </a:r>
            <a:r>
              <a:rPr lang="en-US" sz="2800" b="1" baseline="30000" dirty="0"/>
              <a:t>o</a:t>
            </a:r>
            <a:r>
              <a:rPr lang="en-US" sz="2800" b="1" dirty="0"/>
              <a:t>C together with 1 kg of water at 50</a:t>
            </a:r>
            <a:r>
              <a:rPr lang="en-US" sz="2800" b="1" baseline="30000" dirty="0"/>
              <a:t>o</a:t>
            </a:r>
            <a:r>
              <a:rPr lang="en-US" sz="2800" b="1" dirty="0"/>
              <a:t>C.  What is the final temperature? </a:t>
            </a:r>
          </a:p>
          <a:p>
            <a:pPr lvl="1" eaLnBrk="1" hangingPunct="1">
              <a:lnSpc>
                <a:spcPct val="70000"/>
              </a:lnSpc>
              <a:spcBef>
                <a:spcPct val="50000"/>
              </a:spcBef>
              <a:defRPr/>
            </a:pPr>
            <a:r>
              <a:rPr lang="en-US" sz="2400" b="1" i="1" dirty="0"/>
              <a:t>L</a:t>
            </a:r>
            <a:r>
              <a:rPr lang="en-US" sz="2400" b="1" baseline="-25000" dirty="0"/>
              <a:t>F</a:t>
            </a:r>
            <a:r>
              <a:rPr lang="en-US" sz="2400" b="1" dirty="0"/>
              <a:t> = 3.33 x 10</a:t>
            </a:r>
            <a:r>
              <a:rPr lang="en-US" sz="2400" b="1" baseline="30000" dirty="0"/>
              <a:t>5</a:t>
            </a:r>
            <a:r>
              <a:rPr lang="en-US" sz="2400" b="1" dirty="0"/>
              <a:t> J/kg</a:t>
            </a:r>
            <a:endParaRPr lang="en-US" sz="2400" b="1" i="1" dirty="0"/>
          </a:p>
          <a:p>
            <a:pPr lvl="1" eaLnBrk="1" hangingPunct="1">
              <a:lnSpc>
                <a:spcPct val="70000"/>
              </a:lnSpc>
              <a:spcBef>
                <a:spcPct val="50000"/>
              </a:spcBef>
              <a:defRPr/>
            </a:pPr>
            <a:r>
              <a:rPr lang="en-US" sz="2400" b="1" i="1" dirty="0" err="1"/>
              <a:t>c</a:t>
            </a:r>
            <a:r>
              <a:rPr lang="en-US" sz="2400" b="1" baseline="-25000" dirty="0" err="1"/>
              <a:t>water</a:t>
            </a:r>
            <a:r>
              <a:rPr lang="en-US" sz="2400" b="1" dirty="0"/>
              <a:t> </a:t>
            </a:r>
            <a:r>
              <a:rPr lang="en-US" sz="2400" b="1"/>
              <a:t>= 4190 J/(kg K)</a:t>
            </a:r>
            <a:endParaRPr lang="en-US" sz="2400" b="1" dirty="0"/>
          </a:p>
          <a:p>
            <a:pPr eaLnBrk="1" hangingPunct="1">
              <a:buFontTx/>
              <a:buNone/>
              <a:defRPr/>
            </a:pPr>
            <a:r>
              <a:rPr lang="en-US" sz="2800" b="1" dirty="0">
                <a:solidFill>
                  <a:schemeClr val="tx2"/>
                </a:solidFill>
              </a:rPr>
              <a:t>a)</a:t>
            </a:r>
            <a:r>
              <a:rPr lang="en-US" sz="2800" b="1" dirty="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  </a:t>
            </a:r>
            <a:r>
              <a:rPr lang="en-US" sz="2800" b="1" dirty="0">
                <a:solidFill>
                  <a:schemeClr val="tx2"/>
                </a:solidFill>
              </a:rPr>
              <a:t>0ºC</a:t>
            </a:r>
            <a:endParaRPr lang="en-US" sz="2800" b="1" dirty="0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eaLnBrk="1" hangingPunct="1">
              <a:buFontTx/>
              <a:buNone/>
              <a:defRPr/>
            </a:pPr>
            <a:r>
              <a:rPr lang="en-US" sz="2800" b="1" dirty="0">
                <a:solidFill>
                  <a:schemeClr val="tx2"/>
                </a:solidFill>
              </a:rPr>
              <a:t>b)</a:t>
            </a:r>
            <a:r>
              <a:rPr lang="en-US" sz="2800" b="1" dirty="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  </a:t>
            </a:r>
            <a:r>
              <a:rPr lang="en-US" sz="2800" b="1" dirty="0">
                <a:solidFill>
                  <a:schemeClr val="tx2"/>
                </a:solidFill>
              </a:rPr>
              <a:t>between</a:t>
            </a:r>
            <a:r>
              <a:rPr lang="en-US" sz="2800" b="1" i="1" dirty="0">
                <a:solidFill>
                  <a:schemeClr val="tx2"/>
                </a:solidFill>
              </a:rPr>
              <a:t> </a:t>
            </a:r>
            <a:r>
              <a:rPr lang="en-US" sz="2800" b="1" dirty="0">
                <a:solidFill>
                  <a:schemeClr val="tx2"/>
                </a:solidFill>
              </a:rPr>
              <a:t>0ºC and 50ºC </a:t>
            </a:r>
            <a:endParaRPr lang="en-US" sz="2800" b="1" dirty="0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eaLnBrk="1" hangingPunct="1">
              <a:buFontTx/>
              <a:buNone/>
              <a:defRPr/>
            </a:pPr>
            <a:r>
              <a:rPr lang="en-US" sz="2800" b="1" dirty="0">
                <a:solidFill>
                  <a:schemeClr val="tx2"/>
                </a:solidFill>
              </a:rPr>
              <a:t>c)</a:t>
            </a:r>
            <a:r>
              <a:rPr lang="en-US" sz="2800" b="1" dirty="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  </a:t>
            </a:r>
            <a:r>
              <a:rPr lang="en-US" sz="2800" b="1" dirty="0">
                <a:solidFill>
                  <a:schemeClr val="tx2"/>
                </a:solidFill>
              </a:rPr>
              <a:t>50ºC </a:t>
            </a:r>
          </a:p>
          <a:p>
            <a:pPr eaLnBrk="1" hangingPunct="1">
              <a:buFontTx/>
              <a:buNone/>
              <a:defRPr/>
            </a:pPr>
            <a:r>
              <a:rPr lang="en-US" sz="2800" b="1" dirty="0">
                <a:solidFill>
                  <a:schemeClr val="tx2"/>
                </a:solidFill>
              </a:rPr>
              <a:t>d)   greater than 50ºC </a:t>
            </a:r>
          </a:p>
          <a:p>
            <a:pPr eaLnBrk="1" hangingPunct="1">
              <a:lnSpc>
                <a:spcPct val="70000"/>
              </a:lnSpc>
              <a:spcBef>
                <a:spcPct val="50000"/>
              </a:spcBef>
              <a:defRPr/>
            </a:pPr>
            <a:endParaRPr lang="en-US" sz="2800" b="1" dirty="0"/>
          </a:p>
          <a:p>
            <a:pPr eaLnBrk="1" hangingPunct="1">
              <a:defRPr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411677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FD1FA26-18DF-43C6-A97B-C986A449F318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1761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123.12.5</a:t>
            </a:r>
          </a:p>
        </p:txBody>
      </p:sp>
      <p:sp>
        <p:nvSpPr>
          <p:cNvPr id="438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  <a:spcBef>
                <a:spcPct val="50000"/>
              </a:spcBef>
              <a:buFontTx/>
              <a:buNone/>
              <a:defRPr/>
            </a:pPr>
            <a:r>
              <a:rPr lang="en-US" sz="2400" b="1">
                <a:solidFill>
                  <a:schemeClr val="accent2"/>
                </a:solidFill>
              </a:rPr>
              <a:t>1 kg of water at 100 </a:t>
            </a:r>
            <a:r>
              <a:rPr lang="en-US" sz="2400" b="1" baseline="30000">
                <a:solidFill>
                  <a:schemeClr val="accent2"/>
                </a:solidFill>
              </a:rPr>
              <a:t>o</a:t>
            </a:r>
            <a:r>
              <a:rPr lang="en-US" sz="2400" b="1">
                <a:solidFill>
                  <a:schemeClr val="accent2"/>
                </a:solidFill>
              </a:rPr>
              <a:t>C</a:t>
            </a:r>
            <a:r>
              <a:rPr lang="en-US" sz="2400" b="1"/>
              <a:t> is poured into a bucket that contains </a:t>
            </a:r>
            <a:r>
              <a:rPr lang="en-US" sz="2400" b="1">
                <a:solidFill>
                  <a:schemeClr val="accent2"/>
                </a:solidFill>
              </a:rPr>
              <a:t>4 kg of water at 0 </a:t>
            </a:r>
            <a:r>
              <a:rPr lang="en-US" sz="2400" b="1" baseline="30000">
                <a:solidFill>
                  <a:schemeClr val="accent2"/>
                </a:solidFill>
              </a:rPr>
              <a:t>o</a:t>
            </a:r>
            <a:r>
              <a:rPr lang="en-US" sz="2400" b="1">
                <a:solidFill>
                  <a:schemeClr val="accent2"/>
                </a:solidFill>
              </a:rPr>
              <a:t>C</a:t>
            </a:r>
            <a:r>
              <a:rPr lang="en-US" sz="2400" b="1"/>
              <a:t>.   Find the equilibrium temperature (neglect the influence of the bucket). 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400" b="1">
                <a:solidFill>
                  <a:schemeClr val="tx2"/>
                </a:solidFill>
              </a:rPr>
              <a:t>a)</a:t>
            </a:r>
            <a:r>
              <a:rPr lang="en-US" sz="2400" b="1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  </a:t>
            </a:r>
            <a:r>
              <a:rPr lang="en-US" sz="2400" b="1">
                <a:solidFill>
                  <a:schemeClr val="tx2"/>
                </a:solidFill>
              </a:rPr>
              <a:t>0 </a:t>
            </a:r>
            <a:r>
              <a:rPr lang="en-US" sz="2400" b="1" baseline="30000">
                <a:solidFill>
                  <a:schemeClr val="tx2"/>
                </a:solidFill>
              </a:rPr>
              <a:t>o</a:t>
            </a:r>
            <a:r>
              <a:rPr lang="en-US" sz="2400" b="1">
                <a:solidFill>
                  <a:schemeClr val="tx2"/>
                </a:solidFill>
              </a:rPr>
              <a:t>C</a:t>
            </a:r>
            <a:endParaRPr lang="en-US" sz="2400" b="1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400" b="1">
                <a:solidFill>
                  <a:schemeClr val="tx2"/>
                </a:solidFill>
              </a:rPr>
              <a:t>b)</a:t>
            </a:r>
            <a:r>
              <a:rPr lang="en-US" sz="2400" b="1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  </a:t>
            </a:r>
            <a:r>
              <a:rPr lang="en-US" sz="2400" b="1">
                <a:solidFill>
                  <a:schemeClr val="tx2"/>
                </a:solidFill>
              </a:rPr>
              <a:t>20 </a:t>
            </a:r>
            <a:r>
              <a:rPr lang="en-US" sz="2400" b="1" baseline="30000">
                <a:solidFill>
                  <a:schemeClr val="tx2"/>
                </a:solidFill>
              </a:rPr>
              <a:t>o</a:t>
            </a:r>
            <a:r>
              <a:rPr lang="en-US" sz="2400" b="1">
                <a:solidFill>
                  <a:schemeClr val="tx2"/>
                </a:solidFill>
              </a:rPr>
              <a:t>C </a:t>
            </a:r>
            <a:endParaRPr lang="en-US" sz="2400" b="1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400" b="1">
                <a:solidFill>
                  <a:schemeClr val="tx2"/>
                </a:solidFill>
              </a:rPr>
              <a:t>c)</a:t>
            </a:r>
            <a:r>
              <a:rPr lang="en-US" sz="2400" b="1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  </a:t>
            </a:r>
            <a:r>
              <a:rPr lang="en-US" sz="2400" b="1">
                <a:solidFill>
                  <a:schemeClr val="tx2"/>
                </a:solidFill>
              </a:rPr>
              <a:t>50 </a:t>
            </a:r>
            <a:r>
              <a:rPr lang="en-US" sz="2400" b="1" baseline="30000">
                <a:solidFill>
                  <a:schemeClr val="tx2"/>
                </a:solidFill>
              </a:rPr>
              <a:t>o</a:t>
            </a:r>
            <a:r>
              <a:rPr lang="en-US" sz="2400" b="1">
                <a:solidFill>
                  <a:schemeClr val="tx2"/>
                </a:solidFill>
              </a:rPr>
              <a:t>C 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400" b="1">
                <a:solidFill>
                  <a:schemeClr val="tx2"/>
                </a:solidFill>
              </a:rPr>
              <a:t>d)   80 </a:t>
            </a:r>
            <a:r>
              <a:rPr lang="en-US" sz="2400" b="1" baseline="30000">
                <a:solidFill>
                  <a:schemeClr val="tx2"/>
                </a:solidFill>
              </a:rPr>
              <a:t>o</a:t>
            </a:r>
            <a:r>
              <a:rPr lang="en-US" sz="2400" b="1">
                <a:solidFill>
                  <a:schemeClr val="tx2"/>
                </a:solidFill>
              </a:rPr>
              <a:t>C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400" b="1">
                <a:solidFill>
                  <a:schemeClr val="tx2"/>
                </a:solidFill>
              </a:rPr>
              <a:t>e)   100 </a:t>
            </a:r>
            <a:r>
              <a:rPr lang="en-US" sz="2400" b="1" baseline="30000">
                <a:solidFill>
                  <a:schemeClr val="tx2"/>
                </a:solidFill>
              </a:rPr>
              <a:t>o</a:t>
            </a:r>
            <a:r>
              <a:rPr lang="en-US" sz="2400" b="1">
                <a:solidFill>
                  <a:schemeClr val="tx2"/>
                </a:solidFill>
              </a:rPr>
              <a:t>C</a:t>
            </a:r>
            <a:endParaRPr lang="en-US" sz="2400" b="1"/>
          </a:p>
          <a:p>
            <a:pPr eaLnBrk="1" hangingPunct="1">
              <a:lnSpc>
                <a:spcPct val="90000"/>
              </a:lnSpc>
              <a:defRPr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8318142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Problem Solving Strategies</a:t>
            </a:r>
          </a:p>
        </p:txBody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Make a table</a:t>
            </a:r>
          </a:p>
          <a:p>
            <a:pPr lvl="1" eaLnBrk="1" hangingPunct="1"/>
            <a:r>
              <a:rPr lang="en-US"/>
              <a:t>A column for each quantity</a:t>
            </a:r>
          </a:p>
          <a:p>
            <a:pPr lvl="1" eaLnBrk="1" hangingPunct="1"/>
            <a:r>
              <a:rPr lang="en-US"/>
              <a:t>A row for each phase and/or phase change</a:t>
            </a:r>
          </a:p>
          <a:p>
            <a:pPr lvl="1" eaLnBrk="1" hangingPunct="1"/>
            <a:r>
              <a:rPr lang="en-US"/>
              <a:t>Use a final column for the combination of quantities</a:t>
            </a:r>
          </a:p>
          <a:p>
            <a:pPr eaLnBrk="1" hangingPunct="1"/>
            <a:r>
              <a:rPr lang="en-US"/>
              <a:t>Use consistent units</a:t>
            </a:r>
          </a:p>
          <a:p>
            <a:pPr lvl="1" eaLnBrk="1" hangingPunct="1">
              <a:buFontTx/>
              <a:buNone/>
            </a:pPr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Problem Solving Strategies, cont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/>
              <a:t>Apply Conservation of Energy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Transfers in energy are given as Q=mcΔT for processes with no phase changes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Use Q = m L</a:t>
            </a:r>
            <a:r>
              <a:rPr lang="en-US" baseline="-25000"/>
              <a:t>f</a:t>
            </a:r>
            <a:r>
              <a:rPr lang="en-US"/>
              <a:t> or Q = m L</a:t>
            </a:r>
            <a:r>
              <a:rPr lang="en-US" baseline="-25000"/>
              <a:t>v</a:t>
            </a:r>
            <a:r>
              <a:rPr lang="en-US"/>
              <a:t> if there is a phase change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In Q</a:t>
            </a:r>
            <a:r>
              <a:rPr lang="en-US" baseline="-25000"/>
              <a:t>cold</a:t>
            </a:r>
            <a:r>
              <a:rPr lang="en-US"/>
              <a:t> = - Q</a:t>
            </a:r>
            <a:r>
              <a:rPr lang="en-US" baseline="-25000"/>
              <a:t>hot</a:t>
            </a:r>
            <a:r>
              <a:rPr lang="en-US"/>
              <a:t> be careful of sign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ΔT is T</a:t>
            </a:r>
            <a:r>
              <a:rPr lang="en-US" baseline="-25000"/>
              <a:t>f</a:t>
            </a:r>
            <a:r>
              <a:rPr lang="en-US"/>
              <a:t> – T</a:t>
            </a:r>
            <a:r>
              <a:rPr lang="en-US" baseline="-25000"/>
              <a:t>i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Solve for the unknown</a:t>
            </a:r>
          </a:p>
          <a:p>
            <a:pPr eaLnBrk="1" hangingPunct="1">
              <a:lnSpc>
                <a:spcPct val="90000"/>
              </a:lnSpc>
            </a:pPr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Calorimeter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One technique for determining the specific heat of a substance</a:t>
            </a:r>
          </a:p>
          <a:p>
            <a:pPr eaLnBrk="1" hangingPunct="1"/>
            <a:r>
              <a:rPr lang="en-US"/>
              <a:t>A </a:t>
            </a:r>
            <a:r>
              <a:rPr lang="en-US" i="1"/>
              <a:t>calorimeter</a:t>
            </a:r>
            <a:r>
              <a:rPr lang="en-US"/>
              <a:t> is a vessel that is a good insulator which allows a thermal equilibrium to be achieved between substances without any energy loss to the environment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Calorimetry</a:t>
            </a:r>
          </a:p>
        </p:txBody>
      </p:sp>
      <p:sp>
        <p:nvSpPr>
          <p:cNvPr id="45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800"/>
              <a:t>Analysis performed using a calorimeter</a:t>
            </a:r>
          </a:p>
          <a:p>
            <a:pPr eaLnBrk="1" hangingPunct="1"/>
            <a:r>
              <a:rPr lang="en-US" sz="2800"/>
              <a:t>Conservation of energy applies to the isolated system</a:t>
            </a:r>
          </a:p>
          <a:p>
            <a:pPr eaLnBrk="1" hangingPunct="1"/>
            <a:r>
              <a:rPr lang="en-US" sz="2800"/>
              <a:t>The energy that leaves the warmer substance equals the energy that enters the water</a:t>
            </a:r>
          </a:p>
          <a:p>
            <a:pPr lvl="1" eaLnBrk="1" hangingPunct="1"/>
            <a:r>
              <a:rPr lang="en-US" sz="2400"/>
              <a:t>                              Q</a:t>
            </a:r>
            <a:r>
              <a:rPr lang="en-US" sz="2400" baseline="-25000"/>
              <a:t>cold</a:t>
            </a:r>
            <a:r>
              <a:rPr lang="en-US" sz="2400"/>
              <a:t> = -Q</a:t>
            </a:r>
            <a:r>
              <a:rPr lang="en-US" sz="2400" baseline="-25000"/>
              <a:t>hot</a:t>
            </a:r>
            <a:r>
              <a:rPr lang="en-US" sz="2400"/>
              <a:t> </a:t>
            </a:r>
          </a:p>
          <a:p>
            <a:pPr lvl="1" eaLnBrk="1" hangingPunct="1"/>
            <a:r>
              <a:rPr lang="en-US" sz="2400"/>
              <a:t>Negative sign keeps consistency in the sign convention of ΔT</a:t>
            </a:r>
          </a:p>
          <a:p>
            <a:pPr eaLnBrk="1" hangingPunct="1"/>
            <a:endParaRPr lang="en-US" sz="280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Calorimeter</a:t>
            </a:r>
          </a:p>
        </p:txBody>
      </p:sp>
      <p:grpSp>
        <p:nvGrpSpPr>
          <p:cNvPr id="2" name="Group 89"/>
          <p:cNvGrpSpPr>
            <a:grpSpLocks/>
          </p:cNvGrpSpPr>
          <p:nvPr/>
        </p:nvGrpSpPr>
        <p:grpSpPr bwMode="auto">
          <a:xfrm>
            <a:off x="523875" y="1795463"/>
            <a:ext cx="8397875" cy="3541712"/>
            <a:chOff x="330" y="1131"/>
            <a:chExt cx="5290" cy="2231"/>
          </a:xfrm>
        </p:grpSpPr>
        <p:sp>
          <p:nvSpPr>
            <p:cNvPr id="46084" name="Rectangle 4" descr="Wide upward diagonal"/>
            <p:cNvSpPr>
              <a:spLocks noChangeArrowheads="1"/>
            </p:cNvSpPr>
            <p:nvPr/>
          </p:nvSpPr>
          <p:spPr bwMode="auto">
            <a:xfrm>
              <a:off x="330" y="1949"/>
              <a:ext cx="1417" cy="1335"/>
            </a:xfrm>
            <a:prstGeom prst="rect">
              <a:avLst/>
            </a:prstGeom>
            <a:pattFill prst="wdUpDiag">
              <a:fgClr>
                <a:schemeClr val="accent1"/>
              </a:fgClr>
              <a:bgClr>
                <a:schemeClr val="bg1"/>
              </a:bgClr>
            </a:patt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85" name="Rectangle 5"/>
            <p:cNvSpPr>
              <a:spLocks noChangeArrowheads="1"/>
            </p:cNvSpPr>
            <p:nvPr/>
          </p:nvSpPr>
          <p:spPr bwMode="auto">
            <a:xfrm>
              <a:off x="494" y="1949"/>
              <a:ext cx="1097" cy="1198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86" name="Rectangle 6"/>
            <p:cNvSpPr>
              <a:spLocks noChangeArrowheads="1"/>
            </p:cNvSpPr>
            <p:nvPr/>
          </p:nvSpPr>
          <p:spPr bwMode="auto">
            <a:xfrm>
              <a:off x="500" y="2145"/>
              <a:ext cx="1069" cy="997"/>
            </a:xfrm>
            <a:prstGeom prst="rect">
              <a:avLst/>
            </a:prstGeom>
            <a:solidFill>
              <a:schemeClr val="accent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593" y="1286"/>
              <a:ext cx="109" cy="1372"/>
              <a:chOff x="4279" y="1535"/>
              <a:chExt cx="164" cy="1692"/>
            </a:xfrm>
          </p:grpSpPr>
          <p:sp>
            <p:nvSpPr>
              <p:cNvPr id="46125" name="Oval 8"/>
              <p:cNvSpPr>
                <a:spLocks noChangeArrowheads="1"/>
              </p:cNvSpPr>
              <p:nvPr/>
            </p:nvSpPr>
            <p:spPr bwMode="auto">
              <a:xfrm>
                <a:off x="4279" y="3035"/>
                <a:ext cx="164" cy="192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4332" y="1535"/>
                <a:ext cx="65" cy="1591"/>
                <a:chOff x="4917" y="2212"/>
                <a:chExt cx="202" cy="1591"/>
              </a:xfrm>
            </p:grpSpPr>
            <p:sp>
              <p:nvSpPr>
                <p:cNvPr id="46129" name="AutoShape 10"/>
                <p:cNvSpPr>
                  <a:spLocks noChangeArrowheads="1"/>
                </p:cNvSpPr>
                <p:nvPr/>
              </p:nvSpPr>
              <p:spPr bwMode="auto">
                <a:xfrm rot="-5400000">
                  <a:off x="4222" y="2907"/>
                  <a:ext cx="1591" cy="202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0" name="Line 11"/>
                <p:cNvSpPr>
                  <a:spLocks noChangeShapeType="1"/>
                </p:cNvSpPr>
                <p:nvPr/>
              </p:nvSpPr>
              <p:spPr bwMode="auto">
                <a:xfrm>
                  <a:off x="4962" y="308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1" name="Line 12"/>
                <p:cNvSpPr>
                  <a:spLocks noChangeShapeType="1"/>
                </p:cNvSpPr>
                <p:nvPr/>
              </p:nvSpPr>
              <p:spPr bwMode="auto">
                <a:xfrm>
                  <a:off x="4962" y="317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2" name="Line 13"/>
                <p:cNvSpPr>
                  <a:spLocks noChangeShapeType="1"/>
                </p:cNvSpPr>
                <p:nvPr/>
              </p:nvSpPr>
              <p:spPr bwMode="auto">
                <a:xfrm>
                  <a:off x="4962" y="327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3" name="Line 14"/>
                <p:cNvSpPr>
                  <a:spLocks noChangeShapeType="1"/>
                </p:cNvSpPr>
                <p:nvPr/>
              </p:nvSpPr>
              <p:spPr bwMode="auto">
                <a:xfrm>
                  <a:off x="4962" y="3369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4" name="Line 15"/>
                <p:cNvSpPr>
                  <a:spLocks noChangeShapeType="1"/>
                </p:cNvSpPr>
                <p:nvPr/>
              </p:nvSpPr>
              <p:spPr bwMode="auto">
                <a:xfrm>
                  <a:off x="4962" y="3465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5" name="Line 16"/>
                <p:cNvSpPr>
                  <a:spLocks noChangeShapeType="1"/>
                </p:cNvSpPr>
                <p:nvPr/>
              </p:nvSpPr>
              <p:spPr bwMode="auto">
                <a:xfrm>
                  <a:off x="4962" y="356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6" name="Line 17"/>
                <p:cNvSpPr>
                  <a:spLocks noChangeShapeType="1"/>
                </p:cNvSpPr>
                <p:nvPr/>
              </p:nvSpPr>
              <p:spPr bwMode="auto">
                <a:xfrm>
                  <a:off x="4962" y="365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7" name="Line 18"/>
                <p:cNvSpPr>
                  <a:spLocks noChangeShapeType="1"/>
                </p:cNvSpPr>
                <p:nvPr/>
              </p:nvSpPr>
              <p:spPr bwMode="auto">
                <a:xfrm>
                  <a:off x="4962" y="375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8" name="Line 19"/>
                <p:cNvSpPr>
                  <a:spLocks noChangeShapeType="1"/>
                </p:cNvSpPr>
                <p:nvPr/>
              </p:nvSpPr>
              <p:spPr bwMode="auto">
                <a:xfrm>
                  <a:off x="4968" y="230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9" name="Line 20"/>
                <p:cNvSpPr>
                  <a:spLocks noChangeShapeType="1"/>
                </p:cNvSpPr>
                <p:nvPr/>
              </p:nvSpPr>
              <p:spPr bwMode="auto">
                <a:xfrm>
                  <a:off x="4968" y="240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40" name="Line 21"/>
                <p:cNvSpPr>
                  <a:spLocks noChangeShapeType="1"/>
                </p:cNvSpPr>
                <p:nvPr/>
              </p:nvSpPr>
              <p:spPr bwMode="auto">
                <a:xfrm>
                  <a:off x="4968" y="249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41" name="Line 22"/>
                <p:cNvSpPr>
                  <a:spLocks noChangeShapeType="1"/>
                </p:cNvSpPr>
                <p:nvPr/>
              </p:nvSpPr>
              <p:spPr bwMode="auto">
                <a:xfrm>
                  <a:off x="4968" y="2592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42" name="Line 23"/>
                <p:cNvSpPr>
                  <a:spLocks noChangeShapeType="1"/>
                </p:cNvSpPr>
                <p:nvPr/>
              </p:nvSpPr>
              <p:spPr bwMode="auto">
                <a:xfrm>
                  <a:off x="4968" y="2688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43" name="Line 24"/>
                <p:cNvSpPr>
                  <a:spLocks noChangeShapeType="1"/>
                </p:cNvSpPr>
                <p:nvPr/>
              </p:nvSpPr>
              <p:spPr bwMode="auto">
                <a:xfrm>
                  <a:off x="4968" y="278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44" name="Line 25"/>
                <p:cNvSpPr>
                  <a:spLocks noChangeShapeType="1"/>
                </p:cNvSpPr>
                <p:nvPr/>
              </p:nvSpPr>
              <p:spPr bwMode="auto">
                <a:xfrm>
                  <a:off x="4968" y="288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45" name="Line 26"/>
                <p:cNvSpPr>
                  <a:spLocks noChangeShapeType="1"/>
                </p:cNvSpPr>
                <p:nvPr/>
              </p:nvSpPr>
              <p:spPr bwMode="auto">
                <a:xfrm>
                  <a:off x="4968" y="297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6127" name="Oval 27"/>
              <p:cNvSpPr>
                <a:spLocks noChangeArrowheads="1"/>
              </p:cNvSpPr>
              <p:nvPr/>
            </p:nvSpPr>
            <p:spPr bwMode="auto">
              <a:xfrm>
                <a:off x="4316" y="3063"/>
                <a:ext cx="91" cy="137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28" name="Rectangle 28"/>
              <p:cNvSpPr>
                <a:spLocks noChangeArrowheads="1"/>
              </p:cNvSpPr>
              <p:nvPr/>
            </p:nvSpPr>
            <p:spPr bwMode="auto">
              <a:xfrm>
                <a:off x="4352" y="2240"/>
                <a:ext cx="27" cy="859"/>
              </a:xfrm>
              <a:prstGeom prst="rect">
                <a:avLst/>
              </a:prstGeom>
              <a:solidFill>
                <a:srgbClr val="FF000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6088" name="Rectangle 29"/>
            <p:cNvSpPr>
              <a:spLocks noChangeArrowheads="1"/>
            </p:cNvSpPr>
            <p:nvPr/>
          </p:nvSpPr>
          <p:spPr bwMode="auto">
            <a:xfrm>
              <a:off x="1153" y="1181"/>
              <a:ext cx="238" cy="366"/>
            </a:xfrm>
            <a:prstGeom prst="rect">
              <a:avLst/>
            </a:prstGeom>
            <a:solidFill>
              <a:srgbClr val="99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89" name="Text Box 52"/>
            <p:cNvSpPr txBox="1">
              <a:spLocks noChangeArrowheads="1"/>
            </p:cNvSpPr>
            <p:nvPr/>
          </p:nvSpPr>
          <p:spPr bwMode="auto">
            <a:xfrm>
              <a:off x="1398" y="1131"/>
              <a:ext cx="1475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l"/>
              <a:r>
                <a:rPr lang="en-US"/>
                <a:t>Sample at known temperature T</a:t>
              </a:r>
              <a:r>
                <a:rPr lang="en-US" baseline="-25000"/>
                <a:t>x</a:t>
              </a:r>
              <a:r>
                <a:rPr lang="en-US"/>
                <a:t> </a:t>
              </a:r>
            </a:p>
          </p:txBody>
        </p:sp>
        <p:sp>
          <p:nvSpPr>
            <p:cNvPr id="46090" name="Text Box 53"/>
            <p:cNvSpPr txBox="1">
              <a:spLocks noChangeArrowheads="1"/>
            </p:cNvSpPr>
            <p:nvPr/>
          </p:nvSpPr>
          <p:spPr bwMode="auto">
            <a:xfrm>
              <a:off x="1757" y="1615"/>
              <a:ext cx="1475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l"/>
              <a:r>
                <a:rPr lang="en-US"/>
                <a:t>Water at known temperature T</a:t>
              </a:r>
              <a:r>
                <a:rPr lang="en-US" baseline="-25000"/>
                <a:t>w</a:t>
              </a:r>
              <a:r>
                <a:rPr lang="en-US"/>
                <a:t> </a:t>
              </a:r>
            </a:p>
          </p:txBody>
        </p:sp>
        <p:sp>
          <p:nvSpPr>
            <p:cNvPr id="46091" name="Freeform 54"/>
            <p:cNvSpPr>
              <a:spLocks/>
            </p:cNvSpPr>
            <p:nvPr/>
          </p:nvSpPr>
          <p:spPr bwMode="auto">
            <a:xfrm flipV="1">
              <a:off x="1323" y="1996"/>
              <a:ext cx="512" cy="334"/>
            </a:xfrm>
            <a:custGeom>
              <a:avLst/>
              <a:gdLst>
                <a:gd name="T0" fmla="*/ 512 w 512"/>
                <a:gd name="T1" fmla="*/ 210 h 210"/>
                <a:gd name="T2" fmla="*/ 238 w 512"/>
                <a:gd name="T3" fmla="*/ 146 h 210"/>
                <a:gd name="T4" fmla="*/ 293 w 512"/>
                <a:gd name="T5" fmla="*/ 92 h 210"/>
                <a:gd name="T6" fmla="*/ 0 w 512"/>
                <a:gd name="T7" fmla="*/ 0 h 21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12"/>
                <a:gd name="T13" fmla="*/ 0 h 210"/>
                <a:gd name="T14" fmla="*/ 512 w 512"/>
                <a:gd name="T15" fmla="*/ 210 h 21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12" h="210">
                  <a:moveTo>
                    <a:pt x="512" y="210"/>
                  </a:moveTo>
                  <a:cubicBezTo>
                    <a:pt x="393" y="188"/>
                    <a:pt x="275" y="166"/>
                    <a:pt x="238" y="146"/>
                  </a:cubicBezTo>
                  <a:cubicBezTo>
                    <a:pt x="201" y="126"/>
                    <a:pt x="333" y="116"/>
                    <a:pt x="293" y="92"/>
                  </a:cubicBezTo>
                  <a:cubicBezTo>
                    <a:pt x="253" y="68"/>
                    <a:pt x="126" y="34"/>
                    <a:pt x="0" y="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92" name="Text Box 55"/>
            <p:cNvSpPr txBox="1">
              <a:spLocks noChangeArrowheads="1"/>
            </p:cNvSpPr>
            <p:nvPr/>
          </p:nvSpPr>
          <p:spPr bwMode="auto">
            <a:xfrm>
              <a:off x="1910" y="2957"/>
              <a:ext cx="1475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l"/>
              <a:r>
                <a:rPr lang="en-US"/>
                <a:t>Insulated container</a:t>
              </a:r>
            </a:p>
          </p:txBody>
        </p:sp>
        <p:sp>
          <p:nvSpPr>
            <p:cNvPr id="46093" name="Line 56"/>
            <p:cNvSpPr>
              <a:spLocks noChangeShapeType="1"/>
            </p:cNvSpPr>
            <p:nvPr/>
          </p:nvSpPr>
          <p:spPr bwMode="auto">
            <a:xfrm flipH="1">
              <a:off x="1665" y="3080"/>
              <a:ext cx="22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94" name="Rectangle 57" descr="Wide upward diagonal"/>
            <p:cNvSpPr>
              <a:spLocks noChangeArrowheads="1"/>
            </p:cNvSpPr>
            <p:nvPr/>
          </p:nvSpPr>
          <p:spPr bwMode="auto">
            <a:xfrm>
              <a:off x="3900" y="2027"/>
              <a:ext cx="1417" cy="1335"/>
            </a:xfrm>
            <a:prstGeom prst="rect">
              <a:avLst/>
            </a:prstGeom>
            <a:pattFill prst="wdUpDiag">
              <a:fgClr>
                <a:schemeClr val="accent1"/>
              </a:fgClr>
              <a:bgClr>
                <a:schemeClr val="bg1"/>
              </a:bgClr>
            </a:patt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95" name="Rectangle 58"/>
            <p:cNvSpPr>
              <a:spLocks noChangeArrowheads="1"/>
            </p:cNvSpPr>
            <p:nvPr/>
          </p:nvSpPr>
          <p:spPr bwMode="auto">
            <a:xfrm>
              <a:off x="4064" y="2027"/>
              <a:ext cx="1097" cy="1198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96" name="Rectangle 59"/>
            <p:cNvSpPr>
              <a:spLocks noChangeArrowheads="1"/>
            </p:cNvSpPr>
            <p:nvPr/>
          </p:nvSpPr>
          <p:spPr bwMode="auto">
            <a:xfrm>
              <a:off x="4070" y="2223"/>
              <a:ext cx="1069" cy="997"/>
            </a:xfrm>
            <a:prstGeom prst="rect">
              <a:avLst/>
            </a:prstGeom>
            <a:solidFill>
              <a:schemeClr val="accent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84"/>
            <p:cNvGrpSpPr>
              <a:grpSpLocks/>
            </p:cNvGrpSpPr>
            <p:nvPr/>
          </p:nvGrpSpPr>
          <p:grpSpPr bwMode="auto">
            <a:xfrm>
              <a:off x="4163" y="1364"/>
              <a:ext cx="111" cy="1372"/>
              <a:chOff x="3983" y="1499"/>
              <a:chExt cx="289" cy="1372"/>
            </a:xfrm>
          </p:grpSpPr>
          <p:sp>
            <p:nvSpPr>
              <p:cNvPr id="46104" name="Oval 61"/>
              <p:cNvSpPr>
                <a:spLocks noChangeArrowheads="1"/>
              </p:cNvSpPr>
              <p:nvPr/>
            </p:nvSpPr>
            <p:spPr bwMode="auto">
              <a:xfrm>
                <a:off x="3983" y="2715"/>
                <a:ext cx="289" cy="156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6" name="Group 62"/>
              <p:cNvGrpSpPr>
                <a:grpSpLocks/>
              </p:cNvGrpSpPr>
              <p:nvPr/>
            </p:nvGrpSpPr>
            <p:grpSpPr bwMode="auto">
              <a:xfrm>
                <a:off x="4076" y="1499"/>
                <a:ext cx="115" cy="1290"/>
                <a:chOff x="4917" y="2212"/>
                <a:chExt cx="202" cy="1591"/>
              </a:xfrm>
            </p:grpSpPr>
            <p:sp>
              <p:nvSpPr>
                <p:cNvPr id="46108" name="AutoShape 63"/>
                <p:cNvSpPr>
                  <a:spLocks noChangeArrowheads="1"/>
                </p:cNvSpPr>
                <p:nvPr/>
              </p:nvSpPr>
              <p:spPr bwMode="auto">
                <a:xfrm rot="-5400000">
                  <a:off x="4222" y="2907"/>
                  <a:ext cx="1591" cy="202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09" name="Line 64"/>
                <p:cNvSpPr>
                  <a:spLocks noChangeShapeType="1"/>
                </p:cNvSpPr>
                <p:nvPr/>
              </p:nvSpPr>
              <p:spPr bwMode="auto">
                <a:xfrm>
                  <a:off x="4962" y="308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0" name="Line 65"/>
                <p:cNvSpPr>
                  <a:spLocks noChangeShapeType="1"/>
                </p:cNvSpPr>
                <p:nvPr/>
              </p:nvSpPr>
              <p:spPr bwMode="auto">
                <a:xfrm>
                  <a:off x="4962" y="317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1" name="Line 66"/>
                <p:cNvSpPr>
                  <a:spLocks noChangeShapeType="1"/>
                </p:cNvSpPr>
                <p:nvPr/>
              </p:nvSpPr>
              <p:spPr bwMode="auto">
                <a:xfrm>
                  <a:off x="4962" y="327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2" name="Line 67"/>
                <p:cNvSpPr>
                  <a:spLocks noChangeShapeType="1"/>
                </p:cNvSpPr>
                <p:nvPr/>
              </p:nvSpPr>
              <p:spPr bwMode="auto">
                <a:xfrm>
                  <a:off x="4962" y="3369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3" name="Line 68"/>
                <p:cNvSpPr>
                  <a:spLocks noChangeShapeType="1"/>
                </p:cNvSpPr>
                <p:nvPr/>
              </p:nvSpPr>
              <p:spPr bwMode="auto">
                <a:xfrm>
                  <a:off x="4962" y="3465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4" name="Line 69"/>
                <p:cNvSpPr>
                  <a:spLocks noChangeShapeType="1"/>
                </p:cNvSpPr>
                <p:nvPr/>
              </p:nvSpPr>
              <p:spPr bwMode="auto">
                <a:xfrm>
                  <a:off x="4962" y="356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5" name="Line 70"/>
                <p:cNvSpPr>
                  <a:spLocks noChangeShapeType="1"/>
                </p:cNvSpPr>
                <p:nvPr/>
              </p:nvSpPr>
              <p:spPr bwMode="auto">
                <a:xfrm>
                  <a:off x="4962" y="365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6" name="Line 71"/>
                <p:cNvSpPr>
                  <a:spLocks noChangeShapeType="1"/>
                </p:cNvSpPr>
                <p:nvPr/>
              </p:nvSpPr>
              <p:spPr bwMode="auto">
                <a:xfrm>
                  <a:off x="4962" y="375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7" name="Line 72"/>
                <p:cNvSpPr>
                  <a:spLocks noChangeShapeType="1"/>
                </p:cNvSpPr>
                <p:nvPr/>
              </p:nvSpPr>
              <p:spPr bwMode="auto">
                <a:xfrm>
                  <a:off x="4968" y="230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8" name="Line 73"/>
                <p:cNvSpPr>
                  <a:spLocks noChangeShapeType="1"/>
                </p:cNvSpPr>
                <p:nvPr/>
              </p:nvSpPr>
              <p:spPr bwMode="auto">
                <a:xfrm>
                  <a:off x="4968" y="240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9" name="Line 74"/>
                <p:cNvSpPr>
                  <a:spLocks noChangeShapeType="1"/>
                </p:cNvSpPr>
                <p:nvPr/>
              </p:nvSpPr>
              <p:spPr bwMode="auto">
                <a:xfrm>
                  <a:off x="4968" y="249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20" name="Line 75"/>
                <p:cNvSpPr>
                  <a:spLocks noChangeShapeType="1"/>
                </p:cNvSpPr>
                <p:nvPr/>
              </p:nvSpPr>
              <p:spPr bwMode="auto">
                <a:xfrm>
                  <a:off x="4968" y="2592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21" name="Line 76"/>
                <p:cNvSpPr>
                  <a:spLocks noChangeShapeType="1"/>
                </p:cNvSpPr>
                <p:nvPr/>
              </p:nvSpPr>
              <p:spPr bwMode="auto">
                <a:xfrm>
                  <a:off x="4968" y="2688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22" name="Line 77"/>
                <p:cNvSpPr>
                  <a:spLocks noChangeShapeType="1"/>
                </p:cNvSpPr>
                <p:nvPr/>
              </p:nvSpPr>
              <p:spPr bwMode="auto">
                <a:xfrm>
                  <a:off x="4968" y="278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23" name="Line 78"/>
                <p:cNvSpPr>
                  <a:spLocks noChangeShapeType="1"/>
                </p:cNvSpPr>
                <p:nvPr/>
              </p:nvSpPr>
              <p:spPr bwMode="auto">
                <a:xfrm>
                  <a:off x="4968" y="288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24" name="Line 79"/>
                <p:cNvSpPr>
                  <a:spLocks noChangeShapeType="1"/>
                </p:cNvSpPr>
                <p:nvPr/>
              </p:nvSpPr>
              <p:spPr bwMode="auto">
                <a:xfrm>
                  <a:off x="4968" y="297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6106" name="Oval 80"/>
              <p:cNvSpPr>
                <a:spLocks noChangeArrowheads="1"/>
              </p:cNvSpPr>
              <p:nvPr/>
            </p:nvSpPr>
            <p:spPr bwMode="auto">
              <a:xfrm>
                <a:off x="4048" y="2738"/>
                <a:ext cx="161" cy="111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07" name="Rectangle 81"/>
              <p:cNvSpPr>
                <a:spLocks noChangeArrowheads="1"/>
              </p:cNvSpPr>
              <p:nvPr/>
            </p:nvSpPr>
            <p:spPr bwMode="auto">
              <a:xfrm>
                <a:off x="4112" y="1609"/>
                <a:ext cx="47" cy="1158"/>
              </a:xfrm>
              <a:prstGeom prst="rect">
                <a:avLst/>
              </a:prstGeom>
              <a:solidFill>
                <a:srgbClr val="FF000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6098" name="Rectangle 82"/>
            <p:cNvSpPr>
              <a:spLocks noChangeArrowheads="1"/>
            </p:cNvSpPr>
            <p:nvPr/>
          </p:nvSpPr>
          <p:spPr bwMode="auto">
            <a:xfrm>
              <a:off x="4768" y="2603"/>
              <a:ext cx="238" cy="366"/>
            </a:xfrm>
            <a:prstGeom prst="rect">
              <a:avLst/>
            </a:prstGeom>
            <a:solidFill>
              <a:srgbClr val="99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99" name="AutoShape 83"/>
            <p:cNvSpPr>
              <a:spLocks noChangeArrowheads="1"/>
            </p:cNvSpPr>
            <p:nvPr/>
          </p:nvSpPr>
          <p:spPr bwMode="auto">
            <a:xfrm>
              <a:off x="3092" y="1217"/>
              <a:ext cx="265" cy="741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100" name="Line 85"/>
            <p:cNvSpPr>
              <a:spLocks noChangeShapeType="1"/>
            </p:cNvSpPr>
            <p:nvPr/>
          </p:nvSpPr>
          <p:spPr bwMode="auto">
            <a:xfrm>
              <a:off x="3222" y="3088"/>
              <a:ext cx="72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101" name="Line 86"/>
            <p:cNvSpPr>
              <a:spLocks noChangeShapeType="1"/>
            </p:cNvSpPr>
            <p:nvPr/>
          </p:nvSpPr>
          <p:spPr bwMode="auto">
            <a:xfrm>
              <a:off x="700" y="1865"/>
              <a:ext cx="106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102" name="Text Box 87"/>
            <p:cNvSpPr txBox="1">
              <a:spLocks noChangeArrowheads="1"/>
            </p:cNvSpPr>
            <p:nvPr/>
          </p:nvSpPr>
          <p:spPr bwMode="auto">
            <a:xfrm>
              <a:off x="4465" y="1151"/>
              <a:ext cx="1155" cy="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l"/>
              <a:r>
                <a:rPr lang="en-US"/>
                <a:t>Water temperature rises </a:t>
              </a:r>
            </a:p>
          </p:txBody>
        </p:sp>
        <p:sp>
          <p:nvSpPr>
            <p:cNvPr id="46103" name="Line 88"/>
            <p:cNvSpPr>
              <a:spLocks noChangeShapeType="1"/>
            </p:cNvSpPr>
            <p:nvPr/>
          </p:nvSpPr>
          <p:spPr bwMode="auto">
            <a:xfrm flipH="1">
              <a:off x="4284" y="1481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9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6096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Calorimetry</a:t>
            </a:r>
          </a:p>
        </p:txBody>
      </p:sp>
      <p:sp>
        <p:nvSpPr>
          <p:cNvPr id="3080" name="Rectangle 3"/>
          <p:cNvSpPr>
            <a:spLocks noChangeArrowheads="1"/>
          </p:cNvSpPr>
          <p:nvPr/>
        </p:nvSpPr>
        <p:spPr bwMode="auto">
          <a:xfrm>
            <a:off x="6019800" y="1538288"/>
            <a:ext cx="1981200" cy="1600200"/>
          </a:xfrm>
          <a:prstGeom prst="rect">
            <a:avLst/>
          </a:prstGeom>
          <a:solidFill>
            <a:schemeClr val="hlink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1" name="Rectangle 4"/>
          <p:cNvSpPr>
            <a:spLocks noChangeArrowheads="1"/>
          </p:cNvSpPr>
          <p:nvPr/>
        </p:nvSpPr>
        <p:spPr bwMode="auto">
          <a:xfrm>
            <a:off x="990600" y="1462088"/>
            <a:ext cx="1981200" cy="1600200"/>
          </a:xfrm>
          <a:prstGeom prst="rect">
            <a:avLst/>
          </a:prstGeom>
          <a:solidFill>
            <a:srgbClr val="0066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2" name="Text Box 5"/>
          <p:cNvSpPr txBox="1">
            <a:spLocks noChangeArrowheads="1"/>
          </p:cNvSpPr>
          <p:nvPr/>
        </p:nvSpPr>
        <p:spPr bwMode="auto">
          <a:xfrm>
            <a:off x="1266825" y="1038225"/>
            <a:ext cx="152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2400">
                <a:latin typeface="Times New Roman" pitchFamily="18" charset="0"/>
              </a:rPr>
              <a:t>Object #1</a:t>
            </a:r>
          </a:p>
        </p:txBody>
      </p:sp>
      <p:sp>
        <p:nvSpPr>
          <p:cNvPr id="3083" name="Text Box 6"/>
          <p:cNvSpPr txBox="1">
            <a:spLocks noChangeArrowheads="1"/>
          </p:cNvSpPr>
          <p:nvPr/>
        </p:nvSpPr>
        <p:spPr bwMode="auto">
          <a:xfrm>
            <a:off x="6324600" y="1098550"/>
            <a:ext cx="152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2400">
                <a:latin typeface="Times New Roman" pitchFamily="18" charset="0"/>
              </a:rPr>
              <a:t>Object #2</a:t>
            </a:r>
          </a:p>
        </p:txBody>
      </p:sp>
      <p:graphicFrame>
        <p:nvGraphicFramePr>
          <p:cNvPr id="3074" name="Object 7"/>
          <p:cNvGraphicFramePr>
            <a:graphicFrameLocks noChangeAspect="1"/>
          </p:cNvGraphicFramePr>
          <p:nvPr/>
        </p:nvGraphicFramePr>
        <p:xfrm>
          <a:off x="6781800" y="1676400"/>
          <a:ext cx="481013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4880" imgH="228600" progId="Equation.3">
                  <p:embed/>
                </p:oleObj>
              </mc:Choice>
              <mc:Fallback>
                <p:oleObj name="Equation" r:id="rId2" imgW="164880" imgH="228600" progId="Equation.3">
                  <p:embed/>
                  <p:pic>
                    <p:nvPicPr>
                      <p:cNvPr id="3074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1676400"/>
                        <a:ext cx="481013" cy="685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5" name="Object 8"/>
          <p:cNvGraphicFramePr>
            <a:graphicFrameLocks noChangeAspect="1"/>
          </p:cNvGraphicFramePr>
          <p:nvPr/>
        </p:nvGraphicFramePr>
        <p:xfrm>
          <a:off x="1752600" y="1600200"/>
          <a:ext cx="481013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64880" imgH="228600" progId="Equation.3">
                  <p:embed/>
                </p:oleObj>
              </mc:Choice>
              <mc:Fallback>
                <p:oleObj name="Equation" r:id="rId4" imgW="164880" imgH="228600" progId="Equation.3">
                  <p:embed/>
                  <p:pic>
                    <p:nvPicPr>
                      <p:cNvPr id="307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2600" y="1600200"/>
                        <a:ext cx="481013" cy="685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84" name="Rectangle 9"/>
          <p:cNvSpPr>
            <a:spLocks noChangeArrowheads="1"/>
          </p:cNvSpPr>
          <p:nvPr/>
        </p:nvSpPr>
        <p:spPr bwMode="auto">
          <a:xfrm>
            <a:off x="2286000" y="3189288"/>
            <a:ext cx="1981200" cy="1600200"/>
          </a:xfrm>
          <a:prstGeom prst="rect">
            <a:avLst/>
          </a:prstGeom>
          <a:solidFill>
            <a:srgbClr val="0066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5" name="Rectangle 10"/>
          <p:cNvSpPr>
            <a:spLocks noChangeArrowheads="1"/>
          </p:cNvSpPr>
          <p:nvPr/>
        </p:nvSpPr>
        <p:spPr bwMode="auto">
          <a:xfrm>
            <a:off x="4267200" y="3189288"/>
            <a:ext cx="1981200" cy="1600200"/>
          </a:xfrm>
          <a:prstGeom prst="rect">
            <a:avLst/>
          </a:prstGeom>
          <a:solidFill>
            <a:schemeClr val="hlink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6" name="Line 11"/>
          <p:cNvSpPr>
            <a:spLocks noChangeShapeType="1"/>
          </p:cNvSpPr>
          <p:nvPr/>
        </p:nvSpPr>
        <p:spPr bwMode="auto">
          <a:xfrm>
            <a:off x="3429000" y="3722688"/>
            <a:ext cx="144780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3076" name="Object 12"/>
          <p:cNvGraphicFramePr>
            <a:graphicFrameLocks noChangeAspect="1"/>
          </p:cNvGraphicFramePr>
          <p:nvPr/>
        </p:nvGraphicFramePr>
        <p:xfrm>
          <a:off x="2590800" y="3875088"/>
          <a:ext cx="838200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17160" imgH="228600" progId="Equation.3">
                  <p:embed/>
                </p:oleObj>
              </mc:Choice>
              <mc:Fallback>
                <p:oleObj name="Equation" r:id="rId6" imgW="317160" imgH="228600" progId="Equation.3">
                  <p:embed/>
                  <p:pic>
                    <p:nvPicPr>
                      <p:cNvPr id="3076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90800" y="3875088"/>
                        <a:ext cx="838200" cy="620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7" name="Object 13"/>
          <p:cNvGraphicFramePr>
            <a:graphicFrameLocks noChangeAspect="1"/>
          </p:cNvGraphicFramePr>
          <p:nvPr/>
        </p:nvGraphicFramePr>
        <p:xfrm>
          <a:off x="4876800" y="3341688"/>
          <a:ext cx="703263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66400" imgH="228600" progId="Equation.3">
                  <p:embed/>
                </p:oleObj>
              </mc:Choice>
              <mc:Fallback>
                <p:oleObj name="Equation" r:id="rId8" imgW="266400" imgH="228600" progId="Equation.3">
                  <p:embed/>
                  <p:pic>
                    <p:nvPicPr>
                      <p:cNvPr id="307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6800" y="3341688"/>
                        <a:ext cx="703263" cy="620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87" name="Rectangle 14"/>
          <p:cNvSpPr>
            <a:spLocks noChangeArrowheads="1"/>
          </p:cNvSpPr>
          <p:nvPr/>
        </p:nvSpPr>
        <p:spPr bwMode="auto">
          <a:xfrm>
            <a:off x="2286000" y="4851400"/>
            <a:ext cx="1981200" cy="1600200"/>
          </a:xfrm>
          <a:prstGeom prst="rect">
            <a:avLst/>
          </a:prstGeom>
          <a:solidFill>
            <a:srgbClr val="0066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8" name="Rectangle 15"/>
          <p:cNvSpPr>
            <a:spLocks noChangeArrowheads="1"/>
          </p:cNvSpPr>
          <p:nvPr/>
        </p:nvSpPr>
        <p:spPr bwMode="auto">
          <a:xfrm>
            <a:off x="4267200" y="4851400"/>
            <a:ext cx="1981200" cy="1600200"/>
          </a:xfrm>
          <a:prstGeom prst="rect">
            <a:avLst/>
          </a:prstGeom>
          <a:solidFill>
            <a:schemeClr val="hlink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3078" name="Object 16"/>
          <p:cNvGraphicFramePr>
            <a:graphicFrameLocks noChangeAspect="1"/>
          </p:cNvGraphicFramePr>
          <p:nvPr/>
        </p:nvGraphicFramePr>
        <p:xfrm>
          <a:off x="3962400" y="5384800"/>
          <a:ext cx="519113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77480" imgH="241200" progId="Equation.3">
                  <p:embed/>
                </p:oleObj>
              </mc:Choice>
              <mc:Fallback>
                <p:oleObj name="Equation" r:id="rId10" imgW="177480" imgH="241200" progId="Equation.3">
                  <p:embed/>
                  <p:pic>
                    <p:nvPicPr>
                      <p:cNvPr id="307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2400" y="5384800"/>
                        <a:ext cx="519113" cy="723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7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6096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Calorimetry</a:t>
            </a:r>
          </a:p>
        </p:txBody>
      </p:sp>
      <p:sp>
        <p:nvSpPr>
          <p:cNvPr id="4108" name="Rectangle 3"/>
          <p:cNvSpPr>
            <a:spLocks noChangeArrowheads="1"/>
          </p:cNvSpPr>
          <p:nvPr/>
        </p:nvSpPr>
        <p:spPr bwMode="auto">
          <a:xfrm>
            <a:off x="7108825" y="1519238"/>
            <a:ext cx="1571625" cy="1258887"/>
          </a:xfrm>
          <a:prstGeom prst="rect">
            <a:avLst/>
          </a:prstGeom>
          <a:solidFill>
            <a:schemeClr val="hlink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09" name="Rectangle 4"/>
          <p:cNvSpPr>
            <a:spLocks noChangeArrowheads="1"/>
          </p:cNvSpPr>
          <p:nvPr/>
        </p:nvSpPr>
        <p:spPr bwMode="auto">
          <a:xfrm>
            <a:off x="271463" y="1487488"/>
            <a:ext cx="1571625" cy="1260475"/>
          </a:xfrm>
          <a:prstGeom prst="rect">
            <a:avLst/>
          </a:prstGeom>
          <a:solidFill>
            <a:srgbClr val="0066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10" name="Text Box 5"/>
          <p:cNvSpPr txBox="1">
            <a:spLocks noChangeArrowheads="1"/>
          </p:cNvSpPr>
          <p:nvPr/>
        </p:nvSpPr>
        <p:spPr bwMode="auto">
          <a:xfrm>
            <a:off x="512763" y="1127125"/>
            <a:ext cx="1209675" cy="822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2400">
                <a:latin typeface="Times New Roman" pitchFamily="18" charset="0"/>
              </a:rPr>
              <a:t>Object #1</a:t>
            </a:r>
          </a:p>
        </p:txBody>
      </p:sp>
      <p:sp>
        <p:nvSpPr>
          <p:cNvPr id="4111" name="Text Box 6"/>
          <p:cNvSpPr txBox="1">
            <a:spLocks noChangeArrowheads="1"/>
          </p:cNvSpPr>
          <p:nvPr/>
        </p:nvSpPr>
        <p:spPr bwMode="auto">
          <a:xfrm>
            <a:off x="7350125" y="1158875"/>
            <a:ext cx="1211263" cy="822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2400">
                <a:latin typeface="Times New Roman" pitchFamily="18" charset="0"/>
              </a:rPr>
              <a:t>Object #2</a:t>
            </a:r>
          </a:p>
        </p:txBody>
      </p:sp>
      <p:graphicFrame>
        <p:nvGraphicFramePr>
          <p:cNvPr id="4098" name="Object 7"/>
          <p:cNvGraphicFramePr>
            <a:graphicFrameLocks noChangeAspect="1"/>
          </p:cNvGraphicFramePr>
          <p:nvPr/>
        </p:nvGraphicFramePr>
        <p:xfrm>
          <a:off x="7713663" y="1819275"/>
          <a:ext cx="38100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4880" imgH="228600" progId="Equation.3">
                  <p:embed/>
                </p:oleObj>
              </mc:Choice>
              <mc:Fallback>
                <p:oleObj name="Equation" r:id="rId2" imgW="164880" imgH="228600" progId="Equation.3">
                  <p:embed/>
                  <p:pic>
                    <p:nvPicPr>
                      <p:cNvPr id="4098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3663" y="1819275"/>
                        <a:ext cx="381000" cy="539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9" name="Object 8"/>
          <p:cNvGraphicFramePr>
            <a:graphicFrameLocks noChangeAspect="1"/>
          </p:cNvGraphicFramePr>
          <p:nvPr/>
        </p:nvGraphicFramePr>
        <p:xfrm>
          <a:off x="876300" y="1787525"/>
          <a:ext cx="38100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64880" imgH="228600" progId="Equation.3">
                  <p:embed/>
                </p:oleObj>
              </mc:Choice>
              <mc:Fallback>
                <p:oleObj name="Equation" r:id="rId4" imgW="164880" imgH="228600" progId="Equation.3">
                  <p:embed/>
                  <p:pic>
                    <p:nvPicPr>
                      <p:cNvPr id="409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6300" y="1787525"/>
                        <a:ext cx="381000" cy="539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12" name="Rectangle 9"/>
          <p:cNvSpPr>
            <a:spLocks noChangeArrowheads="1"/>
          </p:cNvSpPr>
          <p:nvPr/>
        </p:nvSpPr>
        <p:spPr bwMode="auto">
          <a:xfrm>
            <a:off x="2779713" y="2713038"/>
            <a:ext cx="1573212" cy="1260475"/>
          </a:xfrm>
          <a:prstGeom prst="rect">
            <a:avLst/>
          </a:prstGeom>
          <a:solidFill>
            <a:srgbClr val="0066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13" name="Rectangle 10"/>
          <p:cNvSpPr>
            <a:spLocks noChangeArrowheads="1"/>
          </p:cNvSpPr>
          <p:nvPr/>
        </p:nvSpPr>
        <p:spPr bwMode="auto">
          <a:xfrm>
            <a:off x="4352925" y="2713038"/>
            <a:ext cx="1571625" cy="1260475"/>
          </a:xfrm>
          <a:prstGeom prst="rect">
            <a:avLst/>
          </a:prstGeom>
          <a:solidFill>
            <a:schemeClr val="hlink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14" name="Line 11"/>
          <p:cNvSpPr>
            <a:spLocks noChangeShapeType="1"/>
          </p:cNvSpPr>
          <p:nvPr/>
        </p:nvSpPr>
        <p:spPr bwMode="auto">
          <a:xfrm>
            <a:off x="3200400" y="3095625"/>
            <a:ext cx="114935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4115" name="Line 12"/>
          <p:cNvSpPr>
            <a:spLocks noChangeShapeType="1"/>
          </p:cNvSpPr>
          <p:nvPr/>
        </p:nvSpPr>
        <p:spPr bwMode="auto">
          <a:xfrm>
            <a:off x="4419600" y="3095625"/>
            <a:ext cx="114935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100" name="Object 13"/>
          <p:cNvGraphicFramePr>
            <a:graphicFrameLocks noChangeAspect="1"/>
          </p:cNvGraphicFramePr>
          <p:nvPr/>
        </p:nvGraphicFramePr>
        <p:xfrm>
          <a:off x="3022600" y="3254375"/>
          <a:ext cx="665163" cy="488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17160" imgH="228600" progId="Equation.3">
                  <p:embed/>
                </p:oleObj>
              </mc:Choice>
              <mc:Fallback>
                <p:oleObj name="Equation" r:id="rId6" imgW="317160" imgH="228600" progId="Equation.3">
                  <p:embed/>
                  <p:pic>
                    <p:nvPicPr>
                      <p:cNvPr id="410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22600" y="3254375"/>
                        <a:ext cx="665163" cy="488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1" name="Object 14"/>
          <p:cNvGraphicFramePr>
            <a:graphicFrameLocks noChangeAspect="1"/>
          </p:cNvGraphicFramePr>
          <p:nvPr/>
        </p:nvGraphicFramePr>
        <p:xfrm>
          <a:off x="5029200" y="3171825"/>
          <a:ext cx="557213" cy="488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66400" imgH="228600" progId="Equation.3">
                  <p:embed/>
                </p:oleObj>
              </mc:Choice>
              <mc:Fallback>
                <p:oleObj name="Equation" r:id="rId8" imgW="266400" imgH="228600" progId="Equation.3">
                  <p:embed/>
                  <p:pic>
                    <p:nvPicPr>
                      <p:cNvPr id="4101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3171825"/>
                        <a:ext cx="557213" cy="488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16" name="Rectangle 15"/>
          <p:cNvSpPr>
            <a:spLocks noChangeArrowheads="1"/>
          </p:cNvSpPr>
          <p:nvPr/>
        </p:nvSpPr>
        <p:spPr bwMode="auto">
          <a:xfrm>
            <a:off x="2779713" y="4073525"/>
            <a:ext cx="1573212" cy="1260475"/>
          </a:xfrm>
          <a:prstGeom prst="rect">
            <a:avLst/>
          </a:prstGeom>
          <a:solidFill>
            <a:srgbClr val="0066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17" name="Rectangle 16"/>
          <p:cNvSpPr>
            <a:spLocks noChangeArrowheads="1"/>
          </p:cNvSpPr>
          <p:nvPr/>
        </p:nvSpPr>
        <p:spPr bwMode="auto">
          <a:xfrm>
            <a:off x="4352925" y="4073525"/>
            <a:ext cx="1571625" cy="1260475"/>
          </a:xfrm>
          <a:prstGeom prst="rect">
            <a:avLst/>
          </a:prstGeom>
          <a:solidFill>
            <a:schemeClr val="hlink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4102" name="Object 17"/>
          <p:cNvGraphicFramePr>
            <a:graphicFrameLocks noChangeAspect="1"/>
          </p:cNvGraphicFramePr>
          <p:nvPr/>
        </p:nvGraphicFramePr>
        <p:xfrm>
          <a:off x="4110038" y="4494213"/>
          <a:ext cx="412750" cy="569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77480" imgH="241200" progId="Equation.3">
                  <p:embed/>
                </p:oleObj>
              </mc:Choice>
              <mc:Fallback>
                <p:oleObj name="Equation" r:id="rId10" imgW="177480" imgH="241200" progId="Equation.3">
                  <p:embed/>
                  <p:pic>
                    <p:nvPicPr>
                      <p:cNvPr id="4102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0038" y="4494213"/>
                        <a:ext cx="412750" cy="5699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58" name="Object 18"/>
          <p:cNvGraphicFramePr>
            <a:graphicFrameLocks noChangeAspect="1"/>
          </p:cNvGraphicFramePr>
          <p:nvPr/>
        </p:nvGraphicFramePr>
        <p:xfrm>
          <a:off x="508000" y="3279775"/>
          <a:ext cx="2235200" cy="455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18960" imgH="241200" progId="Equation.3">
                  <p:embed/>
                </p:oleObj>
              </mc:Choice>
              <mc:Fallback>
                <p:oleObj name="Equation" r:id="rId12" imgW="1218960" imgH="241200" progId="Equation.3">
                  <p:embed/>
                  <p:pic>
                    <p:nvPicPr>
                      <p:cNvPr id="291858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8000" y="3279775"/>
                        <a:ext cx="2235200" cy="4556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59" name="Object 19"/>
          <p:cNvGraphicFramePr>
            <a:graphicFrameLocks noChangeAspect="1"/>
          </p:cNvGraphicFramePr>
          <p:nvPr/>
        </p:nvGraphicFramePr>
        <p:xfrm>
          <a:off x="6172200" y="3248025"/>
          <a:ext cx="2395538" cy="487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218960" imgH="241200" progId="Equation.3">
                  <p:embed/>
                </p:oleObj>
              </mc:Choice>
              <mc:Fallback>
                <p:oleObj name="Equation" r:id="rId14" imgW="1218960" imgH="241200" progId="Equation.3">
                  <p:embed/>
                  <p:pic>
                    <p:nvPicPr>
                      <p:cNvPr id="29185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72200" y="3248025"/>
                        <a:ext cx="2395538" cy="4873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60" name="Object 20"/>
          <p:cNvGraphicFramePr>
            <a:graphicFrameLocks noChangeAspect="1"/>
          </p:cNvGraphicFramePr>
          <p:nvPr/>
        </p:nvGraphicFramePr>
        <p:xfrm>
          <a:off x="3678238" y="5370513"/>
          <a:ext cx="1450975" cy="433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87320" imgH="228600" progId="Equation.3">
                  <p:embed/>
                </p:oleObj>
              </mc:Choice>
              <mc:Fallback>
                <p:oleObj name="Equation" r:id="rId16" imgW="787320" imgH="228600" progId="Equation.3">
                  <p:embed/>
                  <p:pic>
                    <p:nvPicPr>
                      <p:cNvPr id="29186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78238" y="5370513"/>
                        <a:ext cx="1450975" cy="4333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61" name="Object 21"/>
          <p:cNvGraphicFramePr>
            <a:graphicFrameLocks noChangeAspect="1"/>
          </p:cNvGraphicFramePr>
          <p:nvPr/>
        </p:nvGraphicFramePr>
        <p:xfrm>
          <a:off x="2744788" y="5810250"/>
          <a:ext cx="3475037" cy="498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726920" imgH="241200" progId="Equation.3">
                  <p:embed/>
                </p:oleObj>
              </mc:Choice>
              <mc:Fallback>
                <p:oleObj name="Equation" r:id="rId18" imgW="1726920" imgH="241200" progId="Equation.3">
                  <p:embed/>
                  <p:pic>
                    <p:nvPicPr>
                      <p:cNvPr id="29186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4788" y="5810250"/>
                        <a:ext cx="3475037" cy="4984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5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838200"/>
          </a:xfrm>
        </p:spPr>
        <p:txBody>
          <a:bodyPr/>
          <a:lstStyle/>
          <a:p>
            <a:pPr eaLnBrk="1" hangingPunct="1"/>
            <a:r>
              <a:rPr lang="en-US"/>
              <a:t>Mixture Example</a:t>
            </a:r>
          </a:p>
        </p:txBody>
      </p:sp>
      <p:sp>
        <p:nvSpPr>
          <p:cNvPr id="5126" name="Text Box 3"/>
          <p:cNvSpPr txBox="1">
            <a:spLocks noChangeArrowheads="1"/>
          </p:cNvSpPr>
          <p:nvPr/>
        </p:nvSpPr>
        <p:spPr bwMode="auto">
          <a:xfrm>
            <a:off x="228600" y="1219200"/>
            <a:ext cx="8686800" cy="2528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3200">
                <a:latin typeface="Times New Roman" pitchFamily="18" charset="0"/>
              </a:rPr>
              <a:t>200 cm</a:t>
            </a:r>
            <a:r>
              <a:rPr lang="en-US" sz="3200" baseline="30000">
                <a:latin typeface="Times New Roman" pitchFamily="18" charset="0"/>
              </a:rPr>
              <a:t>3</a:t>
            </a:r>
            <a:r>
              <a:rPr lang="en-US" sz="3200">
                <a:latin typeface="Times New Roman" pitchFamily="18" charset="0"/>
              </a:rPr>
              <a:t> of hot water at 95</a:t>
            </a:r>
            <a:r>
              <a:rPr lang="en-US" sz="3200" baseline="30000">
                <a:latin typeface="Times New Roman" pitchFamily="18" charset="0"/>
              </a:rPr>
              <a:t>o</a:t>
            </a:r>
            <a:r>
              <a:rPr lang="en-US" sz="3200">
                <a:latin typeface="Times New Roman" pitchFamily="18" charset="0"/>
              </a:rPr>
              <a:t>C is poured into a 150 g glass cup initially at 25</a:t>
            </a:r>
            <a:r>
              <a:rPr lang="en-US" sz="3200" baseline="30000">
                <a:latin typeface="Times New Roman" pitchFamily="18" charset="0"/>
              </a:rPr>
              <a:t>o</a:t>
            </a:r>
            <a:r>
              <a:rPr lang="en-US" sz="3200">
                <a:latin typeface="Times New Roman" pitchFamily="18" charset="0"/>
              </a:rPr>
              <a:t>C.  What is the final temperature of the mixture when equilibrium is reached, assuming no heat flows to the surroundings.</a:t>
            </a:r>
          </a:p>
        </p:txBody>
      </p:sp>
      <p:sp>
        <p:nvSpPr>
          <p:cNvPr id="292868" name="Line 4"/>
          <p:cNvSpPr>
            <a:spLocks noChangeShapeType="1"/>
          </p:cNvSpPr>
          <p:nvPr/>
        </p:nvSpPr>
        <p:spPr bwMode="auto">
          <a:xfrm>
            <a:off x="3352800" y="4857750"/>
            <a:ext cx="12954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6324600" y="3943350"/>
            <a:ext cx="1676400" cy="2209800"/>
            <a:chOff x="3984" y="2736"/>
            <a:chExt cx="1056" cy="1392"/>
          </a:xfrm>
        </p:grpSpPr>
        <p:grpSp>
          <p:nvGrpSpPr>
            <p:cNvPr id="3" name="Group 6"/>
            <p:cNvGrpSpPr>
              <a:grpSpLocks/>
            </p:cNvGrpSpPr>
            <p:nvPr/>
          </p:nvGrpSpPr>
          <p:grpSpPr bwMode="auto">
            <a:xfrm>
              <a:off x="3984" y="2736"/>
              <a:ext cx="1056" cy="1392"/>
              <a:chOff x="480" y="2688"/>
              <a:chExt cx="1056" cy="1392"/>
            </a:xfrm>
          </p:grpSpPr>
          <p:sp>
            <p:nvSpPr>
              <p:cNvPr id="5137" name="AutoShape 7"/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840 w 21600"/>
                  <a:gd name="T1" fmla="*/ 576 h 21600"/>
                  <a:gd name="T2" fmla="*/ 480 w 21600"/>
                  <a:gd name="T3" fmla="*/ 1152 h 21600"/>
                  <a:gd name="T4" fmla="*/ 120 w 21600"/>
                  <a:gd name="T5" fmla="*/ 576 h 21600"/>
                  <a:gd name="T6" fmla="*/ 48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0066CC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138" name="Line 8"/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9" name="Line 9"/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40" name="Line 10"/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aphicFrame>
          <p:nvGraphicFramePr>
            <p:cNvPr id="5124" name="Object 11"/>
            <p:cNvGraphicFramePr>
              <a:graphicFrameLocks noChangeAspect="1"/>
            </p:cNvGraphicFramePr>
            <p:nvPr/>
          </p:nvGraphicFramePr>
          <p:xfrm>
            <a:off x="4368" y="3168"/>
            <a:ext cx="327" cy="4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77480" imgH="241200" progId="Equation.3">
                    <p:embed/>
                  </p:oleObj>
                </mc:Choice>
                <mc:Fallback>
                  <p:oleObj name="Equation" r:id="rId2" imgW="177480" imgH="241200" progId="Equation.3">
                    <p:embed/>
                    <p:pic>
                      <p:nvPicPr>
                        <p:cNvPr id="5124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3168"/>
                          <a:ext cx="327" cy="45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762000" y="3943350"/>
            <a:ext cx="2209800" cy="2209800"/>
            <a:chOff x="480" y="2736"/>
            <a:chExt cx="1392" cy="1392"/>
          </a:xfrm>
        </p:grpSpPr>
        <p:grpSp>
          <p:nvGrpSpPr>
            <p:cNvPr id="5" name="Group 13"/>
            <p:cNvGrpSpPr>
              <a:grpSpLocks/>
            </p:cNvGrpSpPr>
            <p:nvPr/>
          </p:nvGrpSpPr>
          <p:grpSpPr bwMode="auto">
            <a:xfrm>
              <a:off x="480" y="2736"/>
              <a:ext cx="1056" cy="1392"/>
              <a:chOff x="480" y="2688"/>
              <a:chExt cx="1056" cy="1392"/>
            </a:xfrm>
          </p:grpSpPr>
          <p:sp>
            <p:nvSpPr>
              <p:cNvPr id="5132" name="AutoShape 14"/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840 w 21600"/>
                  <a:gd name="T1" fmla="*/ 576 h 21600"/>
                  <a:gd name="T2" fmla="*/ 480 w 21600"/>
                  <a:gd name="T3" fmla="*/ 1152 h 21600"/>
                  <a:gd name="T4" fmla="*/ 120 w 21600"/>
                  <a:gd name="T5" fmla="*/ 576 h 21600"/>
                  <a:gd name="T6" fmla="*/ 48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0066CC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133" name="Line 15"/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4" name="Line 16"/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5" name="Line 17"/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aphicFrame>
          <p:nvGraphicFramePr>
            <p:cNvPr id="5122" name="Object 18"/>
            <p:cNvGraphicFramePr>
              <a:graphicFrameLocks noChangeAspect="1"/>
            </p:cNvGraphicFramePr>
            <p:nvPr/>
          </p:nvGraphicFramePr>
          <p:xfrm>
            <a:off x="720" y="3120"/>
            <a:ext cx="559" cy="3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368280" imgH="203040" progId="Equation.3">
                    <p:embed/>
                  </p:oleObj>
                </mc:Choice>
                <mc:Fallback>
                  <p:oleObj name="Equation" r:id="rId4" imgW="368280" imgH="203040" progId="Equation.3">
                    <p:embed/>
                    <p:pic>
                      <p:nvPicPr>
                        <p:cNvPr id="5122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20" y="3120"/>
                          <a:ext cx="559" cy="31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23" name="Object 19"/>
            <p:cNvGraphicFramePr>
              <a:graphicFrameLocks noChangeAspect="1"/>
            </p:cNvGraphicFramePr>
            <p:nvPr/>
          </p:nvGraphicFramePr>
          <p:xfrm>
            <a:off x="1392" y="3792"/>
            <a:ext cx="480" cy="2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368280" imgH="203040" progId="Equation.3">
                    <p:embed/>
                  </p:oleObj>
                </mc:Choice>
                <mc:Fallback>
                  <p:oleObj name="Equation" r:id="rId6" imgW="368280" imgH="203040" progId="Equation.3">
                    <p:embed/>
                    <p:pic>
                      <p:nvPicPr>
                        <p:cNvPr id="5123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92" y="3792"/>
                          <a:ext cx="480" cy="27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131" name="Line 20"/>
            <p:cNvSpPr>
              <a:spLocks noChangeShapeType="1"/>
            </p:cNvSpPr>
            <p:nvPr/>
          </p:nvSpPr>
          <p:spPr bwMode="auto">
            <a:xfrm flipH="1" flipV="1">
              <a:off x="1392" y="3456"/>
              <a:ext cx="240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2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286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3" name="Rectangle 2"/>
          <p:cNvSpPr>
            <a:spLocks noGrp="1" noChangeArrowheads="1"/>
          </p:cNvSpPr>
          <p:nvPr>
            <p:ph type="title"/>
          </p:nvPr>
        </p:nvSpPr>
        <p:spPr>
          <a:xfrm>
            <a:off x="2074863" y="0"/>
            <a:ext cx="4114800" cy="838200"/>
          </a:xfrm>
        </p:spPr>
        <p:txBody>
          <a:bodyPr/>
          <a:lstStyle/>
          <a:p>
            <a:pPr eaLnBrk="1" hangingPunct="1"/>
            <a:r>
              <a:rPr lang="en-US"/>
              <a:t>Mixture Example</a:t>
            </a:r>
          </a:p>
        </p:txBody>
      </p:sp>
      <p:sp>
        <p:nvSpPr>
          <p:cNvPr id="293891" name="Text Box 3"/>
          <p:cNvSpPr txBox="1">
            <a:spLocks noChangeArrowheads="1"/>
          </p:cNvSpPr>
          <p:nvPr/>
        </p:nvSpPr>
        <p:spPr bwMode="auto">
          <a:xfrm>
            <a:off x="0" y="2825750"/>
            <a:ext cx="8686800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2800">
                <a:solidFill>
                  <a:schemeClr val="hlink"/>
                </a:solidFill>
                <a:latin typeface="Times New Roman" pitchFamily="18" charset="0"/>
              </a:rPr>
              <a:t>What is the mass of 200 cm</a:t>
            </a:r>
            <a:r>
              <a:rPr lang="en-US" sz="2800" baseline="30000">
                <a:solidFill>
                  <a:schemeClr val="hlink"/>
                </a:solidFill>
                <a:latin typeface="Times New Roman" pitchFamily="18" charset="0"/>
              </a:rPr>
              <a:t>3</a:t>
            </a:r>
            <a:r>
              <a:rPr lang="en-US" sz="2800">
                <a:solidFill>
                  <a:schemeClr val="hlink"/>
                </a:solidFill>
                <a:latin typeface="Times New Roman" pitchFamily="18" charset="0"/>
              </a:rPr>
              <a:t> of water?</a:t>
            </a:r>
          </a:p>
        </p:txBody>
      </p:sp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6019800" y="1203325"/>
            <a:ext cx="2851150" cy="1266825"/>
            <a:chOff x="2832" y="0"/>
            <a:chExt cx="2784" cy="1392"/>
          </a:xfrm>
        </p:grpSpPr>
        <p:sp>
          <p:nvSpPr>
            <p:cNvPr id="6157" name="Line 4"/>
            <p:cNvSpPr>
              <a:spLocks noChangeShapeType="1"/>
            </p:cNvSpPr>
            <p:nvPr/>
          </p:nvSpPr>
          <p:spPr bwMode="auto">
            <a:xfrm>
              <a:off x="3888" y="1296"/>
              <a:ext cx="81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2832" y="0"/>
              <a:ext cx="1056" cy="1392"/>
              <a:chOff x="480" y="2688"/>
              <a:chExt cx="1056" cy="1392"/>
            </a:xfrm>
          </p:grpSpPr>
          <p:sp>
            <p:nvSpPr>
              <p:cNvPr id="6165" name="AutoShape 6"/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840 w 21600"/>
                  <a:gd name="T1" fmla="*/ 576 h 21600"/>
                  <a:gd name="T2" fmla="*/ 480 w 21600"/>
                  <a:gd name="T3" fmla="*/ 1152 h 21600"/>
                  <a:gd name="T4" fmla="*/ 120 w 21600"/>
                  <a:gd name="T5" fmla="*/ 576 h 21600"/>
                  <a:gd name="T6" fmla="*/ 48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0066CC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166" name="Line 7"/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7" name="Line 8"/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8" name="Line 9"/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" name="Group 10"/>
            <p:cNvGrpSpPr>
              <a:grpSpLocks/>
            </p:cNvGrpSpPr>
            <p:nvPr/>
          </p:nvGrpSpPr>
          <p:grpSpPr bwMode="auto">
            <a:xfrm>
              <a:off x="4560" y="0"/>
              <a:ext cx="1056" cy="1392"/>
              <a:chOff x="480" y="2688"/>
              <a:chExt cx="1056" cy="1392"/>
            </a:xfrm>
          </p:grpSpPr>
          <p:sp>
            <p:nvSpPr>
              <p:cNvPr id="6161" name="AutoShape 11"/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840 w 21600"/>
                  <a:gd name="T1" fmla="*/ 576 h 21600"/>
                  <a:gd name="T2" fmla="*/ 480 w 21600"/>
                  <a:gd name="T3" fmla="*/ 1152 h 21600"/>
                  <a:gd name="T4" fmla="*/ 120 w 21600"/>
                  <a:gd name="T5" fmla="*/ 576 h 21600"/>
                  <a:gd name="T6" fmla="*/ 48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0066CC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162" name="Line 12"/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3" name="Line 13"/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4" name="Line 14"/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aphicFrame>
          <p:nvGraphicFramePr>
            <p:cNvPr id="6150" name="Object 15"/>
            <p:cNvGraphicFramePr>
              <a:graphicFrameLocks noChangeAspect="1"/>
            </p:cNvGraphicFramePr>
            <p:nvPr/>
          </p:nvGraphicFramePr>
          <p:xfrm>
            <a:off x="4944" y="480"/>
            <a:ext cx="327" cy="4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77480" imgH="241200" progId="Equation.3">
                    <p:embed/>
                  </p:oleObj>
                </mc:Choice>
                <mc:Fallback>
                  <p:oleObj name="Equation" r:id="rId2" imgW="177480" imgH="241200" progId="Equation.3">
                    <p:embed/>
                    <p:pic>
                      <p:nvPicPr>
                        <p:cNvPr id="6150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44" y="480"/>
                          <a:ext cx="327" cy="45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151" name="Object 16"/>
            <p:cNvGraphicFramePr>
              <a:graphicFrameLocks noChangeAspect="1"/>
            </p:cNvGraphicFramePr>
            <p:nvPr/>
          </p:nvGraphicFramePr>
          <p:xfrm>
            <a:off x="3072" y="432"/>
            <a:ext cx="559" cy="3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368280" imgH="203040" progId="Equation.3">
                    <p:embed/>
                  </p:oleObj>
                </mc:Choice>
                <mc:Fallback>
                  <p:oleObj name="Equation" r:id="rId4" imgW="368280" imgH="203040" progId="Equation.3">
                    <p:embed/>
                    <p:pic>
                      <p:nvPicPr>
                        <p:cNvPr id="6151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2" y="432"/>
                          <a:ext cx="559" cy="31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152" name="Object 17"/>
            <p:cNvGraphicFramePr>
              <a:graphicFrameLocks noChangeAspect="1"/>
            </p:cNvGraphicFramePr>
            <p:nvPr/>
          </p:nvGraphicFramePr>
          <p:xfrm>
            <a:off x="3792" y="912"/>
            <a:ext cx="480" cy="2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368280" imgH="203040" progId="Equation.3">
                    <p:embed/>
                  </p:oleObj>
                </mc:Choice>
                <mc:Fallback>
                  <p:oleObj name="Equation" r:id="rId6" imgW="368280" imgH="203040" progId="Equation.3">
                    <p:embed/>
                    <p:pic>
                      <p:nvPicPr>
                        <p:cNvPr id="6152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92" y="912"/>
                          <a:ext cx="480" cy="27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160" name="Line 18"/>
            <p:cNvSpPr>
              <a:spLocks noChangeShapeType="1"/>
            </p:cNvSpPr>
            <p:nvPr/>
          </p:nvSpPr>
          <p:spPr bwMode="auto">
            <a:xfrm flipH="1" flipV="1">
              <a:off x="3744" y="672"/>
              <a:ext cx="240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3907" name="Text Box 19"/>
          <p:cNvSpPr txBox="1">
            <a:spLocks noChangeArrowheads="1"/>
          </p:cNvSpPr>
          <p:nvPr/>
        </p:nvSpPr>
        <p:spPr bwMode="auto">
          <a:xfrm>
            <a:off x="5776913" y="2743200"/>
            <a:ext cx="26670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3600">
                <a:latin typeface="Times New Roman" pitchFamily="18" charset="0"/>
              </a:rPr>
              <a:t>200 g</a:t>
            </a:r>
          </a:p>
        </p:txBody>
      </p:sp>
      <p:graphicFrame>
        <p:nvGraphicFramePr>
          <p:cNvPr id="293908" name="Object 20"/>
          <p:cNvGraphicFramePr>
            <a:graphicFrameLocks noChangeAspect="1"/>
          </p:cNvGraphicFramePr>
          <p:nvPr/>
        </p:nvGraphicFramePr>
        <p:xfrm>
          <a:off x="1301750" y="3522663"/>
          <a:ext cx="5092700" cy="671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879560" imgH="241200" progId="Equation.3">
                  <p:embed/>
                </p:oleObj>
              </mc:Choice>
              <mc:Fallback>
                <p:oleObj name="Equation" r:id="rId8" imgW="1879560" imgH="241200" progId="Equation.3">
                  <p:embed/>
                  <p:pic>
                    <p:nvPicPr>
                      <p:cNvPr id="293908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01750" y="3522663"/>
                        <a:ext cx="5092700" cy="6715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3909" name="Object 21"/>
          <p:cNvGraphicFramePr>
            <a:graphicFrameLocks noChangeAspect="1"/>
          </p:cNvGraphicFramePr>
          <p:nvPr/>
        </p:nvGraphicFramePr>
        <p:xfrm>
          <a:off x="0" y="4456113"/>
          <a:ext cx="9144000" cy="658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987720" imgH="279360" progId="Equation.3">
                  <p:embed/>
                </p:oleObj>
              </mc:Choice>
              <mc:Fallback>
                <p:oleObj name="Equation" r:id="rId10" imgW="3987720" imgH="279360" progId="Equation.3">
                  <p:embed/>
                  <p:pic>
                    <p:nvPicPr>
                      <p:cNvPr id="29390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4456113"/>
                        <a:ext cx="9144000" cy="6588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3910" name="Object 22"/>
          <p:cNvGraphicFramePr>
            <a:graphicFrameLocks noChangeAspect="1"/>
          </p:cNvGraphicFramePr>
          <p:nvPr/>
        </p:nvGraphicFramePr>
        <p:xfrm>
          <a:off x="2227263" y="5162550"/>
          <a:ext cx="4600575" cy="568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006280" imgH="241200" progId="Equation.3">
                  <p:embed/>
                </p:oleObj>
              </mc:Choice>
              <mc:Fallback>
                <p:oleObj name="Equation" r:id="rId12" imgW="2006280" imgH="241200" progId="Equation.3">
                  <p:embed/>
                  <p:pic>
                    <p:nvPicPr>
                      <p:cNvPr id="29391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27263" y="5162550"/>
                        <a:ext cx="4600575" cy="5683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3911" name="Object 23"/>
          <p:cNvGraphicFramePr>
            <a:graphicFrameLocks noChangeAspect="1"/>
          </p:cNvGraphicFramePr>
          <p:nvPr/>
        </p:nvGraphicFramePr>
        <p:xfrm>
          <a:off x="3592513" y="5651500"/>
          <a:ext cx="1862137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812520" imgH="253800" progId="Equation.3">
                  <p:embed/>
                </p:oleObj>
              </mc:Choice>
              <mc:Fallback>
                <p:oleObj name="Equation" r:id="rId14" imgW="812520" imgH="253800" progId="Equation.3">
                  <p:embed/>
                  <p:pic>
                    <p:nvPicPr>
                      <p:cNvPr id="29391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2513" y="5651500"/>
                        <a:ext cx="1862137" cy="596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939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939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939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939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3891" grpId="0" autoUpdateAnimBg="0"/>
      <p:bldP spid="293907" grpId="0" autoUpdateAnimBg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Calorimeter</a:t>
            </a:r>
          </a:p>
        </p:txBody>
      </p:sp>
      <p:sp>
        <p:nvSpPr>
          <p:cNvPr id="46084" name="Rectangle 4" descr="Wide upward diagonal"/>
          <p:cNvSpPr>
            <a:spLocks noChangeArrowheads="1"/>
          </p:cNvSpPr>
          <p:nvPr/>
        </p:nvSpPr>
        <p:spPr bwMode="auto">
          <a:xfrm>
            <a:off x="523875" y="3094038"/>
            <a:ext cx="2249488" cy="2119312"/>
          </a:xfrm>
          <a:prstGeom prst="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85" name="Rectangle 5"/>
          <p:cNvSpPr>
            <a:spLocks noChangeArrowheads="1"/>
          </p:cNvSpPr>
          <p:nvPr/>
        </p:nvSpPr>
        <p:spPr bwMode="auto">
          <a:xfrm>
            <a:off x="784225" y="3094038"/>
            <a:ext cx="1741488" cy="1901825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86" name="Rectangle 6"/>
          <p:cNvSpPr>
            <a:spLocks noChangeArrowheads="1"/>
          </p:cNvSpPr>
          <p:nvPr/>
        </p:nvSpPr>
        <p:spPr bwMode="auto">
          <a:xfrm>
            <a:off x="793750" y="3405188"/>
            <a:ext cx="1697038" cy="1582737"/>
          </a:xfrm>
          <a:prstGeom prst="rect">
            <a:avLst/>
          </a:prstGeom>
          <a:solidFill>
            <a:schemeClr val="accent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88" name="Rectangle 29"/>
          <p:cNvSpPr>
            <a:spLocks noChangeArrowheads="1"/>
          </p:cNvSpPr>
          <p:nvPr/>
        </p:nvSpPr>
        <p:spPr bwMode="auto">
          <a:xfrm>
            <a:off x="1830388" y="1874838"/>
            <a:ext cx="377825" cy="581025"/>
          </a:xfrm>
          <a:prstGeom prst="rect">
            <a:avLst/>
          </a:prstGeom>
          <a:solidFill>
            <a:srgbClr val="993300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89" name="Text Box 52"/>
          <p:cNvSpPr txBox="1">
            <a:spLocks noChangeArrowheads="1"/>
          </p:cNvSpPr>
          <p:nvPr/>
        </p:nvSpPr>
        <p:spPr bwMode="auto">
          <a:xfrm>
            <a:off x="2219325" y="1795463"/>
            <a:ext cx="2341563" cy="6413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/>
            <a:r>
              <a:rPr lang="en-US"/>
              <a:t>Sample at known temperature T</a:t>
            </a:r>
            <a:r>
              <a:rPr lang="en-US" baseline="-25000"/>
              <a:t>x</a:t>
            </a:r>
            <a:r>
              <a:rPr lang="en-US"/>
              <a:t> </a:t>
            </a:r>
          </a:p>
        </p:txBody>
      </p:sp>
      <p:sp>
        <p:nvSpPr>
          <p:cNvPr id="46090" name="Text Box 53"/>
          <p:cNvSpPr txBox="1">
            <a:spLocks noChangeArrowheads="1"/>
          </p:cNvSpPr>
          <p:nvPr/>
        </p:nvSpPr>
        <p:spPr bwMode="auto">
          <a:xfrm>
            <a:off x="2789238" y="2563813"/>
            <a:ext cx="2341563" cy="6413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/>
            <a:r>
              <a:rPr lang="en-US"/>
              <a:t>Water at known temperature T</a:t>
            </a:r>
            <a:r>
              <a:rPr lang="en-US" baseline="-25000"/>
              <a:t>w</a:t>
            </a:r>
            <a:r>
              <a:rPr lang="en-US"/>
              <a:t> </a:t>
            </a:r>
          </a:p>
        </p:txBody>
      </p:sp>
      <p:sp>
        <p:nvSpPr>
          <p:cNvPr id="46091" name="Freeform 54"/>
          <p:cNvSpPr>
            <a:spLocks/>
          </p:cNvSpPr>
          <p:nvPr/>
        </p:nvSpPr>
        <p:spPr bwMode="auto">
          <a:xfrm flipV="1">
            <a:off x="2100263" y="3168650"/>
            <a:ext cx="812800" cy="530225"/>
          </a:xfrm>
          <a:custGeom>
            <a:avLst/>
            <a:gdLst>
              <a:gd name="T0" fmla="*/ 512 w 512"/>
              <a:gd name="T1" fmla="*/ 210 h 210"/>
              <a:gd name="T2" fmla="*/ 238 w 512"/>
              <a:gd name="T3" fmla="*/ 146 h 210"/>
              <a:gd name="T4" fmla="*/ 293 w 512"/>
              <a:gd name="T5" fmla="*/ 92 h 210"/>
              <a:gd name="T6" fmla="*/ 0 w 512"/>
              <a:gd name="T7" fmla="*/ 0 h 210"/>
              <a:gd name="T8" fmla="*/ 0 60000 65536"/>
              <a:gd name="T9" fmla="*/ 0 60000 65536"/>
              <a:gd name="T10" fmla="*/ 0 60000 65536"/>
              <a:gd name="T11" fmla="*/ 0 60000 65536"/>
              <a:gd name="T12" fmla="*/ 0 w 512"/>
              <a:gd name="T13" fmla="*/ 0 h 210"/>
              <a:gd name="T14" fmla="*/ 512 w 512"/>
              <a:gd name="T15" fmla="*/ 210 h 21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12" h="210">
                <a:moveTo>
                  <a:pt x="512" y="210"/>
                </a:moveTo>
                <a:cubicBezTo>
                  <a:pt x="393" y="188"/>
                  <a:pt x="275" y="166"/>
                  <a:pt x="238" y="146"/>
                </a:cubicBezTo>
                <a:cubicBezTo>
                  <a:pt x="201" y="126"/>
                  <a:pt x="333" y="116"/>
                  <a:pt x="293" y="92"/>
                </a:cubicBezTo>
                <a:cubicBezTo>
                  <a:pt x="253" y="68"/>
                  <a:pt x="126" y="34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92" name="Text Box 55"/>
          <p:cNvSpPr txBox="1">
            <a:spLocks noChangeArrowheads="1"/>
          </p:cNvSpPr>
          <p:nvPr/>
        </p:nvSpPr>
        <p:spPr bwMode="auto">
          <a:xfrm>
            <a:off x="3032125" y="4694238"/>
            <a:ext cx="2341563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/>
            <a:r>
              <a:rPr lang="en-US"/>
              <a:t>Insulated container</a:t>
            </a:r>
          </a:p>
        </p:txBody>
      </p:sp>
      <p:sp>
        <p:nvSpPr>
          <p:cNvPr id="46093" name="Line 56"/>
          <p:cNvSpPr>
            <a:spLocks noChangeShapeType="1"/>
          </p:cNvSpPr>
          <p:nvPr/>
        </p:nvSpPr>
        <p:spPr bwMode="auto">
          <a:xfrm flipH="1">
            <a:off x="2643188" y="4889500"/>
            <a:ext cx="363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94" name="Rectangle 57" descr="Wide upward diagonal"/>
          <p:cNvSpPr>
            <a:spLocks noChangeArrowheads="1"/>
          </p:cNvSpPr>
          <p:nvPr/>
        </p:nvSpPr>
        <p:spPr bwMode="auto">
          <a:xfrm>
            <a:off x="6191250" y="3217863"/>
            <a:ext cx="2249488" cy="2119312"/>
          </a:xfrm>
          <a:prstGeom prst="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95" name="Rectangle 58"/>
          <p:cNvSpPr>
            <a:spLocks noChangeArrowheads="1"/>
          </p:cNvSpPr>
          <p:nvPr/>
        </p:nvSpPr>
        <p:spPr bwMode="auto">
          <a:xfrm>
            <a:off x="6451600" y="3217863"/>
            <a:ext cx="1741488" cy="1901825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96" name="Rectangle 59"/>
          <p:cNvSpPr>
            <a:spLocks noChangeArrowheads="1"/>
          </p:cNvSpPr>
          <p:nvPr/>
        </p:nvSpPr>
        <p:spPr bwMode="auto">
          <a:xfrm>
            <a:off x="6461125" y="3529013"/>
            <a:ext cx="1697038" cy="1582737"/>
          </a:xfrm>
          <a:prstGeom prst="rect">
            <a:avLst/>
          </a:prstGeom>
          <a:solidFill>
            <a:schemeClr val="accent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5" name="Group 84"/>
          <p:cNvGrpSpPr>
            <a:grpSpLocks/>
          </p:cNvGrpSpPr>
          <p:nvPr/>
        </p:nvGrpSpPr>
        <p:grpSpPr bwMode="auto">
          <a:xfrm>
            <a:off x="929390" y="2165348"/>
            <a:ext cx="176213" cy="2178050"/>
            <a:chOff x="3983" y="1499"/>
            <a:chExt cx="289" cy="1372"/>
          </a:xfrm>
        </p:grpSpPr>
        <p:sp>
          <p:nvSpPr>
            <p:cNvPr id="46104" name="Oval 61"/>
            <p:cNvSpPr>
              <a:spLocks noChangeArrowheads="1"/>
            </p:cNvSpPr>
            <p:nvPr/>
          </p:nvSpPr>
          <p:spPr bwMode="auto">
            <a:xfrm>
              <a:off x="3983" y="2715"/>
              <a:ext cx="289" cy="156"/>
            </a:xfrm>
            <a:prstGeom prst="ellipse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6" name="Group 62"/>
            <p:cNvGrpSpPr>
              <a:grpSpLocks/>
            </p:cNvGrpSpPr>
            <p:nvPr/>
          </p:nvGrpSpPr>
          <p:grpSpPr bwMode="auto">
            <a:xfrm>
              <a:off x="4076" y="1499"/>
              <a:ext cx="115" cy="1290"/>
              <a:chOff x="4917" y="2212"/>
              <a:chExt cx="202" cy="1591"/>
            </a:xfrm>
          </p:grpSpPr>
          <p:sp>
            <p:nvSpPr>
              <p:cNvPr id="46108" name="AutoShape 63"/>
              <p:cNvSpPr>
                <a:spLocks noChangeArrowheads="1"/>
              </p:cNvSpPr>
              <p:nvPr/>
            </p:nvSpPr>
            <p:spPr bwMode="auto">
              <a:xfrm rot="-5400000">
                <a:off x="4222" y="2907"/>
                <a:ext cx="1591" cy="202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09" name="Line 64"/>
              <p:cNvSpPr>
                <a:spLocks noChangeShapeType="1"/>
              </p:cNvSpPr>
              <p:nvPr/>
            </p:nvSpPr>
            <p:spPr bwMode="auto">
              <a:xfrm>
                <a:off x="4962" y="308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0" name="Line 65"/>
              <p:cNvSpPr>
                <a:spLocks noChangeShapeType="1"/>
              </p:cNvSpPr>
              <p:nvPr/>
            </p:nvSpPr>
            <p:spPr bwMode="auto">
              <a:xfrm>
                <a:off x="4962" y="317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1" name="Line 66"/>
              <p:cNvSpPr>
                <a:spLocks noChangeShapeType="1"/>
              </p:cNvSpPr>
              <p:nvPr/>
            </p:nvSpPr>
            <p:spPr bwMode="auto">
              <a:xfrm>
                <a:off x="4962" y="327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2" name="Line 67"/>
              <p:cNvSpPr>
                <a:spLocks noChangeShapeType="1"/>
              </p:cNvSpPr>
              <p:nvPr/>
            </p:nvSpPr>
            <p:spPr bwMode="auto">
              <a:xfrm>
                <a:off x="4962" y="3369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3" name="Line 68"/>
              <p:cNvSpPr>
                <a:spLocks noChangeShapeType="1"/>
              </p:cNvSpPr>
              <p:nvPr/>
            </p:nvSpPr>
            <p:spPr bwMode="auto">
              <a:xfrm>
                <a:off x="4962" y="3465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4" name="Line 69"/>
              <p:cNvSpPr>
                <a:spLocks noChangeShapeType="1"/>
              </p:cNvSpPr>
              <p:nvPr/>
            </p:nvSpPr>
            <p:spPr bwMode="auto">
              <a:xfrm>
                <a:off x="4962" y="356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5" name="Line 70"/>
              <p:cNvSpPr>
                <a:spLocks noChangeShapeType="1"/>
              </p:cNvSpPr>
              <p:nvPr/>
            </p:nvSpPr>
            <p:spPr bwMode="auto">
              <a:xfrm>
                <a:off x="4962" y="365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6" name="Line 71"/>
              <p:cNvSpPr>
                <a:spLocks noChangeShapeType="1"/>
              </p:cNvSpPr>
              <p:nvPr/>
            </p:nvSpPr>
            <p:spPr bwMode="auto">
              <a:xfrm>
                <a:off x="4962" y="375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7" name="Line 72"/>
              <p:cNvSpPr>
                <a:spLocks noChangeShapeType="1"/>
              </p:cNvSpPr>
              <p:nvPr/>
            </p:nvSpPr>
            <p:spPr bwMode="auto">
              <a:xfrm>
                <a:off x="4968" y="230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8" name="Line 73"/>
              <p:cNvSpPr>
                <a:spLocks noChangeShapeType="1"/>
              </p:cNvSpPr>
              <p:nvPr/>
            </p:nvSpPr>
            <p:spPr bwMode="auto">
              <a:xfrm>
                <a:off x="4968" y="240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9" name="Line 74"/>
              <p:cNvSpPr>
                <a:spLocks noChangeShapeType="1"/>
              </p:cNvSpPr>
              <p:nvPr/>
            </p:nvSpPr>
            <p:spPr bwMode="auto">
              <a:xfrm>
                <a:off x="4968" y="249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20" name="Line 75"/>
              <p:cNvSpPr>
                <a:spLocks noChangeShapeType="1"/>
              </p:cNvSpPr>
              <p:nvPr/>
            </p:nvSpPr>
            <p:spPr bwMode="auto">
              <a:xfrm>
                <a:off x="4968" y="2592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21" name="Line 76"/>
              <p:cNvSpPr>
                <a:spLocks noChangeShapeType="1"/>
              </p:cNvSpPr>
              <p:nvPr/>
            </p:nvSpPr>
            <p:spPr bwMode="auto">
              <a:xfrm>
                <a:off x="4968" y="2688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22" name="Line 77"/>
              <p:cNvSpPr>
                <a:spLocks noChangeShapeType="1"/>
              </p:cNvSpPr>
              <p:nvPr/>
            </p:nvSpPr>
            <p:spPr bwMode="auto">
              <a:xfrm>
                <a:off x="4968" y="278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23" name="Line 78"/>
              <p:cNvSpPr>
                <a:spLocks noChangeShapeType="1"/>
              </p:cNvSpPr>
              <p:nvPr/>
            </p:nvSpPr>
            <p:spPr bwMode="auto">
              <a:xfrm>
                <a:off x="4968" y="288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24" name="Line 79"/>
              <p:cNvSpPr>
                <a:spLocks noChangeShapeType="1"/>
              </p:cNvSpPr>
              <p:nvPr/>
            </p:nvSpPr>
            <p:spPr bwMode="auto">
              <a:xfrm>
                <a:off x="4968" y="297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6106" name="Oval 80"/>
            <p:cNvSpPr>
              <a:spLocks noChangeArrowheads="1"/>
            </p:cNvSpPr>
            <p:nvPr/>
          </p:nvSpPr>
          <p:spPr bwMode="auto">
            <a:xfrm>
              <a:off x="4048" y="2738"/>
              <a:ext cx="161" cy="111"/>
            </a:xfrm>
            <a:prstGeom prst="ellipse">
              <a:avLst/>
            </a:prstGeom>
            <a:solidFill>
              <a:srgbClr val="FF000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107" name="Rectangle 81"/>
            <p:cNvSpPr>
              <a:spLocks noChangeArrowheads="1"/>
            </p:cNvSpPr>
            <p:nvPr/>
          </p:nvSpPr>
          <p:spPr bwMode="auto">
            <a:xfrm>
              <a:off x="4112" y="1609"/>
              <a:ext cx="47" cy="1158"/>
            </a:xfrm>
            <a:prstGeom prst="rect">
              <a:avLst/>
            </a:prstGeom>
            <a:solidFill>
              <a:srgbClr val="FF000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46098" name="Rectangle 82"/>
          <p:cNvSpPr>
            <a:spLocks noChangeArrowheads="1"/>
          </p:cNvSpPr>
          <p:nvPr/>
        </p:nvSpPr>
        <p:spPr bwMode="auto">
          <a:xfrm>
            <a:off x="7569200" y="4132263"/>
            <a:ext cx="377825" cy="581025"/>
          </a:xfrm>
          <a:prstGeom prst="rect">
            <a:avLst/>
          </a:prstGeom>
          <a:solidFill>
            <a:srgbClr val="993300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99" name="AutoShape 83"/>
          <p:cNvSpPr>
            <a:spLocks noChangeArrowheads="1"/>
          </p:cNvSpPr>
          <p:nvPr/>
        </p:nvSpPr>
        <p:spPr bwMode="auto">
          <a:xfrm>
            <a:off x="4908550" y="1931988"/>
            <a:ext cx="420688" cy="1176337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100" name="Line 85"/>
          <p:cNvSpPr>
            <a:spLocks noChangeShapeType="1"/>
          </p:cNvSpPr>
          <p:nvPr/>
        </p:nvSpPr>
        <p:spPr bwMode="auto">
          <a:xfrm>
            <a:off x="5114925" y="4902200"/>
            <a:ext cx="11477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101" name="Line 86"/>
          <p:cNvSpPr>
            <a:spLocks noChangeShapeType="1"/>
          </p:cNvSpPr>
          <p:nvPr/>
        </p:nvSpPr>
        <p:spPr bwMode="auto">
          <a:xfrm>
            <a:off x="1111250" y="2960688"/>
            <a:ext cx="16891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102" name="Text Box 87"/>
          <p:cNvSpPr txBox="1">
            <a:spLocks noChangeArrowheads="1"/>
          </p:cNvSpPr>
          <p:nvPr/>
        </p:nvSpPr>
        <p:spPr bwMode="auto">
          <a:xfrm>
            <a:off x="7088188" y="1827213"/>
            <a:ext cx="1833563" cy="64633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/>
            <a:r>
              <a:rPr lang="en-US" dirty="0"/>
              <a:t>Water temperature falls</a:t>
            </a:r>
          </a:p>
        </p:txBody>
      </p:sp>
      <p:sp>
        <p:nvSpPr>
          <p:cNvPr id="46103" name="Line 88"/>
          <p:cNvSpPr>
            <a:spLocks noChangeShapeType="1"/>
          </p:cNvSpPr>
          <p:nvPr/>
        </p:nvSpPr>
        <p:spPr bwMode="auto">
          <a:xfrm flipH="1">
            <a:off x="6800850" y="2351088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6637650" y="2086496"/>
            <a:ext cx="173038" cy="2178050"/>
            <a:chOff x="4279" y="1535"/>
            <a:chExt cx="164" cy="1692"/>
          </a:xfrm>
        </p:grpSpPr>
        <p:sp>
          <p:nvSpPr>
            <p:cNvPr id="46125" name="Oval 8"/>
            <p:cNvSpPr>
              <a:spLocks noChangeArrowheads="1"/>
            </p:cNvSpPr>
            <p:nvPr/>
          </p:nvSpPr>
          <p:spPr bwMode="auto">
            <a:xfrm>
              <a:off x="4279" y="3035"/>
              <a:ext cx="164" cy="192"/>
            </a:xfrm>
            <a:prstGeom prst="ellipse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9"/>
            <p:cNvGrpSpPr>
              <a:grpSpLocks/>
            </p:cNvGrpSpPr>
            <p:nvPr/>
          </p:nvGrpSpPr>
          <p:grpSpPr bwMode="auto">
            <a:xfrm>
              <a:off x="4332" y="1535"/>
              <a:ext cx="65" cy="1591"/>
              <a:chOff x="4917" y="2212"/>
              <a:chExt cx="202" cy="1591"/>
            </a:xfrm>
          </p:grpSpPr>
          <p:sp>
            <p:nvSpPr>
              <p:cNvPr id="46129" name="AutoShape 10"/>
              <p:cNvSpPr>
                <a:spLocks noChangeArrowheads="1"/>
              </p:cNvSpPr>
              <p:nvPr/>
            </p:nvSpPr>
            <p:spPr bwMode="auto">
              <a:xfrm rot="-5400000">
                <a:off x="4222" y="2907"/>
                <a:ext cx="1591" cy="202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0" name="Line 11"/>
              <p:cNvSpPr>
                <a:spLocks noChangeShapeType="1"/>
              </p:cNvSpPr>
              <p:nvPr/>
            </p:nvSpPr>
            <p:spPr bwMode="auto">
              <a:xfrm>
                <a:off x="4962" y="308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1" name="Line 12"/>
              <p:cNvSpPr>
                <a:spLocks noChangeShapeType="1"/>
              </p:cNvSpPr>
              <p:nvPr/>
            </p:nvSpPr>
            <p:spPr bwMode="auto">
              <a:xfrm>
                <a:off x="4962" y="317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2" name="Line 13"/>
              <p:cNvSpPr>
                <a:spLocks noChangeShapeType="1"/>
              </p:cNvSpPr>
              <p:nvPr/>
            </p:nvSpPr>
            <p:spPr bwMode="auto">
              <a:xfrm>
                <a:off x="4962" y="327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3" name="Line 14"/>
              <p:cNvSpPr>
                <a:spLocks noChangeShapeType="1"/>
              </p:cNvSpPr>
              <p:nvPr/>
            </p:nvSpPr>
            <p:spPr bwMode="auto">
              <a:xfrm>
                <a:off x="4962" y="3369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4" name="Line 15"/>
              <p:cNvSpPr>
                <a:spLocks noChangeShapeType="1"/>
              </p:cNvSpPr>
              <p:nvPr/>
            </p:nvSpPr>
            <p:spPr bwMode="auto">
              <a:xfrm>
                <a:off x="4962" y="3465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5" name="Line 16"/>
              <p:cNvSpPr>
                <a:spLocks noChangeShapeType="1"/>
              </p:cNvSpPr>
              <p:nvPr/>
            </p:nvSpPr>
            <p:spPr bwMode="auto">
              <a:xfrm>
                <a:off x="4962" y="356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6" name="Line 17"/>
              <p:cNvSpPr>
                <a:spLocks noChangeShapeType="1"/>
              </p:cNvSpPr>
              <p:nvPr/>
            </p:nvSpPr>
            <p:spPr bwMode="auto">
              <a:xfrm>
                <a:off x="4962" y="365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7" name="Line 18"/>
              <p:cNvSpPr>
                <a:spLocks noChangeShapeType="1"/>
              </p:cNvSpPr>
              <p:nvPr/>
            </p:nvSpPr>
            <p:spPr bwMode="auto">
              <a:xfrm>
                <a:off x="4962" y="375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8" name="Line 19"/>
              <p:cNvSpPr>
                <a:spLocks noChangeShapeType="1"/>
              </p:cNvSpPr>
              <p:nvPr/>
            </p:nvSpPr>
            <p:spPr bwMode="auto">
              <a:xfrm>
                <a:off x="4968" y="230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9" name="Line 20"/>
              <p:cNvSpPr>
                <a:spLocks noChangeShapeType="1"/>
              </p:cNvSpPr>
              <p:nvPr/>
            </p:nvSpPr>
            <p:spPr bwMode="auto">
              <a:xfrm>
                <a:off x="4968" y="240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40" name="Line 21"/>
              <p:cNvSpPr>
                <a:spLocks noChangeShapeType="1"/>
              </p:cNvSpPr>
              <p:nvPr/>
            </p:nvSpPr>
            <p:spPr bwMode="auto">
              <a:xfrm>
                <a:off x="4968" y="249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41" name="Line 22"/>
              <p:cNvSpPr>
                <a:spLocks noChangeShapeType="1"/>
              </p:cNvSpPr>
              <p:nvPr/>
            </p:nvSpPr>
            <p:spPr bwMode="auto">
              <a:xfrm>
                <a:off x="4968" y="2592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42" name="Line 23"/>
              <p:cNvSpPr>
                <a:spLocks noChangeShapeType="1"/>
              </p:cNvSpPr>
              <p:nvPr/>
            </p:nvSpPr>
            <p:spPr bwMode="auto">
              <a:xfrm>
                <a:off x="4968" y="2688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43" name="Line 24"/>
              <p:cNvSpPr>
                <a:spLocks noChangeShapeType="1"/>
              </p:cNvSpPr>
              <p:nvPr/>
            </p:nvSpPr>
            <p:spPr bwMode="auto">
              <a:xfrm>
                <a:off x="4968" y="278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44" name="Line 25"/>
              <p:cNvSpPr>
                <a:spLocks noChangeShapeType="1"/>
              </p:cNvSpPr>
              <p:nvPr/>
            </p:nvSpPr>
            <p:spPr bwMode="auto">
              <a:xfrm>
                <a:off x="4968" y="288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45" name="Line 26"/>
              <p:cNvSpPr>
                <a:spLocks noChangeShapeType="1"/>
              </p:cNvSpPr>
              <p:nvPr/>
            </p:nvSpPr>
            <p:spPr bwMode="auto">
              <a:xfrm>
                <a:off x="4968" y="297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6127" name="Oval 27"/>
            <p:cNvSpPr>
              <a:spLocks noChangeArrowheads="1"/>
            </p:cNvSpPr>
            <p:nvPr/>
          </p:nvSpPr>
          <p:spPr bwMode="auto">
            <a:xfrm>
              <a:off x="4316" y="3063"/>
              <a:ext cx="91" cy="137"/>
            </a:xfrm>
            <a:prstGeom prst="ellipse">
              <a:avLst/>
            </a:prstGeom>
            <a:solidFill>
              <a:srgbClr val="FF000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128" name="Rectangle 28"/>
            <p:cNvSpPr>
              <a:spLocks noChangeArrowheads="1"/>
            </p:cNvSpPr>
            <p:nvPr/>
          </p:nvSpPr>
          <p:spPr bwMode="auto">
            <a:xfrm>
              <a:off x="4352" y="2240"/>
              <a:ext cx="27" cy="859"/>
            </a:xfrm>
            <a:prstGeom prst="rect">
              <a:avLst/>
            </a:prstGeom>
            <a:solidFill>
              <a:srgbClr val="FF000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</TotalTime>
  <Words>1835</Words>
  <Application>Microsoft Office PowerPoint</Application>
  <PresentationFormat>On-screen Show (4:3)</PresentationFormat>
  <Paragraphs>348</Paragraphs>
  <Slides>67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67</vt:i4>
      </vt:variant>
    </vt:vector>
  </HeadingPairs>
  <TitlesOfParts>
    <vt:vector size="77" baseType="lpstr">
      <vt:lpstr>Aptos</vt:lpstr>
      <vt:lpstr>Arial</vt:lpstr>
      <vt:lpstr>Calibri</vt:lpstr>
      <vt:lpstr>Cambria Math</vt:lpstr>
      <vt:lpstr>Symbol</vt:lpstr>
      <vt:lpstr>Times New Roman</vt:lpstr>
      <vt:lpstr>Wingdings</vt:lpstr>
      <vt:lpstr>Office Theme</vt:lpstr>
      <vt:lpstr>Equation</vt:lpstr>
      <vt:lpstr>Photo Editor Photo</vt:lpstr>
      <vt:lpstr>Lecture 28</vt:lpstr>
      <vt:lpstr>Question</vt:lpstr>
      <vt:lpstr>PowerPoint Presentation</vt:lpstr>
      <vt:lpstr>Question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</vt:lpstr>
      <vt:lpstr>Thermodynamics</vt:lpstr>
      <vt:lpstr>Question 123.7.4</vt:lpstr>
      <vt:lpstr>Thermal Contact Defined</vt:lpstr>
      <vt:lpstr>Thermal Contact Defined</vt:lpstr>
      <vt:lpstr>Question 123.8.1</vt:lpstr>
      <vt:lpstr>Question 123.8.2</vt:lpstr>
      <vt:lpstr>Question 123.8.2.5</vt:lpstr>
      <vt:lpstr>Question 123.8.3</vt:lpstr>
      <vt:lpstr>Question 123.8.4</vt:lpstr>
      <vt:lpstr>Question 123.8.5</vt:lpstr>
      <vt:lpstr>Question 123.8.6</vt:lpstr>
      <vt:lpstr>Question 123.8.7</vt:lpstr>
      <vt:lpstr>Question 123.8.8</vt:lpstr>
      <vt:lpstr>Question 123.8.9</vt:lpstr>
      <vt:lpstr>Question 123.8.10</vt:lpstr>
      <vt:lpstr>End</vt:lpstr>
      <vt:lpstr>PowerPoint Presentation</vt:lpstr>
      <vt:lpstr>Question 123.12.1.1</vt:lpstr>
      <vt:lpstr>PowerPoint Presentation</vt:lpstr>
      <vt:lpstr>PowerPoint Presentation</vt:lpstr>
      <vt:lpstr>PowerPoint Presentation</vt:lpstr>
      <vt:lpstr>Specific Heat</vt:lpstr>
      <vt:lpstr>Units of Specific Heat</vt:lpstr>
      <vt:lpstr>PowerPoint Presentation</vt:lpstr>
      <vt:lpstr>Heat and Specific Heat</vt:lpstr>
      <vt:lpstr>A Consequence of Different Specific Heats</vt:lpstr>
      <vt:lpstr>Question 123.12.2</vt:lpstr>
      <vt:lpstr>Heating Ice</vt:lpstr>
      <vt:lpstr>Graph of Ice to Steam</vt:lpstr>
      <vt:lpstr>20.3 Latent Heat</vt:lpstr>
      <vt:lpstr>Phase Changes</vt:lpstr>
      <vt:lpstr>Latent Heat</vt:lpstr>
      <vt:lpstr>Phase Changes Latent Heat</vt:lpstr>
      <vt:lpstr>Latent Heat, cont.</vt:lpstr>
      <vt:lpstr>T vs. Q Graphs</vt:lpstr>
      <vt:lpstr>PowerPoint Presentation</vt:lpstr>
      <vt:lpstr>Graph of Ice to Steam</vt:lpstr>
      <vt:lpstr>Warming Ice</vt:lpstr>
      <vt:lpstr>Melting Ice</vt:lpstr>
      <vt:lpstr>Warming Water</vt:lpstr>
      <vt:lpstr>Question 123.12.3</vt:lpstr>
      <vt:lpstr>Boiling Water</vt:lpstr>
      <vt:lpstr>Heating Steam</vt:lpstr>
      <vt:lpstr>Question 123.12.4</vt:lpstr>
      <vt:lpstr>Question 123.12.5</vt:lpstr>
      <vt:lpstr>Problem Solving Strategies</vt:lpstr>
      <vt:lpstr>Problem Solving Strategies, cont</vt:lpstr>
      <vt:lpstr>Calorimeter</vt:lpstr>
      <vt:lpstr>Calorimetry</vt:lpstr>
      <vt:lpstr>Calorimeter</vt:lpstr>
      <vt:lpstr>Calorimetry</vt:lpstr>
      <vt:lpstr>Calorimetry</vt:lpstr>
      <vt:lpstr>Mixture Example</vt:lpstr>
      <vt:lpstr>Mixture Example</vt:lpstr>
      <vt:lpstr>Calorimeter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9</cp:revision>
  <dcterms:created xsi:type="dcterms:W3CDTF">2011-10-09T01:31:08Z</dcterms:created>
  <dcterms:modified xsi:type="dcterms:W3CDTF">2026-03-12T22:45:57Z</dcterms:modified>
</cp:coreProperties>
</file>