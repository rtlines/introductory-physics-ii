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49" r:id="rId3"/>
    <p:sldId id="304" r:id="rId4"/>
    <p:sldId id="257" r:id="rId5"/>
    <p:sldId id="1387" r:id="rId6"/>
    <p:sldId id="305" r:id="rId7"/>
    <p:sldId id="299" r:id="rId8"/>
    <p:sldId id="1389" r:id="rId9"/>
    <p:sldId id="326" r:id="rId10"/>
    <p:sldId id="1390" r:id="rId11"/>
    <p:sldId id="1377" r:id="rId12"/>
    <p:sldId id="1378" r:id="rId13"/>
    <p:sldId id="1379" r:id="rId14"/>
    <p:sldId id="1393" r:id="rId15"/>
    <p:sldId id="1380" r:id="rId16"/>
    <p:sldId id="1392" r:id="rId17"/>
    <p:sldId id="307" r:id="rId18"/>
    <p:sldId id="308" r:id="rId19"/>
    <p:sldId id="309" r:id="rId20"/>
    <p:sldId id="395" r:id="rId21"/>
    <p:sldId id="1394" r:id="rId22"/>
    <p:sldId id="322" r:id="rId23"/>
    <p:sldId id="394" r:id="rId24"/>
    <p:sldId id="1391" r:id="rId25"/>
    <p:sldId id="1388" r:id="rId26"/>
    <p:sldId id="25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46" autoAdjust="0"/>
    <p:restoredTop sz="94660"/>
  </p:normalViewPr>
  <p:slideViewPr>
    <p:cSldViewPr snapToGrid="0">
      <p:cViewPr varScale="1">
        <p:scale>
          <a:sx n="44" d="100"/>
          <a:sy n="44" d="100"/>
        </p:scale>
        <p:origin x="42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modSld">
      <pc:chgData name="Todd Lines" userId="afaf7c3a-e8aa-4568-882a-02ad8f9e19b0" providerId="ADAL" clId="{5FF5AC1B-ABA9-43D7-A1E3-2D92732CD6E2}" dt="2026-08-26T19:27:23.032" v="1" actId="20577"/>
      <pc:docMkLst>
        <pc:docMk/>
      </pc:docMkLst>
      <pc:sldChg chg="modSp mod">
        <pc:chgData name="Todd Lines" userId="afaf7c3a-e8aa-4568-882a-02ad8f9e19b0" providerId="ADAL" clId="{5FF5AC1B-ABA9-43D7-A1E3-2D92732CD6E2}" dt="2026-08-26T19:27:23.032" v="1" actId="20577"/>
        <pc:sldMkLst>
          <pc:docMk/>
          <pc:sldMk cId="703349585" sldId="256"/>
        </pc:sldMkLst>
        <pc:spChg chg="mod">
          <ac:chgData name="Todd Lines" userId="afaf7c3a-e8aa-4568-882a-02ad8f9e19b0" providerId="ADAL" clId="{5FF5AC1B-ABA9-43D7-A1E3-2D92732CD6E2}" dt="2026-08-26T19:27:23.032" v="1" actId="20577"/>
          <ac:spMkLst>
            <pc:docMk/>
            <pc:sldMk cId="703349585" sldId="256"/>
            <ac:spMk id="2" creationId="{15C9B43A-7974-CA32-898C-F3689FA8A7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9ED72-9CC9-46FA-A0F4-2B74BA2C9945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E73DF-C945-47E1-83FF-A5E11F3CD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4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53FA92-AF22-49BF-B0BC-6DA57EBB65D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74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CE0D-9F93-2382-2299-B44D3BF87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F2223-97AD-F2D6-5D79-D40140205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A0067-D5A2-EA0B-30D6-5A99109A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5080-2DA2-9E57-65A8-8749995A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76990-6E25-CE99-BCFF-1228A255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6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6300-42C1-637B-8A54-75089122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FFEA4-64D9-E247-C371-C4B1853DB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A9061-95DC-7F0A-CA38-CBC7D825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48A2A-E24A-DFBA-649E-862D8878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9074C-FBA0-FFFF-86EA-BD9EFD2B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40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5876-0E09-8208-C210-ADAE8CB4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E503A-DE39-DEC7-2197-D8CEA0C4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1E26D-E4A2-7551-11AA-9D83D953D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8D1C9-21E2-7EDA-6823-25625302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70756-89DD-A2BF-7A54-E8C019038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8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494E-30F0-8288-17EB-2A866977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BA4DC-7646-4CAF-7250-922E2E49F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B96AE-20D2-B59F-DE5E-E9EB9C241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A9509-4D8C-B39F-BFBF-95BEC247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6FFBF-DCEA-1E4A-AFCA-DF1CDFFF8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AB513-982B-4451-DC9C-48FF0648F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1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185B-E180-8A2C-E578-71F0FE07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AEB40-6E6A-A226-C83A-E743F6BF3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BE72B-6E50-B234-29AA-AC269DE9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7EB7C-31A3-615F-94A6-89CBCADE8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461E5-5689-8B15-4B72-C58B64DD4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AA75E-F12D-9207-4379-BC6CAECA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C1F77F-1269-4828-6AEA-456DFE8C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62C43-6C4B-2C70-C948-C86863CE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2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E628-50D0-5C37-6841-7573C76B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4FD07-07BE-9A6E-DE09-E98A858E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328DE-EEC8-A879-9932-97AD4341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0A2C2-EA0F-7285-F5F2-EEE531E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2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D6C53-2539-909E-86AB-DE5C819D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DA875-7BF5-13B8-C753-5C85F282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6E2F9-A14A-5E7E-7343-3059C126A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9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FDA6-8D14-6026-C865-C4867FBF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EFFF9-DB8C-7F54-65E3-1E3A3065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3A670-F5FC-B84F-53A8-DDB727952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46DD3-CB97-BC55-00CD-BD4BFB951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F8A72-BB0F-A1AD-9E7A-A2A83987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8B6A7-4F21-03D7-432D-8BA5EC63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6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6859-8573-09BE-3663-646E5FB7A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0B31A-4446-C8EF-E28A-F4CFD3E8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FC18F-3A41-3290-D877-A39A34B33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6D0EA-9A29-0FC0-3726-91B0DAC8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2B8A3-4A47-9A14-A40D-CB0EAA3E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2D4D6-1912-50C8-10C0-437B1ADD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9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400D-8DAB-78AA-BA0B-DCBA6815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594AA-F971-612C-CA7A-674234983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92B51-CFB2-BE2C-1E25-49E7A25F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E37A5-CCCA-C5B2-6BF0-59E44B51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20A49-50D0-0569-B706-FA90A53F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88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10F62-B0D3-AFA5-020B-BA15C5263D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5DBBE-B12D-A3DA-66B2-281572EB2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DE22-41E2-A59D-E605-FBD508F00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0F46A-12D6-F83B-5EFE-9B419507F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EF746-E8B4-1A51-9B4A-5E4B186B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71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D7B0D-279D-4F93-970A-63C79FA4C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57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EBB68-10A5-90BB-AD60-04BFA9A1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E8EC4-977A-C8C4-8080-79032ACD1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D63BB-5872-071B-BF47-40AC3FFA36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0ABD4-BE77-4350-A04B-D24ECF2C779C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591FF-C12D-DE1A-3B4B-DA62AE647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B7D1-9E41-F429-B8DC-FDCA23CE5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36FB98-9A30-4D35-8A94-9AA510C224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7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5" Type="http://schemas.openxmlformats.org/officeDocument/2006/relationships/image" Target="../media/image23.png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wmf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4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6.bin"/><Relationship Id="rId2" Type="http://schemas.openxmlformats.org/officeDocument/2006/relationships/oleObject" Target="../embeddings/oleObject21.bin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3.wmf"/><Relationship Id="rId5" Type="http://schemas.openxmlformats.org/officeDocument/2006/relationships/image" Target="../media/image18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B43A-7974-CA32-898C-F3689FA8A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21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F6E01-6A11-44FD-5379-19A5B8018D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49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red light on a black background&#10;&#10;AI-generated content may be incorrect.">
            <a:extLst>
              <a:ext uri="{FF2B5EF4-FFF2-40B4-BE49-F238E27FC236}">
                <a16:creationId xmlns:a16="http://schemas.microsoft.com/office/drawing/2014/main" id="{F4C015AB-FE18-4DBB-9C3D-32029B102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17" r="16031"/>
          <a:stretch/>
        </p:blipFill>
        <p:spPr>
          <a:xfrm>
            <a:off x="4025182" y="1328524"/>
            <a:ext cx="4356819" cy="542717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E91A714-7933-2308-85B7-8262417E441F}"/>
              </a:ext>
            </a:extLst>
          </p:cNvPr>
          <p:cNvSpPr txBox="1"/>
          <p:nvPr/>
        </p:nvSpPr>
        <p:spPr>
          <a:xfrm>
            <a:off x="3113056" y="1557338"/>
            <a:ext cx="960648" cy="34902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50" dirty="0"/>
              <a:t>One Slit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Two Slits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Three Slits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Four Slits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Five Slits</a:t>
            </a:r>
          </a:p>
          <a:p>
            <a:pPr>
              <a:lnSpc>
                <a:spcPct val="150000"/>
              </a:lnSpc>
            </a:pPr>
            <a:endParaRPr lang="en-US" sz="1350" dirty="0"/>
          </a:p>
          <a:p>
            <a:pPr>
              <a:lnSpc>
                <a:spcPct val="150000"/>
              </a:lnSpc>
            </a:pPr>
            <a:r>
              <a:rPr lang="en-US" sz="1350" dirty="0"/>
              <a:t>Six Slits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AA26FD-0F50-EB47-1F7B-E09D9E42D8D6}"/>
              </a:ext>
            </a:extLst>
          </p:cNvPr>
          <p:cNvSpPr txBox="1"/>
          <p:nvPr/>
        </p:nvSpPr>
        <p:spPr>
          <a:xfrm>
            <a:off x="4265121" y="2658618"/>
            <a:ext cx="14654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Principle Maxima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B91E31-12EF-FF8A-8072-DE345C83C9FA}"/>
              </a:ext>
            </a:extLst>
          </p:cNvPr>
          <p:cNvSpPr txBox="1"/>
          <p:nvPr/>
        </p:nvSpPr>
        <p:spPr>
          <a:xfrm>
            <a:off x="6160099" y="2688613"/>
            <a:ext cx="16059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Secondary Maxima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F9DD714-057E-3E69-9B31-C38D884EFA3B}"/>
              </a:ext>
            </a:extLst>
          </p:cNvPr>
          <p:cNvCxnSpPr>
            <a:cxnSpLocks/>
          </p:cNvCxnSpPr>
          <p:nvPr/>
        </p:nvCxnSpPr>
        <p:spPr>
          <a:xfrm>
            <a:off x="5636477" y="2803976"/>
            <a:ext cx="467849" cy="3232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D4D7DE5-29DF-20CC-B1B8-1922A95E300B}"/>
              </a:ext>
            </a:extLst>
          </p:cNvPr>
          <p:cNvCxnSpPr>
            <a:cxnSpLocks/>
          </p:cNvCxnSpPr>
          <p:nvPr/>
        </p:nvCxnSpPr>
        <p:spPr>
          <a:xfrm flipH="1">
            <a:off x="6203444" y="2935618"/>
            <a:ext cx="86867" cy="1916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59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8744" y="2572385"/>
            <a:ext cx="4549457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41445" y="4297680"/>
            <a:ext cx="44005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7010400" y="3931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0" y="393192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2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25240" y="393192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68240" y="393192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42961" y="37947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/2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6842760" y="2971800"/>
            <a:ext cx="381000" cy="4419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30240" y="22860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37156"/>
            <a:ext cx="289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Interference fringes:</a:t>
            </a:r>
          </a:p>
          <a:p>
            <a:r>
              <a:rPr lang="en-US" dirty="0"/>
              <a:t> due to having a single slit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630C40-1F64-F4F9-A0E9-937965B7F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94" y="935138"/>
            <a:ext cx="5916612" cy="498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290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223.11.0.1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320800"/>
            <a:ext cx="3795486" cy="5485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the path difference between ray 1 and ray 2?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d)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9354257" flipH="1">
            <a:off x="7525817" y="2827300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19354257" flipH="1">
            <a:off x="7525818" y="3836251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54069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54069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725369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649169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877769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039569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039569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039569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039569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039569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49169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7182569" y="377952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25569" y="3246121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ym typeface="Symbol"/>
              </a:rPr>
              <a:t></a:t>
            </a:r>
            <a:endParaRPr lang="en-US" sz="3200" dirty="0"/>
          </a:p>
        </p:txBody>
      </p:sp>
      <p:sp>
        <p:nvSpPr>
          <p:cNvPr id="20" name="Oval 19"/>
          <p:cNvSpPr/>
          <p:nvPr/>
        </p:nvSpPr>
        <p:spPr>
          <a:xfrm>
            <a:off x="7792169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792169" y="37033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792169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334969" y="263652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0170" y="2941321"/>
            <a:ext cx="6174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a/2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7868369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868369" y="21031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7868369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42238" y="4434363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8001719" y="4948715"/>
            <a:ext cx="126206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8061251" y="4655821"/>
            <a:ext cx="442913" cy="35956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413138" y="676003"/>
            <a:ext cx="406400" cy="34326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3" name="Oval 32"/>
          <p:cNvSpPr/>
          <p:nvPr/>
        </p:nvSpPr>
        <p:spPr>
          <a:xfrm>
            <a:off x="9413138" y="1702889"/>
            <a:ext cx="406400" cy="34326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9413138" y="2698207"/>
            <a:ext cx="406400" cy="343263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graphicFrame>
        <p:nvGraphicFramePr>
          <p:cNvPr id="62" name="Object 61"/>
          <p:cNvGraphicFramePr>
            <a:graphicFrameLocks noChangeAspect="1"/>
          </p:cNvGraphicFramePr>
          <p:nvPr/>
        </p:nvGraphicFramePr>
        <p:xfrm>
          <a:off x="2768600" y="4017706"/>
          <a:ext cx="874486" cy="752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002" imgH="393529" progId="Equation.3">
                  <p:embed/>
                </p:oleObj>
              </mc:Choice>
              <mc:Fallback>
                <p:oleObj name="Equation" r:id="rId2" imgW="457002" imgH="393529" progId="Equation.3">
                  <p:embed/>
                  <p:pic>
                    <p:nvPicPr>
                      <p:cNvPr id="6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8600" y="4017706"/>
                        <a:ext cx="874486" cy="752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/>
          <p:cNvGraphicFramePr>
            <a:graphicFrameLocks noChangeAspect="1"/>
          </p:cNvGraphicFramePr>
          <p:nvPr/>
        </p:nvGraphicFramePr>
        <p:xfrm>
          <a:off x="2691720" y="3119770"/>
          <a:ext cx="1125538" cy="462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177480" progId="Equation.3">
                  <p:embed/>
                </p:oleObj>
              </mc:Choice>
              <mc:Fallback>
                <p:oleObj name="Equation" r:id="rId4" imgW="431640" imgH="177480" progId="Equation.3">
                  <p:embed/>
                  <p:pic>
                    <p:nvPicPr>
                      <p:cNvPr id="63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720" y="3119770"/>
                        <a:ext cx="1125538" cy="462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3"/>
          <p:cNvGraphicFramePr>
            <a:graphicFrameLocks noChangeAspect="1"/>
          </p:cNvGraphicFramePr>
          <p:nvPr/>
        </p:nvGraphicFramePr>
        <p:xfrm>
          <a:off x="2862944" y="4948715"/>
          <a:ext cx="874713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393480" progId="Equation.3">
                  <p:embed/>
                </p:oleObj>
              </mc:Choice>
              <mc:Fallback>
                <p:oleObj name="Equation" r:id="rId6" imgW="457200" imgH="393480" progId="Equation.3">
                  <p:embed/>
                  <p:pic>
                    <p:nvPicPr>
                      <p:cNvPr id="64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2944" y="4948715"/>
                        <a:ext cx="874713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4"/>
          <p:cNvGraphicFramePr>
            <a:graphicFrameLocks noChangeAspect="1"/>
          </p:cNvGraphicFramePr>
          <p:nvPr/>
        </p:nvGraphicFramePr>
        <p:xfrm>
          <a:off x="2763838" y="6196014"/>
          <a:ext cx="97155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177480" progId="Equation.3">
                  <p:embed/>
                </p:oleObj>
              </mc:Choice>
              <mc:Fallback>
                <p:oleObj name="Equation" r:id="rId8" imgW="507960" imgH="177480" progId="Equation.3">
                  <p:embed/>
                  <p:pic>
                    <p:nvPicPr>
                      <p:cNvPr id="65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6196014"/>
                        <a:ext cx="97155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11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ight Triangle 37"/>
          <p:cNvSpPr/>
          <p:nvPr/>
        </p:nvSpPr>
        <p:spPr>
          <a:xfrm rot="19354257" flipH="1">
            <a:off x="5479128" y="2827300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/>
          <p:cNvSpPr/>
          <p:nvPr/>
        </p:nvSpPr>
        <p:spPr>
          <a:xfrm rot="19354257" flipH="1">
            <a:off x="5479129" y="3836251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Single-Slit Diffraction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7380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07380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678680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602480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31080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992880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992880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92880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992880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992880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02480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135880" y="377952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78880" y="3246121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ym typeface="Symbol"/>
              </a:rPr>
              <a:t></a:t>
            </a:r>
            <a:endParaRPr lang="en-US" sz="3200" dirty="0"/>
          </a:p>
        </p:txBody>
      </p:sp>
      <p:sp>
        <p:nvSpPr>
          <p:cNvPr id="25" name="Oval 24"/>
          <p:cNvSpPr/>
          <p:nvPr/>
        </p:nvSpPr>
        <p:spPr>
          <a:xfrm>
            <a:off x="5745480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745480" y="37033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745480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88280" y="263652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83481" y="2941321"/>
            <a:ext cx="6174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a/2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5821680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821680" y="21031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821680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95549" y="4434363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955030" y="4948715"/>
            <a:ext cx="126206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6014562" y="4655821"/>
            <a:ext cx="442913" cy="35956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324600" y="4908550"/>
          <a:ext cx="624840" cy="53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393480" progId="Equation.3">
                  <p:embed/>
                </p:oleObj>
              </mc:Choice>
              <mc:Fallback>
                <p:oleObj name="Equation" r:id="rId2" imgW="457200" imgH="393480" progId="Equation.3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908550"/>
                        <a:ext cx="624840" cy="5380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ight Triangle 37"/>
          <p:cNvSpPr/>
          <p:nvPr/>
        </p:nvSpPr>
        <p:spPr>
          <a:xfrm rot="19354257" flipH="1">
            <a:off x="5479128" y="2827300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/>
          <p:cNvSpPr/>
          <p:nvPr/>
        </p:nvSpPr>
        <p:spPr>
          <a:xfrm rot="19354257" flipH="1">
            <a:off x="5479129" y="3836251"/>
            <a:ext cx="609600" cy="83453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Single-Slit Diffraction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7380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07380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678680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602480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31080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992880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992880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92880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992880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992880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02480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135880" y="377952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2731" y="3448050"/>
            <a:ext cx="20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ym typeface="Symbol"/>
              </a:rPr>
              <a:t></a:t>
            </a:r>
            <a:endParaRPr lang="en-US" sz="2000" dirty="0"/>
          </a:p>
        </p:txBody>
      </p:sp>
      <p:sp>
        <p:nvSpPr>
          <p:cNvPr id="25" name="Oval 24"/>
          <p:cNvSpPr/>
          <p:nvPr/>
        </p:nvSpPr>
        <p:spPr>
          <a:xfrm>
            <a:off x="5745480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/>
          <p:cNvSpPr/>
          <p:nvPr/>
        </p:nvSpPr>
        <p:spPr>
          <a:xfrm rot="19354257" flipH="1">
            <a:off x="5479128" y="3303549"/>
            <a:ext cx="609600" cy="834530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745480" y="37033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745480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288280" y="263652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83481" y="2941321"/>
            <a:ext cx="6174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a/2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5821680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821680" y="21031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821680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295549" y="4434363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955030" y="4948715"/>
            <a:ext cx="126206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6014562" y="4655821"/>
            <a:ext cx="442913" cy="35956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6324600" y="4908550"/>
          <a:ext cx="624840" cy="53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393480" progId="Equation.3">
                  <p:embed/>
                </p:oleObj>
              </mc:Choice>
              <mc:Fallback>
                <p:oleObj name="Equation" r:id="rId2" imgW="457200" imgH="393480" progId="Equation.3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908550"/>
                        <a:ext cx="624840" cy="5380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Oval 29"/>
          <p:cNvSpPr/>
          <p:nvPr/>
        </p:nvSpPr>
        <p:spPr>
          <a:xfrm>
            <a:off x="5735955" y="315468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5726430" y="425005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5812155" y="256984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5802630" y="157924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818120" y="944880"/>
            <a:ext cx="2936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  <a:p>
            <a:endParaRPr lang="en-US" sz="1600" dirty="0"/>
          </a:p>
          <a:p>
            <a:r>
              <a:rPr lang="en-US" sz="1600" dirty="0"/>
              <a:t>4</a:t>
            </a:r>
          </a:p>
          <a:p>
            <a:endParaRPr lang="en-US" sz="1600" dirty="0"/>
          </a:p>
          <a:p>
            <a:r>
              <a:rPr lang="en-US" sz="1600" dirty="0"/>
              <a:t>3</a:t>
            </a:r>
          </a:p>
          <a:p>
            <a:endParaRPr lang="en-US" sz="1600" dirty="0"/>
          </a:p>
          <a:p>
            <a:r>
              <a:rPr lang="en-US" sz="1600" dirty="0"/>
              <a:t>2</a:t>
            </a:r>
          </a:p>
          <a:p>
            <a:endParaRPr lang="en-US" sz="1600" dirty="0"/>
          </a:p>
          <a:p>
            <a:r>
              <a:rPr lang="en-US" sz="1600" dirty="0"/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43AF-2DF5-A0D1-6460-4DE4E4AD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">
            <a:extLst>
              <a:ext uri="{FF2B5EF4-FFF2-40B4-BE49-F238E27FC236}">
                <a16:creationId xmlns:a16="http://schemas.microsoft.com/office/drawing/2014/main" id="{303BB25D-1DC4-CF9F-478D-1C84D5B67C2A}"/>
              </a:ext>
            </a:extLst>
          </p:cNvPr>
          <p:cNvSpPr/>
          <p:nvPr/>
        </p:nvSpPr>
        <p:spPr>
          <a:xfrm rot="19354257" flipH="1">
            <a:off x="5627656" y="2714439"/>
            <a:ext cx="325169" cy="463287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FD8136B2-3D39-EEF7-448C-DD0C3276B30A}"/>
              </a:ext>
            </a:extLst>
          </p:cNvPr>
          <p:cNvSpPr/>
          <p:nvPr/>
        </p:nvSpPr>
        <p:spPr>
          <a:xfrm rot="19354257" flipH="1">
            <a:off x="5652758" y="3237639"/>
            <a:ext cx="341294" cy="503080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9CA4D3FF-4326-CEBC-50A2-8FBA6291C536}"/>
              </a:ext>
            </a:extLst>
          </p:cNvPr>
          <p:cNvSpPr/>
          <p:nvPr/>
        </p:nvSpPr>
        <p:spPr>
          <a:xfrm rot="19354257" flipH="1">
            <a:off x="5662142" y="4376490"/>
            <a:ext cx="292885" cy="339584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6398F5B-E0BE-572A-14C1-9B3580CD3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Single-Slit Diffraction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9F1CC-1ED8-8A67-ADA6-2FD8D74A4CA2}"/>
              </a:ext>
            </a:extLst>
          </p:cNvPr>
          <p:cNvSpPr/>
          <p:nvPr/>
        </p:nvSpPr>
        <p:spPr>
          <a:xfrm>
            <a:off x="5707380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E5986A-B1E1-5328-C779-C6F6D9AE9E27}"/>
              </a:ext>
            </a:extLst>
          </p:cNvPr>
          <p:cNvSpPr/>
          <p:nvPr/>
        </p:nvSpPr>
        <p:spPr>
          <a:xfrm>
            <a:off x="5707380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9C42E7-B548-BEA7-1416-070D2D22F849}"/>
              </a:ext>
            </a:extLst>
          </p:cNvPr>
          <p:cNvCxnSpPr/>
          <p:nvPr/>
        </p:nvCxnSpPr>
        <p:spPr>
          <a:xfrm>
            <a:off x="4678680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23F58-08A6-FEB4-2DF0-DC75B141CC94}"/>
              </a:ext>
            </a:extLst>
          </p:cNvPr>
          <p:cNvCxnSpPr/>
          <p:nvPr/>
        </p:nvCxnSpPr>
        <p:spPr>
          <a:xfrm>
            <a:off x="4602480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6FA73C-4664-E23D-C627-2B87F7E6889C}"/>
              </a:ext>
            </a:extLst>
          </p:cNvPr>
          <p:cNvCxnSpPr/>
          <p:nvPr/>
        </p:nvCxnSpPr>
        <p:spPr>
          <a:xfrm>
            <a:off x="4831080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2894F4-E715-50EC-D9D5-B4E39038ECD4}"/>
              </a:ext>
            </a:extLst>
          </p:cNvPr>
          <p:cNvCxnSpPr/>
          <p:nvPr/>
        </p:nvCxnSpPr>
        <p:spPr>
          <a:xfrm>
            <a:off x="3992880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F540244-42BD-8AA7-1614-A6126A4E304B}"/>
              </a:ext>
            </a:extLst>
          </p:cNvPr>
          <p:cNvCxnSpPr/>
          <p:nvPr/>
        </p:nvCxnSpPr>
        <p:spPr>
          <a:xfrm>
            <a:off x="3992880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58FC01-3DA6-231A-29D8-8813AE369444}"/>
              </a:ext>
            </a:extLst>
          </p:cNvPr>
          <p:cNvCxnSpPr/>
          <p:nvPr/>
        </p:nvCxnSpPr>
        <p:spPr>
          <a:xfrm>
            <a:off x="3992880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CDE19D-2416-A68C-4A58-4FAFE7F1B787}"/>
              </a:ext>
            </a:extLst>
          </p:cNvPr>
          <p:cNvCxnSpPr/>
          <p:nvPr/>
        </p:nvCxnSpPr>
        <p:spPr>
          <a:xfrm>
            <a:off x="3992880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A993A0-292F-CB49-5E30-5B0A04B0F7C2}"/>
              </a:ext>
            </a:extLst>
          </p:cNvPr>
          <p:cNvCxnSpPr/>
          <p:nvPr/>
        </p:nvCxnSpPr>
        <p:spPr>
          <a:xfrm>
            <a:off x="3992880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D2FDE30-106B-9157-6378-1145AA06005D}"/>
              </a:ext>
            </a:extLst>
          </p:cNvPr>
          <p:cNvSpPr txBox="1"/>
          <p:nvPr/>
        </p:nvSpPr>
        <p:spPr>
          <a:xfrm>
            <a:off x="4602480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6E4746-923D-DC55-E1E2-274B2C3A234B}"/>
              </a:ext>
            </a:extLst>
          </p:cNvPr>
          <p:cNvCxnSpPr/>
          <p:nvPr/>
        </p:nvCxnSpPr>
        <p:spPr>
          <a:xfrm>
            <a:off x="5135880" y="377952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4A96B5A-F197-7577-258D-FFFA515825A6}"/>
              </a:ext>
            </a:extLst>
          </p:cNvPr>
          <p:cNvSpPr txBox="1"/>
          <p:nvPr/>
        </p:nvSpPr>
        <p:spPr>
          <a:xfrm>
            <a:off x="6602731" y="3448050"/>
            <a:ext cx="20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ym typeface="Symbol"/>
              </a:rPr>
              <a:t></a:t>
            </a:r>
            <a:endParaRPr lang="en-US" sz="20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D602B0C-BD9E-76A1-EBFD-889DD8B22FDD}"/>
              </a:ext>
            </a:extLst>
          </p:cNvPr>
          <p:cNvSpPr/>
          <p:nvPr/>
        </p:nvSpPr>
        <p:spPr>
          <a:xfrm>
            <a:off x="5745480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34811B8-C42C-E79B-FFF0-ABA02928E263}"/>
              </a:ext>
            </a:extLst>
          </p:cNvPr>
          <p:cNvSpPr/>
          <p:nvPr/>
        </p:nvSpPr>
        <p:spPr>
          <a:xfrm rot="19354257" flipH="1">
            <a:off x="5647811" y="3801487"/>
            <a:ext cx="302496" cy="383484"/>
          </a:xfrm>
          <a:prstGeom prst="rt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8B9DDD0-9459-ED87-03A6-689D8D37A41A}"/>
              </a:ext>
            </a:extLst>
          </p:cNvPr>
          <p:cNvSpPr/>
          <p:nvPr/>
        </p:nvSpPr>
        <p:spPr>
          <a:xfrm>
            <a:off x="5745480" y="37033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DB97A95-0B4A-2D05-EB0F-881910EAE099}"/>
              </a:ext>
            </a:extLst>
          </p:cNvPr>
          <p:cNvSpPr/>
          <p:nvPr/>
        </p:nvSpPr>
        <p:spPr>
          <a:xfrm>
            <a:off x="5745480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C8D3B0-0459-5B53-8DB1-84323B495311}"/>
              </a:ext>
            </a:extLst>
          </p:cNvPr>
          <p:cNvCxnSpPr/>
          <p:nvPr/>
        </p:nvCxnSpPr>
        <p:spPr>
          <a:xfrm>
            <a:off x="5288280" y="2636520"/>
            <a:ext cx="0" cy="1143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C4D2517-6DE4-79AB-027C-09A0A2E9D748}"/>
              </a:ext>
            </a:extLst>
          </p:cNvPr>
          <p:cNvSpPr txBox="1"/>
          <p:nvPr/>
        </p:nvSpPr>
        <p:spPr>
          <a:xfrm>
            <a:off x="4983481" y="2941321"/>
            <a:ext cx="61747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a/2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0E0889-36F3-7570-7773-E38139A397E4}"/>
              </a:ext>
            </a:extLst>
          </p:cNvPr>
          <p:cNvCxnSpPr/>
          <p:nvPr/>
        </p:nvCxnSpPr>
        <p:spPr>
          <a:xfrm flipV="1">
            <a:off x="5821680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FD56B58-0BA1-B428-2CAF-0D49DDEE251E}"/>
              </a:ext>
            </a:extLst>
          </p:cNvPr>
          <p:cNvCxnSpPr/>
          <p:nvPr/>
        </p:nvCxnSpPr>
        <p:spPr>
          <a:xfrm flipV="1">
            <a:off x="5821680" y="21031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00FC9EB-C83D-AD6A-BF6D-32714D1E5D91}"/>
              </a:ext>
            </a:extLst>
          </p:cNvPr>
          <p:cNvCxnSpPr/>
          <p:nvPr/>
        </p:nvCxnSpPr>
        <p:spPr>
          <a:xfrm flipV="1">
            <a:off x="5821680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A52BFC6-1735-F61B-F429-D440F119AD58}"/>
              </a:ext>
            </a:extLst>
          </p:cNvPr>
          <p:cNvCxnSpPr/>
          <p:nvPr/>
        </p:nvCxnSpPr>
        <p:spPr>
          <a:xfrm>
            <a:off x="6044361" y="4650235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FD968F7-0098-59EA-81FD-D3E6B82CA5F3}"/>
              </a:ext>
            </a:extLst>
          </p:cNvPr>
          <p:cNvCxnSpPr/>
          <p:nvPr/>
        </p:nvCxnSpPr>
        <p:spPr>
          <a:xfrm>
            <a:off x="5955030" y="4948715"/>
            <a:ext cx="126206" cy="161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18CF54-97FA-2818-C597-F426A6653D12}"/>
              </a:ext>
            </a:extLst>
          </p:cNvPr>
          <p:cNvCxnSpPr>
            <a:cxnSpLocks/>
          </p:cNvCxnSpPr>
          <p:nvPr/>
        </p:nvCxnSpPr>
        <p:spPr>
          <a:xfrm flipV="1">
            <a:off x="6014562" y="4875744"/>
            <a:ext cx="156005" cy="13964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E033AB9E-F4AA-DE54-8655-027A8FEAD11B}"/>
                  </a:ext>
                </a:extLst>
              </p:cNvPr>
              <p:cNvSpPr txBox="1"/>
              <p:nvPr/>
            </p:nvSpPr>
            <p:spPr bwMode="auto">
              <a:xfrm>
                <a:off x="6177089" y="5029677"/>
                <a:ext cx="625475" cy="538163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unc>
                        <m:funcPr>
                          <m:ctrl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E033AB9E-F4AA-DE54-8655-027A8FEAD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7089" y="5029677"/>
                <a:ext cx="625475" cy="538163"/>
              </a:xfrm>
              <a:prstGeom prst="rect">
                <a:avLst/>
              </a:prstGeom>
              <a:blipFill>
                <a:blip r:embed="rId2"/>
                <a:stretch>
                  <a:fillRect r="-7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7D0D3A12-17BE-049C-0DFB-8A82E8AEE82F}"/>
              </a:ext>
            </a:extLst>
          </p:cNvPr>
          <p:cNvSpPr/>
          <p:nvPr/>
        </p:nvSpPr>
        <p:spPr>
          <a:xfrm>
            <a:off x="5735955" y="315468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31B5568-6C2C-156C-D42B-5148F26C28E3}"/>
              </a:ext>
            </a:extLst>
          </p:cNvPr>
          <p:cNvSpPr/>
          <p:nvPr/>
        </p:nvSpPr>
        <p:spPr>
          <a:xfrm>
            <a:off x="5726430" y="425005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8A3FDB-57DD-A93D-2970-A69A9A67AA1F}"/>
              </a:ext>
            </a:extLst>
          </p:cNvPr>
          <p:cNvCxnSpPr/>
          <p:nvPr/>
        </p:nvCxnSpPr>
        <p:spPr>
          <a:xfrm flipV="1">
            <a:off x="5812155" y="256984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DFD8E06-22CF-7871-3197-04A3AE2C2532}"/>
              </a:ext>
            </a:extLst>
          </p:cNvPr>
          <p:cNvCxnSpPr/>
          <p:nvPr/>
        </p:nvCxnSpPr>
        <p:spPr>
          <a:xfrm flipV="1">
            <a:off x="5802630" y="157924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6DD4ABE-0045-2979-85F0-4D07992648D0}"/>
              </a:ext>
            </a:extLst>
          </p:cNvPr>
          <p:cNvSpPr txBox="1"/>
          <p:nvPr/>
        </p:nvSpPr>
        <p:spPr>
          <a:xfrm>
            <a:off x="7818120" y="944880"/>
            <a:ext cx="29367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5</a:t>
            </a:r>
          </a:p>
          <a:p>
            <a:endParaRPr lang="en-US" sz="1600" dirty="0"/>
          </a:p>
          <a:p>
            <a:r>
              <a:rPr lang="en-US" sz="1600" dirty="0"/>
              <a:t>4</a:t>
            </a:r>
          </a:p>
          <a:p>
            <a:endParaRPr lang="en-US" sz="1600" dirty="0"/>
          </a:p>
          <a:p>
            <a:r>
              <a:rPr lang="en-US" sz="1600" dirty="0"/>
              <a:t>3</a:t>
            </a:r>
          </a:p>
          <a:p>
            <a:endParaRPr lang="en-US" sz="1600" dirty="0"/>
          </a:p>
          <a:p>
            <a:r>
              <a:rPr lang="en-US" sz="1600" dirty="0"/>
              <a:t>2</a:t>
            </a:r>
          </a:p>
          <a:p>
            <a:endParaRPr lang="en-US" sz="1600" dirty="0"/>
          </a:p>
          <a:p>
            <a:r>
              <a:rPr lang="en-US" sz="1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0773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ight Triangle 92"/>
          <p:cNvSpPr/>
          <p:nvPr/>
        </p:nvSpPr>
        <p:spPr>
          <a:xfrm rot="19354257" flipH="1">
            <a:off x="5717266" y="3431664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Triangle 93"/>
          <p:cNvSpPr/>
          <p:nvPr/>
        </p:nvSpPr>
        <p:spPr>
          <a:xfrm rot="19354257" flipH="1">
            <a:off x="5717266" y="3793614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Triangle 94"/>
          <p:cNvSpPr/>
          <p:nvPr/>
        </p:nvSpPr>
        <p:spPr>
          <a:xfrm rot="19354257" flipH="1">
            <a:off x="5712502" y="4141277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ight Triangle 95"/>
          <p:cNvSpPr/>
          <p:nvPr/>
        </p:nvSpPr>
        <p:spPr>
          <a:xfrm rot="19354257" flipH="1">
            <a:off x="5710120" y="4472271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Triangle 91"/>
          <p:cNvSpPr/>
          <p:nvPr/>
        </p:nvSpPr>
        <p:spPr>
          <a:xfrm rot="19354257" flipH="1">
            <a:off x="5710124" y="3048282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Triangle 37"/>
          <p:cNvSpPr/>
          <p:nvPr/>
        </p:nvSpPr>
        <p:spPr>
          <a:xfrm rot="19354257" flipH="1">
            <a:off x="5700602" y="2731575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Single-Slit Diffraction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07380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707380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678680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602480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831080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992880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992880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992880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992880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992880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02480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5111115" y="337709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58464" y="3792855"/>
            <a:ext cx="20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ym typeface="Symbol"/>
              </a:rPr>
              <a:t></a:t>
            </a:r>
            <a:endParaRPr lang="en-US" sz="2000" dirty="0"/>
          </a:p>
        </p:txBody>
      </p:sp>
      <p:sp>
        <p:nvSpPr>
          <p:cNvPr id="25" name="Oval 24"/>
          <p:cNvSpPr/>
          <p:nvPr/>
        </p:nvSpPr>
        <p:spPr>
          <a:xfrm>
            <a:off x="5745480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5745480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5835968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5835968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988367" y="4646294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955030" y="4948714"/>
            <a:ext cx="114776" cy="149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6005036" y="4886326"/>
            <a:ext cx="167164" cy="13620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/>
              <p:cNvSpPr txBox="1"/>
              <p:nvPr/>
            </p:nvSpPr>
            <p:spPr bwMode="auto">
              <a:xfrm>
                <a:off x="6069807" y="4964433"/>
                <a:ext cx="625475" cy="538162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9807" y="4964433"/>
                <a:ext cx="625475" cy="538162"/>
              </a:xfrm>
              <a:prstGeom prst="rect">
                <a:avLst/>
              </a:prstGeom>
              <a:blipFill>
                <a:blip r:embed="rId2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/>
          <p:cNvSpPr/>
          <p:nvPr/>
        </p:nvSpPr>
        <p:spPr>
          <a:xfrm>
            <a:off x="5735955" y="328803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/>
          <p:cNvSpPr/>
          <p:nvPr/>
        </p:nvSpPr>
        <p:spPr>
          <a:xfrm>
            <a:off x="5726430" y="403098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" name="Straight Arrow Connector 45"/>
          <p:cNvCxnSpPr/>
          <p:nvPr/>
        </p:nvCxnSpPr>
        <p:spPr>
          <a:xfrm flipV="1">
            <a:off x="5835968" y="243459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111115" y="4112895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25766" y="1863567"/>
            <a:ext cx="60531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y</a:t>
            </a:r>
            <a:endParaRPr lang="en-US" dirty="0"/>
          </a:p>
        </p:txBody>
      </p:sp>
      <p:cxnSp>
        <p:nvCxnSpPr>
          <p:cNvPr id="63" name="Straight Arrow Connector 62"/>
          <p:cNvCxnSpPr/>
          <p:nvPr/>
        </p:nvCxnSpPr>
        <p:spPr>
          <a:xfrm flipH="1">
            <a:off x="5179220" y="2632710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176839" y="3004185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174458" y="3378043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H="1">
            <a:off x="5172077" y="3742374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179220" y="2635091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176839" y="3006566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4511041" y="2179320"/>
            <a:ext cx="609600" cy="640080"/>
          </a:xfrm>
          <a:custGeom>
            <a:avLst/>
            <a:gdLst>
              <a:gd name="connsiteX0" fmla="*/ 0 w 476250"/>
              <a:gd name="connsiteY0" fmla="*/ 0 h 419100"/>
              <a:gd name="connsiteX1" fmla="*/ 223838 w 476250"/>
              <a:gd name="connsiteY1" fmla="*/ 126206 h 419100"/>
              <a:gd name="connsiteX2" fmla="*/ 133350 w 476250"/>
              <a:gd name="connsiteY2" fmla="*/ 145256 h 419100"/>
              <a:gd name="connsiteX3" fmla="*/ 476250 w 476250"/>
              <a:gd name="connsiteY3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" h="419100">
                <a:moveTo>
                  <a:pt x="0" y="0"/>
                </a:moveTo>
                <a:cubicBezTo>
                  <a:pt x="100806" y="50998"/>
                  <a:pt x="201613" y="101997"/>
                  <a:pt x="223838" y="126206"/>
                </a:cubicBezTo>
                <a:cubicBezTo>
                  <a:pt x="246063" y="150415"/>
                  <a:pt x="91281" y="96440"/>
                  <a:pt x="133350" y="145256"/>
                </a:cubicBezTo>
                <a:cubicBezTo>
                  <a:pt x="175419" y="194072"/>
                  <a:pt x="419894" y="374253"/>
                  <a:pt x="476250" y="419100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/>
          <p:nvPr/>
        </p:nvCxnSpPr>
        <p:spPr>
          <a:xfrm>
            <a:off x="5111115" y="301133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5111115" y="3753328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5750242" y="293179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5831206" y="1688784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5740718" y="367855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Arrow Connector 85"/>
          <p:cNvCxnSpPr/>
          <p:nvPr/>
        </p:nvCxnSpPr>
        <p:spPr>
          <a:xfrm flipV="1">
            <a:off x="5835968" y="207216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5740718" y="438816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/>
          <p:cNvCxnSpPr/>
          <p:nvPr/>
        </p:nvCxnSpPr>
        <p:spPr>
          <a:xfrm>
            <a:off x="5110639" y="4477223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V="1">
            <a:off x="5826444" y="2784631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H="1">
            <a:off x="5172553" y="4113373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 flipH="1">
            <a:off x="5170172" y="4472941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5835968" y="1343501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5E38-2E1D-0CE7-EB30-1B3A183ED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F88D98B1-56D5-E24B-4BD8-A7E7CF4D0CE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096000" y="2590799"/>
            <a:ext cx="1143000" cy="9906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A594F6-E6B7-37FE-8EF5-2C1ADC458761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1523999"/>
            <a:ext cx="4114800" cy="4114800"/>
            <a:chOff x="2592" y="1152"/>
            <a:chExt cx="2592" cy="25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37536B1-43C7-72F7-5B9A-8FDA91E46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1488"/>
              <a:ext cx="1902" cy="192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66C884D-D630-3D47-1AC3-97FDC45AD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C5A3C22-25F9-C130-5644-137F874D20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888" y="1152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 Box 9">
            <a:extLst>
              <a:ext uri="{FF2B5EF4-FFF2-40B4-BE49-F238E27FC236}">
                <a16:creationId xmlns:a16="http://schemas.microsoft.com/office/drawing/2014/main" id="{19426E60-96BC-D872-4B06-A52EF0C4C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43000"/>
            <a:ext cx="24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cs typeface="Arial" charset="0"/>
              </a:rPr>
              <a:t>ĵ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E5ECAEB4-9B10-3B94-4C20-E98BA3687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725" y="3541712"/>
            <a:ext cx="24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î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4468C78C-A80A-CFC8-0BD7-8DC25571CB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590799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C992952D-9025-67FC-0E98-4FD1D4AB7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590799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1B302A5-A747-1C41-3D1B-98CAA050BB35}"/>
              </a:ext>
            </a:extLst>
          </p:cNvPr>
          <p:cNvSpPr>
            <a:spLocks/>
          </p:cNvSpPr>
          <p:nvPr/>
        </p:nvSpPr>
        <p:spPr bwMode="auto">
          <a:xfrm>
            <a:off x="6400800" y="3200399"/>
            <a:ext cx="228600" cy="381000"/>
          </a:xfrm>
          <a:custGeom>
            <a:avLst/>
            <a:gdLst>
              <a:gd name="T0" fmla="*/ 121571 w 21600"/>
              <a:gd name="T1" fmla="*/ 0 h 18292"/>
              <a:gd name="T2" fmla="*/ 228600 w 21600"/>
              <a:gd name="T3" fmla="*/ 381000 h 18292"/>
              <a:gd name="T4" fmla="*/ 0 w 21600"/>
              <a:gd name="T5" fmla="*/ 381000 h 18292"/>
              <a:gd name="T6" fmla="*/ 0 60000 65536"/>
              <a:gd name="T7" fmla="*/ 0 60000 65536"/>
              <a:gd name="T8" fmla="*/ 0 60000 65536"/>
              <a:gd name="T9" fmla="*/ 0 w 21600"/>
              <a:gd name="T10" fmla="*/ 0 h 18292"/>
              <a:gd name="T11" fmla="*/ 21600 w 21600"/>
              <a:gd name="T12" fmla="*/ 18292 h 18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292" fill="none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</a:path>
              <a:path w="21600" h="18292" stroke="0" extrusionOk="0">
                <a:moveTo>
                  <a:pt x="11487" y="-1"/>
                </a:moveTo>
                <a:cubicBezTo>
                  <a:pt x="17780" y="3951"/>
                  <a:pt x="21600" y="10860"/>
                  <a:pt x="21600" y="18292"/>
                </a:cubicBezTo>
                <a:lnTo>
                  <a:pt x="0" y="182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8ADA6A79-C0F3-0C5C-16B1-CA47A2D0D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1" y="3124200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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B0F5C806-9B7C-8566-2619-6DFCAC64E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3617912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8C21305D-4236-21F2-40E9-6C0B1E5E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7432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1549B496-A3E4-2A67-D5BD-A017F10B40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590799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73DC6E16-2D17-E1F9-8EAB-DE30E12EA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2779712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h</a:t>
            </a: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21A1D44D-4475-1D83-BCAA-252FA5C37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5" y="2257424"/>
            <a:ext cx="317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A182B4D6-C747-C3F7-AA80-A9060C8DD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3611562"/>
            <a:ext cx="5857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x</a:t>
            </a:r>
            <a:r>
              <a:rPr lang="en-US" baseline="-25000"/>
              <a:t>max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F12FCBF4-B14E-716A-2B50-FB40C70F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646487"/>
            <a:ext cx="6619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-x</a:t>
            </a:r>
            <a:r>
              <a:rPr lang="en-US" baseline="-25000"/>
              <a:t>max</a:t>
            </a: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6F03263B-BCC2-EF3C-48B6-A199CA0D9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4" y="3657599"/>
            <a:ext cx="1089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54FBEB-7048-326E-02A6-1462CE66D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351313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791EA6-9BCC-FBD3-B4BA-C6E64DB52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350519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A5E7FA0-B517-F465-1ED8-DA2471022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488" y="253364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7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3943825" y="2329103"/>
            <a:ext cx="3300790" cy="157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0800000">
            <a:off x="2858110" y="3412420"/>
            <a:ext cx="5486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5601310" y="1981200"/>
            <a:ext cx="1600200" cy="144780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201510" y="1371600"/>
          <a:ext cx="57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28600" progId="Equation.3">
                  <p:embed/>
                </p:oleObj>
              </mc:Choice>
              <mc:Fallback>
                <p:oleObj name="Equation" r:id="rId2" imgW="228600" imgH="2286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1510" y="1371600"/>
                        <a:ext cx="571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972910" y="2971800"/>
          <a:ext cx="476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52280" progId="Equation.3">
                  <p:embed/>
                </p:oleObj>
              </mc:Choice>
              <mc:Fallback>
                <p:oleObj name="Equation" r:id="rId4" imgW="190440" imgH="152280" progId="Equation.3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910" y="2971800"/>
                        <a:ext cx="476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/>
          <p:cNvCxnSpPr/>
          <p:nvPr/>
        </p:nvCxnSpPr>
        <p:spPr>
          <a:xfrm flipV="1">
            <a:off x="5601310" y="2514600"/>
            <a:ext cx="2667000" cy="914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6500721" y="2713220"/>
            <a:ext cx="167390" cy="25858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6820511" y="3124200"/>
            <a:ext cx="45719" cy="22860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744310" y="2362200"/>
          <a:ext cx="444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15640" progId="Equation.3">
                  <p:embed/>
                </p:oleObj>
              </mc:Choice>
              <mc:Fallback>
                <p:oleObj name="Equation" r:id="rId6" imgW="177480" imgH="21564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310" y="2362200"/>
                        <a:ext cx="444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rot="16200000" flipV="1">
            <a:off x="4876162" y="2673871"/>
            <a:ext cx="1437807" cy="17488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4899635" y="1765300"/>
          <a:ext cx="444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215640" progId="Equation.3">
                  <p:embed/>
                </p:oleObj>
              </mc:Choice>
              <mc:Fallback>
                <p:oleObj name="Equation" r:id="rId8" imgW="177480" imgH="215640" progId="Equation.3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9635" y="1765300"/>
                        <a:ext cx="444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 flipV="1">
            <a:off x="5573829" y="1948721"/>
            <a:ext cx="3040505" cy="437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3861379" y="2426542"/>
            <a:ext cx="3480672" cy="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0800000">
            <a:off x="2858110" y="3412420"/>
            <a:ext cx="5486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 flipH="1" flipV="1">
            <a:off x="5071040" y="2149209"/>
            <a:ext cx="1810062" cy="74952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240463" y="906463"/>
          <a:ext cx="60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228600" progId="Equation.3">
                  <p:embed/>
                </p:oleObj>
              </mc:Choice>
              <mc:Fallback>
                <p:oleObj name="Equation" r:id="rId2" imgW="241200" imgH="2286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906463"/>
                        <a:ext cx="6032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972910" y="2971800"/>
          <a:ext cx="476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152280" progId="Equation.3">
                  <p:embed/>
                </p:oleObj>
              </mc:Choice>
              <mc:Fallback>
                <p:oleObj name="Equation" r:id="rId4" imgW="190440" imgH="152280" progId="Equation.3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2910" y="2971800"/>
                        <a:ext cx="476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Connector 12"/>
          <p:cNvCxnSpPr/>
          <p:nvPr/>
        </p:nvCxnSpPr>
        <p:spPr>
          <a:xfrm flipV="1">
            <a:off x="5601310" y="2514600"/>
            <a:ext cx="2667000" cy="9144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6036025" y="2593299"/>
            <a:ext cx="404748" cy="434714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6820511" y="3124200"/>
            <a:ext cx="45719" cy="22860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308725" y="2257425"/>
          <a:ext cx="476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15640" progId="Equation.3">
                  <p:embed/>
                </p:oleObj>
              </mc:Choice>
              <mc:Fallback>
                <p:oleObj name="Equation" r:id="rId6" imgW="190440" imgH="21564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2257425"/>
                        <a:ext cx="4762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rot="16200000" flipV="1">
            <a:off x="4703782" y="2501491"/>
            <a:ext cx="1797571" cy="2487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4823189" y="1405536"/>
          <a:ext cx="4762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15640" progId="Equation.3">
                  <p:embed/>
                </p:oleObj>
              </mc:Choice>
              <mc:Fallback>
                <p:oleObj name="Equation" r:id="rId8" imgW="190440" imgH="215640" progId="Equation.3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189" y="1405536"/>
                        <a:ext cx="4762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 flipV="1">
            <a:off x="5513868" y="1573967"/>
            <a:ext cx="3040505" cy="4372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3898852" y="2913719"/>
            <a:ext cx="3405726" cy="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0800000">
            <a:off x="2858110" y="3937070"/>
            <a:ext cx="5486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351412" y="2630767"/>
          <a:ext cx="57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28600" progId="Equation.3">
                  <p:embed/>
                </p:oleObj>
              </mc:Choice>
              <mc:Fallback>
                <p:oleObj name="Equation" r:id="rId2" imgW="228600" imgH="2286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412" y="2630767"/>
                        <a:ext cx="571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3"/>
          <p:cNvSpPr/>
          <p:nvPr/>
        </p:nvSpPr>
        <p:spPr>
          <a:xfrm>
            <a:off x="6605654" y="3432741"/>
            <a:ext cx="167390" cy="25858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819262" y="3291585"/>
          <a:ext cx="264391" cy="321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262" y="3291585"/>
                        <a:ext cx="264391" cy="3210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 flipV="1">
            <a:off x="5888621" y="3327817"/>
            <a:ext cx="2096141" cy="5833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202844" flipV="1">
            <a:off x="5902369" y="2549516"/>
            <a:ext cx="1600200" cy="144780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602844" flipH="1" flipV="1">
            <a:off x="5514462" y="1243534"/>
            <a:ext cx="3191653" cy="230600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5602844" flipH="1" flipV="1">
            <a:off x="7054558" y="1349921"/>
            <a:ext cx="1810062" cy="74952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8369050" y="1071370"/>
          <a:ext cx="60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228600" progId="Equation.3">
                  <p:embed/>
                </p:oleObj>
              </mc:Choice>
              <mc:Fallback>
                <p:oleObj name="Equation" r:id="rId6" imgW="241200" imgH="2286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050" y="1071370"/>
                        <a:ext cx="6032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8"/>
          <p:cNvSpPr/>
          <p:nvPr/>
        </p:nvSpPr>
        <p:spPr>
          <a:xfrm>
            <a:off x="7864808" y="2008683"/>
            <a:ext cx="284845" cy="344783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829472"/>
              </p:ext>
            </p:extLst>
          </p:nvPr>
        </p:nvGraphicFramePr>
        <p:xfrm>
          <a:off x="8105408" y="1779388"/>
          <a:ext cx="322803" cy="365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15640" progId="Equation.3">
                  <p:embed/>
                </p:oleObj>
              </mc:Choice>
              <mc:Fallback>
                <p:oleObj name="Equation" r:id="rId8" imgW="190440" imgH="215640" progId="Equation.3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408" y="1779388"/>
                        <a:ext cx="322803" cy="365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Connector 22"/>
          <p:cNvCxnSpPr/>
          <p:nvPr/>
        </p:nvCxnSpPr>
        <p:spPr>
          <a:xfrm flipV="1">
            <a:off x="7585008" y="1981200"/>
            <a:ext cx="2096141" cy="58336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7565037" y="2563319"/>
            <a:ext cx="2443397" cy="2998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6967916" y="3690073"/>
            <a:ext cx="167390" cy="25858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7218338" y="3670795"/>
          <a:ext cx="282575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52280" progId="Equation.3">
                  <p:embed/>
                </p:oleObj>
              </mc:Choice>
              <mc:Fallback>
                <p:oleObj name="Equation" r:id="rId10" imgW="190440" imgH="152280" progId="Equation.3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8338" y="3670795"/>
                        <a:ext cx="282575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Freeform 27"/>
          <p:cNvSpPr/>
          <p:nvPr/>
        </p:nvSpPr>
        <p:spPr>
          <a:xfrm>
            <a:off x="8499411" y="2343457"/>
            <a:ext cx="167390" cy="25858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Object 8"/>
          <p:cNvGraphicFramePr>
            <a:graphicFrameLocks noChangeAspect="1"/>
          </p:cNvGraphicFramePr>
          <p:nvPr/>
        </p:nvGraphicFramePr>
        <p:xfrm>
          <a:off x="8749833" y="2324179"/>
          <a:ext cx="282575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152280" progId="Equation.3">
                  <p:embed/>
                </p:oleObj>
              </mc:Choice>
              <mc:Fallback>
                <p:oleObj name="Equation" r:id="rId12" imgW="190440" imgH="152280" progId="Equation.3">
                  <p:embed/>
                  <p:pic>
                    <p:nvPicPr>
                      <p:cNvPr id="2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9833" y="2324179"/>
                        <a:ext cx="282575" cy="227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C57628D-FEFD-0E22-C147-8F5AB0E23700}"/>
                  </a:ext>
                </a:extLst>
              </p:cNvPr>
              <p:cNvSpPr txBox="1"/>
              <p:nvPr/>
            </p:nvSpPr>
            <p:spPr bwMode="auto">
              <a:xfrm>
                <a:off x="6533512" y="1784079"/>
                <a:ext cx="571500" cy="5715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0C57628D-FEFD-0E22-C147-8F5AB0E23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33512" y="1784079"/>
                <a:ext cx="571500" cy="5715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FB9B1-6877-FFF8-01AF-DA3152CB70D0}"/>
                  </a:ext>
                </a:extLst>
              </p:cNvPr>
              <p:cNvSpPr txBox="1"/>
              <p:nvPr/>
            </p:nvSpPr>
            <p:spPr>
              <a:xfrm>
                <a:off x="7099059" y="2489254"/>
                <a:ext cx="1750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E4FB9B1-6877-FFF8-01AF-DA3152CB7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59" y="2489254"/>
                <a:ext cx="175048" cy="276999"/>
              </a:xfrm>
              <a:prstGeom prst="rect">
                <a:avLst/>
              </a:prstGeom>
              <a:blipFill>
                <a:blip r:embed="rId15"/>
                <a:stretch>
                  <a:fillRect l="-35714" r="-3571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c 6">
            <a:extLst>
              <a:ext uri="{FF2B5EF4-FFF2-40B4-BE49-F238E27FC236}">
                <a16:creationId xmlns:a16="http://schemas.microsoft.com/office/drawing/2014/main" id="{BADD912D-D0F2-5733-58F0-F2717FD1FA83}"/>
              </a:ext>
            </a:extLst>
          </p:cNvPr>
          <p:cNvSpPr/>
          <p:nvPr/>
        </p:nvSpPr>
        <p:spPr>
          <a:xfrm rot="17910065">
            <a:off x="7251392" y="2453734"/>
            <a:ext cx="295483" cy="286584"/>
          </a:xfrm>
          <a:prstGeom prst="arc">
            <a:avLst>
              <a:gd name="adj1" fmla="val 10929302"/>
              <a:gd name="adj2" fmla="val 1993079"/>
            </a:avLst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467A3B-AAAB-38F9-E985-47ACF76F9C4F}"/>
              </a:ext>
            </a:extLst>
          </p:cNvPr>
          <p:cNvSpPr/>
          <p:nvPr/>
        </p:nvSpPr>
        <p:spPr>
          <a:xfrm>
            <a:off x="3386667" y="1117600"/>
            <a:ext cx="3104444" cy="2020711"/>
          </a:xfrm>
          <a:custGeom>
            <a:avLst/>
            <a:gdLst>
              <a:gd name="csX0" fmla="*/ 0 w 3104444"/>
              <a:gd name="csY0" fmla="*/ 1399822 h 2020711"/>
              <a:gd name="csX1" fmla="*/ 0 w 3104444"/>
              <a:gd name="csY1" fmla="*/ 1399822 h 2020711"/>
              <a:gd name="csX2" fmla="*/ 1806222 w 3104444"/>
              <a:gd name="csY2" fmla="*/ 0 h 2020711"/>
              <a:gd name="csX3" fmla="*/ 3104444 w 3104444"/>
              <a:gd name="csY3" fmla="*/ 2020711 h 2020711"/>
              <a:gd name="csX4" fmla="*/ 0 w 3104444"/>
              <a:gd name="csY4" fmla="*/ 1399822 h 20207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4444" h="2020711">
                <a:moveTo>
                  <a:pt x="0" y="1399822"/>
                </a:moveTo>
                <a:lnTo>
                  <a:pt x="0" y="1399822"/>
                </a:lnTo>
                <a:lnTo>
                  <a:pt x="1806222" y="0"/>
                </a:lnTo>
                <a:lnTo>
                  <a:pt x="3104444" y="2020711"/>
                </a:lnTo>
                <a:lnTo>
                  <a:pt x="0" y="1399822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9BFE3-9ED0-9C90-F0A0-A472AA5A665A}"/>
              </a:ext>
            </a:extLst>
          </p:cNvPr>
          <p:cNvSpPr txBox="1"/>
          <p:nvPr/>
        </p:nvSpPr>
        <p:spPr>
          <a:xfrm>
            <a:off x="5941951" y="175862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58632-2214-C01D-D395-2076D3B664AE}"/>
              </a:ext>
            </a:extLst>
          </p:cNvPr>
          <p:cNvSpPr txBox="1"/>
          <p:nvPr/>
        </p:nvSpPr>
        <p:spPr>
          <a:xfrm>
            <a:off x="3813995" y="1541690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627C9-2FBD-0CE6-6226-5F5EC7CE8C6F}"/>
              </a:ext>
            </a:extLst>
          </p:cNvPr>
          <p:cNvSpPr txBox="1"/>
          <p:nvPr/>
        </p:nvSpPr>
        <p:spPr>
          <a:xfrm>
            <a:off x="4630791" y="29536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F8D3A-940C-6B65-3CD7-9C09D3571EBE}"/>
              </a:ext>
            </a:extLst>
          </p:cNvPr>
          <p:cNvSpPr txBox="1"/>
          <p:nvPr/>
        </p:nvSpPr>
        <p:spPr>
          <a:xfrm>
            <a:off x="3820407" y="215044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EFB2B-F9D0-1C07-DBFE-6C63672C80E9}"/>
              </a:ext>
            </a:extLst>
          </p:cNvPr>
          <p:cNvSpPr txBox="1"/>
          <p:nvPr/>
        </p:nvSpPr>
        <p:spPr>
          <a:xfrm>
            <a:off x="5857281" y="263704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A951FC-BDE7-C397-8FD2-95BE4770B03D}"/>
              </a:ext>
            </a:extLst>
          </p:cNvPr>
          <p:cNvSpPr txBox="1"/>
          <p:nvPr/>
        </p:nvSpPr>
        <p:spPr>
          <a:xfrm>
            <a:off x="4985680" y="129282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A01CA4DB-2E76-F4E1-22D6-E2928B833DC8}"/>
              </a:ext>
            </a:extLst>
          </p:cNvPr>
          <p:cNvSpPr/>
          <p:nvPr/>
        </p:nvSpPr>
        <p:spPr>
          <a:xfrm rot="1630233">
            <a:off x="3509195" y="2321212"/>
            <a:ext cx="293511" cy="316597"/>
          </a:xfrm>
          <a:prstGeom prst="arc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84D088C-E584-8B20-D6A0-F44F2143D284}"/>
              </a:ext>
            </a:extLst>
          </p:cNvPr>
          <p:cNvSpPr/>
          <p:nvPr/>
        </p:nvSpPr>
        <p:spPr>
          <a:xfrm rot="15127539">
            <a:off x="6179020" y="2846146"/>
            <a:ext cx="293511" cy="316597"/>
          </a:xfrm>
          <a:prstGeom prst="arc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DB3BA7B0-F01F-977F-3822-FC4546306A6B}"/>
              </a:ext>
            </a:extLst>
          </p:cNvPr>
          <p:cNvSpPr/>
          <p:nvPr/>
        </p:nvSpPr>
        <p:spPr>
          <a:xfrm rot="8800022">
            <a:off x="5033201" y="989121"/>
            <a:ext cx="293511" cy="316597"/>
          </a:xfrm>
          <a:prstGeom prst="arc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0CDD49-9B0E-C80C-1743-E8CE8FCBBB24}"/>
                  </a:ext>
                </a:extLst>
              </p:cNvPr>
              <p:cNvSpPr txBox="1"/>
              <p:nvPr/>
            </p:nvSpPr>
            <p:spPr>
              <a:xfrm>
                <a:off x="2368591" y="4150967"/>
                <a:ext cx="604192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𝑎𝑐</m:t>
                      </m:r>
                      <m:func>
                        <m:funcPr>
                          <m:ctrlPr>
                            <a:rPr lang="en-US" sz="3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E0CDD49-9B0E-C80C-1743-E8CE8FCBB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591" y="4150967"/>
                <a:ext cx="6041929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051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3898852" y="2913719"/>
            <a:ext cx="3405726" cy="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0800000">
            <a:off x="2858110" y="3937070"/>
            <a:ext cx="5486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351412" y="3350295"/>
          <a:ext cx="571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" imgH="228600" progId="Equation.3">
                  <p:embed/>
                </p:oleObj>
              </mc:Choice>
              <mc:Fallback>
                <p:oleObj name="Equation" r:id="rId2" imgW="228600" imgH="2286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1412" y="3350295"/>
                        <a:ext cx="571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3"/>
          <p:cNvSpPr/>
          <p:nvPr/>
        </p:nvSpPr>
        <p:spPr>
          <a:xfrm rot="1670379">
            <a:off x="6641802" y="3567113"/>
            <a:ext cx="311448" cy="323850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984154" y="3471467"/>
          <a:ext cx="264391" cy="321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15640" progId="Equation.3">
                  <p:embed/>
                </p:oleObj>
              </mc:Choice>
              <mc:Fallback>
                <p:oleObj name="Equation" r:id="rId4" imgW="177480" imgH="21564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4154" y="3471467"/>
                        <a:ext cx="264391" cy="3210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Straight Connector 21"/>
          <p:cNvCxnSpPr/>
          <p:nvPr/>
        </p:nvCxnSpPr>
        <p:spPr>
          <a:xfrm>
            <a:off x="7552529" y="3101710"/>
            <a:ext cx="1961228" cy="162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127581" flipV="1">
            <a:off x="5774314" y="2810655"/>
            <a:ext cx="1600200" cy="144780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6527581" flipH="1" flipV="1">
            <a:off x="5604784" y="1644591"/>
            <a:ext cx="3191653" cy="2306001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6527581" flipH="1" flipV="1">
            <a:off x="7292890" y="2000851"/>
            <a:ext cx="1810062" cy="74952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8803765" y="1865848"/>
          <a:ext cx="603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228600" progId="Equation.3">
                  <p:embed/>
                </p:oleObj>
              </mc:Choice>
              <mc:Fallback>
                <p:oleObj name="Equation" r:id="rId6" imgW="241200" imgH="228600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3765" y="1865848"/>
                        <a:ext cx="6032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8"/>
          <p:cNvSpPr/>
          <p:nvPr/>
        </p:nvSpPr>
        <p:spPr>
          <a:xfrm>
            <a:off x="8074669" y="2548327"/>
            <a:ext cx="284846" cy="509666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8377351" y="2782090"/>
          <a:ext cx="322803" cy="365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15640" progId="Equation.3">
                  <p:embed/>
                </p:oleObj>
              </mc:Choice>
              <mc:Fallback>
                <p:oleObj name="Equation" r:id="rId8" imgW="190440" imgH="215640" progId="Equation.3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7351" y="2782090"/>
                        <a:ext cx="322803" cy="36584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Freeform 29"/>
          <p:cNvSpPr/>
          <p:nvPr/>
        </p:nvSpPr>
        <p:spPr>
          <a:xfrm rot="1220092">
            <a:off x="6370056" y="3423767"/>
            <a:ext cx="148286" cy="101701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5815951" y="2698777"/>
          <a:ext cx="654362" cy="392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15640" progId="Equation.3">
                  <p:embed/>
                </p:oleObj>
              </mc:Choice>
              <mc:Fallback>
                <p:oleObj name="Equation" r:id="rId10" imgW="469800" imgH="215640" progId="Equation.3">
                  <p:embed/>
                  <p:pic>
                    <p:nvPicPr>
                      <p:cNvPr id="61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951" y="2698777"/>
                        <a:ext cx="654362" cy="39247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Freeform 39"/>
          <p:cNvSpPr/>
          <p:nvPr/>
        </p:nvSpPr>
        <p:spPr>
          <a:xfrm rot="910863">
            <a:off x="6059529" y="3662365"/>
            <a:ext cx="207922" cy="242888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59" name="Object 15"/>
          <p:cNvGraphicFramePr>
            <a:graphicFrameLocks noChangeAspect="1"/>
          </p:cNvGraphicFramePr>
          <p:nvPr/>
        </p:nvGraphicFramePr>
        <p:xfrm>
          <a:off x="6230938" y="3705226"/>
          <a:ext cx="227012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139680" progId="Equation.3">
                  <p:embed/>
                </p:oleObj>
              </mc:Choice>
              <mc:Fallback>
                <p:oleObj name="Equation" r:id="rId12" imgW="152280" imgH="139680" progId="Equation.3">
                  <p:embed/>
                  <p:pic>
                    <p:nvPicPr>
                      <p:cNvPr id="615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0938" y="3705226"/>
                        <a:ext cx="227012" cy="20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Freeform 42"/>
          <p:cNvSpPr/>
          <p:nvPr/>
        </p:nvSpPr>
        <p:spPr>
          <a:xfrm rot="1220092">
            <a:off x="7796606" y="2856647"/>
            <a:ext cx="148286" cy="101701"/>
          </a:xfrm>
          <a:custGeom>
            <a:avLst/>
            <a:gdLst>
              <a:gd name="connsiteX0" fmla="*/ 0 w 269823"/>
              <a:gd name="connsiteY0" fmla="*/ 0 h 239842"/>
              <a:gd name="connsiteX1" fmla="*/ 194872 w 269823"/>
              <a:gd name="connsiteY1" fmla="*/ 74950 h 239842"/>
              <a:gd name="connsiteX2" fmla="*/ 269823 w 269823"/>
              <a:gd name="connsiteY2" fmla="*/ 239842 h 239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823" h="239842">
                <a:moveTo>
                  <a:pt x="0" y="0"/>
                </a:moveTo>
                <a:cubicBezTo>
                  <a:pt x="74950" y="17488"/>
                  <a:pt x="149901" y="34976"/>
                  <a:pt x="194872" y="74950"/>
                </a:cubicBezTo>
                <a:cubicBezTo>
                  <a:pt x="239843" y="114924"/>
                  <a:pt x="254833" y="217357"/>
                  <a:pt x="269823" y="239842"/>
                </a:cubicBezTo>
              </a:path>
            </a:pathLst>
          </a:cu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/>
          <p:nvPr/>
        </p:nvCxnSpPr>
        <p:spPr>
          <a:xfrm flipV="1">
            <a:off x="7525048" y="2293497"/>
            <a:ext cx="1853799" cy="8107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7565037" y="2158585"/>
            <a:ext cx="404735" cy="644577"/>
          </a:xfrm>
          <a:custGeom>
            <a:avLst/>
            <a:gdLst>
              <a:gd name="connsiteX0" fmla="*/ 0 w 239843"/>
              <a:gd name="connsiteY0" fmla="*/ 9994 h 354768"/>
              <a:gd name="connsiteX1" fmla="*/ 59961 w 239843"/>
              <a:gd name="connsiteY1" fmla="*/ 114925 h 354768"/>
              <a:gd name="connsiteX2" fmla="*/ 89941 w 239843"/>
              <a:gd name="connsiteY2" fmla="*/ 39974 h 354768"/>
              <a:gd name="connsiteX3" fmla="*/ 239843 w 239843"/>
              <a:gd name="connsiteY3" fmla="*/ 354768 h 354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43" h="354768">
                <a:moveTo>
                  <a:pt x="0" y="9994"/>
                </a:moveTo>
                <a:cubicBezTo>
                  <a:pt x="22485" y="59961"/>
                  <a:pt x="44971" y="109928"/>
                  <a:pt x="59961" y="114925"/>
                </a:cubicBezTo>
                <a:cubicBezTo>
                  <a:pt x="74951" y="119922"/>
                  <a:pt x="59961" y="0"/>
                  <a:pt x="89941" y="39974"/>
                </a:cubicBezTo>
                <a:cubicBezTo>
                  <a:pt x="119921" y="79948"/>
                  <a:pt x="217358" y="307299"/>
                  <a:pt x="239843" y="354768"/>
                </a:cubicBezTo>
              </a:path>
            </a:pathLst>
          </a:cu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61" name="Object 17"/>
          <p:cNvGraphicFramePr>
            <a:graphicFrameLocks noChangeAspect="1"/>
          </p:cNvGraphicFramePr>
          <p:nvPr/>
        </p:nvGraphicFramePr>
        <p:xfrm>
          <a:off x="7258155" y="1741879"/>
          <a:ext cx="65405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69800" imgH="215640" progId="Equation.3">
                  <p:embed/>
                </p:oleObj>
              </mc:Choice>
              <mc:Fallback>
                <p:oleObj name="Equation" r:id="rId14" imgW="469800" imgH="215640" progId="Equation.3">
                  <p:embed/>
                  <p:pic>
                    <p:nvPicPr>
                      <p:cNvPr id="616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155" y="1741879"/>
                        <a:ext cx="65405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FFC82E95-3D9F-A8E6-FDD0-0A1A0C9EAA6E}"/>
                  </a:ext>
                </a:extLst>
              </p:cNvPr>
              <p:cNvSpPr txBox="1"/>
              <p:nvPr/>
            </p:nvSpPr>
            <p:spPr bwMode="auto">
              <a:xfrm>
                <a:off x="6569801" y="2232973"/>
                <a:ext cx="571500" cy="5715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FFC82E95-3D9F-A8E6-FDD0-0A1A0C9EA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9801" y="2232973"/>
                <a:ext cx="571500" cy="571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5D666D7-C18E-EAD2-82AF-8358CC0B18DD}"/>
              </a:ext>
            </a:extLst>
          </p:cNvPr>
          <p:cNvSpPr txBox="1"/>
          <p:nvPr/>
        </p:nvSpPr>
        <p:spPr>
          <a:xfrm>
            <a:off x="6466747" y="3238655"/>
            <a:ext cx="2776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ym typeface="Symbol" panose="05050102010706020507" pitchFamily="18" charset="2"/>
              </a:rPr>
              <a:t>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77181-65D0-310B-2588-A882BE3EDB82}"/>
              </a:ext>
            </a:extLst>
          </p:cNvPr>
          <p:cNvSpPr txBox="1"/>
          <p:nvPr/>
        </p:nvSpPr>
        <p:spPr>
          <a:xfrm>
            <a:off x="7249855" y="2657517"/>
            <a:ext cx="297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</a:t>
            </a:r>
            <a:endParaRPr lang="en-US" dirty="0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0DA85C6-A47C-CBA3-AB9C-A89E19AA159F}"/>
              </a:ext>
            </a:extLst>
          </p:cNvPr>
          <p:cNvSpPr/>
          <p:nvPr/>
        </p:nvSpPr>
        <p:spPr>
          <a:xfrm rot="17627462">
            <a:off x="7124465" y="3032183"/>
            <a:ext cx="700179" cy="589453"/>
          </a:xfrm>
          <a:prstGeom prst="arc">
            <a:avLst/>
          </a:prstGeom>
          <a:ln w="952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DC71-C8F0-329E-8810-3D3D4D20D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ight Triangle 92">
            <a:extLst>
              <a:ext uri="{FF2B5EF4-FFF2-40B4-BE49-F238E27FC236}">
                <a16:creationId xmlns:a16="http://schemas.microsoft.com/office/drawing/2014/main" id="{DDA9F798-9B94-B713-90E0-4F216DB34A7E}"/>
              </a:ext>
            </a:extLst>
          </p:cNvPr>
          <p:cNvSpPr/>
          <p:nvPr/>
        </p:nvSpPr>
        <p:spPr>
          <a:xfrm rot="19354257" flipH="1">
            <a:off x="5717266" y="3431664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Triangle 93">
            <a:extLst>
              <a:ext uri="{FF2B5EF4-FFF2-40B4-BE49-F238E27FC236}">
                <a16:creationId xmlns:a16="http://schemas.microsoft.com/office/drawing/2014/main" id="{8FB4855A-0788-8A19-EBF4-8BC193CE799B}"/>
              </a:ext>
            </a:extLst>
          </p:cNvPr>
          <p:cNvSpPr/>
          <p:nvPr/>
        </p:nvSpPr>
        <p:spPr>
          <a:xfrm rot="19354257" flipH="1">
            <a:off x="5717266" y="3793614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ight Triangle 94">
            <a:extLst>
              <a:ext uri="{FF2B5EF4-FFF2-40B4-BE49-F238E27FC236}">
                <a16:creationId xmlns:a16="http://schemas.microsoft.com/office/drawing/2014/main" id="{4595D0E2-5540-4BF0-D483-2D49A43D5193}"/>
              </a:ext>
            </a:extLst>
          </p:cNvPr>
          <p:cNvSpPr/>
          <p:nvPr/>
        </p:nvSpPr>
        <p:spPr>
          <a:xfrm rot="19354257" flipH="1">
            <a:off x="5712502" y="4141277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ight Triangle 95">
            <a:extLst>
              <a:ext uri="{FF2B5EF4-FFF2-40B4-BE49-F238E27FC236}">
                <a16:creationId xmlns:a16="http://schemas.microsoft.com/office/drawing/2014/main" id="{8C2335EF-9CC0-DA2C-3F02-AD7E8F3AAB99}"/>
              </a:ext>
            </a:extLst>
          </p:cNvPr>
          <p:cNvSpPr/>
          <p:nvPr/>
        </p:nvSpPr>
        <p:spPr>
          <a:xfrm rot="19354257" flipH="1">
            <a:off x="5710120" y="4472271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ight Triangle 91">
            <a:extLst>
              <a:ext uri="{FF2B5EF4-FFF2-40B4-BE49-F238E27FC236}">
                <a16:creationId xmlns:a16="http://schemas.microsoft.com/office/drawing/2014/main" id="{379981DE-A8DD-DB36-9D21-2B32EF8ED5BB}"/>
              </a:ext>
            </a:extLst>
          </p:cNvPr>
          <p:cNvSpPr/>
          <p:nvPr/>
        </p:nvSpPr>
        <p:spPr>
          <a:xfrm rot="19354257" flipH="1">
            <a:off x="5710124" y="3048282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22917959-03CB-9BEC-18CC-D03F8341D50E}"/>
              </a:ext>
            </a:extLst>
          </p:cNvPr>
          <p:cNvSpPr/>
          <p:nvPr/>
        </p:nvSpPr>
        <p:spPr>
          <a:xfrm rot="19354257" flipH="1">
            <a:off x="5700602" y="2731575"/>
            <a:ext cx="209706" cy="268159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1EB1E91-88D9-4F4D-48F2-5069C127A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Single-Slit Diffraction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A202B-2452-7D11-8A26-425B0899F216}"/>
              </a:ext>
            </a:extLst>
          </p:cNvPr>
          <p:cNvSpPr/>
          <p:nvPr/>
        </p:nvSpPr>
        <p:spPr>
          <a:xfrm>
            <a:off x="5707380" y="14935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16F39F-A54E-6C46-43D9-DFAF69D42F53}"/>
              </a:ext>
            </a:extLst>
          </p:cNvPr>
          <p:cNvSpPr/>
          <p:nvPr/>
        </p:nvSpPr>
        <p:spPr>
          <a:xfrm>
            <a:off x="5707380" y="4846320"/>
            <a:ext cx="228600" cy="1143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CE90B0-9031-7F11-EDC9-EB7CA455B7B2}"/>
              </a:ext>
            </a:extLst>
          </p:cNvPr>
          <p:cNvCxnSpPr/>
          <p:nvPr/>
        </p:nvCxnSpPr>
        <p:spPr>
          <a:xfrm>
            <a:off x="4678680" y="26365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67067B-A7AF-C818-6B2A-D8797FB49ED3}"/>
              </a:ext>
            </a:extLst>
          </p:cNvPr>
          <p:cNvCxnSpPr/>
          <p:nvPr/>
        </p:nvCxnSpPr>
        <p:spPr>
          <a:xfrm>
            <a:off x="4602480" y="4846320"/>
            <a:ext cx="914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A16A67-C966-24F2-4D9C-48F4639CE83D}"/>
              </a:ext>
            </a:extLst>
          </p:cNvPr>
          <p:cNvCxnSpPr/>
          <p:nvPr/>
        </p:nvCxnSpPr>
        <p:spPr>
          <a:xfrm>
            <a:off x="4831080" y="2636520"/>
            <a:ext cx="0" cy="22098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DEB3B1-3C6C-C503-98EB-235F58EF6241}"/>
              </a:ext>
            </a:extLst>
          </p:cNvPr>
          <p:cNvCxnSpPr/>
          <p:nvPr/>
        </p:nvCxnSpPr>
        <p:spPr>
          <a:xfrm>
            <a:off x="3992880" y="2788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B9DD25-4247-FB67-53BC-509B73395BED}"/>
              </a:ext>
            </a:extLst>
          </p:cNvPr>
          <p:cNvCxnSpPr/>
          <p:nvPr/>
        </p:nvCxnSpPr>
        <p:spPr>
          <a:xfrm>
            <a:off x="3992880" y="3246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E6CBFB-291D-4DD9-BAFA-2F8E2D9441AB}"/>
              </a:ext>
            </a:extLst>
          </p:cNvPr>
          <p:cNvCxnSpPr/>
          <p:nvPr/>
        </p:nvCxnSpPr>
        <p:spPr>
          <a:xfrm>
            <a:off x="3992880" y="37795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CF5EB5B-2384-2502-8625-132C72BB4C87}"/>
              </a:ext>
            </a:extLst>
          </p:cNvPr>
          <p:cNvCxnSpPr/>
          <p:nvPr/>
        </p:nvCxnSpPr>
        <p:spPr>
          <a:xfrm>
            <a:off x="3992880" y="43129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E95BC25-6B75-5DE5-59BE-2D357ACDE27F}"/>
              </a:ext>
            </a:extLst>
          </p:cNvPr>
          <p:cNvCxnSpPr/>
          <p:nvPr/>
        </p:nvCxnSpPr>
        <p:spPr>
          <a:xfrm>
            <a:off x="3992880" y="4770120"/>
            <a:ext cx="5334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C3F371-88EF-67B5-AF8C-CA17AEC6DAF5}"/>
              </a:ext>
            </a:extLst>
          </p:cNvPr>
          <p:cNvSpPr txBox="1"/>
          <p:nvPr/>
        </p:nvSpPr>
        <p:spPr>
          <a:xfrm>
            <a:off x="4602480" y="3398521"/>
            <a:ext cx="40267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5EDF13-45E6-D5A6-DAC1-CABB0EA0BF5D}"/>
              </a:ext>
            </a:extLst>
          </p:cNvPr>
          <p:cNvCxnSpPr/>
          <p:nvPr/>
        </p:nvCxnSpPr>
        <p:spPr>
          <a:xfrm>
            <a:off x="5111115" y="337709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95B415-13E2-A159-88B1-2546DE31955A}"/>
              </a:ext>
            </a:extLst>
          </p:cNvPr>
          <p:cNvSpPr txBox="1"/>
          <p:nvPr/>
        </p:nvSpPr>
        <p:spPr>
          <a:xfrm>
            <a:off x="6758464" y="3792855"/>
            <a:ext cx="207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ym typeface="Symbol"/>
              </a:rPr>
              <a:t></a:t>
            </a:r>
            <a:endParaRPr lang="en-US" sz="20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0BCC30-7B53-8BEF-45A2-615DC85C5C54}"/>
              </a:ext>
            </a:extLst>
          </p:cNvPr>
          <p:cNvSpPr/>
          <p:nvPr/>
        </p:nvSpPr>
        <p:spPr>
          <a:xfrm>
            <a:off x="5745480" y="26365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0E7968-D2A3-E191-EC40-9901C75BF9A7}"/>
              </a:ext>
            </a:extLst>
          </p:cNvPr>
          <p:cNvSpPr/>
          <p:nvPr/>
        </p:nvSpPr>
        <p:spPr>
          <a:xfrm>
            <a:off x="5745480" y="469392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FB2376-A936-DC02-4C50-79F650220CAC}"/>
              </a:ext>
            </a:extLst>
          </p:cNvPr>
          <p:cNvCxnSpPr/>
          <p:nvPr/>
        </p:nvCxnSpPr>
        <p:spPr>
          <a:xfrm flipV="1">
            <a:off x="5835968" y="30937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CF8EDB-5A08-5676-66D1-4FB9C3597C9B}"/>
              </a:ext>
            </a:extLst>
          </p:cNvPr>
          <p:cNvCxnSpPr/>
          <p:nvPr/>
        </p:nvCxnSpPr>
        <p:spPr>
          <a:xfrm flipV="1">
            <a:off x="5835968" y="103632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CBEAAB2-B664-1767-E945-B16552D737D2}"/>
              </a:ext>
            </a:extLst>
          </p:cNvPr>
          <p:cNvCxnSpPr/>
          <p:nvPr/>
        </p:nvCxnSpPr>
        <p:spPr>
          <a:xfrm>
            <a:off x="5988367" y="4646294"/>
            <a:ext cx="2286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272945-F6EA-EA77-41E2-5A571E593AAB}"/>
              </a:ext>
            </a:extLst>
          </p:cNvPr>
          <p:cNvCxnSpPr/>
          <p:nvPr/>
        </p:nvCxnSpPr>
        <p:spPr>
          <a:xfrm>
            <a:off x="5955030" y="4948714"/>
            <a:ext cx="114776" cy="1495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491997-4A4F-FAD7-4208-AE796FC808C9}"/>
              </a:ext>
            </a:extLst>
          </p:cNvPr>
          <p:cNvCxnSpPr/>
          <p:nvPr/>
        </p:nvCxnSpPr>
        <p:spPr>
          <a:xfrm flipV="1">
            <a:off x="6005036" y="4886326"/>
            <a:ext cx="167164" cy="13620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bject 49">
                <a:extLst>
                  <a:ext uri="{FF2B5EF4-FFF2-40B4-BE49-F238E27FC236}">
                    <a16:creationId xmlns:a16="http://schemas.microsoft.com/office/drawing/2014/main" id="{1E997DD9-1D83-858C-6DA6-09D9A2254E69}"/>
                  </a:ext>
                </a:extLst>
              </p:cNvPr>
              <p:cNvSpPr txBox="1"/>
              <p:nvPr/>
            </p:nvSpPr>
            <p:spPr bwMode="auto">
              <a:xfrm>
                <a:off x="6069807" y="4964433"/>
                <a:ext cx="625475" cy="538162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69807" y="4964433"/>
                <a:ext cx="625475" cy="538162"/>
              </a:xfrm>
              <a:prstGeom prst="rect">
                <a:avLst/>
              </a:prstGeom>
              <a:blipFill>
                <a:blip r:embed="rId2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29">
            <a:extLst>
              <a:ext uri="{FF2B5EF4-FFF2-40B4-BE49-F238E27FC236}">
                <a16:creationId xmlns:a16="http://schemas.microsoft.com/office/drawing/2014/main" id="{B11F71A4-2528-C88C-EAC7-9B1934AB50B8}"/>
              </a:ext>
            </a:extLst>
          </p:cNvPr>
          <p:cNvSpPr/>
          <p:nvPr/>
        </p:nvSpPr>
        <p:spPr>
          <a:xfrm>
            <a:off x="5735955" y="328803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A74881C-9CCB-709E-B0C4-552CA585457C}"/>
              </a:ext>
            </a:extLst>
          </p:cNvPr>
          <p:cNvSpPr/>
          <p:nvPr/>
        </p:nvSpPr>
        <p:spPr>
          <a:xfrm>
            <a:off x="5726430" y="403098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30D4930-DED1-AB93-D5D3-818ECC5E181C}"/>
              </a:ext>
            </a:extLst>
          </p:cNvPr>
          <p:cNvCxnSpPr/>
          <p:nvPr/>
        </p:nvCxnSpPr>
        <p:spPr>
          <a:xfrm flipV="1">
            <a:off x="5835968" y="2434590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CDBBE91-294C-788B-9126-E9A48D98CAA5}"/>
              </a:ext>
            </a:extLst>
          </p:cNvPr>
          <p:cNvCxnSpPr/>
          <p:nvPr/>
        </p:nvCxnSpPr>
        <p:spPr>
          <a:xfrm>
            <a:off x="5111115" y="4112895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99939E3-27DF-8FB8-7A8D-616BAD7B44C0}"/>
              </a:ext>
            </a:extLst>
          </p:cNvPr>
          <p:cNvSpPr txBox="1"/>
          <p:nvPr/>
        </p:nvSpPr>
        <p:spPr>
          <a:xfrm>
            <a:off x="4225766" y="1863567"/>
            <a:ext cx="60531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y</a:t>
            </a:r>
            <a:endParaRPr lang="en-US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C10B23-1485-440B-B624-98402BBEB604}"/>
              </a:ext>
            </a:extLst>
          </p:cNvPr>
          <p:cNvCxnSpPr/>
          <p:nvPr/>
        </p:nvCxnSpPr>
        <p:spPr>
          <a:xfrm flipH="1">
            <a:off x="5179220" y="2632710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5315FF4-8A8F-F41A-E00A-D34029162A19}"/>
              </a:ext>
            </a:extLst>
          </p:cNvPr>
          <p:cNvCxnSpPr/>
          <p:nvPr/>
        </p:nvCxnSpPr>
        <p:spPr>
          <a:xfrm flipH="1">
            <a:off x="5176839" y="3004185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AF9EE1D-2256-2AA5-17FC-CA1270F5F09A}"/>
              </a:ext>
            </a:extLst>
          </p:cNvPr>
          <p:cNvCxnSpPr/>
          <p:nvPr/>
        </p:nvCxnSpPr>
        <p:spPr>
          <a:xfrm flipH="1">
            <a:off x="5174458" y="3378043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4508339-8D4E-506B-2329-9C2D654FF500}"/>
              </a:ext>
            </a:extLst>
          </p:cNvPr>
          <p:cNvCxnSpPr/>
          <p:nvPr/>
        </p:nvCxnSpPr>
        <p:spPr>
          <a:xfrm flipH="1">
            <a:off x="5172077" y="3742374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F3D0B0-C5A0-BE84-4FA8-2B04BF28E94C}"/>
              </a:ext>
            </a:extLst>
          </p:cNvPr>
          <p:cNvCxnSpPr/>
          <p:nvPr/>
        </p:nvCxnSpPr>
        <p:spPr>
          <a:xfrm flipH="1">
            <a:off x="5179220" y="2635091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87AB244-35BD-D662-E435-14AE98DE9FC0}"/>
              </a:ext>
            </a:extLst>
          </p:cNvPr>
          <p:cNvCxnSpPr/>
          <p:nvPr/>
        </p:nvCxnSpPr>
        <p:spPr>
          <a:xfrm flipH="1">
            <a:off x="5176839" y="3006566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Freeform 79">
            <a:extLst>
              <a:ext uri="{FF2B5EF4-FFF2-40B4-BE49-F238E27FC236}">
                <a16:creationId xmlns:a16="http://schemas.microsoft.com/office/drawing/2014/main" id="{F5D703BA-F71E-DFF3-847B-EBE30B2E7B51}"/>
              </a:ext>
            </a:extLst>
          </p:cNvPr>
          <p:cNvSpPr/>
          <p:nvPr/>
        </p:nvSpPr>
        <p:spPr>
          <a:xfrm>
            <a:off x="4511041" y="2179320"/>
            <a:ext cx="609600" cy="640080"/>
          </a:xfrm>
          <a:custGeom>
            <a:avLst/>
            <a:gdLst>
              <a:gd name="connsiteX0" fmla="*/ 0 w 476250"/>
              <a:gd name="connsiteY0" fmla="*/ 0 h 419100"/>
              <a:gd name="connsiteX1" fmla="*/ 223838 w 476250"/>
              <a:gd name="connsiteY1" fmla="*/ 126206 h 419100"/>
              <a:gd name="connsiteX2" fmla="*/ 133350 w 476250"/>
              <a:gd name="connsiteY2" fmla="*/ 145256 h 419100"/>
              <a:gd name="connsiteX3" fmla="*/ 476250 w 476250"/>
              <a:gd name="connsiteY3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250" h="419100">
                <a:moveTo>
                  <a:pt x="0" y="0"/>
                </a:moveTo>
                <a:cubicBezTo>
                  <a:pt x="100806" y="50998"/>
                  <a:pt x="201613" y="101997"/>
                  <a:pt x="223838" y="126206"/>
                </a:cubicBezTo>
                <a:cubicBezTo>
                  <a:pt x="246063" y="150415"/>
                  <a:pt x="91281" y="96440"/>
                  <a:pt x="133350" y="145256"/>
                </a:cubicBezTo>
                <a:cubicBezTo>
                  <a:pt x="175419" y="194072"/>
                  <a:pt x="419894" y="374253"/>
                  <a:pt x="476250" y="419100"/>
                </a:cubicBezTo>
              </a:path>
            </a:pathLst>
          </a:cu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8BA05E0-E148-59D8-2570-3D7BDE8710DC}"/>
              </a:ext>
            </a:extLst>
          </p:cNvPr>
          <p:cNvCxnSpPr/>
          <p:nvPr/>
        </p:nvCxnSpPr>
        <p:spPr>
          <a:xfrm>
            <a:off x="5111115" y="3011330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5C4BAC4-04C4-54CE-4AE0-A99A0B0DB817}"/>
              </a:ext>
            </a:extLst>
          </p:cNvPr>
          <p:cNvCxnSpPr/>
          <p:nvPr/>
        </p:nvCxnSpPr>
        <p:spPr>
          <a:xfrm>
            <a:off x="5111115" y="3753328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6AEFB229-2445-9ECC-4E06-8984D74AEBF2}"/>
              </a:ext>
            </a:extLst>
          </p:cNvPr>
          <p:cNvSpPr/>
          <p:nvPr/>
        </p:nvSpPr>
        <p:spPr>
          <a:xfrm>
            <a:off x="5750242" y="293179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CB7510B-14B2-762F-D295-B0266A1D94AB}"/>
              </a:ext>
            </a:extLst>
          </p:cNvPr>
          <p:cNvCxnSpPr/>
          <p:nvPr/>
        </p:nvCxnSpPr>
        <p:spPr>
          <a:xfrm flipV="1">
            <a:off x="5831206" y="1688784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7ECF8E4F-2C76-A942-039B-08045C5B8001}"/>
              </a:ext>
            </a:extLst>
          </p:cNvPr>
          <p:cNvSpPr/>
          <p:nvPr/>
        </p:nvSpPr>
        <p:spPr>
          <a:xfrm>
            <a:off x="5740718" y="367855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B2EAFF10-C9F4-5099-688E-F1F6201F3B83}"/>
              </a:ext>
            </a:extLst>
          </p:cNvPr>
          <p:cNvCxnSpPr/>
          <p:nvPr/>
        </p:nvCxnSpPr>
        <p:spPr>
          <a:xfrm flipV="1">
            <a:off x="5835968" y="2072165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C6F4AC47-2409-3919-800B-77BD4E049C59}"/>
              </a:ext>
            </a:extLst>
          </p:cNvPr>
          <p:cNvSpPr/>
          <p:nvPr/>
        </p:nvSpPr>
        <p:spPr>
          <a:xfrm>
            <a:off x="5740718" y="438816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3D453CD-8401-7FAA-9B49-3611A887BD1D}"/>
              </a:ext>
            </a:extLst>
          </p:cNvPr>
          <p:cNvCxnSpPr/>
          <p:nvPr/>
        </p:nvCxnSpPr>
        <p:spPr>
          <a:xfrm>
            <a:off x="5110639" y="4477223"/>
            <a:ext cx="25908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5972AE1-DA20-C561-C6CC-417008266920}"/>
              </a:ext>
            </a:extLst>
          </p:cNvPr>
          <p:cNvCxnSpPr/>
          <p:nvPr/>
        </p:nvCxnSpPr>
        <p:spPr>
          <a:xfrm flipV="1">
            <a:off x="5826444" y="2784631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B9D689B-7D51-5E14-2E83-AF3511F67209}"/>
              </a:ext>
            </a:extLst>
          </p:cNvPr>
          <p:cNvCxnSpPr/>
          <p:nvPr/>
        </p:nvCxnSpPr>
        <p:spPr>
          <a:xfrm flipH="1">
            <a:off x="5172553" y="4113373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21652F2-8797-87E1-9A05-ACE53206ED8A}"/>
              </a:ext>
            </a:extLst>
          </p:cNvPr>
          <p:cNvCxnSpPr/>
          <p:nvPr/>
        </p:nvCxnSpPr>
        <p:spPr>
          <a:xfrm flipH="1">
            <a:off x="5170172" y="4472941"/>
            <a:ext cx="1429" cy="37242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ED59852-5CD8-9330-57E1-E7988F9681B6}"/>
              </a:ext>
            </a:extLst>
          </p:cNvPr>
          <p:cNvCxnSpPr/>
          <p:nvPr/>
        </p:nvCxnSpPr>
        <p:spPr>
          <a:xfrm flipV="1">
            <a:off x="5835968" y="1343501"/>
            <a:ext cx="1905000" cy="1676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742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F7B746D-31FB-3D9F-0CE4-F30D129BD4AF}"/>
              </a:ext>
            </a:extLst>
          </p:cNvPr>
          <p:cNvGrpSpPr/>
          <p:nvPr/>
        </p:nvGrpSpPr>
        <p:grpSpPr>
          <a:xfrm rot="20647683">
            <a:off x="1868633" y="1342728"/>
            <a:ext cx="8323475" cy="3941445"/>
            <a:chOff x="1868633" y="1342728"/>
            <a:chExt cx="8323475" cy="3941445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1868633" y="1342728"/>
              <a:ext cx="8323475" cy="367950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882920" y="5003184"/>
              <a:ext cx="762000" cy="1524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630632" y="5155585"/>
              <a:ext cx="762000" cy="119063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3392632" y="5274648"/>
              <a:ext cx="762000" cy="952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V="1">
              <a:off x="4154633" y="5188922"/>
              <a:ext cx="665579" cy="9525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flipV="1">
              <a:off x="4820212" y="5036522"/>
              <a:ext cx="665579" cy="1524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V="1">
              <a:off x="5451763" y="4869830"/>
              <a:ext cx="608610" cy="15716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6030370" y="4636470"/>
              <a:ext cx="695583" cy="23336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6651354" y="4403107"/>
              <a:ext cx="599489" cy="23336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7250843" y="4044851"/>
              <a:ext cx="665579" cy="358257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7887846" y="3675519"/>
              <a:ext cx="548275" cy="36379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436121" y="3182481"/>
              <a:ext cx="548275" cy="4930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V="1">
              <a:off x="8984396" y="2689443"/>
              <a:ext cx="548275" cy="49303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V="1">
              <a:off x="9407671" y="2074247"/>
              <a:ext cx="485775" cy="728662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V="1">
              <a:off x="9831207" y="1557099"/>
              <a:ext cx="212094" cy="615196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2" name="TextBox 1041"/>
          <p:cNvSpPr txBox="1"/>
          <p:nvPr/>
        </p:nvSpPr>
        <p:spPr>
          <a:xfrm>
            <a:off x="4935683" y="2418189"/>
            <a:ext cx="7264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E</a:t>
            </a:r>
            <a:r>
              <a:rPr lang="en-US" sz="4400" baseline="-25000" dirty="0"/>
              <a:t>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49AB7-A6EA-E00C-8B59-C2A075DDD7C4}"/>
              </a:ext>
            </a:extLst>
          </p:cNvPr>
          <p:cNvSpPr txBox="1"/>
          <p:nvPr/>
        </p:nvSpPr>
        <p:spPr>
          <a:xfrm>
            <a:off x="2740463" y="615238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E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endParaRPr lang="en-US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F48C93-6CAE-04C3-68E7-3ACD32DF4DE1}"/>
              </a:ext>
            </a:extLst>
          </p:cNvPr>
          <p:cNvSpPr txBox="1"/>
          <p:nvPr/>
        </p:nvSpPr>
        <p:spPr>
          <a:xfrm>
            <a:off x="3329846" y="5477054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E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endParaRPr lang="en-US" baseline="-25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4E0DB6-034E-18A0-B6F4-C7058BA568C2}"/>
              </a:ext>
            </a:extLst>
          </p:cNvPr>
          <p:cNvSpPr txBox="1"/>
          <p:nvPr/>
        </p:nvSpPr>
        <p:spPr>
          <a:xfrm>
            <a:off x="4029560" y="5336821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E</a:t>
            </a:r>
            <a:r>
              <a:rPr lang="en-US" baseline="-25000" dirty="0">
                <a:sym typeface="Symbol" panose="05050102010706020507" pitchFamily="18" charset="2"/>
              </a:rPr>
              <a:t>3</a:t>
            </a:r>
            <a:endParaRPr lang="en-US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FE7FBF-9942-FA2A-B25A-9D3E9DAB12BA}"/>
              </a:ext>
            </a:extLst>
          </p:cNvPr>
          <p:cNvSpPr txBox="1"/>
          <p:nvPr/>
        </p:nvSpPr>
        <p:spPr>
          <a:xfrm>
            <a:off x="4929104" y="5725943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E</a:t>
            </a:r>
            <a:r>
              <a:rPr lang="en-US" baseline="-25000" dirty="0">
                <a:sym typeface="Symbol" panose="05050102010706020507" pitchFamily="18" charset="2"/>
              </a:rPr>
              <a:t>4</a:t>
            </a:r>
            <a:endParaRPr lang="en-US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4ADE0-080C-25BC-117D-45D0AB7B400D}"/>
              </a:ext>
            </a:extLst>
          </p:cNvPr>
          <p:cNvSpPr txBox="1"/>
          <p:nvPr/>
        </p:nvSpPr>
        <p:spPr>
          <a:xfrm>
            <a:off x="9606541" y="52656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E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endParaRPr lang="en-US" baseline="-250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FAE3B3-A6C6-0F1C-3829-3D028E0CCA60}"/>
              </a:ext>
            </a:extLst>
          </p:cNvPr>
          <p:cNvCxnSpPr/>
          <p:nvPr/>
        </p:nvCxnSpPr>
        <p:spPr>
          <a:xfrm rot="5400000">
            <a:off x="798272" y="4889948"/>
            <a:ext cx="3405726" cy="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A778087-524C-158F-3E7A-2BAB2685B53C}"/>
              </a:ext>
            </a:extLst>
          </p:cNvPr>
          <p:cNvCxnSpPr/>
          <p:nvPr/>
        </p:nvCxnSpPr>
        <p:spPr>
          <a:xfrm rot="10800000">
            <a:off x="2188113" y="6059606"/>
            <a:ext cx="54864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97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93746" y="1428750"/>
            <a:ext cx="2131092" cy="1812094"/>
            <a:chOff x="4569746" y="1585914"/>
            <a:chExt cx="1953456" cy="1843086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5186361" y="1681165"/>
              <a:ext cx="616615" cy="29765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6162548" y="2359819"/>
              <a:ext cx="288179" cy="51673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6410325" y="2828925"/>
              <a:ext cx="112877" cy="6000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5767388" y="1969294"/>
              <a:ext cx="440273" cy="42862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4569746" y="1585914"/>
              <a:ext cx="673767" cy="9525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/>
          <p:nvPr/>
        </p:nvCxnSpPr>
        <p:spPr>
          <a:xfrm rot="5400000">
            <a:off x="7643044" y="3984059"/>
            <a:ext cx="606246" cy="32472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5400000">
            <a:off x="6944635" y="4662876"/>
            <a:ext cx="283333" cy="563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rot="5400000">
            <a:off x="6473588" y="4774848"/>
            <a:ext cx="110979" cy="65464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5400000">
            <a:off x="7343962" y="4397188"/>
            <a:ext cx="432870" cy="46760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rot="5400000">
            <a:off x="7829265" y="3516314"/>
            <a:ext cx="662438" cy="10391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 rot="10800000">
            <a:off x="4292689" y="3364741"/>
            <a:ext cx="2131092" cy="1812094"/>
            <a:chOff x="4569746" y="1585914"/>
            <a:chExt cx="1953456" cy="1843086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5186361" y="1681165"/>
              <a:ext cx="616615" cy="29765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6162548" y="2359819"/>
              <a:ext cx="288179" cy="51673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6410325" y="2828925"/>
              <a:ext cx="112877" cy="6000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5767388" y="1969294"/>
              <a:ext cx="440273" cy="42862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4569746" y="1585914"/>
              <a:ext cx="673767" cy="9525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" name="Straight Arrow Connector 55"/>
          <p:cNvCxnSpPr/>
          <p:nvPr/>
        </p:nvCxnSpPr>
        <p:spPr>
          <a:xfrm rot="16200000">
            <a:off x="4268237" y="2296804"/>
            <a:ext cx="606246" cy="32472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6200000">
            <a:off x="5289561" y="1378990"/>
            <a:ext cx="283333" cy="563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6200000">
            <a:off x="5932962" y="1176094"/>
            <a:ext cx="110979" cy="65464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rot="16200000">
            <a:off x="4740695" y="1740795"/>
            <a:ext cx="432870" cy="467602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rot="16200000">
            <a:off x="4025824" y="2985361"/>
            <a:ext cx="662438" cy="103913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1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760768A-23A7-29E3-BF20-BBA66E20D576}"/>
              </a:ext>
            </a:extLst>
          </p:cNvPr>
          <p:cNvGrpSpPr/>
          <p:nvPr/>
        </p:nvGrpSpPr>
        <p:grpSpPr>
          <a:xfrm>
            <a:off x="4268812" y="2027040"/>
            <a:ext cx="4343400" cy="3034114"/>
            <a:chOff x="4268812" y="2027040"/>
            <a:chExt cx="4343400" cy="3034114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B8BC76DD-2309-213A-17C6-991983E72C61}"/>
                </a:ext>
              </a:extLst>
            </p:cNvPr>
            <p:cNvSpPr/>
            <p:nvPr/>
          </p:nvSpPr>
          <p:spPr>
            <a:xfrm>
              <a:off x="4993932" y="2776220"/>
              <a:ext cx="1020788" cy="1907540"/>
            </a:xfrm>
            <a:custGeom>
              <a:avLst/>
              <a:gdLst>
                <a:gd name="connsiteX0" fmla="*/ 10160 w 1016000"/>
                <a:gd name="connsiteY0" fmla="*/ 0 h 1869440"/>
                <a:gd name="connsiteX1" fmla="*/ 0 w 1016000"/>
                <a:gd name="connsiteY1" fmla="*/ 1869440 h 1869440"/>
                <a:gd name="connsiteX2" fmla="*/ 1016000 w 1016000"/>
                <a:gd name="connsiteY2" fmla="*/ 995680 h 1869440"/>
                <a:gd name="connsiteX3" fmla="*/ 10160 w 1016000"/>
                <a:gd name="connsiteY3" fmla="*/ 0 h 1869440"/>
                <a:gd name="csX0" fmla="*/ 660 w 1020788"/>
                <a:gd name="csY0" fmla="*/ 0 h 1907540"/>
                <a:gd name="csX1" fmla="*/ 4788 w 1020788"/>
                <a:gd name="csY1" fmla="*/ 1907540 h 1907540"/>
                <a:gd name="csX2" fmla="*/ 1020788 w 1020788"/>
                <a:gd name="csY2" fmla="*/ 1033780 h 1907540"/>
                <a:gd name="csX3" fmla="*/ 660 w 1020788"/>
                <a:gd name="csY3" fmla="*/ 0 h 1907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20788" h="1907540">
                  <a:moveTo>
                    <a:pt x="660" y="0"/>
                  </a:moveTo>
                  <a:cubicBezTo>
                    <a:pt x="-2727" y="623147"/>
                    <a:pt x="8175" y="1284393"/>
                    <a:pt x="4788" y="1907540"/>
                  </a:cubicBezTo>
                  <a:lnTo>
                    <a:pt x="1020788" y="1033780"/>
                  </a:lnTo>
                  <a:cubicBezTo>
                    <a:pt x="685508" y="701887"/>
                    <a:pt x="335940" y="331893"/>
                    <a:pt x="660" y="0"/>
                  </a:cubicBezTo>
                  <a:close/>
                </a:path>
              </a:pathLst>
            </a:custGeom>
            <a:solidFill>
              <a:srgbClr val="FF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9" name="Group 88"/>
            <p:cNvGrpSpPr/>
            <p:nvPr/>
          </p:nvGrpSpPr>
          <p:grpSpPr>
            <a:xfrm>
              <a:off x="4268812" y="2027040"/>
              <a:ext cx="4343400" cy="3034114"/>
              <a:chOff x="3647209" y="3531182"/>
              <a:chExt cx="4343400" cy="3034114"/>
            </a:xfrm>
          </p:grpSpPr>
          <p:cxnSp>
            <p:nvCxnSpPr>
              <p:cNvPr id="4" name="Straight Connector 3"/>
              <p:cNvCxnSpPr>
                <a:cxnSpLocks/>
                <a:stCxn id="2" idx="1"/>
                <a:endCxn id="10" idx="5"/>
              </p:cNvCxnSpPr>
              <p:nvPr/>
            </p:nvCxnSpPr>
            <p:spPr>
              <a:xfrm flipH="1" flipV="1">
                <a:off x="4358696" y="4341367"/>
                <a:ext cx="18421" cy="1846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cxnSpLocks/>
                <a:endCxn id="10" idx="1"/>
              </p:cNvCxnSpPr>
              <p:nvPr/>
            </p:nvCxnSpPr>
            <p:spPr>
              <a:xfrm flipH="1" flipV="1">
                <a:off x="4447387" y="4250442"/>
                <a:ext cx="2024843" cy="1253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" name="Group 39"/>
              <p:cNvGrpSpPr/>
              <p:nvPr/>
            </p:nvGrpSpPr>
            <p:grpSpPr>
              <a:xfrm rot="10800000" flipH="1">
                <a:off x="4341138" y="4379189"/>
                <a:ext cx="2131092" cy="1812094"/>
                <a:chOff x="4569746" y="1585914"/>
                <a:chExt cx="1953456" cy="1843086"/>
              </a:xfrm>
            </p:grpSpPr>
            <p:cxnSp>
              <p:nvCxnSpPr>
                <p:cNvPr id="42" name="Straight Arrow Connector 41"/>
                <p:cNvCxnSpPr/>
                <p:nvPr/>
              </p:nvCxnSpPr>
              <p:spPr>
                <a:xfrm>
                  <a:off x="5186361" y="1681165"/>
                  <a:ext cx="616615" cy="29765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Arrow Connector 43"/>
                <p:cNvCxnSpPr/>
                <p:nvPr/>
              </p:nvCxnSpPr>
              <p:spPr>
                <a:xfrm>
                  <a:off x="6162548" y="2359819"/>
                  <a:ext cx="288179" cy="516731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/>
                <p:cNvCxnSpPr/>
                <p:nvPr/>
              </p:nvCxnSpPr>
              <p:spPr>
                <a:xfrm>
                  <a:off x="6410325" y="2828925"/>
                  <a:ext cx="112877" cy="60007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/>
                <p:cNvCxnSpPr/>
                <p:nvPr/>
              </p:nvCxnSpPr>
              <p:spPr>
                <a:xfrm>
                  <a:off x="5767388" y="1969294"/>
                  <a:ext cx="440273" cy="42862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/>
                <p:cNvCxnSpPr/>
                <p:nvPr/>
              </p:nvCxnSpPr>
              <p:spPr>
                <a:xfrm>
                  <a:off x="4569746" y="1585914"/>
                  <a:ext cx="673767" cy="95251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Oval 9"/>
              <p:cNvSpPr/>
              <p:nvPr/>
            </p:nvSpPr>
            <p:spPr>
              <a:xfrm flipH="1">
                <a:off x="4340328" y="4231611"/>
                <a:ext cx="125427" cy="12858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Arrow Connector 57"/>
              <p:cNvCxnSpPr/>
              <p:nvPr/>
            </p:nvCxnSpPr>
            <p:spPr>
              <a:xfrm flipV="1">
                <a:off x="4354614" y="4367558"/>
                <a:ext cx="2128007" cy="1836986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/>
              <p:cNvSpPr txBox="1"/>
              <p:nvPr/>
            </p:nvSpPr>
            <p:spPr>
              <a:xfrm>
                <a:off x="5371351" y="5199559"/>
                <a:ext cx="4812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R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281316" y="3922273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4029512" y="4969175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033143" y="3922273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</a:t>
                </a:r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>
                <a:off x="3647209" y="6165241"/>
                <a:ext cx="43434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 flipV="1">
                <a:off x="6078779" y="3531182"/>
                <a:ext cx="581794" cy="303411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>
                <a:endCxn id="10" idx="3"/>
              </p:cNvCxnSpPr>
              <p:nvPr/>
            </p:nvCxnSpPr>
            <p:spPr>
              <a:xfrm flipH="1" flipV="1">
                <a:off x="4447387" y="4341367"/>
                <a:ext cx="909678" cy="91849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flipH="1" flipV="1">
                <a:off x="4033143" y="5834144"/>
                <a:ext cx="302439" cy="3295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/>
              <p:nvPr/>
            </p:nvCxnSpPr>
            <p:spPr>
              <a:xfrm flipV="1">
                <a:off x="4157552" y="5088622"/>
                <a:ext cx="1001290" cy="877604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/>
              <p:cNvSpPr txBox="1"/>
              <p:nvPr/>
            </p:nvSpPr>
            <p:spPr>
              <a:xfrm>
                <a:off x="4398486" y="5322670"/>
                <a:ext cx="559769" cy="33855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E</a:t>
                </a:r>
                <a:r>
                  <a:rPr lang="en-US" sz="1600" baseline="-25000" dirty="0"/>
                  <a:t>R</a:t>
                </a:r>
                <a:r>
                  <a:rPr lang="en-US" sz="1600" dirty="0"/>
                  <a:t>/2</a:t>
                </a:r>
                <a:endParaRPr lang="en-US" sz="1600" baseline="-25000" dirty="0"/>
              </a:p>
            </p:txBody>
          </p:sp>
          <p:sp>
            <p:nvSpPr>
              <p:cNvPr id="88" name="Arc 87"/>
              <p:cNvSpPr/>
              <p:nvPr/>
            </p:nvSpPr>
            <p:spPr>
              <a:xfrm>
                <a:off x="5953991" y="5713171"/>
                <a:ext cx="706582" cy="768927"/>
              </a:xfrm>
              <a:prstGeom prst="arc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C78DE8-CF22-E2D2-A246-6817E72C04F9}"/>
                </a:ext>
              </a:extLst>
            </p:cNvPr>
            <p:cNvSpPr txBox="1"/>
            <p:nvPr/>
          </p:nvSpPr>
          <p:spPr>
            <a:xfrm>
              <a:off x="7203490" y="3999690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ym typeface="Symbol" panose="05050102010706020507" pitchFamily="18" charset="2"/>
                </a:rPr>
                <a:t>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654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F6FF14-FE48-09D2-1F3D-188AD9D67B0C}"/>
              </a:ext>
            </a:extLst>
          </p:cNvPr>
          <p:cNvCxnSpPr/>
          <p:nvPr/>
        </p:nvCxnSpPr>
        <p:spPr>
          <a:xfrm>
            <a:off x="4633913" y="4991100"/>
            <a:ext cx="292417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4E83043-9B30-36EC-A70B-AF250696BAE9}"/>
              </a:ext>
            </a:extLst>
          </p:cNvPr>
          <p:cNvCxnSpPr>
            <a:cxnSpLocks/>
          </p:cNvCxnSpPr>
          <p:nvPr/>
        </p:nvCxnSpPr>
        <p:spPr>
          <a:xfrm flipV="1">
            <a:off x="4633912" y="1828800"/>
            <a:ext cx="0" cy="31394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DC63CB1-E1F1-7FDB-9589-5E96D040C29E}"/>
              </a:ext>
            </a:extLst>
          </p:cNvPr>
          <p:cNvCxnSpPr>
            <a:cxnSpLocks/>
          </p:cNvCxnSpPr>
          <p:nvPr/>
        </p:nvCxnSpPr>
        <p:spPr>
          <a:xfrm>
            <a:off x="4627250" y="3073759"/>
            <a:ext cx="6662" cy="19285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2A6506-1096-9322-E2CA-C15F1792327E}"/>
              </a:ext>
            </a:extLst>
          </p:cNvPr>
          <p:cNvCxnSpPr>
            <a:cxnSpLocks/>
          </p:cNvCxnSpPr>
          <p:nvPr/>
        </p:nvCxnSpPr>
        <p:spPr>
          <a:xfrm>
            <a:off x="4617155" y="3084359"/>
            <a:ext cx="2098588" cy="755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DEF07C-0D69-D6CA-CBE9-32565F67D1FE}"/>
              </a:ext>
            </a:extLst>
          </p:cNvPr>
          <p:cNvCxnSpPr>
            <a:cxnSpLocks/>
          </p:cNvCxnSpPr>
          <p:nvPr/>
        </p:nvCxnSpPr>
        <p:spPr>
          <a:xfrm flipH="1">
            <a:off x="4633912" y="3161284"/>
            <a:ext cx="2071738" cy="182846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EDDA77-0C8D-5781-2C17-6272683A41E1}"/>
              </a:ext>
            </a:extLst>
          </p:cNvPr>
          <p:cNvCxnSpPr>
            <a:cxnSpLocks/>
          </p:cNvCxnSpPr>
          <p:nvPr/>
        </p:nvCxnSpPr>
        <p:spPr>
          <a:xfrm flipH="1">
            <a:off x="4623819" y="4993801"/>
            <a:ext cx="183394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D764C8-CE3E-ACEB-65F4-2C8416433835}"/>
              </a:ext>
            </a:extLst>
          </p:cNvPr>
          <p:cNvCxnSpPr>
            <a:cxnSpLocks/>
          </p:cNvCxnSpPr>
          <p:nvPr/>
        </p:nvCxnSpPr>
        <p:spPr>
          <a:xfrm flipH="1">
            <a:off x="6454970" y="3157233"/>
            <a:ext cx="260773" cy="1849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7388DB9-B2FD-5275-2B6F-DBBEE287EB1B}"/>
              </a:ext>
            </a:extLst>
          </p:cNvPr>
          <p:cNvSpPr/>
          <p:nvPr/>
        </p:nvSpPr>
        <p:spPr>
          <a:xfrm rot="18931942">
            <a:off x="5517612" y="3838893"/>
            <a:ext cx="228598" cy="228600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2A064-1EEA-620D-2684-CE96C94A8597}"/>
              </a:ext>
            </a:extLst>
          </p:cNvPr>
          <p:cNvSpPr txBox="1"/>
          <p:nvPr/>
        </p:nvSpPr>
        <p:spPr>
          <a:xfrm>
            <a:off x="4588393" y="443119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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98669D-AED6-38EC-265A-FBAF569EC4B0}"/>
              </a:ext>
            </a:extLst>
          </p:cNvPr>
          <p:cNvSpPr txBox="1"/>
          <p:nvPr/>
        </p:nvSpPr>
        <p:spPr>
          <a:xfrm>
            <a:off x="5134154" y="46377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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7C9724-EEA3-D192-B3E6-91ED994934D0}"/>
              </a:ext>
            </a:extLst>
          </p:cNvPr>
          <p:cNvSpPr txBox="1"/>
          <p:nvPr/>
        </p:nvSpPr>
        <p:spPr>
          <a:xfrm>
            <a:off x="6212225" y="4577572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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92421B-F9DA-91C9-AE01-1D89C4E7690D}"/>
              </a:ext>
            </a:extLst>
          </p:cNvPr>
          <p:cNvSpPr txBox="1"/>
          <p:nvPr/>
        </p:nvSpPr>
        <p:spPr>
          <a:xfrm>
            <a:off x="6301290" y="353775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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1E6AB3-099E-4D59-46E0-0B91C6B5E10C}"/>
              </a:ext>
            </a:extLst>
          </p:cNvPr>
          <p:cNvSpPr txBox="1"/>
          <p:nvPr/>
        </p:nvSpPr>
        <p:spPr>
          <a:xfrm>
            <a:off x="4617155" y="339852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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AC2C14-D346-9FAC-BC26-584C144BECDC}"/>
              </a:ext>
            </a:extLst>
          </p:cNvPr>
          <p:cNvSpPr txBox="1"/>
          <p:nvPr/>
        </p:nvSpPr>
        <p:spPr>
          <a:xfrm>
            <a:off x="6801128" y="454353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</a:t>
            </a:r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158CF1-7BD3-6E2F-D8C6-30738BFCF9B3}"/>
              </a:ext>
            </a:extLst>
          </p:cNvPr>
          <p:cNvCxnSpPr>
            <a:cxnSpLocks/>
          </p:cNvCxnSpPr>
          <p:nvPr/>
        </p:nvCxnSpPr>
        <p:spPr>
          <a:xfrm>
            <a:off x="4623819" y="3087059"/>
            <a:ext cx="987586" cy="10252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010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55C23-AE08-BDC6-7682-B039CAF5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CCCC73-773A-CD91-D446-341A466D869F}"/>
              </a:ext>
            </a:extLst>
          </p:cNvPr>
          <p:cNvSpPr txBox="1"/>
          <p:nvPr/>
        </p:nvSpPr>
        <p:spPr>
          <a:xfrm>
            <a:off x="8527549" y="3752808"/>
            <a:ext cx="481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</a:t>
            </a:r>
            <a:r>
              <a:rPr lang="en-US" sz="2400" baseline="-25000" dirty="0">
                <a:solidFill>
                  <a:srgbClr val="0070C0"/>
                </a:solidFill>
              </a:rPr>
              <a:t>R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C604EFE-3DDA-15CA-9D3B-CA9C31A7FD3A}"/>
              </a:ext>
            </a:extLst>
          </p:cNvPr>
          <p:cNvGrpSpPr/>
          <p:nvPr/>
        </p:nvGrpSpPr>
        <p:grpSpPr>
          <a:xfrm>
            <a:off x="1412721" y="2027040"/>
            <a:ext cx="4343400" cy="3034114"/>
            <a:chOff x="4268812" y="2027040"/>
            <a:chExt cx="4343400" cy="3034114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558EAA2-AEEC-4831-E1D0-26B4ED24AD73}"/>
                </a:ext>
              </a:extLst>
            </p:cNvPr>
            <p:cNvSpPr/>
            <p:nvPr/>
          </p:nvSpPr>
          <p:spPr>
            <a:xfrm>
              <a:off x="4993932" y="2776220"/>
              <a:ext cx="1020788" cy="1907540"/>
            </a:xfrm>
            <a:custGeom>
              <a:avLst/>
              <a:gdLst>
                <a:gd name="connsiteX0" fmla="*/ 10160 w 1016000"/>
                <a:gd name="connsiteY0" fmla="*/ 0 h 1869440"/>
                <a:gd name="connsiteX1" fmla="*/ 0 w 1016000"/>
                <a:gd name="connsiteY1" fmla="*/ 1869440 h 1869440"/>
                <a:gd name="connsiteX2" fmla="*/ 1016000 w 1016000"/>
                <a:gd name="connsiteY2" fmla="*/ 995680 h 1869440"/>
                <a:gd name="connsiteX3" fmla="*/ 10160 w 1016000"/>
                <a:gd name="connsiteY3" fmla="*/ 0 h 1869440"/>
                <a:gd name="csX0" fmla="*/ 660 w 1020788"/>
                <a:gd name="csY0" fmla="*/ 0 h 1907540"/>
                <a:gd name="csX1" fmla="*/ 4788 w 1020788"/>
                <a:gd name="csY1" fmla="*/ 1907540 h 1907540"/>
                <a:gd name="csX2" fmla="*/ 1020788 w 1020788"/>
                <a:gd name="csY2" fmla="*/ 1033780 h 1907540"/>
                <a:gd name="csX3" fmla="*/ 660 w 1020788"/>
                <a:gd name="csY3" fmla="*/ 0 h 19075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20788" h="1907540">
                  <a:moveTo>
                    <a:pt x="660" y="0"/>
                  </a:moveTo>
                  <a:cubicBezTo>
                    <a:pt x="-2727" y="623147"/>
                    <a:pt x="8175" y="1284393"/>
                    <a:pt x="4788" y="1907540"/>
                  </a:cubicBezTo>
                  <a:lnTo>
                    <a:pt x="1020788" y="1033780"/>
                  </a:lnTo>
                  <a:cubicBezTo>
                    <a:pt x="685508" y="701887"/>
                    <a:pt x="335940" y="331893"/>
                    <a:pt x="660" y="0"/>
                  </a:cubicBezTo>
                  <a:close/>
                </a:path>
              </a:pathLst>
            </a:custGeom>
            <a:solidFill>
              <a:srgbClr val="FF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8CC8DF6-A865-C83F-9C59-6078BAA38AC2}"/>
                </a:ext>
              </a:extLst>
            </p:cNvPr>
            <p:cNvGrpSpPr/>
            <p:nvPr/>
          </p:nvGrpSpPr>
          <p:grpSpPr>
            <a:xfrm>
              <a:off x="4268812" y="2027040"/>
              <a:ext cx="4343400" cy="3034114"/>
              <a:chOff x="3647209" y="3531182"/>
              <a:chExt cx="4343400" cy="3034114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A445BCC-50F7-DCD5-7F02-E968C6B11D19}"/>
                  </a:ext>
                </a:extLst>
              </p:cNvPr>
              <p:cNvCxnSpPr>
                <a:cxnSpLocks/>
                <a:stCxn id="50" idx="1"/>
                <a:endCxn id="56" idx="5"/>
              </p:cNvCxnSpPr>
              <p:nvPr/>
            </p:nvCxnSpPr>
            <p:spPr>
              <a:xfrm flipH="1" flipV="1">
                <a:off x="4358696" y="4341367"/>
                <a:ext cx="18421" cy="1846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801AD76-62B4-1371-AD10-4E7FE03CED32}"/>
                  </a:ext>
                </a:extLst>
              </p:cNvPr>
              <p:cNvCxnSpPr>
                <a:cxnSpLocks/>
                <a:endCxn id="56" idx="1"/>
              </p:cNvCxnSpPr>
              <p:nvPr/>
            </p:nvCxnSpPr>
            <p:spPr>
              <a:xfrm flipH="1" flipV="1">
                <a:off x="4447387" y="4250442"/>
                <a:ext cx="2024843" cy="1253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31EA66E-E56B-C235-3F77-EF271FEBD8C2}"/>
                  </a:ext>
                </a:extLst>
              </p:cNvPr>
              <p:cNvGrpSpPr/>
              <p:nvPr/>
            </p:nvGrpSpPr>
            <p:grpSpPr>
              <a:xfrm rot="10800000" flipH="1">
                <a:off x="4341138" y="4379189"/>
                <a:ext cx="2131092" cy="1812094"/>
                <a:chOff x="4569746" y="1585914"/>
                <a:chExt cx="1953456" cy="1843086"/>
              </a:xfrm>
            </p:grpSpPr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D90F930B-4C19-2A37-7258-C0151233DC6B}"/>
                    </a:ext>
                  </a:extLst>
                </p:cNvPr>
                <p:cNvCxnSpPr/>
                <p:nvPr/>
              </p:nvCxnSpPr>
              <p:spPr>
                <a:xfrm>
                  <a:off x="5186361" y="1681165"/>
                  <a:ext cx="616615" cy="29765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Arrow Connector 69">
                  <a:extLst>
                    <a:ext uri="{FF2B5EF4-FFF2-40B4-BE49-F238E27FC236}">
                      <a16:creationId xmlns:a16="http://schemas.microsoft.com/office/drawing/2014/main" id="{5CFC5A47-A1B6-743C-EDDF-97A0DA13947A}"/>
                    </a:ext>
                  </a:extLst>
                </p:cNvPr>
                <p:cNvCxnSpPr/>
                <p:nvPr/>
              </p:nvCxnSpPr>
              <p:spPr>
                <a:xfrm>
                  <a:off x="6162548" y="2359819"/>
                  <a:ext cx="288179" cy="516731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Arrow Connector 70">
                  <a:extLst>
                    <a:ext uri="{FF2B5EF4-FFF2-40B4-BE49-F238E27FC236}">
                      <a16:creationId xmlns:a16="http://schemas.microsoft.com/office/drawing/2014/main" id="{4F7D7312-D314-4926-8566-09730977D574}"/>
                    </a:ext>
                  </a:extLst>
                </p:cNvPr>
                <p:cNvCxnSpPr/>
                <p:nvPr/>
              </p:nvCxnSpPr>
              <p:spPr>
                <a:xfrm>
                  <a:off x="6410325" y="2828925"/>
                  <a:ext cx="112877" cy="60007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Arrow Connector 71">
                  <a:extLst>
                    <a:ext uri="{FF2B5EF4-FFF2-40B4-BE49-F238E27FC236}">
                      <a16:creationId xmlns:a16="http://schemas.microsoft.com/office/drawing/2014/main" id="{B14A2F2F-BF61-0AA8-98DC-39A97C386087}"/>
                    </a:ext>
                  </a:extLst>
                </p:cNvPr>
                <p:cNvCxnSpPr/>
                <p:nvPr/>
              </p:nvCxnSpPr>
              <p:spPr>
                <a:xfrm>
                  <a:off x="5767388" y="1969294"/>
                  <a:ext cx="440273" cy="428625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F027F836-EB2E-A112-FE79-4347D5C659DF}"/>
                    </a:ext>
                  </a:extLst>
                </p:cNvPr>
                <p:cNvCxnSpPr/>
                <p:nvPr/>
              </p:nvCxnSpPr>
              <p:spPr>
                <a:xfrm>
                  <a:off x="4569746" y="1585914"/>
                  <a:ext cx="673767" cy="95251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5F01E7A-A19E-026A-C137-22A46754A426}"/>
                  </a:ext>
                </a:extLst>
              </p:cNvPr>
              <p:cNvSpPr/>
              <p:nvPr/>
            </p:nvSpPr>
            <p:spPr>
              <a:xfrm flipH="1">
                <a:off x="4340328" y="4231611"/>
                <a:ext cx="125427" cy="12858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7E19987-7CE9-3387-A6D1-B09D4E2E681E}"/>
                  </a:ext>
                </a:extLst>
              </p:cNvPr>
              <p:cNvCxnSpPr/>
              <p:nvPr/>
            </p:nvCxnSpPr>
            <p:spPr>
              <a:xfrm flipV="1">
                <a:off x="4354614" y="4367558"/>
                <a:ext cx="2128007" cy="1836986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C74AA40-8B43-304D-2029-3B5CDB47EF7E}"/>
                  </a:ext>
                </a:extLst>
              </p:cNvPr>
              <p:cNvSpPr txBox="1"/>
              <p:nvPr/>
            </p:nvSpPr>
            <p:spPr>
              <a:xfrm>
                <a:off x="5371351" y="5199559"/>
                <a:ext cx="4812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E</a:t>
                </a:r>
                <a:r>
                  <a:rPr lang="en-US" sz="2400" baseline="-25000" dirty="0"/>
                  <a:t>R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B8D5B3F-82A5-95D1-8443-AA85C9987215}"/>
                  </a:ext>
                </a:extLst>
              </p:cNvPr>
              <p:cNvSpPr txBox="1"/>
              <p:nvPr/>
            </p:nvSpPr>
            <p:spPr>
              <a:xfrm>
                <a:off x="5281316" y="3922273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37468BE-4A82-83C1-5A62-49DAD7187697}"/>
                  </a:ext>
                </a:extLst>
              </p:cNvPr>
              <p:cNvSpPr txBox="1"/>
              <p:nvPr/>
            </p:nvSpPr>
            <p:spPr>
              <a:xfrm>
                <a:off x="4029512" y="4969175"/>
                <a:ext cx="3241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AD9FAA9-70E5-ABD3-1840-77E0AF836D92}"/>
                  </a:ext>
                </a:extLst>
              </p:cNvPr>
              <p:cNvSpPr txBox="1"/>
              <p:nvPr/>
            </p:nvSpPr>
            <p:spPr>
              <a:xfrm>
                <a:off x="4033143" y="3922273"/>
                <a:ext cx="3529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</a:t>
                </a:r>
              </a:p>
            </p:txBody>
          </p: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A5F959D-FFC5-AE9C-080C-144AABCB122B}"/>
                  </a:ext>
                </a:extLst>
              </p:cNvPr>
              <p:cNvCxnSpPr/>
              <p:nvPr/>
            </p:nvCxnSpPr>
            <p:spPr>
              <a:xfrm>
                <a:off x="3647209" y="6165241"/>
                <a:ext cx="43434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46D61A3A-1AB1-8B23-7E0B-2BDD184B1F17}"/>
                  </a:ext>
                </a:extLst>
              </p:cNvPr>
              <p:cNvCxnSpPr/>
              <p:nvPr/>
            </p:nvCxnSpPr>
            <p:spPr>
              <a:xfrm flipV="1">
                <a:off x="6078779" y="3531182"/>
                <a:ext cx="581794" cy="303411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ECA105F-94CE-F4CC-BF6E-A4DFE242D167}"/>
                  </a:ext>
                </a:extLst>
              </p:cNvPr>
              <p:cNvCxnSpPr>
                <a:endCxn id="56" idx="3"/>
              </p:cNvCxnSpPr>
              <p:nvPr/>
            </p:nvCxnSpPr>
            <p:spPr>
              <a:xfrm flipH="1" flipV="1">
                <a:off x="4447387" y="4341367"/>
                <a:ext cx="909678" cy="91849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A4019F29-7F86-F04D-3777-AFB825934341}"/>
                  </a:ext>
                </a:extLst>
              </p:cNvPr>
              <p:cNvCxnSpPr/>
              <p:nvPr/>
            </p:nvCxnSpPr>
            <p:spPr>
              <a:xfrm flipH="1" flipV="1">
                <a:off x="4033143" y="5834144"/>
                <a:ext cx="302439" cy="3295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A035C08-475E-AC49-5952-13D80B708401}"/>
                  </a:ext>
                </a:extLst>
              </p:cNvPr>
              <p:cNvCxnSpPr/>
              <p:nvPr/>
            </p:nvCxnSpPr>
            <p:spPr>
              <a:xfrm flipV="1">
                <a:off x="4157552" y="5088622"/>
                <a:ext cx="1001290" cy="877604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C49164A-C70C-E6F3-58C9-1683CA0A75AE}"/>
                  </a:ext>
                </a:extLst>
              </p:cNvPr>
              <p:cNvSpPr txBox="1"/>
              <p:nvPr/>
            </p:nvSpPr>
            <p:spPr>
              <a:xfrm>
                <a:off x="4398486" y="5322670"/>
                <a:ext cx="559769" cy="33855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E</a:t>
                </a:r>
                <a:r>
                  <a:rPr lang="en-US" sz="1600" baseline="-25000" dirty="0"/>
                  <a:t>R</a:t>
                </a:r>
                <a:r>
                  <a:rPr lang="en-US" sz="1600" dirty="0"/>
                  <a:t>/2</a:t>
                </a:r>
                <a:endParaRPr lang="en-US" sz="1600" baseline="-25000" dirty="0"/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6CA8F146-7114-07FC-E406-B1316C379241}"/>
                  </a:ext>
                </a:extLst>
              </p:cNvPr>
              <p:cNvSpPr/>
              <p:nvPr/>
            </p:nvSpPr>
            <p:spPr>
              <a:xfrm>
                <a:off x="5953991" y="5713171"/>
                <a:ext cx="706582" cy="768927"/>
              </a:xfrm>
              <a:prstGeom prst="arc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D9F384F-AEFD-1C62-F6B5-7A52F260859A}"/>
                </a:ext>
              </a:extLst>
            </p:cNvPr>
            <p:cNvSpPr txBox="1"/>
            <p:nvPr/>
          </p:nvSpPr>
          <p:spPr>
            <a:xfrm>
              <a:off x="7203490" y="3999690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ym typeface="Symbol" panose="05050102010706020507" pitchFamily="18" charset="2"/>
                </a:rPr>
                <a:t></a:t>
              </a:r>
              <a:endParaRPr lang="en-US" sz="2000" b="1" dirty="0"/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B3619EB-AB9E-BEF6-CA3A-33E69C5F8329}"/>
              </a:ext>
            </a:extLst>
          </p:cNvPr>
          <p:cNvCxnSpPr/>
          <p:nvPr/>
        </p:nvCxnSpPr>
        <p:spPr>
          <a:xfrm>
            <a:off x="7550057" y="4668391"/>
            <a:ext cx="292417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62BB83F-A053-3274-B1B3-DBA0B3891228}"/>
              </a:ext>
            </a:extLst>
          </p:cNvPr>
          <p:cNvCxnSpPr>
            <a:cxnSpLocks/>
          </p:cNvCxnSpPr>
          <p:nvPr/>
        </p:nvCxnSpPr>
        <p:spPr>
          <a:xfrm flipV="1">
            <a:off x="7550056" y="1506091"/>
            <a:ext cx="0" cy="31394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8A2B767-0A0D-3E96-6771-4F53D652F9DF}"/>
              </a:ext>
            </a:extLst>
          </p:cNvPr>
          <p:cNvCxnSpPr>
            <a:cxnSpLocks/>
          </p:cNvCxnSpPr>
          <p:nvPr/>
        </p:nvCxnSpPr>
        <p:spPr>
          <a:xfrm>
            <a:off x="7543394" y="2751050"/>
            <a:ext cx="6662" cy="192855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33EB670-6F50-A4A3-D909-C2B54E22CFD0}"/>
              </a:ext>
            </a:extLst>
          </p:cNvPr>
          <p:cNvCxnSpPr>
            <a:cxnSpLocks/>
          </p:cNvCxnSpPr>
          <p:nvPr/>
        </p:nvCxnSpPr>
        <p:spPr>
          <a:xfrm>
            <a:off x="7533299" y="2761650"/>
            <a:ext cx="2098588" cy="755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EECB91F-001C-7EF5-1DA4-CD26FD5E1367}"/>
              </a:ext>
            </a:extLst>
          </p:cNvPr>
          <p:cNvCxnSpPr>
            <a:cxnSpLocks/>
          </p:cNvCxnSpPr>
          <p:nvPr/>
        </p:nvCxnSpPr>
        <p:spPr>
          <a:xfrm flipH="1">
            <a:off x="7550056" y="2838575"/>
            <a:ext cx="2071738" cy="1828466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F3617D3-80EE-09BE-46D1-9A3F5BA99E7A}"/>
              </a:ext>
            </a:extLst>
          </p:cNvPr>
          <p:cNvCxnSpPr>
            <a:cxnSpLocks/>
          </p:cNvCxnSpPr>
          <p:nvPr/>
        </p:nvCxnSpPr>
        <p:spPr>
          <a:xfrm flipH="1">
            <a:off x="7539963" y="4671092"/>
            <a:ext cx="183394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C2D9930-7339-8C14-8E12-BD7AAE58C688}"/>
              </a:ext>
            </a:extLst>
          </p:cNvPr>
          <p:cNvCxnSpPr>
            <a:cxnSpLocks/>
          </p:cNvCxnSpPr>
          <p:nvPr/>
        </p:nvCxnSpPr>
        <p:spPr>
          <a:xfrm flipH="1">
            <a:off x="9371114" y="2834524"/>
            <a:ext cx="260773" cy="184986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381AA8B-9869-75BE-ECFE-19C3E88A8A1B}"/>
              </a:ext>
            </a:extLst>
          </p:cNvPr>
          <p:cNvSpPr txBox="1"/>
          <p:nvPr/>
        </p:nvSpPr>
        <p:spPr>
          <a:xfrm>
            <a:off x="7504537" y="410848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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102E8C-C19D-BFB9-CB6D-9479C91B559C}"/>
              </a:ext>
            </a:extLst>
          </p:cNvPr>
          <p:cNvSpPr txBox="1"/>
          <p:nvPr/>
        </p:nvSpPr>
        <p:spPr>
          <a:xfrm>
            <a:off x="8050298" y="431506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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F783CF5-4C93-F277-2DF3-79AC8FAE4162}"/>
              </a:ext>
            </a:extLst>
          </p:cNvPr>
          <p:cNvSpPr txBox="1"/>
          <p:nvPr/>
        </p:nvSpPr>
        <p:spPr>
          <a:xfrm>
            <a:off x="9128369" y="4254863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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794731-2188-1FEF-F72C-7D73413C7B35}"/>
              </a:ext>
            </a:extLst>
          </p:cNvPr>
          <p:cNvSpPr txBox="1"/>
          <p:nvPr/>
        </p:nvSpPr>
        <p:spPr>
          <a:xfrm>
            <a:off x="9217434" y="321504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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EFDCBE-5E17-3A16-33C3-5B57D1167207}"/>
              </a:ext>
            </a:extLst>
          </p:cNvPr>
          <p:cNvSpPr txBox="1"/>
          <p:nvPr/>
        </p:nvSpPr>
        <p:spPr>
          <a:xfrm>
            <a:off x="7533299" y="307581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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218797-F43B-6781-70F9-BBA9684E84C1}"/>
              </a:ext>
            </a:extLst>
          </p:cNvPr>
          <p:cNvSpPr txBox="1"/>
          <p:nvPr/>
        </p:nvSpPr>
        <p:spPr>
          <a:xfrm>
            <a:off x="9717272" y="4220823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</a:t>
            </a:r>
            <a:endParaRPr lang="en-US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7407AEED-7DB6-9BEC-6684-B6FE29AD6380}"/>
              </a:ext>
            </a:extLst>
          </p:cNvPr>
          <p:cNvCxnSpPr>
            <a:cxnSpLocks/>
          </p:cNvCxnSpPr>
          <p:nvPr/>
        </p:nvCxnSpPr>
        <p:spPr>
          <a:xfrm>
            <a:off x="7539963" y="2764350"/>
            <a:ext cx="987586" cy="10252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925C678-9E86-7A78-7C10-52550A8C4067}"/>
              </a:ext>
            </a:extLst>
          </p:cNvPr>
          <p:cNvSpPr txBox="1"/>
          <p:nvPr/>
        </p:nvSpPr>
        <p:spPr>
          <a:xfrm>
            <a:off x="8566406" y="241813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89EC234-F166-723B-6E3D-DB8405A91D69}"/>
              </a:ext>
            </a:extLst>
          </p:cNvPr>
          <p:cNvSpPr txBox="1"/>
          <p:nvPr/>
        </p:nvSpPr>
        <p:spPr>
          <a:xfrm>
            <a:off x="7138995" y="349400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935624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67F9-3D2C-1BA7-2308-9CCCB9C6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C5660-7129-9FB5-7225-7D8F008D6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04B08-08DF-CEE0-8B66-1BBDE3B8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31" y="1219201"/>
            <a:ext cx="8853139" cy="441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0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5F0A6-508D-F74C-37D1-97BB54D25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D4A0-FBDC-C0F9-EA3B-9F5313F6B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3CD19-C518-7DA8-7ECD-7CA6276C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2007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B73B3-1FE2-44FF-7EEF-A76B0411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DC00-69B5-FD96-218C-DBB1389E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BDB760-DA83-4968-AA05-0D1AA630DDB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029C75-C39E-1CF3-7DB6-CF5C55509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09" y="2389475"/>
            <a:ext cx="7440983" cy="229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51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FF57-1E2C-BA17-C5A3-94DA17A26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9947-5CAA-206D-B252-835DFB48C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DB2E-E08E-949F-5F1C-28E8C0082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4F021-D5F0-73E0-C830-50408842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31" y="1219201"/>
            <a:ext cx="8853139" cy="441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03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370E-6ED0-2FAC-E9C4-D977A43C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>
            <a:extLst>
              <a:ext uri="{FF2B5EF4-FFF2-40B4-BE49-F238E27FC236}">
                <a16:creationId xmlns:a16="http://schemas.microsoft.com/office/drawing/2014/main" id="{31C52C71-5A83-D333-26C0-CFCB08CDB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8744" y="2572385"/>
            <a:ext cx="4549457" cy="153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8" name="Picture 4">
            <a:extLst>
              <a:ext uri="{FF2B5EF4-FFF2-40B4-BE49-F238E27FC236}">
                <a16:creationId xmlns:a16="http://schemas.microsoft.com/office/drawing/2014/main" id="{99EA1357-8EF8-152A-AC4B-568F5425A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41445" y="4297680"/>
            <a:ext cx="44005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8399F9-4034-2FFC-D3C4-E0DCDAA354EE}"/>
              </a:ext>
            </a:extLst>
          </p:cNvPr>
          <p:cNvSpPr txBox="1"/>
          <p:nvPr/>
        </p:nvSpPr>
        <p:spPr>
          <a:xfrm>
            <a:off x="7010400" y="3931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EC70F-FBCF-BA7B-C4D8-ED27C99B5696}"/>
              </a:ext>
            </a:extLst>
          </p:cNvPr>
          <p:cNvSpPr txBox="1"/>
          <p:nvPr/>
        </p:nvSpPr>
        <p:spPr>
          <a:xfrm>
            <a:off x="8092440" y="393192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2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E2912-861E-7966-711D-A41D1BCCCA21}"/>
              </a:ext>
            </a:extLst>
          </p:cNvPr>
          <p:cNvSpPr txBox="1"/>
          <p:nvPr/>
        </p:nvSpPr>
        <p:spPr>
          <a:xfrm>
            <a:off x="3825240" y="393192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-2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09DF9-12B0-9790-91B0-70630D79870A}"/>
              </a:ext>
            </a:extLst>
          </p:cNvPr>
          <p:cNvSpPr txBox="1"/>
          <p:nvPr/>
        </p:nvSpPr>
        <p:spPr>
          <a:xfrm>
            <a:off x="4968240" y="393192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B996F4-1F8C-77E0-4763-1147683D0A63}"/>
              </a:ext>
            </a:extLst>
          </p:cNvPr>
          <p:cNvSpPr txBox="1"/>
          <p:nvPr/>
        </p:nvSpPr>
        <p:spPr>
          <a:xfrm>
            <a:off x="8442961" y="379476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/2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8ED12A-1FFC-6FA3-5C93-4023E6BF845C}"/>
              </a:ext>
            </a:extLst>
          </p:cNvPr>
          <p:cNvCxnSpPr/>
          <p:nvPr/>
        </p:nvCxnSpPr>
        <p:spPr>
          <a:xfrm flipH="1">
            <a:off x="6842760" y="2971800"/>
            <a:ext cx="381000" cy="4419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403999D-FDF3-7507-99C5-66443520486C}"/>
              </a:ext>
            </a:extLst>
          </p:cNvPr>
          <p:cNvSpPr txBox="1"/>
          <p:nvPr/>
        </p:nvSpPr>
        <p:spPr>
          <a:xfrm>
            <a:off x="5730240" y="22860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8E6049-3945-C718-CC72-EF03BA29801C}"/>
              </a:ext>
            </a:extLst>
          </p:cNvPr>
          <p:cNvSpPr/>
          <p:nvPr/>
        </p:nvSpPr>
        <p:spPr>
          <a:xfrm>
            <a:off x="6583680" y="2237156"/>
            <a:ext cx="289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Interference fringes:</a:t>
            </a:r>
          </a:p>
          <a:p>
            <a:r>
              <a:rPr lang="en-US" dirty="0"/>
              <a:t> due to having a single slit</a:t>
            </a:r>
          </a:p>
        </p:txBody>
      </p:sp>
    </p:spTree>
    <p:extLst>
      <p:ext uri="{BB962C8B-B14F-4D97-AF65-F5344CB8AC3E}">
        <p14:creationId xmlns:p14="http://schemas.microsoft.com/office/powerpoint/2010/main" val="1920215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9EE196-E7F6-C12D-02AC-EAD1F2DC2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307A7B-61D3-041F-42F8-E478D9E85A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10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225</Words>
  <Application>Microsoft Office PowerPoint</Application>
  <PresentationFormat>Widescreen</PresentationFormat>
  <Paragraphs>147</Paragraphs>
  <Slides>26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Symbol</vt:lpstr>
      <vt:lpstr>Times New Roman</vt:lpstr>
      <vt:lpstr>Office Theme</vt:lpstr>
      <vt:lpstr>Equation</vt:lpstr>
      <vt:lpstr>Lecture 21</vt:lpstr>
      <vt:lpstr>PowerPoint Presentation</vt:lpstr>
      <vt:lpstr>PowerPoint Presentation</vt:lpstr>
      <vt:lpstr>PowerPoint Presentation</vt:lpstr>
      <vt:lpstr>Question 223.11.0.1</vt:lpstr>
      <vt:lpstr>Single-Slit Diffraction</vt:lpstr>
      <vt:lpstr>Single-Slit Diffraction</vt:lpstr>
      <vt:lpstr>Single-Slit Diffraction</vt:lpstr>
      <vt:lpstr>Single-Slit Diffraction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Single-Slit Diffraction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Todd Lines</cp:lastModifiedBy>
  <cp:revision>1</cp:revision>
  <dcterms:created xsi:type="dcterms:W3CDTF">2025-05-22T22:31:47Z</dcterms:created>
  <dcterms:modified xsi:type="dcterms:W3CDTF">2026-08-26T19:27:25Z</dcterms:modified>
</cp:coreProperties>
</file>