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6"/>
  </p:notesMasterIdLst>
  <p:sldIdLst>
    <p:sldId id="319" r:id="rId2"/>
    <p:sldId id="322" r:id="rId3"/>
    <p:sldId id="323" r:id="rId4"/>
    <p:sldId id="324" r:id="rId5"/>
    <p:sldId id="325" r:id="rId6"/>
    <p:sldId id="326" r:id="rId7"/>
    <p:sldId id="258" r:id="rId8"/>
    <p:sldId id="259" r:id="rId9"/>
    <p:sldId id="332" r:id="rId10"/>
    <p:sldId id="260" r:id="rId11"/>
    <p:sldId id="261" r:id="rId12"/>
    <p:sldId id="333" r:id="rId13"/>
    <p:sldId id="421" r:id="rId14"/>
    <p:sldId id="262" r:id="rId15"/>
    <p:sldId id="334" r:id="rId16"/>
    <p:sldId id="335" r:id="rId17"/>
    <p:sldId id="268" r:id="rId18"/>
    <p:sldId id="343" r:id="rId19"/>
    <p:sldId id="344" r:id="rId20"/>
    <p:sldId id="422" r:id="rId21"/>
    <p:sldId id="410" r:id="rId22"/>
    <p:sldId id="411" r:id="rId23"/>
    <p:sldId id="412" r:id="rId24"/>
    <p:sldId id="413" r:id="rId25"/>
    <p:sldId id="414" r:id="rId26"/>
    <p:sldId id="415" r:id="rId27"/>
    <p:sldId id="416" r:id="rId28"/>
    <p:sldId id="417" r:id="rId29"/>
    <p:sldId id="418" r:id="rId30"/>
    <p:sldId id="423" r:id="rId31"/>
    <p:sldId id="419" r:id="rId32"/>
    <p:sldId id="420" r:id="rId33"/>
    <p:sldId id="345" r:id="rId34"/>
    <p:sldId id="346" r:id="rId35"/>
    <p:sldId id="347" r:id="rId36"/>
    <p:sldId id="348" r:id="rId37"/>
    <p:sldId id="349" r:id="rId38"/>
    <p:sldId id="350" r:id="rId39"/>
    <p:sldId id="351" r:id="rId40"/>
    <p:sldId id="352" r:id="rId41"/>
    <p:sldId id="353" r:id="rId42"/>
    <p:sldId id="354" r:id="rId43"/>
    <p:sldId id="355" r:id="rId44"/>
    <p:sldId id="356" r:id="rId45"/>
    <p:sldId id="357" r:id="rId46"/>
    <p:sldId id="358" r:id="rId47"/>
    <p:sldId id="359" r:id="rId48"/>
    <p:sldId id="360" r:id="rId49"/>
    <p:sldId id="361" r:id="rId50"/>
    <p:sldId id="362" r:id="rId51"/>
    <p:sldId id="363" r:id="rId52"/>
    <p:sldId id="364" r:id="rId53"/>
    <p:sldId id="365" r:id="rId54"/>
    <p:sldId id="366" r:id="rId55"/>
    <p:sldId id="367" r:id="rId56"/>
    <p:sldId id="368" r:id="rId57"/>
    <p:sldId id="369" r:id="rId58"/>
    <p:sldId id="370" r:id="rId59"/>
    <p:sldId id="371" r:id="rId60"/>
    <p:sldId id="372" r:id="rId61"/>
    <p:sldId id="373" r:id="rId62"/>
    <p:sldId id="374" r:id="rId63"/>
    <p:sldId id="375" r:id="rId64"/>
    <p:sldId id="376" r:id="rId65"/>
    <p:sldId id="377" r:id="rId66"/>
    <p:sldId id="378" r:id="rId67"/>
    <p:sldId id="379" r:id="rId68"/>
    <p:sldId id="380" r:id="rId69"/>
    <p:sldId id="381" r:id="rId70"/>
    <p:sldId id="382" r:id="rId71"/>
    <p:sldId id="383" r:id="rId72"/>
    <p:sldId id="384" r:id="rId73"/>
    <p:sldId id="385" r:id="rId74"/>
    <p:sldId id="386" r:id="rId75"/>
    <p:sldId id="387" r:id="rId76"/>
    <p:sldId id="388" r:id="rId77"/>
    <p:sldId id="389" r:id="rId78"/>
    <p:sldId id="390" r:id="rId79"/>
    <p:sldId id="391" r:id="rId80"/>
    <p:sldId id="392" r:id="rId81"/>
    <p:sldId id="393" r:id="rId82"/>
    <p:sldId id="394" r:id="rId83"/>
    <p:sldId id="395" r:id="rId84"/>
    <p:sldId id="396" r:id="rId85"/>
    <p:sldId id="397" r:id="rId86"/>
    <p:sldId id="398" r:id="rId87"/>
    <p:sldId id="399" r:id="rId88"/>
    <p:sldId id="400" r:id="rId89"/>
    <p:sldId id="401" r:id="rId90"/>
    <p:sldId id="402" r:id="rId91"/>
    <p:sldId id="403" r:id="rId92"/>
    <p:sldId id="404" r:id="rId93"/>
    <p:sldId id="405" r:id="rId94"/>
    <p:sldId id="406" r:id="rId95"/>
    <p:sldId id="407" r:id="rId96"/>
    <p:sldId id="408" r:id="rId97"/>
    <p:sldId id="409" r:id="rId98"/>
    <p:sldId id="266" r:id="rId99"/>
    <p:sldId id="267" r:id="rId100"/>
    <p:sldId id="336" r:id="rId101"/>
    <p:sldId id="337" r:id="rId102"/>
    <p:sldId id="338" r:id="rId103"/>
    <p:sldId id="339" r:id="rId104"/>
    <p:sldId id="340" r:id="rId105"/>
    <p:sldId id="341" r:id="rId106"/>
    <p:sldId id="342" r:id="rId107"/>
    <p:sldId id="263" r:id="rId108"/>
    <p:sldId id="264" r:id="rId109"/>
    <p:sldId id="265" r:id="rId110"/>
    <p:sldId id="320" r:id="rId111"/>
    <p:sldId id="295" r:id="rId112"/>
    <p:sldId id="296" r:id="rId113"/>
    <p:sldId id="297" r:id="rId114"/>
    <p:sldId id="298" r:id="rId115"/>
    <p:sldId id="289" r:id="rId116"/>
    <p:sldId id="285" r:id="rId117"/>
    <p:sldId id="287" r:id="rId118"/>
    <p:sldId id="288" r:id="rId119"/>
    <p:sldId id="299" r:id="rId120"/>
    <p:sldId id="302" r:id="rId121"/>
    <p:sldId id="303" r:id="rId122"/>
    <p:sldId id="304" r:id="rId123"/>
    <p:sldId id="305" r:id="rId124"/>
    <p:sldId id="306" r:id="rId125"/>
    <p:sldId id="307" r:id="rId126"/>
    <p:sldId id="308" r:id="rId127"/>
    <p:sldId id="309" r:id="rId128"/>
    <p:sldId id="310" r:id="rId129"/>
    <p:sldId id="311" r:id="rId130"/>
    <p:sldId id="312" r:id="rId131"/>
    <p:sldId id="313" r:id="rId132"/>
    <p:sldId id="314" r:id="rId133"/>
    <p:sldId id="315" r:id="rId134"/>
    <p:sldId id="316" r:id="rId135"/>
    <p:sldId id="317" r:id="rId136"/>
    <p:sldId id="318" r:id="rId137"/>
    <p:sldId id="300" r:id="rId138"/>
    <p:sldId id="301" r:id="rId139"/>
    <p:sldId id="286" r:id="rId140"/>
    <p:sldId id="290" r:id="rId141"/>
    <p:sldId id="291" r:id="rId142"/>
    <p:sldId id="292" r:id="rId143"/>
    <p:sldId id="293" r:id="rId144"/>
    <p:sldId id="294" r:id="rId145"/>
    <p:sldId id="282" r:id="rId146"/>
    <p:sldId id="283" r:id="rId147"/>
    <p:sldId id="284" r:id="rId148"/>
    <p:sldId id="327" r:id="rId149"/>
    <p:sldId id="269" r:id="rId150"/>
    <p:sldId id="270" r:id="rId151"/>
    <p:sldId id="328" r:id="rId152"/>
    <p:sldId id="271" r:id="rId153"/>
    <p:sldId id="329" r:id="rId154"/>
    <p:sldId id="272" r:id="rId155"/>
    <p:sldId id="273" r:id="rId156"/>
    <p:sldId id="330" r:id="rId157"/>
    <p:sldId id="275" r:id="rId158"/>
    <p:sldId id="276" r:id="rId159"/>
    <p:sldId id="331" r:id="rId160"/>
    <p:sldId id="277" r:id="rId161"/>
    <p:sldId id="278" r:id="rId162"/>
    <p:sldId id="279" r:id="rId163"/>
    <p:sldId id="280" r:id="rId164"/>
    <p:sldId id="281" r:id="rId1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339" autoAdjust="0"/>
  </p:normalViewPr>
  <p:slideViewPr>
    <p:cSldViewPr snapToGrid="0">
      <p:cViewPr varScale="1">
        <p:scale>
          <a:sx n="62" d="100"/>
          <a:sy n="62" d="100"/>
        </p:scale>
        <p:origin x="2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microsoft.com/office/2016/11/relationships/changesInfo" Target="changesInfos/changesInfo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custSel addSld modSld">
      <pc:chgData name="Todd Lines" userId="afaf7c3a-e8aa-4568-882a-02ad8f9e19b0" providerId="ADAL" clId="{5FF5AC1B-ABA9-43D7-A1E3-2D92732CD6E2}" dt="2026-08-26T21:56:54.675" v="6" actId="20577"/>
      <pc:docMkLst>
        <pc:docMk/>
      </pc:docMkLst>
      <pc:sldChg chg="modSp mod">
        <pc:chgData name="Todd Lines" userId="afaf7c3a-e8aa-4568-882a-02ad8f9e19b0" providerId="ADAL" clId="{5FF5AC1B-ABA9-43D7-A1E3-2D92732CD6E2}" dt="2026-08-26T21:54:51.941" v="1" actId="20577"/>
        <pc:sldMkLst>
          <pc:docMk/>
          <pc:sldMk cId="745523333" sldId="319"/>
        </pc:sldMkLst>
        <pc:spChg chg="mod">
          <ac:chgData name="Todd Lines" userId="afaf7c3a-e8aa-4568-882a-02ad8f9e19b0" providerId="ADAL" clId="{5FF5AC1B-ABA9-43D7-A1E3-2D92732CD6E2}" dt="2026-08-26T21:54:51.941" v="1" actId="20577"/>
          <ac:spMkLst>
            <pc:docMk/>
            <pc:sldMk cId="745523333" sldId="319"/>
            <ac:spMk id="2" creationId="{8AABE236-7AD0-698B-2B8D-C5FFEFA9F5ED}"/>
          </ac:spMkLst>
        </pc:spChg>
      </pc:sldChg>
      <pc:sldChg chg="addSp delSp modSp new mod modClrScheme chgLayout">
        <pc:chgData name="Todd Lines" userId="afaf7c3a-e8aa-4568-882a-02ad8f9e19b0" providerId="ADAL" clId="{5FF5AC1B-ABA9-43D7-A1E3-2D92732CD6E2}" dt="2026-08-26T21:56:54.675" v="6" actId="20577"/>
        <pc:sldMkLst>
          <pc:docMk/>
          <pc:sldMk cId="3095527615" sldId="423"/>
        </pc:sldMkLst>
        <pc:spChg chg="del mod ord">
          <ac:chgData name="Todd Lines" userId="afaf7c3a-e8aa-4568-882a-02ad8f9e19b0" providerId="ADAL" clId="{5FF5AC1B-ABA9-43D7-A1E3-2D92732CD6E2}" dt="2026-08-26T21:56:51.231" v="3" actId="700"/>
          <ac:spMkLst>
            <pc:docMk/>
            <pc:sldMk cId="3095527615" sldId="423"/>
            <ac:spMk id="2" creationId="{EC780879-2679-A26F-1CD2-1772DE8AFD6C}"/>
          </ac:spMkLst>
        </pc:spChg>
        <pc:spChg chg="del mod ord">
          <ac:chgData name="Todd Lines" userId="afaf7c3a-e8aa-4568-882a-02ad8f9e19b0" providerId="ADAL" clId="{5FF5AC1B-ABA9-43D7-A1E3-2D92732CD6E2}" dt="2026-08-26T21:56:51.231" v="3" actId="700"/>
          <ac:spMkLst>
            <pc:docMk/>
            <pc:sldMk cId="3095527615" sldId="423"/>
            <ac:spMk id="3" creationId="{E1FE1969-205C-A2A7-1875-782BCE2579DF}"/>
          </ac:spMkLst>
        </pc:spChg>
        <pc:spChg chg="add mod ord">
          <ac:chgData name="Todd Lines" userId="afaf7c3a-e8aa-4568-882a-02ad8f9e19b0" providerId="ADAL" clId="{5FF5AC1B-ABA9-43D7-A1E3-2D92732CD6E2}" dt="2026-08-26T21:56:54.675" v="6" actId="20577"/>
          <ac:spMkLst>
            <pc:docMk/>
            <pc:sldMk cId="3095527615" sldId="423"/>
            <ac:spMk id="4" creationId="{E931FDEC-08F4-088A-7BE5-705397AC3EBB}"/>
          </ac:spMkLst>
        </pc:spChg>
        <pc:spChg chg="add mod ord">
          <ac:chgData name="Todd Lines" userId="afaf7c3a-e8aa-4568-882a-02ad8f9e19b0" providerId="ADAL" clId="{5FF5AC1B-ABA9-43D7-A1E3-2D92732CD6E2}" dt="2026-08-26T21:56:51.231" v="3" actId="700"/>
          <ac:spMkLst>
            <pc:docMk/>
            <pc:sldMk cId="3095527615" sldId="423"/>
            <ac:spMk id="5" creationId="{1B0FEDD8-942E-7872-BBE7-C4B71C68E2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C37108-4F8D-4704-A494-D81A91DC3B79}" type="datetimeFigureOut">
              <a:rPr lang="en-US" smtClean="0"/>
              <a:t>8/26/2026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161B0-6E90-492E-B1BA-7AC7D22CF044}" type="slidenum">
              <a:rPr lang="en-US" smtClean="0"/>
              <a:t>‹#›</a:t>
            </a:fld>
            <a:endParaRPr lang="en-US"/>
          </a:p>
        </p:txBody>
      </p:sp>
    </p:spTree>
    <p:extLst>
      <p:ext uri="{BB962C8B-B14F-4D97-AF65-F5344CB8AC3E}">
        <p14:creationId xmlns:p14="http://schemas.microsoft.com/office/powerpoint/2010/main" val="318036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161B0-6E90-492E-B1BA-7AC7D22CF044}" type="slidenum">
              <a:rPr lang="en-US" smtClean="0"/>
              <a:t>14</a:t>
            </a:fld>
            <a:endParaRPr lang="en-US"/>
          </a:p>
        </p:txBody>
      </p:sp>
    </p:spTree>
    <p:extLst>
      <p:ext uri="{BB962C8B-B14F-4D97-AF65-F5344CB8AC3E}">
        <p14:creationId xmlns:p14="http://schemas.microsoft.com/office/powerpoint/2010/main" val="2347035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161B0-6E90-492E-B1BA-7AC7D22CF044}" type="slidenum">
              <a:rPr lang="en-US" smtClean="0"/>
              <a:t>40</a:t>
            </a:fld>
            <a:endParaRPr lang="en-US"/>
          </a:p>
        </p:txBody>
      </p:sp>
    </p:spTree>
    <p:extLst>
      <p:ext uri="{BB962C8B-B14F-4D97-AF65-F5344CB8AC3E}">
        <p14:creationId xmlns:p14="http://schemas.microsoft.com/office/powerpoint/2010/main" val="3706504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18792A-FB5E-49C6-8567-74C1CE09CFB3}"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18792A-FB5E-49C6-8567-74C1CE09CFB3}"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18792A-FB5E-49C6-8567-74C1CE09CFB3}"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18792A-FB5E-49C6-8567-74C1CE09CFB3}"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18792A-FB5E-49C6-8567-74C1CE09CFB3}"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18792A-FB5E-49C6-8567-74C1CE09CFB3}"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18792A-FB5E-49C6-8567-74C1CE09CFB3}"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18792A-FB5E-49C6-8567-74C1CE09CFB3}"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12DA634-86A1-45B0-8ADD-62F013ACABB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r>
              <a:rPr lang="en-US"/>
              <a:t>Oct 11-13, 2006</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D073C204-7370-49B1-B4DE-337EEA5F26F6}" type="slidenum">
              <a:rPr lang="en-US"/>
              <a:pPr>
                <a:defRPr/>
              </a:pPr>
              <a:t>‹#›</a:t>
            </a:fld>
            <a:endParaRPr lang="en-US"/>
          </a:p>
        </p:txBody>
      </p:sp>
    </p:spTree>
    <p:extLst>
      <p:ext uri="{BB962C8B-B14F-4D97-AF65-F5344CB8AC3E}">
        <p14:creationId xmlns:p14="http://schemas.microsoft.com/office/powerpoint/2010/main" val="52342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8792A-FB5E-49C6-8567-74C1CE09CFB3}"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D92C33-0B3E-4411-919D-78769D38764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6.wmf"/><Relationship Id="rId7" Type="http://schemas.openxmlformats.org/officeDocument/2006/relationships/image" Target="../media/image8.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7.emf"/><Relationship Id="rId4" Type="http://schemas.openxmlformats.org/officeDocument/2006/relationships/oleObject" Target="../embeddings/oleObject4.bin"/><Relationship Id="rId9" Type="http://schemas.openxmlformats.org/officeDocument/2006/relationships/image" Target="../media/image9.emf"/></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24.bin"/><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4.emf"/><Relationship Id="rId7"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35.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9.bin"/><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1.bin"/><Relationship Id="rId1" Type="http://schemas.openxmlformats.org/officeDocument/2006/relationships/slideLayout" Target="../slideLayouts/slideLayout6.xml"/><Relationship Id="rId4" Type="http://schemas.openxmlformats.org/officeDocument/2006/relationships/image" Target="../media/image41.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oleObject" Target="../embeddings/oleObject37.bin"/><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image" Target="../media/image48.wmf"/><Relationship Id="rId2" Type="http://schemas.openxmlformats.org/officeDocument/2006/relationships/oleObject" Target="../embeddings/oleObject32.bin"/><Relationship Id="rId1" Type="http://schemas.openxmlformats.org/officeDocument/2006/relationships/slideLayout" Target="../slideLayouts/slideLayout6.xml"/><Relationship Id="rId6" Type="http://schemas.openxmlformats.org/officeDocument/2006/relationships/oleObject" Target="../embeddings/oleObject34.bin"/><Relationship Id="rId11" Type="http://schemas.openxmlformats.org/officeDocument/2006/relationships/oleObject" Target="../embeddings/oleObject36.bin"/><Relationship Id="rId5" Type="http://schemas.openxmlformats.org/officeDocument/2006/relationships/image" Target="../media/image44.wmf"/><Relationship Id="rId10" Type="http://schemas.openxmlformats.org/officeDocument/2006/relationships/image" Target="../media/image47.wmf"/><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49.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9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9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24.bin"/><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4.emf"/><Relationship Id="rId7"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35.wmf"/></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9.bin"/><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1.bin"/><Relationship Id="rId1" Type="http://schemas.openxmlformats.org/officeDocument/2006/relationships/slideLayout" Target="../slideLayouts/slideLayout6.xml"/><Relationship Id="rId4" Type="http://schemas.openxmlformats.org/officeDocument/2006/relationships/image" Target="../media/image41.emf"/></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oleObject" Target="../embeddings/oleObject37.bin"/><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image" Target="../media/image48.wmf"/><Relationship Id="rId2" Type="http://schemas.openxmlformats.org/officeDocument/2006/relationships/oleObject" Target="../embeddings/oleObject32.bin"/><Relationship Id="rId1" Type="http://schemas.openxmlformats.org/officeDocument/2006/relationships/slideLayout" Target="../slideLayouts/slideLayout6.xml"/><Relationship Id="rId6" Type="http://schemas.openxmlformats.org/officeDocument/2006/relationships/oleObject" Target="../embeddings/oleObject34.bin"/><Relationship Id="rId11" Type="http://schemas.openxmlformats.org/officeDocument/2006/relationships/oleObject" Target="../embeddings/oleObject36.bin"/><Relationship Id="rId5" Type="http://schemas.openxmlformats.org/officeDocument/2006/relationships/image" Target="../media/image44.wmf"/><Relationship Id="rId10" Type="http://schemas.openxmlformats.org/officeDocument/2006/relationships/image" Target="../media/image47.wmf"/><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49.wmf"/></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16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16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E236-7AD0-698B-2B8D-C5FFEFA9F5ED}"/>
              </a:ext>
            </a:extLst>
          </p:cNvPr>
          <p:cNvSpPr>
            <a:spLocks noGrp="1"/>
          </p:cNvSpPr>
          <p:nvPr>
            <p:ph type="ctrTitle"/>
          </p:nvPr>
        </p:nvSpPr>
        <p:spPr/>
        <p:txBody>
          <a:bodyPr/>
          <a:lstStyle/>
          <a:p>
            <a:r>
              <a:rPr lang="en-US" dirty="0"/>
              <a:t>Lecture 30</a:t>
            </a:r>
          </a:p>
        </p:txBody>
      </p:sp>
      <p:sp>
        <p:nvSpPr>
          <p:cNvPr id="3" name="Subtitle 2">
            <a:extLst>
              <a:ext uri="{FF2B5EF4-FFF2-40B4-BE49-F238E27FC236}">
                <a16:creationId xmlns:a16="http://schemas.microsoft.com/office/drawing/2014/main" id="{37EDDE62-B1BB-46E5-7230-896D34F24C1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45523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9937" name="Object 1"/>
          <p:cNvGraphicFramePr>
            <a:graphicFrameLocks noChangeAspect="1"/>
          </p:cNvGraphicFramePr>
          <p:nvPr/>
        </p:nvGraphicFramePr>
        <p:xfrm>
          <a:off x="0" y="1371600"/>
          <a:ext cx="9139358" cy="3352800"/>
        </p:xfrm>
        <a:graphic>
          <a:graphicData uri="http://schemas.openxmlformats.org/presentationml/2006/ole">
            <mc:AlternateContent xmlns:mc="http://schemas.openxmlformats.org/markup-compatibility/2006">
              <mc:Choice xmlns:v="urn:schemas-microsoft-com:vml" Requires="v">
                <p:oleObj name="Equation" r:id="rId2" imgW="5118100" imgH="1879600" progId="Equation.3">
                  <p:embed/>
                </p:oleObj>
              </mc:Choice>
              <mc:Fallback>
                <p:oleObj name="Equation" r:id="rId2" imgW="5118100" imgH="1879600" progId="Equation.3">
                  <p:embed/>
                  <p:pic>
                    <p:nvPicPr>
                      <p:cNvPr id="39937"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9139358"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Number Placeholder 5"/>
          <p:cNvSpPr>
            <a:spLocks noGrp="1"/>
          </p:cNvSpPr>
          <p:nvPr>
            <p:ph type="sldNum" sz="quarter" idx="12"/>
          </p:nvPr>
        </p:nvSpPr>
        <p:spPr>
          <a:noFill/>
        </p:spPr>
        <p:txBody>
          <a:bodyPr/>
          <a:lstStyle/>
          <a:p>
            <a:fld id="{7B811258-4C3E-4805-B66A-2765416DF697}" type="slidenum">
              <a:rPr lang="en-US" smtClean="0"/>
              <a:pPr/>
              <a:t>3</a:t>
            </a:fld>
            <a:endParaRPr lang="en-US"/>
          </a:p>
        </p:txBody>
      </p:sp>
      <p:sp>
        <p:nvSpPr>
          <p:cNvPr id="191491" name="Rectangle 2"/>
          <p:cNvSpPr>
            <a:spLocks noGrp="1" noChangeArrowheads="1"/>
          </p:cNvSpPr>
          <p:nvPr>
            <p:ph type="title"/>
          </p:nvPr>
        </p:nvSpPr>
        <p:spPr/>
        <p:txBody>
          <a:bodyPr/>
          <a:lstStyle/>
          <a:p>
            <a:pPr eaLnBrk="1" hangingPunct="1"/>
            <a:r>
              <a:rPr lang="en-US" dirty="0"/>
              <a:t>Question 123.14.1.5</a:t>
            </a:r>
          </a:p>
        </p:txBody>
      </p:sp>
      <p:sp>
        <p:nvSpPr>
          <p:cNvPr id="191492" name="Rectangle 3"/>
          <p:cNvSpPr>
            <a:spLocks noGrp="1" noChangeArrowheads="1"/>
          </p:cNvSpPr>
          <p:nvPr>
            <p:ph type="body" idx="1"/>
          </p:nvPr>
        </p:nvSpPr>
        <p:spPr/>
        <p:txBody>
          <a:bodyPr/>
          <a:lstStyle/>
          <a:p>
            <a:pPr marL="609600" indent="-609600" eaLnBrk="1" hangingPunct="1">
              <a:buFontTx/>
              <a:buNone/>
            </a:pPr>
            <a:r>
              <a:rPr lang="en-US" dirty="0"/>
              <a:t>A car is driving down I-20 at 70mph (the speed limit). Does the center of mass of the car have the same kinetic energy as a piston in the engine?</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Maybe</a:t>
            </a:r>
          </a:p>
          <a:p>
            <a:pPr marL="609600" indent="-609600" eaLnBrk="1" hangingPunct="1">
              <a:buFontTx/>
              <a:buAutoNum type="alphaLcParenR"/>
            </a:pPr>
            <a:r>
              <a:rPr lang="en-US" dirty="0"/>
              <a:t>Wait, the speed limit is 70?</a:t>
            </a:r>
          </a:p>
        </p:txBody>
      </p:sp>
    </p:spTree>
    <p:extLst>
      <p:ext uri="{BB962C8B-B14F-4D97-AF65-F5344CB8AC3E}">
        <p14:creationId xmlns:p14="http://schemas.microsoft.com/office/powerpoint/2010/main" val="52701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Number Placeholder 5"/>
          <p:cNvSpPr>
            <a:spLocks noGrp="1"/>
          </p:cNvSpPr>
          <p:nvPr>
            <p:ph type="sldNum" sz="quarter" idx="12"/>
          </p:nvPr>
        </p:nvSpPr>
        <p:spPr>
          <a:noFill/>
        </p:spPr>
        <p:txBody>
          <a:bodyPr/>
          <a:lstStyle/>
          <a:p>
            <a:fld id="{7B811258-4C3E-4805-B66A-2765416DF697}" type="slidenum">
              <a:rPr lang="en-US" smtClean="0"/>
              <a:pPr/>
              <a:t>4</a:t>
            </a:fld>
            <a:endParaRPr lang="en-US"/>
          </a:p>
        </p:txBody>
      </p:sp>
      <p:sp>
        <p:nvSpPr>
          <p:cNvPr id="191491" name="Rectangle 2"/>
          <p:cNvSpPr>
            <a:spLocks noGrp="1" noChangeArrowheads="1"/>
          </p:cNvSpPr>
          <p:nvPr>
            <p:ph type="title"/>
          </p:nvPr>
        </p:nvSpPr>
        <p:spPr/>
        <p:txBody>
          <a:bodyPr/>
          <a:lstStyle/>
          <a:p>
            <a:pPr eaLnBrk="1" hangingPunct="1"/>
            <a:r>
              <a:rPr lang="en-US" dirty="0"/>
              <a:t>Question 123.14.1</a:t>
            </a:r>
          </a:p>
        </p:txBody>
      </p:sp>
      <p:sp>
        <p:nvSpPr>
          <p:cNvPr id="191492" name="Rectangle 3"/>
          <p:cNvSpPr>
            <a:spLocks noGrp="1" noChangeArrowheads="1"/>
          </p:cNvSpPr>
          <p:nvPr>
            <p:ph type="body" idx="1"/>
          </p:nvPr>
        </p:nvSpPr>
        <p:spPr/>
        <p:txBody>
          <a:bodyPr/>
          <a:lstStyle/>
          <a:p>
            <a:pPr marL="609600" indent="-609600" eaLnBrk="1" hangingPunct="1">
              <a:buFontTx/>
              <a:buNone/>
            </a:pPr>
            <a:r>
              <a:rPr lang="en-US"/>
              <a:t>We have two gases, each with the same values of n, V and T. One gas is Hydrogen, the other is Nitrogen. For which gas is the rms speed larger?</a:t>
            </a:r>
          </a:p>
          <a:p>
            <a:pPr marL="609600" indent="-609600" eaLnBrk="1" hangingPunct="1">
              <a:buFontTx/>
              <a:buAutoNum type="alphaLcParenR"/>
            </a:pPr>
            <a:r>
              <a:rPr lang="en-US"/>
              <a:t>Hydrogen</a:t>
            </a:r>
          </a:p>
          <a:p>
            <a:pPr marL="609600" indent="-609600" eaLnBrk="1" hangingPunct="1">
              <a:buFontTx/>
              <a:buAutoNum type="alphaLcParenR"/>
            </a:pPr>
            <a:r>
              <a:rPr lang="en-US"/>
              <a:t>Nitrogen</a:t>
            </a:r>
          </a:p>
        </p:txBody>
      </p:sp>
    </p:spTree>
    <p:extLst>
      <p:ext uri="{BB962C8B-B14F-4D97-AF65-F5344CB8AC3E}">
        <p14:creationId xmlns:p14="http://schemas.microsoft.com/office/powerpoint/2010/main" val="596017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rot="20146416">
            <a:off x="5024400" y="1639494"/>
            <a:ext cx="1726197" cy="3689659"/>
            <a:chOff x="835152" y="1266092"/>
            <a:chExt cx="2265975" cy="4867276"/>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152" y="1266092"/>
              <a:ext cx="2265975" cy="4867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74660" y="5181600"/>
              <a:ext cx="385042" cy="584775"/>
            </a:xfrm>
            <a:prstGeom prst="rect">
              <a:avLst/>
            </a:prstGeom>
            <a:noFill/>
          </p:spPr>
          <p:txBody>
            <a:bodyPr wrap="none" rtlCol="0">
              <a:spAutoFit/>
            </a:bodyPr>
            <a:lstStyle/>
            <a:p>
              <a:r>
                <a:rPr lang="en-US" sz="3200" dirty="0"/>
                <a:t>T</a:t>
              </a:r>
            </a:p>
          </p:txBody>
        </p:sp>
        <p:sp>
          <p:nvSpPr>
            <p:cNvPr id="6" name="TextBox 5"/>
            <p:cNvSpPr txBox="1"/>
            <p:nvPr/>
          </p:nvSpPr>
          <p:spPr>
            <a:xfrm>
              <a:off x="1447800" y="4038600"/>
              <a:ext cx="675788" cy="646331"/>
            </a:xfrm>
            <a:prstGeom prst="rect">
              <a:avLst/>
            </a:prstGeom>
            <a:noFill/>
          </p:spPr>
          <p:txBody>
            <a:bodyPr wrap="square" rtlCol="0">
              <a:spAutoFit/>
            </a:bodyPr>
            <a:lstStyle/>
            <a:p>
              <a:r>
                <a:rPr lang="en-US" sz="3600" dirty="0"/>
                <a:t>V</a:t>
              </a:r>
            </a:p>
          </p:txBody>
        </p:sp>
        <p:sp>
          <p:nvSpPr>
            <p:cNvPr id="7" name="TextBox 6"/>
            <p:cNvSpPr txBox="1"/>
            <p:nvPr/>
          </p:nvSpPr>
          <p:spPr>
            <a:xfrm>
              <a:off x="2062323" y="4158173"/>
              <a:ext cx="675788" cy="646331"/>
            </a:xfrm>
            <a:prstGeom prst="rect">
              <a:avLst/>
            </a:prstGeom>
            <a:noFill/>
          </p:spPr>
          <p:txBody>
            <a:bodyPr wrap="square" rtlCol="0">
              <a:spAutoFit/>
            </a:bodyPr>
            <a:lstStyle/>
            <a:p>
              <a:r>
                <a:rPr lang="en-US" sz="3600" dirty="0"/>
                <a:t>P</a:t>
              </a:r>
            </a:p>
          </p:txBody>
        </p:sp>
        <p:sp>
          <p:nvSpPr>
            <p:cNvPr id="8" name="TextBox 7"/>
            <p:cNvSpPr txBox="1"/>
            <p:nvPr/>
          </p:nvSpPr>
          <p:spPr>
            <a:xfrm>
              <a:off x="1219200" y="4572000"/>
              <a:ext cx="675788" cy="646331"/>
            </a:xfrm>
            <a:prstGeom prst="rect">
              <a:avLst/>
            </a:prstGeom>
            <a:noFill/>
          </p:spPr>
          <p:txBody>
            <a:bodyPr wrap="square" rtlCol="0">
              <a:spAutoFit/>
            </a:bodyPr>
            <a:lstStyle/>
            <a:p>
              <a:r>
                <a:rPr lang="en-US" sz="3600" dirty="0"/>
                <a:t>n</a:t>
              </a:r>
            </a:p>
          </p:txBody>
        </p:sp>
        <p:sp>
          <p:nvSpPr>
            <p:cNvPr id="9" name="Oval 8"/>
            <p:cNvSpPr/>
            <p:nvPr/>
          </p:nvSpPr>
          <p:spPr>
            <a:xfrm>
              <a:off x="2362200" y="3657600"/>
              <a:ext cx="152400" cy="152400"/>
            </a:xfrm>
            <a:prstGeom prst="ellipse">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flipV="1">
              <a:off x="1905000" y="3505200"/>
              <a:ext cx="457200" cy="228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640554" y="3677736"/>
              <a:ext cx="1134616" cy="487211"/>
            </a:xfrm>
            <a:prstGeom prst="rect">
              <a:avLst/>
            </a:prstGeom>
            <a:noFill/>
          </p:spPr>
          <p:txBody>
            <a:bodyPr wrap="none" rtlCol="0">
              <a:spAutoFit/>
            </a:bodyPr>
            <a:lstStyle/>
            <a:p>
              <a:r>
                <a:rPr lang="en-US" dirty="0" err="1">
                  <a:solidFill>
                    <a:schemeClr val="accent3">
                      <a:lumMod val="50000"/>
                    </a:schemeClr>
                  </a:solidFill>
                </a:rPr>
                <a:t>v</a:t>
              </a:r>
              <a:r>
                <a:rPr lang="en-US" baseline="-25000" dirty="0" err="1">
                  <a:solidFill>
                    <a:schemeClr val="accent3">
                      <a:lumMod val="50000"/>
                    </a:schemeClr>
                  </a:solidFill>
                </a:rPr>
                <a:t>molecule</a:t>
              </a:r>
              <a:endParaRPr lang="en-US" baseline="-25000" dirty="0">
                <a:solidFill>
                  <a:schemeClr val="accent3">
                    <a:lumMod val="50000"/>
                  </a:schemeClr>
                </a:solidFill>
              </a:endParaRPr>
            </a:p>
          </p:txBody>
        </p:sp>
      </p:grpSp>
      <p:cxnSp>
        <p:nvCxnSpPr>
          <p:cNvPr id="16" name="Straight Arrow Connector 15"/>
          <p:cNvCxnSpPr/>
          <p:nvPr/>
        </p:nvCxnSpPr>
        <p:spPr>
          <a:xfrm flipV="1">
            <a:off x="6934200" y="2438400"/>
            <a:ext cx="914400" cy="4572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29400" y="1524000"/>
            <a:ext cx="1375889" cy="707886"/>
          </a:xfrm>
          <a:prstGeom prst="rect">
            <a:avLst/>
          </a:prstGeom>
          <a:noFill/>
        </p:spPr>
        <p:txBody>
          <a:bodyPr wrap="none" rtlCol="0">
            <a:spAutoFit/>
          </a:bodyPr>
          <a:lstStyle/>
          <a:p>
            <a:r>
              <a:rPr lang="en-US" sz="4000" dirty="0" err="1">
                <a:solidFill>
                  <a:srgbClr val="00B050"/>
                </a:solidFill>
              </a:rPr>
              <a:t>v</a:t>
            </a:r>
            <a:r>
              <a:rPr lang="en-US" sz="4000" baseline="-25000" dirty="0" err="1">
                <a:solidFill>
                  <a:srgbClr val="00B050"/>
                </a:solidFill>
              </a:rPr>
              <a:t>system</a:t>
            </a:r>
            <a:endParaRPr lang="en-US" sz="4000" baseline="-25000" dirty="0">
              <a:solidFill>
                <a:srgbClr val="00B050"/>
              </a:solidFill>
            </a:endParaRPr>
          </a:p>
        </p:txBody>
      </p:sp>
      <p:sp>
        <p:nvSpPr>
          <p:cNvPr id="18" name="Freeform 17"/>
          <p:cNvSpPr/>
          <p:nvPr/>
        </p:nvSpPr>
        <p:spPr>
          <a:xfrm>
            <a:off x="-24914" y="3944983"/>
            <a:ext cx="3867572" cy="2913017"/>
          </a:xfrm>
          <a:custGeom>
            <a:avLst/>
            <a:gdLst>
              <a:gd name="connsiteX0" fmla="*/ 0 w 3918857"/>
              <a:gd name="connsiteY0" fmla="*/ 1894114 h 2926080"/>
              <a:gd name="connsiteX1" fmla="*/ 940526 w 3918857"/>
              <a:gd name="connsiteY1" fmla="*/ 1515291 h 2926080"/>
              <a:gd name="connsiteX2" fmla="*/ 1606731 w 3918857"/>
              <a:gd name="connsiteY2" fmla="*/ 1345474 h 2926080"/>
              <a:gd name="connsiteX3" fmla="*/ 1724297 w 3918857"/>
              <a:gd name="connsiteY3" fmla="*/ 1136468 h 2926080"/>
              <a:gd name="connsiteX4" fmla="*/ 1763486 w 3918857"/>
              <a:gd name="connsiteY4" fmla="*/ 836022 h 2926080"/>
              <a:gd name="connsiteX5" fmla="*/ 1907177 w 3918857"/>
              <a:gd name="connsiteY5" fmla="*/ 600891 h 2926080"/>
              <a:gd name="connsiteX6" fmla="*/ 2116183 w 3918857"/>
              <a:gd name="connsiteY6" fmla="*/ 300445 h 2926080"/>
              <a:gd name="connsiteX7" fmla="*/ 2312126 w 3918857"/>
              <a:gd name="connsiteY7" fmla="*/ 195942 h 2926080"/>
              <a:gd name="connsiteX8" fmla="*/ 2495006 w 3918857"/>
              <a:gd name="connsiteY8" fmla="*/ 0 h 2926080"/>
              <a:gd name="connsiteX9" fmla="*/ 2625634 w 3918857"/>
              <a:gd name="connsiteY9" fmla="*/ 65314 h 2926080"/>
              <a:gd name="connsiteX10" fmla="*/ 2638697 w 3918857"/>
              <a:gd name="connsiteY10" fmla="*/ 261257 h 2926080"/>
              <a:gd name="connsiteX11" fmla="*/ 2521131 w 3918857"/>
              <a:gd name="connsiteY11" fmla="*/ 457200 h 2926080"/>
              <a:gd name="connsiteX12" fmla="*/ 2416628 w 3918857"/>
              <a:gd name="connsiteY12" fmla="*/ 627017 h 2926080"/>
              <a:gd name="connsiteX13" fmla="*/ 2638697 w 3918857"/>
              <a:gd name="connsiteY13" fmla="*/ 483325 h 2926080"/>
              <a:gd name="connsiteX14" fmla="*/ 2926080 w 3918857"/>
              <a:gd name="connsiteY14" fmla="*/ 209005 h 2926080"/>
              <a:gd name="connsiteX15" fmla="*/ 3344091 w 3918857"/>
              <a:gd name="connsiteY15" fmla="*/ 13062 h 2926080"/>
              <a:gd name="connsiteX16" fmla="*/ 3474720 w 3918857"/>
              <a:gd name="connsiteY16" fmla="*/ 78377 h 2926080"/>
              <a:gd name="connsiteX17" fmla="*/ 3500846 w 3918857"/>
              <a:gd name="connsiteY17" fmla="*/ 261257 h 2926080"/>
              <a:gd name="connsiteX18" fmla="*/ 3331028 w 3918857"/>
              <a:gd name="connsiteY18" fmla="*/ 404948 h 2926080"/>
              <a:gd name="connsiteX19" fmla="*/ 3161211 w 3918857"/>
              <a:gd name="connsiteY19" fmla="*/ 496388 h 2926080"/>
              <a:gd name="connsiteX20" fmla="*/ 2978331 w 3918857"/>
              <a:gd name="connsiteY20" fmla="*/ 587828 h 2926080"/>
              <a:gd name="connsiteX21" fmla="*/ 2965268 w 3918857"/>
              <a:gd name="connsiteY21" fmla="*/ 679268 h 2926080"/>
              <a:gd name="connsiteX22" fmla="*/ 3135086 w 3918857"/>
              <a:gd name="connsiteY22" fmla="*/ 613954 h 2926080"/>
              <a:gd name="connsiteX23" fmla="*/ 3422468 w 3918857"/>
              <a:gd name="connsiteY23" fmla="*/ 548640 h 2926080"/>
              <a:gd name="connsiteX24" fmla="*/ 3618411 w 3918857"/>
              <a:gd name="connsiteY24" fmla="*/ 548640 h 2926080"/>
              <a:gd name="connsiteX25" fmla="*/ 3827417 w 3918857"/>
              <a:gd name="connsiteY25" fmla="*/ 587828 h 2926080"/>
              <a:gd name="connsiteX26" fmla="*/ 3827417 w 3918857"/>
              <a:gd name="connsiteY26" fmla="*/ 744582 h 2926080"/>
              <a:gd name="connsiteX27" fmla="*/ 3801291 w 3918857"/>
              <a:gd name="connsiteY27" fmla="*/ 849085 h 2926080"/>
              <a:gd name="connsiteX28" fmla="*/ 3631474 w 3918857"/>
              <a:gd name="connsiteY28" fmla="*/ 862148 h 2926080"/>
              <a:gd name="connsiteX29" fmla="*/ 3409406 w 3918857"/>
              <a:gd name="connsiteY29" fmla="*/ 862148 h 2926080"/>
              <a:gd name="connsiteX30" fmla="*/ 3265714 w 3918857"/>
              <a:gd name="connsiteY30" fmla="*/ 888274 h 2926080"/>
              <a:gd name="connsiteX31" fmla="*/ 3135086 w 3918857"/>
              <a:gd name="connsiteY31" fmla="*/ 914400 h 2926080"/>
              <a:gd name="connsiteX32" fmla="*/ 3122023 w 3918857"/>
              <a:gd name="connsiteY32" fmla="*/ 1005840 h 2926080"/>
              <a:gd name="connsiteX33" fmla="*/ 3265714 w 3918857"/>
              <a:gd name="connsiteY33" fmla="*/ 1018902 h 2926080"/>
              <a:gd name="connsiteX34" fmla="*/ 3513908 w 3918857"/>
              <a:gd name="connsiteY34" fmla="*/ 979714 h 2926080"/>
              <a:gd name="connsiteX35" fmla="*/ 3722914 w 3918857"/>
              <a:gd name="connsiteY35" fmla="*/ 979714 h 2926080"/>
              <a:gd name="connsiteX36" fmla="*/ 3918857 w 3918857"/>
              <a:gd name="connsiteY36" fmla="*/ 1071154 h 2926080"/>
              <a:gd name="connsiteX37" fmla="*/ 3827417 w 3918857"/>
              <a:gd name="connsiteY37" fmla="*/ 1214845 h 2926080"/>
              <a:gd name="connsiteX38" fmla="*/ 3579223 w 3918857"/>
              <a:gd name="connsiteY38" fmla="*/ 1240971 h 2926080"/>
              <a:gd name="connsiteX39" fmla="*/ 3396343 w 3918857"/>
              <a:gd name="connsiteY39" fmla="*/ 1254034 h 2926080"/>
              <a:gd name="connsiteX40" fmla="*/ 3239588 w 3918857"/>
              <a:gd name="connsiteY40" fmla="*/ 1254034 h 2926080"/>
              <a:gd name="connsiteX41" fmla="*/ 3056708 w 3918857"/>
              <a:gd name="connsiteY41" fmla="*/ 1319348 h 2926080"/>
              <a:gd name="connsiteX42" fmla="*/ 2978331 w 3918857"/>
              <a:gd name="connsiteY42" fmla="*/ 1332411 h 2926080"/>
              <a:gd name="connsiteX43" fmla="*/ 3082834 w 3918857"/>
              <a:gd name="connsiteY43" fmla="*/ 1371600 h 2926080"/>
              <a:gd name="connsiteX44" fmla="*/ 3278777 w 3918857"/>
              <a:gd name="connsiteY44" fmla="*/ 1423851 h 2926080"/>
              <a:gd name="connsiteX45" fmla="*/ 3435531 w 3918857"/>
              <a:gd name="connsiteY45" fmla="*/ 1423851 h 2926080"/>
              <a:gd name="connsiteX46" fmla="*/ 3553097 w 3918857"/>
              <a:gd name="connsiteY46" fmla="*/ 1476102 h 2926080"/>
              <a:gd name="connsiteX47" fmla="*/ 3566160 w 3918857"/>
              <a:gd name="connsiteY47" fmla="*/ 1645920 h 2926080"/>
              <a:gd name="connsiteX48" fmla="*/ 3370217 w 3918857"/>
              <a:gd name="connsiteY48" fmla="*/ 1698171 h 2926080"/>
              <a:gd name="connsiteX49" fmla="*/ 3017520 w 3918857"/>
              <a:gd name="connsiteY49" fmla="*/ 1619794 h 2926080"/>
              <a:gd name="connsiteX50" fmla="*/ 2886891 w 3918857"/>
              <a:gd name="connsiteY50" fmla="*/ 1658982 h 2926080"/>
              <a:gd name="connsiteX51" fmla="*/ 2690948 w 3918857"/>
              <a:gd name="connsiteY51" fmla="*/ 1854925 h 2926080"/>
              <a:gd name="connsiteX52" fmla="*/ 2429691 w 3918857"/>
              <a:gd name="connsiteY52" fmla="*/ 1998617 h 2926080"/>
              <a:gd name="connsiteX53" fmla="*/ 2181497 w 3918857"/>
              <a:gd name="connsiteY53" fmla="*/ 2129245 h 2926080"/>
              <a:gd name="connsiteX54" fmla="*/ 1946366 w 3918857"/>
              <a:gd name="connsiteY54" fmla="*/ 2194560 h 2926080"/>
              <a:gd name="connsiteX55" fmla="*/ 1632857 w 3918857"/>
              <a:gd name="connsiteY55" fmla="*/ 2377440 h 2926080"/>
              <a:gd name="connsiteX56" fmla="*/ 1332411 w 3918857"/>
              <a:gd name="connsiteY56" fmla="*/ 2612571 h 2926080"/>
              <a:gd name="connsiteX57" fmla="*/ 1110343 w 3918857"/>
              <a:gd name="connsiteY57" fmla="*/ 2834640 h 2926080"/>
              <a:gd name="connsiteX58" fmla="*/ 1045028 w 3918857"/>
              <a:gd name="connsiteY58" fmla="*/ 2873828 h 2926080"/>
              <a:gd name="connsiteX59" fmla="*/ 91440 w 3918857"/>
              <a:gd name="connsiteY59" fmla="*/ 2926080 h 2926080"/>
              <a:gd name="connsiteX60" fmla="*/ 39188 w 3918857"/>
              <a:gd name="connsiteY60" fmla="*/ 1841862 h 2926080"/>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45028 w 3918857"/>
              <a:gd name="connsiteY58" fmla="*/ 2873828 h 2913017"/>
              <a:gd name="connsiteX59" fmla="*/ 52252 w 3918857"/>
              <a:gd name="connsiteY59" fmla="*/ 2913017 h 2913017"/>
              <a:gd name="connsiteX60" fmla="*/ 39188 w 3918857"/>
              <a:gd name="connsiteY60" fmla="*/ 1841862 h 2913017"/>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31965 w 3918857"/>
              <a:gd name="connsiteY58" fmla="*/ 2913016 h 2913017"/>
              <a:gd name="connsiteX59" fmla="*/ 52252 w 3918857"/>
              <a:gd name="connsiteY59" fmla="*/ 2913017 h 2913017"/>
              <a:gd name="connsiteX60" fmla="*/ 39188 w 3918857"/>
              <a:gd name="connsiteY60" fmla="*/ 1841862 h 2913017"/>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31965 w 3918857"/>
              <a:gd name="connsiteY58" fmla="*/ 2913016 h 2913017"/>
              <a:gd name="connsiteX59" fmla="*/ 52252 w 3918857"/>
              <a:gd name="connsiteY59" fmla="*/ 2913017 h 2913017"/>
              <a:gd name="connsiteX60" fmla="*/ 52387 w 3918857"/>
              <a:gd name="connsiteY60" fmla="*/ 1862886 h 2913017"/>
              <a:gd name="connsiteX61" fmla="*/ 39188 w 3918857"/>
              <a:gd name="connsiteY61" fmla="*/ 1841862 h 2913017"/>
              <a:gd name="connsiteX0" fmla="*/ 15581 w 3879669"/>
              <a:gd name="connsiteY0" fmla="*/ 1867920 h 2913017"/>
              <a:gd name="connsiteX1" fmla="*/ 901338 w 3879669"/>
              <a:gd name="connsiteY1" fmla="*/ 1515291 h 2913017"/>
              <a:gd name="connsiteX2" fmla="*/ 1567543 w 3879669"/>
              <a:gd name="connsiteY2" fmla="*/ 1345474 h 2913017"/>
              <a:gd name="connsiteX3" fmla="*/ 1685109 w 3879669"/>
              <a:gd name="connsiteY3" fmla="*/ 1136468 h 2913017"/>
              <a:gd name="connsiteX4" fmla="*/ 1724298 w 3879669"/>
              <a:gd name="connsiteY4" fmla="*/ 836022 h 2913017"/>
              <a:gd name="connsiteX5" fmla="*/ 1867989 w 3879669"/>
              <a:gd name="connsiteY5" fmla="*/ 600891 h 2913017"/>
              <a:gd name="connsiteX6" fmla="*/ 2076995 w 3879669"/>
              <a:gd name="connsiteY6" fmla="*/ 300445 h 2913017"/>
              <a:gd name="connsiteX7" fmla="*/ 2272938 w 3879669"/>
              <a:gd name="connsiteY7" fmla="*/ 195942 h 2913017"/>
              <a:gd name="connsiteX8" fmla="*/ 2455818 w 3879669"/>
              <a:gd name="connsiteY8" fmla="*/ 0 h 2913017"/>
              <a:gd name="connsiteX9" fmla="*/ 2586446 w 3879669"/>
              <a:gd name="connsiteY9" fmla="*/ 65314 h 2913017"/>
              <a:gd name="connsiteX10" fmla="*/ 2599509 w 3879669"/>
              <a:gd name="connsiteY10" fmla="*/ 261257 h 2913017"/>
              <a:gd name="connsiteX11" fmla="*/ 2481943 w 3879669"/>
              <a:gd name="connsiteY11" fmla="*/ 457200 h 2913017"/>
              <a:gd name="connsiteX12" fmla="*/ 2377440 w 3879669"/>
              <a:gd name="connsiteY12" fmla="*/ 627017 h 2913017"/>
              <a:gd name="connsiteX13" fmla="*/ 2599509 w 3879669"/>
              <a:gd name="connsiteY13" fmla="*/ 483325 h 2913017"/>
              <a:gd name="connsiteX14" fmla="*/ 2886892 w 3879669"/>
              <a:gd name="connsiteY14" fmla="*/ 209005 h 2913017"/>
              <a:gd name="connsiteX15" fmla="*/ 3304903 w 3879669"/>
              <a:gd name="connsiteY15" fmla="*/ 13062 h 2913017"/>
              <a:gd name="connsiteX16" fmla="*/ 3435532 w 3879669"/>
              <a:gd name="connsiteY16" fmla="*/ 78377 h 2913017"/>
              <a:gd name="connsiteX17" fmla="*/ 3461658 w 3879669"/>
              <a:gd name="connsiteY17" fmla="*/ 261257 h 2913017"/>
              <a:gd name="connsiteX18" fmla="*/ 3291840 w 3879669"/>
              <a:gd name="connsiteY18" fmla="*/ 404948 h 2913017"/>
              <a:gd name="connsiteX19" fmla="*/ 3122023 w 3879669"/>
              <a:gd name="connsiteY19" fmla="*/ 496388 h 2913017"/>
              <a:gd name="connsiteX20" fmla="*/ 2939143 w 3879669"/>
              <a:gd name="connsiteY20" fmla="*/ 587828 h 2913017"/>
              <a:gd name="connsiteX21" fmla="*/ 2926080 w 3879669"/>
              <a:gd name="connsiteY21" fmla="*/ 679268 h 2913017"/>
              <a:gd name="connsiteX22" fmla="*/ 3095898 w 3879669"/>
              <a:gd name="connsiteY22" fmla="*/ 613954 h 2913017"/>
              <a:gd name="connsiteX23" fmla="*/ 3383280 w 3879669"/>
              <a:gd name="connsiteY23" fmla="*/ 548640 h 2913017"/>
              <a:gd name="connsiteX24" fmla="*/ 3579223 w 3879669"/>
              <a:gd name="connsiteY24" fmla="*/ 548640 h 2913017"/>
              <a:gd name="connsiteX25" fmla="*/ 3788229 w 3879669"/>
              <a:gd name="connsiteY25" fmla="*/ 587828 h 2913017"/>
              <a:gd name="connsiteX26" fmla="*/ 3788229 w 3879669"/>
              <a:gd name="connsiteY26" fmla="*/ 744582 h 2913017"/>
              <a:gd name="connsiteX27" fmla="*/ 3762103 w 3879669"/>
              <a:gd name="connsiteY27" fmla="*/ 849085 h 2913017"/>
              <a:gd name="connsiteX28" fmla="*/ 3592286 w 3879669"/>
              <a:gd name="connsiteY28" fmla="*/ 862148 h 2913017"/>
              <a:gd name="connsiteX29" fmla="*/ 3370218 w 3879669"/>
              <a:gd name="connsiteY29" fmla="*/ 862148 h 2913017"/>
              <a:gd name="connsiteX30" fmla="*/ 3226526 w 3879669"/>
              <a:gd name="connsiteY30" fmla="*/ 888274 h 2913017"/>
              <a:gd name="connsiteX31" fmla="*/ 3095898 w 3879669"/>
              <a:gd name="connsiteY31" fmla="*/ 914400 h 2913017"/>
              <a:gd name="connsiteX32" fmla="*/ 3082835 w 3879669"/>
              <a:gd name="connsiteY32" fmla="*/ 1005840 h 2913017"/>
              <a:gd name="connsiteX33" fmla="*/ 3226526 w 3879669"/>
              <a:gd name="connsiteY33" fmla="*/ 1018902 h 2913017"/>
              <a:gd name="connsiteX34" fmla="*/ 3474720 w 3879669"/>
              <a:gd name="connsiteY34" fmla="*/ 979714 h 2913017"/>
              <a:gd name="connsiteX35" fmla="*/ 3683726 w 3879669"/>
              <a:gd name="connsiteY35" fmla="*/ 979714 h 2913017"/>
              <a:gd name="connsiteX36" fmla="*/ 3879669 w 3879669"/>
              <a:gd name="connsiteY36" fmla="*/ 1071154 h 2913017"/>
              <a:gd name="connsiteX37" fmla="*/ 3788229 w 3879669"/>
              <a:gd name="connsiteY37" fmla="*/ 1214845 h 2913017"/>
              <a:gd name="connsiteX38" fmla="*/ 3540035 w 3879669"/>
              <a:gd name="connsiteY38" fmla="*/ 1240971 h 2913017"/>
              <a:gd name="connsiteX39" fmla="*/ 3357155 w 3879669"/>
              <a:gd name="connsiteY39" fmla="*/ 1254034 h 2913017"/>
              <a:gd name="connsiteX40" fmla="*/ 3200400 w 3879669"/>
              <a:gd name="connsiteY40" fmla="*/ 1254034 h 2913017"/>
              <a:gd name="connsiteX41" fmla="*/ 3017520 w 3879669"/>
              <a:gd name="connsiteY41" fmla="*/ 1319348 h 2913017"/>
              <a:gd name="connsiteX42" fmla="*/ 2939143 w 3879669"/>
              <a:gd name="connsiteY42" fmla="*/ 1332411 h 2913017"/>
              <a:gd name="connsiteX43" fmla="*/ 3043646 w 3879669"/>
              <a:gd name="connsiteY43" fmla="*/ 1371600 h 2913017"/>
              <a:gd name="connsiteX44" fmla="*/ 3239589 w 3879669"/>
              <a:gd name="connsiteY44" fmla="*/ 1423851 h 2913017"/>
              <a:gd name="connsiteX45" fmla="*/ 3396343 w 3879669"/>
              <a:gd name="connsiteY45" fmla="*/ 1423851 h 2913017"/>
              <a:gd name="connsiteX46" fmla="*/ 3513909 w 3879669"/>
              <a:gd name="connsiteY46" fmla="*/ 1476102 h 2913017"/>
              <a:gd name="connsiteX47" fmla="*/ 3526972 w 3879669"/>
              <a:gd name="connsiteY47" fmla="*/ 1645920 h 2913017"/>
              <a:gd name="connsiteX48" fmla="*/ 3331029 w 3879669"/>
              <a:gd name="connsiteY48" fmla="*/ 1698171 h 2913017"/>
              <a:gd name="connsiteX49" fmla="*/ 2978332 w 3879669"/>
              <a:gd name="connsiteY49" fmla="*/ 1619794 h 2913017"/>
              <a:gd name="connsiteX50" fmla="*/ 2847703 w 3879669"/>
              <a:gd name="connsiteY50" fmla="*/ 1658982 h 2913017"/>
              <a:gd name="connsiteX51" fmla="*/ 2651760 w 3879669"/>
              <a:gd name="connsiteY51" fmla="*/ 1854925 h 2913017"/>
              <a:gd name="connsiteX52" fmla="*/ 2390503 w 3879669"/>
              <a:gd name="connsiteY52" fmla="*/ 1998617 h 2913017"/>
              <a:gd name="connsiteX53" fmla="*/ 2142309 w 3879669"/>
              <a:gd name="connsiteY53" fmla="*/ 2129245 h 2913017"/>
              <a:gd name="connsiteX54" fmla="*/ 1907178 w 3879669"/>
              <a:gd name="connsiteY54" fmla="*/ 2194560 h 2913017"/>
              <a:gd name="connsiteX55" fmla="*/ 1593669 w 3879669"/>
              <a:gd name="connsiteY55" fmla="*/ 2377440 h 2913017"/>
              <a:gd name="connsiteX56" fmla="*/ 1293223 w 3879669"/>
              <a:gd name="connsiteY56" fmla="*/ 2612571 h 2913017"/>
              <a:gd name="connsiteX57" fmla="*/ 1071155 w 3879669"/>
              <a:gd name="connsiteY57" fmla="*/ 2834640 h 2913017"/>
              <a:gd name="connsiteX58" fmla="*/ 992777 w 3879669"/>
              <a:gd name="connsiteY58" fmla="*/ 2913016 h 2913017"/>
              <a:gd name="connsiteX59" fmla="*/ 13064 w 3879669"/>
              <a:gd name="connsiteY59" fmla="*/ 2913017 h 2913017"/>
              <a:gd name="connsiteX60" fmla="*/ 13199 w 3879669"/>
              <a:gd name="connsiteY60" fmla="*/ 1862886 h 2913017"/>
              <a:gd name="connsiteX61" fmla="*/ 0 w 3879669"/>
              <a:gd name="connsiteY61" fmla="*/ 1841862 h 2913017"/>
              <a:gd name="connsiteX0" fmla="*/ 3864 w 3867952"/>
              <a:gd name="connsiteY0" fmla="*/ 1867920 h 2913017"/>
              <a:gd name="connsiteX1" fmla="*/ 889621 w 3867952"/>
              <a:gd name="connsiteY1" fmla="*/ 1515291 h 2913017"/>
              <a:gd name="connsiteX2" fmla="*/ 1555826 w 3867952"/>
              <a:gd name="connsiteY2" fmla="*/ 1345474 h 2913017"/>
              <a:gd name="connsiteX3" fmla="*/ 1673392 w 3867952"/>
              <a:gd name="connsiteY3" fmla="*/ 1136468 h 2913017"/>
              <a:gd name="connsiteX4" fmla="*/ 1712581 w 3867952"/>
              <a:gd name="connsiteY4" fmla="*/ 836022 h 2913017"/>
              <a:gd name="connsiteX5" fmla="*/ 1856272 w 3867952"/>
              <a:gd name="connsiteY5" fmla="*/ 600891 h 2913017"/>
              <a:gd name="connsiteX6" fmla="*/ 2065278 w 3867952"/>
              <a:gd name="connsiteY6" fmla="*/ 300445 h 2913017"/>
              <a:gd name="connsiteX7" fmla="*/ 2261221 w 3867952"/>
              <a:gd name="connsiteY7" fmla="*/ 195942 h 2913017"/>
              <a:gd name="connsiteX8" fmla="*/ 2444101 w 3867952"/>
              <a:gd name="connsiteY8" fmla="*/ 0 h 2913017"/>
              <a:gd name="connsiteX9" fmla="*/ 2574729 w 3867952"/>
              <a:gd name="connsiteY9" fmla="*/ 65314 h 2913017"/>
              <a:gd name="connsiteX10" fmla="*/ 2587792 w 3867952"/>
              <a:gd name="connsiteY10" fmla="*/ 261257 h 2913017"/>
              <a:gd name="connsiteX11" fmla="*/ 2470226 w 3867952"/>
              <a:gd name="connsiteY11" fmla="*/ 457200 h 2913017"/>
              <a:gd name="connsiteX12" fmla="*/ 2365723 w 3867952"/>
              <a:gd name="connsiteY12" fmla="*/ 627017 h 2913017"/>
              <a:gd name="connsiteX13" fmla="*/ 2587792 w 3867952"/>
              <a:gd name="connsiteY13" fmla="*/ 483325 h 2913017"/>
              <a:gd name="connsiteX14" fmla="*/ 2875175 w 3867952"/>
              <a:gd name="connsiteY14" fmla="*/ 209005 h 2913017"/>
              <a:gd name="connsiteX15" fmla="*/ 3293186 w 3867952"/>
              <a:gd name="connsiteY15" fmla="*/ 13062 h 2913017"/>
              <a:gd name="connsiteX16" fmla="*/ 3423815 w 3867952"/>
              <a:gd name="connsiteY16" fmla="*/ 78377 h 2913017"/>
              <a:gd name="connsiteX17" fmla="*/ 3449941 w 3867952"/>
              <a:gd name="connsiteY17" fmla="*/ 261257 h 2913017"/>
              <a:gd name="connsiteX18" fmla="*/ 3280123 w 3867952"/>
              <a:gd name="connsiteY18" fmla="*/ 404948 h 2913017"/>
              <a:gd name="connsiteX19" fmla="*/ 3110306 w 3867952"/>
              <a:gd name="connsiteY19" fmla="*/ 496388 h 2913017"/>
              <a:gd name="connsiteX20" fmla="*/ 2927426 w 3867952"/>
              <a:gd name="connsiteY20" fmla="*/ 587828 h 2913017"/>
              <a:gd name="connsiteX21" fmla="*/ 2914363 w 3867952"/>
              <a:gd name="connsiteY21" fmla="*/ 679268 h 2913017"/>
              <a:gd name="connsiteX22" fmla="*/ 3084181 w 3867952"/>
              <a:gd name="connsiteY22" fmla="*/ 613954 h 2913017"/>
              <a:gd name="connsiteX23" fmla="*/ 3371563 w 3867952"/>
              <a:gd name="connsiteY23" fmla="*/ 548640 h 2913017"/>
              <a:gd name="connsiteX24" fmla="*/ 3567506 w 3867952"/>
              <a:gd name="connsiteY24" fmla="*/ 548640 h 2913017"/>
              <a:gd name="connsiteX25" fmla="*/ 3776512 w 3867952"/>
              <a:gd name="connsiteY25" fmla="*/ 587828 h 2913017"/>
              <a:gd name="connsiteX26" fmla="*/ 3776512 w 3867952"/>
              <a:gd name="connsiteY26" fmla="*/ 744582 h 2913017"/>
              <a:gd name="connsiteX27" fmla="*/ 3750386 w 3867952"/>
              <a:gd name="connsiteY27" fmla="*/ 849085 h 2913017"/>
              <a:gd name="connsiteX28" fmla="*/ 3580569 w 3867952"/>
              <a:gd name="connsiteY28" fmla="*/ 862148 h 2913017"/>
              <a:gd name="connsiteX29" fmla="*/ 3358501 w 3867952"/>
              <a:gd name="connsiteY29" fmla="*/ 862148 h 2913017"/>
              <a:gd name="connsiteX30" fmla="*/ 3214809 w 3867952"/>
              <a:gd name="connsiteY30" fmla="*/ 888274 h 2913017"/>
              <a:gd name="connsiteX31" fmla="*/ 3084181 w 3867952"/>
              <a:gd name="connsiteY31" fmla="*/ 914400 h 2913017"/>
              <a:gd name="connsiteX32" fmla="*/ 3071118 w 3867952"/>
              <a:gd name="connsiteY32" fmla="*/ 1005840 h 2913017"/>
              <a:gd name="connsiteX33" fmla="*/ 3214809 w 3867952"/>
              <a:gd name="connsiteY33" fmla="*/ 1018902 h 2913017"/>
              <a:gd name="connsiteX34" fmla="*/ 3463003 w 3867952"/>
              <a:gd name="connsiteY34" fmla="*/ 979714 h 2913017"/>
              <a:gd name="connsiteX35" fmla="*/ 3672009 w 3867952"/>
              <a:gd name="connsiteY35" fmla="*/ 979714 h 2913017"/>
              <a:gd name="connsiteX36" fmla="*/ 3867952 w 3867952"/>
              <a:gd name="connsiteY36" fmla="*/ 1071154 h 2913017"/>
              <a:gd name="connsiteX37" fmla="*/ 3776512 w 3867952"/>
              <a:gd name="connsiteY37" fmla="*/ 1214845 h 2913017"/>
              <a:gd name="connsiteX38" fmla="*/ 3528318 w 3867952"/>
              <a:gd name="connsiteY38" fmla="*/ 1240971 h 2913017"/>
              <a:gd name="connsiteX39" fmla="*/ 3345438 w 3867952"/>
              <a:gd name="connsiteY39" fmla="*/ 1254034 h 2913017"/>
              <a:gd name="connsiteX40" fmla="*/ 3188683 w 3867952"/>
              <a:gd name="connsiteY40" fmla="*/ 1254034 h 2913017"/>
              <a:gd name="connsiteX41" fmla="*/ 3005803 w 3867952"/>
              <a:gd name="connsiteY41" fmla="*/ 1319348 h 2913017"/>
              <a:gd name="connsiteX42" fmla="*/ 2927426 w 3867952"/>
              <a:gd name="connsiteY42" fmla="*/ 1332411 h 2913017"/>
              <a:gd name="connsiteX43" fmla="*/ 3031929 w 3867952"/>
              <a:gd name="connsiteY43" fmla="*/ 1371600 h 2913017"/>
              <a:gd name="connsiteX44" fmla="*/ 3227872 w 3867952"/>
              <a:gd name="connsiteY44" fmla="*/ 1423851 h 2913017"/>
              <a:gd name="connsiteX45" fmla="*/ 3384626 w 3867952"/>
              <a:gd name="connsiteY45" fmla="*/ 1423851 h 2913017"/>
              <a:gd name="connsiteX46" fmla="*/ 3502192 w 3867952"/>
              <a:gd name="connsiteY46" fmla="*/ 1476102 h 2913017"/>
              <a:gd name="connsiteX47" fmla="*/ 3515255 w 3867952"/>
              <a:gd name="connsiteY47" fmla="*/ 1645920 h 2913017"/>
              <a:gd name="connsiteX48" fmla="*/ 3319312 w 3867952"/>
              <a:gd name="connsiteY48" fmla="*/ 1698171 h 2913017"/>
              <a:gd name="connsiteX49" fmla="*/ 2966615 w 3867952"/>
              <a:gd name="connsiteY49" fmla="*/ 1619794 h 2913017"/>
              <a:gd name="connsiteX50" fmla="*/ 2835986 w 3867952"/>
              <a:gd name="connsiteY50" fmla="*/ 1658982 h 2913017"/>
              <a:gd name="connsiteX51" fmla="*/ 2640043 w 3867952"/>
              <a:gd name="connsiteY51" fmla="*/ 1854925 h 2913017"/>
              <a:gd name="connsiteX52" fmla="*/ 2378786 w 3867952"/>
              <a:gd name="connsiteY52" fmla="*/ 1998617 h 2913017"/>
              <a:gd name="connsiteX53" fmla="*/ 2130592 w 3867952"/>
              <a:gd name="connsiteY53" fmla="*/ 2129245 h 2913017"/>
              <a:gd name="connsiteX54" fmla="*/ 1895461 w 3867952"/>
              <a:gd name="connsiteY54" fmla="*/ 2194560 h 2913017"/>
              <a:gd name="connsiteX55" fmla="*/ 1581952 w 3867952"/>
              <a:gd name="connsiteY55" fmla="*/ 2377440 h 2913017"/>
              <a:gd name="connsiteX56" fmla="*/ 1281506 w 3867952"/>
              <a:gd name="connsiteY56" fmla="*/ 2612571 h 2913017"/>
              <a:gd name="connsiteX57" fmla="*/ 1059438 w 3867952"/>
              <a:gd name="connsiteY57" fmla="*/ 2834640 h 2913017"/>
              <a:gd name="connsiteX58" fmla="*/ 981060 w 3867952"/>
              <a:gd name="connsiteY58" fmla="*/ 2913016 h 2913017"/>
              <a:gd name="connsiteX59" fmla="*/ 1347 w 3867952"/>
              <a:gd name="connsiteY59" fmla="*/ 2913017 h 2913017"/>
              <a:gd name="connsiteX60" fmla="*/ 1482 w 3867952"/>
              <a:gd name="connsiteY60" fmla="*/ 1862886 h 2913017"/>
              <a:gd name="connsiteX0" fmla="*/ 3484 w 3867572"/>
              <a:gd name="connsiteY0" fmla="*/ 1867920 h 2913017"/>
              <a:gd name="connsiteX1" fmla="*/ 889241 w 3867572"/>
              <a:gd name="connsiteY1" fmla="*/ 1515291 h 2913017"/>
              <a:gd name="connsiteX2" fmla="*/ 1555446 w 3867572"/>
              <a:gd name="connsiteY2" fmla="*/ 1345474 h 2913017"/>
              <a:gd name="connsiteX3" fmla="*/ 1673012 w 3867572"/>
              <a:gd name="connsiteY3" fmla="*/ 1136468 h 2913017"/>
              <a:gd name="connsiteX4" fmla="*/ 1712201 w 3867572"/>
              <a:gd name="connsiteY4" fmla="*/ 836022 h 2913017"/>
              <a:gd name="connsiteX5" fmla="*/ 1855892 w 3867572"/>
              <a:gd name="connsiteY5" fmla="*/ 600891 h 2913017"/>
              <a:gd name="connsiteX6" fmla="*/ 2064898 w 3867572"/>
              <a:gd name="connsiteY6" fmla="*/ 300445 h 2913017"/>
              <a:gd name="connsiteX7" fmla="*/ 2260841 w 3867572"/>
              <a:gd name="connsiteY7" fmla="*/ 195942 h 2913017"/>
              <a:gd name="connsiteX8" fmla="*/ 2443721 w 3867572"/>
              <a:gd name="connsiteY8" fmla="*/ 0 h 2913017"/>
              <a:gd name="connsiteX9" fmla="*/ 2574349 w 3867572"/>
              <a:gd name="connsiteY9" fmla="*/ 65314 h 2913017"/>
              <a:gd name="connsiteX10" fmla="*/ 2587412 w 3867572"/>
              <a:gd name="connsiteY10" fmla="*/ 261257 h 2913017"/>
              <a:gd name="connsiteX11" fmla="*/ 2469846 w 3867572"/>
              <a:gd name="connsiteY11" fmla="*/ 457200 h 2913017"/>
              <a:gd name="connsiteX12" fmla="*/ 2365343 w 3867572"/>
              <a:gd name="connsiteY12" fmla="*/ 627017 h 2913017"/>
              <a:gd name="connsiteX13" fmla="*/ 2587412 w 3867572"/>
              <a:gd name="connsiteY13" fmla="*/ 483325 h 2913017"/>
              <a:gd name="connsiteX14" fmla="*/ 2874795 w 3867572"/>
              <a:gd name="connsiteY14" fmla="*/ 209005 h 2913017"/>
              <a:gd name="connsiteX15" fmla="*/ 3292806 w 3867572"/>
              <a:gd name="connsiteY15" fmla="*/ 13062 h 2913017"/>
              <a:gd name="connsiteX16" fmla="*/ 3423435 w 3867572"/>
              <a:gd name="connsiteY16" fmla="*/ 78377 h 2913017"/>
              <a:gd name="connsiteX17" fmla="*/ 3449561 w 3867572"/>
              <a:gd name="connsiteY17" fmla="*/ 261257 h 2913017"/>
              <a:gd name="connsiteX18" fmla="*/ 3279743 w 3867572"/>
              <a:gd name="connsiteY18" fmla="*/ 404948 h 2913017"/>
              <a:gd name="connsiteX19" fmla="*/ 3109926 w 3867572"/>
              <a:gd name="connsiteY19" fmla="*/ 496388 h 2913017"/>
              <a:gd name="connsiteX20" fmla="*/ 2927046 w 3867572"/>
              <a:gd name="connsiteY20" fmla="*/ 587828 h 2913017"/>
              <a:gd name="connsiteX21" fmla="*/ 2913983 w 3867572"/>
              <a:gd name="connsiteY21" fmla="*/ 679268 h 2913017"/>
              <a:gd name="connsiteX22" fmla="*/ 3083801 w 3867572"/>
              <a:gd name="connsiteY22" fmla="*/ 613954 h 2913017"/>
              <a:gd name="connsiteX23" fmla="*/ 3371183 w 3867572"/>
              <a:gd name="connsiteY23" fmla="*/ 548640 h 2913017"/>
              <a:gd name="connsiteX24" fmla="*/ 3567126 w 3867572"/>
              <a:gd name="connsiteY24" fmla="*/ 548640 h 2913017"/>
              <a:gd name="connsiteX25" fmla="*/ 3776132 w 3867572"/>
              <a:gd name="connsiteY25" fmla="*/ 587828 h 2913017"/>
              <a:gd name="connsiteX26" fmla="*/ 3776132 w 3867572"/>
              <a:gd name="connsiteY26" fmla="*/ 744582 h 2913017"/>
              <a:gd name="connsiteX27" fmla="*/ 3750006 w 3867572"/>
              <a:gd name="connsiteY27" fmla="*/ 849085 h 2913017"/>
              <a:gd name="connsiteX28" fmla="*/ 3580189 w 3867572"/>
              <a:gd name="connsiteY28" fmla="*/ 862148 h 2913017"/>
              <a:gd name="connsiteX29" fmla="*/ 3358121 w 3867572"/>
              <a:gd name="connsiteY29" fmla="*/ 862148 h 2913017"/>
              <a:gd name="connsiteX30" fmla="*/ 3214429 w 3867572"/>
              <a:gd name="connsiteY30" fmla="*/ 888274 h 2913017"/>
              <a:gd name="connsiteX31" fmla="*/ 3083801 w 3867572"/>
              <a:gd name="connsiteY31" fmla="*/ 914400 h 2913017"/>
              <a:gd name="connsiteX32" fmla="*/ 3070738 w 3867572"/>
              <a:gd name="connsiteY32" fmla="*/ 1005840 h 2913017"/>
              <a:gd name="connsiteX33" fmla="*/ 3214429 w 3867572"/>
              <a:gd name="connsiteY33" fmla="*/ 1018902 h 2913017"/>
              <a:gd name="connsiteX34" fmla="*/ 3462623 w 3867572"/>
              <a:gd name="connsiteY34" fmla="*/ 979714 h 2913017"/>
              <a:gd name="connsiteX35" fmla="*/ 3671629 w 3867572"/>
              <a:gd name="connsiteY35" fmla="*/ 979714 h 2913017"/>
              <a:gd name="connsiteX36" fmla="*/ 3867572 w 3867572"/>
              <a:gd name="connsiteY36" fmla="*/ 1071154 h 2913017"/>
              <a:gd name="connsiteX37" fmla="*/ 3776132 w 3867572"/>
              <a:gd name="connsiteY37" fmla="*/ 1214845 h 2913017"/>
              <a:gd name="connsiteX38" fmla="*/ 3527938 w 3867572"/>
              <a:gd name="connsiteY38" fmla="*/ 1240971 h 2913017"/>
              <a:gd name="connsiteX39" fmla="*/ 3345058 w 3867572"/>
              <a:gd name="connsiteY39" fmla="*/ 1254034 h 2913017"/>
              <a:gd name="connsiteX40" fmla="*/ 3188303 w 3867572"/>
              <a:gd name="connsiteY40" fmla="*/ 1254034 h 2913017"/>
              <a:gd name="connsiteX41" fmla="*/ 3005423 w 3867572"/>
              <a:gd name="connsiteY41" fmla="*/ 1319348 h 2913017"/>
              <a:gd name="connsiteX42" fmla="*/ 2927046 w 3867572"/>
              <a:gd name="connsiteY42" fmla="*/ 1332411 h 2913017"/>
              <a:gd name="connsiteX43" fmla="*/ 3031549 w 3867572"/>
              <a:gd name="connsiteY43" fmla="*/ 1371600 h 2913017"/>
              <a:gd name="connsiteX44" fmla="*/ 3227492 w 3867572"/>
              <a:gd name="connsiteY44" fmla="*/ 1423851 h 2913017"/>
              <a:gd name="connsiteX45" fmla="*/ 3384246 w 3867572"/>
              <a:gd name="connsiteY45" fmla="*/ 1423851 h 2913017"/>
              <a:gd name="connsiteX46" fmla="*/ 3501812 w 3867572"/>
              <a:gd name="connsiteY46" fmla="*/ 1476102 h 2913017"/>
              <a:gd name="connsiteX47" fmla="*/ 3514875 w 3867572"/>
              <a:gd name="connsiteY47" fmla="*/ 1645920 h 2913017"/>
              <a:gd name="connsiteX48" fmla="*/ 3318932 w 3867572"/>
              <a:gd name="connsiteY48" fmla="*/ 1698171 h 2913017"/>
              <a:gd name="connsiteX49" fmla="*/ 2966235 w 3867572"/>
              <a:gd name="connsiteY49" fmla="*/ 1619794 h 2913017"/>
              <a:gd name="connsiteX50" fmla="*/ 2835606 w 3867572"/>
              <a:gd name="connsiteY50" fmla="*/ 1658982 h 2913017"/>
              <a:gd name="connsiteX51" fmla="*/ 2639663 w 3867572"/>
              <a:gd name="connsiteY51" fmla="*/ 1854925 h 2913017"/>
              <a:gd name="connsiteX52" fmla="*/ 2378406 w 3867572"/>
              <a:gd name="connsiteY52" fmla="*/ 1998617 h 2913017"/>
              <a:gd name="connsiteX53" fmla="*/ 2130212 w 3867572"/>
              <a:gd name="connsiteY53" fmla="*/ 2129245 h 2913017"/>
              <a:gd name="connsiteX54" fmla="*/ 1895081 w 3867572"/>
              <a:gd name="connsiteY54" fmla="*/ 2194560 h 2913017"/>
              <a:gd name="connsiteX55" fmla="*/ 1581572 w 3867572"/>
              <a:gd name="connsiteY55" fmla="*/ 2377440 h 2913017"/>
              <a:gd name="connsiteX56" fmla="*/ 1281126 w 3867572"/>
              <a:gd name="connsiteY56" fmla="*/ 2612571 h 2913017"/>
              <a:gd name="connsiteX57" fmla="*/ 1059058 w 3867572"/>
              <a:gd name="connsiteY57" fmla="*/ 2834640 h 2913017"/>
              <a:gd name="connsiteX58" fmla="*/ 980680 w 3867572"/>
              <a:gd name="connsiteY58" fmla="*/ 2913016 h 2913017"/>
              <a:gd name="connsiteX59" fmla="*/ 967 w 3867572"/>
              <a:gd name="connsiteY59" fmla="*/ 2913017 h 2913017"/>
              <a:gd name="connsiteX60" fmla="*/ 5864 w 3867572"/>
              <a:gd name="connsiteY60" fmla="*/ 1867648 h 2913017"/>
              <a:gd name="connsiteX0" fmla="*/ 3484 w 3867572"/>
              <a:gd name="connsiteY0" fmla="*/ 1867920 h 2913017"/>
              <a:gd name="connsiteX1" fmla="*/ 889241 w 3867572"/>
              <a:gd name="connsiteY1" fmla="*/ 1515291 h 2913017"/>
              <a:gd name="connsiteX2" fmla="*/ 1555446 w 3867572"/>
              <a:gd name="connsiteY2" fmla="*/ 1345474 h 2913017"/>
              <a:gd name="connsiteX3" fmla="*/ 1673012 w 3867572"/>
              <a:gd name="connsiteY3" fmla="*/ 1136468 h 2913017"/>
              <a:gd name="connsiteX4" fmla="*/ 1712201 w 3867572"/>
              <a:gd name="connsiteY4" fmla="*/ 836022 h 2913017"/>
              <a:gd name="connsiteX5" fmla="*/ 1855892 w 3867572"/>
              <a:gd name="connsiteY5" fmla="*/ 600891 h 2913017"/>
              <a:gd name="connsiteX6" fmla="*/ 2064898 w 3867572"/>
              <a:gd name="connsiteY6" fmla="*/ 300445 h 2913017"/>
              <a:gd name="connsiteX7" fmla="*/ 2260841 w 3867572"/>
              <a:gd name="connsiteY7" fmla="*/ 195942 h 2913017"/>
              <a:gd name="connsiteX8" fmla="*/ 2443721 w 3867572"/>
              <a:gd name="connsiteY8" fmla="*/ 0 h 2913017"/>
              <a:gd name="connsiteX9" fmla="*/ 2574349 w 3867572"/>
              <a:gd name="connsiteY9" fmla="*/ 65314 h 2913017"/>
              <a:gd name="connsiteX10" fmla="*/ 2587412 w 3867572"/>
              <a:gd name="connsiteY10" fmla="*/ 261257 h 2913017"/>
              <a:gd name="connsiteX11" fmla="*/ 2469846 w 3867572"/>
              <a:gd name="connsiteY11" fmla="*/ 457200 h 2913017"/>
              <a:gd name="connsiteX12" fmla="*/ 2365343 w 3867572"/>
              <a:gd name="connsiteY12" fmla="*/ 627017 h 2913017"/>
              <a:gd name="connsiteX13" fmla="*/ 2587412 w 3867572"/>
              <a:gd name="connsiteY13" fmla="*/ 483325 h 2913017"/>
              <a:gd name="connsiteX14" fmla="*/ 2874795 w 3867572"/>
              <a:gd name="connsiteY14" fmla="*/ 209005 h 2913017"/>
              <a:gd name="connsiteX15" fmla="*/ 3292806 w 3867572"/>
              <a:gd name="connsiteY15" fmla="*/ 13062 h 2913017"/>
              <a:gd name="connsiteX16" fmla="*/ 3423435 w 3867572"/>
              <a:gd name="connsiteY16" fmla="*/ 78377 h 2913017"/>
              <a:gd name="connsiteX17" fmla="*/ 3449561 w 3867572"/>
              <a:gd name="connsiteY17" fmla="*/ 261257 h 2913017"/>
              <a:gd name="connsiteX18" fmla="*/ 3279743 w 3867572"/>
              <a:gd name="connsiteY18" fmla="*/ 404948 h 2913017"/>
              <a:gd name="connsiteX19" fmla="*/ 3109926 w 3867572"/>
              <a:gd name="connsiteY19" fmla="*/ 496388 h 2913017"/>
              <a:gd name="connsiteX20" fmla="*/ 2927046 w 3867572"/>
              <a:gd name="connsiteY20" fmla="*/ 587828 h 2913017"/>
              <a:gd name="connsiteX21" fmla="*/ 2913983 w 3867572"/>
              <a:gd name="connsiteY21" fmla="*/ 679268 h 2913017"/>
              <a:gd name="connsiteX22" fmla="*/ 3083801 w 3867572"/>
              <a:gd name="connsiteY22" fmla="*/ 613954 h 2913017"/>
              <a:gd name="connsiteX23" fmla="*/ 3371183 w 3867572"/>
              <a:gd name="connsiteY23" fmla="*/ 548640 h 2913017"/>
              <a:gd name="connsiteX24" fmla="*/ 3567126 w 3867572"/>
              <a:gd name="connsiteY24" fmla="*/ 548640 h 2913017"/>
              <a:gd name="connsiteX25" fmla="*/ 3776132 w 3867572"/>
              <a:gd name="connsiteY25" fmla="*/ 587828 h 2913017"/>
              <a:gd name="connsiteX26" fmla="*/ 3776132 w 3867572"/>
              <a:gd name="connsiteY26" fmla="*/ 744582 h 2913017"/>
              <a:gd name="connsiteX27" fmla="*/ 3750006 w 3867572"/>
              <a:gd name="connsiteY27" fmla="*/ 849085 h 2913017"/>
              <a:gd name="connsiteX28" fmla="*/ 3580189 w 3867572"/>
              <a:gd name="connsiteY28" fmla="*/ 862148 h 2913017"/>
              <a:gd name="connsiteX29" fmla="*/ 3358121 w 3867572"/>
              <a:gd name="connsiteY29" fmla="*/ 862148 h 2913017"/>
              <a:gd name="connsiteX30" fmla="*/ 3214429 w 3867572"/>
              <a:gd name="connsiteY30" fmla="*/ 888274 h 2913017"/>
              <a:gd name="connsiteX31" fmla="*/ 3083801 w 3867572"/>
              <a:gd name="connsiteY31" fmla="*/ 914400 h 2913017"/>
              <a:gd name="connsiteX32" fmla="*/ 3070738 w 3867572"/>
              <a:gd name="connsiteY32" fmla="*/ 1005840 h 2913017"/>
              <a:gd name="connsiteX33" fmla="*/ 3214429 w 3867572"/>
              <a:gd name="connsiteY33" fmla="*/ 1018902 h 2913017"/>
              <a:gd name="connsiteX34" fmla="*/ 3462623 w 3867572"/>
              <a:gd name="connsiteY34" fmla="*/ 979714 h 2913017"/>
              <a:gd name="connsiteX35" fmla="*/ 3671629 w 3867572"/>
              <a:gd name="connsiteY35" fmla="*/ 979714 h 2913017"/>
              <a:gd name="connsiteX36" fmla="*/ 3867572 w 3867572"/>
              <a:gd name="connsiteY36" fmla="*/ 1071154 h 2913017"/>
              <a:gd name="connsiteX37" fmla="*/ 3776132 w 3867572"/>
              <a:gd name="connsiteY37" fmla="*/ 1214845 h 2913017"/>
              <a:gd name="connsiteX38" fmla="*/ 3527938 w 3867572"/>
              <a:gd name="connsiteY38" fmla="*/ 1240971 h 2913017"/>
              <a:gd name="connsiteX39" fmla="*/ 3345058 w 3867572"/>
              <a:gd name="connsiteY39" fmla="*/ 1254034 h 2913017"/>
              <a:gd name="connsiteX40" fmla="*/ 3188303 w 3867572"/>
              <a:gd name="connsiteY40" fmla="*/ 1254034 h 2913017"/>
              <a:gd name="connsiteX41" fmla="*/ 3005423 w 3867572"/>
              <a:gd name="connsiteY41" fmla="*/ 1319348 h 2913017"/>
              <a:gd name="connsiteX42" fmla="*/ 2927046 w 3867572"/>
              <a:gd name="connsiteY42" fmla="*/ 1332411 h 2913017"/>
              <a:gd name="connsiteX43" fmla="*/ 3031549 w 3867572"/>
              <a:gd name="connsiteY43" fmla="*/ 1371600 h 2913017"/>
              <a:gd name="connsiteX44" fmla="*/ 3227492 w 3867572"/>
              <a:gd name="connsiteY44" fmla="*/ 1423851 h 2913017"/>
              <a:gd name="connsiteX45" fmla="*/ 3384246 w 3867572"/>
              <a:gd name="connsiteY45" fmla="*/ 1423851 h 2913017"/>
              <a:gd name="connsiteX46" fmla="*/ 3501812 w 3867572"/>
              <a:gd name="connsiteY46" fmla="*/ 1476102 h 2913017"/>
              <a:gd name="connsiteX47" fmla="*/ 3514875 w 3867572"/>
              <a:gd name="connsiteY47" fmla="*/ 1645920 h 2913017"/>
              <a:gd name="connsiteX48" fmla="*/ 3318932 w 3867572"/>
              <a:gd name="connsiteY48" fmla="*/ 1698171 h 2913017"/>
              <a:gd name="connsiteX49" fmla="*/ 2966235 w 3867572"/>
              <a:gd name="connsiteY49" fmla="*/ 1619794 h 2913017"/>
              <a:gd name="connsiteX50" fmla="*/ 2835606 w 3867572"/>
              <a:gd name="connsiteY50" fmla="*/ 1658982 h 2913017"/>
              <a:gd name="connsiteX51" fmla="*/ 2639663 w 3867572"/>
              <a:gd name="connsiteY51" fmla="*/ 1854925 h 2913017"/>
              <a:gd name="connsiteX52" fmla="*/ 2378406 w 3867572"/>
              <a:gd name="connsiteY52" fmla="*/ 1998617 h 2913017"/>
              <a:gd name="connsiteX53" fmla="*/ 2130212 w 3867572"/>
              <a:gd name="connsiteY53" fmla="*/ 2129245 h 2913017"/>
              <a:gd name="connsiteX54" fmla="*/ 1895081 w 3867572"/>
              <a:gd name="connsiteY54" fmla="*/ 2194560 h 2913017"/>
              <a:gd name="connsiteX55" fmla="*/ 1581572 w 3867572"/>
              <a:gd name="connsiteY55" fmla="*/ 2377440 h 2913017"/>
              <a:gd name="connsiteX56" fmla="*/ 1281126 w 3867572"/>
              <a:gd name="connsiteY56" fmla="*/ 2612571 h 2913017"/>
              <a:gd name="connsiteX57" fmla="*/ 1059058 w 3867572"/>
              <a:gd name="connsiteY57" fmla="*/ 2834640 h 2913017"/>
              <a:gd name="connsiteX58" fmla="*/ 980680 w 3867572"/>
              <a:gd name="connsiteY58" fmla="*/ 2913016 h 2913017"/>
              <a:gd name="connsiteX59" fmla="*/ 967 w 3867572"/>
              <a:gd name="connsiteY59" fmla="*/ 2913017 h 2913017"/>
              <a:gd name="connsiteX60" fmla="*/ 5864 w 3867572"/>
              <a:gd name="connsiteY60" fmla="*/ 1867648 h 2913017"/>
              <a:gd name="connsiteX61" fmla="*/ 3484 w 3867572"/>
              <a:gd name="connsiteY61" fmla="*/ 1867920 h 291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867572" h="2913017">
                <a:moveTo>
                  <a:pt x="3484" y="1867920"/>
                </a:moveTo>
                <a:lnTo>
                  <a:pt x="889241" y="1515291"/>
                </a:lnTo>
                <a:lnTo>
                  <a:pt x="1555446" y="1345474"/>
                </a:lnTo>
                <a:lnTo>
                  <a:pt x="1673012" y="1136468"/>
                </a:lnTo>
                <a:lnTo>
                  <a:pt x="1712201" y="836022"/>
                </a:lnTo>
                <a:lnTo>
                  <a:pt x="1855892" y="600891"/>
                </a:lnTo>
                <a:lnTo>
                  <a:pt x="2064898" y="300445"/>
                </a:lnTo>
                <a:lnTo>
                  <a:pt x="2260841" y="195942"/>
                </a:lnTo>
                <a:lnTo>
                  <a:pt x="2443721" y="0"/>
                </a:lnTo>
                <a:lnTo>
                  <a:pt x="2574349" y="65314"/>
                </a:lnTo>
                <a:lnTo>
                  <a:pt x="2587412" y="261257"/>
                </a:lnTo>
                <a:lnTo>
                  <a:pt x="2469846" y="457200"/>
                </a:lnTo>
                <a:lnTo>
                  <a:pt x="2365343" y="627017"/>
                </a:lnTo>
                <a:lnTo>
                  <a:pt x="2587412" y="483325"/>
                </a:lnTo>
                <a:lnTo>
                  <a:pt x="2874795" y="209005"/>
                </a:lnTo>
                <a:lnTo>
                  <a:pt x="3292806" y="13062"/>
                </a:lnTo>
                <a:lnTo>
                  <a:pt x="3423435" y="78377"/>
                </a:lnTo>
                <a:lnTo>
                  <a:pt x="3449561" y="261257"/>
                </a:lnTo>
                <a:lnTo>
                  <a:pt x="3279743" y="404948"/>
                </a:lnTo>
                <a:lnTo>
                  <a:pt x="3109926" y="496388"/>
                </a:lnTo>
                <a:lnTo>
                  <a:pt x="2927046" y="587828"/>
                </a:lnTo>
                <a:lnTo>
                  <a:pt x="2913983" y="679268"/>
                </a:lnTo>
                <a:lnTo>
                  <a:pt x="3083801" y="613954"/>
                </a:lnTo>
                <a:lnTo>
                  <a:pt x="3371183" y="548640"/>
                </a:lnTo>
                <a:lnTo>
                  <a:pt x="3567126" y="548640"/>
                </a:lnTo>
                <a:lnTo>
                  <a:pt x="3776132" y="587828"/>
                </a:lnTo>
                <a:lnTo>
                  <a:pt x="3776132" y="744582"/>
                </a:lnTo>
                <a:lnTo>
                  <a:pt x="3750006" y="849085"/>
                </a:lnTo>
                <a:lnTo>
                  <a:pt x="3580189" y="862148"/>
                </a:lnTo>
                <a:lnTo>
                  <a:pt x="3358121" y="862148"/>
                </a:lnTo>
                <a:lnTo>
                  <a:pt x="3214429" y="888274"/>
                </a:lnTo>
                <a:lnTo>
                  <a:pt x="3083801" y="914400"/>
                </a:lnTo>
                <a:lnTo>
                  <a:pt x="3070738" y="1005840"/>
                </a:lnTo>
                <a:lnTo>
                  <a:pt x="3214429" y="1018902"/>
                </a:lnTo>
                <a:lnTo>
                  <a:pt x="3462623" y="979714"/>
                </a:lnTo>
                <a:lnTo>
                  <a:pt x="3671629" y="979714"/>
                </a:lnTo>
                <a:lnTo>
                  <a:pt x="3867572" y="1071154"/>
                </a:lnTo>
                <a:lnTo>
                  <a:pt x="3776132" y="1214845"/>
                </a:lnTo>
                <a:lnTo>
                  <a:pt x="3527938" y="1240971"/>
                </a:lnTo>
                <a:lnTo>
                  <a:pt x="3345058" y="1254034"/>
                </a:lnTo>
                <a:lnTo>
                  <a:pt x="3188303" y="1254034"/>
                </a:lnTo>
                <a:lnTo>
                  <a:pt x="3005423" y="1319348"/>
                </a:lnTo>
                <a:lnTo>
                  <a:pt x="2927046" y="1332411"/>
                </a:lnTo>
                <a:lnTo>
                  <a:pt x="3031549" y="1371600"/>
                </a:lnTo>
                <a:lnTo>
                  <a:pt x="3227492" y="1423851"/>
                </a:lnTo>
                <a:lnTo>
                  <a:pt x="3384246" y="1423851"/>
                </a:lnTo>
                <a:lnTo>
                  <a:pt x="3501812" y="1476102"/>
                </a:lnTo>
                <a:lnTo>
                  <a:pt x="3514875" y="1645920"/>
                </a:lnTo>
                <a:lnTo>
                  <a:pt x="3318932" y="1698171"/>
                </a:lnTo>
                <a:lnTo>
                  <a:pt x="2966235" y="1619794"/>
                </a:lnTo>
                <a:lnTo>
                  <a:pt x="2835606" y="1658982"/>
                </a:lnTo>
                <a:lnTo>
                  <a:pt x="2639663" y="1854925"/>
                </a:lnTo>
                <a:lnTo>
                  <a:pt x="2378406" y="1998617"/>
                </a:lnTo>
                <a:lnTo>
                  <a:pt x="2130212" y="2129245"/>
                </a:lnTo>
                <a:lnTo>
                  <a:pt x="1895081" y="2194560"/>
                </a:lnTo>
                <a:lnTo>
                  <a:pt x="1581572" y="2377440"/>
                </a:lnTo>
                <a:lnTo>
                  <a:pt x="1281126" y="2612571"/>
                </a:lnTo>
                <a:lnTo>
                  <a:pt x="1059058" y="2834640"/>
                </a:lnTo>
                <a:lnTo>
                  <a:pt x="980680" y="2913016"/>
                </a:lnTo>
                <a:lnTo>
                  <a:pt x="967" y="2913017"/>
                </a:lnTo>
                <a:cubicBezTo>
                  <a:pt x="-3750" y="2559005"/>
                  <a:pt x="10581" y="2221660"/>
                  <a:pt x="5864" y="1867648"/>
                </a:cubicBezTo>
                <a:lnTo>
                  <a:pt x="3484" y="1867920"/>
                </a:lnTo>
                <a:close/>
              </a:path>
            </a:pathLst>
          </a:cu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9363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524000" y="1219200"/>
            <a:ext cx="838200" cy="838200"/>
            <a:chOff x="1524000" y="1219200"/>
            <a:chExt cx="838200" cy="838200"/>
          </a:xfrm>
        </p:grpSpPr>
        <p:sp>
          <p:nvSpPr>
            <p:cNvPr id="4" name="Oval 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8"/>
          <p:cNvGrpSpPr/>
          <p:nvPr/>
        </p:nvGrpSpPr>
        <p:grpSpPr>
          <a:xfrm rot="7848833">
            <a:off x="3982830" y="1163430"/>
            <a:ext cx="838200" cy="838200"/>
            <a:chOff x="1524000" y="1219200"/>
            <a:chExt cx="838200" cy="838200"/>
          </a:xfrm>
        </p:grpSpPr>
        <p:sp>
          <p:nvSpPr>
            <p:cNvPr id="10" name="Oval 9"/>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13393127">
            <a:off x="2535511" y="2383111"/>
            <a:ext cx="838200" cy="838200"/>
            <a:chOff x="1524000" y="1219200"/>
            <a:chExt cx="838200" cy="838200"/>
          </a:xfrm>
        </p:grpSpPr>
        <p:sp>
          <p:nvSpPr>
            <p:cNvPr id="13" name="Oval 1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rot="9791407">
            <a:off x="4065694" y="2998894"/>
            <a:ext cx="838200" cy="838200"/>
            <a:chOff x="1524000" y="1219200"/>
            <a:chExt cx="838200" cy="838200"/>
          </a:xfrm>
        </p:grpSpPr>
        <p:sp>
          <p:nvSpPr>
            <p:cNvPr id="16" name="Oval 1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1676400" y="2895600"/>
            <a:ext cx="228600" cy="914400"/>
            <a:chOff x="2514600" y="4114800"/>
            <a:chExt cx="228600" cy="914400"/>
          </a:xfrm>
        </p:grpSpPr>
        <p:sp>
          <p:nvSpPr>
            <p:cNvPr id="5" name="Oval 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rot="9231653">
            <a:off x="3542532" y="3737397"/>
            <a:ext cx="228600" cy="914400"/>
            <a:chOff x="2514600" y="4114800"/>
            <a:chExt cx="228600" cy="914400"/>
          </a:xfrm>
        </p:grpSpPr>
        <p:sp>
          <p:nvSpPr>
            <p:cNvPr id="22" name="Oval 21"/>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rot="13225376">
            <a:off x="4320645" y="1865233"/>
            <a:ext cx="228600" cy="954099"/>
            <a:chOff x="2514600" y="4114800"/>
            <a:chExt cx="228600" cy="914400"/>
          </a:xfrm>
        </p:grpSpPr>
        <p:sp>
          <p:nvSpPr>
            <p:cNvPr id="25" name="Oval 2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rot="5400000">
            <a:off x="1658149" y="1999451"/>
            <a:ext cx="228600" cy="954099"/>
            <a:chOff x="2514600" y="4114800"/>
            <a:chExt cx="228600" cy="914400"/>
          </a:xfrm>
        </p:grpSpPr>
        <p:sp>
          <p:nvSpPr>
            <p:cNvPr id="28" name="Oval 2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rot="10606688">
            <a:off x="172016" y="2915216"/>
            <a:ext cx="838200" cy="838200"/>
            <a:chOff x="1524000" y="1219200"/>
            <a:chExt cx="838200" cy="838200"/>
          </a:xfrm>
        </p:grpSpPr>
        <p:sp>
          <p:nvSpPr>
            <p:cNvPr id="31" name="Oval 30"/>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rot="4077218">
            <a:off x="137554" y="1269667"/>
            <a:ext cx="838200" cy="838200"/>
            <a:chOff x="1524000" y="1219200"/>
            <a:chExt cx="838200" cy="838200"/>
          </a:xfrm>
        </p:grpSpPr>
        <p:sp>
          <p:nvSpPr>
            <p:cNvPr id="34" name="Oval 3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rot="17820188">
            <a:off x="2887799" y="677997"/>
            <a:ext cx="838200" cy="838200"/>
            <a:chOff x="1524000" y="1219200"/>
            <a:chExt cx="838200" cy="838200"/>
          </a:xfrm>
        </p:grpSpPr>
        <p:sp>
          <p:nvSpPr>
            <p:cNvPr id="37" name="Oval 3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6858000" y="664030"/>
            <a:ext cx="838200" cy="838200"/>
            <a:chOff x="1524000" y="1219200"/>
            <a:chExt cx="838200" cy="838200"/>
          </a:xfrm>
        </p:grpSpPr>
        <p:sp>
          <p:nvSpPr>
            <p:cNvPr id="73" name="Oval 7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rot="7848833">
            <a:off x="4820216" y="2686616"/>
            <a:ext cx="838200" cy="838200"/>
            <a:chOff x="1524000" y="1219200"/>
            <a:chExt cx="838200" cy="838200"/>
          </a:xfrm>
        </p:grpSpPr>
        <p:sp>
          <p:nvSpPr>
            <p:cNvPr id="76" name="Oval 7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rot="13393127">
            <a:off x="7869511" y="1827941"/>
            <a:ext cx="838200" cy="838200"/>
            <a:chOff x="1524000" y="1219200"/>
            <a:chExt cx="838200" cy="838200"/>
          </a:xfrm>
        </p:grpSpPr>
        <p:sp>
          <p:nvSpPr>
            <p:cNvPr id="79" name="Oval 7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Arrow Connector 7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rot="9791407">
            <a:off x="4903080" y="4522080"/>
            <a:ext cx="838200" cy="838200"/>
            <a:chOff x="1524000" y="1219200"/>
            <a:chExt cx="838200" cy="838200"/>
          </a:xfrm>
        </p:grpSpPr>
        <p:sp>
          <p:nvSpPr>
            <p:cNvPr id="82" name="Oval 81"/>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Arrow Connector 82"/>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7010400" y="2340430"/>
            <a:ext cx="228600" cy="914400"/>
            <a:chOff x="2514600" y="4114800"/>
            <a:chExt cx="228600" cy="914400"/>
          </a:xfrm>
        </p:grpSpPr>
        <p:sp>
          <p:nvSpPr>
            <p:cNvPr id="85" name="Oval 8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rot="9231653">
            <a:off x="8077200" y="3178630"/>
            <a:ext cx="228600" cy="914400"/>
            <a:chOff x="2514600" y="4114800"/>
            <a:chExt cx="228600" cy="914400"/>
          </a:xfrm>
        </p:grpSpPr>
        <p:sp>
          <p:nvSpPr>
            <p:cNvPr id="88" name="Oval 8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0" name="Group 89"/>
          <p:cNvGrpSpPr/>
          <p:nvPr/>
        </p:nvGrpSpPr>
        <p:grpSpPr>
          <a:xfrm rot="13225376">
            <a:off x="6378045" y="3465433"/>
            <a:ext cx="228600" cy="954099"/>
            <a:chOff x="2514600" y="4114800"/>
            <a:chExt cx="228600" cy="914400"/>
          </a:xfrm>
        </p:grpSpPr>
        <p:sp>
          <p:nvSpPr>
            <p:cNvPr id="91" name="Oval 90"/>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3" name="Group 92"/>
          <p:cNvGrpSpPr/>
          <p:nvPr/>
        </p:nvGrpSpPr>
        <p:grpSpPr>
          <a:xfrm rot="5400000">
            <a:off x="6992149" y="1444281"/>
            <a:ext cx="228600" cy="954099"/>
            <a:chOff x="2514600" y="4114800"/>
            <a:chExt cx="228600" cy="914400"/>
          </a:xfrm>
        </p:grpSpPr>
        <p:sp>
          <p:nvSpPr>
            <p:cNvPr id="94" name="Oval 93"/>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Arrow Connector 94"/>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rot="10606688">
            <a:off x="5506016" y="2360046"/>
            <a:ext cx="838200" cy="838200"/>
            <a:chOff x="1524000" y="1219200"/>
            <a:chExt cx="838200" cy="838200"/>
          </a:xfrm>
        </p:grpSpPr>
        <p:sp>
          <p:nvSpPr>
            <p:cNvPr id="97" name="Oval 9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Arrow Connector 9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rot="4077218">
            <a:off x="5471554" y="714497"/>
            <a:ext cx="838200" cy="838200"/>
            <a:chOff x="1524000" y="1219200"/>
            <a:chExt cx="838200" cy="838200"/>
          </a:xfrm>
        </p:grpSpPr>
        <p:sp>
          <p:nvSpPr>
            <p:cNvPr id="100" name="Oval 99"/>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rot="17820188">
            <a:off x="8221799" y="122827"/>
            <a:ext cx="838200" cy="838200"/>
            <a:chOff x="1524000" y="1219200"/>
            <a:chExt cx="838200" cy="838200"/>
          </a:xfrm>
        </p:grpSpPr>
        <p:sp>
          <p:nvSpPr>
            <p:cNvPr id="103" name="Oval 10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Arrow Connector 10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rot="13393127">
            <a:off x="2687911" y="4440511"/>
            <a:ext cx="838200" cy="838200"/>
            <a:chOff x="1524000" y="1219200"/>
            <a:chExt cx="838200" cy="838200"/>
          </a:xfrm>
        </p:grpSpPr>
        <p:sp>
          <p:nvSpPr>
            <p:cNvPr id="106" name="Oval 10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Arrow Connector 10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8" name="Group 107"/>
          <p:cNvGrpSpPr/>
          <p:nvPr/>
        </p:nvGrpSpPr>
        <p:grpSpPr>
          <a:xfrm rot="9791407">
            <a:off x="4218094" y="5056294"/>
            <a:ext cx="838200" cy="838200"/>
            <a:chOff x="1524000" y="1219200"/>
            <a:chExt cx="838200" cy="838200"/>
          </a:xfrm>
        </p:grpSpPr>
        <p:sp>
          <p:nvSpPr>
            <p:cNvPr id="109" name="Oval 10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1828800" y="4953000"/>
            <a:ext cx="228600" cy="914400"/>
            <a:chOff x="2514600" y="4114800"/>
            <a:chExt cx="228600" cy="914400"/>
          </a:xfrm>
        </p:grpSpPr>
        <p:sp>
          <p:nvSpPr>
            <p:cNvPr id="112" name="Oval 111"/>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Arrow Connector 112"/>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a:xfrm rot="9231653">
            <a:off x="2895600" y="5791200"/>
            <a:ext cx="228600" cy="914400"/>
            <a:chOff x="2514600" y="4114800"/>
            <a:chExt cx="228600" cy="914400"/>
          </a:xfrm>
        </p:grpSpPr>
        <p:sp>
          <p:nvSpPr>
            <p:cNvPr id="115" name="Oval 11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Arrow Connector 11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7" name="Group 116"/>
          <p:cNvGrpSpPr/>
          <p:nvPr/>
        </p:nvGrpSpPr>
        <p:grpSpPr>
          <a:xfrm rot="13225376">
            <a:off x="4473045" y="3922633"/>
            <a:ext cx="228600" cy="954099"/>
            <a:chOff x="2514600" y="4114800"/>
            <a:chExt cx="228600" cy="914400"/>
          </a:xfrm>
        </p:grpSpPr>
        <p:sp>
          <p:nvSpPr>
            <p:cNvPr id="118" name="Oval 11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Arrow Connector 11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0" name="Group 119"/>
          <p:cNvGrpSpPr/>
          <p:nvPr/>
        </p:nvGrpSpPr>
        <p:grpSpPr>
          <a:xfrm rot="5400000">
            <a:off x="1810549" y="4056851"/>
            <a:ext cx="228600" cy="954099"/>
            <a:chOff x="2514600" y="4114800"/>
            <a:chExt cx="228600" cy="914400"/>
          </a:xfrm>
        </p:grpSpPr>
        <p:sp>
          <p:nvSpPr>
            <p:cNvPr id="121" name="Oval 120"/>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Arrow Connector 121"/>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3" name="Group 122"/>
          <p:cNvGrpSpPr/>
          <p:nvPr/>
        </p:nvGrpSpPr>
        <p:grpSpPr>
          <a:xfrm rot="10606688">
            <a:off x="324416" y="4972616"/>
            <a:ext cx="838200" cy="838200"/>
            <a:chOff x="1524000" y="1219200"/>
            <a:chExt cx="838200" cy="838200"/>
          </a:xfrm>
        </p:grpSpPr>
        <p:sp>
          <p:nvSpPr>
            <p:cNvPr id="124" name="Oval 12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Arrow Connector 124"/>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6" name="Group 125"/>
          <p:cNvGrpSpPr/>
          <p:nvPr/>
        </p:nvGrpSpPr>
        <p:grpSpPr>
          <a:xfrm rot="7848833">
            <a:off x="6572816" y="5582216"/>
            <a:ext cx="838200" cy="838200"/>
            <a:chOff x="1524000" y="1219200"/>
            <a:chExt cx="838200" cy="838200"/>
          </a:xfrm>
        </p:grpSpPr>
        <p:sp>
          <p:nvSpPr>
            <p:cNvPr id="127" name="Oval 12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9" name="Group 128"/>
          <p:cNvGrpSpPr/>
          <p:nvPr/>
        </p:nvGrpSpPr>
        <p:grpSpPr>
          <a:xfrm>
            <a:off x="7162800" y="4397830"/>
            <a:ext cx="228600" cy="914400"/>
            <a:chOff x="2514600" y="4114800"/>
            <a:chExt cx="228600" cy="914400"/>
          </a:xfrm>
        </p:grpSpPr>
        <p:sp>
          <p:nvSpPr>
            <p:cNvPr id="130" name="Oval 129"/>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Arrow Connector 130"/>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2" name="Group 131"/>
          <p:cNvGrpSpPr/>
          <p:nvPr/>
        </p:nvGrpSpPr>
        <p:grpSpPr>
          <a:xfrm rot="9231653">
            <a:off x="8229600" y="5236030"/>
            <a:ext cx="228600" cy="914400"/>
            <a:chOff x="2514600" y="4114800"/>
            <a:chExt cx="228600" cy="914400"/>
          </a:xfrm>
        </p:grpSpPr>
        <p:sp>
          <p:nvSpPr>
            <p:cNvPr id="133" name="Oval 132"/>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5" name="Group 134"/>
          <p:cNvGrpSpPr/>
          <p:nvPr/>
        </p:nvGrpSpPr>
        <p:grpSpPr>
          <a:xfrm rot="13225376">
            <a:off x="5310431" y="5445819"/>
            <a:ext cx="228600" cy="954099"/>
            <a:chOff x="2514600" y="4114800"/>
            <a:chExt cx="228600" cy="914400"/>
          </a:xfrm>
        </p:grpSpPr>
        <p:sp>
          <p:nvSpPr>
            <p:cNvPr id="136" name="Oval 135"/>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 name="Straight Arrow Connector 136"/>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8" name="Group 137"/>
          <p:cNvGrpSpPr/>
          <p:nvPr/>
        </p:nvGrpSpPr>
        <p:grpSpPr>
          <a:xfrm rot="10606688">
            <a:off x="5658416" y="4417446"/>
            <a:ext cx="838200" cy="838200"/>
            <a:chOff x="1524000" y="1219200"/>
            <a:chExt cx="838200" cy="838200"/>
          </a:xfrm>
        </p:grpSpPr>
        <p:sp>
          <p:nvSpPr>
            <p:cNvPr id="139" name="Oval 13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776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Assumptions</a:t>
            </a:r>
          </a:p>
        </p:txBody>
      </p:sp>
      <p:sp>
        <p:nvSpPr>
          <p:cNvPr id="14339" name="Rectangle 3"/>
          <p:cNvSpPr>
            <a:spLocks noGrp="1" noChangeArrowheads="1"/>
          </p:cNvSpPr>
          <p:nvPr>
            <p:ph type="body" idx="1"/>
          </p:nvPr>
        </p:nvSpPr>
        <p:spPr/>
        <p:txBody>
          <a:bodyPr/>
          <a:lstStyle/>
          <a:p>
            <a:pPr eaLnBrk="1" hangingPunct="1"/>
            <a:r>
              <a:rPr lang="en-US"/>
              <a:t>The number of molecules in the gas is large and the average separation between them is large compared to their dimensions</a:t>
            </a:r>
          </a:p>
          <a:p>
            <a:pPr eaLnBrk="1" hangingPunct="1"/>
            <a:r>
              <a:rPr lang="en-US"/>
              <a:t>The molecules obey Newton’s laws of motion, but as a whole they move randomly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Assumptions, cont.</a:t>
            </a:r>
          </a:p>
        </p:txBody>
      </p:sp>
      <p:sp>
        <p:nvSpPr>
          <p:cNvPr id="15363" name="Rectangle 3"/>
          <p:cNvSpPr>
            <a:spLocks noGrp="1" noChangeArrowheads="1"/>
          </p:cNvSpPr>
          <p:nvPr>
            <p:ph type="body" idx="1"/>
          </p:nvPr>
        </p:nvSpPr>
        <p:spPr/>
        <p:txBody>
          <a:bodyPr/>
          <a:lstStyle/>
          <a:p>
            <a:pPr eaLnBrk="1" hangingPunct="1">
              <a:lnSpc>
                <a:spcPct val="90000"/>
              </a:lnSpc>
            </a:pPr>
            <a:r>
              <a:rPr lang="en-US"/>
              <a:t>The molecules interact only by short-range forces during elastic collisions</a:t>
            </a:r>
          </a:p>
          <a:p>
            <a:pPr eaLnBrk="1" hangingPunct="1">
              <a:lnSpc>
                <a:spcPct val="90000"/>
              </a:lnSpc>
            </a:pPr>
            <a:r>
              <a:rPr lang="en-US"/>
              <a:t>The molecules make elastic collisions with the walls</a:t>
            </a:r>
          </a:p>
          <a:p>
            <a:pPr eaLnBrk="1" hangingPunct="1">
              <a:lnSpc>
                <a:spcPct val="90000"/>
              </a:lnSpc>
            </a:pPr>
            <a:r>
              <a:rPr lang="en-US"/>
              <a:t>The gas under consideration is a pure substance, all the molecules are identical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itle 1"/>
          <p:cNvSpPr>
            <a:spLocks noGrp="1"/>
          </p:cNvSpPr>
          <p:nvPr>
            <p:ph type="title"/>
          </p:nvPr>
        </p:nvSpPr>
        <p:spPr/>
        <p:txBody>
          <a:bodyPr/>
          <a:lstStyle/>
          <a:p>
            <a:r>
              <a:rPr lang="en-US" dirty="0"/>
              <a:t>Question 123.14.5</a:t>
            </a:r>
          </a:p>
        </p:txBody>
      </p:sp>
      <p:sp>
        <p:nvSpPr>
          <p:cNvPr id="192515" name="Content Placeholder 2"/>
          <p:cNvSpPr>
            <a:spLocks noGrp="1"/>
          </p:cNvSpPr>
          <p:nvPr>
            <p:ph idx="1"/>
          </p:nvPr>
        </p:nvSpPr>
        <p:spPr>
          <a:xfrm>
            <a:off x="457200" y="1600200"/>
            <a:ext cx="5189538" cy="4525963"/>
          </a:xfrm>
        </p:spPr>
        <p:txBody>
          <a:bodyPr/>
          <a:lstStyle/>
          <a:p>
            <a:pPr>
              <a:buFontTx/>
              <a:buNone/>
            </a:pPr>
            <a:r>
              <a:rPr lang="en-US" sz="2800" dirty="0"/>
              <a:t>A ball bounces off a wall. If the initial velocity of the ball is </a:t>
            </a:r>
            <a:r>
              <a:rPr lang="en-US" sz="2800" dirty="0" err="1"/>
              <a:t>v</a:t>
            </a:r>
            <a:r>
              <a:rPr lang="en-US" sz="2800" baseline="-25000" dirty="0" err="1"/>
              <a:t>x</a:t>
            </a:r>
            <a:r>
              <a:rPr lang="en-US" sz="2800" dirty="0"/>
              <a:t> and the final velocity of the ball is –</a:t>
            </a:r>
            <a:r>
              <a:rPr lang="en-US" sz="2800" dirty="0" err="1"/>
              <a:t>v</a:t>
            </a:r>
            <a:r>
              <a:rPr lang="en-US" sz="2800" baseline="-25000" dirty="0" err="1"/>
              <a:t>x</a:t>
            </a:r>
            <a:r>
              <a:rPr lang="en-US" sz="2800" dirty="0"/>
              <a:t>, what is the </a:t>
            </a:r>
            <a:r>
              <a:rPr lang="en-US" sz="2800" b="1" dirty="0"/>
              <a:t>change in momentum </a:t>
            </a:r>
            <a:r>
              <a:rPr lang="en-US" sz="2800" dirty="0"/>
              <a:t>of the ball?</a:t>
            </a:r>
          </a:p>
          <a:p>
            <a:pPr>
              <a:buFontTx/>
              <a:buAutoNum type="alphaLcParenR"/>
            </a:pPr>
            <a:r>
              <a:rPr lang="en-US" sz="2800" dirty="0" err="1"/>
              <a:t>mv</a:t>
            </a:r>
            <a:r>
              <a:rPr lang="en-US" sz="2800" baseline="-25000" dirty="0" err="1"/>
              <a:t>x</a:t>
            </a:r>
            <a:endParaRPr lang="en-US" sz="2800" baseline="-25000" dirty="0"/>
          </a:p>
          <a:p>
            <a:pPr>
              <a:buFontTx/>
              <a:buAutoNum type="alphaLcParenR"/>
            </a:pPr>
            <a:r>
              <a:rPr lang="en-US" sz="2800" dirty="0"/>
              <a:t>0</a:t>
            </a:r>
          </a:p>
          <a:p>
            <a:pPr>
              <a:buFontTx/>
              <a:buAutoNum type="alphaLcParenR"/>
            </a:pPr>
            <a:r>
              <a:rPr lang="en-US" sz="2800" dirty="0"/>
              <a:t>-</a:t>
            </a:r>
            <a:r>
              <a:rPr lang="en-US" sz="2800" dirty="0" err="1"/>
              <a:t>mv</a:t>
            </a:r>
            <a:r>
              <a:rPr lang="en-US" sz="2800" baseline="-25000" dirty="0" err="1"/>
              <a:t>x</a:t>
            </a:r>
            <a:endParaRPr lang="en-US" sz="2800" baseline="-25000" dirty="0"/>
          </a:p>
          <a:p>
            <a:pPr>
              <a:buFontTx/>
              <a:buAutoNum type="alphaLcParenR"/>
            </a:pPr>
            <a:r>
              <a:rPr lang="en-US" sz="2800" dirty="0"/>
              <a:t>-2mv</a:t>
            </a:r>
            <a:r>
              <a:rPr lang="en-US" sz="2800" baseline="-25000" dirty="0"/>
              <a:t>x</a:t>
            </a:r>
          </a:p>
        </p:txBody>
      </p:sp>
      <p:sp>
        <p:nvSpPr>
          <p:cNvPr id="192516" name="Slide Number Placeholder 3"/>
          <p:cNvSpPr>
            <a:spLocks noGrp="1"/>
          </p:cNvSpPr>
          <p:nvPr>
            <p:ph type="sldNum" sz="quarter" idx="12"/>
          </p:nvPr>
        </p:nvSpPr>
        <p:spPr>
          <a:noFill/>
        </p:spPr>
        <p:txBody>
          <a:bodyPr/>
          <a:lstStyle/>
          <a:p>
            <a:fld id="{70D874FB-29F0-482A-9E20-3DC90248A19B}" type="slidenum">
              <a:rPr lang="en-US" smtClean="0"/>
              <a:pPr/>
              <a:t>9</a:t>
            </a:fld>
            <a:endParaRPr lang="en-US"/>
          </a:p>
        </p:txBody>
      </p:sp>
      <p:grpSp>
        <p:nvGrpSpPr>
          <p:cNvPr id="2" name="Group 27"/>
          <p:cNvGrpSpPr>
            <a:grpSpLocks/>
          </p:cNvGrpSpPr>
          <p:nvPr/>
        </p:nvGrpSpPr>
        <p:grpSpPr bwMode="auto">
          <a:xfrm>
            <a:off x="6051550" y="2119313"/>
            <a:ext cx="2679700" cy="3560762"/>
            <a:chOff x="2121" y="1024"/>
            <a:chExt cx="1688" cy="2243"/>
          </a:xfrm>
        </p:grpSpPr>
        <p:sp>
          <p:nvSpPr>
            <p:cNvPr id="192518"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19"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20"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34" y="1024"/>
              <a:ext cx="204" cy="691"/>
              <a:chOff x="4206" y="1024"/>
              <a:chExt cx="317" cy="2847"/>
            </a:xfrm>
          </p:grpSpPr>
          <p:sp>
            <p:nvSpPr>
              <p:cNvPr id="192535"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6"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45" y="1785"/>
              <a:ext cx="204" cy="691"/>
              <a:chOff x="4206" y="1024"/>
              <a:chExt cx="317" cy="2847"/>
            </a:xfrm>
          </p:grpSpPr>
          <p:sp>
            <p:nvSpPr>
              <p:cNvPr id="192533"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4"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92524"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3"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92526"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92527"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92528"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42" y="2576"/>
              <a:ext cx="204" cy="691"/>
              <a:chOff x="4206" y="1024"/>
              <a:chExt cx="317" cy="2847"/>
            </a:xfrm>
          </p:grpSpPr>
          <p:sp>
            <p:nvSpPr>
              <p:cNvPr id="192531"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2"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8"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extLst>
      <p:ext uri="{BB962C8B-B14F-4D97-AF65-F5344CB8AC3E}">
        <p14:creationId xmlns:p14="http://schemas.microsoft.com/office/powerpoint/2010/main" val="1691587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dirty="0"/>
              <a:t>Particle in a Box</a:t>
            </a:r>
          </a:p>
        </p:txBody>
      </p:sp>
      <p:sp>
        <p:nvSpPr>
          <p:cNvPr id="8" name="Line 23"/>
          <p:cNvSpPr>
            <a:spLocks noChangeShapeType="1"/>
          </p:cNvSpPr>
          <p:nvPr/>
        </p:nvSpPr>
        <p:spPr bwMode="auto">
          <a:xfrm>
            <a:off x="3644900" y="3429000"/>
            <a:ext cx="2365375" cy="0"/>
          </a:xfrm>
          <a:prstGeom prst="line">
            <a:avLst/>
          </a:prstGeom>
          <a:noFill/>
          <a:ln w="9525">
            <a:solidFill>
              <a:srgbClr val="C0C0C0"/>
            </a:solidFill>
            <a:prstDash val="dash"/>
            <a:round/>
            <a:headEnd/>
            <a:tailEnd/>
          </a:ln>
        </p:spPr>
        <p:txBody>
          <a:bodyPr wrap="none" anchor="ctr"/>
          <a:lstStyle/>
          <a:p>
            <a:endParaRPr lang="en-US"/>
          </a:p>
        </p:txBody>
      </p:sp>
      <p:sp>
        <p:nvSpPr>
          <p:cNvPr id="10" name="Oval 6"/>
          <p:cNvSpPr>
            <a:spLocks noChangeArrowheads="1"/>
          </p:cNvSpPr>
          <p:nvPr/>
        </p:nvSpPr>
        <p:spPr bwMode="auto">
          <a:xfrm>
            <a:off x="4341813" y="3286125"/>
            <a:ext cx="285750" cy="296863"/>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2" name="Line 11"/>
          <p:cNvSpPr>
            <a:spLocks noChangeShapeType="1"/>
          </p:cNvSpPr>
          <p:nvPr/>
        </p:nvSpPr>
        <p:spPr bwMode="auto">
          <a:xfrm>
            <a:off x="4489450" y="3429000"/>
            <a:ext cx="488950" cy="0"/>
          </a:xfrm>
          <a:prstGeom prst="line">
            <a:avLst/>
          </a:prstGeom>
          <a:noFill/>
          <a:ln w="38100">
            <a:solidFill>
              <a:srgbClr val="FF0000"/>
            </a:solidFill>
            <a:round/>
            <a:headEnd/>
            <a:tailEnd type="triangle" w="med" len="med"/>
          </a:ln>
        </p:spPr>
        <p:txBody>
          <a:bodyPr wrap="none" anchor="ctr"/>
          <a:lstStyle/>
          <a:p>
            <a:endParaRPr lang="en-US"/>
          </a:p>
        </p:txBody>
      </p:sp>
      <p:sp>
        <p:nvSpPr>
          <p:cNvPr id="15" name="Text Box 14"/>
          <p:cNvSpPr txBox="1">
            <a:spLocks noChangeArrowheads="1"/>
          </p:cNvSpPr>
          <p:nvPr/>
        </p:nvSpPr>
        <p:spPr bwMode="auto">
          <a:xfrm>
            <a:off x="4627563" y="3545904"/>
            <a:ext cx="647700" cy="366713"/>
          </a:xfrm>
          <a:prstGeom prst="rect">
            <a:avLst/>
          </a:prstGeom>
          <a:noFill/>
          <a:ln w="9525" algn="ctr">
            <a:noFill/>
            <a:miter lim="800000"/>
            <a:headEnd/>
            <a:tailEnd/>
          </a:ln>
        </p:spPr>
        <p:txBody>
          <a:bodyPr wrap="square">
            <a:spAutoFit/>
          </a:bodyPr>
          <a:lstStyle/>
          <a:p>
            <a:r>
              <a:rPr lang="en-US" dirty="0" err="1">
                <a:solidFill>
                  <a:srgbClr val="FF0000"/>
                </a:solidFill>
              </a:rPr>
              <a:t>v</a:t>
            </a:r>
            <a:r>
              <a:rPr lang="en-US" baseline="-25000" dirty="0" err="1">
                <a:solidFill>
                  <a:srgbClr val="FF0000"/>
                </a:solidFill>
              </a:rPr>
              <a:t>x</a:t>
            </a:r>
            <a:endParaRPr lang="en-US" baseline="-25000" dirty="0">
              <a:solidFill>
                <a:srgbClr val="FF0000"/>
              </a:solidFill>
            </a:endParaRPr>
          </a:p>
        </p:txBody>
      </p:sp>
      <p:sp>
        <p:nvSpPr>
          <p:cNvPr id="3" name="Rectangle 2"/>
          <p:cNvSpPr/>
          <p:nvPr/>
        </p:nvSpPr>
        <p:spPr>
          <a:xfrm>
            <a:off x="2895600" y="1609725"/>
            <a:ext cx="3276600" cy="3352800"/>
          </a:xfrm>
          <a:prstGeom prst="rect">
            <a:avLst/>
          </a:prstGeom>
          <a:noFill/>
          <a:ln w="571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a:off x="2846388" y="1262390"/>
            <a:ext cx="3276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426780" y="1000780"/>
            <a:ext cx="373820" cy="523220"/>
          </a:xfrm>
          <a:prstGeom prst="rect">
            <a:avLst/>
          </a:prstGeom>
          <a:solidFill>
            <a:schemeClr val="bg1"/>
          </a:solidFill>
        </p:spPr>
        <p:txBody>
          <a:bodyPr wrap="none" rtlCol="0">
            <a:spAutoFit/>
          </a:bodyPr>
          <a:lstStyle/>
          <a:p>
            <a:r>
              <a:rPr lang="en-US" sz="2800" dirty="0"/>
              <a:t>d</a:t>
            </a:r>
          </a:p>
        </p:txBody>
      </p:sp>
      <p:cxnSp>
        <p:nvCxnSpPr>
          <p:cNvPr id="29" name="Straight Arrow Connector 28"/>
          <p:cNvCxnSpPr/>
          <p:nvPr/>
        </p:nvCxnSpPr>
        <p:spPr>
          <a:xfrm rot="5400000">
            <a:off x="4827587" y="3286125"/>
            <a:ext cx="3276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407979" y="3024515"/>
            <a:ext cx="373820" cy="523220"/>
          </a:xfrm>
          <a:prstGeom prst="rect">
            <a:avLst/>
          </a:prstGeom>
          <a:solidFill>
            <a:schemeClr val="bg1"/>
          </a:solidFill>
        </p:spPr>
        <p:txBody>
          <a:bodyPr wrap="none" rtlCol="0">
            <a:spAutoFit/>
          </a:bodyPr>
          <a:lstStyle/>
          <a:p>
            <a:r>
              <a:rPr lang="en-US" sz="2800" dirty="0"/>
              <a:t>d</a:t>
            </a:r>
          </a:p>
        </p:txBody>
      </p:sp>
      <p:sp>
        <p:nvSpPr>
          <p:cNvPr id="31" name="Line 11"/>
          <p:cNvSpPr>
            <a:spLocks noChangeShapeType="1"/>
          </p:cNvSpPr>
          <p:nvPr/>
        </p:nvSpPr>
        <p:spPr bwMode="auto">
          <a:xfrm flipV="1">
            <a:off x="4489450" y="2842999"/>
            <a:ext cx="374528" cy="621018"/>
          </a:xfrm>
          <a:prstGeom prst="line">
            <a:avLst/>
          </a:prstGeom>
          <a:noFill/>
          <a:ln w="38100">
            <a:solidFill>
              <a:srgbClr val="FF0000"/>
            </a:solidFill>
            <a:round/>
            <a:headEnd/>
            <a:tailEnd type="triangle" w="med" len="med"/>
          </a:ln>
        </p:spPr>
        <p:txBody>
          <a:bodyPr wrap="none" anchor="ctr"/>
          <a:lstStyle/>
          <a:p>
            <a:endParaRPr lang="en-US"/>
          </a:p>
        </p:txBody>
      </p:sp>
      <p:sp>
        <p:nvSpPr>
          <p:cNvPr id="32" name="Text Box 14"/>
          <p:cNvSpPr txBox="1">
            <a:spLocks noChangeArrowheads="1"/>
          </p:cNvSpPr>
          <p:nvPr/>
        </p:nvSpPr>
        <p:spPr bwMode="auto">
          <a:xfrm>
            <a:off x="4471866" y="2642741"/>
            <a:ext cx="647700" cy="366713"/>
          </a:xfrm>
          <a:prstGeom prst="rect">
            <a:avLst/>
          </a:prstGeom>
          <a:noFill/>
          <a:ln w="9525" algn="ctr">
            <a:noFill/>
            <a:miter lim="800000"/>
            <a:headEnd/>
            <a:tailEnd/>
          </a:ln>
        </p:spPr>
        <p:txBody>
          <a:bodyPr wrap="square">
            <a:spAutoFit/>
          </a:bodyPr>
          <a:lstStyle/>
          <a:p>
            <a:r>
              <a:rPr lang="en-US" dirty="0">
                <a:solidFill>
                  <a:srgbClr val="FF0000"/>
                </a:solidFill>
              </a:rPr>
              <a:t>v</a:t>
            </a:r>
            <a:endParaRPr lang="en-US" baseline="-25000"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34975" y="228600"/>
            <a:ext cx="8229600" cy="1143000"/>
          </a:xfrm>
        </p:spPr>
        <p:txBody>
          <a:bodyPr/>
          <a:lstStyle/>
          <a:p>
            <a:pPr eaLnBrk="1" hangingPunct="1"/>
            <a:r>
              <a:rPr lang="en-US"/>
              <a:t>Momentum of the Collision</a:t>
            </a:r>
          </a:p>
        </p:txBody>
      </p:sp>
      <p:grpSp>
        <p:nvGrpSpPr>
          <p:cNvPr id="2" name="Group 27"/>
          <p:cNvGrpSpPr>
            <a:grpSpLocks/>
          </p:cNvGrpSpPr>
          <p:nvPr/>
        </p:nvGrpSpPr>
        <p:grpSpPr bwMode="auto">
          <a:xfrm>
            <a:off x="3367088" y="1625600"/>
            <a:ext cx="2679700" cy="3560763"/>
            <a:chOff x="2121" y="1024"/>
            <a:chExt cx="1688" cy="2243"/>
          </a:xfrm>
        </p:grpSpPr>
        <p:sp>
          <p:nvSpPr>
            <p:cNvPr id="17412"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7413"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7414"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07" y="1024"/>
              <a:ext cx="202" cy="691"/>
              <a:chOff x="4206" y="1024"/>
              <a:chExt cx="317" cy="2847"/>
            </a:xfrm>
          </p:grpSpPr>
          <p:sp>
            <p:nvSpPr>
              <p:cNvPr id="17429"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30"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3799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05" y="1785"/>
              <a:ext cx="201" cy="691"/>
              <a:chOff x="4206" y="1024"/>
              <a:chExt cx="317" cy="2847"/>
            </a:xfrm>
          </p:grpSpPr>
          <p:sp>
            <p:nvSpPr>
              <p:cNvPr id="17427"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28"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7418"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379917"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7420"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7421"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7422"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02" y="2576"/>
              <a:ext cx="201" cy="691"/>
              <a:chOff x="4206" y="1024"/>
              <a:chExt cx="317" cy="2847"/>
            </a:xfrm>
          </p:grpSpPr>
          <p:sp>
            <p:nvSpPr>
              <p:cNvPr id="17425"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26"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379924"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itle 1"/>
          <p:cNvSpPr>
            <a:spLocks noGrp="1"/>
          </p:cNvSpPr>
          <p:nvPr>
            <p:ph type="title"/>
          </p:nvPr>
        </p:nvSpPr>
        <p:spPr/>
        <p:txBody>
          <a:bodyPr/>
          <a:lstStyle/>
          <a:p>
            <a:r>
              <a:rPr lang="en-US" dirty="0"/>
              <a:t>Question 123.14.5</a:t>
            </a:r>
          </a:p>
        </p:txBody>
      </p:sp>
      <p:sp>
        <p:nvSpPr>
          <p:cNvPr id="192515" name="Content Placeholder 2"/>
          <p:cNvSpPr>
            <a:spLocks noGrp="1"/>
          </p:cNvSpPr>
          <p:nvPr>
            <p:ph idx="1"/>
          </p:nvPr>
        </p:nvSpPr>
        <p:spPr>
          <a:xfrm>
            <a:off x="457200" y="1600200"/>
            <a:ext cx="5189538" cy="4525963"/>
          </a:xfrm>
        </p:spPr>
        <p:txBody>
          <a:bodyPr/>
          <a:lstStyle/>
          <a:p>
            <a:pPr>
              <a:buFontTx/>
              <a:buNone/>
            </a:pPr>
            <a:r>
              <a:rPr lang="en-US" sz="2800" dirty="0"/>
              <a:t>A ball bounces off a wall. If the initial velocity of the ball is </a:t>
            </a:r>
            <a:r>
              <a:rPr lang="en-US" sz="2800" dirty="0" err="1"/>
              <a:t>v</a:t>
            </a:r>
            <a:r>
              <a:rPr lang="en-US" sz="2800" baseline="-25000" dirty="0" err="1"/>
              <a:t>x</a:t>
            </a:r>
            <a:r>
              <a:rPr lang="en-US" sz="2800" dirty="0"/>
              <a:t> and the final velocity of the ball is –</a:t>
            </a:r>
            <a:r>
              <a:rPr lang="en-US" sz="2800" dirty="0" err="1"/>
              <a:t>v</a:t>
            </a:r>
            <a:r>
              <a:rPr lang="en-US" sz="2800" baseline="-25000" dirty="0" err="1"/>
              <a:t>x</a:t>
            </a:r>
            <a:r>
              <a:rPr lang="en-US" sz="2800" dirty="0"/>
              <a:t>, what is the </a:t>
            </a:r>
            <a:r>
              <a:rPr lang="en-US" sz="2800" b="1" dirty="0"/>
              <a:t>change in momentum </a:t>
            </a:r>
            <a:r>
              <a:rPr lang="en-US" sz="2800" dirty="0"/>
              <a:t>of the ball?</a:t>
            </a:r>
          </a:p>
          <a:p>
            <a:pPr>
              <a:buFontTx/>
              <a:buAutoNum type="alphaLcParenR"/>
            </a:pPr>
            <a:r>
              <a:rPr lang="en-US" sz="2800" dirty="0" err="1"/>
              <a:t>mv</a:t>
            </a:r>
            <a:r>
              <a:rPr lang="en-US" sz="2800" baseline="-25000" dirty="0" err="1"/>
              <a:t>x</a:t>
            </a:r>
            <a:endParaRPr lang="en-US" sz="2800" baseline="-25000" dirty="0"/>
          </a:p>
          <a:p>
            <a:pPr>
              <a:buFontTx/>
              <a:buAutoNum type="alphaLcParenR"/>
            </a:pPr>
            <a:r>
              <a:rPr lang="en-US" sz="2800" dirty="0"/>
              <a:t>0</a:t>
            </a:r>
          </a:p>
          <a:p>
            <a:pPr>
              <a:buFontTx/>
              <a:buAutoNum type="alphaLcParenR"/>
            </a:pPr>
            <a:r>
              <a:rPr lang="en-US" sz="2800" dirty="0"/>
              <a:t>-</a:t>
            </a:r>
            <a:r>
              <a:rPr lang="en-US" sz="2800" dirty="0" err="1"/>
              <a:t>mv</a:t>
            </a:r>
            <a:r>
              <a:rPr lang="en-US" sz="2800" baseline="-25000" dirty="0" err="1"/>
              <a:t>x</a:t>
            </a:r>
            <a:endParaRPr lang="en-US" sz="2800" baseline="-25000" dirty="0"/>
          </a:p>
          <a:p>
            <a:pPr>
              <a:buFontTx/>
              <a:buAutoNum type="alphaLcParenR"/>
            </a:pPr>
            <a:r>
              <a:rPr lang="en-US" sz="2800" dirty="0"/>
              <a:t>-2mv</a:t>
            </a:r>
            <a:r>
              <a:rPr lang="en-US" sz="2800" baseline="-25000" dirty="0"/>
              <a:t>x</a:t>
            </a:r>
          </a:p>
        </p:txBody>
      </p:sp>
      <p:sp>
        <p:nvSpPr>
          <p:cNvPr id="192516" name="Slide Number Placeholder 3"/>
          <p:cNvSpPr>
            <a:spLocks noGrp="1"/>
          </p:cNvSpPr>
          <p:nvPr>
            <p:ph type="sldNum" sz="quarter" idx="12"/>
          </p:nvPr>
        </p:nvSpPr>
        <p:spPr>
          <a:noFill/>
        </p:spPr>
        <p:txBody>
          <a:bodyPr/>
          <a:lstStyle/>
          <a:p>
            <a:fld id="{70D874FB-29F0-482A-9E20-3DC90248A19B}" type="slidenum">
              <a:rPr lang="en-US" smtClean="0"/>
              <a:pPr/>
              <a:t>12</a:t>
            </a:fld>
            <a:endParaRPr lang="en-US"/>
          </a:p>
        </p:txBody>
      </p:sp>
      <p:grpSp>
        <p:nvGrpSpPr>
          <p:cNvPr id="2" name="Group 27"/>
          <p:cNvGrpSpPr>
            <a:grpSpLocks/>
          </p:cNvGrpSpPr>
          <p:nvPr/>
        </p:nvGrpSpPr>
        <p:grpSpPr bwMode="auto">
          <a:xfrm>
            <a:off x="6051550" y="2119313"/>
            <a:ext cx="2679700" cy="3560762"/>
            <a:chOff x="2121" y="1024"/>
            <a:chExt cx="1688" cy="2243"/>
          </a:xfrm>
        </p:grpSpPr>
        <p:sp>
          <p:nvSpPr>
            <p:cNvPr id="192518"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19"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20"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34" y="1024"/>
              <a:ext cx="204" cy="691"/>
              <a:chOff x="4206" y="1024"/>
              <a:chExt cx="317" cy="2847"/>
            </a:xfrm>
          </p:grpSpPr>
          <p:sp>
            <p:nvSpPr>
              <p:cNvPr id="192535"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6"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45" y="1785"/>
              <a:ext cx="204" cy="691"/>
              <a:chOff x="4206" y="1024"/>
              <a:chExt cx="317" cy="2847"/>
            </a:xfrm>
          </p:grpSpPr>
          <p:sp>
            <p:nvSpPr>
              <p:cNvPr id="192533"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4"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92524"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3"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92526"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92527"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92528"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42" y="2576"/>
              <a:ext cx="204" cy="691"/>
              <a:chOff x="4206" y="1024"/>
              <a:chExt cx="317" cy="2847"/>
            </a:xfrm>
          </p:grpSpPr>
          <p:sp>
            <p:nvSpPr>
              <p:cNvPr id="192531"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2"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8"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extLst>
      <p:ext uri="{BB962C8B-B14F-4D97-AF65-F5344CB8AC3E}">
        <p14:creationId xmlns:p14="http://schemas.microsoft.com/office/powerpoint/2010/main" val="52951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CD8E-33C3-4416-9C27-678DD73DDAA8}"/>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BD9146DC-EFC5-49EB-7BED-C3400AF2C6CE}"/>
              </a:ext>
            </a:extLst>
          </p:cNvPr>
          <p:cNvSpPr>
            <a:spLocks noGrp="1"/>
          </p:cNvSpPr>
          <p:nvPr>
            <p:ph idx="1"/>
          </p:nvPr>
        </p:nvSpPr>
        <p:spPr/>
        <p:txBody>
          <a:bodyPr/>
          <a:lstStyle/>
          <a:p>
            <a:pPr marL="0" indent="0">
              <a:buNone/>
            </a:pPr>
            <a:r>
              <a:rPr lang="en-US" dirty="0"/>
              <a:t>Suppose we put your feet in a bucket of ice water and your head in a hot oven. How do you feel?</a:t>
            </a:r>
          </a:p>
          <a:p>
            <a:pPr marL="514350" indent="-514350">
              <a:buFont typeface="+mj-lt"/>
              <a:buAutoNum type="alphaLcParenR"/>
            </a:pPr>
            <a:r>
              <a:rPr lang="en-US" dirty="0"/>
              <a:t>Too hot</a:t>
            </a:r>
          </a:p>
          <a:p>
            <a:pPr marL="514350" indent="-514350">
              <a:buFont typeface="+mj-lt"/>
              <a:buAutoNum type="alphaLcParenR"/>
            </a:pPr>
            <a:r>
              <a:rPr lang="en-US" dirty="0"/>
              <a:t>Too cold</a:t>
            </a:r>
          </a:p>
          <a:p>
            <a:pPr marL="514350" indent="-514350">
              <a:buFont typeface="+mj-lt"/>
              <a:buAutoNum type="alphaLcParenR"/>
            </a:pPr>
            <a:r>
              <a:rPr lang="en-US" dirty="0"/>
              <a:t>On average you feel fine</a:t>
            </a:r>
          </a:p>
        </p:txBody>
      </p:sp>
    </p:spTree>
    <p:extLst>
      <p:ext uri="{BB962C8B-B14F-4D97-AF65-F5344CB8AC3E}">
        <p14:creationId xmlns:p14="http://schemas.microsoft.com/office/powerpoint/2010/main" val="3994414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22"/>
          <p:cNvPicPr>
            <a:picLocks noChangeAspect="1" noChangeArrowheads="1"/>
          </p:cNvPicPr>
          <p:nvPr/>
        </p:nvPicPr>
        <p:blipFill>
          <a:blip r:embed="rId3" cstate="print"/>
          <a:srcRect/>
          <a:stretch>
            <a:fillRect/>
          </a:stretch>
        </p:blipFill>
        <p:spPr bwMode="auto">
          <a:xfrm>
            <a:off x="897497" y="3852863"/>
            <a:ext cx="7046913" cy="2144713"/>
          </a:xfrm>
          <a:prstGeom prst="rect">
            <a:avLst/>
          </a:prstGeom>
          <a:solidFill>
            <a:schemeClr val="bg1"/>
          </a:solidFill>
          <a:ln w="9525" algn="ctr">
            <a:noFill/>
            <a:miter lim="800000"/>
            <a:headEnd/>
            <a:tailEnd/>
          </a:ln>
        </p:spPr>
      </p:pic>
      <p:sp>
        <p:nvSpPr>
          <p:cNvPr id="18434" name="Rectangle 2"/>
          <p:cNvSpPr>
            <a:spLocks noGrp="1" noChangeArrowheads="1"/>
          </p:cNvSpPr>
          <p:nvPr>
            <p:ph type="title"/>
          </p:nvPr>
        </p:nvSpPr>
        <p:spPr/>
        <p:txBody>
          <a:bodyPr/>
          <a:lstStyle/>
          <a:p>
            <a:pPr eaLnBrk="1" hangingPunct="1"/>
            <a:r>
              <a:rPr lang="en-US"/>
              <a:t>Average Force and Impulse</a:t>
            </a:r>
          </a:p>
        </p:txBody>
      </p:sp>
      <p:sp>
        <p:nvSpPr>
          <p:cNvPr id="18435" name="Text Box 7"/>
          <p:cNvSpPr txBox="1">
            <a:spLocks noChangeArrowheads="1"/>
          </p:cNvSpPr>
          <p:nvPr/>
        </p:nvSpPr>
        <p:spPr bwMode="auto">
          <a:xfrm>
            <a:off x="3032125" y="1284288"/>
            <a:ext cx="323850" cy="366712"/>
          </a:xfrm>
          <a:prstGeom prst="rect">
            <a:avLst/>
          </a:prstGeom>
          <a:noFill/>
          <a:ln w="9525" algn="ctr">
            <a:noFill/>
            <a:miter lim="800000"/>
            <a:headEnd/>
            <a:tailEnd/>
          </a:ln>
        </p:spPr>
        <p:txBody>
          <a:bodyPr wrap="none">
            <a:spAutoFit/>
          </a:bodyPr>
          <a:lstStyle/>
          <a:p>
            <a:r>
              <a:rPr lang="en-US"/>
              <a:t>F</a:t>
            </a:r>
          </a:p>
        </p:txBody>
      </p:sp>
      <p:grpSp>
        <p:nvGrpSpPr>
          <p:cNvPr id="3" name="Group 9"/>
          <p:cNvGrpSpPr>
            <a:grpSpLocks/>
          </p:cNvGrpSpPr>
          <p:nvPr/>
        </p:nvGrpSpPr>
        <p:grpSpPr bwMode="auto">
          <a:xfrm>
            <a:off x="3229534" y="1284288"/>
            <a:ext cx="2298700" cy="1514475"/>
            <a:chOff x="2676" y="911"/>
            <a:chExt cx="2574" cy="1716"/>
          </a:xfrm>
          <a:solidFill>
            <a:schemeClr val="bg1"/>
          </a:solidFill>
        </p:grpSpPr>
        <p:pic>
          <p:nvPicPr>
            <p:cNvPr id="18457" name="Picture 4"/>
            <p:cNvPicPr>
              <a:picLocks noChangeAspect="1" noChangeArrowheads="1"/>
            </p:cNvPicPr>
            <p:nvPr/>
          </p:nvPicPr>
          <p:blipFill>
            <a:blip r:embed="rId4" cstate="print"/>
            <a:srcRect/>
            <a:stretch>
              <a:fillRect/>
            </a:stretch>
          </p:blipFill>
          <p:spPr bwMode="auto">
            <a:xfrm>
              <a:off x="2676" y="911"/>
              <a:ext cx="2574" cy="1716"/>
            </a:xfrm>
            <a:prstGeom prst="rect">
              <a:avLst/>
            </a:prstGeom>
            <a:grpFill/>
            <a:ln w="9525" algn="ctr">
              <a:noFill/>
              <a:miter lim="800000"/>
              <a:headEnd/>
              <a:tailEnd/>
            </a:ln>
          </p:spPr>
        </p:pic>
        <p:sp>
          <p:nvSpPr>
            <p:cNvPr id="18458" name="Freeform 5" descr="Wide downward diagonal"/>
            <p:cNvSpPr>
              <a:spLocks/>
            </p:cNvSpPr>
            <p:nvPr/>
          </p:nvSpPr>
          <p:spPr bwMode="auto">
            <a:xfrm>
              <a:off x="2904" y="1243"/>
              <a:ext cx="2084" cy="1308"/>
            </a:xfrm>
            <a:custGeom>
              <a:avLst/>
              <a:gdLst>
                <a:gd name="T0" fmla="*/ 136 w 2377"/>
                <a:gd name="T1" fmla="*/ 1299 h 1317"/>
                <a:gd name="T2" fmla="*/ 376 w 2377"/>
                <a:gd name="T3" fmla="*/ 1290 h 1317"/>
                <a:gd name="T4" fmla="*/ 625 w 2377"/>
                <a:gd name="T5" fmla="*/ 1271 h 1317"/>
                <a:gd name="T6" fmla="*/ 769 w 2377"/>
                <a:gd name="T7" fmla="*/ 1227 h 1317"/>
                <a:gd name="T8" fmla="*/ 889 w 2377"/>
                <a:gd name="T9" fmla="*/ 1108 h 1317"/>
                <a:gd name="T10" fmla="*/ 970 w 2377"/>
                <a:gd name="T11" fmla="*/ 881 h 1317"/>
                <a:gd name="T12" fmla="*/ 1057 w 2377"/>
                <a:gd name="T13" fmla="*/ 346 h 1317"/>
                <a:gd name="T14" fmla="*/ 1082 w 2377"/>
                <a:gd name="T15" fmla="*/ 91 h 1317"/>
                <a:gd name="T16" fmla="*/ 1113 w 2377"/>
                <a:gd name="T17" fmla="*/ 0 h 1317"/>
                <a:gd name="T18" fmla="*/ 1138 w 2377"/>
                <a:gd name="T19" fmla="*/ 46 h 1317"/>
                <a:gd name="T20" fmla="*/ 1178 w 2377"/>
                <a:gd name="T21" fmla="*/ 318 h 1317"/>
                <a:gd name="T22" fmla="*/ 1218 w 2377"/>
                <a:gd name="T23" fmla="*/ 609 h 1317"/>
                <a:gd name="T24" fmla="*/ 1250 w 2377"/>
                <a:gd name="T25" fmla="*/ 881 h 1317"/>
                <a:gd name="T26" fmla="*/ 1338 w 2377"/>
                <a:gd name="T27" fmla="*/ 1072 h 1317"/>
                <a:gd name="T28" fmla="*/ 1434 w 2377"/>
                <a:gd name="T29" fmla="*/ 1199 h 1317"/>
                <a:gd name="T30" fmla="*/ 1595 w 2377"/>
                <a:gd name="T31" fmla="*/ 1262 h 1317"/>
                <a:gd name="T32" fmla="*/ 1787 w 2377"/>
                <a:gd name="T33" fmla="*/ 1290 h 1317"/>
                <a:gd name="T34" fmla="*/ 1972 w 2377"/>
                <a:gd name="T35" fmla="*/ 1290 h 1317"/>
                <a:gd name="T36" fmla="*/ 2084 w 2377"/>
                <a:gd name="T37" fmla="*/ 1308 h 1317"/>
                <a:gd name="T38" fmla="*/ 0 w 2377"/>
                <a:gd name="T39" fmla="*/ 1308 h 13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77"/>
                <a:gd name="T61" fmla="*/ 0 h 1317"/>
                <a:gd name="T62" fmla="*/ 2377 w 2377"/>
                <a:gd name="T63" fmla="*/ 1317 h 13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77" h="1317">
                  <a:moveTo>
                    <a:pt x="155" y="1308"/>
                  </a:moveTo>
                  <a:lnTo>
                    <a:pt x="429" y="1299"/>
                  </a:lnTo>
                  <a:lnTo>
                    <a:pt x="713" y="1280"/>
                  </a:lnTo>
                  <a:lnTo>
                    <a:pt x="877" y="1235"/>
                  </a:lnTo>
                  <a:lnTo>
                    <a:pt x="1014" y="1116"/>
                  </a:lnTo>
                  <a:lnTo>
                    <a:pt x="1106" y="887"/>
                  </a:lnTo>
                  <a:lnTo>
                    <a:pt x="1206" y="348"/>
                  </a:lnTo>
                  <a:lnTo>
                    <a:pt x="1234" y="92"/>
                  </a:lnTo>
                  <a:lnTo>
                    <a:pt x="1270" y="0"/>
                  </a:lnTo>
                  <a:lnTo>
                    <a:pt x="1298" y="46"/>
                  </a:lnTo>
                  <a:lnTo>
                    <a:pt x="1344" y="320"/>
                  </a:lnTo>
                  <a:lnTo>
                    <a:pt x="1389" y="613"/>
                  </a:lnTo>
                  <a:lnTo>
                    <a:pt x="1426" y="887"/>
                  </a:lnTo>
                  <a:lnTo>
                    <a:pt x="1526" y="1079"/>
                  </a:lnTo>
                  <a:lnTo>
                    <a:pt x="1636" y="1207"/>
                  </a:lnTo>
                  <a:lnTo>
                    <a:pt x="1819" y="1271"/>
                  </a:lnTo>
                  <a:lnTo>
                    <a:pt x="2038" y="1299"/>
                  </a:lnTo>
                  <a:lnTo>
                    <a:pt x="2249" y="1299"/>
                  </a:lnTo>
                  <a:lnTo>
                    <a:pt x="2377" y="1317"/>
                  </a:lnTo>
                  <a:lnTo>
                    <a:pt x="0" y="1317"/>
                  </a:lnTo>
                </a:path>
              </a:pathLst>
            </a:custGeom>
            <a:solidFill>
              <a:schemeClr val="accent6">
                <a:alpha val="68000"/>
              </a:schemeClr>
            </a:solidFill>
            <a:ln w="9525">
              <a:noFill/>
              <a:round/>
              <a:headEnd/>
              <a:tailEnd/>
            </a:ln>
          </p:spPr>
          <p:txBody>
            <a:bodyPr wrap="none" anchor="ctr"/>
            <a:lstStyle/>
            <a:p>
              <a:endParaRPr lang="en-US"/>
            </a:p>
          </p:txBody>
        </p:sp>
      </p:grpSp>
      <p:pic>
        <p:nvPicPr>
          <p:cNvPr id="18439" name="Picture 13"/>
          <p:cNvPicPr>
            <a:picLocks noChangeAspect="1" noChangeArrowheads="1"/>
          </p:cNvPicPr>
          <p:nvPr/>
        </p:nvPicPr>
        <p:blipFill>
          <a:blip r:embed="rId4" cstate="print"/>
          <a:srcRect/>
          <a:stretch>
            <a:fillRect/>
          </a:stretch>
        </p:blipFill>
        <p:spPr bwMode="auto">
          <a:xfrm>
            <a:off x="3237472" y="2974976"/>
            <a:ext cx="2298700" cy="1514475"/>
          </a:xfrm>
          <a:prstGeom prst="rect">
            <a:avLst/>
          </a:prstGeom>
          <a:solidFill>
            <a:schemeClr val="bg1"/>
          </a:solidFill>
          <a:ln w="9525" algn="ctr">
            <a:noFill/>
            <a:miter lim="800000"/>
            <a:headEnd/>
            <a:tailEnd/>
          </a:ln>
        </p:spPr>
      </p:pic>
      <p:sp>
        <p:nvSpPr>
          <p:cNvPr id="18443" name="Rectangle 21" descr="Wide downward diagonal"/>
          <p:cNvSpPr>
            <a:spLocks noChangeArrowheads="1"/>
          </p:cNvSpPr>
          <p:nvPr/>
        </p:nvSpPr>
        <p:spPr bwMode="auto">
          <a:xfrm>
            <a:off x="3651809" y="4089401"/>
            <a:ext cx="1625600" cy="319088"/>
          </a:xfrm>
          <a:prstGeom prst="rect">
            <a:avLst/>
          </a:prstGeom>
          <a:solidFill>
            <a:schemeClr val="accent6">
              <a:alpha val="68000"/>
            </a:schemeClr>
          </a:solidFill>
          <a:ln w="9525">
            <a:noFill/>
            <a:round/>
            <a:headEnd/>
            <a:tailEnd/>
          </a:ln>
        </p:spPr>
        <p:txBody>
          <a:bodyPr wrap="none" anchor="ctr"/>
          <a:lstStyle/>
          <a:p>
            <a:endParaRPr lang="en-US"/>
          </a:p>
        </p:txBody>
      </p:sp>
      <p:sp>
        <p:nvSpPr>
          <p:cNvPr id="18440" name="Text Box 15"/>
          <p:cNvSpPr txBox="1">
            <a:spLocks noChangeArrowheads="1"/>
          </p:cNvSpPr>
          <p:nvPr/>
        </p:nvSpPr>
        <p:spPr bwMode="auto">
          <a:xfrm>
            <a:off x="3077134" y="2941638"/>
            <a:ext cx="323850" cy="366713"/>
          </a:xfrm>
          <a:prstGeom prst="rect">
            <a:avLst/>
          </a:prstGeom>
          <a:solidFill>
            <a:schemeClr val="bg1"/>
          </a:solidFill>
          <a:ln w="9525" algn="ctr">
            <a:noFill/>
            <a:miter lim="800000"/>
            <a:headEnd/>
            <a:tailEnd/>
          </a:ln>
        </p:spPr>
        <p:txBody>
          <a:bodyPr wrap="none">
            <a:spAutoFit/>
          </a:bodyPr>
          <a:lstStyle/>
          <a:p>
            <a:r>
              <a:rPr lang="en-US"/>
              <a:t>F</a:t>
            </a:r>
          </a:p>
        </p:txBody>
      </p:sp>
      <p:sp>
        <p:nvSpPr>
          <p:cNvPr id="18441" name="Text Box 16"/>
          <p:cNvSpPr txBox="1">
            <a:spLocks noChangeArrowheads="1"/>
          </p:cNvSpPr>
          <p:nvPr/>
        </p:nvSpPr>
        <p:spPr bwMode="auto">
          <a:xfrm>
            <a:off x="5364722" y="4478338"/>
            <a:ext cx="247650" cy="366713"/>
          </a:xfrm>
          <a:prstGeom prst="rect">
            <a:avLst/>
          </a:prstGeom>
          <a:solidFill>
            <a:schemeClr val="bg1"/>
          </a:solidFill>
          <a:ln w="9525" algn="ctr">
            <a:noFill/>
            <a:miter lim="800000"/>
            <a:headEnd/>
            <a:tailEnd/>
          </a:ln>
        </p:spPr>
        <p:txBody>
          <a:bodyPr wrap="none">
            <a:spAutoFit/>
          </a:bodyPr>
          <a:lstStyle/>
          <a:p>
            <a:r>
              <a:rPr lang="en-US"/>
              <a:t>t</a:t>
            </a:r>
          </a:p>
        </p:txBody>
      </p:sp>
      <p:grpSp>
        <p:nvGrpSpPr>
          <p:cNvPr id="4" name="Group 19"/>
          <p:cNvGrpSpPr>
            <a:grpSpLocks/>
          </p:cNvGrpSpPr>
          <p:nvPr/>
        </p:nvGrpSpPr>
        <p:grpSpPr bwMode="auto">
          <a:xfrm>
            <a:off x="5258359" y="3732213"/>
            <a:ext cx="323850" cy="366713"/>
            <a:chOff x="1909" y="3488"/>
            <a:chExt cx="204" cy="231"/>
          </a:xfrm>
          <a:solidFill>
            <a:schemeClr val="bg1"/>
          </a:solidFill>
        </p:grpSpPr>
        <p:sp>
          <p:nvSpPr>
            <p:cNvPr id="18455" name="Text Box 17"/>
            <p:cNvSpPr txBox="1">
              <a:spLocks noChangeArrowheads="1"/>
            </p:cNvSpPr>
            <p:nvPr/>
          </p:nvSpPr>
          <p:spPr bwMode="auto">
            <a:xfrm>
              <a:off x="1909" y="3488"/>
              <a:ext cx="204" cy="231"/>
            </a:xfrm>
            <a:prstGeom prst="rect">
              <a:avLst/>
            </a:prstGeom>
            <a:grpFill/>
            <a:ln w="9525" algn="ctr">
              <a:noFill/>
              <a:miter lim="800000"/>
              <a:headEnd/>
              <a:tailEnd/>
            </a:ln>
          </p:spPr>
          <p:txBody>
            <a:bodyPr wrap="none">
              <a:spAutoFit/>
            </a:bodyPr>
            <a:lstStyle/>
            <a:p>
              <a:r>
                <a:rPr lang="en-US"/>
                <a:t>F</a:t>
              </a:r>
            </a:p>
          </p:txBody>
        </p:sp>
        <p:sp>
          <p:nvSpPr>
            <p:cNvPr id="18456" name="Line 18"/>
            <p:cNvSpPr>
              <a:spLocks noChangeShapeType="1"/>
            </p:cNvSpPr>
            <p:nvPr/>
          </p:nvSpPr>
          <p:spPr bwMode="auto">
            <a:xfrm>
              <a:off x="1954" y="3521"/>
              <a:ext cx="109" cy="0"/>
            </a:xfrm>
            <a:prstGeom prst="line">
              <a:avLst/>
            </a:prstGeom>
            <a:grpFill/>
            <a:ln w="9525">
              <a:solidFill>
                <a:schemeClr val="tx1"/>
              </a:solidFill>
              <a:round/>
              <a:headEnd/>
              <a:tailEnd/>
            </a:ln>
          </p:spPr>
          <p:txBody>
            <a:bodyPr wrap="none" anchor="ctr"/>
            <a:lstStyle/>
            <a:p>
              <a:endParaRPr lang="en-US"/>
            </a:p>
          </p:txBody>
        </p:sp>
      </p:grpSp>
      <p:sp>
        <p:nvSpPr>
          <p:cNvPr id="18444" name="Line 20"/>
          <p:cNvSpPr>
            <a:spLocks noChangeShapeType="1"/>
          </p:cNvSpPr>
          <p:nvPr/>
        </p:nvSpPr>
        <p:spPr bwMode="auto">
          <a:xfrm>
            <a:off x="3664509" y="4075113"/>
            <a:ext cx="1611313" cy="0"/>
          </a:xfrm>
          <a:prstGeom prst="line">
            <a:avLst/>
          </a:prstGeom>
          <a:solidFill>
            <a:schemeClr val="bg1"/>
          </a:solidFill>
          <a:ln w="9525">
            <a:solidFill>
              <a:srgbClr val="FF0000"/>
            </a:solidFill>
            <a:prstDash val="dash"/>
            <a:round/>
            <a:headEnd/>
            <a:tailEnd/>
          </a:ln>
        </p:spPr>
        <p:txBody>
          <a:bodyPr wrap="none" anchor="ctr"/>
          <a:lstStyle/>
          <a:p>
            <a:endParaRPr lang="en-US"/>
          </a:p>
        </p:txBody>
      </p:sp>
      <p:grpSp>
        <p:nvGrpSpPr>
          <p:cNvPr id="5" name="Group 25"/>
          <p:cNvGrpSpPr>
            <a:grpSpLocks/>
          </p:cNvGrpSpPr>
          <p:nvPr/>
        </p:nvGrpSpPr>
        <p:grpSpPr bwMode="auto">
          <a:xfrm>
            <a:off x="7225272" y="5397501"/>
            <a:ext cx="323850" cy="366713"/>
            <a:chOff x="1909" y="3488"/>
            <a:chExt cx="204" cy="231"/>
          </a:xfrm>
          <a:solidFill>
            <a:schemeClr val="bg1"/>
          </a:solidFill>
        </p:grpSpPr>
        <p:sp>
          <p:nvSpPr>
            <p:cNvPr id="18453" name="Text Box 26"/>
            <p:cNvSpPr txBox="1">
              <a:spLocks noChangeArrowheads="1"/>
            </p:cNvSpPr>
            <p:nvPr/>
          </p:nvSpPr>
          <p:spPr bwMode="auto">
            <a:xfrm>
              <a:off x="1909" y="3488"/>
              <a:ext cx="204" cy="231"/>
            </a:xfrm>
            <a:prstGeom prst="rect">
              <a:avLst/>
            </a:prstGeom>
            <a:grpFill/>
            <a:ln w="9525" algn="ctr">
              <a:noFill/>
              <a:miter lim="800000"/>
              <a:headEnd/>
              <a:tailEnd/>
            </a:ln>
          </p:spPr>
          <p:txBody>
            <a:bodyPr wrap="none">
              <a:spAutoFit/>
            </a:bodyPr>
            <a:lstStyle/>
            <a:p>
              <a:r>
                <a:rPr lang="en-US"/>
                <a:t>F</a:t>
              </a:r>
            </a:p>
          </p:txBody>
        </p:sp>
        <p:sp>
          <p:nvSpPr>
            <p:cNvPr id="18454" name="Line 27"/>
            <p:cNvSpPr>
              <a:spLocks noChangeShapeType="1"/>
            </p:cNvSpPr>
            <p:nvPr/>
          </p:nvSpPr>
          <p:spPr bwMode="auto">
            <a:xfrm>
              <a:off x="1954" y="3521"/>
              <a:ext cx="109" cy="0"/>
            </a:xfrm>
            <a:prstGeom prst="line">
              <a:avLst/>
            </a:prstGeom>
            <a:grpFill/>
            <a:ln w="9525">
              <a:solidFill>
                <a:schemeClr val="tx1"/>
              </a:solidFill>
              <a:round/>
              <a:headEnd/>
              <a:tailEnd/>
            </a:ln>
          </p:spPr>
          <p:txBody>
            <a:bodyPr wrap="none" anchor="ctr"/>
            <a:lstStyle/>
            <a:p>
              <a:endParaRPr lang="en-US"/>
            </a:p>
          </p:txBody>
        </p:sp>
      </p:grpSp>
      <p:pic>
        <p:nvPicPr>
          <p:cNvPr id="18446" name="Picture 29"/>
          <p:cNvPicPr>
            <a:picLocks noChangeAspect="1" noChangeArrowheads="1"/>
          </p:cNvPicPr>
          <p:nvPr/>
        </p:nvPicPr>
        <p:blipFill>
          <a:blip r:embed="rId4" cstate="print"/>
          <a:srcRect l="9531" b="4716"/>
          <a:stretch>
            <a:fillRect/>
          </a:stretch>
        </p:blipFill>
        <p:spPr bwMode="auto">
          <a:xfrm>
            <a:off x="3454959" y="4467226"/>
            <a:ext cx="2079625" cy="1443038"/>
          </a:xfrm>
          <a:prstGeom prst="rect">
            <a:avLst/>
          </a:prstGeom>
          <a:solidFill>
            <a:schemeClr val="bg1"/>
          </a:solidFill>
          <a:ln w="9525" algn="ctr">
            <a:noFill/>
            <a:miter lim="800000"/>
            <a:headEnd/>
            <a:tailEnd/>
          </a:ln>
        </p:spPr>
      </p:pic>
      <p:sp>
        <p:nvSpPr>
          <p:cNvPr id="18447" name="Rectangle 24" descr="Wide downward diagonal"/>
          <p:cNvSpPr>
            <a:spLocks noChangeArrowheads="1"/>
          </p:cNvSpPr>
          <p:nvPr/>
        </p:nvSpPr>
        <p:spPr bwMode="auto">
          <a:xfrm>
            <a:off x="1926197" y="5872163"/>
            <a:ext cx="5514975" cy="44450"/>
          </a:xfrm>
          <a:prstGeom prst="rect">
            <a:avLst/>
          </a:prstGeom>
          <a:solidFill>
            <a:schemeClr val="accent6">
              <a:alpha val="68000"/>
            </a:schemeClr>
          </a:solidFill>
          <a:ln w="9525">
            <a:noFill/>
            <a:round/>
            <a:headEnd/>
            <a:tailEnd/>
          </a:ln>
        </p:spPr>
        <p:txBody>
          <a:bodyPr wrap="none" anchor="ctr"/>
          <a:lstStyle/>
          <a:p>
            <a:endParaRPr lang="en-US"/>
          </a:p>
        </p:txBody>
      </p:sp>
      <p:sp>
        <p:nvSpPr>
          <p:cNvPr id="18448" name="Line 23"/>
          <p:cNvSpPr>
            <a:spLocks noChangeShapeType="1"/>
          </p:cNvSpPr>
          <p:nvPr/>
        </p:nvSpPr>
        <p:spPr bwMode="auto">
          <a:xfrm>
            <a:off x="1926197" y="5351247"/>
            <a:ext cx="5514975" cy="0"/>
          </a:xfrm>
          <a:prstGeom prst="line">
            <a:avLst/>
          </a:prstGeom>
          <a:solidFill>
            <a:schemeClr val="accent6">
              <a:alpha val="68000"/>
            </a:schemeClr>
          </a:solidFill>
          <a:ln w="9525">
            <a:noFill/>
            <a:round/>
            <a:headEnd/>
            <a:tailEnd/>
          </a:ln>
        </p:spPr>
        <p:txBody>
          <a:bodyPr wrap="none" anchor="ctr"/>
          <a:lstStyle/>
          <a:p>
            <a:endParaRPr lang="en-US"/>
          </a:p>
        </p:txBody>
      </p:sp>
      <p:sp>
        <p:nvSpPr>
          <p:cNvPr id="18449" name="Text Box 30"/>
          <p:cNvSpPr txBox="1">
            <a:spLocks noChangeArrowheads="1"/>
          </p:cNvSpPr>
          <p:nvPr/>
        </p:nvSpPr>
        <p:spPr bwMode="auto">
          <a:xfrm>
            <a:off x="5494897" y="4305301"/>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0" name="Text Box 8"/>
          <p:cNvSpPr txBox="1">
            <a:spLocks noChangeArrowheads="1"/>
          </p:cNvSpPr>
          <p:nvPr/>
        </p:nvSpPr>
        <p:spPr bwMode="auto">
          <a:xfrm>
            <a:off x="5356784" y="2787651"/>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1" name="Text Box 31"/>
          <p:cNvSpPr txBox="1">
            <a:spLocks noChangeArrowheads="1"/>
          </p:cNvSpPr>
          <p:nvPr/>
        </p:nvSpPr>
        <p:spPr bwMode="auto">
          <a:xfrm>
            <a:off x="7830109" y="5843588"/>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2" name="Text Box 32"/>
          <p:cNvSpPr txBox="1">
            <a:spLocks noChangeArrowheads="1"/>
          </p:cNvSpPr>
          <p:nvPr/>
        </p:nvSpPr>
        <p:spPr bwMode="auto">
          <a:xfrm>
            <a:off x="695884" y="3754438"/>
            <a:ext cx="323850" cy="366713"/>
          </a:xfrm>
          <a:prstGeom prst="rect">
            <a:avLst/>
          </a:prstGeom>
          <a:solidFill>
            <a:schemeClr val="bg1"/>
          </a:solidFill>
          <a:ln w="9525" algn="ctr">
            <a:noFill/>
            <a:miter lim="800000"/>
            <a:headEnd/>
            <a:tailEnd/>
          </a:ln>
        </p:spPr>
        <p:txBody>
          <a:bodyPr wrap="none">
            <a:spAutoFit/>
          </a:bodyPr>
          <a:lstStyle/>
          <a:p>
            <a:r>
              <a:rPr lang="en-US"/>
              <a:t>F</a:t>
            </a:r>
          </a:p>
        </p:txBody>
      </p:sp>
      <p:sp>
        <p:nvSpPr>
          <p:cNvPr id="6" name="Line 20">
            <a:extLst>
              <a:ext uri="{FF2B5EF4-FFF2-40B4-BE49-F238E27FC236}">
                <a16:creationId xmlns:a16="http://schemas.microsoft.com/office/drawing/2014/main" id="{C81F5F48-A2F5-4F34-33D9-FB88EBDBDFA3}"/>
              </a:ext>
            </a:extLst>
          </p:cNvPr>
          <p:cNvSpPr>
            <a:spLocks noChangeShapeType="1"/>
          </p:cNvSpPr>
          <p:nvPr/>
        </p:nvSpPr>
        <p:spPr bwMode="auto">
          <a:xfrm>
            <a:off x="1963388" y="5858608"/>
            <a:ext cx="5477784" cy="7205"/>
          </a:xfrm>
          <a:prstGeom prst="line">
            <a:avLst/>
          </a:prstGeom>
          <a:solidFill>
            <a:schemeClr val="bg1"/>
          </a:solidFill>
          <a:ln w="9525">
            <a:solidFill>
              <a:srgbClr val="FF0000"/>
            </a:solidFill>
            <a:prstDash val="dash"/>
            <a:round/>
            <a:headEnd/>
            <a:tailEnd/>
          </a:ln>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dirty="0"/>
              <a:t>Question 123.14.7</a:t>
            </a:r>
          </a:p>
        </p:txBody>
      </p:sp>
      <p:sp>
        <p:nvSpPr>
          <p:cNvPr id="12292" name="Content Placeholder 2"/>
          <p:cNvSpPr>
            <a:spLocks noGrp="1"/>
          </p:cNvSpPr>
          <p:nvPr>
            <p:ph idx="1"/>
          </p:nvPr>
        </p:nvSpPr>
        <p:spPr>
          <a:xfrm>
            <a:off x="398463" y="1266825"/>
            <a:ext cx="8229600" cy="4525963"/>
          </a:xfrm>
        </p:spPr>
        <p:txBody>
          <a:bodyPr>
            <a:normAutofit lnSpcReduction="10000"/>
          </a:bodyPr>
          <a:lstStyle/>
          <a:p>
            <a:pPr>
              <a:buFontTx/>
              <a:buNone/>
            </a:pPr>
            <a:r>
              <a:rPr lang="en-US"/>
              <a:t>What is the name of this quantity?</a:t>
            </a:r>
          </a:p>
          <a:p>
            <a:pPr>
              <a:buFontTx/>
              <a:buNone/>
            </a:pPr>
            <a:endParaRPr lang="en-US"/>
          </a:p>
          <a:p>
            <a:pPr>
              <a:buFontTx/>
              <a:buNone/>
            </a:pPr>
            <a:endParaRPr lang="en-US"/>
          </a:p>
          <a:p>
            <a:pPr>
              <a:buFontTx/>
              <a:buAutoNum type="alphaLcParenR"/>
            </a:pPr>
            <a:endParaRPr lang="en-US"/>
          </a:p>
          <a:p>
            <a:pPr>
              <a:buFontTx/>
              <a:buAutoNum type="alphaLcParenR"/>
            </a:pPr>
            <a:r>
              <a:rPr lang="en-US"/>
              <a:t>Kale-Gordon factor</a:t>
            </a:r>
          </a:p>
          <a:p>
            <a:pPr>
              <a:buFontTx/>
              <a:buAutoNum type="alphaLcParenR"/>
            </a:pPr>
            <a:r>
              <a:rPr lang="en-US"/>
              <a:t>Boltzmann's factor</a:t>
            </a:r>
          </a:p>
          <a:p>
            <a:pPr>
              <a:buFontTx/>
              <a:buAutoNum type="alphaLcParenR"/>
            </a:pPr>
            <a:r>
              <a:rPr lang="en-US"/>
              <a:t>The average value of x</a:t>
            </a:r>
          </a:p>
          <a:p>
            <a:pPr>
              <a:buFontTx/>
              <a:buAutoNum type="alphaLcParenR"/>
            </a:pPr>
            <a:r>
              <a:rPr lang="en-US"/>
              <a:t>The standard deviation of x</a:t>
            </a:r>
          </a:p>
        </p:txBody>
      </p:sp>
      <p:sp>
        <p:nvSpPr>
          <p:cNvPr id="12293" name="Slide Number Placeholder 3"/>
          <p:cNvSpPr>
            <a:spLocks noGrp="1"/>
          </p:cNvSpPr>
          <p:nvPr>
            <p:ph type="sldNum" sz="quarter" idx="12"/>
          </p:nvPr>
        </p:nvSpPr>
        <p:spPr>
          <a:noFill/>
        </p:spPr>
        <p:txBody>
          <a:bodyPr/>
          <a:lstStyle/>
          <a:p>
            <a:fld id="{BE0B0B3C-ED03-43A8-921C-C7AD8BD69535}" type="slidenum">
              <a:rPr lang="en-US" smtClean="0"/>
              <a:pPr/>
              <a:t>15</a:t>
            </a:fld>
            <a:endParaRPr lang="en-US"/>
          </a:p>
        </p:txBody>
      </p:sp>
      <p:graphicFrame>
        <p:nvGraphicFramePr>
          <p:cNvPr id="12290" name="Object 2"/>
          <p:cNvGraphicFramePr>
            <a:graphicFrameLocks noChangeAspect="1"/>
          </p:cNvGraphicFramePr>
          <p:nvPr/>
        </p:nvGraphicFramePr>
        <p:xfrm>
          <a:off x="3846513" y="1949450"/>
          <a:ext cx="1535112" cy="1273175"/>
        </p:xfrm>
        <a:graphic>
          <a:graphicData uri="http://schemas.openxmlformats.org/presentationml/2006/ole">
            <mc:AlternateContent xmlns:mc="http://schemas.openxmlformats.org/markup-compatibility/2006">
              <mc:Choice xmlns:v="urn:schemas-microsoft-com:vml" Requires="v">
                <p:oleObj name="Equation" r:id="rId2" imgW="520560" imgH="431640" progId="Equation.3">
                  <p:embed/>
                </p:oleObj>
              </mc:Choice>
              <mc:Fallback>
                <p:oleObj name="Equation" r:id="rId2" imgW="520560" imgH="431640" progId="Equation.3">
                  <p:embed/>
                  <p:pic>
                    <p:nvPicPr>
                      <p:cNvPr id="122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513" y="1949450"/>
                        <a:ext cx="1535112" cy="127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89201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123.14.8</a:t>
            </a:r>
          </a:p>
        </p:txBody>
      </p:sp>
      <p:sp>
        <p:nvSpPr>
          <p:cNvPr id="3" name="Content Placeholder 2"/>
          <p:cNvSpPr>
            <a:spLocks noGrp="1"/>
          </p:cNvSpPr>
          <p:nvPr>
            <p:ph idx="1"/>
          </p:nvPr>
        </p:nvSpPr>
        <p:spPr>
          <a:xfrm>
            <a:off x="312056" y="1426028"/>
            <a:ext cx="8603343" cy="5584372"/>
          </a:xfrm>
        </p:spPr>
        <p:txBody>
          <a:bodyPr>
            <a:normAutofit fontScale="47500" lnSpcReduction="20000"/>
          </a:bodyPr>
          <a:lstStyle/>
          <a:p>
            <a:pPr>
              <a:buNone/>
            </a:pPr>
            <a:r>
              <a:rPr lang="en-US" sz="5900" dirty="0"/>
              <a:t>We learned a name for         what is that name? </a:t>
            </a:r>
          </a:p>
          <a:p>
            <a:pPr>
              <a:buNone/>
            </a:pPr>
            <a:r>
              <a:rPr lang="en-US" sz="5900" dirty="0"/>
              <a:t> </a:t>
            </a:r>
          </a:p>
          <a:p>
            <a:pPr marL="514350" indent="-514350">
              <a:buFont typeface="+mj-lt"/>
              <a:buAutoNum type="alphaLcParenR"/>
            </a:pPr>
            <a:r>
              <a:rPr lang="en-US" sz="5900" dirty="0"/>
              <a:t> </a:t>
            </a:r>
          </a:p>
          <a:p>
            <a:pPr marL="514350" indent="-514350">
              <a:buFont typeface="+mj-lt"/>
              <a:buAutoNum type="alphaLcParenR"/>
            </a:pPr>
            <a:endParaRPr lang="en-US" sz="5900" dirty="0"/>
          </a:p>
          <a:p>
            <a:pPr marL="514350" indent="-514350">
              <a:buFont typeface="+mj-lt"/>
              <a:buAutoNum type="alphaLcParenR"/>
            </a:pPr>
            <a:endParaRPr lang="en-US" sz="5900" dirty="0"/>
          </a:p>
          <a:p>
            <a:pPr marL="0" indent="0">
              <a:buNone/>
            </a:pPr>
            <a:r>
              <a:rPr lang="en-US" sz="5900" dirty="0"/>
              <a:t>b)</a:t>
            </a:r>
          </a:p>
          <a:p>
            <a:pPr marL="0" indent="0">
              <a:buNone/>
            </a:pPr>
            <a:endParaRPr lang="en-US" sz="5900" dirty="0"/>
          </a:p>
          <a:p>
            <a:pPr marL="0" indent="0">
              <a:buNone/>
            </a:pPr>
            <a:endParaRPr lang="en-US" sz="5900" dirty="0"/>
          </a:p>
          <a:p>
            <a:pPr marL="0" indent="0">
              <a:buNone/>
            </a:pPr>
            <a:r>
              <a:rPr lang="en-US" sz="5900" dirty="0"/>
              <a:t>c) </a:t>
            </a:r>
          </a:p>
          <a:p>
            <a:pPr marL="0" indent="0">
              <a:buNone/>
            </a:pPr>
            <a:endParaRPr lang="en-US" sz="5900" dirty="0"/>
          </a:p>
          <a:p>
            <a:pPr marL="514350" indent="-514350">
              <a:buFont typeface="+mj-lt"/>
              <a:buAutoNum type="alphaLcParenR"/>
            </a:pPr>
            <a:endParaRPr lang="en-US" sz="5900" dirty="0"/>
          </a:p>
          <a:p>
            <a:pPr marL="0" indent="0">
              <a:buNone/>
            </a:pPr>
            <a:r>
              <a:rPr lang="en-US" sz="5900" dirty="0"/>
              <a:t>d)    Craig</a:t>
            </a:r>
          </a:p>
          <a:p>
            <a:endParaRPr lang="en-US" sz="24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16</a:t>
            </a:fld>
            <a:endParaRPr lang="en-US"/>
          </a:p>
        </p:txBody>
      </p:sp>
      <p:graphicFrame>
        <p:nvGraphicFramePr>
          <p:cNvPr id="5" name="Object 4"/>
          <p:cNvGraphicFramePr>
            <a:graphicFrameLocks noChangeAspect="1"/>
          </p:cNvGraphicFramePr>
          <p:nvPr/>
        </p:nvGraphicFramePr>
        <p:xfrm>
          <a:off x="3953329" y="1219200"/>
          <a:ext cx="466271" cy="599491"/>
        </p:xfrm>
        <a:graphic>
          <a:graphicData uri="http://schemas.openxmlformats.org/presentationml/2006/ole">
            <mc:AlternateContent xmlns:mc="http://schemas.openxmlformats.org/markup-compatibility/2006">
              <mc:Choice xmlns:v="urn:schemas-microsoft-com:vml" Requires="v">
                <p:oleObj name="Equation" r:id="rId2" imgW="177480" imgH="228600" progId="Equation.3">
                  <p:embed/>
                </p:oleObj>
              </mc:Choice>
              <mc:Fallback>
                <p:oleObj name="Equation" r:id="rId2" imgW="177480" imgH="2286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3329" y="1219200"/>
                        <a:ext cx="466271" cy="59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47" name="Object 5"/>
          <p:cNvGraphicFramePr>
            <a:graphicFrameLocks noChangeAspect="1"/>
          </p:cNvGraphicFramePr>
          <p:nvPr/>
        </p:nvGraphicFramePr>
        <p:xfrm>
          <a:off x="884464" y="4749800"/>
          <a:ext cx="679450" cy="736600"/>
        </p:xfrm>
        <a:graphic>
          <a:graphicData uri="http://schemas.openxmlformats.org/presentationml/2006/ole">
            <mc:AlternateContent xmlns:mc="http://schemas.openxmlformats.org/markup-compatibility/2006">
              <mc:Choice xmlns:v="urn:schemas-microsoft-com:vml" Requires="v">
                <p:oleObj name="Equation" r:id="rId4" imgW="228600" imgH="241200" progId="Equation.3">
                  <p:embed/>
                </p:oleObj>
              </mc:Choice>
              <mc:Fallback>
                <p:oleObj name="Equation" r:id="rId4" imgW="228600" imgH="241200" progId="Equation.3">
                  <p:embed/>
                  <p:pic>
                    <p:nvPicPr>
                      <p:cNvPr id="51814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464" y="4749800"/>
                        <a:ext cx="67945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49" name="Object 5"/>
          <p:cNvGraphicFramePr>
            <a:graphicFrameLocks noChangeAspect="1"/>
          </p:cNvGraphicFramePr>
          <p:nvPr/>
        </p:nvGraphicFramePr>
        <p:xfrm>
          <a:off x="976767" y="3459163"/>
          <a:ext cx="377825" cy="503237"/>
        </p:xfrm>
        <a:graphic>
          <a:graphicData uri="http://schemas.openxmlformats.org/presentationml/2006/ole">
            <mc:AlternateContent xmlns:mc="http://schemas.openxmlformats.org/markup-compatibility/2006">
              <mc:Choice xmlns:v="urn:schemas-microsoft-com:vml" Requires="v">
                <p:oleObj name="Equation" r:id="rId6" imgW="126720" imgH="164880" progId="Equation.3">
                  <p:embed/>
                </p:oleObj>
              </mc:Choice>
              <mc:Fallback>
                <p:oleObj name="Equation" r:id="rId6" imgW="126720" imgH="164880" progId="Equation.3">
                  <p:embed/>
                  <p:pic>
                    <p:nvPicPr>
                      <p:cNvPr id="51814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6767" y="3459163"/>
                        <a:ext cx="3778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50" name="Object 5"/>
          <p:cNvGraphicFramePr>
            <a:graphicFrameLocks noChangeAspect="1"/>
          </p:cNvGraphicFramePr>
          <p:nvPr/>
        </p:nvGraphicFramePr>
        <p:xfrm>
          <a:off x="867683" y="2209800"/>
          <a:ext cx="755650" cy="696913"/>
        </p:xfrm>
        <a:graphic>
          <a:graphicData uri="http://schemas.openxmlformats.org/presentationml/2006/ole">
            <mc:AlternateContent xmlns:mc="http://schemas.openxmlformats.org/markup-compatibility/2006">
              <mc:Choice xmlns:v="urn:schemas-microsoft-com:vml" Requires="v">
                <p:oleObj name="Equation" r:id="rId8" imgW="253800" imgH="228600" progId="Equation.3">
                  <p:embed/>
                </p:oleObj>
              </mc:Choice>
              <mc:Fallback>
                <p:oleObj name="Equation" r:id="rId8" imgW="253800" imgH="228600" progId="Equation.3">
                  <p:embed/>
                  <p:pic>
                    <p:nvPicPr>
                      <p:cNvPr id="51815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7683" y="2209800"/>
                        <a:ext cx="755650"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7385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Some rms Speeds</a:t>
            </a:r>
          </a:p>
        </p:txBody>
      </p:sp>
      <p:pic>
        <p:nvPicPr>
          <p:cNvPr id="409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1430235"/>
            <a:ext cx="7924799" cy="420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A522-B508-B3AE-7DC3-EFF5146809C5}"/>
            </a:ext>
          </a:extLst>
        </p:cNvPr>
        <p:cNvGrpSpPr/>
        <p:nvPr/>
      </p:nvGrpSpPr>
      <p:grpSpPr>
        <a:xfrm>
          <a:off x="0" y="0"/>
          <a:ext cx="0" cy="0"/>
          <a:chOff x="0" y="0"/>
          <a:chExt cx="0" cy="0"/>
        </a:xfrm>
      </p:grpSpPr>
      <p:sp>
        <p:nvSpPr>
          <p:cNvPr id="13318" name="Slide Number Placeholder 5">
            <a:extLst>
              <a:ext uri="{FF2B5EF4-FFF2-40B4-BE49-F238E27FC236}">
                <a16:creationId xmlns:a16="http://schemas.microsoft.com/office/drawing/2014/main" id="{3FF2B16D-B961-BD69-7152-9CD3390EC15A}"/>
              </a:ext>
            </a:extLst>
          </p:cNvPr>
          <p:cNvSpPr>
            <a:spLocks noGrp="1"/>
          </p:cNvSpPr>
          <p:nvPr>
            <p:ph type="sldNum" sz="quarter" idx="12"/>
          </p:nvPr>
        </p:nvSpPr>
        <p:spPr>
          <a:noFill/>
        </p:spPr>
        <p:txBody>
          <a:bodyPr/>
          <a:lstStyle/>
          <a:p>
            <a:fld id="{AF8A1169-9EBA-46E2-9B98-508A50930152}" type="slidenum">
              <a:rPr lang="en-US" smtClean="0"/>
              <a:pPr/>
              <a:t>18</a:t>
            </a:fld>
            <a:endParaRPr lang="en-US"/>
          </a:p>
        </p:txBody>
      </p:sp>
      <p:sp>
        <p:nvSpPr>
          <p:cNvPr id="13319" name="Rectangle 2">
            <a:extLst>
              <a:ext uri="{FF2B5EF4-FFF2-40B4-BE49-F238E27FC236}">
                <a16:creationId xmlns:a16="http://schemas.microsoft.com/office/drawing/2014/main" id="{E1714991-DA6C-FCF2-7DB7-4DC1A2AA3C34}"/>
              </a:ext>
            </a:extLst>
          </p:cNvPr>
          <p:cNvSpPr>
            <a:spLocks noGrp="1" noChangeArrowheads="1"/>
          </p:cNvSpPr>
          <p:nvPr>
            <p:ph type="title"/>
          </p:nvPr>
        </p:nvSpPr>
        <p:spPr/>
        <p:txBody>
          <a:bodyPr/>
          <a:lstStyle/>
          <a:p>
            <a:pPr eaLnBrk="1" hangingPunct="1"/>
            <a:r>
              <a:rPr lang="en-US" dirty="0"/>
              <a:t>Question 123.15.1</a:t>
            </a:r>
          </a:p>
        </p:txBody>
      </p:sp>
      <p:sp>
        <p:nvSpPr>
          <p:cNvPr id="13320" name="Rectangle 3">
            <a:extLst>
              <a:ext uri="{FF2B5EF4-FFF2-40B4-BE49-F238E27FC236}">
                <a16:creationId xmlns:a16="http://schemas.microsoft.com/office/drawing/2014/main" id="{843D9D3F-09CB-1F06-3EB1-98BF8E87404B}"/>
              </a:ext>
            </a:extLst>
          </p:cNvPr>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a:extLst>
              <a:ext uri="{FF2B5EF4-FFF2-40B4-BE49-F238E27FC236}">
                <a16:creationId xmlns:a16="http://schemas.microsoft.com/office/drawing/2014/main" id="{FB28F9EA-09DB-64F2-237C-AC3036DEA3B0}"/>
              </a:ext>
            </a:extLst>
          </p:cNvPr>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a:extLst>
              <a:ext uri="{FF2B5EF4-FFF2-40B4-BE49-F238E27FC236}">
                <a16:creationId xmlns:a16="http://schemas.microsoft.com/office/drawing/2014/main" id="{28DA5275-B045-3C77-0BBD-D1C63FDED2F0}"/>
              </a:ext>
            </a:extLst>
          </p:cNvPr>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a:extLst>
                          <a:ext uri="{FF2B5EF4-FFF2-40B4-BE49-F238E27FC236}">
                            <a16:creationId xmlns:a16="http://schemas.microsoft.com/office/drawing/2014/main" id="{28DA5275-B045-3C77-0BBD-D1C63FDED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a:extLst>
              <a:ext uri="{FF2B5EF4-FFF2-40B4-BE49-F238E27FC236}">
                <a16:creationId xmlns:a16="http://schemas.microsoft.com/office/drawing/2014/main" id="{F49B110B-E9AA-6A90-BBDD-35BC7B03EA5B}"/>
              </a:ext>
            </a:extLst>
          </p:cNvPr>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a:extLst>
                          <a:ext uri="{FF2B5EF4-FFF2-40B4-BE49-F238E27FC236}">
                            <a16:creationId xmlns:a16="http://schemas.microsoft.com/office/drawing/2014/main" id="{F49B110B-E9AA-6A90-BBDD-35BC7B03EA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a:extLst>
              <a:ext uri="{FF2B5EF4-FFF2-40B4-BE49-F238E27FC236}">
                <a16:creationId xmlns:a16="http://schemas.microsoft.com/office/drawing/2014/main" id="{859AC3AE-075E-26E7-2EC6-643505591CF5}"/>
              </a:ext>
            </a:extLst>
          </p:cNvPr>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a:extLst>
                          <a:ext uri="{FF2B5EF4-FFF2-40B4-BE49-F238E27FC236}">
                            <a16:creationId xmlns:a16="http://schemas.microsoft.com/office/drawing/2014/main" id="{859AC3AE-075E-26E7-2EC6-643505591C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a:extLst>
              <a:ext uri="{FF2B5EF4-FFF2-40B4-BE49-F238E27FC236}">
                <a16:creationId xmlns:a16="http://schemas.microsoft.com/office/drawing/2014/main" id="{1F08353D-AD9C-5F33-C790-3A9B928DC725}"/>
              </a:ext>
            </a:extLst>
          </p:cNvPr>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a:extLst>
                          <a:ext uri="{FF2B5EF4-FFF2-40B4-BE49-F238E27FC236}">
                            <a16:creationId xmlns:a16="http://schemas.microsoft.com/office/drawing/2014/main" id="{1F08353D-AD9C-5F33-C790-3A9B928DC7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9225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F17E-B27E-7DF7-26BB-E8983E28456E}"/>
            </a:ext>
          </a:extLst>
        </p:cNvPr>
        <p:cNvGrpSpPr/>
        <p:nvPr/>
      </p:nvGrpSpPr>
      <p:grpSpPr>
        <a:xfrm>
          <a:off x="0" y="0"/>
          <a:ext cx="0" cy="0"/>
          <a:chOff x="0" y="0"/>
          <a:chExt cx="0" cy="0"/>
        </a:xfrm>
      </p:grpSpPr>
      <p:sp>
        <p:nvSpPr>
          <p:cNvPr id="193538" name="Title 1">
            <a:extLst>
              <a:ext uri="{FF2B5EF4-FFF2-40B4-BE49-F238E27FC236}">
                <a16:creationId xmlns:a16="http://schemas.microsoft.com/office/drawing/2014/main" id="{99D826D3-BB04-1D84-4434-AF7A44740728}"/>
              </a:ext>
            </a:extLst>
          </p:cNvPr>
          <p:cNvSpPr>
            <a:spLocks noGrp="1"/>
          </p:cNvSpPr>
          <p:nvPr>
            <p:ph type="title"/>
          </p:nvPr>
        </p:nvSpPr>
        <p:spPr/>
        <p:txBody>
          <a:bodyPr/>
          <a:lstStyle/>
          <a:p>
            <a:r>
              <a:rPr lang="en-US" dirty="0"/>
              <a:t>Question 123.15.2</a:t>
            </a:r>
          </a:p>
        </p:txBody>
      </p:sp>
      <p:sp>
        <p:nvSpPr>
          <p:cNvPr id="193539" name="Content Placeholder 2">
            <a:extLst>
              <a:ext uri="{FF2B5EF4-FFF2-40B4-BE49-F238E27FC236}">
                <a16:creationId xmlns:a16="http://schemas.microsoft.com/office/drawing/2014/main" id="{6E22C00F-D943-392D-C6BE-C947E899E856}"/>
              </a:ext>
            </a:extLst>
          </p:cNvPr>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a:extLst>
              <a:ext uri="{FF2B5EF4-FFF2-40B4-BE49-F238E27FC236}">
                <a16:creationId xmlns:a16="http://schemas.microsoft.com/office/drawing/2014/main" id="{957A8D6A-7D8B-AD22-2FC0-6203AA77E7BC}"/>
              </a:ext>
            </a:extLst>
          </p:cNvPr>
          <p:cNvSpPr>
            <a:spLocks noGrp="1"/>
          </p:cNvSpPr>
          <p:nvPr>
            <p:ph type="sldNum" sz="quarter" idx="12"/>
          </p:nvPr>
        </p:nvSpPr>
        <p:spPr>
          <a:noFill/>
        </p:spPr>
        <p:txBody>
          <a:bodyPr/>
          <a:lstStyle/>
          <a:p>
            <a:fld id="{44AF3AA2-562C-4E7D-A401-97604B9354FA}" type="slidenum">
              <a:rPr lang="en-US" smtClean="0"/>
              <a:pPr/>
              <a:t>19</a:t>
            </a:fld>
            <a:endParaRPr lang="en-US"/>
          </a:p>
        </p:txBody>
      </p:sp>
    </p:spTree>
    <p:extLst>
      <p:ext uri="{BB962C8B-B14F-4D97-AF65-F5344CB8AC3E}">
        <p14:creationId xmlns:p14="http://schemas.microsoft.com/office/powerpoint/2010/main" val="1888356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EC52-B18D-08E9-B54C-3581830D4818}"/>
              </a:ext>
            </a:extLst>
          </p:cNvPr>
          <p:cNvSpPr>
            <a:spLocks noGrp="1"/>
          </p:cNvSpPr>
          <p:nvPr>
            <p:ph type="title"/>
          </p:nvPr>
        </p:nvSpPr>
        <p:spPr/>
        <p:txBody>
          <a:bodyPr/>
          <a:lstStyle/>
          <a:p>
            <a:r>
              <a:rPr lang="en-US" dirty="0"/>
              <a:t>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170C96-98C4-DF57-3AA3-61B5A2CEC78E}"/>
                  </a:ext>
                </a:extLst>
              </p:cNvPr>
              <p:cNvSpPr>
                <a:spLocks noGrp="1"/>
              </p:cNvSpPr>
              <p:nvPr>
                <p:ph idx="1"/>
              </p:nvPr>
            </p:nvSpPr>
            <p:spPr/>
            <p:txBody>
              <a:bodyPr>
                <a:normAutofit fontScale="92500" lnSpcReduction="10000"/>
              </a:bodyPr>
              <a:lstStyle/>
              <a:p>
                <a:pPr marL="0" indent="0">
                  <a:buNone/>
                </a:pPr>
                <a:r>
                  <a:rPr lang="en-US" dirty="0"/>
                  <a:t>Suppose a colleague tells you that in her Statistical Mechanics class they defined a root-mean-squared velocity for atoms in a gas. That is, they took the velocity, squared it, and then took the average. They got	</a:t>
                </a:r>
                <a:endParaRPr lang="en-US" i="1" dirty="0">
                  <a:latin typeface="Cambria Math" panose="02040503050406030204" pitchFamily="18" charset="0"/>
                </a:endParaRP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𝑟𝑚𝑠</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𝐵</m:t>
                                  </m:r>
                                </m:sub>
                              </m:sSub>
                              <m:r>
                                <a:rPr lang="en-US" i="1">
                                  <a:latin typeface="Cambria Math" panose="02040503050406030204" pitchFamily="18" charset="0"/>
                                </a:rPr>
                                <m:t>𝑇</m:t>
                              </m:r>
                            </m:num>
                            <m:den>
                              <m:r>
                                <a:rPr lang="en-US" i="1">
                                  <a:latin typeface="Cambria Math" panose="02040503050406030204" pitchFamily="18" charset="0"/>
                                </a:rPr>
                                <m:t>𝑚</m:t>
                              </m:r>
                            </m:den>
                          </m:f>
                        </m:e>
                      </m:rad>
                    </m:oMath>
                  </m:oMathPara>
                </a14:m>
                <a:endParaRPr lang="en-US" dirty="0"/>
              </a:p>
              <a:p>
                <a:pPr marL="0" indent="0">
                  <a:buNone/>
                </a:pPr>
                <a:r>
                  <a:rPr lang="en-US" dirty="0"/>
                  <a:t>Show that this works from our kinetic theory of gasses.</a:t>
                </a:r>
              </a:p>
            </p:txBody>
          </p:sp>
        </mc:Choice>
        <mc:Fallback xmlns="">
          <p:sp>
            <p:nvSpPr>
              <p:cNvPr id="3" name="Content Placeholder 2">
                <a:extLst>
                  <a:ext uri="{FF2B5EF4-FFF2-40B4-BE49-F238E27FC236}">
                    <a16:creationId xmlns:a16="http://schemas.microsoft.com/office/drawing/2014/main" id="{45170C96-98C4-DF57-3AA3-61B5A2CEC78E}"/>
                  </a:ext>
                </a:extLst>
              </p:cNvPr>
              <p:cNvSpPr>
                <a:spLocks noGrp="1" noRot="1" noChangeAspect="1" noMove="1" noResize="1" noEditPoints="1" noAdjustHandles="1" noChangeArrowheads="1" noChangeShapeType="1" noTextEdit="1"/>
              </p:cNvSpPr>
              <p:nvPr>
                <p:ph idx="1"/>
              </p:nvPr>
            </p:nvSpPr>
            <p:spPr>
              <a:blipFill>
                <a:blip r:embed="rId2"/>
                <a:stretch>
                  <a:fillRect l="-1704" t="-2695" r="-667" b="-1752"/>
                </a:stretch>
              </a:blipFill>
            </p:spPr>
            <p:txBody>
              <a:bodyPr/>
              <a:lstStyle/>
              <a:p>
                <a:r>
                  <a:rPr lang="en-US">
                    <a:noFill/>
                  </a:rPr>
                  <a:t> </a:t>
                </a:r>
              </a:p>
            </p:txBody>
          </p:sp>
        </mc:Fallback>
      </mc:AlternateContent>
    </p:spTree>
    <p:extLst>
      <p:ext uri="{BB962C8B-B14F-4D97-AF65-F5344CB8AC3E}">
        <p14:creationId xmlns:p14="http://schemas.microsoft.com/office/powerpoint/2010/main" val="112591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B735E-85AE-683C-A362-36E3DE8DF36F}"/>
            </a:ext>
          </a:extLst>
        </p:cNvPr>
        <p:cNvGrpSpPr/>
        <p:nvPr/>
      </p:nvGrpSpPr>
      <p:grpSpPr>
        <a:xfrm>
          <a:off x="0" y="0"/>
          <a:ext cx="0" cy="0"/>
          <a:chOff x="0" y="0"/>
          <a:chExt cx="0" cy="0"/>
        </a:xfrm>
      </p:grpSpPr>
      <p:sp>
        <p:nvSpPr>
          <p:cNvPr id="200706" name="Slide Number Placeholder 5">
            <a:extLst>
              <a:ext uri="{FF2B5EF4-FFF2-40B4-BE49-F238E27FC236}">
                <a16:creationId xmlns:a16="http://schemas.microsoft.com/office/drawing/2014/main" id="{5D6D193A-4EEF-EED4-5134-E10D89503DF6}"/>
              </a:ext>
            </a:extLst>
          </p:cNvPr>
          <p:cNvSpPr>
            <a:spLocks noGrp="1"/>
          </p:cNvSpPr>
          <p:nvPr>
            <p:ph type="sldNum" sz="quarter" idx="12"/>
          </p:nvPr>
        </p:nvSpPr>
        <p:spPr>
          <a:noFill/>
        </p:spPr>
        <p:txBody>
          <a:bodyPr/>
          <a:lstStyle/>
          <a:p>
            <a:fld id="{AB93FC83-B451-4B07-A2C8-1A82EE7D6380}" type="slidenum">
              <a:rPr lang="en-US" smtClean="0"/>
              <a:pPr/>
              <a:t>21</a:t>
            </a:fld>
            <a:endParaRPr lang="en-US"/>
          </a:p>
        </p:txBody>
      </p:sp>
      <p:sp>
        <p:nvSpPr>
          <p:cNvPr id="200707" name="Rectangle 2">
            <a:extLst>
              <a:ext uri="{FF2B5EF4-FFF2-40B4-BE49-F238E27FC236}">
                <a16:creationId xmlns:a16="http://schemas.microsoft.com/office/drawing/2014/main" id="{6FFE4F55-C682-97C3-DE00-D9C885D0EF9A}"/>
              </a:ext>
            </a:extLst>
          </p:cNvPr>
          <p:cNvSpPr>
            <a:spLocks noGrp="1" noChangeArrowheads="1"/>
          </p:cNvSpPr>
          <p:nvPr>
            <p:ph type="title"/>
          </p:nvPr>
        </p:nvSpPr>
        <p:spPr/>
        <p:txBody>
          <a:bodyPr/>
          <a:lstStyle/>
          <a:p>
            <a:pPr eaLnBrk="1" hangingPunct="1"/>
            <a:r>
              <a:rPr lang="en-US" dirty="0"/>
              <a:t>Question 123.14.4</a:t>
            </a:r>
          </a:p>
        </p:txBody>
      </p:sp>
      <p:sp>
        <p:nvSpPr>
          <p:cNvPr id="200708" name="Rectangle 3">
            <a:extLst>
              <a:ext uri="{FF2B5EF4-FFF2-40B4-BE49-F238E27FC236}">
                <a16:creationId xmlns:a16="http://schemas.microsoft.com/office/drawing/2014/main" id="{BB748AF2-142B-C756-EA41-6A6D49102021}"/>
              </a:ext>
            </a:extLst>
          </p:cNvPr>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195622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1F91C-8546-ADD6-E117-E5608B003919}"/>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FBC3D6D4-A4CB-5EBE-8125-F9039CBA1805}"/>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a:extLst>
              <a:ext uri="{FF2B5EF4-FFF2-40B4-BE49-F238E27FC236}">
                <a16:creationId xmlns:a16="http://schemas.microsoft.com/office/drawing/2014/main" id="{77FF9EF9-BD39-EBCD-358A-E3A63C8A4DFB}"/>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a:extLst>
              <a:ext uri="{FF2B5EF4-FFF2-40B4-BE49-F238E27FC236}">
                <a16:creationId xmlns:a16="http://schemas.microsoft.com/office/drawing/2014/main" id="{03D3C259-6D96-772D-100D-72E17279244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a:extLst>
              <a:ext uri="{FF2B5EF4-FFF2-40B4-BE49-F238E27FC236}">
                <a16:creationId xmlns:a16="http://schemas.microsoft.com/office/drawing/2014/main" id="{3DDA2E58-DA99-3B3A-3A9C-389E0FD39030}"/>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a:extLst>
              <a:ext uri="{FF2B5EF4-FFF2-40B4-BE49-F238E27FC236}">
                <a16:creationId xmlns:a16="http://schemas.microsoft.com/office/drawing/2014/main" id="{40BC18D7-D6E2-A9D1-540B-2ED1479424C9}"/>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a:extLst>
              <a:ext uri="{FF2B5EF4-FFF2-40B4-BE49-F238E27FC236}">
                <a16:creationId xmlns:a16="http://schemas.microsoft.com/office/drawing/2014/main" id="{32A8A9B4-A79E-53B5-4B77-502E0AECB917}"/>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a:extLst>
              <a:ext uri="{FF2B5EF4-FFF2-40B4-BE49-F238E27FC236}">
                <a16:creationId xmlns:a16="http://schemas.microsoft.com/office/drawing/2014/main" id="{C091851F-49AA-8ECB-FE26-C3244210F481}"/>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a:extLst>
              <a:ext uri="{FF2B5EF4-FFF2-40B4-BE49-F238E27FC236}">
                <a16:creationId xmlns:a16="http://schemas.microsoft.com/office/drawing/2014/main" id="{96C8CED8-B957-F774-3FAA-7167C70DEF6E}"/>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a:extLst>
              <a:ext uri="{FF2B5EF4-FFF2-40B4-BE49-F238E27FC236}">
                <a16:creationId xmlns:a16="http://schemas.microsoft.com/office/drawing/2014/main" id="{B9B8AE1F-36DD-1080-52ED-CABE5A206778}"/>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a:extLst>
              <a:ext uri="{FF2B5EF4-FFF2-40B4-BE49-F238E27FC236}">
                <a16:creationId xmlns:a16="http://schemas.microsoft.com/office/drawing/2014/main" id="{E1C65816-8F08-0184-7594-0F5BA617F833}"/>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a:extLst>
              <a:ext uri="{FF2B5EF4-FFF2-40B4-BE49-F238E27FC236}">
                <a16:creationId xmlns:a16="http://schemas.microsoft.com/office/drawing/2014/main" id="{222D91CD-BCED-3D02-15F2-9C7DE84A18F8}"/>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a:extLst>
              <a:ext uri="{FF2B5EF4-FFF2-40B4-BE49-F238E27FC236}">
                <a16:creationId xmlns:a16="http://schemas.microsoft.com/office/drawing/2014/main" id="{9DC12FEF-EC75-22A5-DA0B-D881815782A2}"/>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a:extLst>
              <a:ext uri="{FF2B5EF4-FFF2-40B4-BE49-F238E27FC236}">
                <a16:creationId xmlns:a16="http://schemas.microsoft.com/office/drawing/2014/main" id="{B521E360-B4FE-E58A-1CCF-5F83587527A4}"/>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a:extLst>
              <a:ext uri="{FF2B5EF4-FFF2-40B4-BE49-F238E27FC236}">
                <a16:creationId xmlns:a16="http://schemas.microsoft.com/office/drawing/2014/main" id="{FB7FAF2A-1433-1A44-7AD4-DA9ADD412C1E}"/>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a:extLst>
              <a:ext uri="{FF2B5EF4-FFF2-40B4-BE49-F238E27FC236}">
                <a16:creationId xmlns:a16="http://schemas.microsoft.com/office/drawing/2014/main" id="{5A358CA5-F576-468B-2F61-8DBE661AD1EC}"/>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a:extLst>
              <a:ext uri="{FF2B5EF4-FFF2-40B4-BE49-F238E27FC236}">
                <a16:creationId xmlns:a16="http://schemas.microsoft.com/office/drawing/2014/main" id="{9D788D60-B723-71C9-A24D-AD7931A18D3E}"/>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a:extLst>
              <a:ext uri="{FF2B5EF4-FFF2-40B4-BE49-F238E27FC236}">
                <a16:creationId xmlns:a16="http://schemas.microsoft.com/office/drawing/2014/main" id="{A58894CB-4C4D-DE97-4554-D670C2C3E6B6}"/>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a:extLst>
              <a:ext uri="{FF2B5EF4-FFF2-40B4-BE49-F238E27FC236}">
                <a16:creationId xmlns:a16="http://schemas.microsoft.com/office/drawing/2014/main" id="{76605884-ED1E-775C-8DD1-B0611902D246}"/>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a:extLst>
              <a:ext uri="{FF2B5EF4-FFF2-40B4-BE49-F238E27FC236}">
                <a16:creationId xmlns:a16="http://schemas.microsoft.com/office/drawing/2014/main" id="{566E3D71-3B90-8F8C-42F4-0343A2C26FC6}"/>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a:extLst>
              <a:ext uri="{FF2B5EF4-FFF2-40B4-BE49-F238E27FC236}">
                <a16:creationId xmlns:a16="http://schemas.microsoft.com/office/drawing/2014/main" id="{C55C0012-54DF-AFE8-3C70-33DF92C360E8}"/>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a:extLst>
              <a:ext uri="{FF2B5EF4-FFF2-40B4-BE49-F238E27FC236}">
                <a16:creationId xmlns:a16="http://schemas.microsoft.com/office/drawing/2014/main" id="{E0A10A41-EEB5-4B7A-A410-5830162B10C5}"/>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a:extLst>
              <a:ext uri="{FF2B5EF4-FFF2-40B4-BE49-F238E27FC236}">
                <a16:creationId xmlns:a16="http://schemas.microsoft.com/office/drawing/2014/main" id="{FBA356B4-8E71-56C3-C1C5-9C71EDA326A0}"/>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a:extLst>
              <a:ext uri="{FF2B5EF4-FFF2-40B4-BE49-F238E27FC236}">
                <a16:creationId xmlns:a16="http://schemas.microsoft.com/office/drawing/2014/main" id="{315BD87A-886B-415A-85F6-CEE64B3054D6}"/>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a:extLst>
              <a:ext uri="{FF2B5EF4-FFF2-40B4-BE49-F238E27FC236}">
                <a16:creationId xmlns:a16="http://schemas.microsoft.com/office/drawing/2014/main" id="{DC63F05A-53D4-362A-F336-E6033026CA4F}"/>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a:extLst>
              <a:ext uri="{FF2B5EF4-FFF2-40B4-BE49-F238E27FC236}">
                <a16:creationId xmlns:a16="http://schemas.microsoft.com/office/drawing/2014/main" id="{1A77F12F-A6E6-9A79-9D4A-341DCF9F9BEB}"/>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a:extLst>
              <a:ext uri="{FF2B5EF4-FFF2-40B4-BE49-F238E27FC236}">
                <a16:creationId xmlns:a16="http://schemas.microsoft.com/office/drawing/2014/main" id="{E78F37D8-339B-35EF-9A5C-771A43B49252}"/>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a:extLst>
              <a:ext uri="{FF2B5EF4-FFF2-40B4-BE49-F238E27FC236}">
                <a16:creationId xmlns:a16="http://schemas.microsoft.com/office/drawing/2014/main" id="{01A42859-E0EC-186B-F48B-14A8CF2BE862}"/>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a:extLst>
              <a:ext uri="{FF2B5EF4-FFF2-40B4-BE49-F238E27FC236}">
                <a16:creationId xmlns:a16="http://schemas.microsoft.com/office/drawing/2014/main" id="{B9A7AC3C-C564-2F2A-A9F9-EAE0E1752DF6}"/>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a:extLst>
              <a:ext uri="{FF2B5EF4-FFF2-40B4-BE49-F238E27FC236}">
                <a16:creationId xmlns:a16="http://schemas.microsoft.com/office/drawing/2014/main" id="{4369CFB2-DC17-900B-E3F8-AA5B43D68C9B}"/>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a:extLst>
              <a:ext uri="{FF2B5EF4-FFF2-40B4-BE49-F238E27FC236}">
                <a16:creationId xmlns:a16="http://schemas.microsoft.com/office/drawing/2014/main" id="{9BBD98B5-CFE0-5BB0-4727-33FCEDF0CF55}"/>
              </a:ext>
            </a:extLst>
          </p:cNvPr>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a:extLst>
              <a:ext uri="{FF2B5EF4-FFF2-40B4-BE49-F238E27FC236}">
                <a16:creationId xmlns:a16="http://schemas.microsoft.com/office/drawing/2014/main" id="{A2297F72-BF79-8754-1DBE-4A418385CD84}"/>
              </a:ext>
            </a:extLst>
          </p:cNvPr>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a:extLst>
                          <a:ext uri="{FF2B5EF4-FFF2-40B4-BE49-F238E27FC236}">
                            <a16:creationId xmlns:a16="http://schemas.microsoft.com/office/drawing/2014/main" id="{A2297F72-BF79-8754-1DBE-4A418385C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a:extLst>
              <a:ext uri="{FF2B5EF4-FFF2-40B4-BE49-F238E27FC236}">
                <a16:creationId xmlns:a16="http://schemas.microsoft.com/office/drawing/2014/main" id="{9DEFA37B-9A59-D268-8FE8-D81D73AA7DF7}"/>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319696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7E62-F18D-55F1-41AF-486A79974AE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FED3265-57D9-F438-A71C-7FA8F7088A56}"/>
              </a:ext>
            </a:extLst>
          </p:cNvPr>
          <p:cNvSpPr>
            <a:spLocks noGrp="1" noChangeArrowheads="1"/>
          </p:cNvSpPr>
          <p:nvPr>
            <p:ph type="title"/>
          </p:nvPr>
        </p:nvSpPr>
        <p:spPr/>
        <p:txBody>
          <a:bodyPr/>
          <a:lstStyle/>
          <a:p>
            <a:pPr eaLnBrk="1" hangingPunct="1"/>
            <a:r>
              <a:rPr lang="en-US"/>
              <a:t>Equivalent Collision</a:t>
            </a:r>
          </a:p>
        </p:txBody>
      </p:sp>
      <p:grpSp>
        <p:nvGrpSpPr>
          <p:cNvPr id="2" name="Group 30">
            <a:extLst>
              <a:ext uri="{FF2B5EF4-FFF2-40B4-BE49-F238E27FC236}">
                <a16:creationId xmlns:a16="http://schemas.microsoft.com/office/drawing/2014/main" id="{BD45A1C4-E08A-8BA8-6262-311B822F9FC0}"/>
              </a:ext>
            </a:extLst>
          </p:cNvPr>
          <p:cNvGrpSpPr>
            <a:grpSpLocks/>
          </p:cNvGrpSpPr>
          <p:nvPr/>
        </p:nvGrpSpPr>
        <p:grpSpPr bwMode="auto">
          <a:xfrm>
            <a:off x="1544638" y="2135188"/>
            <a:ext cx="5805487" cy="3030537"/>
            <a:chOff x="973" y="1345"/>
            <a:chExt cx="3657" cy="1909"/>
          </a:xfrm>
        </p:grpSpPr>
        <p:sp>
          <p:nvSpPr>
            <p:cNvPr id="12292" name="Oval 4">
              <a:extLst>
                <a:ext uri="{FF2B5EF4-FFF2-40B4-BE49-F238E27FC236}">
                  <a16:creationId xmlns:a16="http://schemas.microsoft.com/office/drawing/2014/main" id="{77F989B7-FA9A-79BE-FBE6-28CFD6D7D5FB}"/>
                </a:ext>
              </a:extLst>
            </p:cNvPr>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a:extLst>
                <a:ext uri="{FF2B5EF4-FFF2-40B4-BE49-F238E27FC236}">
                  <a16:creationId xmlns:a16="http://schemas.microsoft.com/office/drawing/2014/main" id="{5B2F58AE-8122-D792-C3FF-5DD348BFFACD}"/>
                </a:ext>
              </a:extLst>
            </p:cNvPr>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a:extLst>
                <a:ext uri="{FF2B5EF4-FFF2-40B4-BE49-F238E27FC236}">
                  <a16:creationId xmlns:a16="http://schemas.microsoft.com/office/drawing/2014/main" id="{AD1FF7FC-D0BD-A15A-6D69-2AC9812E7B24}"/>
                </a:ext>
              </a:extLst>
            </p:cNvPr>
            <p:cNvGrpSpPr>
              <a:grpSpLocks/>
            </p:cNvGrpSpPr>
            <p:nvPr/>
          </p:nvGrpSpPr>
          <p:grpSpPr bwMode="auto">
            <a:xfrm>
              <a:off x="1243" y="1778"/>
              <a:ext cx="596" cy="257"/>
              <a:chOff x="2395" y="2034"/>
              <a:chExt cx="596" cy="257"/>
            </a:xfrm>
          </p:grpSpPr>
          <p:sp>
            <p:nvSpPr>
              <p:cNvPr id="12314" name="Line 6">
                <a:extLst>
                  <a:ext uri="{FF2B5EF4-FFF2-40B4-BE49-F238E27FC236}">
                    <a16:creationId xmlns:a16="http://schemas.microsoft.com/office/drawing/2014/main" id="{E5F7BCEC-FD66-CF71-EB5F-7B9856F3C839}"/>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a:extLst>
                  <a:ext uri="{FF2B5EF4-FFF2-40B4-BE49-F238E27FC236}">
                    <a16:creationId xmlns:a16="http://schemas.microsoft.com/office/drawing/2014/main" id="{CE14B85B-1EA0-57D5-3EC3-A65ECE342491}"/>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a:extLst>
                  <a:ext uri="{FF2B5EF4-FFF2-40B4-BE49-F238E27FC236}">
                    <a16:creationId xmlns:a16="http://schemas.microsoft.com/office/drawing/2014/main" id="{A0B3383E-92C5-F3B5-FDC5-5433B96F785C}"/>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a:extLst>
                  <a:ext uri="{FF2B5EF4-FFF2-40B4-BE49-F238E27FC236}">
                    <a16:creationId xmlns:a16="http://schemas.microsoft.com/office/drawing/2014/main" id="{3F8A201D-863F-1372-44E3-FF8A14E5C3A1}"/>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a:extLst>
                <a:ext uri="{FF2B5EF4-FFF2-40B4-BE49-F238E27FC236}">
                  <a16:creationId xmlns:a16="http://schemas.microsoft.com/office/drawing/2014/main" id="{70AC4311-6792-6C9D-51F9-8DB40C1A6006}"/>
                </a:ext>
              </a:extLst>
            </p:cNvPr>
            <p:cNvGrpSpPr>
              <a:grpSpLocks/>
            </p:cNvGrpSpPr>
            <p:nvPr/>
          </p:nvGrpSpPr>
          <p:grpSpPr bwMode="auto">
            <a:xfrm>
              <a:off x="973" y="2760"/>
              <a:ext cx="596" cy="257"/>
              <a:chOff x="2395" y="2034"/>
              <a:chExt cx="596" cy="257"/>
            </a:xfrm>
          </p:grpSpPr>
          <p:sp>
            <p:nvSpPr>
              <p:cNvPr id="12310" name="Line 12">
                <a:extLst>
                  <a:ext uri="{FF2B5EF4-FFF2-40B4-BE49-F238E27FC236}">
                    <a16:creationId xmlns:a16="http://schemas.microsoft.com/office/drawing/2014/main" id="{4CEFA19D-A432-565A-3D6F-6A72D96C1294}"/>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a:extLst>
                  <a:ext uri="{FF2B5EF4-FFF2-40B4-BE49-F238E27FC236}">
                    <a16:creationId xmlns:a16="http://schemas.microsoft.com/office/drawing/2014/main" id="{7455FAF2-3F31-2311-A165-1BEC136DEA2E}"/>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a:extLst>
                  <a:ext uri="{FF2B5EF4-FFF2-40B4-BE49-F238E27FC236}">
                    <a16:creationId xmlns:a16="http://schemas.microsoft.com/office/drawing/2014/main" id="{A16BE94A-BCB2-13EB-8370-D6742269DFC7}"/>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a:extLst>
                  <a:ext uri="{FF2B5EF4-FFF2-40B4-BE49-F238E27FC236}">
                    <a16:creationId xmlns:a16="http://schemas.microsoft.com/office/drawing/2014/main" id="{345518B4-0973-0470-9179-0CE712D7E78D}"/>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a:extLst>
                <a:ext uri="{FF2B5EF4-FFF2-40B4-BE49-F238E27FC236}">
                  <a16:creationId xmlns:a16="http://schemas.microsoft.com/office/drawing/2014/main" id="{8B28FAEF-F04A-A79D-7054-68BD4883A57F}"/>
                </a:ext>
              </a:extLst>
            </p:cNvPr>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a:extLst>
                <a:ext uri="{FF2B5EF4-FFF2-40B4-BE49-F238E27FC236}">
                  <a16:creationId xmlns:a16="http://schemas.microsoft.com/office/drawing/2014/main" id="{72BEA3DB-702F-ED0D-3D46-FB79118B1760}"/>
                </a:ext>
              </a:extLst>
            </p:cNvPr>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a:extLst>
                <a:ext uri="{FF2B5EF4-FFF2-40B4-BE49-F238E27FC236}">
                  <a16:creationId xmlns:a16="http://schemas.microsoft.com/office/drawing/2014/main" id="{259D61C5-E080-B106-BDB1-B71D94419CBB}"/>
                </a:ext>
              </a:extLst>
            </p:cNvPr>
            <p:cNvGrpSpPr>
              <a:grpSpLocks/>
            </p:cNvGrpSpPr>
            <p:nvPr/>
          </p:nvGrpSpPr>
          <p:grpSpPr bwMode="auto">
            <a:xfrm>
              <a:off x="3427" y="2997"/>
              <a:ext cx="596" cy="257"/>
              <a:chOff x="2395" y="2034"/>
              <a:chExt cx="596" cy="257"/>
            </a:xfrm>
          </p:grpSpPr>
          <p:sp>
            <p:nvSpPr>
              <p:cNvPr id="12306" name="Line 19">
                <a:extLst>
                  <a:ext uri="{FF2B5EF4-FFF2-40B4-BE49-F238E27FC236}">
                    <a16:creationId xmlns:a16="http://schemas.microsoft.com/office/drawing/2014/main" id="{C1A53087-9BC0-00AB-C2A7-54CD42316062}"/>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a:extLst>
                  <a:ext uri="{FF2B5EF4-FFF2-40B4-BE49-F238E27FC236}">
                    <a16:creationId xmlns:a16="http://schemas.microsoft.com/office/drawing/2014/main" id="{FA23B7B4-586D-D0FF-6021-9C392BA7C5F4}"/>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a:extLst>
                  <a:ext uri="{FF2B5EF4-FFF2-40B4-BE49-F238E27FC236}">
                    <a16:creationId xmlns:a16="http://schemas.microsoft.com/office/drawing/2014/main" id="{4613FEAE-01FE-4671-F122-96C70DD52C2F}"/>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a:extLst>
                  <a:ext uri="{FF2B5EF4-FFF2-40B4-BE49-F238E27FC236}">
                    <a16:creationId xmlns:a16="http://schemas.microsoft.com/office/drawing/2014/main" id="{0F41B7C1-33E5-2F7A-7B24-731958C385DA}"/>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a:extLst>
                <a:ext uri="{FF2B5EF4-FFF2-40B4-BE49-F238E27FC236}">
                  <a16:creationId xmlns:a16="http://schemas.microsoft.com/office/drawing/2014/main" id="{4B6D8D4D-9207-A782-B871-C6478B469EF3}"/>
                </a:ext>
              </a:extLst>
            </p:cNvPr>
            <p:cNvGrpSpPr>
              <a:grpSpLocks/>
            </p:cNvGrpSpPr>
            <p:nvPr/>
          </p:nvGrpSpPr>
          <p:grpSpPr bwMode="auto">
            <a:xfrm>
              <a:off x="4017" y="2992"/>
              <a:ext cx="596" cy="257"/>
              <a:chOff x="2395" y="2034"/>
              <a:chExt cx="596" cy="257"/>
            </a:xfrm>
          </p:grpSpPr>
          <p:sp>
            <p:nvSpPr>
              <p:cNvPr id="12302" name="Line 24">
                <a:extLst>
                  <a:ext uri="{FF2B5EF4-FFF2-40B4-BE49-F238E27FC236}">
                    <a16:creationId xmlns:a16="http://schemas.microsoft.com/office/drawing/2014/main" id="{8E5E7F4C-9C8F-2AC9-030A-020EF0C73C88}"/>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a:extLst>
                  <a:ext uri="{FF2B5EF4-FFF2-40B4-BE49-F238E27FC236}">
                    <a16:creationId xmlns:a16="http://schemas.microsoft.com/office/drawing/2014/main" id="{B57C025E-34EE-0908-BA37-3CBE775D572F}"/>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a:extLst>
                  <a:ext uri="{FF2B5EF4-FFF2-40B4-BE49-F238E27FC236}">
                    <a16:creationId xmlns:a16="http://schemas.microsoft.com/office/drawing/2014/main" id="{B762A6DF-ABDA-B4F6-D46C-0353A61D0671}"/>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a:extLst>
                  <a:ext uri="{FF2B5EF4-FFF2-40B4-BE49-F238E27FC236}">
                    <a16:creationId xmlns:a16="http://schemas.microsoft.com/office/drawing/2014/main" id="{42F7AE68-F46A-E731-101C-53EC97C81DC9}"/>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a:extLst>
                <a:ext uri="{FF2B5EF4-FFF2-40B4-BE49-F238E27FC236}">
                  <a16:creationId xmlns:a16="http://schemas.microsoft.com/office/drawing/2014/main" id="{FCE097C9-1602-E6B4-C254-15578569DE5C}"/>
                </a:ext>
              </a:extLst>
            </p:cNvPr>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a:extLst>
                <a:ext uri="{FF2B5EF4-FFF2-40B4-BE49-F238E27FC236}">
                  <a16:creationId xmlns:a16="http://schemas.microsoft.com/office/drawing/2014/main" id="{26E2C4FE-A816-E8F4-D7D4-F146BBA6FDD5}"/>
                </a:ext>
              </a:extLst>
            </p:cNvPr>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extLst>
      <p:ext uri="{BB962C8B-B14F-4D97-AF65-F5344CB8AC3E}">
        <p14:creationId xmlns:p14="http://schemas.microsoft.com/office/powerpoint/2010/main" val="2660859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05CA0-2619-83A8-7EC0-89BD44E7EE85}"/>
            </a:ext>
          </a:extLst>
        </p:cNvPr>
        <p:cNvGrpSpPr/>
        <p:nvPr/>
      </p:nvGrpSpPr>
      <p:grpSpPr>
        <a:xfrm>
          <a:off x="0" y="0"/>
          <a:ext cx="0" cy="0"/>
          <a:chOff x="0" y="0"/>
          <a:chExt cx="0" cy="0"/>
        </a:xfrm>
      </p:grpSpPr>
      <p:sp>
        <p:nvSpPr>
          <p:cNvPr id="6" name="Oval 17">
            <a:extLst>
              <a:ext uri="{FF2B5EF4-FFF2-40B4-BE49-F238E27FC236}">
                <a16:creationId xmlns:a16="http://schemas.microsoft.com/office/drawing/2014/main" id="{BF3C737C-F850-EF75-4E44-21AD70194438}"/>
              </a:ext>
            </a:extLst>
          </p:cNvPr>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a:extLst>
              <a:ext uri="{FF2B5EF4-FFF2-40B4-BE49-F238E27FC236}">
                <a16:creationId xmlns:a16="http://schemas.microsoft.com/office/drawing/2014/main" id="{46DFFD49-B248-8027-3608-6440F46286A2}"/>
              </a:ext>
            </a:extLst>
          </p:cNvPr>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4F2E69F-6983-9E0E-5588-224A4E0249F8}"/>
              </a:ext>
            </a:extLst>
          </p:cNvPr>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a:extLst>
              <a:ext uri="{FF2B5EF4-FFF2-40B4-BE49-F238E27FC236}">
                <a16:creationId xmlns:a16="http://schemas.microsoft.com/office/drawing/2014/main" id="{A151E87A-E1C6-6566-BA43-1B09E5928B2B}"/>
              </a:ext>
            </a:extLst>
          </p:cNvPr>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a:extLst>
              <a:ext uri="{FF2B5EF4-FFF2-40B4-BE49-F238E27FC236}">
                <a16:creationId xmlns:a16="http://schemas.microsoft.com/office/drawing/2014/main" id="{AC58B386-3A90-A9F9-1A48-70E83C84CF2F}"/>
              </a:ext>
            </a:extLst>
          </p:cNvPr>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a:extLst>
              <a:ext uri="{FF2B5EF4-FFF2-40B4-BE49-F238E27FC236}">
                <a16:creationId xmlns:a16="http://schemas.microsoft.com/office/drawing/2014/main" id="{70AEB744-DE78-09B8-9D61-549A491A8149}"/>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a:extLst>
              <a:ext uri="{FF2B5EF4-FFF2-40B4-BE49-F238E27FC236}">
                <a16:creationId xmlns:a16="http://schemas.microsoft.com/office/drawing/2014/main" id="{2208E32A-A66B-9F78-D7BF-B08639E26FB0}"/>
              </a:ext>
            </a:extLst>
          </p:cNvPr>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a:extLst>
              <a:ext uri="{FF2B5EF4-FFF2-40B4-BE49-F238E27FC236}">
                <a16:creationId xmlns:a16="http://schemas.microsoft.com/office/drawing/2014/main" id="{4799BE15-92A6-017F-A431-98A5ED694169}"/>
              </a:ext>
            </a:extLst>
          </p:cNvPr>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a:extLst>
              <a:ext uri="{FF2B5EF4-FFF2-40B4-BE49-F238E27FC236}">
                <a16:creationId xmlns:a16="http://schemas.microsoft.com/office/drawing/2014/main" id="{A1C549F9-090C-A3A5-980F-40DDC69CDB83}"/>
              </a:ext>
            </a:extLst>
          </p:cNvPr>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a:extLst>
              <a:ext uri="{FF2B5EF4-FFF2-40B4-BE49-F238E27FC236}">
                <a16:creationId xmlns:a16="http://schemas.microsoft.com/office/drawing/2014/main" id="{C0DC3A83-81FC-68DA-63C1-0492B0AFBC0A}"/>
              </a:ext>
            </a:extLst>
          </p:cNvPr>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a:extLst>
              <a:ext uri="{FF2B5EF4-FFF2-40B4-BE49-F238E27FC236}">
                <a16:creationId xmlns:a16="http://schemas.microsoft.com/office/drawing/2014/main" id="{9039B6FB-0D49-6EC1-1C1B-1C655D60A27A}"/>
              </a:ext>
            </a:extLst>
          </p:cNvPr>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a:extLst>
              <a:ext uri="{FF2B5EF4-FFF2-40B4-BE49-F238E27FC236}">
                <a16:creationId xmlns:a16="http://schemas.microsoft.com/office/drawing/2014/main" id="{84FF941A-B61D-5316-142D-9810F6FBBC79}"/>
              </a:ext>
            </a:extLst>
          </p:cNvPr>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a:extLst>
              <a:ext uri="{FF2B5EF4-FFF2-40B4-BE49-F238E27FC236}">
                <a16:creationId xmlns:a16="http://schemas.microsoft.com/office/drawing/2014/main" id="{E5533411-E9F0-6128-B12A-F20E4CFF7294}"/>
              </a:ext>
            </a:extLst>
          </p:cNvPr>
          <p:cNvGrpSpPr/>
          <p:nvPr/>
        </p:nvGrpSpPr>
        <p:grpSpPr>
          <a:xfrm>
            <a:off x="3429000" y="1447800"/>
            <a:ext cx="1622424" cy="1597025"/>
            <a:chOff x="5459413" y="2667000"/>
            <a:chExt cx="1622424" cy="1597025"/>
          </a:xfrm>
        </p:grpSpPr>
        <p:sp>
          <p:nvSpPr>
            <p:cNvPr id="18" name="Oval 16">
              <a:extLst>
                <a:ext uri="{FF2B5EF4-FFF2-40B4-BE49-F238E27FC236}">
                  <a16:creationId xmlns:a16="http://schemas.microsoft.com/office/drawing/2014/main" id="{CB27E782-ED2F-F38E-9683-BA73858E9B9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a:extLst>
                <a:ext uri="{FF2B5EF4-FFF2-40B4-BE49-F238E27FC236}">
                  <a16:creationId xmlns:a16="http://schemas.microsoft.com/office/drawing/2014/main" id="{F7EADC73-C092-F447-2734-BC18A711A3E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a:extLst>
                <a:ext uri="{FF2B5EF4-FFF2-40B4-BE49-F238E27FC236}">
                  <a16:creationId xmlns:a16="http://schemas.microsoft.com/office/drawing/2014/main" id="{93A15878-856B-43C5-A1AF-61009D28180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a:extLst>
                <a:ext uri="{FF2B5EF4-FFF2-40B4-BE49-F238E27FC236}">
                  <a16:creationId xmlns:a16="http://schemas.microsoft.com/office/drawing/2014/main" id="{18F137DE-0F7A-44F2-A2E1-B5FD8A518A31}"/>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a:extLst>
                <a:ext uri="{FF2B5EF4-FFF2-40B4-BE49-F238E27FC236}">
                  <a16:creationId xmlns:a16="http://schemas.microsoft.com/office/drawing/2014/main" id="{D91950E7-8625-B7B6-8794-75D043058D5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a:extLst>
                <a:ext uri="{FF2B5EF4-FFF2-40B4-BE49-F238E27FC236}">
                  <a16:creationId xmlns:a16="http://schemas.microsoft.com/office/drawing/2014/main" id="{C8B55AF7-79BD-40C4-5B2C-5D6865FB6E9E}"/>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a:extLst>
                <a:ext uri="{FF2B5EF4-FFF2-40B4-BE49-F238E27FC236}">
                  <a16:creationId xmlns:a16="http://schemas.microsoft.com/office/drawing/2014/main" id="{2232800D-6A8B-EEEA-E523-AC542138406A}"/>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a:extLst>
                <a:ext uri="{FF2B5EF4-FFF2-40B4-BE49-F238E27FC236}">
                  <a16:creationId xmlns:a16="http://schemas.microsoft.com/office/drawing/2014/main" id="{8DA39508-773B-CE49-CC82-7D9489A8958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a:extLst>
                <a:ext uri="{FF2B5EF4-FFF2-40B4-BE49-F238E27FC236}">
                  <a16:creationId xmlns:a16="http://schemas.microsoft.com/office/drawing/2014/main" id="{BABE6529-6D67-C5CA-B341-31B6C27042FC}"/>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a:extLst>
              <a:ext uri="{FF2B5EF4-FFF2-40B4-BE49-F238E27FC236}">
                <a16:creationId xmlns:a16="http://schemas.microsoft.com/office/drawing/2014/main" id="{2770859F-713B-94A8-A73A-F15C1E18D959}"/>
              </a:ext>
            </a:extLst>
          </p:cNvPr>
          <p:cNvGrpSpPr/>
          <p:nvPr/>
        </p:nvGrpSpPr>
        <p:grpSpPr>
          <a:xfrm>
            <a:off x="2590800" y="3962400"/>
            <a:ext cx="1622424" cy="1597025"/>
            <a:chOff x="5459413" y="2667000"/>
            <a:chExt cx="1622424" cy="1597025"/>
          </a:xfrm>
        </p:grpSpPr>
        <p:sp>
          <p:nvSpPr>
            <p:cNvPr id="29" name="Oval 16">
              <a:extLst>
                <a:ext uri="{FF2B5EF4-FFF2-40B4-BE49-F238E27FC236}">
                  <a16:creationId xmlns:a16="http://schemas.microsoft.com/office/drawing/2014/main" id="{71EFACB3-5A2C-9ED8-474B-9FED0096FBB6}"/>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a:extLst>
                <a:ext uri="{FF2B5EF4-FFF2-40B4-BE49-F238E27FC236}">
                  <a16:creationId xmlns:a16="http://schemas.microsoft.com/office/drawing/2014/main" id="{30C4AD03-49D5-54B6-3FB0-75447C13E226}"/>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a:extLst>
                <a:ext uri="{FF2B5EF4-FFF2-40B4-BE49-F238E27FC236}">
                  <a16:creationId xmlns:a16="http://schemas.microsoft.com/office/drawing/2014/main" id="{E2ABEB9A-AD48-DEEE-D88F-C111A79EB118}"/>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a:extLst>
                <a:ext uri="{FF2B5EF4-FFF2-40B4-BE49-F238E27FC236}">
                  <a16:creationId xmlns:a16="http://schemas.microsoft.com/office/drawing/2014/main" id="{75FF4898-C6B4-A518-B8AB-DB7EE78457A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a:extLst>
                <a:ext uri="{FF2B5EF4-FFF2-40B4-BE49-F238E27FC236}">
                  <a16:creationId xmlns:a16="http://schemas.microsoft.com/office/drawing/2014/main" id="{2A48347B-5761-5792-4FC0-321DD6632328}"/>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a:extLst>
                <a:ext uri="{FF2B5EF4-FFF2-40B4-BE49-F238E27FC236}">
                  <a16:creationId xmlns:a16="http://schemas.microsoft.com/office/drawing/2014/main" id="{C30FE663-A5EC-992C-C92C-E946AD8BFBB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a:extLst>
                <a:ext uri="{FF2B5EF4-FFF2-40B4-BE49-F238E27FC236}">
                  <a16:creationId xmlns:a16="http://schemas.microsoft.com/office/drawing/2014/main" id="{EB499269-65B5-A0CF-45C8-75B1A8D5C29F}"/>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a:extLst>
                <a:ext uri="{FF2B5EF4-FFF2-40B4-BE49-F238E27FC236}">
                  <a16:creationId xmlns:a16="http://schemas.microsoft.com/office/drawing/2014/main" id="{BCFD136C-B2E3-DD6A-7F0C-F92F7A81321B}"/>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a:extLst>
                <a:ext uri="{FF2B5EF4-FFF2-40B4-BE49-F238E27FC236}">
                  <a16:creationId xmlns:a16="http://schemas.microsoft.com/office/drawing/2014/main" id="{ECC80E49-96F2-5416-6995-161BD7058DDB}"/>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a:extLst>
              <a:ext uri="{FF2B5EF4-FFF2-40B4-BE49-F238E27FC236}">
                <a16:creationId xmlns:a16="http://schemas.microsoft.com/office/drawing/2014/main" id="{CD7359B1-4E03-0857-04C0-B46928AE840A}"/>
              </a:ext>
            </a:extLst>
          </p:cNvPr>
          <p:cNvGrpSpPr/>
          <p:nvPr/>
        </p:nvGrpSpPr>
        <p:grpSpPr>
          <a:xfrm>
            <a:off x="3733800" y="3200400"/>
            <a:ext cx="1622424" cy="1597025"/>
            <a:chOff x="5459413" y="2667000"/>
            <a:chExt cx="1622424" cy="1597025"/>
          </a:xfrm>
        </p:grpSpPr>
        <p:sp>
          <p:nvSpPr>
            <p:cNvPr id="39" name="Oval 16">
              <a:extLst>
                <a:ext uri="{FF2B5EF4-FFF2-40B4-BE49-F238E27FC236}">
                  <a16:creationId xmlns:a16="http://schemas.microsoft.com/office/drawing/2014/main" id="{11FD099A-46B9-3338-C54A-194F71A306C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a:extLst>
                <a:ext uri="{FF2B5EF4-FFF2-40B4-BE49-F238E27FC236}">
                  <a16:creationId xmlns:a16="http://schemas.microsoft.com/office/drawing/2014/main" id="{B35382EF-DED4-2A9E-33EF-3184485C149B}"/>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a:extLst>
                <a:ext uri="{FF2B5EF4-FFF2-40B4-BE49-F238E27FC236}">
                  <a16:creationId xmlns:a16="http://schemas.microsoft.com/office/drawing/2014/main" id="{ECF93C01-B5AB-7DF7-5014-27A2E711B2C5}"/>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a:extLst>
                <a:ext uri="{FF2B5EF4-FFF2-40B4-BE49-F238E27FC236}">
                  <a16:creationId xmlns:a16="http://schemas.microsoft.com/office/drawing/2014/main" id="{3C0424C0-E5B1-6F35-0305-CA28388C3A13}"/>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a:extLst>
                <a:ext uri="{FF2B5EF4-FFF2-40B4-BE49-F238E27FC236}">
                  <a16:creationId xmlns:a16="http://schemas.microsoft.com/office/drawing/2014/main" id="{8176027C-4503-A0BD-01A9-DF4C0D017282}"/>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a:extLst>
                <a:ext uri="{FF2B5EF4-FFF2-40B4-BE49-F238E27FC236}">
                  <a16:creationId xmlns:a16="http://schemas.microsoft.com/office/drawing/2014/main" id="{44A41BF7-7294-2264-24BF-4FF7388348E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a:extLst>
                <a:ext uri="{FF2B5EF4-FFF2-40B4-BE49-F238E27FC236}">
                  <a16:creationId xmlns:a16="http://schemas.microsoft.com/office/drawing/2014/main" id="{F23E579E-02AD-F8B0-4E0D-E3F9D34BF33F}"/>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a:extLst>
                <a:ext uri="{FF2B5EF4-FFF2-40B4-BE49-F238E27FC236}">
                  <a16:creationId xmlns:a16="http://schemas.microsoft.com/office/drawing/2014/main" id="{5480573E-397B-EDD0-4B75-990D427438E1}"/>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a:extLst>
                <a:ext uri="{FF2B5EF4-FFF2-40B4-BE49-F238E27FC236}">
                  <a16:creationId xmlns:a16="http://schemas.microsoft.com/office/drawing/2014/main" id="{684FA34F-18C6-51D9-D722-5957E31590C7}"/>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a:extLst>
              <a:ext uri="{FF2B5EF4-FFF2-40B4-BE49-F238E27FC236}">
                <a16:creationId xmlns:a16="http://schemas.microsoft.com/office/drawing/2014/main" id="{687A9C01-076C-E3E1-E003-623200C42B75}"/>
              </a:ext>
            </a:extLst>
          </p:cNvPr>
          <p:cNvGrpSpPr/>
          <p:nvPr/>
        </p:nvGrpSpPr>
        <p:grpSpPr>
          <a:xfrm>
            <a:off x="5334000" y="4495800"/>
            <a:ext cx="1622424" cy="1597025"/>
            <a:chOff x="5459413" y="2667000"/>
            <a:chExt cx="1622424" cy="1597025"/>
          </a:xfrm>
        </p:grpSpPr>
        <p:sp>
          <p:nvSpPr>
            <p:cNvPr id="49" name="Oval 16">
              <a:extLst>
                <a:ext uri="{FF2B5EF4-FFF2-40B4-BE49-F238E27FC236}">
                  <a16:creationId xmlns:a16="http://schemas.microsoft.com/office/drawing/2014/main" id="{57F9E368-A571-165F-4FC8-1DC94347900E}"/>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a:extLst>
                <a:ext uri="{FF2B5EF4-FFF2-40B4-BE49-F238E27FC236}">
                  <a16:creationId xmlns:a16="http://schemas.microsoft.com/office/drawing/2014/main" id="{9C1C5AE8-D3A8-98B0-C4F4-20DDA5AC71F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a:extLst>
                <a:ext uri="{FF2B5EF4-FFF2-40B4-BE49-F238E27FC236}">
                  <a16:creationId xmlns:a16="http://schemas.microsoft.com/office/drawing/2014/main" id="{DE466372-BC40-83C9-A2A9-B00880B10826}"/>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a:extLst>
                <a:ext uri="{FF2B5EF4-FFF2-40B4-BE49-F238E27FC236}">
                  <a16:creationId xmlns:a16="http://schemas.microsoft.com/office/drawing/2014/main" id="{1F7159D1-1826-831B-58BA-E9E35112EF83}"/>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a:extLst>
                <a:ext uri="{FF2B5EF4-FFF2-40B4-BE49-F238E27FC236}">
                  <a16:creationId xmlns:a16="http://schemas.microsoft.com/office/drawing/2014/main" id="{22097E35-0541-9335-C4DC-52D0DAE968FC}"/>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a:extLst>
                <a:ext uri="{FF2B5EF4-FFF2-40B4-BE49-F238E27FC236}">
                  <a16:creationId xmlns:a16="http://schemas.microsoft.com/office/drawing/2014/main" id="{891630A2-024C-0A74-8193-106200D3E3C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a:extLst>
                <a:ext uri="{FF2B5EF4-FFF2-40B4-BE49-F238E27FC236}">
                  <a16:creationId xmlns:a16="http://schemas.microsoft.com/office/drawing/2014/main" id="{094E4170-4EE2-5E26-60BC-36FFFD4C814D}"/>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a:extLst>
                <a:ext uri="{FF2B5EF4-FFF2-40B4-BE49-F238E27FC236}">
                  <a16:creationId xmlns:a16="http://schemas.microsoft.com/office/drawing/2014/main" id="{54ADD786-A225-58C8-6D5B-B1508BB0BCE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a:extLst>
                <a:ext uri="{FF2B5EF4-FFF2-40B4-BE49-F238E27FC236}">
                  <a16:creationId xmlns:a16="http://schemas.microsoft.com/office/drawing/2014/main" id="{AA26E39B-C876-736A-6649-161592DC7D20}"/>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a:extLst>
              <a:ext uri="{FF2B5EF4-FFF2-40B4-BE49-F238E27FC236}">
                <a16:creationId xmlns:a16="http://schemas.microsoft.com/office/drawing/2014/main" id="{CA8061B4-3454-39BD-DAAD-D0D214D6CB8F}"/>
              </a:ext>
            </a:extLst>
          </p:cNvPr>
          <p:cNvGrpSpPr/>
          <p:nvPr/>
        </p:nvGrpSpPr>
        <p:grpSpPr>
          <a:xfrm>
            <a:off x="1447800" y="990600"/>
            <a:ext cx="1622424" cy="1597025"/>
            <a:chOff x="5459413" y="2667000"/>
            <a:chExt cx="1622424" cy="1597025"/>
          </a:xfrm>
        </p:grpSpPr>
        <p:sp>
          <p:nvSpPr>
            <p:cNvPr id="59" name="Oval 16">
              <a:extLst>
                <a:ext uri="{FF2B5EF4-FFF2-40B4-BE49-F238E27FC236}">
                  <a16:creationId xmlns:a16="http://schemas.microsoft.com/office/drawing/2014/main" id="{9BEF600B-8609-0D0D-B3CB-5E99F9E3E39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a:extLst>
                <a:ext uri="{FF2B5EF4-FFF2-40B4-BE49-F238E27FC236}">
                  <a16:creationId xmlns:a16="http://schemas.microsoft.com/office/drawing/2014/main" id="{06B336B3-BD55-8976-8544-A57A45692BB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a:extLst>
                <a:ext uri="{FF2B5EF4-FFF2-40B4-BE49-F238E27FC236}">
                  <a16:creationId xmlns:a16="http://schemas.microsoft.com/office/drawing/2014/main" id="{4919456B-68C0-AEB3-17DF-0ADF86B22354}"/>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a:extLst>
                <a:ext uri="{FF2B5EF4-FFF2-40B4-BE49-F238E27FC236}">
                  <a16:creationId xmlns:a16="http://schemas.microsoft.com/office/drawing/2014/main" id="{C3067736-8F59-7C2E-915F-DEB4046A813D}"/>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a:extLst>
                <a:ext uri="{FF2B5EF4-FFF2-40B4-BE49-F238E27FC236}">
                  <a16:creationId xmlns:a16="http://schemas.microsoft.com/office/drawing/2014/main" id="{3ECEFC47-4A99-C76C-B314-7B7BE7ED2C97}"/>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a:extLst>
                <a:ext uri="{FF2B5EF4-FFF2-40B4-BE49-F238E27FC236}">
                  <a16:creationId xmlns:a16="http://schemas.microsoft.com/office/drawing/2014/main" id="{50BDE67E-7F56-8793-71BB-F3385CD759C5}"/>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a:extLst>
                <a:ext uri="{FF2B5EF4-FFF2-40B4-BE49-F238E27FC236}">
                  <a16:creationId xmlns:a16="http://schemas.microsoft.com/office/drawing/2014/main" id="{596B3F07-F21F-3588-5A87-07F4B41D68AC}"/>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a:extLst>
                <a:ext uri="{FF2B5EF4-FFF2-40B4-BE49-F238E27FC236}">
                  <a16:creationId xmlns:a16="http://schemas.microsoft.com/office/drawing/2014/main" id="{F33F18EC-5B1F-0931-983E-E981443529A2}"/>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a:extLst>
                <a:ext uri="{FF2B5EF4-FFF2-40B4-BE49-F238E27FC236}">
                  <a16:creationId xmlns:a16="http://schemas.microsoft.com/office/drawing/2014/main" id="{8BC10BDC-0315-3754-C53B-B954050B065D}"/>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a:extLst>
              <a:ext uri="{FF2B5EF4-FFF2-40B4-BE49-F238E27FC236}">
                <a16:creationId xmlns:a16="http://schemas.microsoft.com/office/drawing/2014/main" id="{8E6F5282-80A2-1571-D4F8-DB7E0FE2FB70}"/>
              </a:ext>
            </a:extLst>
          </p:cNvPr>
          <p:cNvGrpSpPr/>
          <p:nvPr/>
        </p:nvGrpSpPr>
        <p:grpSpPr>
          <a:xfrm>
            <a:off x="914400" y="2514600"/>
            <a:ext cx="1622424" cy="1597025"/>
            <a:chOff x="5459413" y="2667000"/>
            <a:chExt cx="1622424" cy="1597025"/>
          </a:xfrm>
        </p:grpSpPr>
        <p:sp>
          <p:nvSpPr>
            <p:cNvPr id="69" name="Oval 16">
              <a:extLst>
                <a:ext uri="{FF2B5EF4-FFF2-40B4-BE49-F238E27FC236}">
                  <a16:creationId xmlns:a16="http://schemas.microsoft.com/office/drawing/2014/main" id="{E4708B78-8BFD-772D-77E5-621C5B03521C}"/>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a:extLst>
                <a:ext uri="{FF2B5EF4-FFF2-40B4-BE49-F238E27FC236}">
                  <a16:creationId xmlns:a16="http://schemas.microsoft.com/office/drawing/2014/main" id="{62ED6F31-C64B-A2C8-7EA9-190D664A9C44}"/>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a:extLst>
                <a:ext uri="{FF2B5EF4-FFF2-40B4-BE49-F238E27FC236}">
                  <a16:creationId xmlns:a16="http://schemas.microsoft.com/office/drawing/2014/main" id="{C3DFB921-5DA8-D6B4-2B36-B912755C7D6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a:extLst>
                <a:ext uri="{FF2B5EF4-FFF2-40B4-BE49-F238E27FC236}">
                  <a16:creationId xmlns:a16="http://schemas.microsoft.com/office/drawing/2014/main" id="{3BD0A9BE-B879-C1D3-69B3-71129E914385}"/>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a:extLst>
                <a:ext uri="{FF2B5EF4-FFF2-40B4-BE49-F238E27FC236}">
                  <a16:creationId xmlns:a16="http://schemas.microsoft.com/office/drawing/2014/main" id="{2282CBDE-8AAA-4EE5-99B6-07E24727B3B1}"/>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a:extLst>
                <a:ext uri="{FF2B5EF4-FFF2-40B4-BE49-F238E27FC236}">
                  <a16:creationId xmlns:a16="http://schemas.microsoft.com/office/drawing/2014/main" id="{94986C6D-A954-387C-30EC-C892128CEC1C}"/>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a:extLst>
                <a:ext uri="{FF2B5EF4-FFF2-40B4-BE49-F238E27FC236}">
                  <a16:creationId xmlns:a16="http://schemas.microsoft.com/office/drawing/2014/main" id="{26C9F243-B3DB-C398-D618-DA878D5EBD84}"/>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a:extLst>
                <a:ext uri="{FF2B5EF4-FFF2-40B4-BE49-F238E27FC236}">
                  <a16:creationId xmlns:a16="http://schemas.microsoft.com/office/drawing/2014/main" id="{15B5F4DF-7943-AB6E-9B6A-BC3D059D727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a:extLst>
                <a:ext uri="{FF2B5EF4-FFF2-40B4-BE49-F238E27FC236}">
                  <a16:creationId xmlns:a16="http://schemas.microsoft.com/office/drawing/2014/main" id="{7F085CDA-7A39-A566-6E4A-C9FE35C04FFA}"/>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a:extLst>
              <a:ext uri="{FF2B5EF4-FFF2-40B4-BE49-F238E27FC236}">
                <a16:creationId xmlns:a16="http://schemas.microsoft.com/office/drawing/2014/main" id="{F0D6F76A-FBC9-86F4-9C13-92F7EB583C5C}"/>
              </a:ext>
            </a:extLst>
          </p:cNvPr>
          <p:cNvGrpSpPr/>
          <p:nvPr/>
        </p:nvGrpSpPr>
        <p:grpSpPr>
          <a:xfrm>
            <a:off x="990600" y="4343400"/>
            <a:ext cx="1622424" cy="1597025"/>
            <a:chOff x="5459413" y="2667000"/>
            <a:chExt cx="1622424" cy="1597025"/>
          </a:xfrm>
        </p:grpSpPr>
        <p:sp>
          <p:nvSpPr>
            <p:cNvPr id="79" name="Oval 16">
              <a:extLst>
                <a:ext uri="{FF2B5EF4-FFF2-40B4-BE49-F238E27FC236}">
                  <a16:creationId xmlns:a16="http://schemas.microsoft.com/office/drawing/2014/main" id="{B4206F78-B02F-6F95-CA8A-B9797A845EE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a:extLst>
                <a:ext uri="{FF2B5EF4-FFF2-40B4-BE49-F238E27FC236}">
                  <a16:creationId xmlns:a16="http://schemas.microsoft.com/office/drawing/2014/main" id="{84F45F9F-2C45-7E2B-02DE-5520CE08AF5E}"/>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a:extLst>
                <a:ext uri="{FF2B5EF4-FFF2-40B4-BE49-F238E27FC236}">
                  <a16:creationId xmlns:a16="http://schemas.microsoft.com/office/drawing/2014/main" id="{691FE6FD-F443-9B2F-B849-7B6C5C038DE2}"/>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a:extLst>
                <a:ext uri="{FF2B5EF4-FFF2-40B4-BE49-F238E27FC236}">
                  <a16:creationId xmlns:a16="http://schemas.microsoft.com/office/drawing/2014/main" id="{6152829C-F351-E52C-B7ED-79F8F2C0BF5D}"/>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a:extLst>
                <a:ext uri="{FF2B5EF4-FFF2-40B4-BE49-F238E27FC236}">
                  <a16:creationId xmlns:a16="http://schemas.microsoft.com/office/drawing/2014/main" id="{3C0DAA2A-57F3-D8CE-E0DD-077BA06D23B8}"/>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a:extLst>
                <a:ext uri="{FF2B5EF4-FFF2-40B4-BE49-F238E27FC236}">
                  <a16:creationId xmlns:a16="http://schemas.microsoft.com/office/drawing/2014/main" id="{67BB124B-9EA5-9B55-AB42-3A00F8EADC5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a:extLst>
                <a:ext uri="{FF2B5EF4-FFF2-40B4-BE49-F238E27FC236}">
                  <a16:creationId xmlns:a16="http://schemas.microsoft.com/office/drawing/2014/main" id="{2A087B15-DD8A-44A4-5E92-B60029C2F61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a:extLst>
                <a:ext uri="{FF2B5EF4-FFF2-40B4-BE49-F238E27FC236}">
                  <a16:creationId xmlns:a16="http://schemas.microsoft.com/office/drawing/2014/main" id="{FDDAB1C4-B648-96BD-4CB8-DE4D6D8654F5}"/>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a:extLst>
                <a:ext uri="{FF2B5EF4-FFF2-40B4-BE49-F238E27FC236}">
                  <a16:creationId xmlns:a16="http://schemas.microsoft.com/office/drawing/2014/main" id="{96B45FFC-6C13-EDD1-2E0B-36A73D5AD52E}"/>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a:extLst>
              <a:ext uri="{FF2B5EF4-FFF2-40B4-BE49-F238E27FC236}">
                <a16:creationId xmlns:a16="http://schemas.microsoft.com/office/drawing/2014/main" id="{07CAC98A-C5D7-0F48-E6CB-C65257D6CD86}"/>
              </a:ext>
            </a:extLst>
          </p:cNvPr>
          <p:cNvGrpSpPr/>
          <p:nvPr/>
        </p:nvGrpSpPr>
        <p:grpSpPr>
          <a:xfrm>
            <a:off x="3810000" y="5260975"/>
            <a:ext cx="1622424" cy="1597025"/>
            <a:chOff x="5459413" y="2667000"/>
            <a:chExt cx="1622424" cy="1597025"/>
          </a:xfrm>
        </p:grpSpPr>
        <p:sp>
          <p:nvSpPr>
            <p:cNvPr id="89" name="Oval 16">
              <a:extLst>
                <a:ext uri="{FF2B5EF4-FFF2-40B4-BE49-F238E27FC236}">
                  <a16:creationId xmlns:a16="http://schemas.microsoft.com/office/drawing/2014/main" id="{D2C8AE67-3214-15FB-E1C9-EA1A5B63D587}"/>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a:extLst>
                <a:ext uri="{FF2B5EF4-FFF2-40B4-BE49-F238E27FC236}">
                  <a16:creationId xmlns:a16="http://schemas.microsoft.com/office/drawing/2014/main" id="{5807432E-DD15-2B1F-729F-5CA253239EC3}"/>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a:extLst>
                <a:ext uri="{FF2B5EF4-FFF2-40B4-BE49-F238E27FC236}">
                  <a16:creationId xmlns:a16="http://schemas.microsoft.com/office/drawing/2014/main" id="{B0F90E54-4B23-ABDE-7EF8-246E7BB6AE7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a:extLst>
                <a:ext uri="{FF2B5EF4-FFF2-40B4-BE49-F238E27FC236}">
                  <a16:creationId xmlns:a16="http://schemas.microsoft.com/office/drawing/2014/main" id="{3A7B21B0-5ACF-08DF-96D8-15B05EB1C918}"/>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a:extLst>
                <a:ext uri="{FF2B5EF4-FFF2-40B4-BE49-F238E27FC236}">
                  <a16:creationId xmlns:a16="http://schemas.microsoft.com/office/drawing/2014/main" id="{86D17E53-254B-415D-9A02-A739F62DA3DD}"/>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a:extLst>
                <a:ext uri="{FF2B5EF4-FFF2-40B4-BE49-F238E27FC236}">
                  <a16:creationId xmlns:a16="http://schemas.microsoft.com/office/drawing/2014/main" id="{B412646D-90D6-EBE3-241C-D3429675A5CF}"/>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a:extLst>
                <a:ext uri="{FF2B5EF4-FFF2-40B4-BE49-F238E27FC236}">
                  <a16:creationId xmlns:a16="http://schemas.microsoft.com/office/drawing/2014/main" id="{106FE7D1-FA2C-92FA-0813-70DA2DCC3E96}"/>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a:extLst>
                <a:ext uri="{FF2B5EF4-FFF2-40B4-BE49-F238E27FC236}">
                  <a16:creationId xmlns:a16="http://schemas.microsoft.com/office/drawing/2014/main" id="{07119486-137E-8CE6-931A-3A9B4C913401}"/>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a:extLst>
                <a:ext uri="{FF2B5EF4-FFF2-40B4-BE49-F238E27FC236}">
                  <a16:creationId xmlns:a16="http://schemas.microsoft.com/office/drawing/2014/main" id="{81B93FA9-2C43-4CC2-8C16-36217F829D2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a:extLst>
              <a:ext uri="{FF2B5EF4-FFF2-40B4-BE49-F238E27FC236}">
                <a16:creationId xmlns:a16="http://schemas.microsoft.com/office/drawing/2014/main" id="{8509F2D5-9EAA-47B1-2814-A37FA604B47E}"/>
              </a:ext>
            </a:extLst>
          </p:cNvPr>
          <p:cNvGrpSpPr/>
          <p:nvPr/>
        </p:nvGrpSpPr>
        <p:grpSpPr>
          <a:xfrm>
            <a:off x="6781800" y="1295400"/>
            <a:ext cx="1622424" cy="1597025"/>
            <a:chOff x="5459413" y="2667000"/>
            <a:chExt cx="1622424" cy="1597025"/>
          </a:xfrm>
        </p:grpSpPr>
        <p:sp>
          <p:nvSpPr>
            <p:cNvPr id="99" name="Oval 16">
              <a:extLst>
                <a:ext uri="{FF2B5EF4-FFF2-40B4-BE49-F238E27FC236}">
                  <a16:creationId xmlns:a16="http://schemas.microsoft.com/office/drawing/2014/main" id="{94C2D66F-DD90-544B-0188-FCC7017AD7F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a:extLst>
                <a:ext uri="{FF2B5EF4-FFF2-40B4-BE49-F238E27FC236}">
                  <a16:creationId xmlns:a16="http://schemas.microsoft.com/office/drawing/2014/main" id="{0CF4D080-FE61-425F-3103-268ED150C8DE}"/>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a:extLst>
                <a:ext uri="{FF2B5EF4-FFF2-40B4-BE49-F238E27FC236}">
                  <a16:creationId xmlns:a16="http://schemas.microsoft.com/office/drawing/2014/main" id="{A53C95CB-5385-5FF2-C87A-02B4CD48B54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a:extLst>
                <a:ext uri="{FF2B5EF4-FFF2-40B4-BE49-F238E27FC236}">
                  <a16:creationId xmlns:a16="http://schemas.microsoft.com/office/drawing/2014/main" id="{9A0A5F3A-A466-6C5B-F097-871406545DE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a:extLst>
                <a:ext uri="{FF2B5EF4-FFF2-40B4-BE49-F238E27FC236}">
                  <a16:creationId xmlns:a16="http://schemas.microsoft.com/office/drawing/2014/main" id="{B91A800C-F3DB-F009-5ED2-6C250843B8E9}"/>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a:extLst>
                <a:ext uri="{FF2B5EF4-FFF2-40B4-BE49-F238E27FC236}">
                  <a16:creationId xmlns:a16="http://schemas.microsoft.com/office/drawing/2014/main" id="{1E4F5064-ABD8-A5FC-5F58-8C4B2F8A5256}"/>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a:extLst>
                <a:ext uri="{FF2B5EF4-FFF2-40B4-BE49-F238E27FC236}">
                  <a16:creationId xmlns:a16="http://schemas.microsoft.com/office/drawing/2014/main" id="{1428B222-626C-9C65-E454-314284924401}"/>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a:extLst>
                <a:ext uri="{FF2B5EF4-FFF2-40B4-BE49-F238E27FC236}">
                  <a16:creationId xmlns:a16="http://schemas.microsoft.com/office/drawing/2014/main" id="{D5E4B698-DFFC-F01F-FA90-E0FBD3EC3695}"/>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a:extLst>
                <a:ext uri="{FF2B5EF4-FFF2-40B4-BE49-F238E27FC236}">
                  <a16:creationId xmlns:a16="http://schemas.microsoft.com/office/drawing/2014/main" id="{1A83AA1E-2565-4400-175C-876D019321E5}"/>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a:extLst>
              <a:ext uri="{FF2B5EF4-FFF2-40B4-BE49-F238E27FC236}">
                <a16:creationId xmlns:a16="http://schemas.microsoft.com/office/drawing/2014/main" id="{206CF751-00C7-9FF9-C78F-4EC17770401D}"/>
              </a:ext>
            </a:extLst>
          </p:cNvPr>
          <p:cNvGrpSpPr/>
          <p:nvPr/>
        </p:nvGrpSpPr>
        <p:grpSpPr>
          <a:xfrm>
            <a:off x="6934200" y="3810000"/>
            <a:ext cx="1622424" cy="1597025"/>
            <a:chOff x="5459413" y="2667000"/>
            <a:chExt cx="1622424" cy="1597025"/>
          </a:xfrm>
        </p:grpSpPr>
        <p:sp>
          <p:nvSpPr>
            <p:cNvPr id="109" name="Oval 16">
              <a:extLst>
                <a:ext uri="{FF2B5EF4-FFF2-40B4-BE49-F238E27FC236}">
                  <a16:creationId xmlns:a16="http://schemas.microsoft.com/office/drawing/2014/main" id="{620D41B3-0B62-3181-41B6-7E9C079AFC5E}"/>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a:extLst>
                <a:ext uri="{FF2B5EF4-FFF2-40B4-BE49-F238E27FC236}">
                  <a16:creationId xmlns:a16="http://schemas.microsoft.com/office/drawing/2014/main" id="{8571CEA2-D49D-E96F-9ED9-A1A767111CB6}"/>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a:extLst>
                <a:ext uri="{FF2B5EF4-FFF2-40B4-BE49-F238E27FC236}">
                  <a16:creationId xmlns:a16="http://schemas.microsoft.com/office/drawing/2014/main" id="{D3D4F533-6FD0-7787-B5AC-A3BDE76DF43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a:extLst>
                <a:ext uri="{FF2B5EF4-FFF2-40B4-BE49-F238E27FC236}">
                  <a16:creationId xmlns:a16="http://schemas.microsoft.com/office/drawing/2014/main" id="{270A78B7-FD5A-C95E-68D9-D8845A48B30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a:extLst>
                <a:ext uri="{FF2B5EF4-FFF2-40B4-BE49-F238E27FC236}">
                  <a16:creationId xmlns:a16="http://schemas.microsoft.com/office/drawing/2014/main" id="{E82788BB-9AB0-2235-30B5-C004D056F6EB}"/>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a:extLst>
                <a:ext uri="{FF2B5EF4-FFF2-40B4-BE49-F238E27FC236}">
                  <a16:creationId xmlns:a16="http://schemas.microsoft.com/office/drawing/2014/main" id="{489DA7F8-674F-0456-14F0-7E4F0DAFBE96}"/>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a:extLst>
                <a:ext uri="{FF2B5EF4-FFF2-40B4-BE49-F238E27FC236}">
                  <a16:creationId xmlns:a16="http://schemas.microsoft.com/office/drawing/2014/main" id="{490FC267-1BEE-3923-F859-A722B90FD0C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a:extLst>
                <a:ext uri="{FF2B5EF4-FFF2-40B4-BE49-F238E27FC236}">
                  <a16:creationId xmlns:a16="http://schemas.microsoft.com/office/drawing/2014/main" id="{162E0496-82CE-15FB-A79D-7DC5B0EB0ADA}"/>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a:extLst>
                <a:ext uri="{FF2B5EF4-FFF2-40B4-BE49-F238E27FC236}">
                  <a16:creationId xmlns:a16="http://schemas.microsoft.com/office/drawing/2014/main" id="{BFC08DD0-72BB-ED14-EA94-0AFDD5AE6F4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a:extLst>
              <a:ext uri="{FF2B5EF4-FFF2-40B4-BE49-F238E27FC236}">
                <a16:creationId xmlns:a16="http://schemas.microsoft.com/office/drawing/2014/main" id="{F18711A4-53F8-5E3C-7DD3-D4AD8D54E2A7}"/>
              </a:ext>
            </a:extLst>
          </p:cNvPr>
          <p:cNvGrpSpPr/>
          <p:nvPr/>
        </p:nvGrpSpPr>
        <p:grpSpPr>
          <a:xfrm>
            <a:off x="5334000" y="914400"/>
            <a:ext cx="1622424" cy="1597025"/>
            <a:chOff x="5459413" y="2667000"/>
            <a:chExt cx="1622424" cy="1597025"/>
          </a:xfrm>
        </p:grpSpPr>
        <p:sp>
          <p:nvSpPr>
            <p:cNvPr id="119" name="Oval 16">
              <a:extLst>
                <a:ext uri="{FF2B5EF4-FFF2-40B4-BE49-F238E27FC236}">
                  <a16:creationId xmlns:a16="http://schemas.microsoft.com/office/drawing/2014/main" id="{553D0D32-8094-17AB-134E-D5E3151544B6}"/>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a:extLst>
                <a:ext uri="{FF2B5EF4-FFF2-40B4-BE49-F238E27FC236}">
                  <a16:creationId xmlns:a16="http://schemas.microsoft.com/office/drawing/2014/main" id="{A79D8071-7161-EFC4-9A0C-F2A1B7780FF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a:extLst>
                <a:ext uri="{FF2B5EF4-FFF2-40B4-BE49-F238E27FC236}">
                  <a16:creationId xmlns:a16="http://schemas.microsoft.com/office/drawing/2014/main" id="{2002B767-2332-1D9F-064C-F16D30F82CC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a:extLst>
                <a:ext uri="{FF2B5EF4-FFF2-40B4-BE49-F238E27FC236}">
                  <a16:creationId xmlns:a16="http://schemas.microsoft.com/office/drawing/2014/main" id="{B1F3CD45-7B97-937B-8AB3-2D30EA7664E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a:extLst>
                <a:ext uri="{FF2B5EF4-FFF2-40B4-BE49-F238E27FC236}">
                  <a16:creationId xmlns:a16="http://schemas.microsoft.com/office/drawing/2014/main" id="{71454A18-7B8C-2178-6CC1-AF1CFC21E7D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a:extLst>
                <a:ext uri="{FF2B5EF4-FFF2-40B4-BE49-F238E27FC236}">
                  <a16:creationId xmlns:a16="http://schemas.microsoft.com/office/drawing/2014/main" id="{610EF6E9-4B4B-2B54-A1B4-16E247C4D010}"/>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a:extLst>
                <a:ext uri="{FF2B5EF4-FFF2-40B4-BE49-F238E27FC236}">
                  <a16:creationId xmlns:a16="http://schemas.microsoft.com/office/drawing/2014/main" id="{F78068F1-EA04-6CF6-5DD7-3BC68B7D56D0}"/>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a:extLst>
                <a:ext uri="{FF2B5EF4-FFF2-40B4-BE49-F238E27FC236}">
                  <a16:creationId xmlns:a16="http://schemas.microsoft.com/office/drawing/2014/main" id="{8CA3CA08-284A-7872-9641-61B1C5A88570}"/>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a:extLst>
                <a:ext uri="{FF2B5EF4-FFF2-40B4-BE49-F238E27FC236}">
                  <a16:creationId xmlns:a16="http://schemas.microsoft.com/office/drawing/2014/main" id="{AF1601DA-D932-6AE9-398B-AB08A4B2FC3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a:extLst>
              <a:ext uri="{FF2B5EF4-FFF2-40B4-BE49-F238E27FC236}">
                <a16:creationId xmlns:a16="http://schemas.microsoft.com/office/drawing/2014/main" id="{D17749A2-4679-C534-AA6B-3C4E5C6CF155}"/>
              </a:ext>
            </a:extLst>
          </p:cNvPr>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ADD729BD-23B4-4DF0-23B4-7749E02DDA2B}"/>
              </a:ext>
            </a:extLst>
          </p:cNvPr>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EFC13E6-A2DF-9656-8E50-67EF53A241B9}"/>
              </a:ext>
            </a:extLst>
          </p:cNvPr>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3E5333BF-AA34-CA51-0907-08BE72FFF895}"/>
              </a:ext>
            </a:extLst>
          </p:cNvPr>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a:extLst>
              <a:ext uri="{FF2B5EF4-FFF2-40B4-BE49-F238E27FC236}">
                <a16:creationId xmlns:a16="http://schemas.microsoft.com/office/drawing/2014/main" id="{D4BC4113-E4DE-D82C-05CB-FBED666C120B}"/>
              </a:ext>
            </a:extLst>
          </p:cNvPr>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130121F4-A13E-89A4-8B32-15BA5AA40BE5}"/>
              </a:ext>
            </a:extLst>
          </p:cNvPr>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3319158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8D957-6315-A45E-D874-BD8F1EBFB9BC}"/>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BE2BF0FB-8C3B-DB6B-45C1-D12A7A02DD3C}"/>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a:extLst>
              <a:ext uri="{FF2B5EF4-FFF2-40B4-BE49-F238E27FC236}">
                <a16:creationId xmlns:a16="http://schemas.microsoft.com/office/drawing/2014/main" id="{51C17AD4-8B5D-E3C5-4B84-0C8672C1CD93}"/>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a:extLst>
              <a:ext uri="{FF2B5EF4-FFF2-40B4-BE49-F238E27FC236}">
                <a16:creationId xmlns:a16="http://schemas.microsoft.com/office/drawing/2014/main" id="{B16B6DED-A13A-4E87-C710-C02FE6EB86AB}"/>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a:extLst>
              <a:ext uri="{FF2B5EF4-FFF2-40B4-BE49-F238E27FC236}">
                <a16:creationId xmlns:a16="http://schemas.microsoft.com/office/drawing/2014/main" id="{DB7341B5-CFDD-242B-45C1-D955CC467299}"/>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a:extLst>
              <a:ext uri="{FF2B5EF4-FFF2-40B4-BE49-F238E27FC236}">
                <a16:creationId xmlns:a16="http://schemas.microsoft.com/office/drawing/2014/main" id="{A4699F45-2898-DB40-4537-1DB0C6D7EF18}"/>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a:extLst>
              <a:ext uri="{FF2B5EF4-FFF2-40B4-BE49-F238E27FC236}">
                <a16:creationId xmlns:a16="http://schemas.microsoft.com/office/drawing/2014/main" id="{277DDBF7-01C1-6F79-1250-80BEABEC534A}"/>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a:extLst>
              <a:ext uri="{FF2B5EF4-FFF2-40B4-BE49-F238E27FC236}">
                <a16:creationId xmlns:a16="http://schemas.microsoft.com/office/drawing/2014/main" id="{0678095C-152D-CEF9-4E16-AD546C40CE82}"/>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a:extLst>
              <a:ext uri="{FF2B5EF4-FFF2-40B4-BE49-F238E27FC236}">
                <a16:creationId xmlns:a16="http://schemas.microsoft.com/office/drawing/2014/main" id="{1C6C300B-C6D3-56BB-7093-02C5C0F61B73}"/>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a:extLst>
              <a:ext uri="{FF2B5EF4-FFF2-40B4-BE49-F238E27FC236}">
                <a16:creationId xmlns:a16="http://schemas.microsoft.com/office/drawing/2014/main" id="{15E45B92-72DB-DEF6-3D54-2D84E4F86B11}"/>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a:extLst>
              <a:ext uri="{FF2B5EF4-FFF2-40B4-BE49-F238E27FC236}">
                <a16:creationId xmlns:a16="http://schemas.microsoft.com/office/drawing/2014/main" id="{33EE1AE7-415A-93BC-E8BF-B6D1DA6519E9}"/>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a:extLst>
              <a:ext uri="{FF2B5EF4-FFF2-40B4-BE49-F238E27FC236}">
                <a16:creationId xmlns:a16="http://schemas.microsoft.com/office/drawing/2014/main" id="{917B347F-5CAB-FD0B-CC02-4D4475544286}"/>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a:extLst>
              <a:ext uri="{FF2B5EF4-FFF2-40B4-BE49-F238E27FC236}">
                <a16:creationId xmlns:a16="http://schemas.microsoft.com/office/drawing/2014/main" id="{01CA2016-02A8-07DD-0136-1838AB0516C2}"/>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a:extLst>
              <a:ext uri="{FF2B5EF4-FFF2-40B4-BE49-F238E27FC236}">
                <a16:creationId xmlns:a16="http://schemas.microsoft.com/office/drawing/2014/main" id="{711365DE-5D55-ABFF-0836-692036CE5445}"/>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a:extLst>
              <a:ext uri="{FF2B5EF4-FFF2-40B4-BE49-F238E27FC236}">
                <a16:creationId xmlns:a16="http://schemas.microsoft.com/office/drawing/2014/main" id="{30C5EFAE-1D1F-F689-2D99-2052D120506B}"/>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a:extLst>
              <a:ext uri="{FF2B5EF4-FFF2-40B4-BE49-F238E27FC236}">
                <a16:creationId xmlns:a16="http://schemas.microsoft.com/office/drawing/2014/main" id="{82500AEE-710A-9690-5615-1E5DD20AE813}"/>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a:extLst>
              <a:ext uri="{FF2B5EF4-FFF2-40B4-BE49-F238E27FC236}">
                <a16:creationId xmlns:a16="http://schemas.microsoft.com/office/drawing/2014/main" id="{30202862-558A-00E2-ABD4-54AABAC0536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a:extLst>
              <a:ext uri="{FF2B5EF4-FFF2-40B4-BE49-F238E27FC236}">
                <a16:creationId xmlns:a16="http://schemas.microsoft.com/office/drawing/2014/main" id="{6941988E-32BD-136E-8FFB-7D2C3FD30099}"/>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a:extLst>
              <a:ext uri="{FF2B5EF4-FFF2-40B4-BE49-F238E27FC236}">
                <a16:creationId xmlns:a16="http://schemas.microsoft.com/office/drawing/2014/main" id="{978F39EC-764D-380A-3C0D-ABC67ADACB06}"/>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a:extLst>
              <a:ext uri="{FF2B5EF4-FFF2-40B4-BE49-F238E27FC236}">
                <a16:creationId xmlns:a16="http://schemas.microsoft.com/office/drawing/2014/main" id="{CF559539-A020-18FD-888E-B8524EB58E93}"/>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a:extLst>
              <a:ext uri="{FF2B5EF4-FFF2-40B4-BE49-F238E27FC236}">
                <a16:creationId xmlns:a16="http://schemas.microsoft.com/office/drawing/2014/main" id="{EFF924A0-FF35-FF32-F5D9-AF1860CB5DD4}"/>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a:extLst>
              <a:ext uri="{FF2B5EF4-FFF2-40B4-BE49-F238E27FC236}">
                <a16:creationId xmlns:a16="http://schemas.microsoft.com/office/drawing/2014/main" id="{EEE5A3C4-CBB9-B7F0-9941-B3E3B8F0BAF9}"/>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a:extLst>
              <a:ext uri="{FF2B5EF4-FFF2-40B4-BE49-F238E27FC236}">
                <a16:creationId xmlns:a16="http://schemas.microsoft.com/office/drawing/2014/main" id="{5935D07D-F5F5-E425-B9DD-B8B32624CC9F}"/>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a:extLst>
              <a:ext uri="{FF2B5EF4-FFF2-40B4-BE49-F238E27FC236}">
                <a16:creationId xmlns:a16="http://schemas.microsoft.com/office/drawing/2014/main" id="{5EA05F42-2D5D-2F96-085D-56772135CDED}"/>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a:extLst>
              <a:ext uri="{FF2B5EF4-FFF2-40B4-BE49-F238E27FC236}">
                <a16:creationId xmlns:a16="http://schemas.microsoft.com/office/drawing/2014/main" id="{3F181A14-8356-F075-2B16-7F7DA73BE76D}"/>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a:extLst>
              <a:ext uri="{FF2B5EF4-FFF2-40B4-BE49-F238E27FC236}">
                <a16:creationId xmlns:a16="http://schemas.microsoft.com/office/drawing/2014/main" id="{8A629633-1D0F-4800-12D8-02854E63D17A}"/>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a:extLst>
              <a:ext uri="{FF2B5EF4-FFF2-40B4-BE49-F238E27FC236}">
                <a16:creationId xmlns:a16="http://schemas.microsoft.com/office/drawing/2014/main" id="{A211F97C-5F13-638D-D3EC-C4DFFB633DD6}"/>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a:extLst>
              <a:ext uri="{FF2B5EF4-FFF2-40B4-BE49-F238E27FC236}">
                <a16:creationId xmlns:a16="http://schemas.microsoft.com/office/drawing/2014/main" id="{979135C0-7371-AD8B-1850-5706A3960566}"/>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a:extLst>
              <a:ext uri="{FF2B5EF4-FFF2-40B4-BE49-F238E27FC236}">
                <a16:creationId xmlns:a16="http://schemas.microsoft.com/office/drawing/2014/main" id="{37F902E8-3D96-A49D-1B03-4BCF6DC451BD}"/>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a:extLst>
              <a:ext uri="{FF2B5EF4-FFF2-40B4-BE49-F238E27FC236}">
                <a16:creationId xmlns:a16="http://schemas.microsoft.com/office/drawing/2014/main" id="{B8AE2E11-BDE5-1612-4153-6BE482F6A85C}"/>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a:extLst>
              <a:ext uri="{FF2B5EF4-FFF2-40B4-BE49-F238E27FC236}">
                <a16:creationId xmlns:a16="http://schemas.microsoft.com/office/drawing/2014/main" id="{70E231F4-1467-4DED-6DCA-1F6523012098}"/>
              </a:ext>
            </a:extLst>
          </p:cNvPr>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a:extLst>
              <a:ext uri="{FF2B5EF4-FFF2-40B4-BE49-F238E27FC236}">
                <a16:creationId xmlns:a16="http://schemas.microsoft.com/office/drawing/2014/main" id="{3E0D4BED-349A-4ED5-959A-B8434C7117B2}"/>
              </a:ext>
            </a:extLst>
          </p:cNvPr>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a:extLst>
                          <a:ext uri="{FF2B5EF4-FFF2-40B4-BE49-F238E27FC236}">
                            <a16:creationId xmlns:a16="http://schemas.microsoft.com/office/drawing/2014/main" id="{3E0D4BED-349A-4ED5-959A-B8434C711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a:extLst>
              <a:ext uri="{FF2B5EF4-FFF2-40B4-BE49-F238E27FC236}">
                <a16:creationId xmlns:a16="http://schemas.microsoft.com/office/drawing/2014/main" id="{9F8B26E6-477B-1F94-523D-172D1F603D60}"/>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163992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B91B-4C02-29E2-F57B-FC9A0D066BB2}"/>
            </a:ext>
          </a:extLst>
        </p:cNvPr>
        <p:cNvGrpSpPr/>
        <p:nvPr/>
      </p:nvGrpSpPr>
      <p:grpSpPr>
        <a:xfrm>
          <a:off x="0" y="0"/>
          <a:ext cx="0" cy="0"/>
          <a:chOff x="0" y="0"/>
          <a:chExt cx="0" cy="0"/>
        </a:xfrm>
      </p:grpSpPr>
      <p:sp>
        <p:nvSpPr>
          <p:cNvPr id="3076" name="Rectangle 2">
            <a:extLst>
              <a:ext uri="{FF2B5EF4-FFF2-40B4-BE49-F238E27FC236}">
                <a16:creationId xmlns:a16="http://schemas.microsoft.com/office/drawing/2014/main" id="{BB3F014B-4F5D-83FC-C629-D2DC9B947044}"/>
              </a:ext>
            </a:extLst>
          </p:cNvPr>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a:extLst>
              <a:ext uri="{FF2B5EF4-FFF2-40B4-BE49-F238E27FC236}">
                <a16:creationId xmlns:a16="http://schemas.microsoft.com/office/drawing/2014/main" id="{CE20344C-DBA8-B99A-5E90-3EB976E75B30}"/>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a:extLst>
              <a:ext uri="{FF2B5EF4-FFF2-40B4-BE49-F238E27FC236}">
                <a16:creationId xmlns:a16="http://schemas.microsoft.com/office/drawing/2014/main" id="{4DBA965C-1C3F-BCF0-F578-C7BD5EA71CB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a:extLst>
              <a:ext uri="{FF2B5EF4-FFF2-40B4-BE49-F238E27FC236}">
                <a16:creationId xmlns:a16="http://schemas.microsoft.com/office/drawing/2014/main" id="{0A80FB5E-7CF7-0164-9C03-E7BEE5AEE6BB}"/>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a:extLst>
              <a:ext uri="{FF2B5EF4-FFF2-40B4-BE49-F238E27FC236}">
                <a16:creationId xmlns:a16="http://schemas.microsoft.com/office/drawing/2014/main" id="{4F0AAC41-3988-8D71-6283-9E979782B995}"/>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a:extLst>
              <a:ext uri="{FF2B5EF4-FFF2-40B4-BE49-F238E27FC236}">
                <a16:creationId xmlns:a16="http://schemas.microsoft.com/office/drawing/2014/main" id="{CEC856BD-FCD0-9D51-1796-7574F634C38C}"/>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a:extLst>
              <a:ext uri="{FF2B5EF4-FFF2-40B4-BE49-F238E27FC236}">
                <a16:creationId xmlns:a16="http://schemas.microsoft.com/office/drawing/2014/main" id="{0AD0DC68-2364-68B7-E3E9-41D78AAA0521}"/>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a:extLst>
              <a:ext uri="{FF2B5EF4-FFF2-40B4-BE49-F238E27FC236}">
                <a16:creationId xmlns:a16="http://schemas.microsoft.com/office/drawing/2014/main" id="{2A37EF3C-1AB4-7074-364F-138569C1CA04}"/>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a:extLst>
              <a:ext uri="{FF2B5EF4-FFF2-40B4-BE49-F238E27FC236}">
                <a16:creationId xmlns:a16="http://schemas.microsoft.com/office/drawing/2014/main" id="{C701E213-DB0D-0CE6-FBF0-55C43005F070}"/>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a:extLst>
              <a:ext uri="{FF2B5EF4-FFF2-40B4-BE49-F238E27FC236}">
                <a16:creationId xmlns:a16="http://schemas.microsoft.com/office/drawing/2014/main" id="{D3ABBEBB-C351-A257-8D63-9576F4A5172B}"/>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a:extLst>
              <a:ext uri="{FF2B5EF4-FFF2-40B4-BE49-F238E27FC236}">
                <a16:creationId xmlns:a16="http://schemas.microsoft.com/office/drawing/2014/main" id="{5255FE92-BEA3-70F8-770E-1543D6DFCAB7}"/>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a:extLst>
              <a:ext uri="{FF2B5EF4-FFF2-40B4-BE49-F238E27FC236}">
                <a16:creationId xmlns:a16="http://schemas.microsoft.com/office/drawing/2014/main" id="{8AED6E58-806F-C5DB-3FAA-4667E515F59A}"/>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a:extLst>
              <a:ext uri="{FF2B5EF4-FFF2-40B4-BE49-F238E27FC236}">
                <a16:creationId xmlns:a16="http://schemas.microsoft.com/office/drawing/2014/main" id="{006478A8-9D05-C2CE-F74D-9301509BAA11}"/>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a:extLst>
              <a:ext uri="{FF2B5EF4-FFF2-40B4-BE49-F238E27FC236}">
                <a16:creationId xmlns:a16="http://schemas.microsoft.com/office/drawing/2014/main" id="{5E0C2A24-2E61-559E-20E9-B5527AFA0F6C}"/>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a:extLst>
              <a:ext uri="{FF2B5EF4-FFF2-40B4-BE49-F238E27FC236}">
                <a16:creationId xmlns:a16="http://schemas.microsoft.com/office/drawing/2014/main" id="{25BF7B06-59D2-7CE3-43B6-21AFFD6AD4C4}"/>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a:extLst>
              <a:ext uri="{FF2B5EF4-FFF2-40B4-BE49-F238E27FC236}">
                <a16:creationId xmlns:a16="http://schemas.microsoft.com/office/drawing/2014/main" id="{D21E2D9A-64BE-3B18-6A65-B1AFD0EE785A}"/>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a:extLst>
              <a:ext uri="{FF2B5EF4-FFF2-40B4-BE49-F238E27FC236}">
                <a16:creationId xmlns:a16="http://schemas.microsoft.com/office/drawing/2014/main" id="{8683D210-53BC-FB1E-90E0-EA83929FC202}"/>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a:extLst>
              <a:ext uri="{FF2B5EF4-FFF2-40B4-BE49-F238E27FC236}">
                <a16:creationId xmlns:a16="http://schemas.microsoft.com/office/drawing/2014/main" id="{3BAABE9C-B3A7-A09E-D801-D27FD34D53C9}"/>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a:extLst>
              <a:ext uri="{FF2B5EF4-FFF2-40B4-BE49-F238E27FC236}">
                <a16:creationId xmlns:a16="http://schemas.microsoft.com/office/drawing/2014/main" id="{CD3843BD-ECAA-D5B2-980C-3A430D193A3D}"/>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a:extLst>
              <a:ext uri="{FF2B5EF4-FFF2-40B4-BE49-F238E27FC236}">
                <a16:creationId xmlns:a16="http://schemas.microsoft.com/office/drawing/2014/main" id="{769AC0FD-1513-E685-6623-5EC5F0C02757}"/>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a:extLst>
              <a:ext uri="{FF2B5EF4-FFF2-40B4-BE49-F238E27FC236}">
                <a16:creationId xmlns:a16="http://schemas.microsoft.com/office/drawing/2014/main" id="{62FE67E3-450D-F804-58D5-DD5780E5CDD1}"/>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a:extLst>
              <a:ext uri="{FF2B5EF4-FFF2-40B4-BE49-F238E27FC236}">
                <a16:creationId xmlns:a16="http://schemas.microsoft.com/office/drawing/2014/main" id="{B6D5B236-F328-119A-3703-22EEBD4273B6}"/>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a:extLst>
              <a:ext uri="{FF2B5EF4-FFF2-40B4-BE49-F238E27FC236}">
                <a16:creationId xmlns:a16="http://schemas.microsoft.com/office/drawing/2014/main" id="{EC2ED216-989D-8A2E-06AA-C3ED51E2253A}"/>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a:extLst>
              <a:ext uri="{FF2B5EF4-FFF2-40B4-BE49-F238E27FC236}">
                <a16:creationId xmlns:a16="http://schemas.microsoft.com/office/drawing/2014/main" id="{938212C9-023B-111C-91F9-2ADBB82E7367}"/>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a:extLst>
              <a:ext uri="{FF2B5EF4-FFF2-40B4-BE49-F238E27FC236}">
                <a16:creationId xmlns:a16="http://schemas.microsoft.com/office/drawing/2014/main" id="{A5D343CB-F041-CBFC-007D-802AEA39E59F}"/>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a:extLst>
              <a:ext uri="{FF2B5EF4-FFF2-40B4-BE49-F238E27FC236}">
                <a16:creationId xmlns:a16="http://schemas.microsoft.com/office/drawing/2014/main" id="{6A17656F-7FB6-1FDB-4FC0-76537DA3EB87}"/>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a:extLst>
              <a:ext uri="{FF2B5EF4-FFF2-40B4-BE49-F238E27FC236}">
                <a16:creationId xmlns:a16="http://schemas.microsoft.com/office/drawing/2014/main" id="{3C2A9C14-0230-7F39-2DFF-3C68616D01C3}"/>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a:extLst>
              <a:ext uri="{FF2B5EF4-FFF2-40B4-BE49-F238E27FC236}">
                <a16:creationId xmlns:a16="http://schemas.microsoft.com/office/drawing/2014/main" id="{263ED514-3E4B-4251-FDE1-9C3C21A486B6}"/>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a:extLst>
              <a:ext uri="{FF2B5EF4-FFF2-40B4-BE49-F238E27FC236}">
                <a16:creationId xmlns:a16="http://schemas.microsoft.com/office/drawing/2014/main" id="{FB0E95F9-2FBF-B589-5245-A0998DFA8245}"/>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a:extLst>
              <a:ext uri="{FF2B5EF4-FFF2-40B4-BE49-F238E27FC236}">
                <a16:creationId xmlns:a16="http://schemas.microsoft.com/office/drawing/2014/main" id="{A9373765-64A0-D6FB-F95A-D5D724C13F00}"/>
              </a:ext>
            </a:extLst>
          </p:cNvPr>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a:extLst>
              <a:ext uri="{FF2B5EF4-FFF2-40B4-BE49-F238E27FC236}">
                <a16:creationId xmlns:a16="http://schemas.microsoft.com/office/drawing/2014/main" id="{22932702-BD19-BCA8-C528-7594EA7CB717}"/>
              </a:ext>
            </a:extLst>
          </p:cNvPr>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a:extLst>
                          <a:ext uri="{FF2B5EF4-FFF2-40B4-BE49-F238E27FC236}">
                            <a16:creationId xmlns:a16="http://schemas.microsoft.com/office/drawing/2014/main" id="{22932702-BD19-BCA8-C528-7594EA7CB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a:extLst>
              <a:ext uri="{FF2B5EF4-FFF2-40B4-BE49-F238E27FC236}">
                <a16:creationId xmlns:a16="http://schemas.microsoft.com/office/drawing/2014/main" id="{CD0427F0-51E3-DD41-84BC-9AECE1EDECA2}"/>
              </a:ext>
            </a:extLst>
          </p:cNvPr>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a:extLst>
                          <a:ext uri="{FF2B5EF4-FFF2-40B4-BE49-F238E27FC236}">
                            <a16:creationId xmlns:a16="http://schemas.microsoft.com/office/drawing/2014/main" id="{CD0427F0-51E3-DD41-84BC-9AECE1EDEC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a:extLst>
              <a:ext uri="{FF2B5EF4-FFF2-40B4-BE49-F238E27FC236}">
                <a16:creationId xmlns:a16="http://schemas.microsoft.com/office/drawing/2014/main" id="{55A48369-3927-7783-BF86-86ACC551613B}"/>
              </a:ext>
            </a:extLst>
          </p:cNvPr>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extLst>
      <p:ext uri="{BB962C8B-B14F-4D97-AF65-F5344CB8AC3E}">
        <p14:creationId xmlns:p14="http://schemas.microsoft.com/office/powerpoint/2010/main" val="3396699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D148-D7FA-0E75-F123-9DFD2CDF0662}"/>
            </a:ext>
          </a:extLst>
        </p:cNvPr>
        <p:cNvGrpSpPr/>
        <p:nvPr/>
      </p:nvGrpSpPr>
      <p:grpSpPr>
        <a:xfrm>
          <a:off x="0" y="0"/>
          <a:ext cx="0" cy="0"/>
          <a:chOff x="0" y="0"/>
          <a:chExt cx="0" cy="0"/>
        </a:xfrm>
      </p:grpSpPr>
      <p:sp>
        <p:nvSpPr>
          <p:cNvPr id="4100" name="Rectangle 2">
            <a:extLst>
              <a:ext uri="{FF2B5EF4-FFF2-40B4-BE49-F238E27FC236}">
                <a16:creationId xmlns:a16="http://schemas.microsoft.com/office/drawing/2014/main" id="{09D5EE9A-CE72-689E-1BE8-9323E2F17733}"/>
              </a:ext>
            </a:extLst>
          </p:cNvPr>
          <p:cNvSpPr>
            <a:spLocks noGrp="1" noChangeArrowheads="1"/>
          </p:cNvSpPr>
          <p:nvPr>
            <p:ph type="title"/>
          </p:nvPr>
        </p:nvSpPr>
        <p:spPr/>
        <p:txBody>
          <a:bodyPr/>
          <a:lstStyle/>
          <a:p>
            <a:pPr eaLnBrk="1" hangingPunct="1"/>
            <a:r>
              <a:rPr lang="en-US"/>
              <a:t>Partial Summary</a:t>
            </a:r>
          </a:p>
        </p:txBody>
      </p:sp>
      <p:sp>
        <p:nvSpPr>
          <p:cNvPr id="4101" name="Rectangle 3">
            <a:extLst>
              <a:ext uri="{FF2B5EF4-FFF2-40B4-BE49-F238E27FC236}">
                <a16:creationId xmlns:a16="http://schemas.microsoft.com/office/drawing/2014/main" id="{44A2C46C-E93E-8CFF-BD90-747766DB5B67}"/>
              </a:ext>
            </a:extLst>
          </p:cNvPr>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a:extLst>
              <a:ext uri="{FF2B5EF4-FFF2-40B4-BE49-F238E27FC236}">
                <a16:creationId xmlns:a16="http://schemas.microsoft.com/office/drawing/2014/main" id="{C3F4AD3A-5E40-AA85-7B8A-6B034DC05A9E}"/>
              </a:ext>
            </a:extLst>
          </p:cNvPr>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a:extLst>
              <a:ext uri="{FF2B5EF4-FFF2-40B4-BE49-F238E27FC236}">
                <a16:creationId xmlns:a16="http://schemas.microsoft.com/office/drawing/2014/main" id="{AC473500-19EB-21D5-C02D-703CEE5510D3}"/>
              </a:ext>
            </a:extLst>
          </p:cNvPr>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a:extLst>
              <a:ext uri="{FF2B5EF4-FFF2-40B4-BE49-F238E27FC236}">
                <a16:creationId xmlns:a16="http://schemas.microsoft.com/office/drawing/2014/main" id="{E330E1E4-C797-E62A-9C0A-F601B2A18F70}"/>
              </a:ext>
            </a:extLst>
          </p:cNvPr>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a:extLst>
                          <a:ext uri="{FF2B5EF4-FFF2-40B4-BE49-F238E27FC236}">
                            <a16:creationId xmlns:a16="http://schemas.microsoft.com/office/drawing/2014/main" id="{E330E1E4-C797-E62A-9C0A-F601B2A18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a:extLst>
              <a:ext uri="{FF2B5EF4-FFF2-40B4-BE49-F238E27FC236}">
                <a16:creationId xmlns:a16="http://schemas.microsoft.com/office/drawing/2014/main" id="{D72F4477-52DB-E20B-59C5-657A003CCD48}"/>
              </a:ext>
            </a:extLst>
          </p:cNvPr>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a:extLst>
                          <a:ext uri="{FF2B5EF4-FFF2-40B4-BE49-F238E27FC236}">
                            <a16:creationId xmlns:a16="http://schemas.microsoft.com/office/drawing/2014/main" id="{D72F4477-52DB-E20B-59C5-657A003CCD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2335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1C95F-CE17-7048-0F70-2806B959617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77504D2-CA00-B903-3E45-FA9FF3F71B94}"/>
              </a:ext>
            </a:extLst>
          </p:cNvPr>
          <p:cNvSpPr>
            <a:spLocks noGrp="1"/>
          </p:cNvSpPr>
          <p:nvPr>
            <p:ph type="title"/>
          </p:nvPr>
        </p:nvSpPr>
        <p:spPr/>
        <p:txBody>
          <a:bodyPr/>
          <a:lstStyle/>
          <a:p>
            <a:pPr eaLnBrk="1" hangingPunct="1"/>
            <a:endParaRPr lang="en-US"/>
          </a:p>
        </p:txBody>
      </p:sp>
      <p:pic>
        <p:nvPicPr>
          <p:cNvPr id="13315" name="Content Placeholder 5" descr="Mean_Free_Path_equivalent_collision.jpg">
            <a:extLst>
              <a:ext uri="{FF2B5EF4-FFF2-40B4-BE49-F238E27FC236}">
                <a16:creationId xmlns:a16="http://schemas.microsoft.com/office/drawing/2014/main" id="{2C5EB283-EE07-A228-73F4-2E948BB59A87}"/>
              </a:ext>
            </a:extLst>
          </p:cNvPr>
          <p:cNvPicPr>
            <a:picLocks noGrp="1" noChangeAspect="1"/>
          </p:cNvPicPr>
          <p:nvPr>
            <p:ph idx="1"/>
          </p:nvPr>
        </p:nvPicPr>
        <p:blipFill>
          <a:blip r:embed="rId2" cstate="print"/>
          <a:srcRect/>
          <a:stretch>
            <a:fillRect/>
          </a:stretch>
        </p:blipFill>
        <p:spPr>
          <a:xfrm>
            <a:off x="457200" y="1804988"/>
            <a:ext cx="8229600" cy="4114800"/>
          </a:xfrm>
        </p:spPr>
      </p:pic>
    </p:spTree>
    <p:extLst>
      <p:ext uri="{BB962C8B-B14F-4D97-AF65-F5344CB8AC3E}">
        <p14:creationId xmlns:p14="http://schemas.microsoft.com/office/powerpoint/2010/main" val="1352236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7E80-FBB1-2C0E-04A8-D8501C70B6BD}"/>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4D5DB04F-BAF0-CD3A-21D1-39EEE000D302}"/>
              </a:ext>
            </a:extLst>
          </p:cNvPr>
          <p:cNvSpPr>
            <a:spLocks noGrp="1"/>
          </p:cNvSpPr>
          <p:nvPr>
            <p:ph type="title"/>
          </p:nvPr>
        </p:nvSpPr>
        <p:spPr/>
        <p:txBody>
          <a:bodyPr/>
          <a:lstStyle/>
          <a:p>
            <a:pPr eaLnBrk="1" hangingPunct="1"/>
            <a:endParaRPr lang="en-US"/>
          </a:p>
        </p:txBody>
      </p:sp>
      <p:pic>
        <p:nvPicPr>
          <p:cNvPr id="14339" name="Content Placeholder 5" descr="mean free path.jpg">
            <a:extLst>
              <a:ext uri="{FF2B5EF4-FFF2-40B4-BE49-F238E27FC236}">
                <a16:creationId xmlns:a16="http://schemas.microsoft.com/office/drawing/2014/main" id="{FBF378D2-EC40-51BB-A338-D02B06AF8AD4}"/>
              </a:ext>
            </a:extLst>
          </p:cNvPr>
          <p:cNvPicPr>
            <a:picLocks noGrp="1" noChangeAspect="1"/>
          </p:cNvPicPr>
          <p:nvPr>
            <p:ph idx="1"/>
          </p:nvPr>
        </p:nvPicPr>
        <p:blipFill>
          <a:blip r:embed="rId2" cstate="print"/>
          <a:srcRect/>
          <a:stretch>
            <a:fillRect/>
          </a:stretch>
        </p:blipFill>
        <p:spPr>
          <a:xfrm>
            <a:off x="762000" y="1957388"/>
            <a:ext cx="7620000" cy="3810000"/>
          </a:xfrm>
        </p:spPr>
      </p:pic>
    </p:spTree>
    <p:extLst>
      <p:ext uri="{BB962C8B-B14F-4D97-AF65-F5344CB8AC3E}">
        <p14:creationId xmlns:p14="http://schemas.microsoft.com/office/powerpoint/2010/main" val="236029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31FDEC-08F4-088A-7BE5-705397AC3EBB}"/>
              </a:ext>
            </a:extLst>
          </p:cNvPr>
          <p:cNvSpPr>
            <a:spLocks noGrp="1"/>
          </p:cNvSpPr>
          <p:nvPr>
            <p:ph type="ctrTitle"/>
          </p:nvPr>
        </p:nvSpPr>
        <p:spPr/>
        <p:txBody>
          <a:bodyPr/>
          <a:lstStyle/>
          <a:p>
            <a:r>
              <a:rPr lang="en-US"/>
              <a:t>END</a:t>
            </a:r>
          </a:p>
        </p:txBody>
      </p:sp>
      <p:sp>
        <p:nvSpPr>
          <p:cNvPr id="5" name="Subtitle 4">
            <a:extLst>
              <a:ext uri="{FF2B5EF4-FFF2-40B4-BE49-F238E27FC236}">
                <a16:creationId xmlns:a16="http://schemas.microsoft.com/office/drawing/2014/main" id="{1B0FEDD8-942E-7872-BBE7-C4B71C68E28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95527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AC53-560B-2023-5DAF-E03D994B317C}"/>
            </a:ext>
          </a:extLst>
        </p:cNvPr>
        <p:cNvGrpSpPr/>
        <p:nvPr/>
      </p:nvGrpSpPr>
      <p:grpSpPr>
        <a:xfrm>
          <a:off x="0" y="0"/>
          <a:ext cx="0" cy="0"/>
          <a:chOff x="0" y="0"/>
          <a:chExt cx="0" cy="0"/>
        </a:xfrm>
      </p:grpSpPr>
      <p:sp>
        <p:nvSpPr>
          <p:cNvPr id="13318" name="Slide Number Placeholder 5">
            <a:extLst>
              <a:ext uri="{FF2B5EF4-FFF2-40B4-BE49-F238E27FC236}">
                <a16:creationId xmlns:a16="http://schemas.microsoft.com/office/drawing/2014/main" id="{E3FC587E-D3DB-E964-6A32-0E3F929D93F3}"/>
              </a:ext>
            </a:extLst>
          </p:cNvPr>
          <p:cNvSpPr>
            <a:spLocks noGrp="1"/>
          </p:cNvSpPr>
          <p:nvPr>
            <p:ph type="sldNum" sz="quarter" idx="12"/>
          </p:nvPr>
        </p:nvSpPr>
        <p:spPr>
          <a:noFill/>
        </p:spPr>
        <p:txBody>
          <a:bodyPr/>
          <a:lstStyle/>
          <a:p>
            <a:fld id="{AF8A1169-9EBA-46E2-9B98-508A50930152}" type="slidenum">
              <a:rPr lang="en-US" smtClean="0"/>
              <a:pPr/>
              <a:t>31</a:t>
            </a:fld>
            <a:endParaRPr lang="en-US"/>
          </a:p>
        </p:txBody>
      </p:sp>
      <p:sp>
        <p:nvSpPr>
          <p:cNvPr id="13319" name="Rectangle 2">
            <a:extLst>
              <a:ext uri="{FF2B5EF4-FFF2-40B4-BE49-F238E27FC236}">
                <a16:creationId xmlns:a16="http://schemas.microsoft.com/office/drawing/2014/main" id="{564BCAD3-352D-982B-F140-9FC823944307}"/>
              </a:ext>
            </a:extLst>
          </p:cNvPr>
          <p:cNvSpPr>
            <a:spLocks noGrp="1" noChangeArrowheads="1"/>
          </p:cNvSpPr>
          <p:nvPr>
            <p:ph type="title"/>
          </p:nvPr>
        </p:nvSpPr>
        <p:spPr/>
        <p:txBody>
          <a:bodyPr/>
          <a:lstStyle/>
          <a:p>
            <a:pPr eaLnBrk="1" hangingPunct="1"/>
            <a:r>
              <a:rPr lang="en-US" dirty="0"/>
              <a:t>Question 123.15.1</a:t>
            </a:r>
          </a:p>
        </p:txBody>
      </p:sp>
      <p:sp>
        <p:nvSpPr>
          <p:cNvPr id="13320" name="Rectangle 3">
            <a:extLst>
              <a:ext uri="{FF2B5EF4-FFF2-40B4-BE49-F238E27FC236}">
                <a16:creationId xmlns:a16="http://schemas.microsoft.com/office/drawing/2014/main" id="{327626B0-8EDA-DCD0-2A24-DD5F6E6D5487}"/>
              </a:ext>
            </a:extLst>
          </p:cNvPr>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a:extLst>
              <a:ext uri="{FF2B5EF4-FFF2-40B4-BE49-F238E27FC236}">
                <a16:creationId xmlns:a16="http://schemas.microsoft.com/office/drawing/2014/main" id="{EC8687E7-1736-E1C1-5BC1-DE7DDA8E7064}"/>
              </a:ext>
            </a:extLst>
          </p:cNvPr>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a:extLst>
              <a:ext uri="{FF2B5EF4-FFF2-40B4-BE49-F238E27FC236}">
                <a16:creationId xmlns:a16="http://schemas.microsoft.com/office/drawing/2014/main" id="{18421DF1-41DB-0B23-CE25-736C613D5E4C}"/>
              </a:ext>
            </a:extLst>
          </p:cNvPr>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a:extLst>
                          <a:ext uri="{FF2B5EF4-FFF2-40B4-BE49-F238E27FC236}">
                            <a16:creationId xmlns:a16="http://schemas.microsoft.com/office/drawing/2014/main" id="{18421DF1-41DB-0B23-CE25-736C613D5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a:extLst>
              <a:ext uri="{FF2B5EF4-FFF2-40B4-BE49-F238E27FC236}">
                <a16:creationId xmlns:a16="http://schemas.microsoft.com/office/drawing/2014/main" id="{473C0D29-A0F5-C6CA-C60E-0B00684D9B38}"/>
              </a:ext>
            </a:extLst>
          </p:cNvPr>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a:extLst>
                          <a:ext uri="{FF2B5EF4-FFF2-40B4-BE49-F238E27FC236}">
                            <a16:creationId xmlns:a16="http://schemas.microsoft.com/office/drawing/2014/main" id="{473C0D29-A0F5-C6CA-C60E-0B00684D9B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a:extLst>
              <a:ext uri="{FF2B5EF4-FFF2-40B4-BE49-F238E27FC236}">
                <a16:creationId xmlns:a16="http://schemas.microsoft.com/office/drawing/2014/main" id="{78F9FDB3-1CB2-CAEF-8E11-94AC1839305B}"/>
              </a:ext>
            </a:extLst>
          </p:cNvPr>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a:extLst>
                          <a:ext uri="{FF2B5EF4-FFF2-40B4-BE49-F238E27FC236}">
                            <a16:creationId xmlns:a16="http://schemas.microsoft.com/office/drawing/2014/main" id="{78F9FDB3-1CB2-CAEF-8E11-94AC183930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a:extLst>
              <a:ext uri="{FF2B5EF4-FFF2-40B4-BE49-F238E27FC236}">
                <a16:creationId xmlns:a16="http://schemas.microsoft.com/office/drawing/2014/main" id="{20E525D5-098A-D2A0-CCE3-3FA13E5C6CB4}"/>
              </a:ext>
            </a:extLst>
          </p:cNvPr>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a:extLst>
                          <a:ext uri="{FF2B5EF4-FFF2-40B4-BE49-F238E27FC236}">
                            <a16:creationId xmlns:a16="http://schemas.microsoft.com/office/drawing/2014/main" id="{20E525D5-098A-D2A0-CCE3-3FA13E5C6C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63751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56B2-7305-0126-2BAC-83BF133B5715}"/>
            </a:ext>
          </a:extLst>
        </p:cNvPr>
        <p:cNvGrpSpPr/>
        <p:nvPr/>
      </p:nvGrpSpPr>
      <p:grpSpPr>
        <a:xfrm>
          <a:off x="0" y="0"/>
          <a:ext cx="0" cy="0"/>
          <a:chOff x="0" y="0"/>
          <a:chExt cx="0" cy="0"/>
        </a:xfrm>
      </p:grpSpPr>
      <p:sp>
        <p:nvSpPr>
          <p:cNvPr id="193538" name="Title 1">
            <a:extLst>
              <a:ext uri="{FF2B5EF4-FFF2-40B4-BE49-F238E27FC236}">
                <a16:creationId xmlns:a16="http://schemas.microsoft.com/office/drawing/2014/main" id="{31725E26-D5A6-4FD1-380E-CB9009577CAC}"/>
              </a:ext>
            </a:extLst>
          </p:cNvPr>
          <p:cNvSpPr>
            <a:spLocks noGrp="1"/>
          </p:cNvSpPr>
          <p:nvPr>
            <p:ph type="title"/>
          </p:nvPr>
        </p:nvSpPr>
        <p:spPr/>
        <p:txBody>
          <a:bodyPr/>
          <a:lstStyle/>
          <a:p>
            <a:r>
              <a:rPr lang="en-US" dirty="0"/>
              <a:t>Question 123.15.2</a:t>
            </a:r>
          </a:p>
        </p:txBody>
      </p:sp>
      <p:sp>
        <p:nvSpPr>
          <p:cNvPr id="193539" name="Content Placeholder 2">
            <a:extLst>
              <a:ext uri="{FF2B5EF4-FFF2-40B4-BE49-F238E27FC236}">
                <a16:creationId xmlns:a16="http://schemas.microsoft.com/office/drawing/2014/main" id="{90D73663-0DA0-FF99-EC97-4495AD6CC5CA}"/>
              </a:ext>
            </a:extLst>
          </p:cNvPr>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a:extLst>
              <a:ext uri="{FF2B5EF4-FFF2-40B4-BE49-F238E27FC236}">
                <a16:creationId xmlns:a16="http://schemas.microsoft.com/office/drawing/2014/main" id="{DBAA418C-E371-DC76-C9DB-97E065A512E0}"/>
              </a:ext>
            </a:extLst>
          </p:cNvPr>
          <p:cNvSpPr>
            <a:spLocks noGrp="1"/>
          </p:cNvSpPr>
          <p:nvPr>
            <p:ph type="sldNum" sz="quarter" idx="12"/>
          </p:nvPr>
        </p:nvSpPr>
        <p:spPr>
          <a:noFill/>
        </p:spPr>
        <p:txBody>
          <a:bodyPr/>
          <a:lstStyle/>
          <a:p>
            <a:fld id="{44AF3AA2-562C-4E7D-A401-97604B9354FA}" type="slidenum">
              <a:rPr lang="en-US" smtClean="0"/>
              <a:pPr/>
              <a:t>32</a:t>
            </a:fld>
            <a:endParaRPr lang="en-US"/>
          </a:p>
        </p:txBody>
      </p:sp>
    </p:spTree>
    <p:extLst>
      <p:ext uri="{BB962C8B-B14F-4D97-AF65-F5344CB8AC3E}">
        <p14:creationId xmlns:p14="http://schemas.microsoft.com/office/powerpoint/2010/main" val="3512843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CF5-D45F-CC1E-7EEE-C3B128470A0C}"/>
            </a:ext>
          </a:extLst>
        </p:cNvPr>
        <p:cNvGrpSpPr/>
        <p:nvPr/>
      </p:nvGrpSpPr>
      <p:grpSpPr>
        <a:xfrm>
          <a:off x="0" y="0"/>
          <a:ext cx="0" cy="0"/>
          <a:chOff x="0" y="0"/>
          <a:chExt cx="0" cy="0"/>
        </a:xfrm>
      </p:grpSpPr>
      <p:sp>
        <p:nvSpPr>
          <p:cNvPr id="194562" name="Slide Number Placeholder 5">
            <a:extLst>
              <a:ext uri="{FF2B5EF4-FFF2-40B4-BE49-F238E27FC236}">
                <a16:creationId xmlns:a16="http://schemas.microsoft.com/office/drawing/2014/main" id="{E61F6EEE-D402-BAFE-A20A-C25B6569CC3F}"/>
              </a:ext>
            </a:extLst>
          </p:cNvPr>
          <p:cNvSpPr>
            <a:spLocks noGrp="1"/>
          </p:cNvSpPr>
          <p:nvPr>
            <p:ph type="sldNum" sz="quarter" idx="12"/>
          </p:nvPr>
        </p:nvSpPr>
        <p:spPr>
          <a:noFill/>
        </p:spPr>
        <p:txBody>
          <a:bodyPr/>
          <a:lstStyle/>
          <a:p>
            <a:fld id="{99587A51-97ED-46F4-8A20-2B1A2605E50B}" type="slidenum">
              <a:rPr lang="en-US" smtClean="0"/>
              <a:pPr/>
              <a:t>33</a:t>
            </a:fld>
            <a:endParaRPr lang="en-US"/>
          </a:p>
        </p:txBody>
      </p:sp>
      <p:sp>
        <p:nvSpPr>
          <p:cNvPr id="194563" name="Rectangle 2">
            <a:extLst>
              <a:ext uri="{FF2B5EF4-FFF2-40B4-BE49-F238E27FC236}">
                <a16:creationId xmlns:a16="http://schemas.microsoft.com/office/drawing/2014/main" id="{AFB2A8C0-DDD2-D4EB-5819-754DAE75E781}"/>
              </a:ext>
            </a:extLst>
          </p:cNvPr>
          <p:cNvSpPr>
            <a:spLocks noGrp="1" noChangeArrowheads="1"/>
          </p:cNvSpPr>
          <p:nvPr>
            <p:ph type="title"/>
          </p:nvPr>
        </p:nvSpPr>
        <p:spPr/>
        <p:txBody>
          <a:bodyPr/>
          <a:lstStyle/>
          <a:p>
            <a:pPr eaLnBrk="1" hangingPunct="1"/>
            <a:r>
              <a:rPr lang="en-US" dirty="0"/>
              <a:t>Question 123.15.3</a:t>
            </a:r>
          </a:p>
        </p:txBody>
      </p:sp>
      <p:sp>
        <p:nvSpPr>
          <p:cNvPr id="194564" name="Rectangle 3">
            <a:extLst>
              <a:ext uri="{FF2B5EF4-FFF2-40B4-BE49-F238E27FC236}">
                <a16:creationId xmlns:a16="http://schemas.microsoft.com/office/drawing/2014/main" id="{AA45135D-770F-6829-A3AD-CD5FB8746ABC}"/>
              </a:ext>
            </a:extLst>
          </p:cNvPr>
          <p:cNvSpPr>
            <a:spLocks noGrp="1" noChangeArrowheads="1"/>
          </p:cNvSpPr>
          <p:nvPr>
            <p:ph type="body" idx="1"/>
          </p:nvPr>
        </p:nvSpPr>
        <p:spPr/>
        <p:txBody>
          <a:bodyPr/>
          <a:lstStyle/>
          <a:p>
            <a:pPr marL="609600" indent="-609600" eaLnBrk="1" hangingPunct="1">
              <a:lnSpc>
                <a:spcPct val="90000"/>
              </a:lnSpc>
              <a:buFontTx/>
              <a:buNone/>
            </a:pPr>
            <a:r>
              <a:rPr lang="en-US" sz="2800"/>
              <a:t>Two containers hold an ideal gas at the same temperature and pressure. Both containers hold the same type of gas but container B has twice the volume of container A. The average translational kinetic energy per molecule in container B is</a:t>
            </a:r>
          </a:p>
          <a:p>
            <a:pPr marL="609600" indent="-609600" eaLnBrk="1" hangingPunct="1">
              <a:lnSpc>
                <a:spcPct val="90000"/>
              </a:lnSpc>
              <a:buFontTx/>
              <a:buAutoNum type="alphaLcParenR"/>
            </a:pPr>
            <a:r>
              <a:rPr lang="en-US" sz="2800"/>
              <a:t>Twice that for container A</a:t>
            </a:r>
          </a:p>
          <a:p>
            <a:pPr marL="609600" indent="-609600" eaLnBrk="1" hangingPunct="1">
              <a:lnSpc>
                <a:spcPct val="90000"/>
              </a:lnSpc>
              <a:buFontTx/>
              <a:buAutoNum type="alphaLcParenR"/>
            </a:pPr>
            <a:r>
              <a:rPr lang="en-US" sz="2800"/>
              <a:t>The same as that for container A</a:t>
            </a:r>
          </a:p>
          <a:p>
            <a:pPr marL="609600" indent="-609600" eaLnBrk="1" hangingPunct="1">
              <a:lnSpc>
                <a:spcPct val="90000"/>
              </a:lnSpc>
              <a:buFontTx/>
              <a:buAutoNum type="alphaLcParenR"/>
            </a:pPr>
            <a:r>
              <a:rPr lang="en-US" sz="2800"/>
              <a:t>Half that of container A</a:t>
            </a:r>
          </a:p>
          <a:p>
            <a:pPr marL="609600" indent="-609600" eaLnBrk="1" hangingPunct="1">
              <a:lnSpc>
                <a:spcPct val="90000"/>
              </a:lnSpc>
              <a:buFontTx/>
              <a:buAutoNum type="alphaLcParenR"/>
            </a:pPr>
            <a:r>
              <a:rPr lang="en-US" sz="2800"/>
              <a:t>Can’ Tell</a:t>
            </a:r>
          </a:p>
        </p:txBody>
      </p:sp>
    </p:spTree>
    <p:extLst>
      <p:ext uri="{BB962C8B-B14F-4D97-AF65-F5344CB8AC3E}">
        <p14:creationId xmlns:p14="http://schemas.microsoft.com/office/powerpoint/2010/main" val="2982866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D7C8-DB68-C0F3-AFE2-AEF6D8517F5E}"/>
            </a:ext>
          </a:extLst>
        </p:cNvPr>
        <p:cNvGrpSpPr/>
        <p:nvPr/>
      </p:nvGrpSpPr>
      <p:grpSpPr>
        <a:xfrm>
          <a:off x="0" y="0"/>
          <a:ext cx="0" cy="0"/>
          <a:chOff x="0" y="0"/>
          <a:chExt cx="0" cy="0"/>
        </a:xfrm>
      </p:grpSpPr>
      <p:sp>
        <p:nvSpPr>
          <p:cNvPr id="195586" name="Title 1">
            <a:extLst>
              <a:ext uri="{FF2B5EF4-FFF2-40B4-BE49-F238E27FC236}">
                <a16:creationId xmlns:a16="http://schemas.microsoft.com/office/drawing/2014/main" id="{AA492365-9244-E35C-4E05-A92837CFF530}"/>
              </a:ext>
            </a:extLst>
          </p:cNvPr>
          <p:cNvSpPr>
            <a:spLocks noGrp="1"/>
          </p:cNvSpPr>
          <p:nvPr>
            <p:ph type="title"/>
          </p:nvPr>
        </p:nvSpPr>
        <p:spPr/>
        <p:txBody>
          <a:bodyPr/>
          <a:lstStyle/>
          <a:p>
            <a:r>
              <a:rPr lang="en-US" dirty="0"/>
              <a:t>Question 123.15.4</a:t>
            </a:r>
          </a:p>
        </p:txBody>
      </p:sp>
      <p:sp>
        <p:nvSpPr>
          <p:cNvPr id="195587" name="Content Placeholder 2">
            <a:extLst>
              <a:ext uri="{FF2B5EF4-FFF2-40B4-BE49-F238E27FC236}">
                <a16:creationId xmlns:a16="http://schemas.microsoft.com/office/drawing/2014/main" id="{E4FF5F73-F6BF-9769-5ACC-1F786C43DDD4}"/>
              </a:ext>
            </a:extLst>
          </p:cNvPr>
          <p:cNvSpPr>
            <a:spLocks noGrp="1"/>
          </p:cNvSpPr>
          <p:nvPr>
            <p:ph idx="1"/>
          </p:nvPr>
        </p:nvSpPr>
        <p:spPr/>
        <p:txBody>
          <a:bodyPr/>
          <a:lstStyle/>
          <a:p>
            <a:pPr>
              <a:buFontTx/>
              <a:buNone/>
            </a:pPr>
            <a:r>
              <a:rPr lang="en-US"/>
              <a:t>Approximately what is the average velocity of the molecules in this room?</a:t>
            </a:r>
          </a:p>
          <a:p>
            <a:pPr>
              <a:buFontTx/>
              <a:buAutoNum type="alphaLcParenR"/>
            </a:pPr>
            <a:r>
              <a:rPr lang="en-US"/>
              <a:t>478m/s</a:t>
            </a:r>
          </a:p>
          <a:p>
            <a:pPr>
              <a:buFontTx/>
              <a:buAutoNum type="alphaLcParenR"/>
            </a:pPr>
            <a:r>
              <a:rPr lang="en-US"/>
              <a:t>1901m/s</a:t>
            </a:r>
          </a:p>
          <a:p>
            <a:pPr>
              <a:buFontTx/>
              <a:buAutoNum type="alphaLcParenR"/>
            </a:pPr>
            <a:r>
              <a:rPr lang="en-US"/>
              <a:t>101005m/s</a:t>
            </a:r>
          </a:p>
          <a:p>
            <a:pPr>
              <a:buFontTx/>
              <a:buAutoNum type="alphaLcParenR"/>
            </a:pPr>
            <a:r>
              <a:rPr lang="en-US"/>
              <a:t>0m/s</a:t>
            </a:r>
          </a:p>
        </p:txBody>
      </p:sp>
      <p:sp>
        <p:nvSpPr>
          <p:cNvPr id="195588" name="Slide Number Placeholder 3">
            <a:extLst>
              <a:ext uri="{FF2B5EF4-FFF2-40B4-BE49-F238E27FC236}">
                <a16:creationId xmlns:a16="http://schemas.microsoft.com/office/drawing/2014/main" id="{3ECD6FF1-1984-478C-872C-B3A7A75FB7CB}"/>
              </a:ext>
            </a:extLst>
          </p:cNvPr>
          <p:cNvSpPr>
            <a:spLocks noGrp="1"/>
          </p:cNvSpPr>
          <p:nvPr>
            <p:ph type="sldNum" sz="quarter" idx="12"/>
          </p:nvPr>
        </p:nvSpPr>
        <p:spPr>
          <a:noFill/>
        </p:spPr>
        <p:txBody>
          <a:bodyPr/>
          <a:lstStyle/>
          <a:p>
            <a:fld id="{657D97E8-0885-427D-90F2-6B75E49ABF8F}" type="slidenum">
              <a:rPr lang="en-US" smtClean="0"/>
              <a:pPr/>
              <a:t>34</a:t>
            </a:fld>
            <a:endParaRPr lang="en-US"/>
          </a:p>
        </p:txBody>
      </p:sp>
    </p:spTree>
    <p:extLst>
      <p:ext uri="{BB962C8B-B14F-4D97-AF65-F5344CB8AC3E}">
        <p14:creationId xmlns:p14="http://schemas.microsoft.com/office/powerpoint/2010/main" val="2854078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852A-A0CF-2641-557C-62337972F69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38BF7C5-7998-C6EB-9CC4-4F8D39A28A23}"/>
              </a:ext>
            </a:extLst>
          </p:cNvPr>
          <p:cNvSpPr>
            <a:spLocks noGrp="1" noChangeArrowheads="1"/>
          </p:cNvSpPr>
          <p:nvPr>
            <p:ph type="title"/>
          </p:nvPr>
        </p:nvSpPr>
        <p:spPr/>
        <p:txBody>
          <a:bodyPr/>
          <a:lstStyle/>
          <a:p>
            <a:pPr eaLnBrk="1" hangingPunct="1"/>
            <a:r>
              <a:rPr lang="en-US"/>
              <a:t>Diatomic Molecule</a:t>
            </a:r>
          </a:p>
        </p:txBody>
      </p:sp>
      <p:grpSp>
        <p:nvGrpSpPr>
          <p:cNvPr id="16" name="Group 15">
            <a:extLst>
              <a:ext uri="{FF2B5EF4-FFF2-40B4-BE49-F238E27FC236}">
                <a16:creationId xmlns:a16="http://schemas.microsoft.com/office/drawing/2014/main" id="{4BF6FCD4-E773-8633-990E-CD125CCB28C3}"/>
              </a:ext>
            </a:extLst>
          </p:cNvPr>
          <p:cNvGrpSpPr/>
          <p:nvPr/>
        </p:nvGrpSpPr>
        <p:grpSpPr>
          <a:xfrm>
            <a:off x="5310632" y="2440717"/>
            <a:ext cx="3217862" cy="3203576"/>
            <a:chOff x="5310632" y="2440717"/>
            <a:chExt cx="3217862" cy="3203576"/>
          </a:xfrm>
        </p:grpSpPr>
        <p:sp>
          <p:nvSpPr>
            <p:cNvPr id="13" name="Oval 12">
              <a:extLst>
                <a:ext uri="{FF2B5EF4-FFF2-40B4-BE49-F238E27FC236}">
                  <a16:creationId xmlns:a16="http://schemas.microsoft.com/office/drawing/2014/main" id="{69E8C607-B34F-5AA6-F02B-517DE68BF456}"/>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7" name="Line 6">
              <a:extLst>
                <a:ext uri="{FF2B5EF4-FFF2-40B4-BE49-F238E27FC236}">
                  <a16:creationId xmlns:a16="http://schemas.microsoft.com/office/drawing/2014/main" id="{3568F913-87E0-ECBC-3293-2E7057065EDF}"/>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10249" name="Line 10">
              <a:extLst>
                <a:ext uri="{FF2B5EF4-FFF2-40B4-BE49-F238E27FC236}">
                  <a16:creationId xmlns:a16="http://schemas.microsoft.com/office/drawing/2014/main" id="{FF111BBB-15E7-5BE7-9DEE-F85FE25791A8}"/>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10250" name="Text Box 11">
              <a:extLst>
                <a:ext uri="{FF2B5EF4-FFF2-40B4-BE49-F238E27FC236}">
                  <a16:creationId xmlns:a16="http://schemas.microsoft.com/office/drawing/2014/main" id="{A23AFB51-B68B-16BF-F37C-914A9C0B4A24}"/>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10251" name="Text Box 12">
              <a:extLst>
                <a:ext uri="{FF2B5EF4-FFF2-40B4-BE49-F238E27FC236}">
                  <a16:creationId xmlns:a16="http://schemas.microsoft.com/office/drawing/2014/main" id="{3F7204D1-3A6E-FC42-1592-0E3984543903}"/>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0252" name="Line 8">
              <a:extLst>
                <a:ext uri="{FF2B5EF4-FFF2-40B4-BE49-F238E27FC236}">
                  <a16:creationId xmlns:a16="http://schemas.microsoft.com/office/drawing/2014/main" id="{16306C4F-12C9-5D60-4E18-18B75EFB2A5A}"/>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10253" name="Text Box 13">
              <a:extLst>
                <a:ext uri="{FF2B5EF4-FFF2-40B4-BE49-F238E27FC236}">
                  <a16:creationId xmlns:a16="http://schemas.microsoft.com/office/drawing/2014/main" id="{82E631AF-24FB-87EE-950B-30DF8F41C444}"/>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14" name="Oval 13">
              <a:extLst>
                <a:ext uri="{FF2B5EF4-FFF2-40B4-BE49-F238E27FC236}">
                  <a16:creationId xmlns:a16="http://schemas.microsoft.com/office/drawing/2014/main" id="{1C358117-95FF-A473-DDFA-273C84FF508F}"/>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8" name="Line 9">
              <a:extLst>
                <a:ext uri="{FF2B5EF4-FFF2-40B4-BE49-F238E27FC236}">
                  <a16:creationId xmlns:a16="http://schemas.microsoft.com/office/drawing/2014/main" id="{5FC98C20-1457-5B17-E4AB-CD972BBF03A6}"/>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1457836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441D-54EF-962D-DF91-F6492F43CA58}"/>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48C47E9B-5AC8-894D-3FB6-CDE34450B629}"/>
              </a:ext>
            </a:extLst>
          </p:cNvPr>
          <p:cNvSpPr>
            <a:spLocks noGrp="1" noChangeArrowheads="1"/>
          </p:cNvSpPr>
          <p:nvPr>
            <p:ph type="title"/>
          </p:nvPr>
        </p:nvSpPr>
        <p:spPr/>
        <p:txBody>
          <a:bodyPr/>
          <a:lstStyle/>
          <a:p>
            <a:pPr eaLnBrk="1" hangingPunct="1"/>
            <a:r>
              <a:rPr lang="en-US" sz="3200"/>
              <a:t>Rotational Degrees of Freedom</a:t>
            </a:r>
          </a:p>
        </p:txBody>
      </p:sp>
      <p:sp>
        <p:nvSpPr>
          <p:cNvPr id="11270" name="Arc 17">
            <a:extLst>
              <a:ext uri="{FF2B5EF4-FFF2-40B4-BE49-F238E27FC236}">
                <a16:creationId xmlns:a16="http://schemas.microsoft.com/office/drawing/2014/main" id="{9FEC2343-A566-BDF8-0D61-123E1C3CCE00}"/>
              </a:ext>
            </a:extLst>
          </p:cNvPr>
          <p:cNvSpPr>
            <a:spLocks/>
          </p:cNvSpPr>
          <p:nvPr/>
        </p:nvSpPr>
        <p:spPr bwMode="auto">
          <a:xfrm>
            <a:off x="5761568" y="2995930"/>
            <a:ext cx="866775" cy="234950"/>
          </a:xfrm>
          <a:custGeom>
            <a:avLst/>
            <a:gdLst>
              <a:gd name="T0" fmla="*/ 0 w 39042"/>
              <a:gd name="T1" fmla="*/ 0 h 43200"/>
              <a:gd name="T2" fmla="*/ 0 w 39042"/>
              <a:gd name="T3" fmla="*/ 0 h 43200"/>
              <a:gd name="T4" fmla="*/ 0 w 39042"/>
              <a:gd name="T5" fmla="*/ 0 h 43200"/>
              <a:gd name="T6" fmla="*/ 0 60000 65536"/>
              <a:gd name="T7" fmla="*/ 0 60000 65536"/>
              <a:gd name="T8" fmla="*/ 0 60000 65536"/>
              <a:gd name="T9" fmla="*/ 0 w 39042"/>
              <a:gd name="T10" fmla="*/ 0 h 43200"/>
              <a:gd name="T11" fmla="*/ 39042 w 39042"/>
              <a:gd name="T12" fmla="*/ 43200 h 43200"/>
            </a:gdLst>
            <a:ahLst/>
            <a:cxnLst>
              <a:cxn ang="T6">
                <a:pos x="T0" y="T1"/>
              </a:cxn>
              <a:cxn ang="T7">
                <a:pos x="T2" y="T3"/>
              </a:cxn>
              <a:cxn ang="T8">
                <a:pos x="T4" y="T5"/>
              </a:cxn>
            </a:cxnLst>
            <a:rect l="T9" t="T10" r="T11" b="T12"/>
            <a:pathLst>
              <a:path w="39042" h="43200" fill="none"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path>
              <a:path w="39042" h="43200" stroke="0"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1" name="Arc 18">
            <a:extLst>
              <a:ext uri="{FF2B5EF4-FFF2-40B4-BE49-F238E27FC236}">
                <a16:creationId xmlns:a16="http://schemas.microsoft.com/office/drawing/2014/main" id="{A58474E6-CF14-456C-EDE8-E79566D0101D}"/>
              </a:ext>
            </a:extLst>
          </p:cNvPr>
          <p:cNvSpPr>
            <a:spLocks/>
          </p:cNvSpPr>
          <p:nvPr/>
        </p:nvSpPr>
        <p:spPr bwMode="auto">
          <a:xfrm rot="4855948">
            <a:off x="4891618" y="4885055"/>
            <a:ext cx="476250" cy="204787"/>
          </a:xfrm>
          <a:custGeom>
            <a:avLst/>
            <a:gdLst>
              <a:gd name="T0" fmla="*/ 0 w 43200"/>
              <a:gd name="T1" fmla="*/ 0 h 43056"/>
              <a:gd name="T2" fmla="*/ 0 w 43200"/>
              <a:gd name="T3" fmla="*/ 0 h 43056"/>
              <a:gd name="T4" fmla="*/ 0 w 43200"/>
              <a:gd name="T5" fmla="*/ 0 h 43056"/>
              <a:gd name="T6" fmla="*/ 0 60000 65536"/>
              <a:gd name="T7" fmla="*/ 0 60000 65536"/>
              <a:gd name="T8" fmla="*/ 0 60000 65536"/>
              <a:gd name="T9" fmla="*/ 0 w 43200"/>
              <a:gd name="T10" fmla="*/ 0 h 43056"/>
              <a:gd name="T11" fmla="*/ 43200 w 43200"/>
              <a:gd name="T12" fmla="*/ 43056 h 43056"/>
            </a:gdLst>
            <a:ahLst/>
            <a:cxnLst>
              <a:cxn ang="T6">
                <a:pos x="T0" y="T1"/>
              </a:cxn>
              <a:cxn ang="T7">
                <a:pos x="T2" y="T3"/>
              </a:cxn>
              <a:cxn ang="T8">
                <a:pos x="T4" y="T5"/>
              </a:cxn>
            </a:cxnLst>
            <a:rect l="T9" t="T10" r="T11" b="T12"/>
            <a:pathLst>
              <a:path w="43200" h="43056" fill="none"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path>
              <a:path w="43200" h="43056" stroke="0"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2" name="Arc 19">
            <a:extLst>
              <a:ext uri="{FF2B5EF4-FFF2-40B4-BE49-F238E27FC236}">
                <a16:creationId xmlns:a16="http://schemas.microsoft.com/office/drawing/2014/main" id="{5469F418-09FE-F4CC-4395-33C1CAADA8CE}"/>
              </a:ext>
            </a:extLst>
          </p:cNvPr>
          <p:cNvSpPr>
            <a:spLocks/>
          </p:cNvSpPr>
          <p:nvPr/>
        </p:nvSpPr>
        <p:spPr bwMode="auto">
          <a:xfrm rot="5277946">
            <a:off x="7188731" y="4889818"/>
            <a:ext cx="584200" cy="285750"/>
          </a:xfrm>
          <a:custGeom>
            <a:avLst/>
            <a:gdLst>
              <a:gd name="T0" fmla="*/ 0 w 43200"/>
              <a:gd name="T1" fmla="*/ 0 h 42667"/>
              <a:gd name="T2" fmla="*/ 0 w 43200"/>
              <a:gd name="T3" fmla="*/ 0 h 42667"/>
              <a:gd name="T4" fmla="*/ 0 w 43200"/>
              <a:gd name="T5" fmla="*/ 0 h 42667"/>
              <a:gd name="T6" fmla="*/ 0 60000 65536"/>
              <a:gd name="T7" fmla="*/ 0 60000 65536"/>
              <a:gd name="T8" fmla="*/ 0 60000 65536"/>
              <a:gd name="T9" fmla="*/ 0 w 43200"/>
              <a:gd name="T10" fmla="*/ 0 h 42667"/>
              <a:gd name="T11" fmla="*/ 43200 w 43200"/>
              <a:gd name="T12" fmla="*/ 42667 h 42667"/>
            </a:gdLst>
            <a:ahLst/>
            <a:cxnLst>
              <a:cxn ang="T6">
                <a:pos x="T0" y="T1"/>
              </a:cxn>
              <a:cxn ang="T7">
                <a:pos x="T2" y="T3"/>
              </a:cxn>
              <a:cxn ang="T8">
                <a:pos x="T4" y="T5"/>
              </a:cxn>
            </a:cxnLst>
            <a:rect l="T9" t="T10" r="T11" b="T12"/>
            <a:pathLst>
              <a:path w="43200" h="42667" fill="none"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path>
              <a:path w="43200" h="42667" stroke="0"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lnTo>
                  <a:pt x="21600" y="21600"/>
                </a:lnTo>
                <a:close/>
              </a:path>
            </a:pathLst>
          </a:custGeom>
          <a:noFill/>
          <a:ln w="9525">
            <a:solidFill>
              <a:schemeClr val="tx1"/>
            </a:solidFill>
            <a:round/>
            <a:headEnd/>
            <a:tailEnd type="triangle" w="med" len="med"/>
          </a:ln>
        </p:spPr>
        <p:txBody>
          <a:bodyPr wrap="none" anchor="ctr"/>
          <a:lstStyle/>
          <a:p>
            <a:endParaRPr lang="en-US"/>
          </a:p>
        </p:txBody>
      </p:sp>
      <p:grpSp>
        <p:nvGrpSpPr>
          <p:cNvPr id="4" name="Group 3">
            <a:extLst>
              <a:ext uri="{FF2B5EF4-FFF2-40B4-BE49-F238E27FC236}">
                <a16:creationId xmlns:a16="http://schemas.microsoft.com/office/drawing/2014/main" id="{000A74E9-D1B7-16F7-9ADA-85D95EC49815}"/>
              </a:ext>
            </a:extLst>
          </p:cNvPr>
          <p:cNvGrpSpPr/>
          <p:nvPr/>
        </p:nvGrpSpPr>
        <p:grpSpPr>
          <a:xfrm>
            <a:off x="4675918" y="2410142"/>
            <a:ext cx="3217862" cy="3203576"/>
            <a:chOff x="5310632" y="2440717"/>
            <a:chExt cx="3217862" cy="3203576"/>
          </a:xfrm>
        </p:grpSpPr>
        <p:sp>
          <p:nvSpPr>
            <p:cNvPr id="5" name="Oval 4">
              <a:extLst>
                <a:ext uri="{FF2B5EF4-FFF2-40B4-BE49-F238E27FC236}">
                  <a16:creationId xmlns:a16="http://schemas.microsoft.com/office/drawing/2014/main" id="{C1042B9F-D5BB-08BF-A0B0-1C8EA64DA165}"/>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ine 6">
              <a:extLst>
                <a:ext uri="{FF2B5EF4-FFF2-40B4-BE49-F238E27FC236}">
                  <a16:creationId xmlns:a16="http://schemas.microsoft.com/office/drawing/2014/main" id="{0273EE48-79FA-9FAD-AAB5-F2274FCE2180}"/>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7" name="Line 10">
              <a:extLst>
                <a:ext uri="{FF2B5EF4-FFF2-40B4-BE49-F238E27FC236}">
                  <a16:creationId xmlns:a16="http://schemas.microsoft.com/office/drawing/2014/main" id="{5F03B226-8269-6DF7-A839-487F6CF4A271}"/>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8" name="Text Box 11">
              <a:extLst>
                <a:ext uri="{FF2B5EF4-FFF2-40B4-BE49-F238E27FC236}">
                  <a16:creationId xmlns:a16="http://schemas.microsoft.com/office/drawing/2014/main" id="{15996551-F9F4-F430-2A36-72308A41BBD9}"/>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9" name="Text Box 12">
              <a:extLst>
                <a:ext uri="{FF2B5EF4-FFF2-40B4-BE49-F238E27FC236}">
                  <a16:creationId xmlns:a16="http://schemas.microsoft.com/office/drawing/2014/main" id="{8A51AE6B-1CAA-25FE-7F43-DAB16C8D1ED8}"/>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0" name="Line 8">
              <a:extLst>
                <a:ext uri="{FF2B5EF4-FFF2-40B4-BE49-F238E27FC236}">
                  <a16:creationId xmlns:a16="http://schemas.microsoft.com/office/drawing/2014/main" id="{3A1A0D51-2E7A-E870-F393-6CBDF72D48B8}"/>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11" name="Text Box 13">
              <a:extLst>
                <a:ext uri="{FF2B5EF4-FFF2-40B4-BE49-F238E27FC236}">
                  <a16:creationId xmlns:a16="http://schemas.microsoft.com/office/drawing/2014/main" id="{81150E22-F002-9DC9-AF57-96269C6642A2}"/>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12" name="Oval 11">
              <a:extLst>
                <a:ext uri="{FF2B5EF4-FFF2-40B4-BE49-F238E27FC236}">
                  <a16:creationId xmlns:a16="http://schemas.microsoft.com/office/drawing/2014/main" id="{6B0E5EA5-A378-FEAB-6641-3A9C68EBBFCB}"/>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ine 9">
              <a:extLst>
                <a:ext uri="{FF2B5EF4-FFF2-40B4-BE49-F238E27FC236}">
                  <a16:creationId xmlns:a16="http://schemas.microsoft.com/office/drawing/2014/main" id="{A174A3F9-50CF-D288-3AB5-5CE2AE182775}"/>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781924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3EC87-5C0A-977F-8DEA-EAD38164FF2E}"/>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59F7FC1C-C3A1-B953-D777-EAC6D2E88AC7}"/>
              </a:ext>
            </a:extLst>
          </p:cNvPr>
          <p:cNvSpPr>
            <a:spLocks noGrp="1" noChangeArrowheads="1"/>
          </p:cNvSpPr>
          <p:nvPr>
            <p:ph type="title"/>
          </p:nvPr>
        </p:nvSpPr>
        <p:spPr/>
        <p:txBody>
          <a:bodyPr/>
          <a:lstStyle/>
          <a:p>
            <a:pPr eaLnBrk="1" hangingPunct="1"/>
            <a:r>
              <a:rPr lang="en-US" sz="3200"/>
              <a:t>Vibrational Degrees of Freedom</a:t>
            </a:r>
          </a:p>
        </p:txBody>
      </p:sp>
      <p:grpSp>
        <p:nvGrpSpPr>
          <p:cNvPr id="4" name="Group 19">
            <a:extLst>
              <a:ext uri="{FF2B5EF4-FFF2-40B4-BE49-F238E27FC236}">
                <a16:creationId xmlns:a16="http://schemas.microsoft.com/office/drawing/2014/main" id="{F64EC437-E65C-9B51-5935-429CEF23610C}"/>
              </a:ext>
            </a:extLst>
          </p:cNvPr>
          <p:cNvGrpSpPr>
            <a:grpSpLocks/>
          </p:cNvGrpSpPr>
          <p:nvPr/>
        </p:nvGrpSpPr>
        <p:grpSpPr bwMode="auto">
          <a:xfrm rot="1747726">
            <a:off x="5650882" y="4267772"/>
            <a:ext cx="1054100" cy="149225"/>
            <a:chOff x="2248" y="1248"/>
            <a:chExt cx="648" cy="128"/>
          </a:xfrm>
        </p:grpSpPr>
        <p:grpSp>
          <p:nvGrpSpPr>
            <p:cNvPr id="5" name="Group 20">
              <a:extLst>
                <a:ext uri="{FF2B5EF4-FFF2-40B4-BE49-F238E27FC236}">
                  <a16:creationId xmlns:a16="http://schemas.microsoft.com/office/drawing/2014/main" id="{31F8116C-F68C-8086-5975-069CB4787A07}"/>
                </a:ext>
              </a:extLst>
            </p:cNvPr>
            <p:cNvGrpSpPr>
              <a:grpSpLocks/>
            </p:cNvGrpSpPr>
            <p:nvPr/>
          </p:nvGrpSpPr>
          <p:grpSpPr bwMode="auto">
            <a:xfrm>
              <a:off x="2814" y="1248"/>
              <a:ext cx="82" cy="128"/>
              <a:chOff x="704" y="1880"/>
              <a:chExt cx="136" cy="128"/>
            </a:xfrm>
          </p:grpSpPr>
          <p:sp>
            <p:nvSpPr>
              <p:cNvPr id="12317" name="Line 21">
                <a:extLst>
                  <a:ext uri="{FF2B5EF4-FFF2-40B4-BE49-F238E27FC236}">
                    <a16:creationId xmlns:a16="http://schemas.microsoft.com/office/drawing/2014/main" id="{BDB22D40-E481-54C6-8039-98F77E08CF0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8" name="Line 22">
                <a:extLst>
                  <a:ext uri="{FF2B5EF4-FFF2-40B4-BE49-F238E27FC236}">
                    <a16:creationId xmlns:a16="http://schemas.microsoft.com/office/drawing/2014/main" id="{0F82BCD3-2510-5866-5C54-9C92DF31DB8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3">
              <a:extLst>
                <a:ext uri="{FF2B5EF4-FFF2-40B4-BE49-F238E27FC236}">
                  <a16:creationId xmlns:a16="http://schemas.microsoft.com/office/drawing/2014/main" id="{45D727C4-8BC3-4A6B-6113-C8DA68474885}"/>
                </a:ext>
              </a:extLst>
            </p:cNvPr>
            <p:cNvGrpSpPr>
              <a:grpSpLocks/>
            </p:cNvGrpSpPr>
            <p:nvPr/>
          </p:nvGrpSpPr>
          <p:grpSpPr bwMode="auto">
            <a:xfrm>
              <a:off x="2727" y="1248"/>
              <a:ext cx="82" cy="128"/>
              <a:chOff x="704" y="1880"/>
              <a:chExt cx="136" cy="128"/>
            </a:xfrm>
          </p:grpSpPr>
          <p:sp>
            <p:nvSpPr>
              <p:cNvPr id="12315" name="Line 24">
                <a:extLst>
                  <a:ext uri="{FF2B5EF4-FFF2-40B4-BE49-F238E27FC236}">
                    <a16:creationId xmlns:a16="http://schemas.microsoft.com/office/drawing/2014/main" id="{970227A3-1074-CF88-891A-4247449AE56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6" name="Line 25">
                <a:extLst>
                  <a:ext uri="{FF2B5EF4-FFF2-40B4-BE49-F238E27FC236}">
                    <a16:creationId xmlns:a16="http://schemas.microsoft.com/office/drawing/2014/main" id="{512C0941-7791-9D2A-3539-2DE906B467C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6">
              <a:extLst>
                <a:ext uri="{FF2B5EF4-FFF2-40B4-BE49-F238E27FC236}">
                  <a16:creationId xmlns:a16="http://schemas.microsoft.com/office/drawing/2014/main" id="{B34DDABF-6B72-76C5-E1E2-0E73538F57C7}"/>
                </a:ext>
              </a:extLst>
            </p:cNvPr>
            <p:cNvGrpSpPr>
              <a:grpSpLocks/>
            </p:cNvGrpSpPr>
            <p:nvPr/>
          </p:nvGrpSpPr>
          <p:grpSpPr bwMode="auto">
            <a:xfrm>
              <a:off x="2649" y="1248"/>
              <a:ext cx="83" cy="128"/>
              <a:chOff x="704" y="1880"/>
              <a:chExt cx="136" cy="128"/>
            </a:xfrm>
          </p:grpSpPr>
          <p:sp>
            <p:nvSpPr>
              <p:cNvPr id="12313" name="Line 27">
                <a:extLst>
                  <a:ext uri="{FF2B5EF4-FFF2-40B4-BE49-F238E27FC236}">
                    <a16:creationId xmlns:a16="http://schemas.microsoft.com/office/drawing/2014/main" id="{4954C0F4-78C1-4305-D43C-CDD0DCEB891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4" name="Line 28">
                <a:extLst>
                  <a:ext uri="{FF2B5EF4-FFF2-40B4-BE49-F238E27FC236}">
                    <a16:creationId xmlns:a16="http://schemas.microsoft.com/office/drawing/2014/main" id="{6B2EA708-C7AD-29EE-8F67-010D48EDB92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9">
              <a:extLst>
                <a:ext uri="{FF2B5EF4-FFF2-40B4-BE49-F238E27FC236}">
                  <a16:creationId xmlns:a16="http://schemas.microsoft.com/office/drawing/2014/main" id="{A960F0DA-8EB7-B5B8-C266-D7EED3D875C8}"/>
                </a:ext>
              </a:extLst>
            </p:cNvPr>
            <p:cNvGrpSpPr>
              <a:grpSpLocks/>
            </p:cNvGrpSpPr>
            <p:nvPr/>
          </p:nvGrpSpPr>
          <p:grpSpPr bwMode="auto">
            <a:xfrm>
              <a:off x="2567" y="1248"/>
              <a:ext cx="82" cy="128"/>
              <a:chOff x="704" y="1880"/>
              <a:chExt cx="136" cy="128"/>
            </a:xfrm>
          </p:grpSpPr>
          <p:sp>
            <p:nvSpPr>
              <p:cNvPr id="12311" name="Line 30">
                <a:extLst>
                  <a:ext uri="{FF2B5EF4-FFF2-40B4-BE49-F238E27FC236}">
                    <a16:creationId xmlns:a16="http://schemas.microsoft.com/office/drawing/2014/main" id="{83BED919-2B22-E1BF-21E4-9A5417BF26C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2" name="Line 31">
                <a:extLst>
                  <a:ext uri="{FF2B5EF4-FFF2-40B4-BE49-F238E27FC236}">
                    <a16:creationId xmlns:a16="http://schemas.microsoft.com/office/drawing/2014/main" id="{3A438D72-2889-DC1D-19E9-4D433C37B72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2">
              <a:extLst>
                <a:ext uri="{FF2B5EF4-FFF2-40B4-BE49-F238E27FC236}">
                  <a16:creationId xmlns:a16="http://schemas.microsoft.com/office/drawing/2014/main" id="{ABD4EE4C-D2B0-BF4A-7FFD-942158DF7C61}"/>
                </a:ext>
              </a:extLst>
            </p:cNvPr>
            <p:cNvGrpSpPr>
              <a:grpSpLocks/>
            </p:cNvGrpSpPr>
            <p:nvPr/>
          </p:nvGrpSpPr>
          <p:grpSpPr bwMode="auto">
            <a:xfrm>
              <a:off x="2490" y="1248"/>
              <a:ext cx="82" cy="128"/>
              <a:chOff x="704" y="1880"/>
              <a:chExt cx="136" cy="128"/>
            </a:xfrm>
          </p:grpSpPr>
          <p:sp>
            <p:nvSpPr>
              <p:cNvPr id="12309" name="Line 33">
                <a:extLst>
                  <a:ext uri="{FF2B5EF4-FFF2-40B4-BE49-F238E27FC236}">
                    <a16:creationId xmlns:a16="http://schemas.microsoft.com/office/drawing/2014/main" id="{C3BDF457-DE06-EA91-4A2A-2ED2B19268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0" name="Line 34">
                <a:extLst>
                  <a:ext uri="{FF2B5EF4-FFF2-40B4-BE49-F238E27FC236}">
                    <a16:creationId xmlns:a16="http://schemas.microsoft.com/office/drawing/2014/main" id="{1AD31D90-42C5-8944-7331-0B791B081F1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5">
              <a:extLst>
                <a:ext uri="{FF2B5EF4-FFF2-40B4-BE49-F238E27FC236}">
                  <a16:creationId xmlns:a16="http://schemas.microsoft.com/office/drawing/2014/main" id="{08F2E460-32EB-217A-E03B-D8D0970D67DA}"/>
                </a:ext>
              </a:extLst>
            </p:cNvPr>
            <p:cNvGrpSpPr>
              <a:grpSpLocks/>
            </p:cNvGrpSpPr>
            <p:nvPr/>
          </p:nvGrpSpPr>
          <p:grpSpPr bwMode="auto">
            <a:xfrm>
              <a:off x="2408" y="1248"/>
              <a:ext cx="82" cy="128"/>
              <a:chOff x="704" y="1880"/>
              <a:chExt cx="136" cy="128"/>
            </a:xfrm>
          </p:grpSpPr>
          <p:sp>
            <p:nvSpPr>
              <p:cNvPr id="12307" name="Line 36">
                <a:extLst>
                  <a:ext uri="{FF2B5EF4-FFF2-40B4-BE49-F238E27FC236}">
                    <a16:creationId xmlns:a16="http://schemas.microsoft.com/office/drawing/2014/main" id="{AB593F31-57CD-CE49-FAE1-38C6A1F88F3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8" name="Line 37">
                <a:extLst>
                  <a:ext uri="{FF2B5EF4-FFF2-40B4-BE49-F238E27FC236}">
                    <a16:creationId xmlns:a16="http://schemas.microsoft.com/office/drawing/2014/main" id="{AC37E82F-FB02-FA9C-4FFD-C8D76382DFC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8">
              <a:extLst>
                <a:ext uri="{FF2B5EF4-FFF2-40B4-BE49-F238E27FC236}">
                  <a16:creationId xmlns:a16="http://schemas.microsoft.com/office/drawing/2014/main" id="{C43B530F-FD1A-4BAE-4D79-451AA0E2D1A8}"/>
                </a:ext>
              </a:extLst>
            </p:cNvPr>
            <p:cNvGrpSpPr>
              <a:grpSpLocks/>
            </p:cNvGrpSpPr>
            <p:nvPr/>
          </p:nvGrpSpPr>
          <p:grpSpPr bwMode="auto">
            <a:xfrm>
              <a:off x="2330" y="1248"/>
              <a:ext cx="82" cy="128"/>
              <a:chOff x="704" y="1880"/>
              <a:chExt cx="136" cy="128"/>
            </a:xfrm>
          </p:grpSpPr>
          <p:sp>
            <p:nvSpPr>
              <p:cNvPr id="12305" name="Line 39">
                <a:extLst>
                  <a:ext uri="{FF2B5EF4-FFF2-40B4-BE49-F238E27FC236}">
                    <a16:creationId xmlns:a16="http://schemas.microsoft.com/office/drawing/2014/main" id="{58150D35-1DBE-9FC8-F96D-6E9EC0CE328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6" name="Line 40">
                <a:extLst>
                  <a:ext uri="{FF2B5EF4-FFF2-40B4-BE49-F238E27FC236}">
                    <a16:creationId xmlns:a16="http://schemas.microsoft.com/office/drawing/2014/main" id="{6702D0AF-2A2F-0FD9-1BCF-0AF2407F03E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2" name="Group 41">
              <a:extLst>
                <a:ext uri="{FF2B5EF4-FFF2-40B4-BE49-F238E27FC236}">
                  <a16:creationId xmlns:a16="http://schemas.microsoft.com/office/drawing/2014/main" id="{0570BFBC-D27F-EFFD-DFE9-53B4B1ABF67E}"/>
                </a:ext>
              </a:extLst>
            </p:cNvPr>
            <p:cNvGrpSpPr>
              <a:grpSpLocks/>
            </p:cNvGrpSpPr>
            <p:nvPr/>
          </p:nvGrpSpPr>
          <p:grpSpPr bwMode="auto">
            <a:xfrm>
              <a:off x="2248" y="1248"/>
              <a:ext cx="82" cy="128"/>
              <a:chOff x="704" y="1880"/>
              <a:chExt cx="136" cy="128"/>
            </a:xfrm>
          </p:grpSpPr>
          <p:sp>
            <p:nvSpPr>
              <p:cNvPr id="12303" name="Line 42">
                <a:extLst>
                  <a:ext uri="{FF2B5EF4-FFF2-40B4-BE49-F238E27FC236}">
                    <a16:creationId xmlns:a16="http://schemas.microsoft.com/office/drawing/2014/main" id="{728E362A-5D75-A57F-B551-D3230C3E248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4" name="Line 43">
                <a:extLst>
                  <a:ext uri="{FF2B5EF4-FFF2-40B4-BE49-F238E27FC236}">
                    <a16:creationId xmlns:a16="http://schemas.microsoft.com/office/drawing/2014/main" id="{EE4FDFD1-DADB-6680-28E3-4288A9DDAD5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13" name="Group 12">
            <a:extLst>
              <a:ext uri="{FF2B5EF4-FFF2-40B4-BE49-F238E27FC236}">
                <a16:creationId xmlns:a16="http://schemas.microsoft.com/office/drawing/2014/main" id="{567F7492-2A14-7CDD-9B4F-212A06976DC9}"/>
              </a:ext>
            </a:extLst>
          </p:cNvPr>
          <p:cNvGrpSpPr/>
          <p:nvPr/>
        </p:nvGrpSpPr>
        <p:grpSpPr>
          <a:xfrm>
            <a:off x="4572000" y="2399284"/>
            <a:ext cx="3217862" cy="3203576"/>
            <a:chOff x="5310632" y="2440717"/>
            <a:chExt cx="3217862" cy="3203576"/>
          </a:xfrm>
        </p:grpSpPr>
        <p:sp>
          <p:nvSpPr>
            <p:cNvPr id="14" name="Oval 13">
              <a:extLst>
                <a:ext uri="{FF2B5EF4-FFF2-40B4-BE49-F238E27FC236}">
                  <a16:creationId xmlns:a16="http://schemas.microsoft.com/office/drawing/2014/main" id="{55386254-4356-57EE-9A6D-AAA286A00AE7}"/>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ine 6">
              <a:extLst>
                <a:ext uri="{FF2B5EF4-FFF2-40B4-BE49-F238E27FC236}">
                  <a16:creationId xmlns:a16="http://schemas.microsoft.com/office/drawing/2014/main" id="{3B93CBA1-22C1-546E-A979-4A37995E5358}"/>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16" name="Line 10">
              <a:extLst>
                <a:ext uri="{FF2B5EF4-FFF2-40B4-BE49-F238E27FC236}">
                  <a16:creationId xmlns:a16="http://schemas.microsoft.com/office/drawing/2014/main" id="{1E47CB1C-174E-F883-D33D-9E4F4AC2E68D}"/>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17" name="Text Box 11">
              <a:extLst>
                <a:ext uri="{FF2B5EF4-FFF2-40B4-BE49-F238E27FC236}">
                  <a16:creationId xmlns:a16="http://schemas.microsoft.com/office/drawing/2014/main" id="{BE095DB2-AD79-08B0-EF49-2C8DA12A05C9}"/>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18" name="Text Box 12">
              <a:extLst>
                <a:ext uri="{FF2B5EF4-FFF2-40B4-BE49-F238E27FC236}">
                  <a16:creationId xmlns:a16="http://schemas.microsoft.com/office/drawing/2014/main" id="{F6794D87-513D-DFF7-1368-5BEEBA19ECCC}"/>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9" name="Line 8">
              <a:extLst>
                <a:ext uri="{FF2B5EF4-FFF2-40B4-BE49-F238E27FC236}">
                  <a16:creationId xmlns:a16="http://schemas.microsoft.com/office/drawing/2014/main" id="{72E09256-3E40-397F-4303-7CC58F50C8C5}"/>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20" name="Text Box 13">
              <a:extLst>
                <a:ext uri="{FF2B5EF4-FFF2-40B4-BE49-F238E27FC236}">
                  <a16:creationId xmlns:a16="http://schemas.microsoft.com/office/drawing/2014/main" id="{D69BE209-4986-0D09-E81A-5DBE49BFD7E4}"/>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21" name="Oval 20">
              <a:extLst>
                <a:ext uri="{FF2B5EF4-FFF2-40B4-BE49-F238E27FC236}">
                  <a16:creationId xmlns:a16="http://schemas.microsoft.com/office/drawing/2014/main" id="{923E30B0-FDB7-403B-1D1F-280659786EA2}"/>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Line 9">
              <a:extLst>
                <a:ext uri="{FF2B5EF4-FFF2-40B4-BE49-F238E27FC236}">
                  <a16:creationId xmlns:a16="http://schemas.microsoft.com/office/drawing/2014/main" id="{169CDA42-2EC2-F589-18A7-E281311CB115}"/>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2527005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4A5E-EE4F-872E-B011-791695EF5FCC}"/>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EC8AD2CB-44B4-FCAD-116B-FEBE56647341}"/>
              </a:ext>
            </a:extLst>
          </p:cNvPr>
          <p:cNvSpPr>
            <a:spLocks noGrp="1" noChangeArrowheads="1"/>
          </p:cNvSpPr>
          <p:nvPr>
            <p:ph type="title"/>
          </p:nvPr>
        </p:nvSpPr>
        <p:spPr/>
        <p:txBody>
          <a:bodyPr/>
          <a:lstStyle/>
          <a:p>
            <a:pPr eaLnBrk="1" hangingPunct="1"/>
            <a:r>
              <a:rPr lang="en-US"/>
              <a:t>C</a:t>
            </a:r>
            <a:r>
              <a:rPr lang="en-US" baseline="-25000"/>
              <a:t>v</a:t>
            </a:r>
            <a:r>
              <a:rPr lang="en-US"/>
              <a:t> vs Temperature </a:t>
            </a:r>
          </a:p>
        </p:txBody>
      </p:sp>
      <p:sp>
        <p:nvSpPr>
          <p:cNvPr id="1029" name="Rectangle 5">
            <a:extLst>
              <a:ext uri="{FF2B5EF4-FFF2-40B4-BE49-F238E27FC236}">
                <a16:creationId xmlns:a16="http://schemas.microsoft.com/office/drawing/2014/main" id="{5720933B-60D5-8EC3-DEFE-46DFACF17382}"/>
              </a:ext>
            </a:extLst>
          </p:cNvPr>
          <p:cNvSpPr>
            <a:spLocks noChangeArrowheads="1"/>
          </p:cNvSpPr>
          <p:nvPr/>
        </p:nvSpPr>
        <p:spPr bwMode="auto">
          <a:xfrm>
            <a:off x="1233488" y="1524000"/>
            <a:ext cx="6734175" cy="4295775"/>
          </a:xfrm>
          <a:prstGeom prst="rect">
            <a:avLst/>
          </a:prstGeom>
          <a:solidFill>
            <a:schemeClr val="bg1"/>
          </a:solidFill>
          <a:ln w="9525" algn="ctr">
            <a:noFill/>
            <a:miter lim="800000"/>
            <a:headEnd/>
            <a:tailEnd/>
          </a:ln>
        </p:spPr>
        <p:txBody>
          <a:bodyPr wrap="none" anchor="ctr"/>
          <a:lstStyle/>
          <a:p>
            <a:endParaRPr lang="en-US"/>
          </a:p>
        </p:txBody>
      </p:sp>
      <p:pic>
        <p:nvPicPr>
          <p:cNvPr id="1030" name="Picture 6">
            <a:extLst>
              <a:ext uri="{FF2B5EF4-FFF2-40B4-BE49-F238E27FC236}">
                <a16:creationId xmlns:a16="http://schemas.microsoft.com/office/drawing/2014/main" id="{68289640-1B22-E400-9FB3-9851F3AC0888}"/>
              </a:ext>
            </a:extLst>
          </p:cNvPr>
          <p:cNvPicPr>
            <a:picLocks noChangeAspect="1" noChangeArrowheads="1"/>
          </p:cNvPicPr>
          <p:nvPr/>
        </p:nvPicPr>
        <p:blipFill>
          <a:blip r:embed="rId2" cstate="print"/>
          <a:srcRect/>
          <a:stretch>
            <a:fillRect/>
          </a:stretch>
        </p:blipFill>
        <p:spPr bwMode="auto">
          <a:xfrm>
            <a:off x="1623106" y="1404921"/>
            <a:ext cx="5924323" cy="4441389"/>
          </a:xfrm>
          <a:prstGeom prst="rect">
            <a:avLst/>
          </a:prstGeom>
          <a:noFill/>
          <a:ln w="9525" cap="flat" cmpd="sng" algn="ctr">
            <a:noFill/>
            <a:prstDash val="solid"/>
            <a:miter lim="800000"/>
            <a:headEnd/>
            <a:tailEnd/>
          </a:ln>
        </p:spPr>
      </p:pic>
    </p:spTree>
    <p:extLst>
      <p:ext uri="{BB962C8B-B14F-4D97-AF65-F5344CB8AC3E}">
        <p14:creationId xmlns:p14="http://schemas.microsoft.com/office/powerpoint/2010/main" val="2989371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5B08-3A04-23C2-6290-1BE6F33BB428}"/>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1D5A50F7-0CDE-5876-1028-5B3056437675}"/>
              </a:ext>
            </a:extLst>
          </p:cNvPr>
          <p:cNvSpPr>
            <a:spLocks noGrp="1" noChangeArrowheads="1"/>
          </p:cNvSpPr>
          <p:nvPr>
            <p:ph type="title"/>
          </p:nvPr>
        </p:nvSpPr>
        <p:spPr>
          <a:xfrm>
            <a:off x="5715000" y="0"/>
            <a:ext cx="3429000" cy="1143000"/>
          </a:xfrm>
        </p:spPr>
        <p:txBody>
          <a:bodyPr/>
          <a:lstStyle/>
          <a:p>
            <a:pPr eaLnBrk="1" hangingPunct="1"/>
            <a:r>
              <a:rPr lang="en-US" sz="3200" dirty="0"/>
              <a:t>Energy States of a Diatomic Molecule</a:t>
            </a:r>
          </a:p>
        </p:txBody>
      </p:sp>
      <p:cxnSp>
        <p:nvCxnSpPr>
          <p:cNvPr id="6" name="Straight Connector 5">
            <a:extLst>
              <a:ext uri="{FF2B5EF4-FFF2-40B4-BE49-F238E27FC236}">
                <a16:creationId xmlns:a16="http://schemas.microsoft.com/office/drawing/2014/main" id="{FFE924A9-DF61-B93C-C1F0-F95850286521}"/>
              </a:ext>
            </a:extLst>
          </p:cNvPr>
          <p:cNvCxnSpPr/>
          <p:nvPr/>
        </p:nvCxnSpPr>
        <p:spPr>
          <a:xfrm>
            <a:off x="1638300" y="228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4AE3D11-75DC-2659-4634-637E73F53086}"/>
              </a:ext>
            </a:extLst>
          </p:cNvPr>
          <p:cNvCxnSpPr/>
          <p:nvPr/>
        </p:nvCxnSpPr>
        <p:spPr>
          <a:xfrm>
            <a:off x="1638300" y="2209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CBA68B3-E19E-9B50-DFDF-5C0FA428A539}"/>
              </a:ext>
            </a:extLst>
          </p:cNvPr>
          <p:cNvCxnSpPr/>
          <p:nvPr/>
        </p:nvCxnSpPr>
        <p:spPr>
          <a:xfrm>
            <a:off x="1638300" y="213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712BF1-CC01-582D-72EC-4D4AA496A913}"/>
              </a:ext>
            </a:extLst>
          </p:cNvPr>
          <p:cNvCxnSpPr/>
          <p:nvPr/>
        </p:nvCxnSpPr>
        <p:spPr>
          <a:xfrm>
            <a:off x="1638300" y="2057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776033-3009-D82E-C5B8-08913EEB273B}"/>
              </a:ext>
            </a:extLst>
          </p:cNvPr>
          <p:cNvCxnSpPr/>
          <p:nvPr/>
        </p:nvCxnSpPr>
        <p:spPr>
          <a:xfrm>
            <a:off x="1638300" y="1828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8C20BA-7593-75DD-CE1C-F8B504A4C4E0}"/>
              </a:ext>
            </a:extLst>
          </p:cNvPr>
          <p:cNvCxnSpPr/>
          <p:nvPr/>
        </p:nvCxnSpPr>
        <p:spPr>
          <a:xfrm>
            <a:off x="1638300" y="1295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EB30D9-023E-855B-59AF-5476CF07B57F}"/>
              </a:ext>
            </a:extLst>
          </p:cNvPr>
          <p:cNvCxnSpPr/>
          <p:nvPr/>
        </p:nvCxnSpPr>
        <p:spPr>
          <a:xfrm>
            <a:off x="1638300" y="121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748456-2DA1-A8AB-9FB5-1E1DF68F3B9B}"/>
              </a:ext>
            </a:extLst>
          </p:cNvPr>
          <p:cNvCxnSpPr/>
          <p:nvPr/>
        </p:nvCxnSpPr>
        <p:spPr>
          <a:xfrm>
            <a:off x="1638300" y="1143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08510B7-76C9-D088-C3EC-B78877D8098E}"/>
              </a:ext>
            </a:extLst>
          </p:cNvPr>
          <p:cNvCxnSpPr/>
          <p:nvPr/>
        </p:nvCxnSpPr>
        <p:spPr>
          <a:xfrm>
            <a:off x="1638300" y="914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1205E20-043F-27E6-21D9-A5B7DC062CE7}"/>
              </a:ext>
            </a:extLst>
          </p:cNvPr>
          <p:cNvCxnSpPr/>
          <p:nvPr/>
        </p:nvCxnSpPr>
        <p:spPr>
          <a:xfrm>
            <a:off x="1638300" y="762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0A80A2F-FB66-68E0-8B80-B489BF7BF26F}"/>
              </a:ext>
            </a:extLst>
          </p:cNvPr>
          <p:cNvCxnSpPr/>
          <p:nvPr/>
        </p:nvCxnSpPr>
        <p:spPr>
          <a:xfrm>
            <a:off x="1638300" y="4876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6CBBE16-541B-6BC1-CBC8-0F7AD630B946}"/>
              </a:ext>
            </a:extLst>
          </p:cNvPr>
          <p:cNvCxnSpPr/>
          <p:nvPr/>
        </p:nvCxnSpPr>
        <p:spPr>
          <a:xfrm>
            <a:off x="1638300" y="502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9C7533-D6B6-87B6-B59F-35D4AEE67FCA}"/>
              </a:ext>
            </a:extLst>
          </p:cNvPr>
          <p:cNvCxnSpPr/>
          <p:nvPr/>
        </p:nvCxnSpPr>
        <p:spPr>
          <a:xfrm>
            <a:off x="1638300" y="5181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6EA0E83-CE21-F0D3-567C-66CC7F817D72}"/>
              </a:ext>
            </a:extLst>
          </p:cNvPr>
          <p:cNvCxnSpPr/>
          <p:nvPr/>
        </p:nvCxnSpPr>
        <p:spPr>
          <a:xfrm>
            <a:off x="1638300" y="5334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5A0D7C-A0E2-A954-1C09-690E9FD0BB97}"/>
              </a:ext>
            </a:extLst>
          </p:cNvPr>
          <p:cNvCxnSpPr/>
          <p:nvPr/>
        </p:nvCxnSpPr>
        <p:spPr>
          <a:xfrm>
            <a:off x="1638300" y="5257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C52DF4E-CD28-6191-219F-86A6ACFF96D9}"/>
              </a:ext>
            </a:extLst>
          </p:cNvPr>
          <p:cNvCxnSpPr/>
          <p:nvPr/>
        </p:nvCxnSpPr>
        <p:spPr>
          <a:xfrm>
            <a:off x="1638300" y="594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5B4905C-76B2-37D3-1A2E-86219824607F}"/>
              </a:ext>
            </a:extLst>
          </p:cNvPr>
          <p:cNvCxnSpPr/>
          <p:nvPr/>
        </p:nvCxnSpPr>
        <p:spPr>
          <a:xfrm>
            <a:off x="1638300" y="609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3A0CAD6-1C8A-F42E-E67F-94C86923DFDD}"/>
              </a:ext>
            </a:extLst>
          </p:cNvPr>
          <p:cNvCxnSpPr/>
          <p:nvPr/>
        </p:nvCxnSpPr>
        <p:spPr>
          <a:xfrm>
            <a:off x="1638300" y="6248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10E7230-9AD4-2D1A-8B63-EA0DAECD6132}"/>
              </a:ext>
            </a:extLst>
          </p:cNvPr>
          <p:cNvCxnSpPr/>
          <p:nvPr/>
        </p:nvCxnSpPr>
        <p:spPr>
          <a:xfrm>
            <a:off x="1638300" y="6400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C2BDA1F-D1A7-CB53-A070-15497A8627BD}"/>
              </a:ext>
            </a:extLst>
          </p:cNvPr>
          <p:cNvCxnSpPr/>
          <p:nvPr/>
        </p:nvCxnSpPr>
        <p:spPr>
          <a:xfrm>
            <a:off x="1638300" y="6324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16D2380-6A6A-9742-FD42-72C872F194E4}"/>
              </a:ext>
            </a:extLst>
          </p:cNvPr>
          <p:cNvGrpSpPr/>
          <p:nvPr/>
        </p:nvGrpSpPr>
        <p:grpSpPr>
          <a:xfrm>
            <a:off x="4419600" y="609600"/>
            <a:ext cx="296118" cy="1752600"/>
            <a:chOff x="3200400" y="1295400"/>
            <a:chExt cx="392906" cy="1600200"/>
          </a:xfrm>
        </p:grpSpPr>
        <p:sp>
          <p:nvSpPr>
            <p:cNvPr id="31" name="Freeform 30">
              <a:extLst>
                <a:ext uri="{FF2B5EF4-FFF2-40B4-BE49-F238E27FC236}">
                  <a16:creationId xmlns:a16="http://schemas.microsoft.com/office/drawing/2014/main" id="{D981AC46-1B7D-31AE-A989-F918F72280CC}"/>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986ACB2-5A88-9018-9DD1-2C548B360C0A}"/>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TextBox 33">
            <a:extLst>
              <a:ext uri="{FF2B5EF4-FFF2-40B4-BE49-F238E27FC236}">
                <a16:creationId xmlns:a16="http://schemas.microsoft.com/office/drawing/2014/main" id="{D55D45B1-D839-AD38-8012-DB79C896A4D9}"/>
              </a:ext>
            </a:extLst>
          </p:cNvPr>
          <p:cNvSpPr txBox="1"/>
          <p:nvPr/>
        </p:nvSpPr>
        <p:spPr>
          <a:xfrm>
            <a:off x="4780012" y="990600"/>
            <a:ext cx="1163588" cy="923330"/>
          </a:xfrm>
          <a:prstGeom prst="rect">
            <a:avLst/>
          </a:prstGeom>
          <a:noFill/>
        </p:spPr>
        <p:txBody>
          <a:bodyPr wrap="none" rtlCol="0">
            <a:spAutoFit/>
          </a:bodyPr>
          <a:lstStyle/>
          <a:p>
            <a:r>
              <a:rPr lang="en-US" dirty="0"/>
              <a:t>3p</a:t>
            </a:r>
          </a:p>
          <a:p>
            <a:r>
              <a:rPr lang="en-US" dirty="0"/>
              <a:t>Electronic </a:t>
            </a:r>
          </a:p>
          <a:p>
            <a:r>
              <a:rPr lang="en-US" dirty="0"/>
              <a:t>State</a:t>
            </a:r>
          </a:p>
        </p:txBody>
      </p:sp>
      <p:grpSp>
        <p:nvGrpSpPr>
          <p:cNvPr id="35" name="Group 34">
            <a:extLst>
              <a:ext uri="{FF2B5EF4-FFF2-40B4-BE49-F238E27FC236}">
                <a16:creationId xmlns:a16="http://schemas.microsoft.com/office/drawing/2014/main" id="{1A7759C8-EF06-64E8-C49D-863433A6F774}"/>
              </a:ext>
            </a:extLst>
          </p:cNvPr>
          <p:cNvGrpSpPr/>
          <p:nvPr/>
        </p:nvGrpSpPr>
        <p:grpSpPr>
          <a:xfrm>
            <a:off x="2895600" y="685800"/>
            <a:ext cx="152400" cy="685800"/>
            <a:chOff x="3200400" y="1295400"/>
            <a:chExt cx="392906" cy="1600200"/>
          </a:xfrm>
        </p:grpSpPr>
        <p:sp>
          <p:nvSpPr>
            <p:cNvPr id="36" name="Freeform 35">
              <a:extLst>
                <a:ext uri="{FF2B5EF4-FFF2-40B4-BE49-F238E27FC236}">
                  <a16:creationId xmlns:a16="http://schemas.microsoft.com/office/drawing/2014/main" id="{AE898014-A49A-C1D5-7E80-430344888E35}"/>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CA2EF799-529C-BD0C-98F5-34FC7932BF94}"/>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3815A27B-96FD-2593-937D-A3377135CF90}"/>
              </a:ext>
            </a:extLst>
          </p:cNvPr>
          <p:cNvGrpSpPr/>
          <p:nvPr/>
        </p:nvGrpSpPr>
        <p:grpSpPr>
          <a:xfrm>
            <a:off x="2971800" y="1676400"/>
            <a:ext cx="152400" cy="685800"/>
            <a:chOff x="3200400" y="1295400"/>
            <a:chExt cx="392906" cy="1600200"/>
          </a:xfrm>
        </p:grpSpPr>
        <p:sp>
          <p:nvSpPr>
            <p:cNvPr id="39" name="Freeform 38">
              <a:extLst>
                <a:ext uri="{FF2B5EF4-FFF2-40B4-BE49-F238E27FC236}">
                  <a16:creationId xmlns:a16="http://schemas.microsoft.com/office/drawing/2014/main" id="{04BD3E55-771B-C088-2A16-8BBDFAB572A9}"/>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87FC741B-2C17-DB91-20AD-7362DB3D8D92}"/>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1" name="TextBox 40">
            <a:extLst>
              <a:ext uri="{FF2B5EF4-FFF2-40B4-BE49-F238E27FC236}">
                <a16:creationId xmlns:a16="http://schemas.microsoft.com/office/drawing/2014/main" id="{B5D67C9D-4678-6CDB-03B4-6FFA5D33828E}"/>
              </a:ext>
            </a:extLst>
          </p:cNvPr>
          <p:cNvSpPr txBox="1"/>
          <p:nvPr/>
        </p:nvSpPr>
        <p:spPr>
          <a:xfrm>
            <a:off x="3124200" y="762000"/>
            <a:ext cx="1295400" cy="646331"/>
          </a:xfrm>
          <a:prstGeom prst="rect">
            <a:avLst/>
          </a:prstGeom>
          <a:noFill/>
        </p:spPr>
        <p:txBody>
          <a:bodyPr wrap="square" rtlCol="0">
            <a:spAutoFit/>
          </a:bodyPr>
          <a:lstStyle/>
          <a:p>
            <a:r>
              <a:rPr lang="en-US" dirty="0" err="1"/>
              <a:t>Vibrational</a:t>
            </a:r>
            <a:r>
              <a:rPr lang="en-US" dirty="0"/>
              <a:t> State</a:t>
            </a:r>
          </a:p>
        </p:txBody>
      </p:sp>
      <p:sp>
        <p:nvSpPr>
          <p:cNvPr id="42" name="TextBox 41">
            <a:extLst>
              <a:ext uri="{FF2B5EF4-FFF2-40B4-BE49-F238E27FC236}">
                <a16:creationId xmlns:a16="http://schemas.microsoft.com/office/drawing/2014/main" id="{C185D6F4-1943-3F78-EE1B-BFAADEC42CE1}"/>
              </a:ext>
            </a:extLst>
          </p:cNvPr>
          <p:cNvSpPr txBox="1"/>
          <p:nvPr/>
        </p:nvSpPr>
        <p:spPr>
          <a:xfrm>
            <a:off x="3200400" y="1715869"/>
            <a:ext cx="1295400" cy="646331"/>
          </a:xfrm>
          <a:prstGeom prst="rect">
            <a:avLst/>
          </a:prstGeom>
          <a:noFill/>
        </p:spPr>
        <p:txBody>
          <a:bodyPr wrap="square" rtlCol="0">
            <a:spAutoFit/>
          </a:bodyPr>
          <a:lstStyle/>
          <a:p>
            <a:r>
              <a:rPr lang="en-US" dirty="0" err="1"/>
              <a:t>Roptational</a:t>
            </a:r>
            <a:r>
              <a:rPr lang="en-US" dirty="0"/>
              <a:t> State</a:t>
            </a:r>
          </a:p>
        </p:txBody>
      </p:sp>
      <p:grpSp>
        <p:nvGrpSpPr>
          <p:cNvPr id="43" name="Group 42">
            <a:extLst>
              <a:ext uri="{FF2B5EF4-FFF2-40B4-BE49-F238E27FC236}">
                <a16:creationId xmlns:a16="http://schemas.microsoft.com/office/drawing/2014/main" id="{933BE3E8-37CF-6CC4-72CF-8B05DFDF1102}"/>
              </a:ext>
            </a:extLst>
          </p:cNvPr>
          <p:cNvGrpSpPr/>
          <p:nvPr/>
        </p:nvGrpSpPr>
        <p:grpSpPr>
          <a:xfrm>
            <a:off x="4419600" y="4648200"/>
            <a:ext cx="296118" cy="1752600"/>
            <a:chOff x="3200400" y="1295400"/>
            <a:chExt cx="392906" cy="1600200"/>
          </a:xfrm>
        </p:grpSpPr>
        <p:sp>
          <p:nvSpPr>
            <p:cNvPr id="44" name="Freeform 43">
              <a:extLst>
                <a:ext uri="{FF2B5EF4-FFF2-40B4-BE49-F238E27FC236}">
                  <a16:creationId xmlns:a16="http://schemas.microsoft.com/office/drawing/2014/main" id="{DA8ACB98-374D-EBA8-40C0-BAE2B2CFA40D}"/>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a:extLst>
                <a:ext uri="{FF2B5EF4-FFF2-40B4-BE49-F238E27FC236}">
                  <a16:creationId xmlns:a16="http://schemas.microsoft.com/office/drawing/2014/main" id="{0F43ED6F-911C-E4BD-9DDE-8BE66A7A7835}"/>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a:extLst>
              <a:ext uri="{FF2B5EF4-FFF2-40B4-BE49-F238E27FC236}">
                <a16:creationId xmlns:a16="http://schemas.microsoft.com/office/drawing/2014/main" id="{6682065E-D36D-27CF-ED97-EA0C73B40814}"/>
              </a:ext>
            </a:extLst>
          </p:cNvPr>
          <p:cNvSpPr txBox="1"/>
          <p:nvPr/>
        </p:nvSpPr>
        <p:spPr>
          <a:xfrm>
            <a:off x="4703812" y="5029200"/>
            <a:ext cx="1163588" cy="923330"/>
          </a:xfrm>
          <a:prstGeom prst="rect">
            <a:avLst/>
          </a:prstGeom>
          <a:noFill/>
        </p:spPr>
        <p:txBody>
          <a:bodyPr wrap="none" rtlCol="0">
            <a:spAutoFit/>
          </a:bodyPr>
          <a:lstStyle/>
          <a:p>
            <a:r>
              <a:rPr lang="en-US" dirty="0"/>
              <a:t>2s</a:t>
            </a:r>
          </a:p>
          <a:p>
            <a:r>
              <a:rPr lang="en-US" dirty="0"/>
              <a:t>Electronic </a:t>
            </a:r>
          </a:p>
          <a:p>
            <a:r>
              <a:rPr lang="en-US" dirty="0"/>
              <a:t>State</a:t>
            </a:r>
          </a:p>
        </p:txBody>
      </p:sp>
      <p:cxnSp>
        <p:nvCxnSpPr>
          <p:cNvPr id="49" name="Straight Arrow Connector 48">
            <a:extLst>
              <a:ext uri="{FF2B5EF4-FFF2-40B4-BE49-F238E27FC236}">
                <a16:creationId xmlns:a16="http://schemas.microsoft.com/office/drawing/2014/main" id="{A00F7BD6-1A00-6F5F-5896-C6910FECF753}"/>
              </a:ext>
            </a:extLst>
          </p:cNvPr>
          <p:cNvCxnSpPr/>
          <p:nvPr/>
        </p:nvCxnSpPr>
        <p:spPr>
          <a:xfrm flipV="1">
            <a:off x="1143000" y="2362200"/>
            <a:ext cx="0" cy="1981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7162DA6-DE9A-C590-EA9B-CFCE0B6CFF30}"/>
              </a:ext>
            </a:extLst>
          </p:cNvPr>
          <p:cNvSpPr txBox="1"/>
          <p:nvPr/>
        </p:nvSpPr>
        <p:spPr>
          <a:xfrm>
            <a:off x="1219200" y="152400"/>
            <a:ext cx="2344873" cy="369332"/>
          </a:xfrm>
          <a:prstGeom prst="rect">
            <a:avLst/>
          </a:prstGeom>
          <a:noFill/>
        </p:spPr>
        <p:txBody>
          <a:bodyPr wrap="none" rtlCol="0">
            <a:spAutoFit/>
          </a:bodyPr>
          <a:lstStyle/>
          <a:p>
            <a:r>
              <a:rPr lang="en-US" dirty="0"/>
              <a:t>Available Energy States</a:t>
            </a:r>
          </a:p>
        </p:txBody>
      </p:sp>
      <p:sp>
        <p:nvSpPr>
          <p:cNvPr id="51" name="TextBox 50">
            <a:extLst>
              <a:ext uri="{FF2B5EF4-FFF2-40B4-BE49-F238E27FC236}">
                <a16:creationId xmlns:a16="http://schemas.microsoft.com/office/drawing/2014/main" id="{1D2E8020-F9E5-07D4-4B10-4F1122B86184}"/>
              </a:ext>
            </a:extLst>
          </p:cNvPr>
          <p:cNvSpPr txBox="1"/>
          <p:nvPr/>
        </p:nvSpPr>
        <p:spPr>
          <a:xfrm>
            <a:off x="0" y="2819400"/>
            <a:ext cx="1142999" cy="646331"/>
          </a:xfrm>
          <a:prstGeom prst="rect">
            <a:avLst/>
          </a:prstGeom>
          <a:noFill/>
        </p:spPr>
        <p:txBody>
          <a:bodyPr wrap="square" rtlCol="0">
            <a:spAutoFit/>
          </a:bodyPr>
          <a:lstStyle/>
          <a:p>
            <a:pPr algn="r"/>
            <a:r>
              <a:rPr lang="en-US" dirty="0">
                <a:solidFill>
                  <a:srgbClr val="FF0000"/>
                </a:solidFill>
              </a:rPr>
              <a:t>Increasing Energy</a:t>
            </a:r>
          </a:p>
        </p:txBody>
      </p:sp>
      <p:cxnSp>
        <p:nvCxnSpPr>
          <p:cNvPr id="53" name="Straight Arrow Connector 52">
            <a:extLst>
              <a:ext uri="{FF2B5EF4-FFF2-40B4-BE49-F238E27FC236}">
                <a16:creationId xmlns:a16="http://schemas.microsoft.com/office/drawing/2014/main" id="{B4627D19-7BF8-3736-621F-79A3C98B9D06}"/>
              </a:ext>
            </a:extLst>
          </p:cNvPr>
          <p:cNvCxnSpPr/>
          <p:nvPr/>
        </p:nvCxnSpPr>
        <p:spPr>
          <a:xfrm>
            <a:off x="1828800" y="914400"/>
            <a:ext cx="0" cy="914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58BF399-5787-9CE7-D9DE-4B50A99FD97E}"/>
              </a:ext>
            </a:extLst>
          </p:cNvPr>
          <p:cNvCxnSpPr/>
          <p:nvPr/>
        </p:nvCxnSpPr>
        <p:spPr>
          <a:xfrm>
            <a:off x="1905000" y="914400"/>
            <a:ext cx="0" cy="11430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605A767-2812-24C9-4842-7203393F2668}"/>
              </a:ext>
            </a:extLst>
          </p:cNvPr>
          <p:cNvCxnSpPr/>
          <p:nvPr/>
        </p:nvCxnSpPr>
        <p:spPr>
          <a:xfrm>
            <a:off x="2514600" y="2057400"/>
            <a:ext cx="0" cy="2819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839A888-72FD-3EE1-7890-627219FC8903}"/>
              </a:ext>
            </a:extLst>
          </p:cNvPr>
          <p:cNvCxnSpPr/>
          <p:nvPr/>
        </p:nvCxnSpPr>
        <p:spPr>
          <a:xfrm>
            <a:off x="2438400" y="20574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DFFFF0D-7B88-E718-36A4-F09B83B7EE1F}"/>
              </a:ext>
            </a:extLst>
          </p:cNvPr>
          <p:cNvCxnSpPr/>
          <p:nvPr/>
        </p:nvCxnSpPr>
        <p:spPr>
          <a:xfrm>
            <a:off x="2286000" y="2133600"/>
            <a:ext cx="0" cy="28956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67624B-9CB7-EE33-E3BD-1B0C632D4B62}"/>
              </a:ext>
            </a:extLst>
          </p:cNvPr>
          <p:cNvCxnSpPr/>
          <p:nvPr/>
        </p:nvCxnSpPr>
        <p:spPr>
          <a:xfrm>
            <a:off x="2209800" y="21336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B4B036D-F96B-EE84-E337-56A30AB06DA9}"/>
              </a:ext>
            </a:extLst>
          </p:cNvPr>
          <p:cNvCxnSpPr/>
          <p:nvPr/>
        </p:nvCxnSpPr>
        <p:spPr>
          <a:xfrm>
            <a:off x="2057400" y="22098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3A3974-6765-7BF9-6A3F-6CFF1A8BD280}"/>
              </a:ext>
            </a:extLst>
          </p:cNvPr>
          <p:cNvCxnSpPr/>
          <p:nvPr/>
        </p:nvCxnSpPr>
        <p:spPr>
          <a:xfrm>
            <a:off x="1981200" y="22098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F22EEC3-44D4-8538-D598-46276BF0982E}"/>
              </a:ext>
            </a:extLst>
          </p:cNvPr>
          <p:cNvCxnSpPr/>
          <p:nvPr/>
        </p:nvCxnSpPr>
        <p:spPr>
          <a:xfrm>
            <a:off x="1752600" y="22860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C4B870D-1453-6386-0ABF-CA0158EA2CAA}"/>
              </a:ext>
            </a:extLst>
          </p:cNvPr>
          <p:cNvSpPr txBox="1"/>
          <p:nvPr/>
        </p:nvSpPr>
        <p:spPr>
          <a:xfrm>
            <a:off x="3429000" y="3276600"/>
            <a:ext cx="2148345" cy="307777"/>
          </a:xfrm>
          <a:prstGeom prst="rect">
            <a:avLst/>
          </a:prstGeom>
          <a:noFill/>
        </p:spPr>
        <p:txBody>
          <a:bodyPr wrap="none" rtlCol="0">
            <a:spAutoFit/>
          </a:bodyPr>
          <a:lstStyle/>
          <a:p>
            <a:r>
              <a:rPr lang="en-US" sz="1400" dirty="0"/>
              <a:t>Possible Energy Transitions</a:t>
            </a:r>
          </a:p>
        </p:txBody>
      </p:sp>
      <p:sp>
        <p:nvSpPr>
          <p:cNvPr id="74" name="Freeform 73">
            <a:extLst>
              <a:ext uri="{FF2B5EF4-FFF2-40B4-BE49-F238E27FC236}">
                <a16:creationId xmlns:a16="http://schemas.microsoft.com/office/drawing/2014/main" id="{373F936A-9686-6814-96D0-3022591CD182}"/>
              </a:ext>
            </a:extLst>
          </p:cNvPr>
          <p:cNvSpPr/>
          <p:nvPr/>
        </p:nvSpPr>
        <p:spPr>
          <a:xfrm>
            <a:off x="2088106" y="1501254"/>
            <a:ext cx="1340893" cy="1851546"/>
          </a:xfrm>
          <a:custGeom>
            <a:avLst/>
            <a:gdLst>
              <a:gd name="connsiteX0" fmla="*/ 1173708 w 1173708"/>
              <a:gd name="connsiteY0" fmla="*/ 1705970 h 1705970"/>
              <a:gd name="connsiteX1" fmla="*/ 709684 w 1173708"/>
              <a:gd name="connsiteY1" fmla="*/ 1078173 h 1705970"/>
              <a:gd name="connsiteX2" fmla="*/ 832514 w 1173708"/>
              <a:gd name="connsiteY2" fmla="*/ 1105468 h 1705970"/>
              <a:gd name="connsiteX3" fmla="*/ 0 w 1173708"/>
              <a:gd name="connsiteY3" fmla="*/ 0 h 1705970"/>
            </a:gdLst>
            <a:ahLst/>
            <a:cxnLst>
              <a:cxn ang="0">
                <a:pos x="connsiteX0" y="connsiteY0"/>
              </a:cxn>
              <a:cxn ang="0">
                <a:pos x="connsiteX1" y="connsiteY1"/>
              </a:cxn>
              <a:cxn ang="0">
                <a:pos x="connsiteX2" y="connsiteY2"/>
              </a:cxn>
              <a:cxn ang="0">
                <a:pos x="connsiteX3" y="connsiteY3"/>
              </a:cxn>
            </a:cxnLst>
            <a:rect l="l" t="t" r="r" b="b"/>
            <a:pathLst>
              <a:path w="1173708" h="1705970">
                <a:moveTo>
                  <a:pt x="1173708" y="1705970"/>
                </a:moveTo>
                <a:cubicBezTo>
                  <a:pt x="970129" y="1442113"/>
                  <a:pt x="766550" y="1178257"/>
                  <a:pt x="709684" y="1078173"/>
                </a:cubicBezTo>
                <a:cubicBezTo>
                  <a:pt x="652818" y="978089"/>
                  <a:pt x="950795" y="1285163"/>
                  <a:pt x="832514" y="1105468"/>
                </a:cubicBezTo>
                <a:cubicBezTo>
                  <a:pt x="714233" y="925773"/>
                  <a:pt x="357116" y="462886"/>
                  <a:pt x="0" y="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a:extLst>
              <a:ext uri="{FF2B5EF4-FFF2-40B4-BE49-F238E27FC236}">
                <a16:creationId xmlns:a16="http://schemas.microsoft.com/office/drawing/2014/main" id="{71A2DF6A-F264-2759-6803-8ED971F92AFC}"/>
              </a:ext>
            </a:extLst>
          </p:cNvPr>
          <p:cNvSpPr/>
          <p:nvPr/>
        </p:nvSpPr>
        <p:spPr>
          <a:xfrm>
            <a:off x="2606722" y="3441510"/>
            <a:ext cx="805218" cy="368490"/>
          </a:xfrm>
          <a:custGeom>
            <a:avLst/>
            <a:gdLst>
              <a:gd name="connsiteX0" fmla="*/ 805218 w 805218"/>
              <a:gd name="connsiteY0" fmla="*/ 0 h 368490"/>
              <a:gd name="connsiteX1" fmla="*/ 423081 w 805218"/>
              <a:gd name="connsiteY1" fmla="*/ 232012 h 368490"/>
              <a:gd name="connsiteX2" fmla="*/ 0 w 805218"/>
              <a:gd name="connsiteY2" fmla="*/ 368490 h 368490"/>
            </a:gdLst>
            <a:ahLst/>
            <a:cxnLst>
              <a:cxn ang="0">
                <a:pos x="connsiteX0" y="connsiteY0"/>
              </a:cxn>
              <a:cxn ang="0">
                <a:pos x="connsiteX1" y="connsiteY1"/>
              </a:cxn>
              <a:cxn ang="0">
                <a:pos x="connsiteX2" y="connsiteY2"/>
              </a:cxn>
            </a:cxnLst>
            <a:rect l="l" t="t" r="r" b="b"/>
            <a:pathLst>
              <a:path w="805218" h="368490">
                <a:moveTo>
                  <a:pt x="805218" y="0"/>
                </a:moveTo>
                <a:cubicBezTo>
                  <a:pt x="681251" y="85298"/>
                  <a:pt x="557284" y="170597"/>
                  <a:pt x="423081" y="232012"/>
                </a:cubicBezTo>
                <a:cubicBezTo>
                  <a:pt x="288878" y="293427"/>
                  <a:pt x="81886" y="343469"/>
                  <a:pt x="0" y="36849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16048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CECF-ADAB-8F74-526F-ADA2AFB9E66D}"/>
            </a:ext>
          </a:extLst>
        </p:cNvPr>
        <p:cNvGrpSpPr/>
        <p:nvPr/>
      </p:nvGrpSpPr>
      <p:grpSpPr>
        <a:xfrm>
          <a:off x="0" y="0"/>
          <a:ext cx="0" cy="0"/>
          <a:chOff x="0" y="0"/>
          <a:chExt cx="0" cy="0"/>
        </a:xfrm>
      </p:grpSpPr>
      <p:sp>
        <p:nvSpPr>
          <p:cNvPr id="33" name="Oval 32">
            <a:extLst>
              <a:ext uri="{FF2B5EF4-FFF2-40B4-BE49-F238E27FC236}">
                <a16:creationId xmlns:a16="http://schemas.microsoft.com/office/drawing/2014/main" id="{CFD81549-DE46-DAD0-4CB1-968C26A07FF3}"/>
              </a:ext>
            </a:extLst>
          </p:cNvPr>
          <p:cNvSpPr/>
          <p:nvPr/>
        </p:nvSpPr>
        <p:spPr>
          <a:xfrm>
            <a:off x="5809105" y="172561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5416CCF-CDF3-F5FA-9ECD-EE9B1827E941}"/>
              </a:ext>
            </a:extLst>
          </p:cNvPr>
          <p:cNvSpPr/>
          <p:nvPr/>
        </p:nvSpPr>
        <p:spPr>
          <a:xfrm>
            <a:off x="4311650" y="2584450"/>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B5DA2F57-BF8E-93FF-8005-AB9675A06291}"/>
              </a:ext>
            </a:extLst>
          </p:cNvPr>
          <p:cNvSpPr>
            <a:spLocks noGrp="1" noChangeArrowheads="1"/>
          </p:cNvSpPr>
          <p:nvPr>
            <p:ph type="title"/>
          </p:nvPr>
        </p:nvSpPr>
        <p:spPr/>
        <p:txBody>
          <a:bodyPr/>
          <a:lstStyle/>
          <a:p>
            <a:pPr eaLnBrk="1" hangingPunct="1"/>
            <a:r>
              <a:rPr lang="en-US"/>
              <a:t>Model of a Solid</a:t>
            </a:r>
          </a:p>
        </p:txBody>
      </p:sp>
      <p:sp>
        <p:nvSpPr>
          <p:cNvPr id="14339" name="Rectangle 3">
            <a:extLst>
              <a:ext uri="{FF2B5EF4-FFF2-40B4-BE49-F238E27FC236}">
                <a16:creationId xmlns:a16="http://schemas.microsoft.com/office/drawing/2014/main" id="{44B74999-D785-C04E-BCBE-B9320D439AB5}"/>
              </a:ext>
            </a:extLst>
          </p:cNvPr>
          <p:cNvSpPr>
            <a:spLocks noGrp="1" noChangeArrowheads="1"/>
          </p:cNvSpPr>
          <p:nvPr>
            <p:ph type="body" idx="1"/>
          </p:nvPr>
        </p:nvSpPr>
        <p:spPr>
          <a:xfrm>
            <a:off x="457200" y="1600200"/>
            <a:ext cx="2946400" cy="4525963"/>
          </a:xfrm>
        </p:spPr>
        <p:txBody>
          <a:bodyPr/>
          <a:lstStyle/>
          <a:p>
            <a:pPr eaLnBrk="1" hangingPunct="1"/>
            <a:endParaRPr lang="en-US"/>
          </a:p>
        </p:txBody>
      </p:sp>
      <p:sp>
        <p:nvSpPr>
          <p:cNvPr id="14343" name="Line 7">
            <a:extLst>
              <a:ext uri="{FF2B5EF4-FFF2-40B4-BE49-F238E27FC236}">
                <a16:creationId xmlns:a16="http://schemas.microsoft.com/office/drawing/2014/main" id="{F280418E-4835-47A8-3AC8-A60CE2BE79A7}"/>
              </a:ext>
            </a:extLst>
          </p:cNvPr>
          <p:cNvSpPr>
            <a:spLocks noChangeShapeType="1"/>
          </p:cNvSpPr>
          <p:nvPr/>
        </p:nvSpPr>
        <p:spPr bwMode="auto">
          <a:xfrm flipV="1">
            <a:off x="7010400" y="2457450"/>
            <a:ext cx="0" cy="1785937"/>
          </a:xfrm>
          <a:prstGeom prst="line">
            <a:avLst/>
          </a:prstGeom>
          <a:noFill/>
          <a:ln w="9525">
            <a:solidFill>
              <a:schemeClr val="tx1"/>
            </a:solidFill>
            <a:round/>
            <a:headEnd/>
            <a:tailEnd type="arrow" w="lg" len="med"/>
          </a:ln>
        </p:spPr>
        <p:txBody>
          <a:bodyPr wrap="none" anchor="ctr"/>
          <a:lstStyle/>
          <a:p>
            <a:endParaRPr lang="en-US"/>
          </a:p>
        </p:txBody>
      </p:sp>
      <p:sp>
        <p:nvSpPr>
          <p:cNvPr id="14344" name="Line 8">
            <a:extLst>
              <a:ext uri="{FF2B5EF4-FFF2-40B4-BE49-F238E27FC236}">
                <a16:creationId xmlns:a16="http://schemas.microsoft.com/office/drawing/2014/main" id="{675309C8-9085-3C7B-C878-33480E64C2F1}"/>
              </a:ext>
            </a:extLst>
          </p:cNvPr>
          <p:cNvSpPr>
            <a:spLocks noChangeShapeType="1"/>
          </p:cNvSpPr>
          <p:nvPr/>
        </p:nvSpPr>
        <p:spPr bwMode="auto">
          <a:xfrm>
            <a:off x="8040688" y="4803775"/>
            <a:ext cx="377825" cy="188912"/>
          </a:xfrm>
          <a:prstGeom prst="line">
            <a:avLst/>
          </a:prstGeom>
          <a:noFill/>
          <a:ln w="9525">
            <a:solidFill>
              <a:schemeClr val="tx1"/>
            </a:solidFill>
            <a:round/>
            <a:headEnd/>
            <a:tailEnd type="arrow" w="lg" len="med"/>
          </a:ln>
        </p:spPr>
        <p:txBody>
          <a:bodyPr wrap="none" anchor="ctr"/>
          <a:lstStyle/>
          <a:p>
            <a:endParaRPr lang="en-US"/>
          </a:p>
        </p:txBody>
      </p:sp>
      <p:sp>
        <p:nvSpPr>
          <p:cNvPr id="14345" name="Line 9">
            <a:extLst>
              <a:ext uri="{FF2B5EF4-FFF2-40B4-BE49-F238E27FC236}">
                <a16:creationId xmlns:a16="http://schemas.microsoft.com/office/drawing/2014/main" id="{7E3EE51A-FB15-85E0-1F81-5289FAE99A90}"/>
              </a:ext>
            </a:extLst>
          </p:cNvPr>
          <p:cNvSpPr>
            <a:spLocks noChangeShapeType="1"/>
          </p:cNvSpPr>
          <p:nvPr/>
        </p:nvSpPr>
        <p:spPr bwMode="auto">
          <a:xfrm flipH="1">
            <a:off x="5465763" y="4246563"/>
            <a:ext cx="1538288" cy="971550"/>
          </a:xfrm>
          <a:prstGeom prst="line">
            <a:avLst/>
          </a:prstGeom>
          <a:noFill/>
          <a:ln w="9525">
            <a:solidFill>
              <a:schemeClr val="tx1"/>
            </a:solidFill>
            <a:round/>
            <a:headEnd/>
            <a:tailEnd type="arrow" w="lg" len="med"/>
          </a:ln>
        </p:spPr>
        <p:txBody>
          <a:bodyPr wrap="none" anchor="ctr"/>
          <a:lstStyle/>
          <a:p>
            <a:endParaRPr lang="en-US"/>
          </a:p>
        </p:txBody>
      </p:sp>
      <p:sp>
        <p:nvSpPr>
          <p:cNvPr id="14346" name="Text Box 10">
            <a:extLst>
              <a:ext uri="{FF2B5EF4-FFF2-40B4-BE49-F238E27FC236}">
                <a16:creationId xmlns:a16="http://schemas.microsoft.com/office/drawing/2014/main" id="{34962547-5A48-948B-82AA-368EFF4CFD29}"/>
              </a:ext>
            </a:extLst>
          </p:cNvPr>
          <p:cNvSpPr txBox="1">
            <a:spLocks noChangeArrowheads="1"/>
          </p:cNvSpPr>
          <p:nvPr/>
        </p:nvSpPr>
        <p:spPr bwMode="auto">
          <a:xfrm>
            <a:off x="5451475" y="4679950"/>
            <a:ext cx="298450" cy="366712"/>
          </a:xfrm>
          <a:prstGeom prst="rect">
            <a:avLst/>
          </a:prstGeom>
          <a:noFill/>
          <a:ln w="9525" algn="ctr">
            <a:noFill/>
            <a:miter lim="800000"/>
            <a:headEnd/>
            <a:tailEnd/>
          </a:ln>
        </p:spPr>
        <p:txBody>
          <a:bodyPr wrap="none">
            <a:spAutoFit/>
          </a:bodyPr>
          <a:lstStyle/>
          <a:p>
            <a:r>
              <a:rPr lang="en-US"/>
              <a:t>x</a:t>
            </a:r>
          </a:p>
        </p:txBody>
      </p:sp>
      <p:sp>
        <p:nvSpPr>
          <p:cNvPr id="14347" name="Text Box 11">
            <a:extLst>
              <a:ext uri="{FF2B5EF4-FFF2-40B4-BE49-F238E27FC236}">
                <a16:creationId xmlns:a16="http://schemas.microsoft.com/office/drawing/2014/main" id="{A87E654E-A00A-B208-499D-826670C8901C}"/>
              </a:ext>
            </a:extLst>
          </p:cNvPr>
          <p:cNvSpPr txBox="1">
            <a:spLocks noChangeArrowheads="1"/>
          </p:cNvSpPr>
          <p:nvPr/>
        </p:nvSpPr>
        <p:spPr bwMode="auto">
          <a:xfrm>
            <a:off x="8385175" y="4462463"/>
            <a:ext cx="298450" cy="366712"/>
          </a:xfrm>
          <a:prstGeom prst="rect">
            <a:avLst/>
          </a:prstGeom>
          <a:noFill/>
          <a:ln w="9525" algn="ctr">
            <a:noFill/>
            <a:miter lim="800000"/>
            <a:headEnd/>
            <a:tailEnd/>
          </a:ln>
        </p:spPr>
        <p:txBody>
          <a:bodyPr wrap="none">
            <a:spAutoFit/>
          </a:bodyPr>
          <a:lstStyle/>
          <a:p>
            <a:r>
              <a:rPr lang="en-US"/>
              <a:t>y</a:t>
            </a:r>
          </a:p>
        </p:txBody>
      </p:sp>
      <p:sp>
        <p:nvSpPr>
          <p:cNvPr id="14348" name="Line 12">
            <a:extLst>
              <a:ext uri="{FF2B5EF4-FFF2-40B4-BE49-F238E27FC236}">
                <a16:creationId xmlns:a16="http://schemas.microsoft.com/office/drawing/2014/main" id="{B091C4F4-A932-9FF1-D8D1-02C552669C05}"/>
              </a:ext>
            </a:extLst>
          </p:cNvPr>
          <p:cNvSpPr>
            <a:spLocks noChangeShapeType="1"/>
          </p:cNvSpPr>
          <p:nvPr/>
        </p:nvSpPr>
        <p:spPr bwMode="auto">
          <a:xfrm>
            <a:off x="6430963" y="3933825"/>
            <a:ext cx="949325" cy="508000"/>
          </a:xfrm>
          <a:prstGeom prst="line">
            <a:avLst/>
          </a:prstGeom>
          <a:noFill/>
          <a:ln w="9525">
            <a:solidFill>
              <a:schemeClr val="tx1"/>
            </a:solidFill>
            <a:round/>
            <a:headEnd/>
            <a:tailEnd/>
          </a:ln>
        </p:spPr>
        <p:txBody>
          <a:bodyPr wrap="none" anchor="ctr"/>
          <a:lstStyle/>
          <a:p>
            <a:endParaRPr lang="en-US"/>
          </a:p>
        </p:txBody>
      </p:sp>
      <p:sp>
        <p:nvSpPr>
          <p:cNvPr id="14349" name="Text Box 13">
            <a:extLst>
              <a:ext uri="{FF2B5EF4-FFF2-40B4-BE49-F238E27FC236}">
                <a16:creationId xmlns:a16="http://schemas.microsoft.com/office/drawing/2014/main" id="{4C72DE71-1F66-B2FA-5AE7-58349B7D9543}"/>
              </a:ext>
            </a:extLst>
          </p:cNvPr>
          <p:cNvSpPr txBox="1">
            <a:spLocks noChangeArrowheads="1"/>
          </p:cNvSpPr>
          <p:nvPr/>
        </p:nvSpPr>
        <p:spPr bwMode="auto">
          <a:xfrm>
            <a:off x="6694488" y="2568575"/>
            <a:ext cx="298450" cy="366712"/>
          </a:xfrm>
          <a:prstGeom prst="rect">
            <a:avLst/>
          </a:prstGeom>
          <a:noFill/>
          <a:ln w="9525" algn="ctr">
            <a:noFill/>
            <a:miter lim="800000"/>
            <a:headEnd/>
            <a:tailEnd/>
          </a:ln>
        </p:spPr>
        <p:txBody>
          <a:bodyPr wrap="none">
            <a:spAutoFit/>
          </a:bodyPr>
          <a:lstStyle/>
          <a:p>
            <a:r>
              <a:rPr lang="en-US"/>
              <a:t>z</a:t>
            </a:r>
          </a:p>
        </p:txBody>
      </p:sp>
      <p:grpSp>
        <p:nvGrpSpPr>
          <p:cNvPr id="3" name="Group 14">
            <a:extLst>
              <a:ext uri="{FF2B5EF4-FFF2-40B4-BE49-F238E27FC236}">
                <a16:creationId xmlns:a16="http://schemas.microsoft.com/office/drawing/2014/main" id="{8E381FFE-10FD-8CD6-1AD4-1B5226FC1EFC}"/>
              </a:ext>
            </a:extLst>
          </p:cNvPr>
          <p:cNvGrpSpPr>
            <a:grpSpLocks/>
          </p:cNvGrpSpPr>
          <p:nvPr/>
        </p:nvGrpSpPr>
        <p:grpSpPr bwMode="auto">
          <a:xfrm rot="1747726">
            <a:off x="6402388" y="4086225"/>
            <a:ext cx="1054100" cy="149225"/>
            <a:chOff x="2248" y="1248"/>
            <a:chExt cx="648" cy="128"/>
          </a:xfrm>
        </p:grpSpPr>
        <p:grpSp>
          <p:nvGrpSpPr>
            <p:cNvPr id="4" name="Group 15">
              <a:extLst>
                <a:ext uri="{FF2B5EF4-FFF2-40B4-BE49-F238E27FC236}">
                  <a16:creationId xmlns:a16="http://schemas.microsoft.com/office/drawing/2014/main" id="{570BA632-9B74-5EA1-BF6E-8A3062BB33FB}"/>
                </a:ext>
              </a:extLst>
            </p:cNvPr>
            <p:cNvGrpSpPr>
              <a:grpSpLocks/>
            </p:cNvGrpSpPr>
            <p:nvPr/>
          </p:nvGrpSpPr>
          <p:grpSpPr bwMode="auto">
            <a:xfrm>
              <a:off x="2814" y="1248"/>
              <a:ext cx="82" cy="128"/>
              <a:chOff x="704" y="1880"/>
              <a:chExt cx="136" cy="128"/>
            </a:xfrm>
          </p:grpSpPr>
          <p:sp>
            <p:nvSpPr>
              <p:cNvPr id="14654" name="Line 16">
                <a:extLst>
                  <a:ext uri="{FF2B5EF4-FFF2-40B4-BE49-F238E27FC236}">
                    <a16:creationId xmlns:a16="http://schemas.microsoft.com/office/drawing/2014/main" id="{EF315922-E9B9-CBB8-8746-F469822DDB9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5" name="Line 17">
                <a:extLst>
                  <a:ext uri="{FF2B5EF4-FFF2-40B4-BE49-F238E27FC236}">
                    <a16:creationId xmlns:a16="http://schemas.microsoft.com/office/drawing/2014/main" id="{F947460D-4EA6-23C0-53FC-82821F8164F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8">
              <a:extLst>
                <a:ext uri="{FF2B5EF4-FFF2-40B4-BE49-F238E27FC236}">
                  <a16:creationId xmlns:a16="http://schemas.microsoft.com/office/drawing/2014/main" id="{03FB2D4D-F755-3F18-187D-1416E821B36D}"/>
                </a:ext>
              </a:extLst>
            </p:cNvPr>
            <p:cNvGrpSpPr>
              <a:grpSpLocks/>
            </p:cNvGrpSpPr>
            <p:nvPr/>
          </p:nvGrpSpPr>
          <p:grpSpPr bwMode="auto">
            <a:xfrm>
              <a:off x="2727" y="1248"/>
              <a:ext cx="82" cy="128"/>
              <a:chOff x="704" y="1880"/>
              <a:chExt cx="136" cy="128"/>
            </a:xfrm>
          </p:grpSpPr>
          <p:sp>
            <p:nvSpPr>
              <p:cNvPr id="14652" name="Line 19">
                <a:extLst>
                  <a:ext uri="{FF2B5EF4-FFF2-40B4-BE49-F238E27FC236}">
                    <a16:creationId xmlns:a16="http://schemas.microsoft.com/office/drawing/2014/main" id="{3E7DED52-08A5-ECE5-AD86-7CE6D5F3766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3" name="Line 20">
                <a:extLst>
                  <a:ext uri="{FF2B5EF4-FFF2-40B4-BE49-F238E27FC236}">
                    <a16:creationId xmlns:a16="http://schemas.microsoft.com/office/drawing/2014/main" id="{87B5DA34-6106-EC5B-5281-B4F9C150530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1">
              <a:extLst>
                <a:ext uri="{FF2B5EF4-FFF2-40B4-BE49-F238E27FC236}">
                  <a16:creationId xmlns:a16="http://schemas.microsoft.com/office/drawing/2014/main" id="{72C1D70D-FE08-9991-0277-A684C36828FA}"/>
                </a:ext>
              </a:extLst>
            </p:cNvPr>
            <p:cNvGrpSpPr>
              <a:grpSpLocks/>
            </p:cNvGrpSpPr>
            <p:nvPr/>
          </p:nvGrpSpPr>
          <p:grpSpPr bwMode="auto">
            <a:xfrm>
              <a:off x="2649" y="1248"/>
              <a:ext cx="83" cy="128"/>
              <a:chOff x="704" y="1880"/>
              <a:chExt cx="136" cy="128"/>
            </a:xfrm>
          </p:grpSpPr>
          <p:sp>
            <p:nvSpPr>
              <p:cNvPr id="14650" name="Line 22">
                <a:extLst>
                  <a:ext uri="{FF2B5EF4-FFF2-40B4-BE49-F238E27FC236}">
                    <a16:creationId xmlns:a16="http://schemas.microsoft.com/office/drawing/2014/main" id="{A66E14BB-174B-BCB5-5092-BB9A89060B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1" name="Line 23">
                <a:extLst>
                  <a:ext uri="{FF2B5EF4-FFF2-40B4-BE49-F238E27FC236}">
                    <a16:creationId xmlns:a16="http://schemas.microsoft.com/office/drawing/2014/main" id="{A931BB4F-C89E-3DDA-ACA9-5444D1EC7EE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4">
              <a:extLst>
                <a:ext uri="{FF2B5EF4-FFF2-40B4-BE49-F238E27FC236}">
                  <a16:creationId xmlns:a16="http://schemas.microsoft.com/office/drawing/2014/main" id="{AFA02A55-85D2-EE24-A40C-DD8A7BD14E94}"/>
                </a:ext>
              </a:extLst>
            </p:cNvPr>
            <p:cNvGrpSpPr>
              <a:grpSpLocks/>
            </p:cNvGrpSpPr>
            <p:nvPr/>
          </p:nvGrpSpPr>
          <p:grpSpPr bwMode="auto">
            <a:xfrm>
              <a:off x="2567" y="1248"/>
              <a:ext cx="82" cy="128"/>
              <a:chOff x="704" y="1880"/>
              <a:chExt cx="136" cy="128"/>
            </a:xfrm>
          </p:grpSpPr>
          <p:sp>
            <p:nvSpPr>
              <p:cNvPr id="14648" name="Line 25">
                <a:extLst>
                  <a:ext uri="{FF2B5EF4-FFF2-40B4-BE49-F238E27FC236}">
                    <a16:creationId xmlns:a16="http://schemas.microsoft.com/office/drawing/2014/main" id="{9AB602FB-DCF6-4F8A-82B3-E4F70FAC2EF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9" name="Line 26">
                <a:extLst>
                  <a:ext uri="{FF2B5EF4-FFF2-40B4-BE49-F238E27FC236}">
                    <a16:creationId xmlns:a16="http://schemas.microsoft.com/office/drawing/2014/main" id="{DE2BA2E2-DA15-BFB4-6DB3-E58B9BE6E6A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7">
              <a:extLst>
                <a:ext uri="{FF2B5EF4-FFF2-40B4-BE49-F238E27FC236}">
                  <a16:creationId xmlns:a16="http://schemas.microsoft.com/office/drawing/2014/main" id="{01C17DCE-4725-5C3F-BFE0-F8C6AB287354}"/>
                </a:ext>
              </a:extLst>
            </p:cNvPr>
            <p:cNvGrpSpPr>
              <a:grpSpLocks/>
            </p:cNvGrpSpPr>
            <p:nvPr/>
          </p:nvGrpSpPr>
          <p:grpSpPr bwMode="auto">
            <a:xfrm>
              <a:off x="2490" y="1248"/>
              <a:ext cx="82" cy="128"/>
              <a:chOff x="704" y="1880"/>
              <a:chExt cx="136" cy="128"/>
            </a:xfrm>
          </p:grpSpPr>
          <p:sp>
            <p:nvSpPr>
              <p:cNvPr id="14646" name="Line 28">
                <a:extLst>
                  <a:ext uri="{FF2B5EF4-FFF2-40B4-BE49-F238E27FC236}">
                    <a16:creationId xmlns:a16="http://schemas.microsoft.com/office/drawing/2014/main" id="{59FBB64F-A4B5-F804-12C4-B61E3404476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7" name="Line 29">
                <a:extLst>
                  <a:ext uri="{FF2B5EF4-FFF2-40B4-BE49-F238E27FC236}">
                    <a16:creationId xmlns:a16="http://schemas.microsoft.com/office/drawing/2014/main" id="{FC20DAA5-B7C9-6883-A9BF-D5C39269404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0">
              <a:extLst>
                <a:ext uri="{FF2B5EF4-FFF2-40B4-BE49-F238E27FC236}">
                  <a16:creationId xmlns:a16="http://schemas.microsoft.com/office/drawing/2014/main" id="{7DA901F2-FF24-274E-40D3-B7041A338DA4}"/>
                </a:ext>
              </a:extLst>
            </p:cNvPr>
            <p:cNvGrpSpPr>
              <a:grpSpLocks/>
            </p:cNvGrpSpPr>
            <p:nvPr/>
          </p:nvGrpSpPr>
          <p:grpSpPr bwMode="auto">
            <a:xfrm>
              <a:off x="2408" y="1248"/>
              <a:ext cx="82" cy="128"/>
              <a:chOff x="704" y="1880"/>
              <a:chExt cx="136" cy="128"/>
            </a:xfrm>
          </p:grpSpPr>
          <p:sp>
            <p:nvSpPr>
              <p:cNvPr id="14644" name="Line 31">
                <a:extLst>
                  <a:ext uri="{FF2B5EF4-FFF2-40B4-BE49-F238E27FC236}">
                    <a16:creationId xmlns:a16="http://schemas.microsoft.com/office/drawing/2014/main" id="{81148675-B64C-01E8-DB9A-3AAA6CF1979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5" name="Line 32">
                <a:extLst>
                  <a:ext uri="{FF2B5EF4-FFF2-40B4-BE49-F238E27FC236}">
                    <a16:creationId xmlns:a16="http://schemas.microsoft.com/office/drawing/2014/main" id="{C1DF35B0-E7F5-36F8-8A4D-A820BE2A37A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3">
              <a:extLst>
                <a:ext uri="{FF2B5EF4-FFF2-40B4-BE49-F238E27FC236}">
                  <a16:creationId xmlns:a16="http://schemas.microsoft.com/office/drawing/2014/main" id="{9E6F9157-DB09-27F1-1B10-B82E1DF12B7A}"/>
                </a:ext>
              </a:extLst>
            </p:cNvPr>
            <p:cNvGrpSpPr>
              <a:grpSpLocks/>
            </p:cNvGrpSpPr>
            <p:nvPr/>
          </p:nvGrpSpPr>
          <p:grpSpPr bwMode="auto">
            <a:xfrm>
              <a:off x="2330" y="1248"/>
              <a:ext cx="82" cy="128"/>
              <a:chOff x="704" y="1880"/>
              <a:chExt cx="136" cy="128"/>
            </a:xfrm>
          </p:grpSpPr>
          <p:sp>
            <p:nvSpPr>
              <p:cNvPr id="14642" name="Line 34">
                <a:extLst>
                  <a:ext uri="{FF2B5EF4-FFF2-40B4-BE49-F238E27FC236}">
                    <a16:creationId xmlns:a16="http://schemas.microsoft.com/office/drawing/2014/main" id="{09A9DA8D-8097-B7A0-FD7E-6B28EAFEDE8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3" name="Line 35">
                <a:extLst>
                  <a:ext uri="{FF2B5EF4-FFF2-40B4-BE49-F238E27FC236}">
                    <a16:creationId xmlns:a16="http://schemas.microsoft.com/office/drawing/2014/main" id="{16BF424A-929C-8292-AC9F-952A3E98A57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6">
              <a:extLst>
                <a:ext uri="{FF2B5EF4-FFF2-40B4-BE49-F238E27FC236}">
                  <a16:creationId xmlns:a16="http://schemas.microsoft.com/office/drawing/2014/main" id="{B2FB09A6-DAB7-6914-7508-560AABF8D496}"/>
                </a:ext>
              </a:extLst>
            </p:cNvPr>
            <p:cNvGrpSpPr>
              <a:grpSpLocks/>
            </p:cNvGrpSpPr>
            <p:nvPr/>
          </p:nvGrpSpPr>
          <p:grpSpPr bwMode="auto">
            <a:xfrm>
              <a:off x="2248" y="1248"/>
              <a:ext cx="82" cy="128"/>
              <a:chOff x="704" y="1880"/>
              <a:chExt cx="136" cy="128"/>
            </a:xfrm>
          </p:grpSpPr>
          <p:sp>
            <p:nvSpPr>
              <p:cNvPr id="14640" name="Line 37">
                <a:extLst>
                  <a:ext uri="{FF2B5EF4-FFF2-40B4-BE49-F238E27FC236}">
                    <a16:creationId xmlns:a16="http://schemas.microsoft.com/office/drawing/2014/main" id="{A2B05A6A-B0AC-FA26-A078-92000742727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1" name="Line 38">
                <a:extLst>
                  <a:ext uri="{FF2B5EF4-FFF2-40B4-BE49-F238E27FC236}">
                    <a16:creationId xmlns:a16="http://schemas.microsoft.com/office/drawing/2014/main" id="{74FA82EB-F3BD-FFC8-E932-51B9B8C5E45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12" name="Group 41">
            <a:extLst>
              <a:ext uri="{FF2B5EF4-FFF2-40B4-BE49-F238E27FC236}">
                <a16:creationId xmlns:a16="http://schemas.microsoft.com/office/drawing/2014/main" id="{0EA6C3A0-483C-9632-9E41-EA21AA40F367}"/>
              </a:ext>
            </a:extLst>
          </p:cNvPr>
          <p:cNvGrpSpPr>
            <a:grpSpLocks/>
          </p:cNvGrpSpPr>
          <p:nvPr/>
        </p:nvGrpSpPr>
        <p:grpSpPr bwMode="auto">
          <a:xfrm rot="5400000">
            <a:off x="5705475" y="2867025"/>
            <a:ext cx="952500" cy="119063"/>
            <a:chOff x="2248" y="1248"/>
            <a:chExt cx="648" cy="128"/>
          </a:xfrm>
        </p:grpSpPr>
        <p:grpSp>
          <p:nvGrpSpPr>
            <p:cNvPr id="13" name="Group 42">
              <a:extLst>
                <a:ext uri="{FF2B5EF4-FFF2-40B4-BE49-F238E27FC236}">
                  <a16:creationId xmlns:a16="http://schemas.microsoft.com/office/drawing/2014/main" id="{1DA69938-0760-62A3-D16C-922A15CAFB53}"/>
                </a:ext>
              </a:extLst>
            </p:cNvPr>
            <p:cNvGrpSpPr>
              <a:grpSpLocks/>
            </p:cNvGrpSpPr>
            <p:nvPr/>
          </p:nvGrpSpPr>
          <p:grpSpPr bwMode="auto">
            <a:xfrm>
              <a:off x="2814" y="1248"/>
              <a:ext cx="82" cy="128"/>
              <a:chOff x="704" y="1880"/>
              <a:chExt cx="136" cy="128"/>
            </a:xfrm>
          </p:grpSpPr>
          <p:sp>
            <p:nvSpPr>
              <p:cNvPr id="14630" name="Line 43">
                <a:extLst>
                  <a:ext uri="{FF2B5EF4-FFF2-40B4-BE49-F238E27FC236}">
                    <a16:creationId xmlns:a16="http://schemas.microsoft.com/office/drawing/2014/main" id="{94AD630F-4DC4-2A5E-1A7F-8F7BE2466A7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31" name="Line 44">
                <a:extLst>
                  <a:ext uri="{FF2B5EF4-FFF2-40B4-BE49-F238E27FC236}">
                    <a16:creationId xmlns:a16="http://schemas.microsoft.com/office/drawing/2014/main" id="{DDE4E7D1-D0D1-0931-F308-FC5055BB1F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5">
              <a:extLst>
                <a:ext uri="{FF2B5EF4-FFF2-40B4-BE49-F238E27FC236}">
                  <a16:creationId xmlns:a16="http://schemas.microsoft.com/office/drawing/2014/main" id="{C1ECA788-9AA8-79A9-B0CC-1B45B82162B6}"/>
                </a:ext>
              </a:extLst>
            </p:cNvPr>
            <p:cNvGrpSpPr>
              <a:grpSpLocks/>
            </p:cNvGrpSpPr>
            <p:nvPr/>
          </p:nvGrpSpPr>
          <p:grpSpPr bwMode="auto">
            <a:xfrm>
              <a:off x="2727" y="1248"/>
              <a:ext cx="82" cy="128"/>
              <a:chOff x="704" y="1880"/>
              <a:chExt cx="136" cy="128"/>
            </a:xfrm>
          </p:grpSpPr>
          <p:sp>
            <p:nvSpPr>
              <p:cNvPr id="14628" name="Line 46">
                <a:extLst>
                  <a:ext uri="{FF2B5EF4-FFF2-40B4-BE49-F238E27FC236}">
                    <a16:creationId xmlns:a16="http://schemas.microsoft.com/office/drawing/2014/main" id="{6ED90519-BAFC-B7FA-B792-4821A133CF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9" name="Line 47">
                <a:extLst>
                  <a:ext uri="{FF2B5EF4-FFF2-40B4-BE49-F238E27FC236}">
                    <a16:creationId xmlns:a16="http://schemas.microsoft.com/office/drawing/2014/main" id="{00D0E9DA-A9D4-C2A7-6473-DFF62A7A863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48">
              <a:extLst>
                <a:ext uri="{FF2B5EF4-FFF2-40B4-BE49-F238E27FC236}">
                  <a16:creationId xmlns:a16="http://schemas.microsoft.com/office/drawing/2014/main" id="{5D16D6C1-896A-2CF8-5C26-9EFB226B5FD4}"/>
                </a:ext>
              </a:extLst>
            </p:cNvPr>
            <p:cNvGrpSpPr>
              <a:grpSpLocks/>
            </p:cNvGrpSpPr>
            <p:nvPr/>
          </p:nvGrpSpPr>
          <p:grpSpPr bwMode="auto">
            <a:xfrm>
              <a:off x="2649" y="1248"/>
              <a:ext cx="83" cy="128"/>
              <a:chOff x="704" y="1880"/>
              <a:chExt cx="136" cy="128"/>
            </a:xfrm>
          </p:grpSpPr>
          <p:sp>
            <p:nvSpPr>
              <p:cNvPr id="14626" name="Line 49">
                <a:extLst>
                  <a:ext uri="{FF2B5EF4-FFF2-40B4-BE49-F238E27FC236}">
                    <a16:creationId xmlns:a16="http://schemas.microsoft.com/office/drawing/2014/main" id="{6D47AE67-10E1-55AD-33B2-F76F734E2A7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7" name="Line 50">
                <a:extLst>
                  <a:ext uri="{FF2B5EF4-FFF2-40B4-BE49-F238E27FC236}">
                    <a16:creationId xmlns:a16="http://schemas.microsoft.com/office/drawing/2014/main" id="{D75EE481-27E9-072A-7B98-B62D6C3DDAF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1">
              <a:extLst>
                <a:ext uri="{FF2B5EF4-FFF2-40B4-BE49-F238E27FC236}">
                  <a16:creationId xmlns:a16="http://schemas.microsoft.com/office/drawing/2014/main" id="{7C67C6A1-3289-E9C9-CEE4-9FC219537153}"/>
                </a:ext>
              </a:extLst>
            </p:cNvPr>
            <p:cNvGrpSpPr>
              <a:grpSpLocks/>
            </p:cNvGrpSpPr>
            <p:nvPr/>
          </p:nvGrpSpPr>
          <p:grpSpPr bwMode="auto">
            <a:xfrm>
              <a:off x="2567" y="1248"/>
              <a:ext cx="82" cy="128"/>
              <a:chOff x="704" y="1880"/>
              <a:chExt cx="136" cy="128"/>
            </a:xfrm>
          </p:grpSpPr>
          <p:sp>
            <p:nvSpPr>
              <p:cNvPr id="14624" name="Line 52">
                <a:extLst>
                  <a:ext uri="{FF2B5EF4-FFF2-40B4-BE49-F238E27FC236}">
                    <a16:creationId xmlns:a16="http://schemas.microsoft.com/office/drawing/2014/main" id="{FB6E832C-C217-CED7-F873-E691728F16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5" name="Line 53">
                <a:extLst>
                  <a:ext uri="{FF2B5EF4-FFF2-40B4-BE49-F238E27FC236}">
                    <a16:creationId xmlns:a16="http://schemas.microsoft.com/office/drawing/2014/main" id="{C9FB5B13-AFAB-EBD8-FFFE-25424DA626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4">
              <a:extLst>
                <a:ext uri="{FF2B5EF4-FFF2-40B4-BE49-F238E27FC236}">
                  <a16:creationId xmlns:a16="http://schemas.microsoft.com/office/drawing/2014/main" id="{A16D8171-E35F-CC26-084A-8F1E59C1B7B1}"/>
                </a:ext>
              </a:extLst>
            </p:cNvPr>
            <p:cNvGrpSpPr>
              <a:grpSpLocks/>
            </p:cNvGrpSpPr>
            <p:nvPr/>
          </p:nvGrpSpPr>
          <p:grpSpPr bwMode="auto">
            <a:xfrm>
              <a:off x="2490" y="1248"/>
              <a:ext cx="82" cy="128"/>
              <a:chOff x="704" y="1880"/>
              <a:chExt cx="136" cy="128"/>
            </a:xfrm>
          </p:grpSpPr>
          <p:sp>
            <p:nvSpPr>
              <p:cNvPr id="14622" name="Line 55">
                <a:extLst>
                  <a:ext uri="{FF2B5EF4-FFF2-40B4-BE49-F238E27FC236}">
                    <a16:creationId xmlns:a16="http://schemas.microsoft.com/office/drawing/2014/main" id="{46D8308E-3E22-DE0C-5F3D-AD3A01318A3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3" name="Line 56">
                <a:extLst>
                  <a:ext uri="{FF2B5EF4-FFF2-40B4-BE49-F238E27FC236}">
                    <a16:creationId xmlns:a16="http://schemas.microsoft.com/office/drawing/2014/main" id="{87E712C2-02A5-F2D1-EF6F-BB654465D50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7">
              <a:extLst>
                <a:ext uri="{FF2B5EF4-FFF2-40B4-BE49-F238E27FC236}">
                  <a16:creationId xmlns:a16="http://schemas.microsoft.com/office/drawing/2014/main" id="{52E3C3AA-EEA0-6D02-58EA-5C41C39223B7}"/>
                </a:ext>
              </a:extLst>
            </p:cNvPr>
            <p:cNvGrpSpPr>
              <a:grpSpLocks/>
            </p:cNvGrpSpPr>
            <p:nvPr/>
          </p:nvGrpSpPr>
          <p:grpSpPr bwMode="auto">
            <a:xfrm>
              <a:off x="2408" y="1248"/>
              <a:ext cx="82" cy="128"/>
              <a:chOff x="704" y="1880"/>
              <a:chExt cx="136" cy="128"/>
            </a:xfrm>
          </p:grpSpPr>
          <p:sp>
            <p:nvSpPr>
              <p:cNvPr id="14620" name="Line 58">
                <a:extLst>
                  <a:ext uri="{FF2B5EF4-FFF2-40B4-BE49-F238E27FC236}">
                    <a16:creationId xmlns:a16="http://schemas.microsoft.com/office/drawing/2014/main" id="{1705DE48-453E-F6E8-4DF2-4D9FD6FAEF3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1" name="Line 59">
                <a:extLst>
                  <a:ext uri="{FF2B5EF4-FFF2-40B4-BE49-F238E27FC236}">
                    <a16:creationId xmlns:a16="http://schemas.microsoft.com/office/drawing/2014/main" id="{12A6FDDB-72D7-19A4-158D-75B03F84A6D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0">
              <a:extLst>
                <a:ext uri="{FF2B5EF4-FFF2-40B4-BE49-F238E27FC236}">
                  <a16:creationId xmlns:a16="http://schemas.microsoft.com/office/drawing/2014/main" id="{E9D17D5B-555B-C157-7998-D2AD71CDA21F}"/>
                </a:ext>
              </a:extLst>
            </p:cNvPr>
            <p:cNvGrpSpPr>
              <a:grpSpLocks/>
            </p:cNvGrpSpPr>
            <p:nvPr/>
          </p:nvGrpSpPr>
          <p:grpSpPr bwMode="auto">
            <a:xfrm>
              <a:off x="2330" y="1248"/>
              <a:ext cx="82" cy="128"/>
              <a:chOff x="704" y="1880"/>
              <a:chExt cx="136" cy="128"/>
            </a:xfrm>
          </p:grpSpPr>
          <p:sp>
            <p:nvSpPr>
              <p:cNvPr id="14618" name="Line 61">
                <a:extLst>
                  <a:ext uri="{FF2B5EF4-FFF2-40B4-BE49-F238E27FC236}">
                    <a16:creationId xmlns:a16="http://schemas.microsoft.com/office/drawing/2014/main" id="{5DD31812-AC09-CD87-106D-FB41BB486FF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9" name="Line 62">
                <a:extLst>
                  <a:ext uri="{FF2B5EF4-FFF2-40B4-BE49-F238E27FC236}">
                    <a16:creationId xmlns:a16="http://schemas.microsoft.com/office/drawing/2014/main" id="{E651F500-C5CD-B70E-8F22-F189D25BC50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3">
              <a:extLst>
                <a:ext uri="{FF2B5EF4-FFF2-40B4-BE49-F238E27FC236}">
                  <a16:creationId xmlns:a16="http://schemas.microsoft.com/office/drawing/2014/main" id="{FB0A6885-31E9-CC48-156D-609490BAC47A}"/>
                </a:ext>
              </a:extLst>
            </p:cNvPr>
            <p:cNvGrpSpPr>
              <a:grpSpLocks/>
            </p:cNvGrpSpPr>
            <p:nvPr/>
          </p:nvGrpSpPr>
          <p:grpSpPr bwMode="auto">
            <a:xfrm>
              <a:off x="2248" y="1248"/>
              <a:ext cx="82" cy="128"/>
              <a:chOff x="704" y="1880"/>
              <a:chExt cx="136" cy="128"/>
            </a:xfrm>
          </p:grpSpPr>
          <p:sp>
            <p:nvSpPr>
              <p:cNvPr id="14616" name="Line 64">
                <a:extLst>
                  <a:ext uri="{FF2B5EF4-FFF2-40B4-BE49-F238E27FC236}">
                    <a16:creationId xmlns:a16="http://schemas.microsoft.com/office/drawing/2014/main" id="{07B19870-FB48-87A0-5F0C-A2E2943F320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7" name="Line 65">
                <a:extLst>
                  <a:ext uri="{FF2B5EF4-FFF2-40B4-BE49-F238E27FC236}">
                    <a16:creationId xmlns:a16="http://schemas.microsoft.com/office/drawing/2014/main" id="{3746CDEF-0D76-12E3-EBEA-747CA2D9C7B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21" name="Group 66">
            <a:extLst>
              <a:ext uri="{FF2B5EF4-FFF2-40B4-BE49-F238E27FC236}">
                <a16:creationId xmlns:a16="http://schemas.microsoft.com/office/drawing/2014/main" id="{41DCDEAF-0112-1141-8C0B-292697FE119E}"/>
              </a:ext>
            </a:extLst>
          </p:cNvPr>
          <p:cNvGrpSpPr>
            <a:grpSpLocks/>
          </p:cNvGrpSpPr>
          <p:nvPr/>
        </p:nvGrpSpPr>
        <p:grpSpPr bwMode="auto">
          <a:xfrm rot="19768321">
            <a:off x="4914900" y="4151313"/>
            <a:ext cx="1054100" cy="149225"/>
            <a:chOff x="2248" y="1248"/>
            <a:chExt cx="648" cy="128"/>
          </a:xfrm>
        </p:grpSpPr>
        <p:grpSp>
          <p:nvGrpSpPr>
            <p:cNvPr id="22" name="Group 67">
              <a:extLst>
                <a:ext uri="{FF2B5EF4-FFF2-40B4-BE49-F238E27FC236}">
                  <a16:creationId xmlns:a16="http://schemas.microsoft.com/office/drawing/2014/main" id="{20A47949-910C-F01E-58F5-5C5D9F4A53B4}"/>
                </a:ext>
              </a:extLst>
            </p:cNvPr>
            <p:cNvGrpSpPr>
              <a:grpSpLocks/>
            </p:cNvGrpSpPr>
            <p:nvPr/>
          </p:nvGrpSpPr>
          <p:grpSpPr bwMode="auto">
            <a:xfrm>
              <a:off x="2814" y="1248"/>
              <a:ext cx="82" cy="128"/>
              <a:chOff x="704" y="1880"/>
              <a:chExt cx="136" cy="128"/>
            </a:xfrm>
          </p:grpSpPr>
          <p:sp>
            <p:nvSpPr>
              <p:cNvPr id="14606" name="Line 68">
                <a:extLst>
                  <a:ext uri="{FF2B5EF4-FFF2-40B4-BE49-F238E27FC236}">
                    <a16:creationId xmlns:a16="http://schemas.microsoft.com/office/drawing/2014/main" id="{DFBCC750-6579-0B4F-AA7F-E5186909B33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7" name="Line 69">
                <a:extLst>
                  <a:ext uri="{FF2B5EF4-FFF2-40B4-BE49-F238E27FC236}">
                    <a16:creationId xmlns:a16="http://schemas.microsoft.com/office/drawing/2014/main" id="{B46D35B1-34C9-7C26-6077-CB7710E02AF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70">
              <a:extLst>
                <a:ext uri="{FF2B5EF4-FFF2-40B4-BE49-F238E27FC236}">
                  <a16:creationId xmlns:a16="http://schemas.microsoft.com/office/drawing/2014/main" id="{E9C7AEEA-6150-0F8D-9FD2-DB21AFA398C9}"/>
                </a:ext>
              </a:extLst>
            </p:cNvPr>
            <p:cNvGrpSpPr>
              <a:grpSpLocks/>
            </p:cNvGrpSpPr>
            <p:nvPr/>
          </p:nvGrpSpPr>
          <p:grpSpPr bwMode="auto">
            <a:xfrm>
              <a:off x="2727" y="1248"/>
              <a:ext cx="82" cy="128"/>
              <a:chOff x="704" y="1880"/>
              <a:chExt cx="136" cy="128"/>
            </a:xfrm>
          </p:grpSpPr>
          <p:sp>
            <p:nvSpPr>
              <p:cNvPr id="14604" name="Line 71">
                <a:extLst>
                  <a:ext uri="{FF2B5EF4-FFF2-40B4-BE49-F238E27FC236}">
                    <a16:creationId xmlns:a16="http://schemas.microsoft.com/office/drawing/2014/main" id="{A3E8BFDE-0AC0-3407-3F62-10B0DAF1B0E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5" name="Line 72">
                <a:extLst>
                  <a:ext uri="{FF2B5EF4-FFF2-40B4-BE49-F238E27FC236}">
                    <a16:creationId xmlns:a16="http://schemas.microsoft.com/office/drawing/2014/main" id="{311E069F-8C78-912E-01AD-25035831A72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73">
              <a:extLst>
                <a:ext uri="{FF2B5EF4-FFF2-40B4-BE49-F238E27FC236}">
                  <a16:creationId xmlns:a16="http://schemas.microsoft.com/office/drawing/2014/main" id="{0B3A9C74-7738-B2BC-92C5-B7A0325FF14F}"/>
                </a:ext>
              </a:extLst>
            </p:cNvPr>
            <p:cNvGrpSpPr>
              <a:grpSpLocks/>
            </p:cNvGrpSpPr>
            <p:nvPr/>
          </p:nvGrpSpPr>
          <p:grpSpPr bwMode="auto">
            <a:xfrm>
              <a:off x="2649" y="1248"/>
              <a:ext cx="83" cy="128"/>
              <a:chOff x="704" y="1880"/>
              <a:chExt cx="136" cy="128"/>
            </a:xfrm>
          </p:grpSpPr>
          <p:sp>
            <p:nvSpPr>
              <p:cNvPr id="14602" name="Line 74">
                <a:extLst>
                  <a:ext uri="{FF2B5EF4-FFF2-40B4-BE49-F238E27FC236}">
                    <a16:creationId xmlns:a16="http://schemas.microsoft.com/office/drawing/2014/main" id="{FF81B661-B594-9D80-1E06-A8FDC5F601B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3" name="Line 75">
                <a:extLst>
                  <a:ext uri="{FF2B5EF4-FFF2-40B4-BE49-F238E27FC236}">
                    <a16:creationId xmlns:a16="http://schemas.microsoft.com/office/drawing/2014/main" id="{5FDF9681-9905-0773-1B6E-1797A088BC7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76">
              <a:extLst>
                <a:ext uri="{FF2B5EF4-FFF2-40B4-BE49-F238E27FC236}">
                  <a16:creationId xmlns:a16="http://schemas.microsoft.com/office/drawing/2014/main" id="{FCA334AF-4285-AC66-531D-552689A6D069}"/>
                </a:ext>
              </a:extLst>
            </p:cNvPr>
            <p:cNvGrpSpPr>
              <a:grpSpLocks/>
            </p:cNvGrpSpPr>
            <p:nvPr/>
          </p:nvGrpSpPr>
          <p:grpSpPr bwMode="auto">
            <a:xfrm>
              <a:off x="2567" y="1248"/>
              <a:ext cx="82" cy="128"/>
              <a:chOff x="704" y="1880"/>
              <a:chExt cx="136" cy="128"/>
            </a:xfrm>
          </p:grpSpPr>
          <p:sp>
            <p:nvSpPr>
              <p:cNvPr id="14600" name="Line 77">
                <a:extLst>
                  <a:ext uri="{FF2B5EF4-FFF2-40B4-BE49-F238E27FC236}">
                    <a16:creationId xmlns:a16="http://schemas.microsoft.com/office/drawing/2014/main" id="{77599D25-5C68-5A0A-B087-6FCAB3A84F7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1" name="Line 78">
                <a:extLst>
                  <a:ext uri="{FF2B5EF4-FFF2-40B4-BE49-F238E27FC236}">
                    <a16:creationId xmlns:a16="http://schemas.microsoft.com/office/drawing/2014/main" id="{21C3F03E-ACFA-4E91-8AF8-9451D031AE7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79">
              <a:extLst>
                <a:ext uri="{FF2B5EF4-FFF2-40B4-BE49-F238E27FC236}">
                  <a16:creationId xmlns:a16="http://schemas.microsoft.com/office/drawing/2014/main" id="{3183430B-ABFA-72CA-EE45-17FA017D93C0}"/>
                </a:ext>
              </a:extLst>
            </p:cNvPr>
            <p:cNvGrpSpPr>
              <a:grpSpLocks/>
            </p:cNvGrpSpPr>
            <p:nvPr/>
          </p:nvGrpSpPr>
          <p:grpSpPr bwMode="auto">
            <a:xfrm>
              <a:off x="2490" y="1248"/>
              <a:ext cx="82" cy="128"/>
              <a:chOff x="704" y="1880"/>
              <a:chExt cx="136" cy="128"/>
            </a:xfrm>
          </p:grpSpPr>
          <p:sp>
            <p:nvSpPr>
              <p:cNvPr id="14598" name="Line 80">
                <a:extLst>
                  <a:ext uri="{FF2B5EF4-FFF2-40B4-BE49-F238E27FC236}">
                    <a16:creationId xmlns:a16="http://schemas.microsoft.com/office/drawing/2014/main" id="{E092DAC1-631E-C399-C770-156C621C297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9" name="Line 81">
                <a:extLst>
                  <a:ext uri="{FF2B5EF4-FFF2-40B4-BE49-F238E27FC236}">
                    <a16:creationId xmlns:a16="http://schemas.microsoft.com/office/drawing/2014/main" id="{3A79117E-196C-2DD5-F199-1E730A1B909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82">
              <a:extLst>
                <a:ext uri="{FF2B5EF4-FFF2-40B4-BE49-F238E27FC236}">
                  <a16:creationId xmlns:a16="http://schemas.microsoft.com/office/drawing/2014/main" id="{DD1FD711-0352-F6F8-EAFC-1A49ACE08259}"/>
                </a:ext>
              </a:extLst>
            </p:cNvPr>
            <p:cNvGrpSpPr>
              <a:grpSpLocks/>
            </p:cNvGrpSpPr>
            <p:nvPr/>
          </p:nvGrpSpPr>
          <p:grpSpPr bwMode="auto">
            <a:xfrm>
              <a:off x="2408" y="1248"/>
              <a:ext cx="82" cy="128"/>
              <a:chOff x="704" y="1880"/>
              <a:chExt cx="136" cy="128"/>
            </a:xfrm>
          </p:grpSpPr>
          <p:sp>
            <p:nvSpPr>
              <p:cNvPr id="14596" name="Line 83">
                <a:extLst>
                  <a:ext uri="{FF2B5EF4-FFF2-40B4-BE49-F238E27FC236}">
                    <a16:creationId xmlns:a16="http://schemas.microsoft.com/office/drawing/2014/main" id="{10F21397-AD5D-B9CC-5D6C-CBDE87DD805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7" name="Line 84">
                <a:extLst>
                  <a:ext uri="{FF2B5EF4-FFF2-40B4-BE49-F238E27FC236}">
                    <a16:creationId xmlns:a16="http://schemas.microsoft.com/office/drawing/2014/main" id="{365ED62E-A2CB-961F-E9E8-28E08474FCF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85">
              <a:extLst>
                <a:ext uri="{FF2B5EF4-FFF2-40B4-BE49-F238E27FC236}">
                  <a16:creationId xmlns:a16="http://schemas.microsoft.com/office/drawing/2014/main" id="{3811C147-768B-FD99-8EF5-1DAAFF3C3213}"/>
                </a:ext>
              </a:extLst>
            </p:cNvPr>
            <p:cNvGrpSpPr>
              <a:grpSpLocks/>
            </p:cNvGrpSpPr>
            <p:nvPr/>
          </p:nvGrpSpPr>
          <p:grpSpPr bwMode="auto">
            <a:xfrm>
              <a:off x="2330" y="1248"/>
              <a:ext cx="82" cy="128"/>
              <a:chOff x="704" y="1880"/>
              <a:chExt cx="136" cy="128"/>
            </a:xfrm>
          </p:grpSpPr>
          <p:sp>
            <p:nvSpPr>
              <p:cNvPr id="14594" name="Line 86">
                <a:extLst>
                  <a:ext uri="{FF2B5EF4-FFF2-40B4-BE49-F238E27FC236}">
                    <a16:creationId xmlns:a16="http://schemas.microsoft.com/office/drawing/2014/main" id="{6FEB0D16-38DD-E9FD-1D2D-513FF7E0C4A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5" name="Line 87">
                <a:extLst>
                  <a:ext uri="{FF2B5EF4-FFF2-40B4-BE49-F238E27FC236}">
                    <a16:creationId xmlns:a16="http://schemas.microsoft.com/office/drawing/2014/main" id="{781CD6A7-F1DB-D419-625B-CBC8739C101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88">
              <a:extLst>
                <a:ext uri="{FF2B5EF4-FFF2-40B4-BE49-F238E27FC236}">
                  <a16:creationId xmlns:a16="http://schemas.microsoft.com/office/drawing/2014/main" id="{696D072B-AACE-3635-90A8-A0E62C8AFFA8}"/>
                </a:ext>
              </a:extLst>
            </p:cNvPr>
            <p:cNvGrpSpPr>
              <a:grpSpLocks/>
            </p:cNvGrpSpPr>
            <p:nvPr/>
          </p:nvGrpSpPr>
          <p:grpSpPr bwMode="auto">
            <a:xfrm>
              <a:off x="2248" y="1248"/>
              <a:ext cx="82" cy="128"/>
              <a:chOff x="704" y="1880"/>
              <a:chExt cx="136" cy="128"/>
            </a:xfrm>
          </p:grpSpPr>
          <p:sp>
            <p:nvSpPr>
              <p:cNvPr id="14592" name="Line 89">
                <a:extLst>
                  <a:ext uri="{FF2B5EF4-FFF2-40B4-BE49-F238E27FC236}">
                    <a16:creationId xmlns:a16="http://schemas.microsoft.com/office/drawing/2014/main" id="{B1645053-BF47-5196-FF2A-562637B5FF1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3" name="Line 90">
                <a:extLst>
                  <a:ext uri="{FF2B5EF4-FFF2-40B4-BE49-F238E27FC236}">
                    <a16:creationId xmlns:a16="http://schemas.microsoft.com/office/drawing/2014/main" id="{63FC6E36-E179-B420-C074-D82F1125BDE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30" name="Group 91">
            <a:extLst>
              <a:ext uri="{FF2B5EF4-FFF2-40B4-BE49-F238E27FC236}">
                <a16:creationId xmlns:a16="http://schemas.microsoft.com/office/drawing/2014/main" id="{59013D36-CF30-2507-117C-6216C461D3C2}"/>
              </a:ext>
            </a:extLst>
          </p:cNvPr>
          <p:cNvGrpSpPr>
            <a:grpSpLocks/>
          </p:cNvGrpSpPr>
          <p:nvPr/>
        </p:nvGrpSpPr>
        <p:grpSpPr bwMode="auto">
          <a:xfrm rot="5400000">
            <a:off x="4189413" y="3848100"/>
            <a:ext cx="952500" cy="119063"/>
            <a:chOff x="2248" y="1248"/>
            <a:chExt cx="648" cy="128"/>
          </a:xfrm>
        </p:grpSpPr>
        <p:grpSp>
          <p:nvGrpSpPr>
            <p:cNvPr id="31" name="Group 92">
              <a:extLst>
                <a:ext uri="{FF2B5EF4-FFF2-40B4-BE49-F238E27FC236}">
                  <a16:creationId xmlns:a16="http://schemas.microsoft.com/office/drawing/2014/main" id="{98894E5B-B838-863A-95EA-64980C36E660}"/>
                </a:ext>
              </a:extLst>
            </p:cNvPr>
            <p:cNvGrpSpPr>
              <a:grpSpLocks/>
            </p:cNvGrpSpPr>
            <p:nvPr/>
          </p:nvGrpSpPr>
          <p:grpSpPr bwMode="auto">
            <a:xfrm>
              <a:off x="2814" y="1248"/>
              <a:ext cx="82" cy="128"/>
              <a:chOff x="704" y="1880"/>
              <a:chExt cx="136" cy="128"/>
            </a:xfrm>
          </p:grpSpPr>
          <p:sp>
            <p:nvSpPr>
              <p:cNvPr id="14582" name="Line 93">
                <a:extLst>
                  <a:ext uri="{FF2B5EF4-FFF2-40B4-BE49-F238E27FC236}">
                    <a16:creationId xmlns:a16="http://schemas.microsoft.com/office/drawing/2014/main" id="{7EDCFB40-F026-56C6-0F3B-11F8151F4FE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3" name="Line 94">
                <a:extLst>
                  <a:ext uri="{FF2B5EF4-FFF2-40B4-BE49-F238E27FC236}">
                    <a16:creationId xmlns:a16="http://schemas.microsoft.com/office/drawing/2014/main" id="{B3F5C0A0-598A-39DA-5CED-7ED4C6F80D5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6" name="Group 95">
              <a:extLst>
                <a:ext uri="{FF2B5EF4-FFF2-40B4-BE49-F238E27FC236}">
                  <a16:creationId xmlns:a16="http://schemas.microsoft.com/office/drawing/2014/main" id="{0ADDB041-A561-5447-DBFC-3D25029B4E36}"/>
                </a:ext>
              </a:extLst>
            </p:cNvPr>
            <p:cNvGrpSpPr>
              <a:grpSpLocks/>
            </p:cNvGrpSpPr>
            <p:nvPr/>
          </p:nvGrpSpPr>
          <p:grpSpPr bwMode="auto">
            <a:xfrm>
              <a:off x="2727" y="1248"/>
              <a:ext cx="82" cy="128"/>
              <a:chOff x="704" y="1880"/>
              <a:chExt cx="136" cy="128"/>
            </a:xfrm>
          </p:grpSpPr>
          <p:sp>
            <p:nvSpPr>
              <p:cNvPr id="14580" name="Line 96">
                <a:extLst>
                  <a:ext uri="{FF2B5EF4-FFF2-40B4-BE49-F238E27FC236}">
                    <a16:creationId xmlns:a16="http://schemas.microsoft.com/office/drawing/2014/main" id="{311E1830-1EF6-FA01-F3FC-3283F52315C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1" name="Line 97">
                <a:extLst>
                  <a:ext uri="{FF2B5EF4-FFF2-40B4-BE49-F238E27FC236}">
                    <a16:creationId xmlns:a16="http://schemas.microsoft.com/office/drawing/2014/main" id="{F78FB489-302C-D885-FAA6-D077743D5FA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7" name="Group 98">
              <a:extLst>
                <a:ext uri="{FF2B5EF4-FFF2-40B4-BE49-F238E27FC236}">
                  <a16:creationId xmlns:a16="http://schemas.microsoft.com/office/drawing/2014/main" id="{F1A1FD1A-E4DB-7237-EA0B-D1F1894BE4CD}"/>
                </a:ext>
              </a:extLst>
            </p:cNvPr>
            <p:cNvGrpSpPr>
              <a:grpSpLocks/>
            </p:cNvGrpSpPr>
            <p:nvPr/>
          </p:nvGrpSpPr>
          <p:grpSpPr bwMode="auto">
            <a:xfrm>
              <a:off x="2649" y="1248"/>
              <a:ext cx="83" cy="128"/>
              <a:chOff x="704" y="1880"/>
              <a:chExt cx="136" cy="128"/>
            </a:xfrm>
          </p:grpSpPr>
          <p:sp>
            <p:nvSpPr>
              <p:cNvPr id="14578" name="Line 99">
                <a:extLst>
                  <a:ext uri="{FF2B5EF4-FFF2-40B4-BE49-F238E27FC236}">
                    <a16:creationId xmlns:a16="http://schemas.microsoft.com/office/drawing/2014/main" id="{F7CE7E50-28B1-52FC-E51F-E1D32CD4C83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9" name="Line 100">
                <a:extLst>
                  <a:ext uri="{FF2B5EF4-FFF2-40B4-BE49-F238E27FC236}">
                    <a16:creationId xmlns:a16="http://schemas.microsoft.com/office/drawing/2014/main" id="{C7026986-BE74-8C7A-73C7-099FE8A8AF5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8" name="Group 101">
              <a:extLst>
                <a:ext uri="{FF2B5EF4-FFF2-40B4-BE49-F238E27FC236}">
                  <a16:creationId xmlns:a16="http://schemas.microsoft.com/office/drawing/2014/main" id="{3DED280D-C8A2-4103-4D4B-AC2D34FE45DB}"/>
                </a:ext>
              </a:extLst>
            </p:cNvPr>
            <p:cNvGrpSpPr>
              <a:grpSpLocks/>
            </p:cNvGrpSpPr>
            <p:nvPr/>
          </p:nvGrpSpPr>
          <p:grpSpPr bwMode="auto">
            <a:xfrm>
              <a:off x="2567" y="1248"/>
              <a:ext cx="82" cy="128"/>
              <a:chOff x="704" y="1880"/>
              <a:chExt cx="136" cy="128"/>
            </a:xfrm>
          </p:grpSpPr>
          <p:sp>
            <p:nvSpPr>
              <p:cNvPr id="14576" name="Line 102">
                <a:extLst>
                  <a:ext uri="{FF2B5EF4-FFF2-40B4-BE49-F238E27FC236}">
                    <a16:creationId xmlns:a16="http://schemas.microsoft.com/office/drawing/2014/main" id="{2EE05D37-6B34-BB02-0CEF-5FFE8D3E204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7" name="Line 103">
                <a:extLst>
                  <a:ext uri="{FF2B5EF4-FFF2-40B4-BE49-F238E27FC236}">
                    <a16:creationId xmlns:a16="http://schemas.microsoft.com/office/drawing/2014/main" id="{CEDD1504-CB79-4CED-B9C9-A6AA4283900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9" name="Group 104">
              <a:extLst>
                <a:ext uri="{FF2B5EF4-FFF2-40B4-BE49-F238E27FC236}">
                  <a16:creationId xmlns:a16="http://schemas.microsoft.com/office/drawing/2014/main" id="{E30DA763-860A-AE6C-A268-CE59571276EC}"/>
                </a:ext>
              </a:extLst>
            </p:cNvPr>
            <p:cNvGrpSpPr>
              <a:grpSpLocks/>
            </p:cNvGrpSpPr>
            <p:nvPr/>
          </p:nvGrpSpPr>
          <p:grpSpPr bwMode="auto">
            <a:xfrm>
              <a:off x="2490" y="1248"/>
              <a:ext cx="82" cy="128"/>
              <a:chOff x="704" y="1880"/>
              <a:chExt cx="136" cy="128"/>
            </a:xfrm>
          </p:grpSpPr>
          <p:sp>
            <p:nvSpPr>
              <p:cNvPr id="14574" name="Line 105">
                <a:extLst>
                  <a:ext uri="{FF2B5EF4-FFF2-40B4-BE49-F238E27FC236}">
                    <a16:creationId xmlns:a16="http://schemas.microsoft.com/office/drawing/2014/main" id="{17B74E72-F783-E3AB-BCEC-C28266D2021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5" name="Line 106">
                <a:extLst>
                  <a:ext uri="{FF2B5EF4-FFF2-40B4-BE49-F238E27FC236}">
                    <a16:creationId xmlns:a16="http://schemas.microsoft.com/office/drawing/2014/main" id="{256B9B24-B750-513E-1452-3A60E0144A2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0" name="Group 107">
              <a:extLst>
                <a:ext uri="{FF2B5EF4-FFF2-40B4-BE49-F238E27FC236}">
                  <a16:creationId xmlns:a16="http://schemas.microsoft.com/office/drawing/2014/main" id="{A97AD766-C6D9-62DA-C1E1-E70B730151FC}"/>
                </a:ext>
              </a:extLst>
            </p:cNvPr>
            <p:cNvGrpSpPr>
              <a:grpSpLocks/>
            </p:cNvGrpSpPr>
            <p:nvPr/>
          </p:nvGrpSpPr>
          <p:grpSpPr bwMode="auto">
            <a:xfrm>
              <a:off x="2408" y="1248"/>
              <a:ext cx="82" cy="128"/>
              <a:chOff x="704" y="1880"/>
              <a:chExt cx="136" cy="128"/>
            </a:xfrm>
          </p:grpSpPr>
          <p:sp>
            <p:nvSpPr>
              <p:cNvPr id="14572" name="Line 108">
                <a:extLst>
                  <a:ext uri="{FF2B5EF4-FFF2-40B4-BE49-F238E27FC236}">
                    <a16:creationId xmlns:a16="http://schemas.microsoft.com/office/drawing/2014/main" id="{EF0149FC-49E6-14C8-E431-D920EB98465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3" name="Line 109">
                <a:extLst>
                  <a:ext uri="{FF2B5EF4-FFF2-40B4-BE49-F238E27FC236}">
                    <a16:creationId xmlns:a16="http://schemas.microsoft.com/office/drawing/2014/main" id="{5CA29F71-DDC5-B0A6-3D9B-4AC15E9D8BB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1" name="Group 110">
              <a:extLst>
                <a:ext uri="{FF2B5EF4-FFF2-40B4-BE49-F238E27FC236}">
                  <a16:creationId xmlns:a16="http://schemas.microsoft.com/office/drawing/2014/main" id="{4E83E559-C913-9453-6CEA-17CDD94DBB90}"/>
                </a:ext>
              </a:extLst>
            </p:cNvPr>
            <p:cNvGrpSpPr>
              <a:grpSpLocks/>
            </p:cNvGrpSpPr>
            <p:nvPr/>
          </p:nvGrpSpPr>
          <p:grpSpPr bwMode="auto">
            <a:xfrm>
              <a:off x="2330" y="1248"/>
              <a:ext cx="82" cy="128"/>
              <a:chOff x="704" y="1880"/>
              <a:chExt cx="136" cy="128"/>
            </a:xfrm>
          </p:grpSpPr>
          <p:sp>
            <p:nvSpPr>
              <p:cNvPr id="14570" name="Line 111">
                <a:extLst>
                  <a:ext uri="{FF2B5EF4-FFF2-40B4-BE49-F238E27FC236}">
                    <a16:creationId xmlns:a16="http://schemas.microsoft.com/office/drawing/2014/main" id="{7613B8D2-A5B1-FB20-F084-E62CA76839B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1" name="Line 112">
                <a:extLst>
                  <a:ext uri="{FF2B5EF4-FFF2-40B4-BE49-F238E27FC236}">
                    <a16:creationId xmlns:a16="http://schemas.microsoft.com/office/drawing/2014/main" id="{FDE0B2EC-F7E1-FC89-DB87-ABA2DC471F5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2" name="Group 113">
              <a:extLst>
                <a:ext uri="{FF2B5EF4-FFF2-40B4-BE49-F238E27FC236}">
                  <a16:creationId xmlns:a16="http://schemas.microsoft.com/office/drawing/2014/main" id="{1A53859A-E558-676D-6882-3795D1D19BC4}"/>
                </a:ext>
              </a:extLst>
            </p:cNvPr>
            <p:cNvGrpSpPr>
              <a:grpSpLocks/>
            </p:cNvGrpSpPr>
            <p:nvPr/>
          </p:nvGrpSpPr>
          <p:grpSpPr bwMode="auto">
            <a:xfrm>
              <a:off x="2248" y="1248"/>
              <a:ext cx="82" cy="128"/>
              <a:chOff x="704" y="1880"/>
              <a:chExt cx="136" cy="128"/>
            </a:xfrm>
          </p:grpSpPr>
          <p:sp>
            <p:nvSpPr>
              <p:cNvPr id="14568" name="Line 114">
                <a:extLst>
                  <a:ext uri="{FF2B5EF4-FFF2-40B4-BE49-F238E27FC236}">
                    <a16:creationId xmlns:a16="http://schemas.microsoft.com/office/drawing/2014/main" id="{00C31232-D144-B648-148D-0271C884F7E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69" name="Line 115">
                <a:extLst>
                  <a:ext uri="{FF2B5EF4-FFF2-40B4-BE49-F238E27FC236}">
                    <a16:creationId xmlns:a16="http://schemas.microsoft.com/office/drawing/2014/main" id="{9E81E58C-7522-DDCF-C229-DA23DA2B2F9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45" name="Group 117">
            <a:extLst>
              <a:ext uri="{FF2B5EF4-FFF2-40B4-BE49-F238E27FC236}">
                <a16:creationId xmlns:a16="http://schemas.microsoft.com/office/drawing/2014/main" id="{22126E64-BFA3-C40F-0826-FF9D9DE11377}"/>
              </a:ext>
            </a:extLst>
          </p:cNvPr>
          <p:cNvGrpSpPr>
            <a:grpSpLocks/>
          </p:cNvGrpSpPr>
          <p:nvPr/>
        </p:nvGrpSpPr>
        <p:grpSpPr bwMode="auto">
          <a:xfrm rot="19768321">
            <a:off x="4878388" y="2416175"/>
            <a:ext cx="1054100" cy="149225"/>
            <a:chOff x="2248" y="1248"/>
            <a:chExt cx="648" cy="128"/>
          </a:xfrm>
        </p:grpSpPr>
        <p:grpSp>
          <p:nvGrpSpPr>
            <p:cNvPr id="405546" name="Group 118">
              <a:extLst>
                <a:ext uri="{FF2B5EF4-FFF2-40B4-BE49-F238E27FC236}">
                  <a16:creationId xmlns:a16="http://schemas.microsoft.com/office/drawing/2014/main" id="{4CF991B6-8B4D-0F7C-60EA-2346AE438296}"/>
                </a:ext>
              </a:extLst>
            </p:cNvPr>
            <p:cNvGrpSpPr>
              <a:grpSpLocks/>
            </p:cNvGrpSpPr>
            <p:nvPr/>
          </p:nvGrpSpPr>
          <p:grpSpPr bwMode="auto">
            <a:xfrm>
              <a:off x="2814" y="1248"/>
              <a:ext cx="82" cy="128"/>
              <a:chOff x="704" y="1880"/>
              <a:chExt cx="136" cy="128"/>
            </a:xfrm>
          </p:grpSpPr>
          <p:sp>
            <p:nvSpPr>
              <p:cNvPr id="14558" name="Line 119">
                <a:extLst>
                  <a:ext uri="{FF2B5EF4-FFF2-40B4-BE49-F238E27FC236}">
                    <a16:creationId xmlns:a16="http://schemas.microsoft.com/office/drawing/2014/main" id="{2EA3F7DC-25E0-B143-E281-A33C4C03AC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9" name="Line 120">
                <a:extLst>
                  <a:ext uri="{FF2B5EF4-FFF2-40B4-BE49-F238E27FC236}">
                    <a16:creationId xmlns:a16="http://schemas.microsoft.com/office/drawing/2014/main" id="{D683178D-FABB-A441-F18B-57668E90836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7" name="Group 121">
              <a:extLst>
                <a:ext uri="{FF2B5EF4-FFF2-40B4-BE49-F238E27FC236}">
                  <a16:creationId xmlns:a16="http://schemas.microsoft.com/office/drawing/2014/main" id="{9E71DE22-D089-D7AD-BBFB-78FD3F3AE067}"/>
                </a:ext>
              </a:extLst>
            </p:cNvPr>
            <p:cNvGrpSpPr>
              <a:grpSpLocks/>
            </p:cNvGrpSpPr>
            <p:nvPr/>
          </p:nvGrpSpPr>
          <p:grpSpPr bwMode="auto">
            <a:xfrm>
              <a:off x="2727" y="1248"/>
              <a:ext cx="82" cy="128"/>
              <a:chOff x="704" y="1880"/>
              <a:chExt cx="136" cy="128"/>
            </a:xfrm>
          </p:grpSpPr>
          <p:sp>
            <p:nvSpPr>
              <p:cNvPr id="14556" name="Line 122">
                <a:extLst>
                  <a:ext uri="{FF2B5EF4-FFF2-40B4-BE49-F238E27FC236}">
                    <a16:creationId xmlns:a16="http://schemas.microsoft.com/office/drawing/2014/main" id="{F634EAD4-6E18-0CFF-ECE7-5A10B8FB3B1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7" name="Line 123">
                <a:extLst>
                  <a:ext uri="{FF2B5EF4-FFF2-40B4-BE49-F238E27FC236}">
                    <a16:creationId xmlns:a16="http://schemas.microsoft.com/office/drawing/2014/main" id="{F1E4A044-D00E-47A8-DD76-219247598E9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8" name="Group 124">
              <a:extLst>
                <a:ext uri="{FF2B5EF4-FFF2-40B4-BE49-F238E27FC236}">
                  <a16:creationId xmlns:a16="http://schemas.microsoft.com/office/drawing/2014/main" id="{F22AD657-2CFA-9A28-423B-47B5198C6D06}"/>
                </a:ext>
              </a:extLst>
            </p:cNvPr>
            <p:cNvGrpSpPr>
              <a:grpSpLocks/>
            </p:cNvGrpSpPr>
            <p:nvPr/>
          </p:nvGrpSpPr>
          <p:grpSpPr bwMode="auto">
            <a:xfrm>
              <a:off x="2649" y="1248"/>
              <a:ext cx="83" cy="128"/>
              <a:chOff x="704" y="1880"/>
              <a:chExt cx="136" cy="128"/>
            </a:xfrm>
          </p:grpSpPr>
          <p:sp>
            <p:nvSpPr>
              <p:cNvPr id="14554" name="Line 125">
                <a:extLst>
                  <a:ext uri="{FF2B5EF4-FFF2-40B4-BE49-F238E27FC236}">
                    <a16:creationId xmlns:a16="http://schemas.microsoft.com/office/drawing/2014/main" id="{275C7E96-14A9-6324-66E3-1D312B98C4A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5" name="Line 126">
                <a:extLst>
                  <a:ext uri="{FF2B5EF4-FFF2-40B4-BE49-F238E27FC236}">
                    <a16:creationId xmlns:a16="http://schemas.microsoft.com/office/drawing/2014/main" id="{6EAC14DA-9F6D-4AF4-EF9D-0FD0CF6A205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9" name="Group 127">
              <a:extLst>
                <a:ext uri="{FF2B5EF4-FFF2-40B4-BE49-F238E27FC236}">
                  <a16:creationId xmlns:a16="http://schemas.microsoft.com/office/drawing/2014/main" id="{7D1C2470-98C9-659E-C4EC-B393F9503E50}"/>
                </a:ext>
              </a:extLst>
            </p:cNvPr>
            <p:cNvGrpSpPr>
              <a:grpSpLocks/>
            </p:cNvGrpSpPr>
            <p:nvPr/>
          </p:nvGrpSpPr>
          <p:grpSpPr bwMode="auto">
            <a:xfrm>
              <a:off x="2567" y="1248"/>
              <a:ext cx="82" cy="128"/>
              <a:chOff x="704" y="1880"/>
              <a:chExt cx="136" cy="128"/>
            </a:xfrm>
          </p:grpSpPr>
          <p:sp>
            <p:nvSpPr>
              <p:cNvPr id="14552" name="Line 128">
                <a:extLst>
                  <a:ext uri="{FF2B5EF4-FFF2-40B4-BE49-F238E27FC236}">
                    <a16:creationId xmlns:a16="http://schemas.microsoft.com/office/drawing/2014/main" id="{FAE41377-FCAD-7AC1-6B59-334FA97E6A2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3" name="Line 129">
                <a:extLst>
                  <a:ext uri="{FF2B5EF4-FFF2-40B4-BE49-F238E27FC236}">
                    <a16:creationId xmlns:a16="http://schemas.microsoft.com/office/drawing/2014/main" id="{62A9E436-1843-2EB0-5E37-65860697969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0" name="Group 130">
              <a:extLst>
                <a:ext uri="{FF2B5EF4-FFF2-40B4-BE49-F238E27FC236}">
                  <a16:creationId xmlns:a16="http://schemas.microsoft.com/office/drawing/2014/main" id="{94D102CF-7802-2761-554F-4BC5E3148F7A}"/>
                </a:ext>
              </a:extLst>
            </p:cNvPr>
            <p:cNvGrpSpPr>
              <a:grpSpLocks/>
            </p:cNvGrpSpPr>
            <p:nvPr/>
          </p:nvGrpSpPr>
          <p:grpSpPr bwMode="auto">
            <a:xfrm>
              <a:off x="2490" y="1248"/>
              <a:ext cx="82" cy="128"/>
              <a:chOff x="704" y="1880"/>
              <a:chExt cx="136" cy="128"/>
            </a:xfrm>
          </p:grpSpPr>
          <p:sp>
            <p:nvSpPr>
              <p:cNvPr id="14550" name="Line 131">
                <a:extLst>
                  <a:ext uri="{FF2B5EF4-FFF2-40B4-BE49-F238E27FC236}">
                    <a16:creationId xmlns:a16="http://schemas.microsoft.com/office/drawing/2014/main" id="{9DC3745A-325B-D407-D774-ADBD14B1057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1" name="Line 132">
                <a:extLst>
                  <a:ext uri="{FF2B5EF4-FFF2-40B4-BE49-F238E27FC236}">
                    <a16:creationId xmlns:a16="http://schemas.microsoft.com/office/drawing/2014/main" id="{DAB49249-6734-1291-D000-4082149CA52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1" name="Group 133">
              <a:extLst>
                <a:ext uri="{FF2B5EF4-FFF2-40B4-BE49-F238E27FC236}">
                  <a16:creationId xmlns:a16="http://schemas.microsoft.com/office/drawing/2014/main" id="{1080D00C-6C82-7620-E28F-804DDCB3FC1C}"/>
                </a:ext>
              </a:extLst>
            </p:cNvPr>
            <p:cNvGrpSpPr>
              <a:grpSpLocks/>
            </p:cNvGrpSpPr>
            <p:nvPr/>
          </p:nvGrpSpPr>
          <p:grpSpPr bwMode="auto">
            <a:xfrm>
              <a:off x="2408" y="1248"/>
              <a:ext cx="82" cy="128"/>
              <a:chOff x="704" y="1880"/>
              <a:chExt cx="136" cy="128"/>
            </a:xfrm>
          </p:grpSpPr>
          <p:sp>
            <p:nvSpPr>
              <p:cNvPr id="14548" name="Line 134">
                <a:extLst>
                  <a:ext uri="{FF2B5EF4-FFF2-40B4-BE49-F238E27FC236}">
                    <a16:creationId xmlns:a16="http://schemas.microsoft.com/office/drawing/2014/main" id="{21F5C457-3A86-2874-A8E1-376E075DBED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9" name="Line 135">
                <a:extLst>
                  <a:ext uri="{FF2B5EF4-FFF2-40B4-BE49-F238E27FC236}">
                    <a16:creationId xmlns:a16="http://schemas.microsoft.com/office/drawing/2014/main" id="{CAB4AEE7-995A-B577-956E-59312F0F198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2" name="Group 136">
              <a:extLst>
                <a:ext uri="{FF2B5EF4-FFF2-40B4-BE49-F238E27FC236}">
                  <a16:creationId xmlns:a16="http://schemas.microsoft.com/office/drawing/2014/main" id="{8AF3DEE9-215E-8C96-AFF2-FBD4B1DF69CF}"/>
                </a:ext>
              </a:extLst>
            </p:cNvPr>
            <p:cNvGrpSpPr>
              <a:grpSpLocks/>
            </p:cNvGrpSpPr>
            <p:nvPr/>
          </p:nvGrpSpPr>
          <p:grpSpPr bwMode="auto">
            <a:xfrm>
              <a:off x="2330" y="1248"/>
              <a:ext cx="82" cy="128"/>
              <a:chOff x="704" y="1880"/>
              <a:chExt cx="136" cy="128"/>
            </a:xfrm>
          </p:grpSpPr>
          <p:sp>
            <p:nvSpPr>
              <p:cNvPr id="14546" name="Line 137">
                <a:extLst>
                  <a:ext uri="{FF2B5EF4-FFF2-40B4-BE49-F238E27FC236}">
                    <a16:creationId xmlns:a16="http://schemas.microsoft.com/office/drawing/2014/main" id="{0E0DD6E3-A7E8-5952-14B5-695B01C1972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7" name="Line 138">
                <a:extLst>
                  <a:ext uri="{FF2B5EF4-FFF2-40B4-BE49-F238E27FC236}">
                    <a16:creationId xmlns:a16="http://schemas.microsoft.com/office/drawing/2014/main" id="{76120393-E05A-EFE1-4B42-70866682D40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3" name="Group 139">
              <a:extLst>
                <a:ext uri="{FF2B5EF4-FFF2-40B4-BE49-F238E27FC236}">
                  <a16:creationId xmlns:a16="http://schemas.microsoft.com/office/drawing/2014/main" id="{B33D844F-A52B-AF68-639D-039D6FE99201}"/>
                </a:ext>
              </a:extLst>
            </p:cNvPr>
            <p:cNvGrpSpPr>
              <a:grpSpLocks/>
            </p:cNvGrpSpPr>
            <p:nvPr/>
          </p:nvGrpSpPr>
          <p:grpSpPr bwMode="auto">
            <a:xfrm>
              <a:off x="2248" y="1248"/>
              <a:ext cx="82" cy="128"/>
              <a:chOff x="704" y="1880"/>
              <a:chExt cx="136" cy="128"/>
            </a:xfrm>
          </p:grpSpPr>
          <p:sp>
            <p:nvSpPr>
              <p:cNvPr id="14544" name="Line 140">
                <a:extLst>
                  <a:ext uri="{FF2B5EF4-FFF2-40B4-BE49-F238E27FC236}">
                    <a16:creationId xmlns:a16="http://schemas.microsoft.com/office/drawing/2014/main" id="{DD42FF91-EEC6-4FDA-7561-817B9F59DB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5" name="Line 141">
                <a:extLst>
                  <a:ext uri="{FF2B5EF4-FFF2-40B4-BE49-F238E27FC236}">
                    <a16:creationId xmlns:a16="http://schemas.microsoft.com/office/drawing/2014/main" id="{00D10D96-CAB1-7C66-FFF7-B3693B45FCA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54" name="Group 144">
            <a:extLst>
              <a:ext uri="{FF2B5EF4-FFF2-40B4-BE49-F238E27FC236}">
                <a16:creationId xmlns:a16="http://schemas.microsoft.com/office/drawing/2014/main" id="{2222E7AD-CC02-243C-5CA4-96F5AC4991A4}"/>
              </a:ext>
            </a:extLst>
          </p:cNvPr>
          <p:cNvGrpSpPr>
            <a:grpSpLocks/>
          </p:cNvGrpSpPr>
          <p:nvPr/>
        </p:nvGrpSpPr>
        <p:grpSpPr bwMode="auto">
          <a:xfrm rot="5400000">
            <a:off x="7308850" y="3789363"/>
            <a:ext cx="952500" cy="119063"/>
            <a:chOff x="2248" y="1248"/>
            <a:chExt cx="648" cy="128"/>
          </a:xfrm>
        </p:grpSpPr>
        <p:grpSp>
          <p:nvGrpSpPr>
            <p:cNvPr id="405555" name="Group 145">
              <a:extLst>
                <a:ext uri="{FF2B5EF4-FFF2-40B4-BE49-F238E27FC236}">
                  <a16:creationId xmlns:a16="http://schemas.microsoft.com/office/drawing/2014/main" id="{704C1106-4DE7-D09A-C3D5-E9C017ECB873}"/>
                </a:ext>
              </a:extLst>
            </p:cNvPr>
            <p:cNvGrpSpPr>
              <a:grpSpLocks/>
            </p:cNvGrpSpPr>
            <p:nvPr/>
          </p:nvGrpSpPr>
          <p:grpSpPr bwMode="auto">
            <a:xfrm>
              <a:off x="2814" y="1248"/>
              <a:ext cx="82" cy="128"/>
              <a:chOff x="704" y="1880"/>
              <a:chExt cx="136" cy="128"/>
            </a:xfrm>
          </p:grpSpPr>
          <p:sp>
            <p:nvSpPr>
              <p:cNvPr id="14534" name="Line 146">
                <a:extLst>
                  <a:ext uri="{FF2B5EF4-FFF2-40B4-BE49-F238E27FC236}">
                    <a16:creationId xmlns:a16="http://schemas.microsoft.com/office/drawing/2014/main" id="{C2BCBC25-1DC1-E350-F93E-39974C31511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5" name="Line 147">
                <a:extLst>
                  <a:ext uri="{FF2B5EF4-FFF2-40B4-BE49-F238E27FC236}">
                    <a16:creationId xmlns:a16="http://schemas.microsoft.com/office/drawing/2014/main" id="{C01B3A56-9265-A692-EF1A-37727BA47D8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6" name="Group 148">
              <a:extLst>
                <a:ext uri="{FF2B5EF4-FFF2-40B4-BE49-F238E27FC236}">
                  <a16:creationId xmlns:a16="http://schemas.microsoft.com/office/drawing/2014/main" id="{EB16A2B6-914C-8832-B47A-3279C0E70092}"/>
                </a:ext>
              </a:extLst>
            </p:cNvPr>
            <p:cNvGrpSpPr>
              <a:grpSpLocks/>
            </p:cNvGrpSpPr>
            <p:nvPr/>
          </p:nvGrpSpPr>
          <p:grpSpPr bwMode="auto">
            <a:xfrm>
              <a:off x="2727" y="1248"/>
              <a:ext cx="82" cy="128"/>
              <a:chOff x="704" y="1880"/>
              <a:chExt cx="136" cy="128"/>
            </a:xfrm>
          </p:grpSpPr>
          <p:sp>
            <p:nvSpPr>
              <p:cNvPr id="14532" name="Line 149">
                <a:extLst>
                  <a:ext uri="{FF2B5EF4-FFF2-40B4-BE49-F238E27FC236}">
                    <a16:creationId xmlns:a16="http://schemas.microsoft.com/office/drawing/2014/main" id="{29C08361-9E0C-F791-D83A-8909F933D31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3" name="Line 150">
                <a:extLst>
                  <a:ext uri="{FF2B5EF4-FFF2-40B4-BE49-F238E27FC236}">
                    <a16:creationId xmlns:a16="http://schemas.microsoft.com/office/drawing/2014/main" id="{CBD8B56D-699F-93E1-6DF1-DEA0B8606C7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7" name="Group 151">
              <a:extLst>
                <a:ext uri="{FF2B5EF4-FFF2-40B4-BE49-F238E27FC236}">
                  <a16:creationId xmlns:a16="http://schemas.microsoft.com/office/drawing/2014/main" id="{74533670-F41B-740E-4ECD-DBB7CA313948}"/>
                </a:ext>
              </a:extLst>
            </p:cNvPr>
            <p:cNvGrpSpPr>
              <a:grpSpLocks/>
            </p:cNvGrpSpPr>
            <p:nvPr/>
          </p:nvGrpSpPr>
          <p:grpSpPr bwMode="auto">
            <a:xfrm>
              <a:off x="2649" y="1248"/>
              <a:ext cx="83" cy="128"/>
              <a:chOff x="704" y="1880"/>
              <a:chExt cx="136" cy="128"/>
            </a:xfrm>
          </p:grpSpPr>
          <p:sp>
            <p:nvSpPr>
              <p:cNvPr id="14530" name="Line 152">
                <a:extLst>
                  <a:ext uri="{FF2B5EF4-FFF2-40B4-BE49-F238E27FC236}">
                    <a16:creationId xmlns:a16="http://schemas.microsoft.com/office/drawing/2014/main" id="{DA211C1D-A50C-9871-C986-58E46EE7436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1" name="Line 153">
                <a:extLst>
                  <a:ext uri="{FF2B5EF4-FFF2-40B4-BE49-F238E27FC236}">
                    <a16:creationId xmlns:a16="http://schemas.microsoft.com/office/drawing/2014/main" id="{674EF64D-0465-1175-D8A6-B0E0ABB9490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8" name="Group 154">
              <a:extLst>
                <a:ext uri="{FF2B5EF4-FFF2-40B4-BE49-F238E27FC236}">
                  <a16:creationId xmlns:a16="http://schemas.microsoft.com/office/drawing/2014/main" id="{21BA28C4-73A2-A667-EEF9-5CF0FBE7B981}"/>
                </a:ext>
              </a:extLst>
            </p:cNvPr>
            <p:cNvGrpSpPr>
              <a:grpSpLocks/>
            </p:cNvGrpSpPr>
            <p:nvPr/>
          </p:nvGrpSpPr>
          <p:grpSpPr bwMode="auto">
            <a:xfrm>
              <a:off x="2567" y="1248"/>
              <a:ext cx="82" cy="128"/>
              <a:chOff x="704" y="1880"/>
              <a:chExt cx="136" cy="128"/>
            </a:xfrm>
          </p:grpSpPr>
          <p:sp>
            <p:nvSpPr>
              <p:cNvPr id="14528" name="Line 155">
                <a:extLst>
                  <a:ext uri="{FF2B5EF4-FFF2-40B4-BE49-F238E27FC236}">
                    <a16:creationId xmlns:a16="http://schemas.microsoft.com/office/drawing/2014/main" id="{6738F9E4-FF2E-A7FE-A1A6-89CDB4BF946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9" name="Line 156">
                <a:extLst>
                  <a:ext uri="{FF2B5EF4-FFF2-40B4-BE49-F238E27FC236}">
                    <a16:creationId xmlns:a16="http://schemas.microsoft.com/office/drawing/2014/main" id="{EAEBEEBA-7400-D9CC-A930-3E29D90B98C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9" name="Group 157">
              <a:extLst>
                <a:ext uri="{FF2B5EF4-FFF2-40B4-BE49-F238E27FC236}">
                  <a16:creationId xmlns:a16="http://schemas.microsoft.com/office/drawing/2014/main" id="{D091CFEA-9CE2-8252-514C-E7F5DA68342D}"/>
                </a:ext>
              </a:extLst>
            </p:cNvPr>
            <p:cNvGrpSpPr>
              <a:grpSpLocks/>
            </p:cNvGrpSpPr>
            <p:nvPr/>
          </p:nvGrpSpPr>
          <p:grpSpPr bwMode="auto">
            <a:xfrm>
              <a:off x="2490" y="1248"/>
              <a:ext cx="82" cy="128"/>
              <a:chOff x="704" y="1880"/>
              <a:chExt cx="136" cy="128"/>
            </a:xfrm>
          </p:grpSpPr>
          <p:sp>
            <p:nvSpPr>
              <p:cNvPr id="14526" name="Line 158">
                <a:extLst>
                  <a:ext uri="{FF2B5EF4-FFF2-40B4-BE49-F238E27FC236}">
                    <a16:creationId xmlns:a16="http://schemas.microsoft.com/office/drawing/2014/main" id="{BB083060-A6F5-3419-C13E-7D76491945E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7" name="Line 159">
                <a:extLst>
                  <a:ext uri="{FF2B5EF4-FFF2-40B4-BE49-F238E27FC236}">
                    <a16:creationId xmlns:a16="http://schemas.microsoft.com/office/drawing/2014/main" id="{F497C2CC-F8AC-03F6-07BD-E8009D6C8AD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0" name="Group 160">
              <a:extLst>
                <a:ext uri="{FF2B5EF4-FFF2-40B4-BE49-F238E27FC236}">
                  <a16:creationId xmlns:a16="http://schemas.microsoft.com/office/drawing/2014/main" id="{C6949DF8-72DA-488D-34E9-976F1C52AC62}"/>
                </a:ext>
              </a:extLst>
            </p:cNvPr>
            <p:cNvGrpSpPr>
              <a:grpSpLocks/>
            </p:cNvGrpSpPr>
            <p:nvPr/>
          </p:nvGrpSpPr>
          <p:grpSpPr bwMode="auto">
            <a:xfrm>
              <a:off x="2408" y="1248"/>
              <a:ext cx="82" cy="128"/>
              <a:chOff x="704" y="1880"/>
              <a:chExt cx="136" cy="128"/>
            </a:xfrm>
          </p:grpSpPr>
          <p:sp>
            <p:nvSpPr>
              <p:cNvPr id="14524" name="Line 161">
                <a:extLst>
                  <a:ext uri="{FF2B5EF4-FFF2-40B4-BE49-F238E27FC236}">
                    <a16:creationId xmlns:a16="http://schemas.microsoft.com/office/drawing/2014/main" id="{ADEA61D4-44F3-B37F-EE95-5ED4EE885C3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5" name="Line 162">
                <a:extLst>
                  <a:ext uri="{FF2B5EF4-FFF2-40B4-BE49-F238E27FC236}">
                    <a16:creationId xmlns:a16="http://schemas.microsoft.com/office/drawing/2014/main" id="{77692909-C821-52E9-E1F1-D514718DF5F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1" name="Group 163">
              <a:extLst>
                <a:ext uri="{FF2B5EF4-FFF2-40B4-BE49-F238E27FC236}">
                  <a16:creationId xmlns:a16="http://schemas.microsoft.com/office/drawing/2014/main" id="{238AE5C2-3FF4-A05E-18B0-2184B47675FC}"/>
                </a:ext>
              </a:extLst>
            </p:cNvPr>
            <p:cNvGrpSpPr>
              <a:grpSpLocks/>
            </p:cNvGrpSpPr>
            <p:nvPr/>
          </p:nvGrpSpPr>
          <p:grpSpPr bwMode="auto">
            <a:xfrm>
              <a:off x="2330" y="1248"/>
              <a:ext cx="82" cy="128"/>
              <a:chOff x="704" y="1880"/>
              <a:chExt cx="136" cy="128"/>
            </a:xfrm>
          </p:grpSpPr>
          <p:sp>
            <p:nvSpPr>
              <p:cNvPr id="14522" name="Line 164">
                <a:extLst>
                  <a:ext uri="{FF2B5EF4-FFF2-40B4-BE49-F238E27FC236}">
                    <a16:creationId xmlns:a16="http://schemas.microsoft.com/office/drawing/2014/main" id="{2FE44655-9012-ABCB-898D-AF939739748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3" name="Line 165">
                <a:extLst>
                  <a:ext uri="{FF2B5EF4-FFF2-40B4-BE49-F238E27FC236}">
                    <a16:creationId xmlns:a16="http://schemas.microsoft.com/office/drawing/2014/main" id="{1DE1953F-ABE2-5B72-61E1-2C61B3A5D3E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2" name="Group 166">
              <a:extLst>
                <a:ext uri="{FF2B5EF4-FFF2-40B4-BE49-F238E27FC236}">
                  <a16:creationId xmlns:a16="http://schemas.microsoft.com/office/drawing/2014/main" id="{15ADDEF7-33BC-F0E7-5BB7-5DB60E731B29}"/>
                </a:ext>
              </a:extLst>
            </p:cNvPr>
            <p:cNvGrpSpPr>
              <a:grpSpLocks/>
            </p:cNvGrpSpPr>
            <p:nvPr/>
          </p:nvGrpSpPr>
          <p:grpSpPr bwMode="auto">
            <a:xfrm>
              <a:off x="2248" y="1248"/>
              <a:ext cx="82" cy="128"/>
              <a:chOff x="704" y="1880"/>
              <a:chExt cx="136" cy="128"/>
            </a:xfrm>
          </p:grpSpPr>
          <p:sp>
            <p:nvSpPr>
              <p:cNvPr id="14520" name="Line 167">
                <a:extLst>
                  <a:ext uri="{FF2B5EF4-FFF2-40B4-BE49-F238E27FC236}">
                    <a16:creationId xmlns:a16="http://schemas.microsoft.com/office/drawing/2014/main" id="{48E87A28-5EB4-5135-225C-BE1FF2EBDA7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1" name="Line 168">
                <a:extLst>
                  <a:ext uri="{FF2B5EF4-FFF2-40B4-BE49-F238E27FC236}">
                    <a16:creationId xmlns:a16="http://schemas.microsoft.com/office/drawing/2014/main" id="{FE863897-F3E7-D885-CC18-F53E9DF001C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63" name="Group 169">
            <a:extLst>
              <a:ext uri="{FF2B5EF4-FFF2-40B4-BE49-F238E27FC236}">
                <a16:creationId xmlns:a16="http://schemas.microsoft.com/office/drawing/2014/main" id="{7EDFF838-FC5E-4B82-5D44-60B279B68F6F}"/>
              </a:ext>
            </a:extLst>
          </p:cNvPr>
          <p:cNvGrpSpPr>
            <a:grpSpLocks/>
          </p:cNvGrpSpPr>
          <p:nvPr/>
        </p:nvGrpSpPr>
        <p:grpSpPr bwMode="auto">
          <a:xfrm rot="19768321">
            <a:off x="6518275" y="5073650"/>
            <a:ext cx="1054100" cy="149225"/>
            <a:chOff x="2248" y="1248"/>
            <a:chExt cx="648" cy="128"/>
          </a:xfrm>
        </p:grpSpPr>
        <p:grpSp>
          <p:nvGrpSpPr>
            <p:cNvPr id="405564" name="Group 170">
              <a:extLst>
                <a:ext uri="{FF2B5EF4-FFF2-40B4-BE49-F238E27FC236}">
                  <a16:creationId xmlns:a16="http://schemas.microsoft.com/office/drawing/2014/main" id="{93C86EB0-19C3-E929-93F6-7126F24B1B6C}"/>
                </a:ext>
              </a:extLst>
            </p:cNvPr>
            <p:cNvGrpSpPr>
              <a:grpSpLocks/>
            </p:cNvGrpSpPr>
            <p:nvPr/>
          </p:nvGrpSpPr>
          <p:grpSpPr bwMode="auto">
            <a:xfrm>
              <a:off x="2814" y="1248"/>
              <a:ext cx="82" cy="128"/>
              <a:chOff x="704" y="1880"/>
              <a:chExt cx="136" cy="128"/>
            </a:xfrm>
          </p:grpSpPr>
          <p:sp>
            <p:nvSpPr>
              <p:cNvPr id="14510" name="Line 171">
                <a:extLst>
                  <a:ext uri="{FF2B5EF4-FFF2-40B4-BE49-F238E27FC236}">
                    <a16:creationId xmlns:a16="http://schemas.microsoft.com/office/drawing/2014/main" id="{5B821D91-8098-CB48-4B8C-ADC2D80FA87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11" name="Line 172">
                <a:extLst>
                  <a:ext uri="{FF2B5EF4-FFF2-40B4-BE49-F238E27FC236}">
                    <a16:creationId xmlns:a16="http://schemas.microsoft.com/office/drawing/2014/main" id="{14997A8B-9E9C-447D-2BF1-B3795D14947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5" name="Group 173">
              <a:extLst>
                <a:ext uri="{FF2B5EF4-FFF2-40B4-BE49-F238E27FC236}">
                  <a16:creationId xmlns:a16="http://schemas.microsoft.com/office/drawing/2014/main" id="{B609D442-8174-BCEF-3207-17B33EEDB0F0}"/>
                </a:ext>
              </a:extLst>
            </p:cNvPr>
            <p:cNvGrpSpPr>
              <a:grpSpLocks/>
            </p:cNvGrpSpPr>
            <p:nvPr/>
          </p:nvGrpSpPr>
          <p:grpSpPr bwMode="auto">
            <a:xfrm>
              <a:off x="2727" y="1248"/>
              <a:ext cx="82" cy="128"/>
              <a:chOff x="704" y="1880"/>
              <a:chExt cx="136" cy="128"/>
            </a:xfrm>
          </p:grpSpPr>
          <p:sp>
            <p:nvSpPr>
              <p:cNvPr id="14508" name="Line 174">
                <a:extLst>
                  <a:ext uri="{FF2B5EF4-FFF2-40B4-BE49-F238E27FC236}">
                    <a16:creationId xmlns:a16="http://schemas.microsoft.com/office/drawing/2014/main" id="{1F4B1B5B-5CDA-0C4B-1E2F-9F82A44EEE5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9" name="Line 175">
                <a:extLst>
                  <a:ext uri="{FF2B5EF4-FFF2-40B4-BE49-F238E27FC236}">
                    <a16:creationId xmlns:a16="http://schemas.microsoft.com/office/drawing/2014/main" id="{73DDAA07-1C61-0427-C43C-ABBBEEBC882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6" name="Group 176">
              <a:extLst>
                <a:ext uri="{FF2B5EF4-FFF2-40B4-BE49-F238E27FC236}">
                  <a16:creationId xmlns:a16="http://schemas.microsoft.com/office/drawing/2014/main" id="{C801AAF6-AA0F-3DC4-12B5-C1F3F756471B}"/>
                </a:ext>
              </a:extLst>
            </p:cNvPr>
            <p:cNvGrpSpPr>
              <a:grpSpLocks/>
            </p:cNvGrpSpPr>
            <p:nvPr/>
          </p:nvGrpSpPr>
          <p:grpSpPr bwMode="auto">
            <a:xfrm>
              <a:off x="2649" y="1248"/>
              <a:ext cx="83" cy="128"/>
              <a:chOff x="704" y="1880"/>
              <a:chExt cx="136" cy="128"/>
            </a:xfrm>
          </p:grpSpPr>
          <p:sp>
            <p:nvSpPr>
              <p:cNvPr id="14506" name="Line 177">
                <a:extLst>
                  <a:ext uri="{FF2B5EF4-FFF2-40B4-BE49-F238E27FC236}">
                    <a16:creationId xmlns:a16="http://schemas.microsoft.com/office/drawing/2014/main" id="{4A30A45E-787A-7451-6631-67FD76B866C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7" name="Line 178">
                <a:extLst>
                  <a:ext uri="{FF2B5EF4-FFF2-40B4-BE49-F238E27FC236}">
                    <a16:creationId xmlns:a16="http://schemas.microsoft.com/office/drawing/2014/main" id="{24FBFCA9-0FB3-8DB1-B537-37FEA31084B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7" name="Group 179">
              <a:extLst>
                <a:ext uri="{FF2B5EF4-FFF2-40B4-BE49-F238E27FC236}">
                  <a16:creationId xmlns:a16="http://schemas.microsoft.com/office/drawing/2014/main" id="{5E174E10-4A5E-3818-6AE4-EA53D1EE57C5}"/>
                </a:ext>
              </a:extLst>
            </p:cNvPr>
            <p:cNvGrpSpPr>
              <a:grpSpLocks/>
            </p:cNvGrpSpPr>
            <p:nvPr/>
          </p:nvGrpSpPr>
          <p:grpSpPr bwMode="auto">
            <a:xfrm>
              <a:off x="2567" y="1248"/>
              <a:ext cx="82" cy="128"/>
              <a:chOff x="704" y="1880"/>
              <a:chExt cx="136" cy="128"/>
            </a:xfrm>
          </p:grpSpPr>
          <p:sp>
            <p:nvSpPr>
              <p:cNvPr id="14504" name="Line 180">
                <a:extLst>
                  <a:ext uri="{FF2B5EF4-FFF2-40B4-BE49-F238E27FC236}">
                    <a16:creationId xmlns:a16="http://schemas.microsoft.com/office/drawing/2014/main" id="{A02FFF01-5050-87EE-2EF3-3E0EF7068CA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5" name="Line 181">
                <a:extLst>
                  <a:ext uri="{FF2B5EF4-FFF2-40B4-BE49-F238E27FC236}">
                    <a16:creationId xmlns:a16="http://schemas.microsoft.com/office/drawing/2014/main" id="{57398F4D-F351-5336-B1F6-D1A5D2F6304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0" name="Group 182">
              <a:extLst>
                <a:ext uri="{FF2B5EF4-FFF2-40B4-BE49-F238E27FC236}">
                  <a16:creationId xmlns:a16="http://schemas.microsoft.com/office/drawing/2014/main" id="{BD2EFC2F-4B2D-B14B-EA3D-1153BDB933FC}"/>
                </a:ext>
              </a:extLst>
            </p:cNvPr>
            <p:cNvGrpSpPr>
              <a:grpSpLocks/>
            </p:cNvGrpSpPr>
            <p:nvPr/>
          </p:nvGrpSpPr>
          <p:grpSpPr bwMode="auto">
            <a:xfrm>
              <a:off x="2490" y="1248"/>
              <a:ext cx="82" cy="128"/>
              <a:chOff x="704" y="1880"/>
              <a:chExt cx="136" cy="128"/>
            </a:xfrm>
          </p:grpSpPr>
          <p:sp>
            <p:nvSpPr>
              <p:cNvPr id="14502" name="Line 183">
                <a:extLst>
                  <a:ext uri="{FF2B5EF4-FFF2-40B4-BE49-F238E27FC236}">
                    <a16:creationId xmlns:a16="http://schemas.microsoft.com/office/drawing/2014/main" id="{9F8F3038-682A-A108-4B88-8822BB04ECB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3" name="Line 184">
                <a:extLst>
                  <a:ext uri="{FF2B5EF4-FFF2-40B4-BE49-F238E27FC236}">
                    <a16:creationId xmlns:a16="http://schemas.microsoft.com/office/drawing/2014/main" id="{1565D614-A5C8-501E-5898-D5F768D0002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1" name="Group 185">
              <a:extLst>
                <a:ext uri="{FF2B5EF4-FFF2-40B4-BE49-F238E27FC236}">
                  <a16:creationId xmlns:a16="http://schemas.microsoft.com/office/drawing/2014/main" id="{D1487EFA-3DA9-408A-13E7-72FA86AC1B60}"/>
                </a:ext>
              </a:extLst>
            </p:cNvPr>
            <p:cNvGrpSpPr>
              <a:grpSpLocks/>
            </p:cNvGrpSpPr>
            <p:nvPr/>
          </p:nvGrpSpPr>
          <p:grpSpPr bwMode="auto">
            <a:xfrm>
              <a:off x="2408" y="1248"/>
              <a:ext cx="82" cy="128"/>
              <a:chOff x="704" y="1880"/>
              <a:chExt cx="136" cy="128"/>
            </a:xfrm>
          </p:grpSpPr>
          <p:sp>
            <p:nvSpPr>
              <p:cNvPr id="14500" name="Line 186">
                <a:extLst>
                  <a:ext uri="{FF2B5EF4-FFF2-40B4-BE49-F238E27FC236}">
                    <a16:creationId xmlns:a16="http://schemas.microsoft.com/office/drawing/2014/main" id="{F07E97BB-9F70-64BD-0C03-24C2948B8F8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1" name="Line 187">
                <a:extLst>
                  <a:ext uri="{FF2B5EF4-FFF2-40B4-BE49-F238E27FC236}">
                    <a16:creationId xmlns:a16="http://schemas.microsoft.com/office/drawing/2014/main" id="{BCDB046C-B943-9A7A-317D-2312942A2C9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2" name="Group 188">
              <a:extLst>
                <a:ext uri="{FF2B5EF4-FFF2-40B4-BE49-F238E27FC236}">
                  <a16:creationId xmlns:a16="http://schemas.microsoft.com/office/drawing/2014/main" id="{61ABFE1C-76DE-1B04-9243-34C1F5298ED7}"/>
                </a:ext>
              </a:extLst>
            </p:cNvPr>
            <p:cNvGrpSpPr>
              <a:grpSpLocks/>
            </p:cNvGrpSpPr>
            <p:nvPr/>
          </p:nvGrpSpPr>
          <p:grpSpPr bwMode="auto">
            <a:xfrm>
              <a:off x="2330" y="1248"/>
              <a:ext cx="82" cy="128"/>
              <a:chOff x="704" y="1880"/>
              <a:chExt cx="136" cy="128"/>
            </a:xfrm>
          </p:grpSpPr>
          <p:sp>
            <p:nvSpPr>
              <p:cNvPr id="14498" name="Line 189">
                <a:extLst>
                  <a:ext uri="{FF2B5EF4-FFF2-40B4-BE49-F238E27FC236}">
                    <a16:creationId xmlns:a16="http://schemas.microsoft.com/office/drawing/2014/main" id="{2EBA41B2-B07C-705C-F5B8-F2A11122120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9" name="Line 190">
                <a:extLst>
                  <a:ext uri="{FF2B5EF4-FFF2-40B4-BE49-F238E27FC236}">
                    <a16:creationId xmlns:a16="http://schemas.microsoft.com/office/drawing/2014/main" id="{22C3C1C0-0D0A-5F55-3C27-16343CEE2D7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3" name="Group 191">
              <a:extLst>
                <a:ext uri="{FF2B5EF4-FFF2-40B4-BE49-F238E27FC236}">
                  <a16:creationId xmlns:a16="http://schemas.microsoft.com/office/drawing/2014/main" id="{343B750B-2DF4-326B-5E47-A04A5F0C9FF7}"/>
                </a:ext>
              </a:extLst>
            </p:cNvPr>
            <p:cNvGrpSpPr>
              <a:grpSpLocks/>
            </p:cNvGrpSpPr>
            <p:nvPr/>
          </p:nvGrpSpPr>
          <p:grpSpPr bwMode="auto">
            <a:xfrm>
              <a:off x="2248" y="1248"/>
              <a:ext cx="82" cy="128"/>
              <a:chOff x="704" y="1880"/>
              <a:chExt cx="136" cy="128"/>
            </a:xfrm>
          </p:grpSpPr>
          <p:sp>
            <p:nvSpPr>
              <p:cNvPr id="14496" name="Line 192">
                <a:extLst>
                  <a:ext uri="{FF2B5EF4-FFF2-40B4-BE49-F238E27FC236}">
                    <a16:creationId xmlns:a16="http://schemas.microsoft.com/office/drawing/2014/main" id="{2C1E8DE7-C692-3ECF-6E19-039B0470C93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7" name="Line 193">
                <a:extLst>
                  <a:ext uri="{FF2B5EF4-FFF2-40B4-BE49-F238E27FC236}">
                    <a16:creationId xmlns:a16="http://schemas.microsoft.com/office/drawing/2014/main" id="{4E506C54-8541-FF0C-A2BC-97C8AF8C59F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04" name="Group 194">
            <a:extLst>
              <a:ext uri="{FF2B5EF4-FFF2-40B4-BE49-F238E27FC236}">
                <a16:creationId xmlns:a16="http://schemas.microsoft.com/office/drawing/2014/main" id="{99A7E946-5EF5-B1E3-C7CF-B7DB52CF49DC}"/>
              </a:ext>
            </a:extLst>
          </p:cNvPr>
          <p:cNvGrpSpPr>
            <a:grpSpLocks/>
          </p:cNvGrpSpPr>
          <p:nvPr/>
        </p:nvGrpSpPr>
        <p:grpSpPr bwMode="auto">
          <a:xfrm rot="5400000">
            <a:off x="5792788" y="4770438"/>
            <a:ext cx="952500" cy="119063"/>
            <a:chOff x="2248" y="1248"/>
            <a:chExt cx="648" cy="128"/>
          </a:xfrm>
        </p:grpSpPr>
        <p:grpSp>
          <p:nvGrpSpPr>
            <p:cNvPr id="405605" name="Group 195">
              <a:extLst>
                <a:ext uri="{FF2B5EF4-FFF2-40B4-BE49-F238E27FC236}">
                  <a16:creationId xmlns:a16="http://schemas.microsoft.com/office/drawing/2014/main" id="{74CCBE19-3095-64D1-822E-4032DF558B2E}"/>
                </a:ext>
              </a:extLst>
            </p:cNvPr>
            <p:cNvGrpSpPr>
              <a:grpSpLocks/>
            </p:cNvGrpSpPr>
            <p:nvPr/>
          </p:nvGrpSpPr>
          <p:grpSpPr bwMode="auto">
            <a:xfrm>
              <a:off x="2814" y="1248"/>
              <a:ext cx="82" cy="128"/>
              <a:chOff x="704" y="1880"/>
              <a:chExt cx="136" cy="128"/>
            </a:xfrm>
          </p:grpSpPr>
          <p:sp>
            <p:nvSpPr>
              <p:cNvPr id="14486" name="Line 196">
                <a:extLst>
                  <a:ext uri="{FF2B5EF4-FFF2-40B4-BE49-F238E27FC236}">
                    <a16:creationId xmlns:a16="http://schemas.microsoft.com/office/drawing/2014/main" id="{8B35D31C-170D-9DDD-58F1-C73A954C4DB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7" name="Line 197">
                <a:extLst>
                  <a:ext uri="{FF2B5EF4-FFF2-40B4-BE49-F238E27FC236}">
                    <a16:creationId xmlns:a16="http://schemas.microsoft.com/office/drawing/2014/main" id="{E5FB5B47-6CFC-27A1-38D0-5CA4A1D60BB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6" name="Group 198">
              <a:extLst>
                <a:ext uri="{FF2B5EF4-FFF2-40B4-BE49-F238E27FC236}">
                  <a16:creationId xmlns:a16="http://schemas.microsoft.com/office/drawing/2014/main" id="{761C196C-852E-84AF-A83A-B70BDEE50D13}"/>
                </a:ext>
              </a:extLst>
            </p:cNvPr>
            <p:cNvGrpSpPr>
              <a:grpSpLocks/>
            </p:cNvGrpSpPr>
            <p:nvPr/>
          </p:nvGrpSpPr>
          <p:grpSpPr bwMode="auto">
            <a:xfrm>
              <a:off x="2727" y="1248"/>
              <a:ext cx="82" cy="128"/>
              <a:chOff x="704" y="1880"/>
              <a:chExt cx="136" cy="128"/>
            </a:xfrm>
          </p:grpSpPr>
          <p:sp>
            <p:nvSpPr>
              <p:cNvPr id="14484" name="Line 199">
                <a:extLst>
                  <a:ext uri="{FF2B5EF4-FFF2-40B4-BE49-F238E27FC236}">
                    <a16:creationId xmlns:a16="http://schemas.microsoft.com/office/drawing/2014/main" id="{7DED6690-2808-ED30-F2D7-288624F0E68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5" name="Line 200">
                <a:extLst>
                  <a:ext uri="{FF2B5EF4-FFF2-40B4-BE49-F238E27FC236}">
                    <a16:creationId xmlns:a16="http://schemas.microsoft.com/office/drawing/2014/main" id="{9C1C4981-3249-F697-43A8-2A026FA4CB5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7" name="Group 201">
              <a:extLst>
                <a:ext uri="{FF2B5EF4-FFF2-40B4-BE49-F238E27FC236}">
                  <a16:creationId xmlns:a16="http://schemas.microsoft.com/office/drawing/2014/main" id="{703CDA39-DAC2-96D9-52AF-FF4242146854}"/>
                </a:ext>
              </a:extLst>
            </p:cNvPr>
            <p:cNvGrpSpPr>
              <a:grpSpLocks/>
            </p:cNvGrpSpPr>
            <p:nvPr/>
          </p:nvGrpSpPr>
          <p:grpSpPr bwMode="auto">
            <a:xfrm>
              <a:off x="2649" y="1248"/>
              <a:ext cx="83" cy="128"/>
              <a:chOff x="704" y="1880"/>
              <a:chExt cx="136" cy="128"/>
            </a:xfrm>
          </p:grpSpPr>
          <p:sp>
            <p:nvSpPr>
              <p:cNvPr id="14482" name="Line 202">
                <a:extLst>
                  <a:ext uri="{FF2B5EF4-FFF2-40B4-BE49-F238E27FC236}">
                    <a16:creationId xmlns:a16="http://schemas.microsoft.com/office/drawing/2014/main" id="{706CD7A9-E6D4-497B-AA55-ABD0D3F1638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3" name="Line 203">
                <a:extLst>
                  <a:ext uri="{FF2B5EF4-FFF2-40B4-BE49-F238E27FC236}">
                    <a16:creationId xmlns:a16="http://schemas.microsoft.com/office/drawing/2014/main" id="{70DDBA62-5A29-BE8C-EC2B-A0D02A0F584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8" name="Group 204">
              <a:extLst>
                <a:ext uri="{FF2B5EF4-FFF2-40B4-BE49-F238E27FC236}">
                  <a16:creationId xmlns:a16="http://schemas.microsoft.com/office/drawing/2014/main" id="{0892F7CC-00E8-0AF6-23CF-CD1BAB868144}"/>
                </a:ext>
              </a:extLst>
            </p:cNvPr>
            <p:cNvGrpSpPr>
              <a:grpSpLocks/>
            </p:cNvGrpSpPr>
            <p:nvPr/>
          </p:nvGrpSpPr>
          <p:grpSpPr bwMode="auto">
            <a:xfrm>
              <a:off x="2567" y="1248"/>
              <a:ext cx="82" cy="128"/>
              <a:chOff x="704" y="1880"/>
              <a:chExt cx="136" cy="128"/>
            </a:xfrm>
          </p:grpSpPr>
          <p:sp>
            <p:nvSpPr>
              <p:cNvPr id="14480" name="Line 205">
                <a:extLst>
                  <a:ext uri="{FF2B5EF4-FFF2-40B4-BE49-F238E27FC236}">
                    <a16:creationId xmlns:a16="http://schemas.microsoft.com/office/drawing/2014/main" id="{1303C776-6EF5-F753-E5A3-1011D3E6D0D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1" name="Line 206">
                <a:extLst>
                  <a:ext uri="{FF2B5EF4-FFF2-40B4-BE49-F238E27FC236}">
                    <a16:creationId xmlns:a16="http://schemas.microsoft.com/office/drawing/2014/main" id="{3709D1C8-58A1-F972-B0A3-E81E00AF04E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9" name="Group 207">
              <a:extLst>
                <a:ext uri="{FF2B5EF4-FFF2-40B4-BE49-F238E27FC236}">
                  <a16:creationId xmlns:a16="http://schemas.microsoft.com/office/drawing/2014/main" id="{3E2E2201-2E5E-99E8-4DAE-67EAC3377B39}"/>
                </a:ext>
              </a:extLst>
            </p:cNvPr>
            <p:cNvGrpSpPr>
              <a:grpSpLocks/>
            </p:cNvGrpSpPr>
            <p:nvPr/>
          </p:nvGrpSpPr>
          <p:grpSpPr bwMode="auto">
            <a:xfrm>
              <a:off x="2490" y="1248"/>
              <a:ext cx="82" cy="128"/>
              <a:chOff x="704" y="1880"/>
              <a:chExt cx="136" cy="128"/>
            </a:xfrm>
          </p:grpSpPr>
          <p:sp>
            <p:nvSpPr>
              <p:cNvPr id="14478" name="Line 208">
                <a:extLst>
                  <a:ext uri="{FF2B5EF4-FFF2-40B4-BE49-F238E27FC236}">
                    <a16:creationId xmlns:a16="http://schemas.microsoft.com/office/drawing/2014/main" id="{C9D52356-28A0-CC12-1F27-8A8FC6B2686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9" name="Line 209">
                <a:extLst>
                  <a:ext uri="{FF2B5EF4-FFF2-40B4-BE49-F238E27FC236}">
                    <a16:creationId xmlns:a16="http://schemas.microsoft.com/office/drawing/2014/main" id="{860D1871-1944-4F44-B73D-1EB936F1202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0" name="Group 210">
              <a:extLst>
                <a:ext uri="{FF2B5EF4-FFF2-40B4-BE49-F238E27FC236}">
                  <a16:creationId xmlns:a16="http://schemas.microsoft.com/office/drawing/2014/main" id="{E111158C-6B39-FD1F-45D3-9650ECA545D6}"/>
                </a:ext>
              </a:extLst>
            </p:cNvPr>
            <p:cNvGrpSpPr>
              <a:grpSpLocks/>
            </p:cNvGrpSpPr>
            <p:nvPr/>
          </p:nvGrpSpPr>
          <p:grpSpPr bwMode="auto">
            <a:xfrm>
              <a:off x="2408" y="1248"/>
              <a:ext cx="82" cy="128"/>
              <a:chOff x="704" y="1880"/>
              <a:chExt cx="136" cy="128"/>
            </a:xfrm>
          </p:grpSpPr>
          <p:sp>
            <p:nvSpPr>
              <p:cNvPr id="14476" name="Line 211">
                <a:extLst>
                  <a:ext uri="{FF2B5EF4-FFF2-40B4-BE49-F238E27FC236}">
                    <a16:creationId xmlns:a16="http://schemas.microsoft.com/office/drawing/2014/main" id="{5871E4DE-DBC1-2415-5743-C3590AF3F05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7" name="Line 212">
                <a:extLst>
                  <a:ext uri="{FF2B5EF4-FFF2-40B4-BE49-F238E27FC236}">
                    <a16:creationId xmlns:a16="http://schemas.microsoft.com/office/drawing/2014/main" id="{1540A012-393A-4888-0E8B-B5C9C6CA307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1" name="Group 213">
              <a:extLst>
                <a:ext uri="{FF2B5EF4-FFF2-40B4-BE49-F238E27FC236}">
                  <a16:creationId xmlns:a16="http://schemas.microsoft.com/office/drawing/2014/main" id="{D937E61A-C8B4-718F-29FE-55FC70542892}"/>
                </a:ext>
              </a:extLst>
            </p:cNvPr>
            <p:cNvGrpSpPr>
              <a:grpSpLocks/>
            </p:cNvGrpSpPr>
            <p:nvPr/>
          </p:nvGrpSpPr>
          <p:grpSpPr bwMode="auto">
            <a:xfrm>
              <a:off x="2330" y="1248"/>
              <a:ext cx="82" cy="128"/>
              <a:chOff x="704" y="1880"/>
              <a:chExt cx="136" cy="128"/>
            </a:xfrm>
          </p:grpSpPr>
          <p:sp>
            <p:nvSpPr>
              <p:cNvPr id="14474" name="Line 214">
                <a:extLst>
                  <a:ext uri="{FF2B5EF4-FFF2-40B4-BE49-F238E27FC236}">
                    <a16:creationId xmlns:a16="http://schemas.microsoft.com/office/drawing/2014/main" id="{929AEB71-F872-5455-1C4C-C068B5C223B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5" name="Line 215">
                <a:extLst>
                  <a:ext uri="{FF2B5EF4-FFF2-40B4-BE49-F238E27FC236}">
                    <a16:creationId xmlns:a16="http://schemas.microsoft.com/office/drawing/2014/main" id="{2123DB15-619A-EDA1-7E0F-C59A996C784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2" name="Group 216">
              <a:extLst>
                <a:ext uri="{FF2B5EF4-FFF2-40B4-BE49-F238E27FC236}">
                  <a16:creationId xmlns:a16="http://schemas.microsoft.com/office/drawing/2014/main" id="{D864DBC2-0953-FF07-6BC0-7905544DA896}"/>
                </a:ext>
              </a:extLst>
            </p:cNvPr>
            <p:cNvGrpSpPr>
              <a:grpSpLocks/>
            </p:cNvGrpSpPr>
            <p:nvPr/>
          </p:nvGrpSpPr>
          <p:grpSpPr bwMode="auto">
            <a:xfrm>
              <a:off x="2248" y="1248"/>
              <a:ext cx="82" cy="128"/>
              <a:chOff x="704" y="1880"/>
              <a:chExt cx="136" cy="128"/>
            </a:xfrm>
          </p:grpSpPr>
          <p:sp>
            <p:nvSpPr>
              <p:cNvPr id="14472" name="Line 217">
                <a:extLst>
                  <a:ext uri="{FF2B5EF4-FFF2-40B4-BE49-F238E27FC236}">
                    <a16:creationId xmlns:a16="http://schemas.microsoft.com/office/drawing/2014/main" id="{8DDAAFB2-8BF9-17A6-2B78-85F353605DC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3" name="Line 218">
                <a:extLst>
                  <a:ext uri="{FF2B5EF4-FFF2-40B4-BE49-F238E27FC236}">
                    <a16:creationId xmlns:a16="http://schemas.microsoft.com/office/drawing/2014/main" id="{AB8CF4C0-5166-A057-4829-6C6110E945D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13" name="Group 220">
            <a:extLst>
              <a:ext uri="{FF2B5EF4-FFF2-40B4-BE49-F238E27FC236}">
                <a16:creationId xmlns:a16="http://schemas.microsoft.com/office/drawing/2014/main" id="{6C8F0231-EF86-E728-81A1-6D08CCF89401}"/>
              </a:ext>
            </a:extLst>
          </p:cNvPr>
          <p:cNvGrpSpPr>
            <a:grpSpLocks/>
          </p:cNvGrpSpPr>
          <p:nvPr/>
        </p:nvGrpSpPr>
        <p:grpSpPr bwMode="auto">
          <a:xfrm rot="19768321">
            <a:off x="6481763" y="3338513"/>
            <a:ext cx="1054100" cy="149225"/>
            <a:chOff x="2248" y="1248"/>
            <a:chExt cx="648" cy="128"/>
          </a:xfrm>
        </p:grpSpPr>
        <p:grpSp>
          <p:nvGrpSpPr>
            <p:cNvPr id="405614" name="Group 221">
              <a:extLst>
                <a:ext uri="{FF2B5EF4-FFF2-40B4-BE49-F238E27FC236}">
                  <a16:creationId xmlns:a16="http://schemas.microsoft.com/office/drawing/2014/main" id="{B2D056B4-544A-A2F6-D341-DF4275F4DD97}"/>
                </a:ext>
              </a:extLst>
            </p:cNvPr>
            <p:cNvGrpSpPr>
              <a:grpSpLocks/>
            </p:cNvGrpSpPr>
            <p:nvPr/>
          </p:nvGrpSpPr>
          <p:grpSpPr bwMode="auto">
            <a:xfrm>
              <a:off x="2814" y="1248"/>
              <a:ext cx="82" cy="128"/>
              <a:chOff x="704" y="1880"/>
              <a:chExt cx="136" cy="128"/>
            </a:xfrm>
          </p:grpSpPr>
          <p:sp>
            <p:nvSpPr>
              <p:cNvPr id="14462" name="Line 222">
                <a:extLst>
                  <a:ext uri="{FF2B5EF4-FFF2-40B4-BE49-F238E27FC236}">
                    <a16:creationId xmlns:a16="http://schemas.microsoft.com/office/drawing/2014/main" id="{DBAF6064-72B0-B08D-2E3E-3D3ABB48C6B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3" name="Line 223">
                <a:extLst>
                  <a:ext uri="{FF2B5EF4-FFF2-40B4-BE49-F238E27FC236}">
                    <a16:creationId xmlns:a16="http://schemas.microsoft.com/office/drawing/2014/main" id="{89BE5B24-EB8B-7ED3-B728-596DE532B17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5" name="Group 224">
              <a:extLst>
                <a:ext uri="{FF2B5EF4-FFF2-40B4-BE49-F238E27FC236}">
                  <a16:creationId xmlns:a16="http://schemas.microsoft.com/office/drawing/2014/main" id="{CAD851CB-3109-2A8F-29DA-F8295AB5071C}"/>
                </a:ext>
              </a:extLst>
            </p:cNvPr>
            <p:cNvGrpSpPr>
              <a:grpSpLocks/>
            </p:cNvGrpSpPr>
            <p:nvPr/>
          </p:nvGrpSpPr>
          <p:grpSpPr bwMode="auto">
            <a:xfrm>
              <a:off x="2727" y="1248"/>
              <a:ext cx="82" cy="128"/>
              <a:chOff x="704" y="1880"/>
              <a:chExt cx="136" cy="128"/>
            </a:xfrm>
          </p:grpSpPr>
          <p:sp>
            <p:nvSpPr>
              <p:cNvPr id="14460" name="Line 225">
                <a:extLst>
                  <a:ext uri="{FF2B5EF4-FFF2-40B4-BE49-F238E27FC236}">
                    <a16:creationId xmlns:a16="http://schemas.microsoft.com/office/drawing/2014/main" id="{016B1CAB-B45B-4F9C-4E9F-05F49934B6B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1" name="Line 226">
                <a:extLst>
                  <a:ext uri="{FF2B5EF4-FFF2-40B4-BE49-F238E27FC236}">
                    <a16:creationId xmlns:a16="http://schemas.microsoft.com/office/drawing/2014/main" id="{80C5C070-77A2-4244-5F6C-FECD743771B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6" name="Group 227">
              <a:extLst>
                <a:ext uri="{FF2B5EF4-FFF2-40B4-BE49-F238E27FC236}">
                  <a16:creationId xmlns:a16="http://schemas.microsoft.com/office/drawing/2014/main" id="{90C623B4-CB4E-8DA8-576A-16A2D948D2D9}"/>
                </a:ext>
              </a:extLst>
            </p:cNvPr>
            <p:cNvGrpSpPr>
              <a:grpSpLocks/>
            </p:cNvGrpSpPr>
            <p:nvPr/>
          </p:nvGrpSpPr>
          <p:grpSpPr bwMode="auto">
            <a:xfrm>
              <a:off x="2649" y="1248"/>
              <a:ext cx="83" cy="128"/>
              <a:chOff x="704" y="1880"/>
              <a:chExt cx="136" cy="128"/>
            </a:xfrm>
          </p:grpSpPr>
          <p:sp>
            <p:nvSpPr>
              <p:cNvPr id="14458" name="Line 228">
                <a:extLst>
                  <a:ext uri="{FF2B5EF4-FFF2-40B4-BE49-F238E27FC236}">
                    <a16:creationId xmlns:a16="http://schemas.microsoft.com/office/drawing/2014/main" id="{A2F425CD-A441-C227-C410-FD6DF0DF535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9" name="Line 229">
                <a:extLst>
                  <a:ext uri="{FF2B5EF4-FFF2-40B4-BE49-F238E27FC236}">
                    <a16:creationId xmlns:a16="http://schemas.microsoft.com/office/drawing/2014/main" id="{53DA736A-0E8A-7379-832D-3788643D3C8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7" name="Group 230">
              <a:extLst>
                <a:ext uri="{FF2B5EF4-FFF2-40B4-BE49-F238E27FC236}">
                  <a16:creationId xmlns:a16="http://schemas.microsoft.com/office/drawing/2014/main" id="{A92EAC7D-234B-CE1F-2AD1-A9039FF907B4}"/>
                </a:ext>
              </a:extLst>
            </p:cNvPr>
            <p:cNvGrpSpPr>
              <a:grpSpLocks/>
            </p:cNvGrpSpPr>
            <p:nvPr/>
          </p:nvGrpSpPr>
          <p:grpSpPr bwMode="auto">
            <a:xfrm>
              <a:off x="2567" y="1248"/>
              <a:ext cx="82" cy="128"/>
              <a:chOff x="704" y="1880"/>
              <a:chExt cx="136" cy="128"/>
            </a:xfrm>
          </p:grpSpPr>
          <p:sp>
            <p:nvSpPr>
              <p:cNvPr id="14456" name="Line 231">
                <a:extLst>
                  <a:ext uri="{FF2B5EF4-FFF2-40B4-BE49-F238E27FC236}">
                    <a16:creationId xmlns:a16="http://schemas.microsoft.com/office/drawing/2014/main" id="{50C57F48-4ED9-7741-88D2-9276F4E7E5C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7" name="Line 232">
                <a:extLst>
                  <a:ext uri="{FF2B5EF4-FFF2-40B4-BE49-F238E27FC236}">
                    <a16:creationId xmlns:a16="http://schemas.microsoft.com/office/drawing/2014/main" id="{9DC00669-288A-C7F2-D0F7-F54FAEE056B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8" name="Group 233">
              <a:extLst>
                <a:ext uri="{FF2B5EF4-FFF2-40B4-BE49-F238E27FC236}">
                  <a16:creationId xmlns:a16="http://schemas.microsoft.com/office/drawing/2014/main" id="{ECC255E0-0907-BDC7-6EC8-6A621589017D}"/>
                </a:ext>
              </a:extLst>
            </p:cNvPr>
            <p:cNvGrpSpPr>
              <a:grpSpLocks/>
            </p:cNvGrpSpPr>
            <p:nvPr/>
          </p:nvGrpSpPr>
          <p:grpSpPr bwMode="auto">
            <a:xfrm>
              <a:off x="2490" y="1248"/>
              <a:ext cx="82" cy="128"/>
              <a:chOff x="704" y="1880"/>
              <a:chExt cx="136" cy="128"/>
            </a:xfrm>
          </p:grpSpPr>
          <p:sp>
            <p:nvSpPr>
              <p:cNvPr id="14454" name="Line 234">
                <a:extLst>
                  <a:ext uri="{FF2B5EF4-FFF2-40B4-BE49-F238E27FC236}">
                    <a16:creationId xmlns:a16="http://schemas.microsoft.com/office/drawing/2014/main" id="{99ABC639-8136-70B0-E913-A220FB70811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5" name="Line 235">
                <a:extLst>
                  <a:ext uri="{FF2B5EF4-FFF2-40B4-BE49-F238E27FC236}">
                    <a16:creationId xmlns:a16="http://schemas.microsoft.com/office/drawing/2014/main" id="{6ADE2281-E2FF-A005-FE61-43E3F806F81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9" name="Group 236">
              <a:extLst>
                <a:ext uri="{FF2B5EF4-FFF2-40B4-BE49-F238E27FC236}">
                  <a16:creationId xmlns:a16="http://schemas.microsoft.com/office/drawing/2014/main" id="{70700B9F-B392-5D15-84B7-8ACB234A1053}"/>
                </a:ext>
              </a:extLst>
            </p:cNvPr>
            <p:cNvGrpSpPr>
              <a:grpSpLocks/>
            </p:cNvGrpSpPr>
            <p:nvPr/>
          </p:nvGrpSpPr>
          <p:grpSpPr bwMode="auto">
            <a:xfrm>
              <a:off x="2408" y="1248"/>
              <a:ext cx="82" cy="128"/>
              <a:chOff x="704" y="1880"/>
              <a:chExt cx="136" cy="128"/>
            </a:xfrm>
          </p:grpSpPr>
          <p:sp>
            <p:nvSpPr>
              <p:cNvPr id="14452" name="Line 237">
                <a:extLst>
                  <a:ext uri="{FF2B5EF4-FFF2-40B4-BE49-F238E27FC236}">
                    <a16:creationId xmlns:a16="http://schemas.microsoft.com/office/drawing/2014/main" id="{23E34537-320E-A06D-C9B0-98189CC269D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3" name="Line 238">
                <a:extLst>
                  <a:ext uri="{FF2B5EF4-FFF2-40B4-BE49-F238E27FC236}">
                    <a16:creationId xmlns:a16="http://schemas.microsoft.com/office/drawing/2014/main" id="{A2987FB0-ADF5-3E6E-5461-6585B5A886D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1" name="Group 239">
              <a:extLst>
                <a:ext uri="{FF2B5EF4-FFF2-40B4-BE49-F238E27FC236}">
                  <a16:creationId xmlns:a16="http://schemas.microsoft.com/office/drawing/2014/main" id="{77DB616F-2676-349C-9BD8-D840E9D68CDD}"/>
                </a:ext>
              </a:extLst>
            </p:cNvPr>
            <p:cNvGrpSpPr>
              <a:grpSpLocks/>
            </p:cNvGrpSpPr>
            <p:nvPr/>
          </p:nvGrpSpPr>
          <p:grpSpPr bwMode="auto">
            <a:xfrm>
              <a:off x="2330" y="1248"/>
              <a:ext cx="82" cy="128"/>
              <a:chOff x="704" y="1880"/>
              <a:chExt cx="136" cy="128"/>
            </a:xfrm>
          </p:grpSpPr>
          <p:sp>
            <p:nvSpPr>
              <p:cNvPr id="14450" name="Line 240">
                <a:extLst>
                  <a:ext uri="{FF2B5EF4-FFF2-40B4-BE49-F238E27FC236}">
                    <a16:creationId xmlns:a16="http://schemas.microsoft.com/office/drawing/2014/main" id="{E4EE34BD-4BF3-ED39-C940-3245EDEF864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1" name="Line 241">
                <a:extLst>
                  <a:ext uri="{FF2B5EF4-FFF2-40B4-BE49-F238E27FC236}">
                    <a16:creationId xmlns:a16="http://schemas.microsoft.com/office/drawing/2014/main" id="{FDE9717E-1A85-3D76-AFCF-C5A870B6820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2" name="Group 242">
              <a:extLst>
                <a:ext uri="{FF2B5EF4-FFF2-40B4-BE49-F238E27FC236}">
                  <a16:creationId xmlns:a16="http://schemas.microsoft.com/office/drawing/2014/main" id="{987E844A-3972-5449-DD4D-078533767580}"/>
                </a:ext>
              </a:extLst>
            </p:cNvPr>
            <p:cNvGrpSpPr>
              <a:grpSpLocks/>
            </p:cNvGrpSpPr>
            <p:nvPr/>
          </p:nvGrpSpPr>
          <p:grpSpPr bwMode="auto">
            <a:xfrm>
              <a:off x="2248" y="1248"/>
              <a:ext cx="82" cy="128"/>
              <a:chOff x="704" y="1880"/>
              <a:chExt cx="136" cy="128"/>
            </a:xfrm>
          </p:grpSpPr>
          <p:sp>
            <p:nvSpPr>
              <p:cNvPr id="14448" name="Line 243">
                <a:extLst>
                  <a:ext uri="{FF2B5EF4-FFF2-40B4-BE49-F238E27FC236}">
                    <a16:creationId xmlns:a16="http://schemas.microsoft.com/office/drawing/2014/main" id="{D184ACFE-937A-700E-9524-8F0CE6DB1BA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49" name="Line 244">
                <a:extLst>
                  <a:ext uri="{FF2B5EF4-FFF2-40B4-BE49-F238E27FC236}">
                    <a16:creationId xmlns:a16="http://schemas.microsoft.com/office/drawing/2014/main" id="{6ADEBABD-D43A-C8BA-F692-33C8AAD74A7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23" name="Group 245">
            <a:extLst>
              <a:ext uri="{FF2B5EF4-FFF2-40B4-BE49-F238E27FC236}">
                <a16:creationId xmlns:a16="http://schemas.microsoft.com/office/drawing/2014/main" id="{9AB8B1A0-D816-74FD-6C77-253CA12AD911}"/>
              </a:ext>
            </a:extLst>
          </p:cNvPr>
          <p:cNvGrpSpPr>
            <a:grpSpLocks/>
          </p:cNvGrpSpPr>
          <p:nvPr/>
        </p:nvGrpSpPr>
        <p:grpSpPr bwMode="auto">
          <a:xfrm rot="1747726">
            <a:off x="4929188" y="5181600"/>
            <a:ext cx="1054100" cy="149225"/>
            <a:chOff x="2248" y="1248"/>
            <a:chExt cx="648" cy="128"/>
          </a:xfrm>
        </p:grpSpPr>
        <p:grpSp>
          <p:nvGrpSpPr>
            <p:cNvPr id="405624" name="Group 246">
              <a:extLst>
                <a:ext uri="{FF2B5EF4-FFF2-40B4-BE49-F238E27FC236}">
                  <a16:creationId xmlns:a16="http://schemas.microsoft.com/office/drawing/2014/main" id="{A0C4333A-99C8-5E37-3929-8AC4E62ABBA7}"/>
                </a:ext>
              </a:extLst>
            </p:cNvPr>
            <p:cNvGrpSpPr>
              <a:grpSpLocks/>
            </p:cNvGrpSpPr>
            <p:nvPr/>
          </p:nvGrpSpPr>
          <p:grpSpPr bwMode="auto">
            <a:xfrm>
              <a:off x="2814" y="1248"/>
              <a:ext cx="82" cy="128"/>
              <a:chOff x="704" y="1880"/>
              <a:chExt cx="136" cy="128"/>
            </a:xfrm>
          </p:grpSpPr>
          <p:sp>
            <p:nvSpPr>
              <p:cNvPr id="14438" name="Line 247">
                <a:extLst>
                  <a:ext uri="{FF2B5EF4-FFF2-40B4-BE49-F238E27FC236}">
                    <a16:creationId xmlns:a16="http://schemas.microsoft.com/office/drawing/2014/main" id="{7CD61707-221A-AD2C-50E2-E8A59418C8B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9" name="Line 248">
                <a:extLst>
                  <a:ext uri="{FF2B5EF4-FFF2-40B4-BE49-F238E27FC236}">
                    <a16:creationId xmlns:a16="http://schemas.microsoft.com/office/drawing/2014/main" id="{2CAC1462-ECD1-0E6B-71ED-A3059F14779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5" name="Group 249">
              <a:extLst>
                <a:ext uri="{FF2B5EF4-FFF2-40B4-BE49-F238E27FC236}">
                  <a16:creationId xmlns:a16="http://schemas.microsoft.com/office/drawing/2014/main" id="{6817B3B1-D05D-DBEB-574D-AE7E06178372}"/>
                </a:ext>
              </a:extLst>
            </p:cNvPr>
            <p:cNvGrpSpPr>
              <a:grpSpLocks/>
            </p:cNvGrpSpPr>
            <p:nvPr/>
          </p:nvGrpSpPr>
          <p:grpSpPr bwMode="auto">
            <a:xfrm>
              <a:off x="2727" y="1248"/>
              <a:ext cx="82" cy="128"/>
              <a:chOff x="704" y="1880"/>
              <a:chExt cx="136" cy="128"/>
            </a:xfrm>
          </p:grpSpPr>
          <p:sp>
            <p:nvSpPr>
              <p:cNvPr id="14436" name="Line 250">
                <a:extLst>
                  <a:ext uri="{FF2B5EF4-FFF2-40B4-BE49-F238E27FC236}">
                    <a16:creationId xmlns:a16="http://schemas.microsoft.com/office/drawing/2014/main" id="{70CA66B6-F64A-B4EA-EBAE-8070E2E9E19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7" name="Line 251">
                <a:extLst>
                  <a:ext uri="{FF2B5EF4-FFF2-40B4-BE49-F238E27FC236}">
                    <a16:creationId xmlns:a16="http://schemas.microsoft.com/office/drawing/2014/main" id="{68E81843-6919-E88A-91BF-EDA9A4565FC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6" name="Group 252">
              <a:extLst>
                <a:ext uri="{FF2B5EF4-FFF2-40B4-BE49-F238E27FC236}">
                  <a16:creationId xmlns:a16="http://schemas.microsoft.com/office/drawing/2014/main" id="{3854FEBD-A9F4-72DD-A3DE-9781751716F4}"/>
                </a:ext>
              </a:extLst>
            </p:cNvPr>
            <p:cNvGrpSpPr>
              <a:grpSpLocks/>
            </p:cNvGrpSpPr>
            <p:nvPr/>
          </p:nvGrpSpPr>
          <p:grpSpPr bwMode="auto">
            <a:xfrm>
              <a:off x="2649" y="1248"/>
              <a:ext cx="83" cy="128"/>
              <a:chOff x="704" y="1880"/>
              <a:chExt cx="136" cy="128"/>
            </a:xfrm>
          </p:grpSpPr>
          <p:sp>
            <p:nvSpPr>
              <p:cNvPr id="14434" name="Line 253">
                <a:extLst>
                  <a:ext uri="{FF2B5EF4-FFF2-40B4-BE49-F238E27FC236}">
                    <a16:creationId xmlns:a16="http://schemas.microsoft.com/office/drawing/2014/main" id="{5EBEC3B3-84BA-D1B1-2049-6903F7E6200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5" name="Line 254">
                <a:extLst>
                  <a:ext uri="{FF2B5EF4-FFF2-40B4-BE49-F238E27FC236}">
                    <a16:creationId xmlns:a16="http://schemas.microsoft.com/office/drawing/2014/main" id="{9C22DA0C-21A3-B9CD-EEF5-7020AB48A78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7" name="Group 255">
              <a:extLst>
                <a:ext uri="{FF2B5EF4-FFF2-40B4-BE49-F238E27FC236}">
                  <a16:creationId xmlns:a16="http://schemas.microsoft.com/office/drawing/2014/main" id="{64B30C13-8041-841F-3522-E03180CE9345}"/>
                </a:ext>
              </a:extLst>
            </p:cNvPr>
            <p:cNvGrpSpPr>
              <a:grpSpLocks/>
            </p:cNvGrpSpPr>
            <p:nvPr/>
          </p:nvGrpSpPr>
          <p:grpSpPr bwMode="auto">
            <a:xfrm>
              <a:off x="2567" y="1248"/>
              <a:ext cx="82" cy="128"/>
              <a:chOff x="704" y="1880"/>
              <a:chExt cx="136" cy="128"/>
            </a:xfrm>
          </p:grpSpPr>
          <p:sp>
            <p:nvSpPr>
              <p:cNvPr id="14432" name="Line 256">
                <a:extLst>
                  <a:ext uri="{FF2B5EF4-FFF2-40B4-BE49-F238E27FC236}">
                    <a16:creationId xmlns:a16="http://schemas.microsoft.com/office/drawing/2014/main" id="{3BD3D33E-A448-2B54-785C-13012B11494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3" name="Line 257">
                <a:extLst>
                  <a:ext uri="{FF2B5EF4-FFF2-40B4-BE49-F238E27FC236}">
                    <a16:creationId xmlns:a16="http://schemas.microsoft.com/office/drawing/2014/main" id="{3C2AF40A-ACB3-0BE9-C658-B357304CC94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8" name="Group 258">
              <a:extLst>
                <a:ext uri="{FF2B5EF4-FFF2-40B4-BE49-F238E27FC236}">
                  <a16:creationId xmlns:a16="http://schemas.microsoft.com/office/drawing/2014/main" id="{69D3758A-066E-D943-A6B7-33E2DC7FAFFB}"/>
                </a:ext>
              </a:extLst>
            </p:cNvPr>
            <p:cNvGrpSpPr>
              <a:grpSpLocks/>
            </p:cNvGrpSpPr>
            <p:nvPr/>
          </p:nvGrpSpPr>
          <p:grpSpPr bwMode="auto">
            <a:xfrm>
              <a:off x="2490" y="1248"/>
              <a:ext cx="82" cy="128"/>
              <a:chOff x="704" y="1880"/>
              <a:chExt cx="136" cy="128"/>
            </a:xfrm>
          </p:grpSpPr>
          <p:sp>
            <p:nvSpPr>
              <p:cNvPr id="14430" name="Line 259">
                <a:extLst>
                  <a:ext uri="{FF2B5EF4-FFF2-40B4-BE49-F238E27FC236}">
                    <a16:creationId xmlns:a16="http://schemas.microsoft.com/office/drawing/2014/main" id="{669EAFD6-364F-153D-74B5-06774BB6B72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1" name="Line 260">
                <a:extLst>
                  <a:ext uri="{FF2B5EF4-FFF2-40B4-BE49-F238E27FC236}">
                    <a16:creationId xmlns:a16="http://schemas.microsoft.com/office/drawing/2014/main" id="{7A2A3D5B-2855-7BC5-E04B-42F821878E0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9" name="Group 261">
              <a:extLst>
                <a:ext uri="{FF2B5EF4-FFF2-40B4-BE49-F238E27FC236}">
                  <a16:creationId xmlns:a16="http://schemas.microsoft.com/office/drawing/2014/main" id="{8F9030E5-9291-ED78-F9A7-C8BDA11456F5}"/>
                </a:ext>
              </a:extLst>
            </p:cNvPr>
            <p:cNvGrpSpPr>
              <a:grpSpLocks/>
            </p:cNvGrpSpPr>
            <p:nvPr/>
          </p:nvGrpSpPr>
          <p:grpSpPr bwMode="auto">
            <a:xfrm>
              <a:off x="2408" y="1248"/>
              <a:ext cx="82" cy="128"/>
              <a:chOff x="704" y="1880"/>
              <a:chExt cx="136" cy="128"/>
            </a:xfrm>
          </p:grpSpPr>
          <p:sp>
            <p:nvSpPr>
              <p:cNvPr id="14428" name="Line 262">
                <a:extLst>
                  <a:ext uri="{FF2B5EF4-FFF2-40B4-BE49-F238E27FC236}">
                    <a16:creationId xmlns:a16="http://schemas.microsoft.com/office/drawing/2014/main" id="{A756E927-5A38-7C36-9ABF-85E1A2BDA94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9" name="Line 263">
                <a:extLst>
                  <a:ext uri="{FF2B5EF4-FFF2-40B4-BE49-F238E27FC236}">
                    <a16:creationId xmlns:a16="http://schemas.microsoft.com/office/drawing/2014/main" id="{F7052C2B-4848-7630-9CCA-53DAD41A684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0" name="Group 264">
              <a:extLst>
                <a:ext uri="{FF2B5EF4-FFF2-40B4-BE49-F238E27FC236}">
                  <a16:creationId xmlns:a16="http://schemas.microsoft.com/office/drawing/2014/main" id="{4E2A43CA-FD6A-344C-F82D-D2953A304541}"/>
                </a:ext>
              </a:extLst>
            </p:cNvPr>
            <p:cNvGrpSpPr>
              <a:grpSpLocks/>
            </p:cNvGrpSpPr>
            <p:nvPr/>
          </p:nvGrpSpPr>
          <p:grpSpPr bwMode="auto">
            <a:xfrm>
              <a:off x="2330" y="1248"/>
              <a:ext cx="82" cy="128"/>
              <a:chOff x="704" y="1880"/>
              <a:chExt cx="136" cy="128"/>
            </a:xfrm>
          </p:grpSpPr>
          <p:sp>
            <p:nvSpPr>
              <p:cNvPr id="14426" name="Line 265">
                <a:extLst>
                  <a:ext uri="{FF2B5EF4-FFF2-40B4-BE49-F238E27FC236}">
                    <a16:creationId xmlns:a16="http://schemas.microsoft.com/office/drawing/2014/main" id="{BBE05702-07B9-D680-9B84-C8927542DDA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7" name="Line 266">
                <a:extLst>
                  <a:ext uri="{FF2B5EF4-FFF2-40B4-BE49-F238E27FC236}">
                    <a16:creationId xmlns:a16="http://schemas.microsoft.com/office/drawing/2014/main" id="{FFA31467-33E2-0407-707A-D2D4DF7CAA8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1" name="Group 267">
              <a:extLst>
                <a:ext uri="{FF2B5EF4-FFF2-40B4-BE49-F238E27FC236}">
                  <a16:creationId xmlns:a16="http://schemas.microsoft.com/office/drawing/2014/main" id="{A6C09FE5-6CF4-1181-D463-E86E2786DEBB}"/>
                </a:ext>
              </a:extLst>
            </p:cNvPr>
            <p:cNvGrpSpPr>
              <a:grpSpLocks/>
            </p:cNvGrpSpPr>
            <p:nvPr/>
          </p:nvGrpSpPr>
          <p:grpSpPr bwMode="auto">
            <a:xfrm>
              <a:off x="2248" y="1248"/>
              <a:ext cx="82" cy="128"/>
              <a:chOff x="704" y="1880"/>
              <a:chExt cx="136" cy="128"/>
            </a:xfrm>
          </p:grpSpPr>
          <p:sp>
            <p:nvSpPr>
              <p:cNvPr id="14424" name="Line 268">
                <a:extLst>
                  <a:ext uri="{FF2B5EF4-FFF2-40B4-BE49-F238E27FC236}">
                    <a16:creationId xmlns:a16="http://schemas.microsoft.com/office/drawing/2014/main" id="{7B488ED0-CA52-D20D-CCD9-DB0B9ABFDB2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5" name="Line 269">
                <a:extLst>
                  <a:ext uri="{FF2B5EF4-FFF2-40B4-BE49-F238E27FC236}">
                    <a16:creationId xmlns:a16="http://schemas.microsoft.com/office/drawing/2014/main" id="{B077C3BA-5DE7-3D5F-9DF5-138463CF9E0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41" name="Group 295">
            <a:extLst>
              <a:ext uri="{FF2B5EF4-FFF2-40B4-BE49-F238E27FC236}">
                <a16:creationId xmlns:a16="http://schemas.microsoft.com/office/drawing/2014/main" id="{D116F4E1-4108-9506-5D09-CCA9E0B6B6EB}"/>
              </a:ext>
            </a:extLst>
          </p:cNvPr>
          <p:cNvGrpSpPr>
            <a:grpSpLocks/>
          </p:cNvGrpSpPr>
          <p:nvPr/>
        </p:nvGrpSpPr>
        <p:grpSpPr bwMode="auto">
          <a:xfrm rot="1747726">
            <a:off x="6454775" y="2365375"/>
            <a:ext cx="1054100" cy="149225"/>
            <a:chOff x="2248" y="1248"/>
            <a:chExt cx="648" cy="128"/>
          </a:xfrm>
        </p:grpSpPr>
        <p:grpSp>
          <p:nvGrpSpPr>
            <p:cNvPr id="405642" name="Group 296">
              <a:extLst>
                <a:ext uri="{FF2B5EF4-FFF2-40B4-BE49-F238E27FC236}">
                  <a16:creationId xmlns:a16="http://schemas.microsoft.com/office/drawing/2014/main" id="{166F5FD0-4DD5-4251-691E-903213589FE0}"/>
                </a:ext>
              </a:extLst>
            </p:cNvPr>
            <p:cNvGrpSpPr>
              <a:grpSpLocks/>
            </p:cNvGrpSpPr>
            <p:nvPr/>
          </p:nvGrpSpPr>
          <p:grpSpPr bwMode="auto">
            <a:xfrm>
              <a:off x="2814" y="1248"/>
              <a:ext cx="82" cy="128"/>
              <a:chOff x="704" y="1880"/>
              <a:chExt cx="136" cy="128"/>
            </a:xfrm>
          </p:grpSpPr>
          <p:sp>
            <p:nvSpPr>
              <p:cNvPr id="14390" name="Line 297">
                <a:extLst>
                  <a:ext uri="{FF2B5EF4-FFF2-40B4-BE49-F238E27FC236}">
                    <a16:creationId xmlns:a16="http://schemas.microsoft.com/office/drawing/2014/main" id="{244D8C32-727A-AE40-839C-A98B2D29C43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91" name="Line 298">
                <a:extLst>
                  <a:ext uri="{FF2B5EF4-FFF2-40B4-BE49-F238E27FC236}">
                    <a16:creationId xmlns:a16="http://schemas.microsoft.com/office/drawing/2014/main" id="{04A191ED-43F8-CAF2-7DB0-DD6CEF42760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3" name="Group 299">
              <a:extLst>
                <a:ext uri="{FF2B5EF4-FFF2-40B4-BE49-F238E27FC236}">
                  <a16:creationId xmlns:a16="http://schemas.microsoft.com/office/drawing/2014/main" id="{5478A041-7BB8-2268-1E4E-FDB0D5514574}"/>
                </a:ext>
              </a:extLst>
            </p:cNvPr>
            <p:cNvGrpSpPr>
              <a:grpSpLocks/>
            </p:cNvGrpSpPr>
            <p:nvPr/>
          </p:nvGrpSpPr>
          <p:grpSpPr bwMode="auto">
            <a:xfrm>
              <a:off x="2727" y="1248"/>
              <a:ext cx="82" cy="128"/>
              <a:chOff x="704" y="1880"/>
              <a:chExt cx="136" cy="128"/>
            </a:xfrm>
          </p:grpSpPr>
          <p:sp>
            <p:nvSpPr>
              <p:cNvPr id="14388" name="Line 300">
                <a:extLst>
                  <a:ext uri="{FF2B5EF4-FFF2-40B4-BE49-F238E27FC236}">
                    <a16:creationId xmlns:a16="http://schemas.microsoft.com/office/drawing/2014/main" id="{EDE912BF-64ED-1BFB-572A-E7ED6664FDE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9" name="Line 301">
                <a:extLst>
                  <a:ext uri="{FF2B5EF4-FFF2-40B4-BE49-F238E27FC236}">
                    <a16:creationId xmlns:a16="http://schemas.microsoft.com/office/drawing/2014/main" id="{1A40FA77-F57A-0D15-B26E-8D3BB01AF99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4" name="Group 302">
              <a:extLst>
                <a:ext uri="{FF2B5EF4-FFF2-40B4-BE49-F238E27FC236}">
                  <a16:creationId xmlns:a16="http://schemas.microsoft.com/office/drawing/2014/main" id="{C2163308-3F48-8588-370F-2D90DE675931}"/>
                </a:ext>
              </a:extLst>
            </p:cNvPr>
            <p:cNvGrpSpPr>
              <a:grpSpLocks/>
            </p:cNvGrpSpPr>
            <p:nvPr/>
          </p:nvGrpSpPr>
          <p:grpSpPr bwMode="auto">
            <a:xfrm>
              <a:off x="2649" y="1248"/>
              <a:ext cx="83" cy="128"/>
              <a:chOff x="704" y="1880"/>
              <a:chExt cx="136" cy="128"/>
            </a:xfrm>
          </p:grpSpPr>
          <p:sp>
            <p:nvSpPr>
              <p:cNvPr id="14386" name="Line 303">
                <a:extLst>
                  <a:ext uri="{FF2B5EF4-FFF2-40B4-BE49-F238E27FC236}">
                    <a16:creationId xmlns:a16="http://schemas.microsoft.com/office/drawing/2014/main" id="{A83D55E5-5558-9A9C-7301-F91C5832295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7" name="Line 304">
                <a:extLst>
                  <a:ext uri="{FF2B5EF4-FFF2-40B4-BE49-F238E27FC236}">
                    <a16:creationId xmlns:a16="http://schemas.microsoft.com/office/drawing/2014/main" id="{42F3B14B-2889-3B6A-1C2D-588F98F0D8F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5" name="Group 305">
              <a:extLst>
                <a:ext uri="{FF2B5EF4-FFF2-40B4-BE49-F238E27FC236}">
                  <a16:creationId xmlns:a16="http://schemas.microsoft.com/office/drawing/2014/main" id="{94074265-FA73-F54C-2CE4-D58198347056}"/>
                </a:ext>
              </a:extLst>
            </p:cNvPr>
            <p:cNvGrpSpPr>
              <a:grpSpLocks/>
            </p:cNvGrpSpPr>
            <p:nvPr/>
          </p:nvGrpSpPr>
          <p:grpSpPr bwMode="auto">
            <a:xfrm>
              <a:off x="2567" y="1248"/>
              <a:ext cx="82" cy="128"/>
              <a:chOff x="704" y="1880"/>
              <a:chExt cx="136" cy="128"/>
            </a:xfrm>
          </p:grpSpPr>
          <p:sp>
            <p:nvSpPr>
              <p:cNvPr id="14384" name="Line 306">
                <a:extLst>
                  <a:ext uri="{FF2B5EF4-FFF2-40B4-BE49-F238E27FC236}">
                    <a16:creationId xmlns:a16="http://schemas.microsoft.com/office/drawing/2014/main" id="{BAED0C00-62F5-ACE6-35D3-E61E173B114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5" name="Line 307">
                <a:extLst>
                  <a:ext uri="{FF2B5EF4-FFF2-40B4-BE49-F238E27FC236}">
                    <a16:creationId xmlns:a16="http://schemas.microsoft.com/office/drawing/2014/main" id="{00C31369-9607-87E1-FCA4-33548879535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8" name="Group 308">
              <a:extLst>
                <a:ext uri="{FF2B5EF4-FFF2-40B4-BE49-F238E27FC236}">
                  <a16:creationId xmlns:a16="http://schemas.microsoft.com/office/drawing/2014/main" id="{5E560A92-8CF3-FFCC-769A-9CD2D8AACF62}"/>
                </a:ext>
              </a:extLst>
            </p:cNvPr>
            <p:cNvGrpSpPr>
              <a:grpSpLocks/>
            </p:cNvGrpSpPr>
            <p:nvPr/>
          </p:nvGrpSpPr>
          <p:grpSpPr bwMode="auto">
            <a:xfrm>
              <a:off x="2490" y="1248"/>
              <a:ext cx="82" cy="128"/>
              <a:chOff x="704" y="1880"/>
              <a:chExt cx="136" cy="128"/>
            </a:xfrm>
          </p:grpSpPr>
          <p:sp>
            <p:nvSpPr>
              <p:cNvPr id="14382" name="Line 309">
                <a:extLst>
                  <a:ext uri="{FF2B5EF4-FFF2-40B4-BE49-F238E27FC236}">
                    <a16:creationId xmlns:a16="http://schemas.microsoft.com/office/drawing/2014/main" id="{87DA1FA4-A56B-E2C6-FE97-863D57330AC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3" name="Line 310">
                <a:extLst>
                  <a:ext uri="{FF2B5EF4-FFF2-40B4-BE49-F238E27FC236}">
                    <a16:creationId xmlns:a16="http://schemas.microsoft.com/office/drawing/2014/main" id="{E23C3E06-93BC-E3FB-69D9-4464801BE38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9" name="Group 311">
              <a:extLst>
                <a:ext uri="{FF2B5EF4-FFF2-40B4-BE49-F238E27FC236}">
                  <a16:creationId xmlns:a16="http://schemas.microsoft.com/office/drawing/2014/main" id="{0FC76A59-ED65-8BDD-4331-40C67E4858A6}"/>
                </a:ext>
              </a:extLst>
            </p:cNvPr>
            <p:cNvGrpSpPr>
              <a:grpSpLocks/>
            </p:cNvGrpSpPr>
            <p:nvPr/>
          </p:nvGrpSpPr>
          <p:grpSpPr bwMode="auto">
            <a:xfrm>
              <a:off x="2408" y="1248"/>
              <a:ext cx="82" cy="128"/>
              <a:chOff x="704" y="1880"/>
              <a:chExt cx="136" cy="128"/>
            </a:xfrm>
          </p:grpSpPr>
          <p:sp>
            <p:nvSpPr>
              <p:cNvPr id="14380" name="Line 312">
                <a:extLst>
                  <a:ext uri="{FF2B5EF4-FFF2-40B4-BE49-F238E27FC236}">
                    <a16:creationId xmlns:a16="http://schemas.microsoft.com/office/drawing/2014/main" id="{F29ABF53-784D-2820-BE84-DEDEFF6267C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1" name="Line 313">
                <a:extLst>
                  <a:ext uri="{FF2B5EF4-FFF2-40B4-BE49-F238E27FC236}">
                    <a16:creationId xmlns:a16="http://schemas.microsoft.com/office/drawing/2014/main" id="{160A777E-BEA7-718A-C12A-77DF159BA73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0" name="Group 314">
              <a:extLst>
                <a:ext uri="{FF2B5EF4-FFF2-40B4-BE49-F238E27FC236}">
                  <a16:creationId xmlns:a16="http://schemas.microsoft.com/office/drawing/2014/main" id="{C05BE91B-924B-044B-1615-AB2CFB89752C}"/>
                </a:ext>
              </a:extLst>
            </p:cNvPr>
            <p:cNvGrpSpPr>
              <a:grpSpLocks/>
            </p:cNvGrpSpPr>
            <p:nvPr/>
          </p:nvGrpSpPr>
          <p:grpSpPr bwMode="auto">
            <a:xfrm>
              <a:off x="2330" y="1248"/>
              <a:ext cx="82" cy="128"/>
              <a:chOff x="704" y="1880"/>
              <a:chExt cx="136" cy="128"/>
            </a:xfrm>
          </p:grpSpPr>
          <p:sp>
            <p:nvSpPr>
              <p:cNvPr id="14378" name="Line 315">
                <a:extLst>
                  <a:ext uri="{FF2B5EF4-FFF2-40B4-BE49-F238E27FC236}">
                    <a16:creationId xmlns:a16="http://schemas.microsoft.com/office/drawing/2014/main" id="{3BB39314-B9BA-FE49-878C-855BC8CF012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9" name="Line 316">
                <a:extLst>
                  <a:ext uri="{FF2B5EF4-FFF2-40B4-BE49-F238E27FC236}">
                    <a16:creationId xmlns:a16="http://schemas.microsoft.com/office/drawing/2014/main" id="{6533E637-24B6-1A59-5264-0244551C332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1" name="Group 317">
              <a:extLst>
                <a:ext uri="{FF2B5EF4-FFF2-40B4-BE49-F238E27FC236}">
                  <a16:creationId xmlns:a16="http://schemas.microsoft.com/office/drawing/2014/main" id="{554337BF-0C1D-930A-F8A4-7C9298A9F796}"/>
                </a:ext>
              </a:extLst>
            </p:cNvPr>
            <p:cNvGrpSpPr>
              <a:grpSpLocks/>
            </p:cNvGrpSpPr>
            <p:nvPr/>
          </p:nvGrpSpPr>
          <p:grpSpPr bwMode="auto">
            <a:xfrm>
              <a:off x="2248" y="1248"/>
              <a:ext cx="82" cy="128"/>
              <a:chOff x="704" y="1880"/>
              <a:chExt cx="136" cy="128"/>
            </a:xfrm>
          </p:grpSpPr>
          <p:sp>
            <p:nvSpPr>
              <p:cNvPr id="14376" name="Line 318">
                <a:extLst>
                  <a:ext uri="{FF2B5EF4-FFF2-40B4-BE49-F238E27FC236}">
                    <a16:creationId xmlns:a16="http://schemas.microsoft.com/office/drawing/2014/main" id="{58864D09-FE9A-EA69-96C7-4E442DF54D4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7" name="Line 319">
                <a:extLst>
                  <a:ext uri="{FF2B5EF4-FFF2-40B4-BE49-F238E27FC236}">
                    <a16:creationId xmlns:a16="http://schemas.microsoft.com/office/drawing/2014/main" id="{635622F6-D562-2B7A-4A31-691115F7E31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34" name="Oval 33">
            <a:extLst>
              <a:ext uri="{FF2B5EF4-FFF2-40B4-BE49-F238E27FC236}">
                <a16:creationId xmlns:a16="http://schemas.microsoft.com/office/drawing/2014/main" id="{75858BDD-B4BC-3777-FE72-B389F670B7B3}"/>
              </a:ext>
            </a:extLst>
          </p:cNvPr>
          <p:cNvSpPr/>
          <p:nvPr/>
        </p:nvSpPr>
        <p:spPr>
          <a:xfrm>
            <a:off x="7325170" y="253841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464CC84A-D3AA-46A2-5D4F-91838B6593F7}"/>
              </a:ext>
            </a:extLst>
          </p:cNvPr>
          <p:cNvSpPr/>
          <p:nvPr/>
        </p:nvSpPr>
        <p:spPr>
          <a:xfrm>
            <a:off x="5732757" y="3325813"/>
            <a:ext cx="795043" cy="84296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0BF8156-3CE0-DA19-C8AA-35F6AE3F712E}"/>
              </a:ext>
            </a:extLst>
          </p:cNvPr>
          <p:cNvSpPr/>
          <p:nvPr/>
        </p:nvSpPr>
        <p:spPr>
          <a:xfrm>
            <a:off x="5837385" y="3498849"/>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43B1EB0-63F1-F74D-CA98-D7132D2390D2}"/>
              </a:ext>
            </a:extLst>
          </p:cNvPr>
          <p:cNvSpPr/>
          <p:nvPr/>
        </p:nvSpPr>
        <p:spPr>
          <a:xfrm>
            <a:off x="4363392" y="4310856"/>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FE4594A-9FCD-4CC4-D993-D63A2A6AD478}"/>
              </a:ext>
            </a:extLst>
          </p:cNvPr>
          <p:cNvSpPr/>
          <p:nvPr/>
        </p:nvSpPr>
        <p:spPr>
          <a:xfrm>
            <a:off x="5858169" y="508476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41FD4BD-31EB-8419-C6A9-1D0D0405A32C}"/>
              </a:ext>
            </a:extLst>
          </p:cNvPr>
          <p:cNvSpPr/>
          <p:nvPr/>
        </p:nvSpPr>
        <p:spPr>
          <a:xfrm>
            <a:off x="7245645" y="4168776"/>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5632" name="Group 270">
            <a:extLst>
              <a:ext uri="{FF2B5EF4-FFF2-40B4-BE49-F238E27FC236}">
                <a16:creationId xmlns:a16="http://schemas.microsoft.com/office/drawing/2014/main" id="{49C71E44-8AF0-914D-A8D1-EC764A528703}"/>
              </a:ext>
            </a:extLst>
          </p:cNvPr>
          <p:cNvGrpSpPr>
            <a:grpSpLocks/>
          </p:cNvGrpSpPr>
          <p:nvPr/>
        </p:nvGrpSpPr>
        <p:grpSpPr bwMode="auto">
          <a:xfrm rot="1747726">
            <a:off x="4922838" y="3302000"/>
            <a:ext cx="1054100" cy="149225"/>
            <a:chOff x="2248" y="1248"/>
            <a:chExt cx="648" cy="128"/>
          </a:xfrm>
        </p:grpSpPr>
        <p:grpSp>
          <p:nvGrpSpPr>
            <p:cNvPr id="405633" name="Group 271">
              <a:extLst>
                <a:ext uri="{FF2B5EF4-FFF2-40B4-BE49-F238E27FC236}">
                  <a16:creationId xmlns:a16="http://schemas.microsoft.com/office/drawing/2014/main" id="{3E047E35-346A-4D6B-24FD-BE5708544420}"/>
                </a:ext>
              </a:extLst>
            </p:cNvPr>
            <p:cNvGrpSpPr>
              <a:grpSpLocks/>
            </p:cNvGrpSpPr>
            <p:nvPr/>
          </p:nvGrpSpPr>
          <p:grpSpPr bwMode="auto">
            <a:xfrm>
              <a:off x="2814" y="1248"/>
              <a:ext cx="82" cy="128"/>
              <a:chOff x="704" y="1880"/>
              <a:chExt cx="136" cy="128"/>
            </a:xfrm>
          </p:grpSpPr>
          <p:sp>
            <p:nvSpPr>
              <p:cNvPr id="14414" name="Line 272">
                <a:extLst>
                  <a:ext uri="{FF2B5EF4-FFF2-40B4-BE49-F238E27FC236}">
                    <a16:creationId xmlns:a16="http://schemas.microsoft.com/office/drawing/2014/main" id="{1C542D18-2A48-62D8-81A6-8A64B167646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5" name="Line 273">
                <a:extLst>
                  <a:ext uri="{FF2B5EF4-FFF2-40B4-BE49-F238E27FC236}">
                    <a16:creationId xmlns:a16="http://schemas.microsoft.com/office/drawing/2014/main" id="{DB34C39C-2E65-B344-A17F-1C789EC5B49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4" name="Group 274">
              <a:extLst>
                <a:ext uri="{FF2B5EF4-FFF2-40B4-BE49-F238E27FC236}">
                  <a16:creationId xmlns:a16="http://schemas.microsoft.com/office/drawing/2014/main" id="{6A468C19-1CFC-00A8-48EE-81083FD7D333}"/>
                </a:ext>
              </a:extLst>
            </p:cNvPr>
            <p:cNvGrpSpPr>
              <a:grpSpLocks/>
            </p:cNvGrpSpPr>
            <p:nvPr/>
          </p:nvGrpSpPr>
          <p:grpSpPr bwMode="auto">
            <a:xfrm>
              <a:off x="2727" y="1248"/>
              <a:ext cx="82" cy="128"/>
              <a:chOff x="704" y="1880"/>
              <a:chExt cx="136" cy="128"/>
            </a:xfrm>
          </p:grpSpPr>
          <p:sp>
            <p:nvSpPr>
              <p:cNvPr id="14412" name="Line 275">
                <a:extLst>
                  <a:ext uri="{FF2B5EF4-FFF2-40B4-BE49-F238E27FC236}">
                    <a16:creationId xmlns:a16="http://schemas.microsoft.com/office/drawing/2014/main" id="{46745A45-AD4E-D6C9-2517-FF095162A4D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3" name="Line 276">
                <a:extLst>
                  <a:ext uri="{FF2B5EF4-FFF2-40B4-BE49-F238E27FC236}">
                    <a16:creationId xmlns:a16="http://schemas.microsoft.com/office/drawing/2014/main" id="{111C180C-3637-18DE-E978-B8D3AB07DD6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5" name="Group 277">
              <a:extLst>
                <a:ext uri="{FF2B5EF4-FFF2-40B4-BE49-F238E27FC236}">
                  <a16:creationId xmlns:a16="http://schemas.microsoft.com/office/drawing/2014/main" id="{607C6448-559F-9882-80F6-A01D45D56E93}"/>
                </a:ext>
              </a:extLst>
            </p:cNvPr>
            <p:cNvGrpSpPr>
              <a:grpSpLocks/>
            </p:cNvGrpSpPr>
            <p:nvPr/>
          </p:nvGrpSpPr>
          <p:grpSpPr bwMode="auto">
            <a:xfrm>
              <a:off x="2649" y="1248"/>
              <a:ext cx="83" cy="128"/>
              <a:chOff x="704" y="1880"/>
              <a:chExt cx="136" cy="128"/>
            </a:xfrm>
          </p:grpSpPr>
          <p:sp>
            <p:nvSpPr>
              <p:cNvPr id="14410" name="Line 278">
                <a:extLst>
                  <a:ext uri="{FF2B5EF4-FFF2-40B4-BE49-F238E27FC236}">
                    <a16:creationId xmlns:a16="http://schemas.microsoft.com/office/drawing/2014/main" id="{ED666855-7902-53C1-C779-ADD8C4A99A7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1" name="Line 279">
                <a:extLst>
                  <a:ext uri="{FF2B5EF4-FFF2-40B4-BE49-F238E27FC236}">
                    <a16:creationId xmlns:a16="http://schemas.microsoft.com/office/drawing/2014/main" id="{73E03E9C-B673-FD1D-7E29-3EFE045911A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6" name="Group 280">
              <a:extLst>
                <a:ext uri="{FF2B5EF4-FFF2-40B4-BE49-F238E27FC236}">
                  <a16:creationId xmlns:a16="http://schemas.microsoft.com/office/drawing/2014/main" id="{17863FD9-C9F1-BADF-404E-FCAE081776A1}"/>
                </a:ext>
              </a:extLst>
            </p:cNvPr>
            <p:cNvGrpSpPr>
              <a:grpSpLocks/>
            </p:cNvGrpSpPr>
            <p:nvPr/>
          </p:nvGrpSpPr>
          <p:grpSpPr bwMode="auto">
            <a:xfrm>
              <a:off x="2567" y="1248"/>
              <a:ext cx="82" cy="128"/>
              <a:chOff x="704" y="1880"/>
              <a:chExt cx="136" cy="128"/>
            </a:xfrm>
          </p:grpSpPr>
          <p:sp>
            <p:nvSpPr>
              <p:cNvPr id="14408" name="Line 281">
                <a:extLst>
                  <a:ext uri="{FF2B5EF4-FFF2-40B4-BE49-F238E27FC236}">
                    <a16:creationId xmlns:a16="http://schemas.microsoft.com/office/drawing/2014/main" id="{C2B86078-6CCA-124E-014A-CDBAD8EEAC8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9" name="Line 282">
                <a:extLst>
                  <a:ext uri="{FF2B5EF4-FFF2-40B4-BE49-F238E27FC236}">
                    <a16:creationId xmlns:a16="http://schemas.microsoft.com/office/drawing/2014/main" id="{50A7C7B1-E4DD-20ED-FE14-282E3C71BC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7" name="Group 283">
              <a:extLst>
                <a:ext uri="{FF2B5EF4-FFF2-40B4-BE49-F238E27FC236}">
                  <a16:creationId xmlns:a16="http://schemas.microsoft.com/office/drawing/2014/main" id="{154E54D4-D983-ACF5-7514-445F2CBCBE22}"/>
                </a:ext>
              </a:extLst>
            </p:cNvPr>
            <p:cNvGrpSpPr>
              <a:grpSpLocks/>
            </p:cNvGrpSpPr>
            <p:nvPr/>
          </p:nvGrpSpPr>
          <p:grpSpPr bwMode="auto">
            <a:xfrm>
              <a:off x="2490" y="1248"/>
              <a:ext cx="82" cy="128"/>
              <a:chOff x="704" y="1880"/>
              <a:chExt cx="136" cy="128"/>
            </a:xfrm>
          </p:grpSpPr>
          <p:sp>
            <p:nvSpPr>
              <p:cNvPr id="14406" name="Line 284">
                <a:extLst>
                  <a:ext uri="{FF2B5EF4-FFF2-40B4-BE49-F238E27FC236}">
                    <a16:creationId xmlns:a16="http://schemas.microsoft.com/office/drawing/2014/main" id="{2ACA6EA1-54FC-DEC7-7EE8-32B5CD0A3D3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7" name="Line 285">
                <a:extLst>
                  <a:ext uri="{FF2B5EF4-FFF2-40B4-BE49-F238E27FC236}">
                    <a16:creationId xmlns:a16="http://schemas.microsoft.com/office/drawing/2014/main" id="{3942CA5B-4CCE-BEA2-44EC-00596D40644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8" name="Group 286">
              <a:extLst>
                <a:ext uri="{FF2B5EF4-FFF2-40B4-BE49-F238E27FC236}">
                  <a16:creationId xmlns:a16="http://schemas.microsoft.com/office/drawing/2014/main" id="{D419D6A6-511E-5F75-F96C-282DCE8CE183}"/>
                </a:ext>
              </a:extLst>
            </p:cNvPr>
            <p:cNvGrpSpPr>
              <a:grpSpLocks/>
            </p:cNvGrpSpPr>
            <p:nvPr/>
          </p:nvGrpSpPr>
          <p:grpSpPr bwMode="auto">
            <a:xfrm>
              <a:off x="2408" y="1248"/>
              <a:ext cx="82" cy="128"/>
              <a:chOff x="704" y="1880"/>
              <a:chExt cx="136" cy="128"/>
            </a:xfrm>
          </p:grpSpPr>
          <p:sp>
            <p:nvSpPr>
              <p:cNvPr id="14404" name="Line 287">
                <a:extLst>
                  <a:ext uri="{FF2B5EF4-FFF2-40B4-BE49-F238E27FC236}">
                    <a16:creationId xmlns:a16="http://schemas.microsoft.com/office/drawing/2014/main" id="{4173AD9C-4C6F-AD47-D300-D288851CB44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5" name="Line 288">
                <a:extLst>
                  <a:ext uri="{FF2B5EF4-FFF2-40B4-BE49-F238E27FC236}">
                    <a16:creationId xmlns:a16="http://schemas.microsoft.com/office/drawing/2014/main" id="{188275C2-A651-5AF5-31DD-D49E0D9B80B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9" name="Group 289">
              <a:extLst>
                <a:ext uri="{FF2B5EF4-FFF2-40B4-BE49-F238E27FC236}">
                  <a16:creationId xmlns:a16="http://schemas.microsoft.com/office/drawing/2014/main" id="{6134E2EB-7022-EBCB-B646-F608CC86583E}"/>
                </a:ext>
              </a:extLst>
            </p:cNvPr>
            <p:cNvGrpSpPr>
              <a:grpSpLocks/>
            </p:cNvGrpSpPr>
            <p:nvPr/>
          </p:nvGrpSpPr>
          <p:grpSpPr bwMode="auto">
            <a:xfrm>
              <a:off x="2330" y="1248"/>
              <a:ext cx="82" cy="128"/>
              <a:chOff x="704" y="1880"/>
              <a:chExt cx="136" cy="128"/>
            </a:xfrm>
          </p:grpSpPr>
          <p:sp>
            <p:nvSpPr>
              <p:cNvPr id="14402" name="Line 290">
                <a:extLst>
                  <a:ext uri="{FF2B5EF4-FFF2-40B4-BE49-F238E27FC236}">
                    <a16:creationId xmlns:a16="http://schemas.microsoft.com/office/drawing/2014/main" id="{546563C9-9B0E-D17C-6DA0-26BD8C9FDC5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3" name="Line 291">
                <a:extLst>
                  <a:ext uri="{FF2B5EF4-FFF2-40B4-BE49-F238E27FC236}">
                    <a16:creationId xmlns:a16="http://schemas.microsoft.com/office/drawing/2014/main" id="{DB894B1D-ECE3-872D-93C0-BAB0FF83823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0" name="Group 292">
              <a:extLst>
                <a:ext uri="{FF2B5EF4-FFF2-40B4-BE49-F238E27FC236}">
                  <a16:creationId xmlns:a16="http://schemas.microsoft.com/office/drawing/2014/main" id="{82D07DD9-FD84-BA4F-9DD9-14717F26C141}"/>
                </a:ext>
              </a:extLst>
            </p:cNvPr>
            <p:cNvGrpSpPr>
              <a:grpSpLocks/>
            </p:cNvGrpSpPr>
            <p:nvPr/>
          </p:nvGrpSpPr>
          <p:grpSpPr bwMode="auto">
            <a:xfrm>
              <a:off x="2248" y="1248"/>
              <a:ext cx="82" cy="128"/>
              <a:chOff x="704" y="1880"/>
              <a:chExt cx="136" cy="128"/>
            </a:xfrm>
          </p:grpSpPr>
          <p:sp>
            <p:nvSpPr>
              <p:cNvPr id="14400" name="Line 293">
                <a:extLst>
                  <a:ext uri="{FF2B5EF4-FFF2-40B4-BE49-F238E27FC236}">
                    <a16:creationId xmlns:a16="http://schemas.microsoft.com/office/drawing/2014/main" id="{18A65EF6-2675-A990-A92C-62712ECEEB1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1" name="Line 294">
                <a:extLst>
                  <a:ext uri="{FF2B5EF4-FFF2-40B4-BE49-F238E27FC236}">
                    <a16:creationId xmlns:a16="http://schemas.microsoft.com/office/drawing/2014/main" id="{C9942084-F6DE-38C2-DAE4-7C329CEDF29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Tree>
    <p:extLst>
      <p:ext uri="{BB962C8B-B14F-4D97-AF65-F5344CB8AC3E}">
        <p14:creationId xmlns:p14="http://schemas.microsoft.com/office/powerpoint/2010/main" val="4103532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26B2-BE95-BCA0-8FA1-1EB772CB77E0}"/>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BB939E33-C647-57AA-1692-BC9DBA2D90BE}"/>
              </a:ext>
            </a:extLst>
          </p:cNvPr>
          <p:cNvSpPr>
            <a:spLocks noGrp="1" noChangeArrowheads="1"/>
          </p:cNvSpPr>
          <p:nvPr>
            <p:ph type="title"/>
          </p:nvPr>
        </p:nvSpPr>
        <p:spPr/>
        <p:txBody>
          <a:bodyPr/>
          <a:lstStyle/>
          <a:p>
            <a:pPr eaLnBrk="1" hangingPunct="1"/>
            <a:r>
              <a:rPr lang="en-US"/>
              <a:t>Dulong and Petit Law</a:t>
            </a:r>
          </a:p>
        </p:txBody>
      </p:sp>
      <p:sp>
        <p:nvSpPr>
          <p:cNvPr id="15363" name="Rectangle 4">
            <a:extLst>
              <a:ext uri="{FF2B5EF4-FFF2-40B4-BE49-F238E27FC236}">
                <a16:creationId xmlns:a16="http://schemas.microsoft.com/office/drawing/2014/main" id="{F86E63C3-D416-6148-A828-2B682B458FDA}"/>
              </a:ext>
            </a:extLst>
          </p:cNvPr>
          <p:cNvSpPr>
            <a:spLocks noChangeArrowheads="1"/>
          </p:cNvSpPr>
          <p:nvPr/>
        </p:nvSpPr>
        <p:spPr bwMode="auto">
          <a:xfrm>
            <a:off x="1519238" y="5583238"/>
            <a:ext cx="6597650" cy="366712"/>
          </a:xfrm>
          <a:prstGeom prst="rect">
            <a:avLst/>
          </a:prstGeom>
          <a:noFill/>
          <a:ln w="9525" algn="ctr">
            <a:noFill/>
            <a:miter lim="800000"/>
            <a:headEnd/>
            <a:tailEnd/>
          </a:ln>
        </p:spPr>
        <p:txBody>
          <a:bodyPr wrap="none">
            <a:spAutoFit/>
          </a:bodyPr>
          <a:lstStyle/>
          <a:p>
            <a:r>
              <a:rPr lang="en-US"/>
              <a:t>http://hyperphysics.phy-astr.gsu.edu/Hbase/thermo/dulong.html</a:t>
            </a:r>
          </a:p>
        </p:txBody>
      </p:sp>
      <p:pic>
        <p:nvPicPr>
          <p:cNvPr id="15364" name="Picture 5" descr="silisph">
            <a:extLst>
              <a:ext uri="{FF2B5EF4-FFF2-40B4-BE49-F238E27FC236}">
                <a16:creationId xmlns:a16="http://schemas.microsoft.com/office/drawing/2014/main" id="{A3F8AE10-AB00-431D-EA57-D486A069DED7}"/>
              </a:ext>
            </a:extLst>
          </p:cNvPr>
          <p:cNvPicPr>
            <a:picLocks noChangeAspect="1" noChangeArrowheads="1"/>
          </p:cNvPicPr>
          <p:nvPr/>
        </p:nvPicPr>
        <p:blipFill>
          <a:blip r:embed="rId2" cstate="print"/>
          <a:srcRect/>
          <a:stretch>
            <a:fillRect/>
          </a:stretch>
        </p:blipFill>
        <p:spPr bwMode="auto">
          <a:xfrm>
            <a:off x="735013" y="1581150"/>
            <a:ext cx="7445375" cy="3913188"/>
          </a:xfrm>
          <a:prstGeom prst="rect">
            <a:avLst/>
          </a:prstGeom>
          <a:noFill/>
          <a:ln w="9525">
            <a:noFill/>
            <a:miter lim="800000"/>
            <a:headEnd/>
            <a:tailEnd/>
          </a:ln>
        </p:spPr>
      </p:pic>
    </p:spTree>
    <p:extLst>
      <p:ext uri="{BB962C8B-B14F-4D97-AF65-F5344CB8AC3E}">
        <p14:creationId xmlns:p14="http://schemas.microsoft.com/office/powerpoint/2010/main" val="4190586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303F-14FA-17C8-867E-F9EA6D1A0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D2648-25BC-09E1-CB2D-8B252B37BE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2E6682-87BC-73DA-1F4A-038C23CAD66F}"/>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6A3B927C-F8B9-48DF-C16E-1FCE725A4914}"/>
              </a:ext>
            </a:extLst>
          </p:cNvPr>
          <p:cNvSpPr>
            <a:spLocks noGrp="1"/>
          </p:cNvSpPr>
          <p:nvPr>
            <p:ph type="dt" sz="half" idx="10"/>
          </p:nvPr>
        </p:nvSpPr>
        <p:spPr/>
        <p:txBody>
          <a:bodyPr/>
          <a:lstStyle/>
          <a:p>
            <a:pPr>
              <a:defRPr/>
            </a:pPr>
            <a:r>
              <a:rPr lang="en-US"/>
              <a:t>Oct 11-13, 2006</a:t>
            </a:r>
          </a:p>
        </p:txBody>
      </p:sp>
      <p:sp>
        <p:nvSpPr>
          <p:cNvPr id="5" name="Footer Placeholder 4">
            <a:extLst>
              <a:ext uri="{FF2B5EF4-FFF2-40B4-BE49-F238E27FC236}">
                <a16:creationId xmlns:a16="http://schemas.microsoft.com/office/drawing/2014/main" id="{BE4AAF34-7ACD-DF7B-8AE4-011B270D5629}"/>
              </a:ext>
            </a:extLst>
          </p:cNvPr>
          <p:cNvSpPr>
            <a:spLocks noGrp="1"/>
          </p:cNvSpPr>
          <p:nvPr>
            <p:ph type="ftr" sz="quarter" idx="11"/>
          </p:nvPr>
        </p:nvSpPr>
        <p:spPr/>
        <p:txBody>
          <a:bodyPr/>
          <a:lstStyle/>
          <a:p>
            <a:pPr>
              <a:defRPr/>
            </a:pPr>
            <a:r>
              <a:rPr lang="en-US"/>
              <a:t>R. Todd Lines</a:t>
            </a:r>
          </a:p>
        </p:txBody>
      </p:sp>
      <p:pic>
        <p:nvPicPr>
          <p:cNvPr id="30722" name="Picture 2">
            <a:extLst>
              <a:ext uri="{FF2B5EF4-FFF2-40B4-BE49-F238E27FC236}">
                <a16:creationId xmlns:a16="http://schemas.microsoft.com/office/drawing/2014/main" id="{B795F54B-81AF-7F47-C707-44525E3370A9}"/>
              </a:ext>
            </a:extLst>
          </p:cNvPr>
          <p:cNvPicPr>
            <a:picLocks noChangeAspect="1" noChangeArrowheads="1"/>
          </p:cNvPicPr>
          <p:nvPr/>
        </p:nvPicPr>
        <p:blipFill>
          <a:blip r:embed="rId2" cstate="print"/>
          <a:srcRect/>
          <a:stretch>
            <a:fillRect/>
          </a:stretch>
        </p:blipFill>
        <p:spPr bwMode="auto">
          <a:xfrm>
            <a:off x="1238250" y="571500"/>
            <a:ext cx="6667500" cy="5715000"/>
          </a:xfrm>
          <a:prstGeom prst="rect">
            <a:avLst/>
          </a:prstGeom>
          <a:noFill/>
          <a:ln w="9525" cap="flat" cmpd="sng" algn="ctr">
            <a:noFill/>
            <a:prstDash val="solid"/>
            <a:miter lim="800000"/>
            <a:headEnd/>
            <a:tailEnd/>
          </a:ln>
        </p:spPr>
      </p:pic>
    </p:spTree>
    <p:extLst>
      <p:ext uri="{BB962C8B-B14F-4D97-AF65-F5344CB8AC3E}">
        <p14:creationId xmlns:p14="http://schemas.microsoft.com/office/powerpoint/2010/main" val="24089118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5300-B2FE-28CC-25AB-87D9E96213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AEC0F2-2745-C117-95AA-443D33D4B18E}"/>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90FC05D6-4A1F-D182-49E7-04EC71B437F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65458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8BB10-3CA4-0C81-820C-293E9D96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5025C-6AFC-9994-D6F2-0B1E97093990}"/>
              </a:ext>
            </a:extLst>
          </p:cNvPr>
          <p:cNvSpPr>
            <a:spLocks noGrp="1"/>
          </p:cNvSpPr>
          <p:nvPr>
            <p:ph type="title"/>
          </p:nvPr>
        </p:nvSpPr>
        <p:spPr/>
        <p:txBody>
          <a:bodyPr/>
          <a:lstStyle/>
          <a:p>
            <a:r>
              <a:rPr lang="en-US" dirty="0"/>
              <a:t>Question 123.16.1</a:t>
            </a:r>
          </a:p>
        </p:txBody>
      </p:sp>
      <p:sp>
        <p:nvSpPr>
          <p:cNvPr id="3" name="Content Placeholder 2">
            <a:extLst>
              <a:ext uri="{FF2B5EF4-FFF2-40B4-BE49-F238E27FC236}">
                <a16:creationId xmlns:a16="http://schemas.microsoft.com/office/drawing/2014/main" id="{5A8F7FB7-639E-7833-3ECD-20CC5D4A6C92}"/>
              </a:ext>
            </a:extLst>
          </p:cNvPr>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a:extLst>
              <a:ext uri="{FF2B5EF4-FFF2-40B4-BE49-F238E27FC236}">
                <a16:creationId xmlns:a16="http://schemas.microsoft.com/office/drawing/2014/main" id="{4A711ACE-1171-5C2D-B4B8-8BAC091E4F68}"/>
              </a:ext>
            </a:extLst>
          </p:cNvPr>
          <p:cNvSpPr>
            <a:spLocks noGrp="1"/>
          </p:cNvSpPr>
          <p:nvPr>
            <p:ph type="sldNum" sz="quarter" idx="12"/>
          </p:nvPr>
        </p:nvSpPr>
        <p:spPr/>
        <p:txBody>
          <a:bodyPr/>
          <a:lstStyle/>
          <a:p>
            <a:pPr>
              <a:defRPr/>
            </a:pPr>
            <a:fld id="{4E87D1FB-7ED3-4D53-B026-4508F19EE3B8}" type="slidenum">
              <a:rPr lang="en-US" smtClean="0"/>
              <a:pPr>
                <a:defRPr/>
              </a:pPr>
              <a:t>44</a:t>
            </a:fld>
            <a:endParaRPr lang="en-US"/>
          </a:p>
        </p:txBody>
      </p:sp>
    </p:spTree>
    <p:extLst>
      <p:ext uri="{BB962C8B-B14F-4D97-AF65-F5344CB8AC3E}">
        <p14:creationId xmlns:p14="http://schemas.microsoft.com/office/powerpoint/2010/main" val="961047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D7D8A-5836-AA36-7214-1F8DA93EE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B965E-0F47-125D-4E59-475701C7686F}"/>
              </a:ext>
            </a:extLst>
          </p:cNvPr>
          <p:cNvSpPr>
            <a:spLocks noGrp="1"/>
          </p:cNvSpPr>
          <p:nvPr>
            <p:ph type="title"/>
          </p:nvPr>
        </p:nvSpPr>
        <p:spPr/>
        <p:txBody>
          <a:bodyPr/>
          <a:lstStyle/>
          <a:p>
            <a:r>
              <a:rPr lang="en-US" dirty="0"/>
              <a:t>Question 123.16.0.1</a:t>
            </a:r>
          </a:p>
        </p:txBody>
      </p:sp>
      <p:sp>
        <p:nvSpPr>
          <p:cNvPr id="3" name="Content Placeholder 2">
            <a:extLst>
              <a:ext uri="{FF2B5EF4-FFF2-40B4-BE49-F238E27FC236}">
                <a16:creationId xmlns:a16="http://schemas.microsoft.com/office/drawing/2014/main" id="{7884B1C0-6EFD-EC60-28D6-1B2E5BFA318A}"/>
              </a:ext>
            </a:extLst>
          </p:cNvPr>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a:extLst>
              <a:ext uri="{FF2B5EF4-FFF2-40B4-BE49-F238E27FC236}">
                <a16:creationId xmlns:a16="http://schemas.microsoft.com/office/drawing/2014/main" id="{341CF180-7059-7266-7673-FE98F7B2C88B}"/>
              </a:ext>
            </a:extLst>
          </p:cNvPr>
          <p:cNvSpPr>
            <a:spLocks noGrp="1"/>
          </p:cNvSpPr>
          <p:nvPr>
            <p:ph type="sldNum" sz="quarter" idx="12"/>
          </p:nvPr>
        </p:nvSpPr>
        <p:spPr/>
        <p:txBody>
          <a:bodyPr/>
          <a:lstStyle/>
          <a:p>
            <a:pPr>
              <a:defRPr/>
            </a:pPr>
            <a:fld id="{4E87D1FB-7ED3-4D53-B026-4508F19EE3B8}" type="slidenum">
              <a:rPr lang="en-US" smtClean="0"/>
              <a:pPr>
                <a:defRPr/>
              </a:pPr>
              <a:t>45</a:t>
            </a:fld>
            <a:endParaRPr lang="en-US"/>
          </a:p>
        </p:txBody>
      </p:sp>
    </p:spTree>
    <p:extLst>
      <p:ext uri="{BB962C8B-B14F-4D97-AF65-F5344CB8AC3E}">
        <p14:creationId xmlns:p14="http://schemas.microsoft.com/office/powerpoint/2010/main" val="2010878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9CFE5-DE95-35C3-3ED3-1153E77D3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B196B-F975-AEB2-48F1-1CD2F5D7C295}"/>
              </a:ext>
            </a:extLst>
          </p:cNvPr>
          <p:cNvSpPr>
            <a:spLocks noGrp="1"/>
          </p:cNvSpPr>
          <p:nvPr>
            <p:ph type="title"/>
          </p:nvPr>
        </p:nvSpPr>
        <p:spPr/>
        <p:txBody>
          <a:bodyPr/>
          <a:lstStyle/>
          <a:p>
            <a:r>
              <a:rPr lang="en-US" dirty="0"/>
              <a:t>Question 123.16.0.2</a:t>
            </a:r>
          </a:p>
        </p:txBody>
      </p:sp>
      <p:sp>
        <p:nvSpPr>
          <p:cNvPr id="3" name="Content Placeholder 2">
            <a:extLst>
              <a:ext uri="{FF2B5EF4-FFF2-40B4-BE49-F238E27FC236}">
                <a16:creationId xmlns:a16="http://schemas.microsoft.com/office/drawing/2014/main" id="{7362CB9C-3B27-F412-2011-EE143BD0CCE9}"/>
              </a:ext>
            </a:extLst>
          </p:cNvPr>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a:extLst>
              <a:ext uri="{FF2B5EF4-FFF2-40B4-BE49-F238E27FC236}">
                <a16:creationId xmlns:a16="http://schemas.microsoft.com/office/drawing/2014/main" id="{991F0CF3-1F89-A35F-A943-D22745CE6B20}"/>
              </a:ext>
            </a:extLst>
          </p:cNvPr>
          <p:cNvSpPr>
            <a:spLocks noGrp="1"/>
          </p:cNvSpPr>
          <p:nvPr>
            <p:ph type="sldNum" sz="quarter" idx="12"/>
          </p:nvPr>
        </p:nvSpPr>
        <p:spPr/>
        <p:txBody>
          <a:bodyPr/>
          <a:lstStyle/>
          <a:p>
            <a:pPr>
              <a:defRPr/>
            </a:pPr>
            <a:fld id="{4E87D1FB-7ED3-4D53-B026-4508F19EE3B8}" type="slidenum">
              <a:rPr lang="en-US" smtClean="0"/>
              <a:pPr>
                <a:defRPr/>
              </a:pPr>
              <a:t>46</a:t>
            </a:fld>
            <a:endParaRPr lang="en-US"/>
          </a:p>
        </p:txBody>
      </p:sp>
    </p:spTree>
    <p:extLst>
      <p:ext uri="{BB962C8B-B14F-4D97-AF65-F5344CB8AC3E}">
        <p14:creationId xmlns:p14="http://schemas.microsoft.com/office/powerpoint/2010/main" val="798257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1C352-FDA2-3EDA-60CE-942E2A9A5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D8083-207D-3E78-9450-43AD07C6CE2C}"/>
              </a:ext>
            </a:extLst>
          </p:cNvPr>
          <p:cNvSpPr>
            <a:spLocks noGrp="1"/>
          </p:cNvSpPr>
          <p:nvPr>
            <p:ph type="title"/>
          </p:nvPr>
        </p:nvSpPr>
        <p:spPr/>
        <p:txBody>
          <a:bodyPr/>
          <a:lstStyle/>
          <a:p>
            <a:r>
              <a:rPr lang="en-US" dirty="0"/>
              <a:t>Question 123.16.1</a:t>
            </a:r>
          </a:p>
        </p:txBody>
      </p:sp>
      <p:sp>
        <p:nvSpPr>
          <p:cNvPr id="3" name="Content Placeholder 2">
            <a:extLst>
              <a:ext uri="{FF2B5EF4-FFF2-40B4-BE49-F238E27FC236}">
                <a16:creationId xmlns:a16="http://schemas.microsoft.com/office/drawing/2014/main" id="{CF49DFAD-D682-9E69-42EF-CF3E1EF89390}"/>
              </a:ext>
            </a:extLst>
          </p:cNvPr>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a:extLst>
              <a:ext uri="{FF2B5EF4-FFF2-40B4-BE49-F238E27FC236}">
                <a16:creationId xmlns:a16="http://schemas.microsoft.com/office/drawing/2014/main" id="{B8BB3EB6-3B64-C5A8-2C92-3ECD4957F6D5}"/>
              </a:ext>
            </a:extLst>
          </p:cNvPr>
          <p:cNvSpPr>
            <a:spLocks noGrp="1"/>
          </p:cNvSpPr>
          <p:nvPr>
            <p:ph type="sldNum" sz="quarter" idx="12"/>
          </p:nvPr>
        </p:nvSpPr>
        <p:spPr/>
        <p:txBody>
          <a:bodyPr/>
          <a:lstStyle/>
          <a:p>
            <a:pPr>
              <a:defRPr/>
            </a:pPr>
            <a:fld id="{4E87D1FB-7ED3-4D53-B026-4508F19EE3B8}" type="slidenum">
              <a:rPr lang="en-US" smtClean="0"/>
              <a:pPr>
                <a:defRPr/>
              </a:pPr>
              <a:t>47</a:t>
            </a:fld>
            <a:endParaRPr lang="en-US"/>
          </a:p>
        </p:txBody>
      </p:sp>
    </p:spTree>
    <p:extLst>
      <p:ext uri="{BB962C8B-B14F-4D97-AF65-F5344CB8AC3E}">
        <p14:creationId xmlns:p14="http://schemas.microsoft.com/office/powerpoint/2010/main" val="3297716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8378-BFCC-C196-F9EA-2B89072BE8E3}"/>
            </a:ext>
          </a:extLst>
        </p:cNvPr>
        <p:cNvGrpSpPr/>
        <p:nvPr/>
      </p:nvGrpSpPr>
      <p:grpSpPr>
        <a:xfrm>
          <a:off x="0" y="0"/>
          <a:ext cx="0" cy="0"/>
          <a:chOff x="0" y="0"/>
          <a:chExt cx="0" cy="0"/>
        </a:xfrm>
      </p:grpSpPr>
      <p:sp>
        <p:nvSpPr>
          <p:cNvPr id="8" name="Rectangle 4">
            <a:extLst>
              <a:ext uri="{FF2B5EF4-FFF2-40B4-BE49-F238E27FC236}">
                <a16:creationId xmlns:a16="http://schemas.microsoft.com/office/drawing/2014/main" id="{9863F9F5-A748-BFB5-04DD-6ECE2E9CE7FB}"/>
              </a:ext>
            </a:extLst>
          </p:cNvPr>
          <p:cNvSpPr>
            <a:spLocks noChangeArrowheads="1"/>
          </p:cNvSpPr>
          <p:nvPr/>
        </p:nvSpPr>
        <p:spPr bwMode="auto">
          <a:xfrm>
            <a:off x="4519391" y="2188191"/>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a:extLst>
              <a:ext uri="{FF2B5EF4-FFF2-40B4-BE49-F238E27FC236}">
                <a16:creationId xmlns:a16="http://schemas.microsoft.com/office/drawing/2014/main" id="{BE95DF99-0E37-3C78-9CEA-590EDDBE61FA}"/>
              </a:ext>
            </a:extLst>
          </p:cNvPr>
          <p:cNvSpPr>
            <a:spLocks noChangeArrowheads="1"/>
          </p:cNvSpPr>
          <p:nvPr/>
        </p:nvSpPr>
        <p:spPr bwMode="auto">
          <a:xfrm>
            <a:off x="2333625" y="2147888"/>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a:extLst>
              <a:ext uri="{FF2B5EF4-FFF2-40B4-BE49-F238E27FC236}">
                <a16:creationId xmlns:a16="http://schemas.microsoft.com/office/drawing/2014/main" id="{9D435EB7-4CF4-1BED-A880-EA63AA0A7B9C}"/>
              </a:ext>
            </a:extLst>
          </p:cNvPr>
          <p:cNvSpPr>
            <a:spLocks noChangeArrowheads="1"/>
          </p:cNvSpPr>
          <p:nvPr/>
        </p:nvSpPr>
        <p:spPr bwMode="auto">
          <a:xfrm rot="16200000">
            <a:off x="2895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a:extLst>
              <a:ext uri="{FF2B5EF4-FFF2-40B4-BE49-F238E27FC236}">
                <a16:creationId xmlns:a16="http://schemas.microsoft.com/office/drawing/2014/main" id="{872C2E1C-B1DE-E5CD-A432-275DB56B58AB}"/>
              </a:ext>
            </a:extLst>
          </p:cNvPr>
          <p:cNvSpPr>
            <a:spLocks noChangeShapeType="1"/>
          </p:cNvSpPr>
          <p:nvPr/>
        </p:nvSpPr>
        <p:spPr bwMode="auto">
          <a:xfrm rot="16200000">
            <a:off x="2895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a:extLst>
              <a:ext uri="{FF2B5EF4-FFF2-40B4-BE49-F238E27FC236}">
                <a16:creationId xmlns:a16="http://schemas.microsoft.com/office/drawing/2014/main" id="{855D7964-1EAF-BADE-CF71-6A03B25EDA03}"/>
              </a:ext>
            </a:extLst>
          </p:cNvPr>
          <p:cNvSpPr/>
          <p:nvPr/>
        </p:nvSpPr>
        <p:spPr>
          <a:xfrm>
            <a:off x="3181632" y="2689697"/>
            <a:ext cx="538930" cy="523220"/>
          </a:xfrm>
          <a:prstGeom prst="rect">
            <a:avLst/>
          </a:prstGeom>
        </p:spPr>
        <p:txBody>
          <a:bodyPr wrap="none">
            <a:spAutoFit/>
          </a:bodyPr>
          <a:lstStyle/>
          <a:p>
            <a:r>
              <a:rPr lang="en-US" sz="2800" dirty="0"/>
              <a:t>N</a:t>
            </a:r>
            <a:r>
              <a:rPr lang="en-US" sz="2800" baseline="-25000" dirty="0"/>
              <a:t>1</a:t>
            </a:r>
          </a:p>
        </p:txBody>
      </p:sp>
      <p:sp>
        <p:nvSpPr>
          <p:cNvPr id="11" name="Rectangle 10">
            <a:extLst>
              <a:ext uri="{FF2B5EF4-FFF2-40B4-BE49-F238E27FC236}">
                <a16:creationId xmlns:a16="http://schemas.microsoft.com/office/drawing/2014/main" id="{ACF563CB-0AD2-B1E0-1C6D-63EC635EAF2E}"/>
              </a:ext>
            </a:extLst>
          </p:cNvPr>
          <p:cNvSpPr/>
          <p:nvPr/>
        </p:nvSpPr>
        <p:spPr>
          <a:xfrm>
            <a:off x="5282753" y="2752156"/>
            <a:ext cx="538930" cy="523220"/>
          </a:xfrm>
          <a:prstGeom prst="rect">
            <a:avLst/>
          </a:prstGeom>
        </p:spPr>
        <p:txBody>
          <a:bodyPr wrap="none">
            <a:spAutoFit/>
          </a:bodyPr>
          <a:lstStyle/>
          <a:p>
            <a:r>
              <a:rPr lang="en-US" sz="2800" dirty="0"/>
              <a:t>N</a:t>
            </a:r>
            <a:r>
              <a:rPr lang="en-US" sz="2800" baseline="-25000" dirty="0"/>
              <a:t>2</a:t>
            </a:r>
          </a:p>
        </p:txBody>
      </p:sp>
      <p:sp>
        <p:nvSpPr>
          <p:cNvPr id="12" name="Rectangle 11">
            <a:extLst>
              <a:ext uri="{FF2B5EF4-FFF2-40B4-BE49-F238E27FC236}">
                <a16:creationId xmlns:a16="http://schemas.microsoft.com/office/drawing/2014/main" id="{4DE8D2B4-09F9-726C-4E86-777D6B76D2B1}"/>
              </a:ext>
            </a:extLst>
          </p:cNvPr>
          <p:cNvSpPr/>
          <p:nvPr/>
        </p:nvSpPr>
        <p:spPr>
          <a:xfrm>
            <a:off x="3259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a:extLst>
              <a:ext uri="{FF2B5EF4-FFF2-40B4-BE49-F238E27FC236}">
                <a16:creationId xmlns:a16="http://schemas.microsoft.com/office/drawing/2014/main" id="{0C5A62DF-6A31-F68A-7BE4-3E4365627225}"/>
              </a:ext>
            </a:extLst>
          </p:cNvPr>
          <p:cNvSpPr/>
          <p:nvPr/>
        </p:nvSpPr>
        <p:spPr>
          <a:xfrm>
            <a:off x="5360202" y="3729015"/>
            <a:ext cx="481222" cy="523220"/>
          </a:xfrm>
          <a:prstGeom prst="rect">
            <a:avLst/>
          </a:prstGeom>
        </p:spPr>
        <p:txBody>
          <a:bodyPr wrap="none">
            <a:spAutoFit/>
          </a:bodyPr>
          <a:lstStyle/>
          <a:p>
            <a:r>
              <a:rPr lang="en-US" sz="2800" dirty="0"/>
              <a:t>T</a:t>
            </a:r>
            <a:r>
              <a:rPr lang="en-US" sz="2800" baseline="-25000" dirty="0"/>
              <a:t>2</a:t>
            </a:r>
          </a:p>
        </p:txBody>
      </p:sp>
    </p:spTree>
    <p:extLst>
      <p:ext uri="{BB962C8B-B14F-4D97-AF65-F5344CB8AC3E}">
        <p14:creationId xmlns:p14="http://schemas.microsoft.com/office/powerpoint/2010/main" val="34484762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A8CF-37A6-EC04-A538-EE018019A56D}"/>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582C474A-70F6-2895-2902-1DF2C0692423}"/>
              </a:ext>
            </a:extLst>
          </p:cNvPr>
          <p:cNvGrpSpPr/>
          <p:nvPr/>
        </p:nvGrpSpPr>
        <p:grpSpPr>
          <a:xfrm>
            <a:off x="914400" y="1600200"/>
            <a:ext cx="7315200" cy="1828800"/>
            <a:chOff x="914400" y="1600200"/>
            <a:chExt cx="7315200" cy="1828800"/>
          </a:xfrm>
        </p:grpSpPr>
        <p:sp>
          <p:nvSpPr>
            <p:cNvPr id="5" name="Rectangle 4">
              <a:extLst>
                <a:ext uri="{FF2B5EF4-FFF2-40B4-BE49-F238E27FC236}">
                  <a16:creationId xmlns:a16="http://schemas.microsoft.com/office/drawing/2014/main" id="{4DBD36F1-7379-B94A-C510-F7DA74E5EEEC}"/>
                </a:ext>
              </a:extLst>
            </p:cNvPr>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B9086C-D70A-62C8-93B1-D26D9FD3B19F}"/>
                </a:ext>
              </a:extLst>
            </p:cNvPr>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CE8F9A9-4269-72F9-8AAE-549CD94F8EBC}"/>
                </a:ext>
              </a:extLst>
            </p:cNvPr>
            <p:cNvGrpSpPr/>
            <p:nvPr/>
          </p:nvGrpSpPr>
          <p:grpSpPr>
            <a:xfrm>
              <a:off x="1524000" y="1981200"/>
              <a:ext cx="533400" cy="533400"/>
              <a:chOff x="1524000" y="1981200"/>
              <a:chExt cx="3505200" cy="3505200"/>
            </a:xfrm>
          </p:grpSpPr>
          <p:sp>
            <p:nvSpPr>
              <p:cNvPr id="7" name="Oval 6">
                <a:extLst>
                  <a:ext uri="{FF2B5EF4-FFF2-40B4-BE49-F238E27FC236}">
                    <a16:creationId xmlns:a16="http://schemas.microsoft.com/office/drawing/2014/main" id="{D6D01CB5-7FCE-10AF-8754-A75A4DFC9D7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494F4C18-FB53-492D-B4C4-F2B1D805990A}"/>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EB714BFC-A975-AAC4-895B-C9C788C6355E}"/>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a:extLst>
              <a:ext uri="{FF2B5EF4-FFF2-40B4-BE49-F238E27FC236}">
                <a16:creationId xmlns:a16="http://schemas.microsoft.com/office/drawing/2014/main" id="{4D6D97A5-2CF1-4162-5142-388579D0B951}"/>
              </a:ext>
            </a:extLst>
          </p:cNvPr>
          <p:cNvGrpSpPr/>
          <p:nvPr/>
        </p:nvGrpSpPr>
        <p:grpSpPr>
          <a:xfrm>
            <a:off x="914400" y="3962400"/>
            <a:ext cx="7315200" cy="1828800"/>
            <a:chOff x="914400" y="3962400"/>
            <a:chExt cx="7315200" cy="1828800"/>
          </a:xfrm>
        </p:grpSpPr>
        <p:sp>
          <p:nvSpPr>
            <p:cNvPr id="11" name="Rectangle 10">
              <a:extLst>
                <a:ext uri="{FF2B5EF4-FFF2-40B4-BE49-F238E27FC236}">
                  <a16:creationId xmlns:a16="http://schemas.microsoft.com/office/drawing/2014/main" id="{299C9CCB-D312-0631-3346-BD82B25D4A74}"/>
                </a:ext>
              </a:extLst>
            </p:cNvPr>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9827343-A4FB-CB69-D050-DBC490D0D87A}"/>
                </a:ext>
              </a:extLst>
            </p:cNvPr>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2D790FF7-A0E0-0A18-F59F-75E96C27ADFE}"/>
                </a:ext>
              </a:extLst>
            </p:cNvPr>
            <p:cNvGrpSpPr/>
            <p:nvPr/>
          </p:nvGrpSpPr>
          <p:grpSpPr>
            <a:xfrm>
              <a:off x="6400800" y="4419600"/>
              <a:ext cx="533400" cy="533400"/>
              <a:chOff x="1524000" y="1981200"/>
              <a:chExt cx="3505200" cy="3505200"/>
            </a:xfrm>
          </p:grpSpPr>
          <p:sp>
            <p:nvSpPr>
              <p:cNvPr id="14" name="Oval 13">
                <a:extLst>
                  <a:ext uri="{FF2B5EF4-FFF2-40B4-BE49-F238E27FC236}">
                    <a16:creationId xmlns:a16="http://schemas.microsoft.com/office/drawing/2014/main" id="{7DA32FDC-6053-F3FA-2FFA-3F3BD9069899}"/>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02DA638D-A36D-EBEA-F01F-DC86BCF2F5E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47E14A15-8F55-84F7-6DD7-D948797A8795}"/>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2128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D7DE9-1FEC-576D-6A37-6BC2F6967D7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E59965C-47B1-CB70-C17E-97799A3613DC}"/>
              </a:ext>
            </a:extLst>
          </p:cNvPr>
          <p:cNvSpPr/>
          <p:nvPr/>
        </p:nvSpPr>
        <p:spPr>
          <a:xfrm>
            <a:off x="60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80C2F52-9D77-B881-026C-9FA41851FB0A}"/>
              </a:ext>
            </a:extLst>
          </p:cNvPr>
          <p:cNvSpPr/>
          <p:nvPr/>
        </p:nvSpPr>
        <p:spPr>
          <a:xfrm>
            <a:off x="2438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a:extLst>
              <a:ext uri="{FF2B5EF4-FFF2-40B4-BE49-F238E27FC236}">
                <a16:creationId xmlns:a16="http://schemas.microsoft.com/office/drawing/2014/main" id="{4417E64A-1612-5FFF-57D3-02547B3CDBB4}"/>
              </a:ext>
            </a:extLst>
          </p:cNvPr>
          <p:cNvGrpSpPr/>
          <p:nvPr/>
        </p:nvGrpSpPr>
        <p:grpSpPr>
          <a:xfrm>
            <a:off x="1219200" y="1790700"/>
            <a:ext cx="266700" cy="266700"/>
            <a:chOff x="1524000" y="1981200"/>
            <a:chExt cx="3505200" cy="3505200"/>
          </a:xfrm>
        </p:grpSpPr>
        <p:sp>
          <p:nvSpPr>
            <p:cNvPr id="7" name="Oval 6">
              <a:extLst>
                <a:ext uri="{FF2B5EF4-FFF2-40B4-BE49-F238E27FC236}">
                  <a16:creationId xmlns:a16="http://schemas.microsoft.com/office/drawing/2014/main" id="{76615658-A112-86C9-C164-541660F4D946}"/>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7780639A-CD52-043E-E2A3-3692B2BE9C0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D7B201A5-9B01-86C6-59AD-D1340510F027}"/>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63F2388A-74BD-D20A-810A-F38BB4E33028}"/>
              </a:ext>
            </a:extLst>
          </p:cNvPr>
          <p:cNvSpPr/>
          <p:nvPr/>
        </p:nvSpPr>
        <p:spPr>
          <a:xfrm>
            <a:off x="4876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3FFE6C1-7FF4-A596-752A-16CF454A7907}"/>
              </a:ext>
            </a:extLst>
          </p:cNvPr>
          <p:cNvSpPr/>
          <p:nvPr/>
        </p:nvSpPr>
        <p:spPr>
          <a:xfrm>
            <a:off x="6705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a:extLst>
              <a:ext uri="{FF2B5EF4-FFF2-40B4-BE49-F238E27FC236}">
                <a16:creationId xmlns:a16="http://schemas.microsoft.com/office/drawing/2014/main" id="{983E5202-A734-F106-C9AB-27EDA6F5CA5E}"/>
              </a:ext>
            </a:extLst>
          </p:cNvPr>
          <p:cNvGrpSpPr/>
          <p:nvPr/>
        </p:nvGrpSpPr>
        <p:grpSpPr>
          <a:xfrm>
            <a:off x="5181600" y="1790700"/>
            <a:ext cx="266700" cy="266700"/>
            <a:chOff x="1524000" y="1981200"/>
            <a:chExt cx="3505200" cy="3505200"/>
          </a:xfrm>
        </p:grpSpPr>
        <p:sp>
          <p:nvSpPr>
            <p:cNvPr id="20" name="Oval 19">
              <a:extLst>
                <a:ext uri="{FF2B5EF4-FFF2-40B4-BE49-F238E27FC236}">
                  <a16:creationId xmlns:a16="http://schemas.microsoft.com/office/drawing/2014/main" id="{77F5C6DB-CBC3-5E16-B3C1-D33FAF0293F1}"/>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B54221AA-C8C2-1FB5-8EE4-0BE78052941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ADA4BDA6-1710-D26B-194E-90BB0B79F5FF}"/>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E98F1E6A-418E-BF8E-E4E7-F05449023BF0}"/>
              </a:ext>
            </a:extLst>
          </p:cNvPr>
          <p:cNvGrpSpPr/>
          <p:nvPr/>
        </p:nvGrpSpPr>
        <p:grpSpPr>
          <a:xfrm>
            <a:off x="1905000" y="2133600"/>
            <a:ext cx="266700" cy="266700"/>
            <a:chOff x="2514600" y="3657600"/>
            <a:chExt cx="266700" cy="266700"/>
          </a:xfrm>
        </p:grpSpPr>
        <p:sp>
          <p:nvSpPr>
            <p:cNvPr id="24" name="Oval 23">
              <a:extLst>
                <a:ext uri="{FF2B5EF4-FFF2-40B4-BE49-F238E27FC236}">
                  <a16:creationId xmlns:a16="http://schemas.microsoft.com/office/drawing/2014/main" id="{2606CB5B-843C-BCFF-D443-E41C33AD10C1}"/>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79CC26DF-1C58-A5F3-E49F-029C97BE8BA6}"/>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59D087EC-8477-06F8-E3E2-1F3D6B4645DB}"/>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7950EF53-FFAF-8A8A-5374-0942F5DCC8B9}"/>
              </a:ext>
            </a:extLst>
          </p:cNvPr>
          <p:cNvGrpSpPr/>
          <p:nvPr/>
        </p:nvGrpSpPr>
        <p:grpSpPr>
          <a:xfrm>
            <a:off x="7315200" y="1905000"/>
            <a:ext cx="266700" cy="266700"/>
            <a:chOff x="2514600" y="3657600"/>
            <a:chExt cx="266700" cy="266700"/>
          </a:xfrm>
        </p:grpSpPr>
        <p:sp>
          <p:nvSpPr>
            <p:cNvPr id="29" name="Oval 28">
              <a:extLst>
                <a:ext uri="{FF2B5EF4-FFF2-40B4-BE49-F238E27FC236}">
                  <a16:creationId xmlns:a16="http://schemas.microsoft.com/office/drawing/2014/main" id="{935D38FB-ECEA-2C9E-5195-0EFF0B7243F7}"/>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B08F542B-4391-EBFF-0F34-E756FF970390}"/>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D941A950-0020-9E9F-1D93-C79E64DABB80}"/>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1AD70815-E93C-FDAE-3A6A-A7828E9A0230}"/>
              </a:ext>
            </a:extLst>
          </p:cNvPr>
          <p:cNvSpPr/>
          <p:nvPr/>
        </p:nvSpPr>
        <p:spPr>
          <a:xfrm>
            <a:off x="60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10957CB-1B82-0D12-CDAF-67033864910C}"/>
              </a:ext>
            </a:extLst>
          </p:cNvPr>
          <p:cNvSpPr/>
          <p:nvPr/>
        </p:nvSpPr>
        <p:spPr>
          <a:xfrm>
            <a:off x="2438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a:extLst>
              <a:ext uri="{FF2B5EF4-FFF2-40B4-BE49-F238E27FC236}">
                <a16:creationId xmlns:a16="http://schemas.microsoft.com/office/drawing/2014/main" id="{20D964E4-DC7B-E264-F4E2-9F3902B894DD}"/>
              </a:ext>
            </a:extLst>
          </p:cNvPr>
          <p:cNvGrpSpPr/>
          <p:nvPr/>
        </p:nvGrpSpPr>
        <p:grpSpPr>
          <a:xfrm>
            <a:off x="3124200" y="2971800"/>
            <a:ext cx="266700" cy="266700"/>
            <a:chOff x="1524000" y="1981200"/>
            <a:chExt cx="3505200" cy="3505200"/>
          </a:xfrm>
        </p:grpSpPr>
        <p:sp>
          <p:nvSpPr>
            <p:cNvPr id="35" name="Oval 34">
              <a:extLst>
                <a:ext uri="{FF2B5EF4-FFF2-40B4-BE49-F238E27FC236}">
                  <a16:creationId xmlns:a16="http://schemas.microsoft.com/office/drawing/2014/main" id="{AD7AB1CF-C266-8704-23B2-1B17B28EE89B}"/>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1AF90A59-B456-0561-7896-D1BB8DD5041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2D0407E6-E476-51F2-FADF-52A6AFC0D099}"/>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AE4D7B03-69AF-03A6-536D-A3D7DDFFB515}"/>
              </a:ext>
            </a:extLst>
          </p:cNvPr>
          <p:cNvSpPr/>
          <p:nvPr/>
        </p:nvSpPr>
        <p:spPr>
          <a:xfrm>
            <a:off x="4876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53DCD9B-28A6-FE7D-4614-25C55EA52C0D}"/>
              </a:ext>
            </a:extLst>
          </p:cNvPr>
          <p:cNvSpPr/>
          <p:nvPr/>
        </p:nvSpPr>
        <p:spPr>
          <a:xfrm>
            <a:off x="6705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a:extLst>
              <a:ext uri="{FF2B5EF4-FFF2-40B4-BE49-F238E27FC236}">
                <a16:creationId xmlns:a16="http://schemas.microsoft.com/office/drawing/2014/main" id="{5CA1C95E-2BB2-8163-9988-CF848A96FB5B}"/>
              </a:ext>
            </a:extLst>
          </p:cNvPr>
          <p:cNvGrpSpPr/>
          <p:nvPr/>
        </p:nvGrpSpPr>
        <p:grpSpPr>
          <a:xfrm>
            <a:off x="7924800" y="3200400"/>
            <a:ext cx="266700" cy="266700"/>
            <a:chOff x="1524000" y="1981200"/>
            <a:chExt cx="3505200" cy="3505200"/>
          </a:xfrm>
        </p:grpSpPr>
        <p:sp>
          <p:nvSpPr>
            <p:cNvPr id="41" name="Oval 40">
              <a:extLst>
                <a:ext uri="{FF2B5EF4-FFF2-40B4-BE49-F238E27FC236}">
                  <a16:creationId xmlns:a16="http://schemas.microsoft.com/office/drawing/2014/main" id="{03125778-A482-7246-DC91-890AEBC627E9}"/>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4DE470D3-F5B6-954F-38F6-7AE3DA8BF163}"/>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64CA91C6-E0F3-B87E-2045-BEA4C3BD9662}"/>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0914E5EF-5CFE-DE52-C6B6-3E954174CE94}"/>
              </a:ext>
            </a:extLst>
          </p:cNvPr>
          <p:cNvGrpSpPr/>
          <p:nvPr/>
        </p:nvGrpSpPr>
        <p:grpSpPr>
          <a:xfrm>
            <a:off x="1905000" y="3352800"/>
            <a:ext cx="266700" cy="266700"/>
            <a:chOff x="2514600" y="3657600"/>
            <a:chExt cx="266700" cy="266700"/>
          </a:xfrm>
        </p:grpSpPr>
        <p:sp>
          <p:nvSpPr>
            <p:cNvPr id="45" name="Oval 44">
              <a:extLst>
                <a:ext uri="{FF2B5EF4-FFF2-40B4-BE49-F238E27FC236}">
                  <a16:creationId xmlns:a16="http://schemas.microsoft.com/office/drawing/2014/main" id="{30386179-3735-7660-373E-49474E789670}"/>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ADFFD409-32C5-E578-9988-9652C7BF9DE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A4B8BD5A-04D9-929B-C401-60A0BB5D225C}"/>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FFF86F12-FF82-6BD9-DFD8-A04DE77E67E6}"/>
              </a:ext>
            </a:extLst>
          </p:cNvPr>
          <p:cNvGrpSpPr/>
          <p:nvPr/>
        </p:nvGrpSpPr>
        <p:grpSpPr>
          <a:xfrm>
            <a:off x="7315200" y="3124200"/>
            <a:ext cx="266700" cy="266700"/>
            <a:chOff x="2514600" y="3657600"/>
            <a:chExt cx="266700" cy="266700"/>
          </a:xfrm>
        </p:grpSpPr>
        <p:sp>
          <p:nvSpPr>
            <p:cNvPr id="49" name="Oval 48">
              <a:extLst>
                <a:ext uri="{FF2B5EF4-FFF2-40B4-BE49-F238E27FC236}">
                  <a16:creationId xmlns:a16="http://schemas.microsoft.com/office/drawing/2014/main" id="{4749B7B9-DE3D-1D38-3C7E-5FF906767468}"/>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a:extLst>
                <a:ext uri="{FF2B5EF4-FFF2-40B4-BE49-F238E27FC236}">
                  <a16:creationId xmlns:a16="http://schemas.microsoft.com/office/drawing/2014/main" id="{49F9F3EB-4733-86FF-F094-26224A12C042}"/>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a:extLst>
                <a:ext uri="{FF2B5EF4-FFF2-40B4-BE49-F238E27FC236}">
                  <a16:creationId xmlns:a16="http://schemas.microsoft.com/office/drawing/2014/main" id="{3B5E0FB4-0472-15EC-AB1B-AC508957FF09}"/>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32227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6849-6C2F-7402-36AE-5C1EC00E503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DCD715-DA45-C677-B694-758693BF0871}"/>
              </a:ext>
            </a:extLst>
          </p:cNvPr>
          <p:cNvSpPr/>
          <p:nvPr/>
        </p:nvSpPr>
        <p:spPr>
          <a:xfrm>
            <a:off x="60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1E74264-9BDD-B654-D7F1-0D1AABC47050}"/>
              </a:ext>
            </a:extLst>
          </p:cNvPr>
          <p:cNvSpPr/>
          <p:nvPr/>
        </p:nvSpPr>
        <p:spPr>
          <a:xfrm>
            <a:off x="2438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a:extLst>
              <a:ext uri="{FF2B5EF4-FFF2-40B4-BE49-F238E27FC236}">
                <a16:creationId xmlns:a16="http://schemas.microsoft.com/office/drawing/2014/main" id="{1095D883-3281-CE91-95A1-0E403B4EA087}"/>
              </a:ext>
            </a:extLst>
          </p:cNvPr>
          <p:cNvGrpSpPr/>
          <p:nvPr/>
        </p:nvGrpSpPr>
        <p:grpSpPr>
          <a:xfrm>
            <a:off x="1219200" y="723900"/>
            <a:ext cx="266700" cy="266700"/>
            <a:chOff x="1524000" y="1981200"/>
            <a:chExt cx="3505200" cy="3505200"/>
          </a:xfrm>
        </p:grpSpPr>
        <p:sp>
          <p:nvSpPr>
            <p:cNvPr id="7" name="Oval 6">
              <a:extLst>
                <a:ext uri="{FF2B5EF4-FFF2-40B4-BE49-F238E27FC236}">
                  <a16:creationId xmlns:a16="http://schemas.microsoft.com/office/drawing/2014/main" id="{8E29FCD0-465B-A975-5851-3A3DA88396F2}"/>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6C722507-67A1-9523-2CE2-69755147B9D4}"/>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7BA1A19C-D423-28A5-29A7-1B88A988F00F}"/>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FC81ACFE-6377-A567-A04E-BBA679EF2B17}"/>
              </a:ext>
            </a:extLst>
          </p:cNvPr>
          <p:cNvSpPr/>
          <p:nvPr/>
        </p:nvSpPr>
        <p:spPr>
          <a:xfrm>
            <a:off x="4876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479B8C-ABF0-463D-2181-B91711AD7C80}"/>
              </a:ext>
            </a:extLst>
          </p:cNvPr>
          <p:cNvSpPr/>
          <p:nvPr/>
        </p:nvSpPr>
        <p:spPr>
          <a:xfrm>
            <a:off x="6705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a:extLst>
              <a:ext uri="{FF2B5EF4-FFF2-40B4-BE49-F238E27FC236}">
                <a16:creationId xmlns:a16="http://schemas.microsoft.com/office/drawing/2014/main" id="{F250213E-18AE-B898-19CC-FA2E736C0B0E}"/>
              </a:ext>
            </a:extLst>
          </p:cNvPr>
          <p:cNvGrpSpPr/>
          <p:nvPr/>
        </p:nvGrpSpPr>
        <p:grpSpPr>
          <a:xfrm>
            <a:off x="5181600" y="723900"/>
            <a:ext cx="266700" cy="266700"/>
            <a:chOff x="1524000" y="1981200"/>
            <a:chExt cx="3505200" cy="3505200"/>
          </a:xfrm>
        </p:grpSpPr>
        <p:sp>
          <p:nvSpPr>
            <p:cNvPr id="20" name="Oval 19">
              <a:extLst>
                <a:ext uri="{FF2B5EF4-FFF2-40B4-BE49-F238E27FC236}">
                  <a16:creationId xmlns:a16="http://schemas.microsoft.com/office/drawing/2014/main" id="{4D590191-BC62-D371-34F2-14D39AE14E37}"/>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ACE8CA10-3057-6441-34AC-E8DF2CF6F277}"/>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AEF43DC5-E0EE-E661-4763-B230A363B25C}"/>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a:extLst>
              <a:ext uri="{FF2B5EF4-FFF2-40B4-BE49-F238E27FC236}">
                <a16:creationId xmlns:a16="http://schemas.microsoft.com/office/drawing/2014/main" id="{E9083A01-F117-3253-9A52-917E282567FF}"/>
              </a:ext>
            </a:extLst>
          </p:cNvPr>
          <p:cNvGrpSpPr/>
          <p:nvPr/>
        </p:nvGrpSpPr>
        <p:grpSpPr>
          <a:xfrm>
            <a:off x="1905000" y="1066800"/>
            <a:ext cx="266700" cy="266700"/>
            <a:chOff x="2514600" y="3657600"/>
            <a:chExt cx="266700" cy="266700"/>
          </a:xfrm>
        </p:grpSpPr>
        <p:sp>
          <p:nvSpPr>
            <p:cNvPr id="24" name="Oval 23">
              <a:extLst>
                <a:ext uri="{FF2B5EF4-FFF2-40B4-BE49-F238E27FC236}">
                  <a16:creationId xmlns:a16="http://schemas.microsoft.com/office/drawing/2014/main" id="{B29317A8-96D5-85DC-54C7-B6A4C3251349}"/>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50FB5000-52C0-7A59-AEC2-907687B5C722}"/>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C6DD1436-E5DA-0AB9-61B3-937FA4823D76}"/>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a:extLst>
              <a:ext uri="{FF2B5EF4-FFF2-40B4-BE49-F238E27FC236}">
                <a16:creationId xmlns:a16="http://schemas.microsoft.com/office/drawing/2014/main" id="{A32D2246-CB5E-D45D-FD75-4B2B225564A1}"/>
              </a:ext>
            </a:extLst>
          </p:cNvPr>
          <p:cNvGrpSpPr/>
          <p:nvPr/>
        </p:nvGrpSpPr>
        <p:grpSpPr>
          <a:xfrm>
            <a:off x="5715000" y="1066800"/>
            <a:ext cx="266700" cy="266700"/>
            <a:chOff x="2514600" y="3657600"/>
            <a:chExt cx="266700" cy="266700"/>
          </a:xfrm>
        </p:grpSpPr>
        <p:sp>
          <p:nvSpPr>
            <p:cNvPr id="29" name="Oval 28">
              <a:extLst>
                <a:ext uri="{FF2B5EF4-FFF2-40B4-BE49-F238E27FC236}">
                  <a16:creationId xmlns:a16="http://schemas.microsoft.com/office/drawing/2014/main" id="{E012BB74-A064-7950-9484-EC4D03D9093C}"/>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56D1F084-9A77-E6C0-EF7E-10F476362B95}"/>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4738F317-09DA-EDE6-0431-2B884884611D}"/>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2F4D3B3-A2B8-4C85-8FEC-7EF6246BF545}"/>
              </a:ext>
            </a:extLst>
          </p:cNvPr>
          <p:cNvSpPr/>
          <p:nvPr/>
        </p:nvSpPr>
        <p:spPr>
          <a:xfrm>
            <a:off x="60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787A56B-0A12-963A-B3FC-8631B90C7357}"/>
              </a:ext>
            </a:extLst>
          </p:cNvPr>
          <p:cNvSpPr/>
          <p:nvPr/>
        </p:nvSpPr>
        <p:spPr>
          <a:xfrm>
            <a:off x="2438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a:extLst>
              <a:ext uri="{FF2B5EF4-FFF2-40B4-BE49-F238E27FC236}">
                <a16:creationId xmlns:a16="http://schemas.microsoft.com/office/drawing/2014/main" id="{91FCA901-5F22-DD99-AF8A-D0E4E9721039}"/>
              </a:ext>
            </a:extLst>
          </p:cNvPr>
          <p:cNvGrpSpPr/>
          <p:nvPr/>
        </p:nvGrpSpPr>
        <p:grpSpPr>
          <a:xfrm>
            <a:off x="3124200" y="1905000"/>
            <a:ext cx="266700" cy="266700"/>
            <a:chOff x="1524000" y="1981200"/>
            <a:chExt cx="3505200" cy="3505200"/>
          </a:xfrm>
        </p:grpSpPr>
        <p:sp>
          <p:nvSpPr>
            <p:cNvPr id="35" name="Oval 34">
              <a:extLst>
                <a:ext uri="{FF2B5EF4-FFF2-40B4-BE49-F238E27FC236}">
                  <a16:creationId xmlns:a16="http://schemas.microsoft.com/office/drawing/2014/main" id="{445F6C19-324F-18FA-6891-3CDB493BA07E}"/>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F19E2E32-BBB4-58DD-2E4A-91487DBAB738}"/>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C87635A6-18CD-7D3E-DFDF-C0C56E066D51}"/>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45EBE278-C7E2-9A02-E730-7DF801202FC9}"/>
              </a:ext>
            </a:extLst>
          </p:cNvPr>
          <p:cNvSpPr/>
          <p:nvPr/>
        </p:nvSpPr>
        <p:spPr>
          <a:xfrm>
            <a:off x="4876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DBB7BD6-83DC-71EE-49AF-E775543330A3}"/>
              </a:ext>
            </a:extLst>
          </p:cNvPr>
          <p:cNvSpPr/>
          <p:nvPr/>
        </p:nvSpPr>
        <p:spPr>
          <a:xfrm>
            <a:off x="6705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a:extLst>
              <a:ext uri="{FF2B5EF4-FFF2-40B4-BE49-F238E27FC236}">
                <a16:creationId xmlns:a16="http://schemas.microsoft.com/office/drawing/2014/main" id="{D8D8C516-0968-8965-695A-BE1EBFC8FD96}"/>
              </a:ext>
            </a:extLst>
          </p:cNvPr>
          <p:cNvGrpSpPr/>
          <p:nvPr/>
        </p:nvGrpSpPr>
        <p:grpSpPr>
          <a:xfrm>
            <a:off x="6096000" y="2209800"/>
            <a:ext cx="266700" cy="266700"/>
            <a:chOff x="1524000" y="1981200"/>
            <a:chExt cx="3505200" cy="3505200"/>
          </a:xfrm>
        </p:grpSpPr>
        <p:sp>
          <p:nvSpPr>
            <p:cNvPr id="41" name="Oval 40">
              <a:extLst>
                <a:ext uri="{FF2B5EF4-FFF2-40B4-BE49-F238E27FC236}">
                  <a16:creationId xmlns:a16="http://schemas.microsoft.com/office/drawing/2014/main" id="{FCC83AA5-4608-B370-1E10-724EBE6A094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97619693-41BD-919F-51C9-D00712F867E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9DB50AB9-9101-44D2-D470-AAFE8B21E4CA}"/>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a:extLst>
              <a:ext uri="{FF2B5EF4-FFF2-40B4-BE49-F238E27FC236}">
                <a16:creationId xmlns:a16="http://schemas.microsoft.com/office/drawing/2014/main" id="{B1D50B59-93B9-4D8C-E61D-AFA286DD9011}"/>
              </a:ext>
            </a:extLst>
          </p:cNvPr>
          <p:cNvGrpSpPr/>
          <p:nvPr/>
        </p:nvGrpSpPr>
        <p:grpSpPr>
          <a:xfrm>
            <a:off x="1905000" y="2286000"/>
            <a:ext cx="266700" cy="266700"/>
            <a:chOff x="2514600" y="3657600"/>
            <a:chExt cx="266700" cy="266700"/>
          </a:xfrm>
        </p:grpSpPr>
        <p:sp>
          <p:nvSpPr>
            <p:cNvPr id="45" name="Oval 44">
              <a:extLst>
                <a:ext uri="{FF2B5EF4-FFF2-40B4-BE49-F238E27FC236}">
                  <a16:creationId xmlns:a16="http://schemas.microsoft.com/office/drawing/2014/main" id="{2311AEEF-FB59-0676-CBE0-80C80890A822}"/>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BB109044-9FB1-A68F-2A47-CF7E0805CCCC}"/>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A3976F73-A5ED-CEC2-1470-822D16991FA9}"/>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a:extLst>
              <a:ext uri="{FF2B5EF4-FFF2-40B4-BE49-F238E27FC236}">
                <a16:creationId xmlns:a16="http://schemas.microsoft.com/office/drawing/2014/main" id="{7FD8015C-666D-8BD1-A514-74519628262F}"/>
              </a:ext>
            </a:extLst>
          </p:cNvPr>
          <p:cNvGrpSpPr/>
          <p:nvPr/>
        </p:nvGrpSpPr>
        <p:grpSpPr>
          <a:xfrm>
            <a:off x="7315200" y="2057400"/>
            <a:ext cx="266700" cy="266700"/>
            <a:chOff x="2514600" y="3657600"/>
            <a:chExt cx="266700" cy="266700"/>
          </a:xfrm>
        </p:grpSpPr>
        <p:sp>
          <p:nvSpPr>
            <p:cNvPr id="49" name="Oval 48">
              <a:extLst>
                <a:ext uri="{FF2B5EF4-FFF2-40B4-BE49-F238E27FC236}">
                  <a16:creationId xmlns:a16="http://schemas.microsoft.com/office/drawing/2014/main" id="{A87D243B-6838-C084-A17C-A634B47788DB}"/>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a:extLst>
                <a:ext uri="{FF2B5EF4-FFF2-40B4-BE49-F238E27FC236}">
                  <a16:creationId xmlns:a16="http://schemas.microsoft.com/office/drawing/2014/main" id="{AAC6F116-0B84-B8E5-7D44-4D6E6E375709}"/>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a:extLst>
                <a:ext uri="{FF2B5EF4-FFF2-40B4-BE49-F238E27FC236}">
                  <a16:creationId xmlns:a16="http://schemas.microsoft.com/office/drawing/2014/main" id="{84AA3666-62BE-5213-8362-2E7FCE78FC2B}"/>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36E6E516-BBA5-279B-8C91-33133191BB0F}"/>
              </a:ext>
            </a:extLst>
          </p:cNvPr>
          <p:cNvSpPr/>
          <p:nvPr/>
        </p:nvSpPr>
        <p:spPr>
          <a:xfrm>
            <a:off x="68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57C30FB-7491-807D-6E4A-F4A52F4DA00C}"/>
              </a:ext>
            </a:extLst>
          </p:cNvPr>
          <p:cNvSpPr/>
          <p:nvPr/>
        </p:nvSpPr>
        <p:spPr>
          <a:xfrm>
            <a:off x="2514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a:extLst>
              <a:ext uri="{FF2B5EF4-FFF2-40B4-BE49-F238E27FC236}">
                <a16:creationId xmlns:a16="http://schemas.microsoft.com/office/drawing/2014/main" id="{5D9649E5-4967-6D16-1F89-035C4A986989}"/>
              </a:ext>
            </a:extLst>
          </p:cNvPr>
          <p:cNvGrpSpPr/>
          <p:nvPr/>
        </p:nvGrpSpPr>
        <p:grpSpPr>
          <a:xfrm>
            <a:off x="1295400" y="3162300"/>
            <a:ext cx="266700" cy="266700"/>
            <a:chOff x="1524000" y="1981200"/>
            <a:chExt cx="3505200" cy="3505200"/>
          </a:xfrm>
        </p:grpSpPr>
        <p:sp>
          <p:nvSpPr>
            <p:cNvPr id="53" name="Oval 52">
              <a:extLst>
                <a:ext uri="{FF2B5EF4-FFF2-40B4-BE49-F238E27FC236}">
                  <a16:creationId xmlns:a16="http://schemas.microsoft.com/office/drawing/2014/main" id="{F51ECDD4-6FC5-9C43-B444-B98BFE4B86B1}"/>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CF9DB643-6871-E86A-ABCB-6C8304BF8A2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D01AF0B1-C9E1-D01F-7891-8A25E46CE904}"/>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A86B9C33-5B00-0518-400C-FCD45E98018F}"/>
              </a:ext>
            </a:extLst>
          </p:cNvPr>
          <p:cNvSpPr/>
          <p:nvPr/>
        </p:nvSpPr>
        <p:spPr>
          <a:xfrm>
            <a:off x="4953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A9F25A0-4394-1968-806D-C6B187E80E56}"/>
              </a:ext>
            </a:extLst>
          </p:cNvPr>
          <p:cNvSpPr/>
          <p:nvPr/>
        </p:nvSpPr>
        <p:spPr>
          <a:xfrm>
            <a:off x="6781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a:extLst>
              <a:ext uri="{FF2B5EF4-FFF2-40B4-BE49-F238E27FC236}">
                <a16:creationId xmlns:a16="http://schemas.microsoft.com/office/drawing/2014/main" id="{412AB5AF-6D3F-9D37-D7E1-A01A561A6575}"/>
              </a:ext>
            </a:extLst>
          </p:cNvPr>
          <p:cNvGrpSpPr/>
          <p:nvPr/>
        </p:nvGrpSpPr>
        <p:grpSpPr>
          <a:xfrm>
            <a:off x="7772400" y="3200400"/>
            <a:ext cx="266700" cy="266700"/>
            <a:chOff x="1524000" y="1981200"/>
            <a:chExt cx="3505200" cy="3505200"/>
          </a:xfrm>
        </p:grpSpPr>
        <p:sp>
          <p:nvSpPr>
            <p:cNvPr id="59" name="Oval 58">
              <a:extLst>
                <a:ext uri="{FF2B5EF4-FFF2-40B4-BE49-F238E27FC236}">
                  <a16:creationId xmlns:a16="http://schemas.microsoft.com/office/drawing/2014/main" id="{846C5C46-E7D5-F00D-2E10-B2664A12C98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6244EA87-A039-55A4-4CF7-962748E15D92}"/>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a:extLst>
                <a:ext uri="{FF2B5EF4-FFF2-40B4-BE49-F238E27FC236}">
                  <a16:creationId xmlns:a16="http://schemas.microsoft.com/office/drawing/2014/main" id="{74F86C1C-75A9-AACC-23E9-3A9F9458496C}"/>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a:extLst>
              <a:ext uri="{FF2B5EF4-FFF2-40B4-BE49-F238E27FC236}">
                <a16:creationId xmlns:a16="http://schemas.microsoft.com/office/drawing/2014/main" id="{140BC21D-9D46-CDC3-11BD-37D06347DB71}"/>
              </a:ext>
            </a:extLst>
          </p:cNvPr>
          <p:cNvGrpSpPr/>
          <p:nvPr/>
        </p:nvGrpSpPr>
        <p:grpSpPr>
          <a:xfrm>
            <a:off x="3657600" y="3505200"/>
            <a:ext cx="266700" cy="266700"/>
            <a:chOff x="2514600" y="3657600"/>
            <a:chExt cx="266700" cy="266700"/>
          </a:xfrm>
        </p:grpSpPr>
        <p:sp>
          <p:nvSpPr>
            <p:cNvPr id="63" name="Oval 62">
              <a:extLst>
                <a:ext uri="{FF2B5EF4-FFF2-40B4-BE49-F238E27FC236}">
                  <a16:creationId xmlns:a16="http://schemas.microsoft.com/office/drawing/2014/main" id="{F5E9D1C0-C1FD-7F9E-149C-D2B3464C0010}"/>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B35DD2B8-8855-0E53-40C0-579427A06C50}"/>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886FCA33-0DFD-3F7F-DFFE-60FDCCA4200A}"/>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a:extLst>
              <a:ext uri="{FF2B5EF4-FFF2-40B4-BE49-F238E27FC236}">
                <a16:creationId xmlns:a16="http://schemas.microsoft.com/office/drawing/2014/main" id="{39E4F7A9-0AB9-4961-0F7D-69E76A4A5F15}"/>
              </a:ext>
            </a:extLst>
          </p:cNvPr>
          <p:cNvGrpSpPr/>
          <p:nvPr/>
        </p:nvGrpSpPr>
        <p:grpSpPr>
          <a:xfrm>
            <a:off x="5867400" y="3429000"/>
            <a:ext cx="266700" cy="266700"/>
            <a:chOff x="2514600" y="3657600"/>
            <a:chExt cx="266700" cy="266700"/>
          </a:xfrm>
        </p:grpSpPr>
        <p:sp>
          <p:nvSpPr>
            <p:cNvPr id="67" name="Oval 66">
              <a:extLst>
                <a:ext uri="{FF2B5EF4-FFF2-40B4-BE49-F238E27FC236}">
                  <a16:creationId xmlns:a16="http://schemas.microsoft.com/office/drawing/2014/main" id="{A267AB1C-1FF1-78A3-B238-230C9643DAB3}"/>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a:extLst>
                <a:ext uri="{FF2B5EF4-FFF2-40B4-BE49-F238E27FC236}">
                  <a16:creationId xmlns:a16="http://schemas.microsoft.com/office/drawing/2014/main" id="{F669AB24-62E5-882C-BE1F-C4125F04F5B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a:extLst>
                <a:ext uri="{FF2B5EF4-FFF2-40B4-BE49-F238E27FC236}">
                  <a16:creationId xmlns:a16="http://schemas.microsoft.com/office/drawing/2014/main" id="{C76AA024-A757-F4B6-2A11-AC8432AD0CAA}"/>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4E120FB8-B2BD-EC41-857B-FAB06DC992A8}"/>
              </a:ext>
            </a:extLst>
          </p:cNvPr>
          <p:cNvSpPr/>
          <p:nvPr/>
        </p:nvSpPr>
        <p:spPr>
          <a:xfrm>
            <a:off x="68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F691A668-9F28-CCAC-E10B-180728AB7865}"/>
              </a:ext>
            </a:extLst>
          </p:cNvPr>
          <p:cNvSpPr/>
          <p:nvPr/>
        </p:nvSpPr>
        <p:spPr>
          <a:xfrm>
            <a:off x="2514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a:extLst>
              <a:ext uri="{FF2B5EF4-FFF2-40B4-BE49-F238E27FC236}">
                <a16:creationId xmlns:a16="http://schemas.microsoft.com/office/drawing/2014/main" id="{D3B53C26-ED50-0EC8-79D8-3FA5F5DC47C9}"/>
              </a:ext>
            </a:extLst>
          </p:cNvPr>
          <p:cNvGrpSpPr/>
          <p:nvPr/>
        </p:nvGrpSpPr>
        <p:grpSpPr>
          <a:xfrm>
            <a:off x="3200400" y="4343400"/>
            <a:ext cx="266700" cy="266700"/>
            <a:chOff x="1524000" y="1981200"/>
            <a:chExt cx="3505200" cy="3505200"/>
          </a:xfrm>
        </p:grpSpPr>
        <p:sp>
          <p:nvSpPr>
            <p:cNvPr id="73" name="Oval 72">
              <a:extLst>
                <a:ext uri="{FF2B5EF4-FFF2-40B4-BE49-F238E27FC236}">
                  <a16:creationId xmlns:a16="http://schemas.microsoft.com/office/drawing/2014/main" id="{61B9F897-913E-7429-321C-A678378A9AFC}"/>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BC2B0B3F-1A8A-293E-00D5-33B567AE881A}"/>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CFA8062B-802B-AC43-7081-6FFD9D8AD2D0}"/>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a:extLst>
              <a:ext uri="{FF2B5EF4-FFF2-40B4-BE49-F238E27FC236}">
                <a16:creationId xmlns:a16="http://schemas.microsoft.com/office/drawing/2014/main" id="{C034E9BB-EEF3-0977-17DD-9DC0E9B2BB9D}"/>
              </a:ext>
            </a:extLst>
          </p:cNvPr>
          <p:cNvSpPr/>
          <p:nvPr/>
        </p:nvSpPr>
        <p:spPr>
          <a:xfrm>
            <a:off x="4953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1B1D1F13-F9EC-4BE5-0C41-34781413CB0E}"/>
              </a:ext>
            </a:extLst>
          </p:cNvPr>
          <p:cNvSpPr/>
          <p:nvPr/>
        </p:nvSpPr>
        <p:spPr>
          <a:xfrm>
            <a:off x="6781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a:extLst>
              <a:ext uri="{FF2B5EF4-FFF2-40B4-BE49-F238E27FC236}">
                <a16:creationId xmlns:a16="http://schemas.microsoft.com/office/drawing/2014/main" id="{96E728CF-89EC-6307-962F-7F886516823E}"/>
              </a:ext>
            </a:extLst>
          </p:cNvPr>
          <p:cNvGrpSpPr/>
          <p:nvPr/>
        </p:nvGrpSpPr>
        <p:grpSpPr>
          <a:xfrm>
            <a:off x="8001000" y="4572000"/>
            <a:ext cx="266700" cy="266700"/>
            <a:chOff x="1524000" y="1981200"/>
            <a:chExt cx="3505200" cy="3505200"/>
          </a:xfrm>
        </p:grpSpPr>
        <p:sp>
          <p:nvSpPr>
            <p:cNvPr id="79" name="Oval 78">
              <a:extLst>
                <a:ext uri="{FF2B5EF4-FFF2-40B4-BE49-F238E27FC236}">
                  <a16:creationId xmlns:a16="http://schemas.microsoft.com/office/drawing/2014/main" id="{D8DBFD9B-A08D-3FCE-8073-E2847EC688C4}"/>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a:extLst>
                <a:ext uri="{FF2B5EF4-FFF2-40B4-BE49-F238E27FC236}">
                  <a16:creationId xmlns:a16="http://schemas.microsoft.com/office/drawing/2014/main" id="{88E14C8F-9D98-5681-B22B-C07E851D7544}"/>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42B22F33-2CE0-498C-9734-35A7D8A7B2B6}"/>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a:extLst>
              <a:ext uri="{FF2B5EF4-FFF2-40B4-BE49-F238E27FC236}">
                <a16:creationId xmlns:a16="http://schemas.microsoft.com/office/drawing/2014/main" id="{05A61527-7DDC-23F4-F857-C6A48CE3DA82}"/>
              </a:ext>
            </a:extLst>
          </p:cNvPr>
          <p:cNvGrpSpPr/>
          <p:nvPr/>
        </p:nvGrpSpPr>
        <p:grpSpPr>
          <a:xfrm>
            <a:off x="1981200" y="4724400"/>
            <a:ext cx="266700" cy="266700"/>
            <a:chOff x="2514600" y="3657600"/>
            <a:chExt cx="266700" cy="266700"/>
          </a:xfrm>
        </p:grpSpPr>
        <p:sp>
          <p:nvSpPr>
            <p:cNvPr id="83" name="Oval 82">
              <a:extLst>
                <a:ext uri="{FF2B5EF4-FFF2-40B4-BE49-F238E27FC236}">
                  <a16:creationId xmlns:a16="http://schemas.microsoft.com/office/drawing/2014/main" id="{071AAC83-EA23-52D0-F407-A44B8EE21669}"/>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a:extLst>
                <a:ext uri="{FF2B5EF4-FFF2-40B4-BE49-F238E27FC236}">
                  <a16:creationId xmlns:a16="http://schemas.microsoft.com/office/drawing/2014/main" id="{42602821-D790-0D5B-81FF-1BCFD9AD3CA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a:extLst>
                <a:ext uri="{FF2B5EF4-FFF2-40B4-BE49-F238E27FC236}">
                  <a16:creationId xmlns:a16="http://schemas.microsoft.com/office/drawing/2014/main" id="{40BB035C-9C44-C9F1-4CB4-436B365237EC}"/>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a:extLst>
              <a:ext uri="{FF2B5EF4-FFF2-40B4-BE49-F238E27FC236}">
                <a16:creationId xmlns:a16="http://schemas.microsoft.com/office/drawing/2014/main" id="{E4F653D1-EA1E-1E70-45FF-265B6368AB7A}"/>
              </a:ext>
            </a:extLst>
          </p:cNvPr>
          <p:cNvGrpSpPr/>
          <p:nvPr/>
        </p:nvGrpSpPr>
        <p:grpSpPr>
          <a:xfrm>
            <a:off x="7391400" y="4495800"/>
            <a:ext cx="266700" cy="266700"/>
            <a:chOff x="2514600" y="3657600"/>
            <a:chExt cx="266700" cy="266700"/>
          </a:xfrm>
        </p:grpSpPr>
        <p:sp>
          <p:nvSpPr>
            <p:cNvPr id="87" name="Oval 86">
              <a:extLst>
                <a:ext uri="{FF2B5EF4-FFF2-40B4-BE49-F238E27FC236}">
                  <a16:creationId xmlns:a16="http://schemas.microsoft.com/office/drawing/2014/main" id="{3ED1ACBC-7570-2844-6434-504B33CA5B0A}"/>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AF4548F1-DB62-340C-C21C-E013FDE986F6}"/>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52EB10B-6235-9DC6-0972-98334C1443D3}"/>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a:extLst>
              <a:ext uri="{FF2B5EF4-FFF2-40B4-BE49-F238E27FC236}">
                <a16:creationId xmlns:a16="http://schemas.microsoft.com/office/drawing/2014/main" id="{587916EF-35AA-CD35-5F46-0907309FD89E}"/>
              </a:ext>
            </a:extLst>
          </p:cNvPr>
          <p:cNvGrpSpPr/>
          <p:nvPr/>
        </p:nvGrpSpPr>
        <p:grpSpPr>
          <a:xfrm>
            <a:off x="762000" y="1066800"/>
            <a:ext cx="266700" cy="266700"/>
            <a:chOff x="2743200" y="5715000"/>
            <a:chExt cx="266700" cy="266700"/>
          </a:xfrm>
        </p:grpSpPr>
        <p:sp>
          <p:nvSpPr>
            <p:cNvPr id="91" name="Oval 90">
              <a:extLst>
                <a:ext uri="{FF2B5EF4-FFF2-40B4-BE49-F238E27FC236}">
                  <a16:creationId xmlns:a16="http://schemas.microsoft.com/office/drawing/2014/main" id="{391AF028-95FF-593D-6EC2-CFC7183A96DA}"/>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a:extLst>
                <a:ext uri="{FF2B5EF4-FFF2-40B4-BE49-F238E27FC236}">
                  <a16:creationId xmlns:a16="http://schemas.microsoft.com/office/drawing/2014/main" id="{FADC33B0-3006-1601-7CEE-FDBB177A91E2}"/>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a:extLst>
                <a:ext uri="{FF2B5EF4-FFF2-40B4-BE49-F238E27FC236}">
                  <a16:creationId xmlns:a16="http://schemas.microsoft.com/office/drawing/2014/main" id="{F8416854-8966-77B6-800E-8CB950217286}"/>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301F4AC2-A5FB-5307-2481-DF27181D5653}"/>
              </a:ext>
            </a:extLst>
          </p:cNvPr>
          <p:cNvGrpSpPr/>
          <p:nvPr/>
        </p:nvGrpSpPr>
        <p:grpSpPr>
          <a:xfrm>
            <a:off x="7391400" y="838200"/>
            <a:ext cx="266700" cy="266700"/>
            <a:chOff x="2743200" y="5715000"/>
            <a:chExt cx="266700" cy="266700"/>
          </a:xfrm>
        </p:grpSpPr>
        <p:sp>
          <p:nvSpPr>
            <p:cNvPr id="96" name="Oval 95">
              <a:extLst>
                <a:ext uri="{FF2B5EF4-FFF2-40B4-BE49-F238E27FC236}">
                  <a16:creationId xmlns:a16="http://schemas.microsoft.com/office/drawing/2014/main" id="{BA9073CB-056E-0C76-99F9-6B07981CF3E0}"/>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a:extLst>
                <a:ext uri="{FF2B5EF4-FFF2-40B4-BE49-F238E27FC236}">
                  <a16:creationId xmlns:a16="http://schemas.microsoft.com/office/drawing/2014/main" id="{71F1B157-F70A-5557-79F1-B786B36DEAE4}"/>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a:extLst>
                <a:ext uri="{FF2B5EF4-FFF2-40B4-BE49-F238E27FC236}">
                  <a16:creationId xmlns:a16="http://schemas.microsoft.com/office/drawing/2014/main" id="{74874F5A-ABE6-9168-AC70-58C938E47C14}"/>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a:extLst>
              <a:ext uri="{FF2B5EF4-FFF2-40B4-BE49-F238E27FC236}">
                <a16:creationId xmlns:a16="http://schemas.microsoft.com/office/drawing/2014/main" id="{6215A5B3-030C-D205-D341-CD3958947251}"/>
              </a:ext>
            </a:extLst>
          </p:cNvPr>
          <p:cNvGrpSpPr/>
          <p:nvPr/>
        </p:nvGrpSpPr>
        <p:grpSpPr>
          <a:xfrm>
            <a:off x="1447800" y="1981200"/>
            <a:ext cx="266700" cy="266700"/>
            <a:chOff x="2743200" y="5715000"/>
            <a:chExt cx="266700" cy="266700"/>
          </a:xfrm>
        </p:grpSpPr>
        <p:sp>
          <p:nvSpPr>
            <p:cNvPr id="100" name="Oval 99">
              <a:extLst>
                <a:ext uri="{FF2B5EF4-FFF2-40B4-BE49-F238E27FC236}">
                  <a16:creationId xmlns:a16="http://schemas.microsoft.com/office/drawing/2014/main" id="{E1600E05-6094-E8F6-08B8-A128AD006025}"/>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a:extLst>
                <a:ext uri="{FF2B5EF4-FFF2-40B4-BE49-F238E27FC236}">
                  <a16:creationId xmlns:a16="http://schemas.microsoft.com/office/drawing/2014/main" id="{A074FFCF-2BAF-CCE2-7DE3-554579803A95}"/>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a:extLst>
                <a:ext uri="{FF2B5EF4-FFF2-40B4-BE49-F238E27FC236}">
                  <a16:creationId xmlns:a16="http://schemas.microsoft.com/office/drawing/2014/main" id="{4E294EE2-87A1-3889-B775-D0A73798234C}"/>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C5AE0938-ACBF-21A7-D85A-15C17BB05CD6}"/>
              </a:ext>
            </a:extLst>
          </p:cNvPr>
          <p:cNvGrpSpPr/>
          <p:nvPr/>
        </p:nvGrpSpPr>
        <p:grpSpPr>
          <a:xfrm>
            <a:off x="5410200" y="1905000"/>
            <a:ext cx="266700" cy="266700"/>
            <a:chOff x="2743200" y="5715000"/>
            <a:chExt cx="266700" cy="266700"/>
          </a:xfrm>
        </p:grpSpPr>
        <p:sp>
          <p:nvSpPr>
            <p:cNvPr id="104" name="Oval 103">
              <a:extLst>
                <a:ext uri="{FF2B5EF4-FFF2-40B4-BE49-F238E27FC236}">
                  <a16:creationId xmlns:a16="http://schemas.microsoft.com/office/drawing/2014/main" id="{32AB7D60-1CD1-1BF2-DAA5-A7FAA81B9C64}"/>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a:extLst>
                <a:ext uri="{FF2B5EF4-FFF2-40B4-BE49-F238E27FC236}">
                  <a16:creationId xmlns:a16="http://schemas.microsoft.com/office/drawing/2014/main" id="{FB1113B7-150F-6F24-0C18-6BDB72E2036E}"/>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a:extLst>
                <a:ext uri="{FF2B5EF4-FFF2-40B4-BE49-F238E27FC236}">
                  <a16:creationId xmlns:a16="http://schemas.microsoft.com/office/drawing/2014/main" id="{0EADC377-17C3-ABD1-9D84-A3C23C1D122B}"/>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a:extLst>
              <a:ext uri="{FF2B5EF4-FFF2-40B4-BE49-F238E27FC236}">
                <a16:creationId xmlns:a16="http://schemas.microsoft.com/office/drawing/2014/main" id="{542F3490-891F-F917-459D-BAC986135548}"/>
              </a:ext>
            </a:extLst>
          </p:cNvPr>
          <p:cNvGrpSpPr/>
          <p:nvPr/>
        </p:nvGrpSpPr>
        <p:grpSpPr>
          <a:xfrm>
            <a:off x="3124200" y="3200400"/>
            <a:ext cx="266700" cy="266700"/>
            <a:chOff x="2743200" y="5715000"/>
            <a:chExt cx="266700" cy="266700"/>
          </a:xfrm>
        </p:grpSpPr>
        <p:sp>
          <p:nvSpPr>
            <p:cNvPr id="108" name="Oval 107">
              <a:extLst>
                <a:ext uri="{FF2B5EF4-FFF2-40B4-BE49-F238E27FC236}">
                  <a16:creationId xmlns:a16="http://schemas.microsoft.com/office/drawing/2014/main" id="{C32FBF36-15E7-B376-B6E0-0AFEABF59F8B}"/>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a:extLst>
                <a:ext uri="{FF2B5EF4-FFF2-40B4-BE49-F238E27FC236}">
                  <a16:creationId xmlns:a16="http://schemas.microsoft.com/office/drawing/2014/main" id="{4C9D66C6-C6E2-D4C5-EA57-D9B9229E2D24}"/>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a:extLst>
                <a:ext uri="{FF2B5EF4-FFF2-40B4-BE49-F238E27FC236}">
                  <a16:creationId xmlns:a16="http://schemas.microsoft.com/office/drawing/2014/main" id="{F1564F6C-1205-5A7D-3C6A-50AA27D6E10E}"/>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F2C983C7-53B6-4613-C559-16CE0FA78175}"/>
              </a:ext>
            </a:extLst>
          </p:cNvPr>
          <p:cNvGrpSpPr/>
          <p:nvPr/>
        </p:nvGrpSpPr>
        <p:grpSpPr>
          <a:xfrm>
            <a:off x="6934200" y="3200400"/>
            <a:ext cx="266700" cy="266700"/>
            <a:chOff x="2743200" y="5715000"/>
            <a:chExt cx="266700" cy="266700"/>
          </a:xfrm>
        </p:grpSpPr>
        <p:sp>
          <p:nvSpPr>
            <p:cNvPr id="112" name="Oval 111">
              <a:extLst>
                <a:ext uri="{FF2B5EF4-FFF2-40B4-BE49-F238E27FC236}">
                  <a16:creationId xmlns:a16="http://schemas.microsoft.com/office/drawing/2014/main" id="{0531A006-BF29-C21F-0E2B-6C133215B010}"/>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a:extLst>
                <a:ext uri="{FF2B5EF4-FFF2-40B4-BE49-F238E27FC236}">
                  <a16:creationId xmlns:a16="http://schemas.microsoft.com/office/drawing/2014/main" id="{E5C8AF7F-41BD-CCA9-BDAA-21566EEEDD4B}"/>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a:extLst>
                <a:ext uri="{FF2B5EF4-FFF2-40B4-BE49-F238E27FC236}">
                  <a16:creationId xmlns:a16="http://schemas.microsoft.com/office/drawing/2014/main" id="{1B4D4E91-34CF-C554-49CC-6E7008523642}"/>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a:extLst>
              <a:ext uri="{FF2B5EF4-FFF2-40B4-BE49-F238E27FC236}">
                <a16:creationId xmlns:a16="http://schemas.microsoft.com/office/drawing/2014/main" id="{CC8A1D32-956D-9402-27E4-50699DDB0CD4}"/>
              </a:ext>
            </a:extLst>
          </p:cNvPr>
          <p:cNvGrpSpPr/>
          <p:nvPr/>
        </p:nvGrpSpPr>
        <p:grpSpPr>
          <a:xfrm>
            <a:off x="3810000" y="4648200"/>
            <a:ext cx="266700" cy="266700"/>
            <a:chOff x="2743200" y="5715000"/>
            <a:chExt cx="266700" cy="266700"/>
          </a:xfrm>
        </p:grpSpPr>
        <p:sp>
          <p:nvSpPr>
            <p:cNvPr id="116" name="Oval 115">
              <a:extLst>
                <a:ext uri="{FF2B5EF4-FFF2-40B4-BE49-F238E27FC236}">
                  <a16:creationId xmlns:a16="http://schemas.microsoft.com/office/drawing/2014/main" id="{9EA7E242-358A-36E3-582A-E0BABDFEBA45}"/>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a:extLst>
                <a:ext uri="{FF2B5EF4-FFF2-40B4-BE49-F238E27FC236}">
                  <a16:creationId xmlns:a16="http://schemas.microsoft.com/office/drawing/2014/main" id="{A6CDA682-74DE-C84F-F2EC-44583C7A09DF}"/>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a:extLst>
                <a:ext uri="{FF2B5EF4-FFF2-40B4-BE49-F238E27FC236}">
                  <a16:creationId xmlns:a16="http://schemas.microsoft.com/office/drawing/2014/main" id="{740654C3-BC9B-4DD7-3C7F-1627C0612C96}"/>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E7D26744-09DC-6FC2-9925-EFF52445E042}"/>
              </a:ext>
            </a:extLst>
          </p:cNvPr>
          <p:cNvGrpSpPr/>
          <p:nvPr/>
        </p:nvGrpSpPr>
        <p:grpSpPr>
          <a:xfrm>
            <a:off x="7086600" y="4724400"/>
            <a:ext cx="266700" cy="266700"/>
            <a:chOff x="2743200" y="5715000"/>
            <a:chExt cx="266700" cy="266700"/>
          </a:xfrm>
        </p:grpSpPr>
        <p:sp>
          <p:nvSpPr>
            <p:cNvPr id="120" name="Oval 119">
              <a:extLst>
                <a:ext uri="{FF2B5EF4-FFF2-40B4-BE49-F238E27FC236}">
                  <a16:creationId xmlns:a16="http://schemas.microsoft.com/office/drawing/2014/main" id="{CF299D79-13EF-D1D3-FDFF-19992491509D}"/>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a:extLst>
                <a:ext uri="{FF2B5EF4-FFF2-40B4-BE49-F238E27FC236}">
                  <a16:creationId xmlns:a16="http://schemas.microsoft.com/office/drawing/2014/main" id="{6EE0FFBD-B338-0F62-1054-561670603F5B}"/>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a:extLst>
                <a:ext uri="{FF2B5EF4-FFF2-40B4-BE49-F238E27FC236}">
                  <a16:creationId xmlns:a16="http://schemas.microsoft.com/office/drawing/2014/main" id="{00B2CDF2-BD28-D900-66CF-BC1E08AB2F5F}"/>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97552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270AF-1815-D4EF-95D8-758361414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C66FD-EF25-D86B-8CFE-8F92B7C34A27}"/>
              </a:ext>
            </a:extLst>
          </p:cNvPr>
          <p:cNvSpPr>
            <a:spLocks noGrp="1"/>
          </p:cNvSpPr>
          <p:nvPr>
            <p:ph type="title"/>
          </p:nvPr>
        </p:nvSpPr>
        <p:spPr/>
        <p:txBody>
          <a:bodyPr/>
          <a:lstStyle/>
          <a:p>
            <a:r>
              <a:rPr lang="en-US" dirty="0"/>
              <a:t>Question 123.16.2</a:t>
            </a:r>
          </a:p>
        </p:txBody>
      </p:sp>
      <p:sp>
        <p:nvSpPr>
          <p:cNvPr id="3" name="Content Placeholder 2">
            <a:extLst>
              <a:ext uri="{FF2B5EF4-FFF2-40B4-BE49-F238E27FC236}">
                <a16:creationId xmlns:a16="http://schemas.microsoft.com/office/drawing/2014/main" id="{D88BD621-9EC5-41DA-3D76-A097670EB60B}"/>
              </a:ext>
            </a:extLst>
          </p:cNvPr>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a:extLst>
              <a:ext uri="{FF2B5EF4-FFF2-40B4-BE49-F238E27FC236}">
                <a16:creationId xmlns:a16="http://schemas.microsoft.com/office/drawing/2014/main" id="{5BFC1072-8537-97BE-6B52-E3D7A220F167}"/>
              </a:ext>
            </a:extLst>
          </p:cNvPr>
          <p:cNvSpPr>
            <a:spLocks noGrp="1"/>
          </p:cNvSpPr>
          <p:nvPr>
            <p:ph type="sldNum" sz="quarter" idx="12"/>
          </p:nvPr>
        </p:nvSpPr>
        <p:spPr/>
        <p:txBody>
          <a:bodyPr/>
          <a:lstStyle/>
          <a:p>
            <a:pPr>
              <a:defRPr/>
            </a:pPr>
            <a:fld id="{4E87D1FB-7ED3-4D53-B026-4508F19EE3B8}" type="slidenum">
              <a:rPr lang="en-US" smtClean="0"/>
              <a:pPr>
                <a:defRPr/>
              </a:pPr>
              <a:t>52</a:t>
            </a:fld>
            <a:endParaRPr lang="en-US"/>
          </a:p>
        </p:txBody>
      </p:sp>
    </p:spTree>
    <p:extLst>
      <p:ext uri="{BB962C8B-B14F-4D97-AF65-F5344CB8AC3E}">
        <p14:creationId xmlns:p14="http://schemas.microsoft.com/office/powerpoint/2010/main" val="191239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5FE75-5871-1913-3D8C-3DCA71C18DC3}"/>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C01C1FE1-D8E2-3CE4-E661-95303F098CC8}"/>
              </a:ext>
            </a:extLst>
          </p:cNvPr>
          <p:cNvSpPr>
            <a:spLocks noGrp="1" noChangeArrowheads="1"/>
          </p:cNvSpPr>
          <p:nvPr>
            <p:ph type="title"/>
          </p:nvPr>
        </p:nvSpPr>
        <p:spPr/>
        <p:txBody>
          <a:bodyPr/>
          <a:lstStyle/>
          <a:p>
            <a:pPr eaLnBrk="1" hangingPunct="1"/>
            <a:r>
              <a:rPr lang="en-US"/>
              <a:t>Probabilities: </a:t>
            </a:r>
          </a:p>
        </p:txBody>
      </p:sp>
      <p:sp>
        <p:nvSpPr>
          <p:cNvPr id="19459" name="Rectangle 3">
            <a:extLst>
              <a:ext uri="{FF2B5EF4-FFF2-40B4-BE49-F238E27FC236}">
                <a16:creationId xmlns:a16="http://schemas.microsoft.com/office/drawing/2014/main" id="{A592D28E-02DB-489E-7DCC-50231526F93E}"/>
              </a:ext>
            </a:extLst>
          </p:cNvPr>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1696165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194C-388A-D59D-57AA-24F37B053D7B}"/>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867352FC-870F-2CD0-11EF-621386D09FBD}"/>
              </a:ext>
            </a:extLst>
          </p:cNvPr>
          <p:cNvSpPr>
            <a:spLocks noGrp="1" noChangeArrowheads="1"/>
          </p:cNvSpPr>
          <p:nvPr>
            <p:ph type="title"/>
          </p:nvPr>
        </p:nvSpPr>
        <p:spPr/>
        <p:txBody>
          <a:bodyPr/>
          <a:lstStyle/>
          <a:p>
            <a:pPr eaLnBrk="1" hangingPunct="1"/>
            <a:r>
              <a:rPr lang="en-US" sz="3200"/>
              <a:t>Adiabatic Free Expansion Again</a:t>
            </a:r>
          </a:p>
        </p:txBody>
      </p:sp>
      <p:grpSp>
        <p:nvGrpSpPr>
          <p:cNvPr id="2" name="Group 3">
            <a:extLst>
              <a:ext uri="{FF2B5EF4-FFF2-40B4-BE49-F238E27FC236}">
                <a16:creationId xmlns:a16="http://schemas.microsoft.com/office/drawing/2014/main" id="{D488E347-234B-6B42-760B-CE1D992BE92D}"/>
              </a:ext>
            </a:extLst>
          </p:cNvPr>
          <p:cNvGrpSpPr>
            <a:grpSpLocks/>
          </p:cNvGrpSpPr>
          <p:nvPr/>
        </p:nvGrpSpPr>
        <p:grpSpPr bwMode="auto">
          <a:xfrm>
            <a:off x="2324100" y="2147888"/>
            <a:ext cx="4419600" cy="3300412"/>
            <a:chOff x="1464" y="1353"/>
            <a:chExt cx="2784" cy="2079"/>
          </a:xfrm>
        </p:grpSpPr>
        <p:sp>
          <p:nvSpPr>
            <p:cNvPr id="20484" name="Rectangle 4">
              <a:extLst>
                <a:ext uri="{FF2B5EF4-FFF2-40B4-BE49-F238E27FC236}">
                  <a16:creationId xmlns:a16="http://schemas.microsoft.com/office/drawing/2014/main" id="{83AA63D9-8EFE-A900-DA27-6F7CA72DF95F}"/>
                </a:ext>
              </a:extLst>
            </p:cNvPr>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a:extLst>
                <a:ext uri="{FF2B5EF4-FFF2-40B4-BE49-F238E27FC236}">
                  <a16:creationId xmlns:a16="http://schemas.microsoft.com/office/drawing/2014/main" id="{0D06651E-571A-DC90-D221-F9DF3F4D78F4}"/>
                </a:ext>
              </a:extLst>
            </p:cNvPr>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a:extLst>
                <a:ext uri="{FF2B5EF4-FFF2-40B4-BE49-F238E27FC236}">
                  <a16:creationId xmlns:a16="http://schemas.microsoft.com/office/drawing/2014/main" id="{B9087F4B-9F6C-8EA2-EC69-F904438D2D8C}"/>
                </a:ext>
              </a:extLst>
            </p:cNvPr>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a:extLst>
                <a:ext uri="{FF2B5EF4-FFF2-40B4-BE49-F238E27FC236}">
                  <a16:creationId xmlns:a16="http://schemas.microsoft.com/office/drawing/2014/main" id="{D9BE436B-783C-7839-D15C-A26F5BE88170}"/>
                </a:ext>
              </a:extLst>
            </p:cNvPr>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074964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62CA-2D66-8001-2E41-B269D471C3E3}"/>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BEB59AF3-DEDF-E40B-715C-862D2DB4D8EA}"/>
              </a:ext>
            </a:extLst>
          </p:cNvPr>
          <p:cNvSpPr>
            <a:spLocks noGrp="1" noChangeArrowheads="1"/>
          </p:cNvSpPr>
          <p:nvPr>
            <p:ph type="title"/>
          </p:nvPr>
        </p:nvSpPr>
        <p:spPr>
          <a:xfrm>
            <a:off x="1231900" y="0"/>
            <a:ext cx="7623175" cy="1143000"/>
          </a:xfrm>
        </p:spPr>
        <p:txBody>
          <a:bodyPr/>
          <a:lstStyle/>
          <a:p>
            <a:pPr eaLnBrk="1" hangingPunct="1"/>
            <a:r>
              <a:rPr lang="en-US" sz="3200"/>
              <a:t>Entropy, Molecule Example Extended</a:t>
            </a:r>
          </a:p>
        </p:txBody>
      </p:sp>
      <p:sp>
        <p:nvSpPr>
          <p:cNvPr id="21507" name="Rectangle 3">
            <a:extLst>
              <a:ext uri="{FF2B5EF4-FFF2-40B4-BE49-F238E27FC236}">
                <a16:creationId xmlns:a16="http://schemas.microsoft.com/office/drawing/2014/main" id="{61DEEF2E-364F-BBD5-D4B5-54C89A819FEA}"/>
              </a:ext>
            </a:extLst>
          </p:cNvPr>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7736552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38D7-DC2B-81B9-8887-CE293C21C737}"/>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7037A918-9CF8-F1BB-FA03-46CA5A972465}"/>
              </a:ext>
            </a:extLst>
          </p:cNvPr>
          <p:cNvSpPr>
            <a:spLocks noGrp="1" noChangeArrowheads="1"/>
          </p:cNvSpPr>
          <p:nvPr>
            <p:ph type="title"/>
          </p:nvPr>
        </p:nvSpPr>
        <p:spPr/>
        <p:txBody>
          <a:bodyPr/>
          <a:lstStyle/>
          <a:p>
            <a:pPr eaLnBrk="1" hangingPunct="1"/>
            <a:r>
              <a:rPr lang="en-US"/>
              <a:t>Entropy and Heat</a:t>
            </a:r>
          </a:p>
        </p:txBody>
      </p:sp>
      <p:sp>
        <p:nvSpPr>
          <p:cNvPr id="1028" name="Rectangle 3">
            <a:extLst>
              <a:ext uri="{FF2B5EF4-FFF2-40B4-BE49-F238E27FC236}">
                <a16:creationId xmlns:a16="http://schemas.microsoft.com/office/drawing/2014/main" id="{7040EC3E-15CD-A080-F7CB-D77960180CC2}"/>
              </a:ext>
            </a:extLst>
          </p:cNvPr>
          <p:cNvSpPr>
            <a:spLocks noGrp="1" noChangeArrowheads="1"/>
          </p:cNvSpPr>
          <p:nvPr>
            <p:ph type="body" idx="1"/>
          </p:nvPr>
        </p:nvSpPr>
        <p:spPr>
          <a:xfrm>
            <a:off x="685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a:extLst>
              <a:ext uri="{FF2B5EF4-FFF2-40B4-BE49-F238E27FC236}">
                <a16:creationId xmlns:a16="http://schemas.microsoft.com/office/drawing/2014/main" id="{44476810-512D-E3C4-8B07-38552E3D0408}"/>
              </a:ext>
            </a:extLst>
          </p:cNvPr>
          <p:cNvGraphicFramePr>
            <a:graphicFrameLocks noChangeAspect="1"/>
          </p:cNvGraphicFramePr>
          <p:nvPr/>
        </p:nvGraphicFramePr>
        <p:xfrm>
          <a:off x="3384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a:extLst>
                          <a:ext uri="{FF2B5EF4-FFF2-40B4-BE49-F238E27FC236}">
                            <a16:creationId xmlns:a16="http://schemas.microsoft.com/office/drawing/2014/main" id="{44476810-512D-E3C4-8B07-38552E3D0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4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99355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D677-FFA3-2D5B-09C0-E983A3046F39}"/>
            </a:ext>
          </a:extLst>
        </p:cNvPr>
        <p:cNvGrpSpPr/>
        <p:nvPr/>
      </p:nvGrpSpPr>
      <p:grpSpPr>
        <a:xfrm>
          <a:off x="0" y="0"/>
          <a:ext cx="0" cy="0"/>
          <a:chOff x="0" y="0"/>
          <a:chExt cx="0" cy="0"/>
        </a:xfrm>
      </p:grpSpPr>
      <p:sp>
        <p:nvSpPr>
          <p:cNvPr id="22530" name="Rectangle 2">
            <a:extLst>
              <a:ext uri="{FF2B5EF4-FFF2-40B4-BE49-F238E27FC236}">
                <a16:creationId xmlns:a16="http://schemas.microsoft.com/office/drawing/2014/main" id="{64F1BA39-D685-5791-8516-5916BECC7113}"/>
              </a:ext>
            </a:extLst>
          </p:cNvPr>
          <p:cNvSpPr>
            <a:spLocks noGrp="1" noChangeArrowheads="1"/>
          </p:cNvSpPr>
          <p:nvPr>
            <p:ph type="title"/>
          </p:nvPr>
        </p:nvSpPr>
        <p:spPr/>
        <p:txBody>
          <a:bodyPr/>
          <a:lstStyle/>
          <a:p>
            <a:pPr eaLnBrk="1" hangingPunct="1"/>
            <a:r>
              <a:rPr lang="en-US"/>
              <a:t>Entropy and Heat, cont</a:t>
            </a:r>
          </a:p>
        </p:txBody>
      </p:sp>
      <p:sp>
        <p:nvSpPr>
          <p:cNvPr id="22531" name="Rectangle 3">
            <a:extLst>
              <a:ext uri="{FF2B5EF4-FFF2-40B4-BE49-F238E27FC236}">
                <a16:creationId xmlns:a16="http://schemas.microsoft.com/office/drawing/2014/main" id="{E93B0187-43DE-1E68-033F-A8F21E036011}"/>
              </a:ext>
            </a:extLst>
          </p:cNvPr>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41466475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532F-F65F-E306-B751-BAC53677302A}"/>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0BA53E26-EB61-F965-09A4-744F9BC74F53}"/>
              </a:ext>
            </a:extLst>
          </p:cNvPr>
          <p:cNvSpPr>
            <a:spLocks noGrp="1" noChangeArrowheads="1"/>
          </p:cNvSpPr>
          <p:nvPr>
            <p:ph type="title"/>
          </p:nvPr>
        </p:nvSpPr>
        <p:spPr/>
        <p:txBody>
          <a:bodyPr/>
          <a:lstStyle/>
          <a:p>
            <a:pPr eaLnBrk="1" hangingPunct="1"/>
            <a:r>
              <a:rPr lang="en-US"/>
              <a:t>More About Change in Entropy</a:t>
            </a:r>
          </a:p>
        </p:txBody>
      </p:sp>
      <p:sp>
        <p:nvSpPr>
          <p:cNvPr id="2052" name="Rectangle 3">
            <a:extLst>
              <a:ext uri="{FF2B5EF4-FFF2-40B4-BE49-F238E27FC236}">
                <a16:creationId xmlns:a16="http://schemas.microsoft.com/office/drawing/2014/main" id="{7E1F8F3E-42DF-5E78-4EB0-DA2BD0589235}"/>
              </a:ext>
            </a:extLst>
          </p:cNvPr>
          <p:cNvSpPr>
            <a:spLocks noGrp="1" noChangeArrowheads="1"/>
          </p:cNvSpPr>
          <p:nvPr>
            <p:ph type="body" idx="1"/>
          </p:nvPr>
        </p:nvSpPr>
        <p:spPr/>
        <p:txBody>
          <a:bodyPr/>
          <a:lstStyle/>
          <a:p>
            <a:pPr eaLnBrk="1" hangingPunct="1"/>
            <a:r>
              <a:rPr lang="en-US" i="1"/>
              <a:t>dQ</a:t>
            </a:r>
            <a:r>
              <a:rPr lang="en-US" i="1" baseline="-25000"/>
              <a:t>r</a:t>
            </a:r>
            <a:r>
              <a:rPr lang="en-US"/>
              <a:t> is measured along a reversible path, even if the system may have followed an irreversible path</a:t>
            </a:r>
          </a:p>
          <a:p>
            <a:pPr eaLnBrk="1" hangingPunct="1"/>
            <a:r>
              <a:rPr lang="en-US"/>
              <a:t>The meaningful quantity is the </a:t>
            </a:r>
            <a:r>
              <a:rPr lang="en-US" i="1"/>
              <a:t>change</a:t>
            </a:r>
            <a:r>
              <a:rPr lang="en-US"/>
              <a:t> in entropy and not the entropy itself</a:t>
            </a:r>
          </a:p>
          <a:p>
            <a:pPr eaLnBrk="1" hangingPunct="1"/>
            <a:r>
              <a:rPr lang="en-US"/>
              <a:t>For a finite process,</a:t>
            </a:r>
          </a:p>
        </p:txBody>
      </p:sp>
      <p:graphicFrame>
        <p:nvGraphicFramePr>
          <p:cNvPr id="2050" name="Object 4">
            <a:extLst>
              <a:ext uri="{FF2B5EF4-FFF2-40B4-BE49-F238E27FC236}">
                <a16:creationId xmlns:a16="http://schemas.microsoft.com/office/drawing/2014/main" id="{3D0FAA72-9985-7AB9-4BC8-7F87EE68570A}"/>
              </a:ext>
            </a:extLst>
          </p:cNvPr>
          <p:cNvGraphicFramePr>
            <a:graphicFrameLocks noChangeAspect="1"/>
          </p:cNvGraphicFramePr>
          <p:nvPr/>
        </p:nvGraphicFramePr>
        <p:xfrm>
          <a:off x="2446338" y="4892675"/>
          <a:ext cx="3711575" cy="1116013"/>
        </p:xfrm>
        <a:graphic>
          <a:graphicData uri="http://schemas.openxmlformats.org/presentationml/2006/ole">
            <mc:AlternateContent xmlns:mc="http://schemas.openxmlformats.org/markup-compatibility/2006">
              <mc:Choice xmlns:v="urn:schemas-microsoft-com:vml" Requires="v">
                <p:oleObj name="Equation" r:id="rId2" imgW="1307880" imgH="393480" progId="Equation.DSMT4">
                  <p:embed/>
                </p:oleObj>
              </mc:Choice>
              <mc:Fallback>
                <p:oleObj name="Equation" r:id="rId2" imgW="1307880" imgH="393480" progId="Equation.DSMT4">
                  <p:embed/>
                  <p:pic>
                    <p:nvPicPr>
                      <p:cNvPr id="2050" name="Object 4">
                        <a:extLst>
                          <a:ext uri="{FF2B5EF4-FFF2-40B4-BE49-F238E27FC236}">
                            <a16:creationId xmlns:a16="http://schemas.microsoft.com/office/drawing/2014/main" id="{3D0FAA72-9985-7AB9-4BC8-7F87EE685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338" y="4892675"/>
                        <a:ext cx="3711575"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34971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6DBD6-44C9-EFA5-93B9-BFC27EB49914}"/>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0B8E9290-B1CA-1922-5678-0690855BB02B}"/>
              </a:ext>
            </a:extLst>
          </p:cNvPr>
          <p:cNvSpPr>
            <a:spLocks noGrp="1" noChangeArrowheads="1"/>
          </p:cNvSpPr>
          <p:nvPr>
            <p:ph type="title"/>
          </p:nvPr>
        </p:nvSpPr>
        <p:spPr/>
        <p:txBody>
          <a:bodyPr/>
          <a:lstStyle/>
          <a:p>
            <a:pPr eaLnBrk="1" hangingPunct="1"/>
            <a:r>
              <a:rPr lang="en-US"/>
              <a:t>Change in Entropy, cont</a:t>
            </a:r>
          </a:p>
        </p:txBody>
      </p:sp>
      <p:sp>
        <p:nvSpPr>
          <p:cNvPr id="23555" name="Rectangle 3">
            <a:extLst>
              <a:ext uri="{FF2B5EF4-FFF2-40B4-BE49-F238E27FC236}">
                <a16:creationId xmlns:a16="http://schemas.microsoft.com/office/drawing/2014/main" id="{58DAE673-2C22-896F-4431-A08EC70346B5}"/>
              </a:ext>
            </a:extLst>
          </p:cNvPr>
          <p:cNvSpPr>
            <a:spLocks noGrp="1" noChangeArrowheads="1"/>
          </p:cNvSpPr>
          <p:nvPr>
            <p:ph type="body" idx="1"/>
          </p:nvPr>
        </p:nvSpPr>
        <p:spPr/>
        <p:txBody>
          <a:bodyPr/>
          <a:lstStyle/>
          <a:p>
            <a:pPr eaLnBrk="1" hangingPunct="1"/>
            <a:r>
              <a:rPr lang="en-US"/>
              <a:t>The change in entropy of a system going from one state to another has the same value for all paths connecting the two states</a:t>
            </a:r>
          </a:p>
          <a:p>
            <a:pPr eaLnBrk="1" hangingPunct="1"/>
            <a:r>
              <a:rPr lang="en-US"/>
              <a:t>The finite change in entropy depends only on the properties of the initial and final equilibrium states</a:t>
            </a:r>
          </a:p>
        </p:txBody>
      </p:sp>
    </p:spTree>
    <p:extLst>
      <p:ext uri="{BB962C8B-B14F-4D97-AF65-F5344CB8AC3E}">
        <p14:creationId xmlns:p14="http://schemas.microsoft.com/office/powerpoint/2010/main" val="30607898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8C6D-0E84-DE56-D53C-831722A219A4}"/>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2FA4693F-444A-7684-7A42-15D0568C8A25}"/>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for a Reversible Cycle</a:t>
            </a:r>
            <a:endParaRPr lang="en-US">
              <a:latin typeface="Symbol" pitchFamily="18" charset="2"/>
            </a:endParaRPr>
          </a:p>
        </p:txBody>
      </p:sp>
      <p:sp>
        <p:nvSpPr>
          <p:cNvPr id="3076" name="Rectangle 3">
            <a:extLst>
              <a:ext uri="{FF2B5EF4-FFF2-40B4-BE49-F238E27FC236}">
                <a16:creationId xmlns:a16="http://schemas.microsoft.com/office/drawing/2014/main" id="{FE1C8B3F-B78C-CFF4-CE9C-01EBCC2E640F}"/>
              </a:ext>
            </a:extLst>
          </p:cNvPr>
          <p:cNvSpPr>
            <a:spLocks noGrp="1" noChangeArrowheads="1"/>
          </p:cNvSpPr>
          <p:nvPr>
            <p:ph type="body" idx="1"/>
          </p:nvPr>
        </p:nvSpPr>
        <p:spPr/>
        <p:txBody>
          <a:bodyPr/>
          <a:lstStyle/>
          <a:p>
            <a:pPr eaLnBrk="1" hangingPunct="1"/>
            <a:r>
              <a:rPr lang="en-US">
                <a:latin typeface="Symbol" pitchFamily="18" charset="2"/>
              </a:rPr>
              <a:t>D</a:t>
            </a:r>
            <a:r>
              <a:rPr lang="en-US" i="1"/>
              <a:t>S</a:t>
            </a:r>
            <a:r>
              <a:rPr lang="en-US"/>
              <a:t> = 0 for any reversible cycle</a:t>
            </a:r>
          </a:p>
          <a:p>
            <a:pPr eaLnBrk="1" hangingPunct="1"/>
            <a:r>
              <a:rPr lang="en-US"/>
              <a:t>In general, </a:t>
            </a:r>
          </a:p>
          <a:p>
            <a:pPr eaLnBrk="1" hangingPunct="1"/>
            <a:endParaRPr lang="en-US"/>
          </a:p>
          <a:p>
            <a:pPr eaLnBrk="1" hangingPunct="1"/>
            <a:endParaRPr lang="en-US"/>
          </a:p>
          <a:p>
            <a:pPr lvl="1" eaLnBrk="1" hangingPunct="1"/>
            <a:r>
              <a:rPr lang="en-US"/>
              <a:t>This integral symbol indicates the integral is over a closed path</a:t>
            </a:r>
          </a:p>
        </p:txBody>
      </p:sp>
      <p:graphicFrame>
        <p:nvGraphicFramePr>
          <p:cNvPr id="3074" name="Object 5">
            <a:extLst>
              <a:ext uri="{FF2B5EF4-FFF2-40B4-BE49-F238E27FC236}">
                <a16:creationId xmlns:a16="http://schemas.microsoft.com/office/drawing/2014/main" id="{B7FD66CB-0065-2445-0A61-8D5ACE82094F}"/>
              </a:ext>
            </a:extLst>
          </p:cNvPr>
          <p:cNvGraphicFramePr>
            <a:graphicFrameLocks noChangeAspect="1"/>
          </p:cNvGraphicFramePr>
          <p:nvPr/>
        </p:nvGraphicFramePr>
        <p:xfrm>
          <a:off x="3417888" y="2865438"/>
          <a:ext cx="1643062" cy="1019175"/>
        </p:xfrm>
        <a:graphic>
          <a:graphicData uri="http://schemas.openxmlformats.org/presentationml/2006/ole">
            <mc:AlternateContent xmlns:mc="http://schemas.openxmlformats.org/markup-compatibility/2006">
              <mc:Choice xmlns:v="urn:schemas-microsoft-com:vml" Requires="v">
                <p:oleObj name="Equation" r:id="rId2" imgW="634680" imgH="393480" progId="Equation.3">
                  <p:embed/>
                </p:oleObj>
              </mc:Choice>
              <mc:Fallback>
                <p:oleObj name="Equation" r:id="rId2" imgW="634680" imgH="393480" progId="Equation.3">
                  <p:embed/>
                  <p:pic>
                    <p:nvPicPr>
                      <p:cNvPr id="3074" name="Object 5">
                        <a:extLst>
                          <a:ext uri="{FF2B5EF4-FFF2-40B4-BE49-F238E27FC236}">
                            <a16:creationId xmlns:a16="http://schemas.microsoft.com/office/drawing/2014/main" id="{B7FD66CB-0065-2445-0A61-8D5ACE820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865438"/>
                        <a:ext cx="1643062"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804150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C93F-8E39-FF19-39C6-87DD50F85FEF}"/>
            </a:ext>
          </a:extLst>
        </p:cNvPr>
        <p:cNvGrpSpPr/>
        <p:nvPr/>
      </p:nvGrpSpPr>
      <p:grpSpPr>
        <a:xfrm>
          <a:off x="0" y="0"/>
          <a:ext cx="0" cy="0"/>
          <a:chOff x="0" y="0"/>
          <a:chExt cx="0" cy="0"/>
        </a:xfrm>
      </p:grpSpPr>
      <p:sp>
        <p:nvSpPr>
          <p:cNvPr id="4099" name="Rectangle 4">
            <a:extLst>
              <a:ext uri="{FF2B5EF4-FFF2-40B4-BE49-F238E27FC236}">
                <a16:creationId xmlns:a16="http://schemas.microsoft.com/office/drawing/2014/main" id="{FAF103A4-B550-3D62-EBD7-15EF2E7B154C}"/>
              </a:ext>
            </a:extLst>
          </p:cNvPr>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a:extLst>
              <a:ext uri="{FF2B5EF4-FFF2-40B4-BE49-F238E27FC236}">
                <a16:creationId xmlns:a16="http://schemas.microsoft.com/office/drawing/2014/main" id="{24B6A1C9-75BF-54BB-C5B5-C67850248A83}"/>
              </a:ext>
            </a:extLst>
          </p:cNvPr>
          <p:cNvSpPr>
            <a:spLocks noGrp="1" noChangeArrowheads="1"/>
          </p:cNvSpPr>
          <p:nvPr>
            <p:ph type="body" idx="1"/>
          </p:nvPr>
        </p:nvSpPr>
        <p:spPr>
          <a:xfrm>
            <a:off x="1182688" y="1493838"/>
            <a:ext cx="7772400" cy="4535487"/>
          </a:xfrm>
        </p:spPr>
        <p:txBody>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p:graphicFrame>
        <p:nvGraphicFramePr>
          <p:cNvPr id="4098" name="Object 6">
            <a:extLst>
              <a:ext uri="{FF2B5EF4-FFF2-40B4-BE49-F238E27FC236}">
                <a16:creationId xmlns:a16="http://schemas.microsoft.com/office/drawing/2014/main" id="{9EE44879-717C-24B1-5E08-5DEE5D7262D7}"/>
              </a:ext>
            </a:extLst>
          </p:cNvPr>
          <p:cNvGraphicFramePr>
            <a:graphicFrameLocks noChangeAspect="1"/>
          </p:cNvGraphicFramePr>
          <p:nvPr/>
        </p:nvGraphicFramePr>
        <p:xfrm>
          <a:off x="2209800" y="3971925"/>
          <a:ext cx="4321175" cy="87312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098" name="Object 6">
                        <a:extLst>
                          <a:ext uri="{FF2B5EF4-FFF2-40B4-BE49-F238E27FC236}">
                            <a16:creationId xmlns:a16="http://schemas.microsoft.com/office/drawing/2014/main" id="{9EE44879-717C-24B1-5E08-5DEE5D726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971925"/>
                        <a:ext cx="432117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0216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79DB-C5BF-02FE-CD54-AC8471879463}"/>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6F1882B3-A743-DE43-D006-789831300B1A}"/>
              </a:ext>
            </a:extLst>
          </p:cNvPr>
          <p:cNvSpPr>
            <a:spLocks noGrp="1" noChangeArrowheads="1"/>
          </p:cNvSpPr>
          <p:nvPr>
            <p:ph type="title"/>
          </p:nvPr>
        </p:nvSpPr>
        <p:spPr>
          <a:xfrm>
            <a:off x="1149350" y="0"/>
            <a:ext cx="7827963" cy="1143000"/>
          </a:xfrm>
        </p:spPr>
        <p:txBody>
          <a:bodyPr/>
          <a:lstStyle/>
          <a:p>
            <a:pPr eaLnBrk="1" hangingPunct="1"/>
            <a:r>
              <a:rPr lang="en-US" sz="2800"/>
              <a:t>Entropy Changes in Irreversible Processes</a:t>
            </a:r>
          </a:p>
        </p:txBody>
      </p:sp>
      <p:sp>
        <p:nvSpPr>
          <p:cNvPr id="24579" name="Rectangle 3">
            <a:extLst>
              <a:ext uri="{FF2B5EF4-FFF2-40B4-BE49-F238E27FC236}">
                <a16:creationId xmlns:a16="http://schemas.microsoft.com/office/drawing/2014/main" id="{DEC2B925-89CE-C6F2-E34A-8CB6DEF73557}"/>
              </a:ext>
            </a:extLst>
          </p:cNvPr>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2658217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3973-34A5-D7C3-3D62-9A3548C7FFC7}"/>
            </a:ext>
          </a:extLst>
        </p:cNvPr>
        <p:cNvGrpSpPr/>
        <p:nvPr/>
      </p:nvGrpSpPr>
      <p:grpSpPr>
        <a:xfrm>
          <a:off x="0" y="0"/>
          <a:ext cx="0" cy="0"/>
          <a:chOff x="0" y="0"/>
          <a:chExt cx="0" cy="0"/>
        </a:xfrm>
      </p:grpSpPr>
      <p:sp>
        <p:nvSpPr>
          <p:cNvPr id="25602" name="Rectangle 3">
            <a:extLst>
              <a:ext uri="{FF2B5EF4-FFF2-40B4-BE49-F238E27FC236}">
                <a16:creationId xmlns:a16="http://schemas.microsoft.com/office/drawing/2014/main" id="{1B5DDC7A-607E-F144-5D38-713E315470D0}"/>
              </a:ext>
            </a:extLst>
          </p:cNvPr>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a:extLst>
              <a:ext uri="{FF2B5EF4-FFF2-40B4-BE49-F238E27FC236}">
                <a16:creationId xmlns:a16="http://schemas.microsoft.com/office/drawing/2014/main" id="{1613BC5B-F47A-6CED-F94E-47F8475E9F48}"/>
              </a:ext>
            </a:extLst>
          </p:cNvPr>
          <p:cNvSpPr>
            <a:spLocks noGrp="1" noChangeArrowheads="1"/>
          </p:cNvSpPr>
          <p:nvPr>
            <p:ph type="title"/>
          </p:nvPr>
        </p:nvSpPr>
        <p:spPr>
          <a:xfrm>
            <a:off x="1136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20190232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45B6D-1656-F1CB-C7CA-5648F5720C77}"/>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EC54689-9CE4-48BE-FCD8-6EC00E1E5298}"/>
              </a:ext>
            </a:extLst>
          </p:cNvPr>
          <p:cNvSpPr>
            <a:spLocks noGrp="1" noChangeArrowheads="1"/>
          </p:cNvSpPr>
          <p:nvPr>
            <p:ph type="title"/>
          </p:nvPr>
        </p:nvSpPr>
        <p:spPr>
          <a:xfrm>
            <a:off x="1095375" y="0"/>
            <a:ext cx="8048625" cy="1143000"/>
          </a:xfrm>
        </p:spPr>
        <p:txBody>
          <a:bodyPr/>
          <a:lstStyle/>
          <a:p>
            <a:pPr eaLnBrk="1" hangingPunct="1"/>
            <a:r>
              <a:rPr lang="en-US" sz="2800"/>
              <a:t>Entropy Changes in Irreversible Processes, final</a:t>
            </a:r>
          </a:p>
        </p:txBody>
      </p:sp>
      <p:sp>
        <p:nvSpPr>
          <p:cNvPr id="26627" name="Rectangle 3">
            <a:extLst>
              <a:ext uri="{FF2B5EF4-FFF2-40B4-BE49-F238E27FC236}">
                <a16:creationId xmlns:a16="http://schemas.microsoft.com/office/drawing/2014/main" id="{E2C7EF2E-516C-C2AF-38CB-662671219CE7}"/>
              </a:ext>
            </a:extLst>
          </p:cNvPr>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8431845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A25F-FDF9-76A5-F241-E4F6FA4D8FF2}"/>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E78F299A-323F-A3B1-8276-8C9B9A7EA05B}"/>
              </a:ext>
            </a:extLst>
          </p:cNvPr>
          <p:cNvSpPr>
            <a:spLocks noGrp="1" noChangeArrowheads="1"/>
          </p:cNvSpPr>
          <p:nvPr>
            <p:ph type="title"/>
          </p:nvPr>
        </p:nvSpPr>
        <p:spPr/>
        <p:txBody>
          <a:bodyPr/>
          <a:lstStyle/>
          <a:p>
            <a:pPr eaLnBrk="1" hangingPunct="1"/>
            <a:r>
              <a:rPr lang="en-US"/>
              <a:t>Heat Death of the Universe</a:t>
            </a:r>
          </a:p>
        </p:txBody>
      </p:sp>
      <p:sp>
        <p:nvSpPr>
          <p:cNvPr id="27651" name="Rectangle 3">
            <a:extLst>
              <a:ext uri="{FF2B5EF4-FFF2-40B4-BE49-F238E27FC236}">
                <a16:creationId xmlns:a16="http://schemas.microsoft.com/office/drawing/2014/main" id="{465D452A-312A-C3EC-7674-C862C641C591}"/>
              </a:ext>
            </a:extLst>
          </p:cNvPr>
          <p:cNvSpPr>
            <a:spLocks noGrp="1" noChangeArrowheads="1"/>
          </p:cNvSpPr>
          <p:nvPr>
            <p:ph type="body" idx="1"/>
          </p:nvPr>
        </p:nvSpPr>
        <p:spPr/>
        <p:txBody>
          <a:bodyPr/>
          <a:lstStyle/>
          <a:p>
            <a:pPr eaLnBrk="1" hangingPunct="1"/>
            <a:r>
              <a:rPr lang="en-US" sz="2800"/>
              <a:t>Ultimately, the entropy of the Universe should reach a maximum value</a:t>
            </a:r>
          </a:p>
          <a:p>
            <a:pPr eaLnBrk="1" hangingPunct="1"/>
            <a:r>
              <a:rPr lang="en-US" sz="2800"/>
              <a:t>At this value, the Universe will be in a state of uniform temperature and density</a:t>
            </a:r>
          </a:p>
          <a:p>
            <a:pPr eaLnBrk="1" hangingPunct="1"/>
            <a:r>
              <a:rPr lang="en-US" sz="2800"/>
              <a:t>All physical, chemical, and biological processes will cease</a:t>
            </a:r>
          </a:p>
          <a:p>
            <a:pPr lvl="1" eaLnBrk="1" hangingPunct="1"/>
            <a:r>
              <a:rPr lang="en-US" sz="2400"/>
              <a:t>The state of perfect disorder implies that no energy is available for doing work</a:t>
            </a:r>
          </a:p>
          <a:p>
            <a:pPr lvl="1" eaLnBrk="1" hangingPunct="1"/>
            <a:r>
              <a:rPr lang="en-US" sz="2400"/>
              <a:t>This state is called the heat death of the Universe</a:t>
            </a:r>
          </a:p>
        </p:txBody>
      </p:sp>
    </p:spTree>
    <p:extLst>
      <p:ext uri="{BB962C8B-B14F-4D97-AF65-F5344CB8AC3E}">
        <p14:creationId xmlns:p14="http://schemas.microsoft.com/office/powerpoint/2010/main" val="23213476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B195-169A-1FAE-DC41-BFAE91D2CC96}"/>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C0EE6483-693D-2846-FDDD-960F7D13B1F7}"/>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a:extLst>
              <a:ext uri="{FF2B5EF4-FFF2-40B4-BE49-F238E27FC236}">
                <a16:creationId xmlns:a16="http://schemas.microsoft.com/office/drawing/2014/main" id="{22992773-5EBC-6FCD-8C55-2E67DE9D0AA7}"/>
              </a:ext>
            </a:extLst>
          </p:cNvPr>
          <p:cNvSpPr>
            <a:spLocks noGrp="1" noChangeArrowheads="1"/>
          </p:cNvSpPr>
          <p:nvPr>
            <p:ph type="body" idx="1"/>
          </p:nvPr>
        </p:nvSpPr>
        <p:spPr/>
        <p:txBody>
          <a:bodyPr/>
          <a:lstStyle/>
          <a:p>
            <a:pPr eaLnBrk="1" hangingPunct="1">
              <a:lnSpc>
                <a:spcPct val="90000"/>
              </a:lnSpc>
            </a:pPr>
            <a:r>
              <a:rPr lang="en-US" sz="2800"/>
              <a:t>The cold reservoir absorbs </a:t>
            </a:r>
            <a:r>
              <a:rPr lang="en-US" sz="2800" i="1"/>
              <a:t>Q</a:t>
            </a:r>
            <a:r>
              <a:rPr lang="en-US" sz="2800"/>
              <a:t> and its entropy changes by </a:t>
            </a:r>
            <a:r>
              <a:rPr lang="en-US" sz="2800" i="1"/>
              <a:t>Q</a:t>
            </a:r>
            <a:r>
              <a:rPr lang="en-US" sz="2800"/>
              <a:t>/</a:t>
            </a:r>
            <a:r>
              <a:rPr lang="en-US" sz="2800" i="1"/>
              <a:t>T</a:t>
            </a:r>
            <a:r>
              <a:rPr lang="en-US" sz="2800" i="1" baseline="-25000"/>
              <a:t>c</a:t>
            </a:r>
          </a:p>
          <a:p>
            <a:pPr eaLnBrk="1" hangingPunct="1">
              <a:lnSpc>
                <a:spcPct val="90000"/>
              </a:lnSpc>
            </a:pPr>
            <a:r>
              <a:rPr lang="en-US" sz="2800"/>
              <a:t>At the same time, the hot reservoir loses </a:t>
            </a:r>
            <a:r>
              <a:rPr lang="en-US" sz="2800" i="1"/>
              <a:t>Q</a:t>
            </a:r>
            <a:r>
              <a:rPr lang="en-US" sz="2800"/>
              <a:t> and its entropy changes by -</a:t>
            </a:r>
            <a:r>
              <a:rPr lang="en-US" sz="2800" i="1"/>
              <a:t>Q</a:t>
            </a:r>
            <a:r>
              <a:rPr lang="en-US" sz="2800"/>
              <a:t>/</a:t>
            </a:r>
            <a:r>
              <a:rPr lang="en-US" sz="2800" i="1"/>
              <a:t>T</a:t>
            </a:r>
            <a:r>
              <a:rPr lang="en-US" sz="2800" i="1" baseline="-25000"/>
              <a:t>h</a:t>
            </a:r>
          </a:p>
          <a:p>
            <a:pPr eaLnBrk="1" hangingPunct="1">
              <a:lnSpc>
                <a:spcPct val="90000"/>
              </a:lnSpc>
            </a:pPr>
            <a:r>
              <a:rPr lang="en-US" sz="2800"/>
              <a:t>Since </a:t>
            </a:r>
            <a:r>
              <a:rPr lang="en-US" sz="2800" i="1"/>
              <a:t>T</a:t>
            </a:r>
            <a:r>
              <a:rPr lang="en-US" sz="2800" i="1" baseline="-25000"/>
              <a:t>h</a:t>
            </a:r>
            <a:r>
              <a:rPr lang="en-US" sz="2800"/>
              <a:t> &gt; </a:t>
            </a:r>
            <a:r>
              <a:rPr lang="en-US" sz="2800" i="1"/>
              <a:t>T</a:t>
            </a:r>
            <a:r>
              <a:rPr lang="en-US" sz="2800" i="1" baseline="-25000"/>
              <a:t>c </a:t>
            </a:r>
            <a:r>
              <a:rPr lang="en-US" sz="2800"/>
              <a:t>, the increase in entropy in the cold reservoir is greater than the decrease in entropy in the hot reservoir</a:t>
            </a:r>
          </a:p>
          <a:p>
            <a:pPr eaLnBrk="1" hangingPunct="1">
              <a:lnSpc>
                <a:spcPct val="90000"/>
              </a:lnSpc>
            </a:pPr>
            <a:r>
              <a:rPr lang="en-US" sz="2800"/>
              <a:t>Therefore, </a:t>
            </a:r>
            <a:r>
              <a:rPr lang="en-US" sz="2800">
                <a:latin typeface="Symbol" pitchFamily="18" charset="2"/>
              </a:rPr>
              <a:t>D</a:t>
            </a:r>
            <a:r>
              <a:rPr lang="en-US" sz="2800" i="1"/>
              <a:t>S</a:t>
            </a:r>
            <a:r>
              <a:rPr lang="en-US" sz="2800" i="1" baseline="-25000"/>
              <a:t>U</a:t>
            </a:r>
            <a:r>
              <a:rPr lang="en-US" sz="2800"/>
              <a:t> &gt; 0</a:t>
            </a:r>
          </a:p>
          <a:p>
            <a:pPr lvl="1" eaLnBrk="1" hangingPunct="1">
              <a:lnSpc>
                <a:spcPct val="90000"/>
              </a:lnSpc>
            </a:pPr>
            <a:r>
              <a:rPr lang="en-US" sz="2400"/>
              <a:t>For the system and the Universe</a:t>
            </a:r>
          </a:p>
          <a:p>
            <a:pPr eaLnBrk="1" hangingPunct="1">
              <a:lnSpc>
                <a:spcPct val="90000"/>
              </a:lnSpc>
            </a:pPr>
            <a:endParaRPr lang="en-US" sz="2800"/>
          </a:p>
        </p:txBody>
      </p:sp>
    </p:spTree>
    <p:extLst>
      <p:ext uri="{BB962C8B-B14F-4D97-AF65-F5344CB8AC3E}">
        <p14:creationId xmlns:p14="http://schemas.microsoft.com/office/powerpoint/2010/main" val="19325854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4799-3E55-7D46-526B-132312D7E408}"/>
            </a:ext>
          </a:extLst>
        </p:cNvPr>
        <p:cNvGrpSpPr/>
        <p:nvPr/>
      </p:nvGrpSpPr>
      <p:grpSpPr>
        <a:xfrm>
          <a:off x="0" y="0"/>
          <a:ext cx="0" cy="0"/>
          <a:chOff x="0" y="0"/>
          <a:chExt cx="0" cy="0"/>
        </a:xfrm>
      </p:grpSpPr>
      <p:sp>
        <p:nvSpPr>
          <p:cNvPr id="5123" name="Rectangle 2">
            <a:extLst>
              <a:ext uri="{FF2B5EF4-FFF2-40B4-BE49-F238E27FC236}">
                <a16:creationId xmlns:a16="http://schemas.microsoft.com/office/drawing/2014/main" id="{440E8FD0-8556-8292-1631-8745343D9852}"/>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a:extLst>
              <a:ext uri="{FF2B5EF4-FFF2-40B4-BE49-F238E27FC236}">
                <a16:creationId xmlns:a16="http://schemas.microsoft.com/office/drawing/2014/main" id="{E7827E5F-D86A-1B6F-EC90-18BF212BFCE0}"/>
              </a:ext>
            </a:extLst>
          </p:cNvPr>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a:extLst>
              <a:ext uri="{FF2B5EF4-FFF2-40B4-BE49-F238E27FC236}">
                <a16:creationId xmlns:a16="http://schemas.microsoft.com/office/drawing/2014/main" id="{03728389-0CC7-3922-1584-B9E9FEB9E3BF}"/>
              </a:ext>
            </a:extLst>
          </p:cNvPr>
          <p:cNvGraphicFramePr>
            <a:graphicFrameLocks noChangeAspect="1"/>
          </p:cNvGraphicFramePr>
          <p:nvPr/>
        </p:nvGraphicFramePr>
        <p:xfrm>
          <a:off x="2317750"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a:extLst>
                          <a:ext uri="{FF2B5EF4-FFF2-40B4-BE49-F238E27FC236}">
                            <a16:creationId xmlns:a16="http://schemas.microsoft.com/office/drawing/2014/main" id="{03728389-0CC7-3922-1584-B9E9FEB9E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19098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A0FE-E4F3-7C3A-B43B-1173E20859C0}"/>
            </a:ext>
          </a:extLst>
        </p:cNvPr>
        <p:cNvGrpSpPr/>
        <p:nvPr/>
      </p:nvGrpSpPr>
      <p:grpSpPr>
        <a:xfrm>
          <a:off x="0" y="0"/>
          <a:ext cx="0" cy="0"/>
          <a:chOff x="0" y="0"/>
          <a:chExt cx="0" cy="0"/>
        </a:xfrm>
      </p:grpSpPr>
      <p:sp>
        <p:nvSpPr>
          <p:cNvPr id="6147" name="Rectangle 2">
            <a:extLst>
              <a:ext uri="{FF2B5EF4-FFF2-40B4-BE49-F238E27FC236}">
                <a16:creationId xmlns:a16="http://schemas.microsoft.com/office/drawing/2014/main" id="{1F565C02-DC59-E945-5F03-0CCBD7378ED7}"/>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a:extLst>
              <a:ext uri="{FF2B5EF4-FFF2-40B4-BE49-F238E27FC236}">
                <a16:creationId xmlns:a16="http://schemas.microsoft.com/office/drawing/2014/main" id="{1655AD9E-33AA-FCAE-FCE0-AE2595A92BEE}"/>
              </a:ext>
            </a:extLst>
          </p:cNvPr>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a:extLst>
              <a:ext uri="{FF2B5EF4-FFF2-40B4-BE49-F238E27FC236}">
                <a16:creationId xmlns:a16="http://schemas.microsoft.com/office/drawing/2014/main" id="{6B0FFFDB-AE1E-75B1-E986-A65C06238476}"/>
              </a:ext>
            </a:extLst>
          </p:cNvPr>
          <p:cNvGraphicFramePr>
            <a:graphicFrameLocks noChangeAspect="1"/>
          </p:cNvGraphicFramePr>
          <p:nvPr/>
        </p:nvGraphicFramePr>
        <p:xfrm>
          <a:off x="3368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a:extLst>
                          <a:ext uri="{FF2B5EF4-FFF2-40B4-BE49-F238E27FC236}">
                            <a16:creationId xmlns:a16="http://schemas.microsoft.com/office/drawing/2014/main" id="{6B0FFFDB-AE1E-75B1-E986-A65C06238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89405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1A202-D812-5EBE-29ED-898616277A47}"/>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8E6EBA4D-A8BC-8BB6-D25A-33335EF4D082}"/>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a:extLst>
              <a:ext uri="{FF2B5EF4-FFF2-40B4-BE49-F238E27FC236}">
                <a16:creationId xmlns:a16="http://schemas.microsoft.com/office/drawing/2014/main" id="{9AFDA092-277F-14BD-8C0F-0C741641717F}"/>
              </a:ext>
            </a:extLst>
          </p:cNvPr>
          <p:cNvSpPr>
            <a:spLocks noGrp="1" noChangeArrowheads="1"/>
          </p:cNvSpPr>
          <p:nvPr>
            <p:ph type="body" idx="1"/>
          </p:nvPr>
        </p:nvSpPr>
        <p:spPr/>
        <p:txBody>
          <a:bodyPr/>
          <a:lstStyle/>
          <a:p>
            <a:pPr eaLnBrk="1" hangingPunct="1">
              <a:lnSpc>
                <a:spcPct val="90000"/>
              </a:lnSpc>
            </a:pPr>
            <a:r>
              <a:rPr lang="en-US" sz="2800"/>
              <a:t>The process is irreversible because the system goes through a series of non-equilibrium states</a:t>
            </a:r>
          </a:p>
          <a:p>
            <a:pPr eaLnBrk="1" hangingPunct="1">
              <a:lnSpc>
                <a:spcPct val="90000"/>
              </a:lnSpc>
            </a:pPr>
            <a:r>
              <a:rPr lang="en-US" sz="2800"/>
              <a:t>Assuming the specific heats remain constant and no mixing takes place:</a:t>
            </a:r>
          </a:p>
          <a:p>
            <a:pPr eaLnBrk="1" hangingPunct="1">
              <a:lnSpc>
                <a:spcPct val="90000"/>
              </a:lnSpc>
            </a:pPr>
            <a:endParaRPr lang="en-US" sz="2800"/>
          </a:p>
          <a:p>
            <a:pPr eaLnBrk="1" hangingPunct="1">
              <a:lnSpc>
                <a:spcPct val="90000"/>
              </a:lnSpc>
            </a:pPr>
            <a:endParaRPr lang="en-US" sz="2800"/>
          </a:p>
          <a:p>
            <a:pPr lvl="1" eaLnBrk="1" hangingPunct="1">
              <a:lnSpc>
                <a:spcPct val="90000"/>
              </a:lnSpc>
            </a:pPr>
            <a:r>
              <a:rPr lang="en-US" sz="2400"/>
              <a:t>If mixing takes place, this result applies only to identical substances</a:t>
            </a:r>
          </a:p>
          <a:p>
            <a:pPr eaLnBrk="1" hangingPunct="1">
              <a:lnSpc>
                <a:spcPct val="90000"/>
              </a:lnSpc>
              <a:buFontTx/>
              <a:buNone/>
            </a:pPr>
            <a:r>
              <a:rPr lang="en-US" sz="2800">
                <a:latin typeface="Symbol" pitchFamily="18" charset="2"/>
              </a:rPr>
              <a:t>D</a:t>
            </a:r>
            <a:r>
              <a:rPr lang="en-US" sz="2800" i="1"/>
              <a:t>S</a:t>
            </a:r>
            <a:r>
              <a:rPr lang="en-US" sz="2800"/>
              <a:t> will be positive and the entropy of the Universe increases</a:t>
            </a:r>
          </a:p>
        </p:txBody>
      </p:sp>
      <p:graphicFrame>
        <p:nvGraphicFramePr>
          <p:cNvPr id="7170" name="Object 4">
            <a:extLst>
              <a:ext uri="{FF2B5EF4-FFF2-40B4-BE49-F238E27FC236}">
                <a16:creationId xmlns:a16="http://schemas.microsoft.com/office/drawing/2014/main" id="{B0BA8996-D970-8A1D-2267-CE1AEDA086F6}"/>
              </a:ext>
            </a:extLst>
          </p:cNvPr>
          <p:cNvGraphicFramePr>
            <a:graphicFrameLocks noChangeAspect="1"/>
          </p:cNvGraphicFramePr>
          <p:nvPr/>
        </p:nvGraphicFramePr>
        <p:xfrm>
          <a:off x="2811463" y="3365500"/>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a:extLst>
                          <a:ext uri="{FF2B5EF4-FFF2-40B4-BE49-F238E27FC236}">
                            <a16:creationId xmlns:a16="http://schemas.microsoft.com/office/drawing/2014/main" id="{B0BA8996-D970-8A1D-2267-CE1AEDA08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463" y="3365500"/>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435715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150B-73D8-74CF-CF0E-F72E7C0E6BB6}"/>
            </a:ext>
          </a:extLst>
        </p:cNvPr>
        <p:cNvGrpSpPr/>
        <p:nvPr/>
      </p:nvGrpSpPr>
      <p:grpSpPr>
        <a:xfrm>
          <a:off x="0" y="0"/>
          <a:ext cx="0" cy="0"/>
          <a:chOff x="0" y="0"/>
          <a:chExt cx="0" cy="0"/>
        </a:xfrm>
      </p:grpSpPr>
      <p:sp>
        <p:nvSpPr>
          <p:cNvPr id="206850" name="Slide Number Placeholder 5">
            <a:extLst>
              <a:ext uri="{FF2B5EF4-FFF2-40B4-BE49-F238E27FC236}">
                <a16:creationId xmlns:a16="http://schemas.microsoft.com/office/drawing/2014/main" id="{D999D76B-5D76-1FDA-E8B7-C2AEF5893493}"/>
              </a:ext>
            </a:extLst>
          </p:cNvPr>
          <p:cNvSpPr>
            <a:spLocks noGrp="1"/>
          </p:cNvSpPr>
          <p:nvPr>
            <p:ph type="sldNum" sz="quarter" idx="12"/>
          </p:nvPr>
        </p:nvSpPr>
        <p:spPr>
          <a:noFill/>
        </p:spPr>
        <p:txBody>
          <a:bodyPr/>
          <a:lstStyle/>
          <a:p>
            <a:fld id="{C8DC7579-8A71-4CF2-8C80-54DAA6C21BFA}" type="slidenum">
              <a:rPr lang="en-US" smtClean="0"/>
              <a:pPr/>
              <a:t>70</a:t>
            </a:fld>
            <a:endParaRPr lang="en-US"/>
          </a:p>
        </p:txBody>
      </p:sp>
      <p:sp>
        <p:nvSpPr>
          <p:cNvPr id="206851" name="Rectangle 2">
            <a:extLst>
              <a:ext uri="{FF2B5EF4-FFF2-40B4-BE49-F238E27FC236}">
                <a16:creationId xmlns:a16="http://schemas.microsoft.com/office/drawing/2014/main" id="{3669908A-5F89-58F9-6DCF-41A76655BA3E}"/>
              </a:ext>
            </a:extLst>
          </p:cNvPr>
          <p:cNvSpPr>
            <a:spLocks noGrp="1" noChangeArrowheads="1"/>
          </p:cNvSpPr>
          <p:nvPr>
            <p:ph type="title"/>
          </p:nvPr>
        </p:nvSpPr>
        <p:spPr/>
        <p:txBody>
          <a:bodyPr/>
          <a:lstStyle/>
          <a:p>
            <a:pPr eaLnBrk="1" hangingPunct="1"/>
            <a:r>
              <a:rPr lang="en-US"/>
              <a:t>Question 22.4</a:t>
            </a:r>
          </a:p>
        </p:txBody>
      </p:sp>
      <p:sp>
        <p:nvSpPr>
          <p:cNvPr id="206852" name="Rectangle 3">
            <a:extLst>
              <a:ext uri="{FF2B5EF4-FFF2-40B4-BE49-F238E27FC236}">
                <a16:creationId xmlns:a16="http://schemas.microsoft.com/office/drawing/2014/main" id="{D7B3EA4A-6CA4-4E19-3BBA-CCF74EBAEA73}"/>
              </a:ext>
            </a:extLst>
          </p:cNvPr>
          <p:cNvSpPr>
            <a:spLocks noGrp="1" noChangeArrowheads="1"/>
          </p:cNvSpPr>
          <p:nvPr>
            <p:ph type="body" idx="1"/>
          </p:nvPr>
        </p:nvSpPr>
        <p:spPr/>
        <p:txBody>
          <a:bodyPr>
            <a:normAutofit lnSpcReduction="10000"/>
          </a:bodyPr>
          <a:lstStyle/>
          <a:p>
            <a:pPr marL="609600" indent="-609600" eaLnBrk="1" hangingPunct="1">
              <a:lnSpc>
                <a:spcPct val="90000"/>
              </a:lnSpc>
              <a:buFontTx/>
              <a:buNone/>
            </a:pPr>
            <a:r>
              <a:rPr lang="en-US" dirty="0"/>
              <a:t>Which two quantities are “state variables” meaning they are path independent?</a:t>
            </a:r>
          </a:p>
          <a:p>
            <a:pPr marL="609600" indent="-609600" eaLnBrk="1" hangingPunct="1">
              <a:lnSpc>
                <a:spcPct val="90000"/>
              </a:lnSpc>
              <a:buFontTx/>
              <a:buAutoNum type="alphaLcParenR"/>
            </a:pPr>
            <a:r>
              <a:rPr lang="en-US" dirty="0">
                <a:sym typeface="Symbol" pitchFamily="18" charset="2"/>
              </a:rPr>
              <a:t>The change in internal energy and change in entropy</a:t>
            </a:r>
          </a:p>
          <a:p>
            <a:pPr marL="609600" indent="-609600" eaLnBrk="1" hangingPunct="1">
              <a:lnSpc>
                <a:spcPct val="90000"/>
              </a:lnSpc>
              <a:buFontTx/>
              <a:buAutoNum type="alphaLcParenR"/>
            </a:pPr>
            <a:r>
              <a:rPr lang="en-US" dirty="0">
                <a:sym typeface="Symbol" pitchFamily="18" charset="2"/>
              </a:rPr>
              <a:t>The change in internal energy and work</a:t>
            </a:r>
          </a:p>
          <a:p>
            <a:pPr marL="609600" indent="-609600" eaLnBrk="1" hangingPunct="1">
              <a:lnSpc>
                <a:spcPct val="90000"/>
              </a:lnSpc>
              <a:buFontTx/>
              <a:buAutoNum type="alphaLcParenR"/>
            </a:pPr>
            <a:r>
              <a:rPr lang="en-US" dirty="0">
                <a:sym typeface="Symbol" pitchFamily="18" charset="2"/>
              </a:rPr>
              <a:t>The change in internal energy and heat</a:t>
            </a:r>
          </a:p>
          <a:p>
            <a:pPr marL="609600" indent="-609600" eaLnBrk="1" hangingPunct="1">
              <a:lnSpc>
                <a:spcPct val="90000"/>
              </a:lnSpc>
              <a:buFontTx/>
              <a:buAutoNum type="alphaLcParenR"/>
            </a:pPr>
            <a:r>
              <a:rPr lang="en-US" dirty="0">
                <a:sym typeface="Symbol" pitchFamily="18" charset="2"/>
              </a:rPr>
              <a:t>Heat and work</a:t>
            </a:r>
          </a:p>
          <a:p>
            <a:pPr marL="609600" indent="-609600" eaLnBrk="1" hangingPunct="1">
              <a:lnSpc>
                <a:spcPct val="90000"/>
              </a:lnSpc>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15519457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2BA2-8477-A8FA-814B-B8EF1FBA7EF2}"/>
            </a:ext>
          </a:extLst>
        </p:cNvPr>
        <p:cNvGrpSpPr/>
        <p:nvPr/>
      </p:nvGrpSpPr>
      <p:grpSpPr>
        <a:xfrm>
          <a:off x="0" y="0"/>
          <a:ext cx="0" cy="0"/>
          <a:chOff x="0" y="0"/>
          <a:chExt cx="0" cy="0"/>
        </a:xfrm>
      </p:grpSpPr>
      <p:sp>
        <p:nvSpPr>
          <p:cNvPr id="185346" name="Slide Number Placeholder 5">
            <a:extLst>
              <a:ext uri="{FF2B5EF4-FFF2-40B4-BE49-F238E27FC236}">
                <a16:creationId xmlns:a16="http://schemas.microsoft.com/office/drawing/2014/main" id="{E042CB71-9504-13DF-6CFC-A6B83F38EE8D}"/>
              </a:ext>
            </a:extLst>
          </p:cNvPr>
          <p:cNvSpPr>
            <a:spLocks noGrp="1"/>
          </p:cNvSpPr>
          <p:nvPr>
            <p:ph type="sldNum" sz="quarter" idx="12"/>
          </p:nvPr>
        </p:nvSpPr>
        <p:spPr>
          <a:noFill/>
        </p:spPr>
        <p:txBody>
          <a:bodyPr/>
          <a:lstStyle/>
          <a:p>
            <a:fld id="{230DFF15-7384-41A0-9FCD-D051FFD3566A}" type="slidenum">
              <a:rPr lang="en-US" smtClean="0"/>
              <a:pPr/>
              <a:t>71</a:t>
            </a:fld>
            <a:endParaRPr lang="en-US"/>
          </a:p>
        </p:txBody>
      </p:sp>
      <p:sp>
        <p:nvSpPr>
          <p:cNvPr id="185347" name="Rectangle 2">
            <a:extLst>
              <a:ext uri="{FF2B5EF4-FFF2-40B4-BE49-F238E27FC236}">
                <a16:creationId xmlns:a16="http://schemas.microsoft.com/office/drawing/2014/main" id="{3A1AB7A2-6029-1486-A250-649F567E536B}"/>
              </a:ext>
            </a:extLst>
          </p:cNvPr>
          <p:cNvSpPr>
            <a:spLocks noGrp="1" noChangeArrowheads="1"/>
          </p:cNvSpPr>
          <p:nvPr>
            <p:ph type="title"/>
          </p:nvPr>
        </p:nvSpPr>
        <p:spPr/>
        <p:txBody>
          <a:bodyPr/>
          <a:lstStyle/>
          <a:p>
            <a:pPr eaLnBrk="1" hangingPunct="1"/>
            <a:r>
              <a:rPr lang="en-US"/>
              <a:t>Question 20.8</a:t>
            </a:r>
          </a:p>
        </p:txBody>
      </p:sp>
      <p:sp>
        <p:nvSpPr>
          <p:cNvPr id="185348" name="Rectangle 3">
            <a:extLst>
              <a:ext uri="{FF2B5EF4-FFF2-40B4-BE49-F238E27FC236}">
                <a16:creationId xmlns:a16="http://schemas.microsoft.com/office/drawing/2014/main" id="{BF8059DB-259C-9C2D-0EB4-567E6C530D2D}"/>
              </a:ext>
            </a:extLst>
          </p:cNvPr>
          <p:cNvSpPr>
            <a:spLocks noGrp="1" noChangeArrowheads="1"/>
          </p:cNvSpPr>
          <p:nvPr>
            <p:ph type="body" idx="1"/>
          </p:nvPr>
        </p:nvSpPr>
        <p:spPr/>
        <p:txBody>
          <a:bodyPr/>
          <a:lstStyle/>
          <a:p>
            <a:pPr marL="609600" indent="-609600" eaLnBrk="1" hangingPunct="1">
              <a:buFontTx/>
              <a:buNone/>
            </a:pPr>
            <a:r>
              <a:rPr lang="en-US" dirty="0"/>
              <a:t>By observing a system we find that</a:t>
            </a:r>
          </a:p>
          <a:p>
            <a:pPr marL="609600" indent="-609600" eaLnBrk="1" hangingPunct="1">
              <a:buFontTx/>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eaLnBrk="1" hangingPunct="1">
              <a:buFontTx/>
              <a:buNone/>
            </a:pPr>
            <a:r>
              <a:rPr lang="en-US" dirty="0"/>
              <a:t>What might be the reason for this?</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20247679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547B-D219-9957-4636-FCAE0E1E09B0}"/>
            </a:ext>
          </a:extLst>
        </p:cNvPr>
        <p:cNvGrpSpPr/>
        <p:nvPr/>
      </p:nvGrpSpPr>
      <p:grpSpPr>
        <a:xfrm>
          <a:off x="0" y="0"/>
          <a:ext cx="0" cy="0"/>
          <a:chOff x="0" y="0"/>
          <a:chExt cx="0" cy="0"/>
        </a:xfrm>
      </p:grpSpPr>
    </p:spTree>
    <p:extLst>
      <p:ext uri="{BB962C8B-B14F-4D97-AF65-F5344CB8AC3E}">
        <p14:creationId xmlns:p14="http://schemas.microsoft.com/office/powerpoint/2010/main" val="17079288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69DD-CBB5-8CFC-BB86-0B6376F539D5}"/>
            </a:ext>
          </a:extLst>
        </p:cNvPr>
        <p:cNvGrpSpPr/>
        <p:nvPr/>
      </p:nvGrpSpPr>
      <p:grpSpPr>
        <a:xfrm>
          <a:off x="0" y="0"/>
          <a:ext cx="0" cy="0"/>
          <a:chOff x="0" y="0"/>
          <a:chExt cx="0" cy="0"/>
        </a:xfrm>
      </p:grpSpPr>
      <p:sp>
        <p:nvSpPr>
          <p:cNvPr id="2050" name="Rectangle 2">
            <a:extLst>
              <a:ext uri="{FF2B5EF4-FFF2-40B4-BE49-F238E27FC236}">
                <a16:creationId xmlns:a16="http://schemas.microsoft.com/office/drawing/2014/main" id="{D227C51B-9C76-7FDA-F1B9-061215F8A076}"/>
              </a:ext>
            </a:extLst>
          </p:cNvPr>
          <p:cNvSpPr>
            <a:spLocks noGrp="1" noChangeArrowheads="1"/>
          </p:cNvSpPr>
          <p:nvPr>
            <p:ph type="ctrTitle"/>
          </p:nvPr>
        </p:nvSpPr>
        <p:spPr/>
        <p:txBody>
          <a:bodyPr>
            <a:normAutofit fontScale="90000"/>
          </a:bodyPr>
          <a:lstStyle/>
          <a:p>
            <a:r>
              <a:rPr lang="en-US" sz="4000"/>
              <a:t>An Opinion on the Second Law of Thermodynamics and Mormon Thought</a:t>
            </a:r>
          </a:p>
        </p:txBody>
      </p:sp>
      <p:sp>
        <p:nvSpPr>
          <p:cNvPr id="2051" name="Rectangle 3">
            <a:extLst>
              <a:ext uri="{FF2B5EF4-FFF2-40B4-BE49-F238E27FC236}">
                <a16:creationId xmlns:a16="http://schemas.microsoft.com/office/drawing/2014/main" id="{B149A7CF-7770-4F01-68DF-10EBF9F3EB58}"/>
              </a:ext>
            </a:extLst>
          </p:cNvPr>
          <p:cNvSpPr>
            <a:spLocks noGrp="1" noChangeArrowheads="1"/>
          </p:cNvSpPr>
          <p:nvPr>
            <p:ph type="subTitle" idx="1"/>
          </p:nvPr>
        </p:nvSpPr>
        <p:spPr/>
        <p:txBody>
          <a:bodyPr/>
          <a:lstStyle/>
          <a:p>
            <a:endParaRPr lang="en-US"/>
          </a:p>
        </p:txBody>
      </p:sp>
    </p:spTree>
    <p:extLst>
      <p:ext uri="{BB962C8B-B14F-4D97-AF65-F5344CB8AC3E}">
        <p14:creationId xmlns:p14="http://schemas.microsoft.com/office/powerpoint/2010/main" val="33982378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A167-7221-4151-E35D-9D74A3E739AF}"/>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84204217-87A3-9333-5B0D-24A9683149C4}"/>
              </a:ext>
            </a:extLst>
          </p:cNvPr>
          <p:cNvSpPr>
            <a:spLocks noGrp="1" noChangeArrowheads="1"/>
          </p:cNvSpPr>
          <p:nvPr>
            <p:ph type="title"/>
          </p:nvPr>
        </p:nvSpPr>
        <p:spPr/>
        <p:txBody>
          <a:bodyPr/>
          <a:lstStyle/>
          <a:p>
            <a:r>
              <a:rPr lang="en-US"/>
              <a:t>Warning</a:t>
            </a:r>
          </a:p>
        </p:txBody>
      </p:sp>
      <p:sp>
        <p:nvSpPr>
          <p:cNvPr id="5123" name="Rectangle 3">
            <a:extLst>
              <a:ext uri="{FF2B5EF4-FFF2-40B4-BE49-F238E27FC236}">
                <a16:creationId xmlns:a16="http://schemas.microsoft.com/office/drawing/2014/main" id="{4BD42E3C-8185-F8BF-4130-FDB811D47519}"/>
              </a:ext>
            </a:extLst>
          </p:cNvPr>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extLst>
      <p:ext uri="{BB962C8B-B14F-4D97-AF65-F5344CB8AC3E}">
        <p14:creationId xmlns:p14="http://schemas.microsoft.com/office/powerpoint/2010/main" val="17948551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0F8A-7D94-DC33-143A-FA548CD51B4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1B3EAA-A6D8-E7C8-8077-A97CB6D14AEF}"/>
              </a:ext>
            </a:extLst>
          </p:cNvPr>
          <p:cNvSpPr>
            <a:spLocks noGrp="1" noChangeArrowheads="1"/>
          </p:cNvSpPr>
          <p:nvPr>
            <p:ph type="title"/>
          </p:nvPr>
        </p:nvSpPr>
        <p:spPr/>
        <p:txBody>
          <a:bodyPr>
            <a:normAutofit fontScale="90000"/>
          </a:bodyPr>
          <a:lstStyle/>
          <a:p>
            <a:r>
              <a:rPr lang="en-US" sz="4000"/>
              <a:t>First Law: Conservation of Energy (and Mass)</a:t>
            </a:r>
          </a:p>
        </p:txBody>
      </p:sp>
      <p:sp>
        <p:nvSpPr>
          <p:cNvPr id="3075" name="Rectangle 3">
            <a:extLst>
              <a:ext uri="{FF2B5EF4-FFF2-40B4-BE49-F238E27FC236}">
                <a16:creationId xmlns:a16="http://schemas.microsoft.com/office/drawing/2014/main" id="{AB7F763F-309D-BD5B-3BB5-6316166E462E}"/>
              </a:ext>
            </a:extLst>
          </p:cNvPr>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a:extLst>
              <a:ext uri="{FF2B5EF4-FFF2-40B4-BE49-F238E27FC236}">
                <a16:creationId xmlns:a16="http://schemas.microsoft.com/office/drawing/2014/main" id="{43B9E4CF-7A5C-5C88-BD95-CDA2C4E2AA69}"/>
              </a:ext>
            </a:extLst>
          </p:cNvPr>
          <p:cNvSpPr>
            <a:spLocks noChangeArrowheads="1"/>
          </p:cNvSpPr>
          <p:nvPr/>
        </p:nvSpPr>
        <p:spPr bwMode="auto">
          <a:xfrm>
            <a:off x="228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The idea of the first law of thermodynamics seems in harmony with LDS thought</a:t>
            </a:r>
          </a:p>
        </p:txBody>
      </p:sp>
    </p:spTree>
    <p:extLst>
      <p:ext uri="{BB962C8B-B14F-4D97-AF65-F5344CB8AC3E}">
        <p14:creationId xmlns:p14="http://schemas.microsoft.com/office/powerpoint/2010/main" val="239129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9A97-A9C9-535B-B1BA-3812054935A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827C954-5477-07B9-1019-972311A9C422}"/>
              </a:ext>
            </a:extLst>
          </p:cNvPr>
          <p:cNvSpPr>
            <a:spLocks noGrp="1" noChangeArrowheads="1"/>
          </p:cNvSpPr>
          <p:nvPr>
            <p:ph type="title"/>
          </p:nvPr>
        </p:nvSpPr>
        <p:spPr/>
        <p:txBody>
          <a:bodyPr/>
          <a:lstStyle/>
          <a:p>
            <a:r>
              <a:rPr lang="en-US"/>
              <a:t>Second Law</a:t>
            </a:r>
          </a:p>
        </p:txBody>
      </p:sp>
      <p:sp>
        <p:nvSpPr>
          <p:cNvPr id="4099" name="Rectangle 3">
            <a:extLst>
              <a:ext uri="{FF2B5EF4-FFF2-40B4-BE49-F238E27FC236}">
                <a16:creationId xmlns:a16="http://schemas.microsoft.com/office/drawing/2014/main" id="{D555D0F6-623B-1A30-47AB-AC2DF3687444}"/>
              </a:ext>
            </a:extLst>
          </p:cNvPr>
          <p:cNvSpPr>
            <a:spLocks noGrp="1" noChangeArrowheads="1"/>
          </p:cNvSpPr>
          <p:nvPr>
            <p:ph type="body" idx="1"/>
          </p:nvPr>
        </p:nvSpPr>
        <p:spPr>
          <a:xfrm>
            <a:off x="457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a:extLst>
              <a:ext uri="{FF2B5EF4-FFF2-40B4-BE49-F238E27FC236}">
                <a16:creationId xmlns:a16="http://schemas.microsoft.com/office/drawing/2014/main" id="{F4D4EE2D-A850-6B29-A857-B4E7BDC63B61}"/>
              </a:ext>
            </a:extLst>
          </p:cNvPr>
          <p:cNvSpPr>
            <a:spLocks noChangeArrowheads="1"/>
          </p:cNvSpPr>
          <p:nvPr/>
        </p:nvSpPr>
        <p:spPr bwMode="auto">
          <a:xfrm>
            <a:off x="228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a:t>We </a:t>
            </a:r>
            <a:r>
              <a:rPr lang="en-US" i="1"/>
              <a:t>also</a:t>
            </a:r>
            <a:r>
              <a:rPr lang="en-US"/>
              <a:t> seem to accept the concept of the second law as well</a:t>
            </a:r>
          </a:p>
          <a:p>
            <a:pPr algn="ctr">
              <a:lnSpc>
                <a:spcPct val="90000"/>
              </a:lnSpc>
              <a:spcBef>
                <a:spcPct val="20000"/>
              </a:spcBef>
            </a:pPr>
            <a:r>
              <a:rPr lang="en-US"/>
              <a:t>--This will be a surprise to our non-Mormon friends</a:t>
            </a:r>
          </a:p>
        </p:txBody>
      </p:sp>
    </p:spTree>
    <p:extLst>
      <p:ext uri="{BB962C8B-B14F-4D97-AF65-F5344CB8AC3E}">
        <p14:creationId xmlns:p14="http://schemas.microsoft.com/office/powerpoint/2010/main" val="26943044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403CB-0D20-392A-AA46-1B08479805C1}"/>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4DE7040A-EF8E-07EE-F2C5-5FEA04697952}"/>
              </a:ext>
            </a:extLst>
          </p:cNvPr>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a:extLst>
              <a:ext uri="{FF2B5EF4-FFF2-40B4-BE49-F238E27FC236}">
                <a16:creationId xmlns:a16="http://schemas.microsoft.com/office/drawing/2014/main" id="{5D97BEF9-70FF-C5D7-D4F4-084828BA3485}"/>
              </a:ext>
            </a:extLst>
          </p:cNvPr>
          <p:cNvSpPr>
            <a:spLocks noGrp="1" noChangeArrowheads="1"/>
          </p:cNvSpPr>
          <p:nvPr>
            <p:ph type="body" idx="1"/>
          </p:nvPr>
        </p:nvSpPr>
        <p:spPr/>
        <p:txBody>
          <a:bodyPr/>
          <a:lstStyle/>
          <a:p>
            <a:pPr>
              <a:lnSpc>
                <a:spcPct val="80000"/>
              </a:lnSpc>
            </a:pPr>
            <a:r>
              <a:rPr lang="en-US" sz="2000"/>
              <a:t>Jacob describes another force not recognized by current scientific theory that counteracts this tendency to decay</a:t>
            </a:r>
          </a:p>
          <a:p>
            <a:pPr lvl="1">
              <a:lnSpc>
                <a:spcPct val="80000"/>
              </a:lnSpc>
            </a:pPr>
            <a:r>
              <a:rPr lang="en-US" sz="160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a:t>O how great the goodness of our God, who prepareth a way for our escape from the grasp of this awful monster; yea, that monster, death and hell, which I call the death of the body, and also the death of the spirit. (2 Nephi 9:10)</a:t>
            </a:r>
          </a:p>
          <a:p>
            <a:pPr>
              <a:lnSpc>
                <a:spcPct val="80000"/>
              </a:lnSpc>
            </a:pPr>
            <a:r>
              <a:rPr lang="en-US" sz="2000"/>
              <a:t>Atonement means to bring together. This is an apt description of a process or law that would counter or balance the second law</a:t>
            </a:r>
            <a:r>
              <a:rPr lang="en-US" sz="1800"/>
              <a:t> </a:t>
            </a:r>
          </a:p>
          <a:p>
            <a:pPr lvl="1">
              <a:lnSpc>
                <a:spcPct val="80000"/>
              </a:lnSpc>
            </a:pPr>
            <a:r>
              <a:rPr lang="en-US" sz="1600"/>
              <a:t>(Nibley, The meaning of the temple, reprinted in the Collected Works of Hugh Nibley: volume 12, Deseret Book, Salt Lake City, UT, 1992)</a:t>
            </a:r>
          </a:p>
          <a:p>
            <a:pPr>
              <a:lnSpc>
                <a:spcPct val="80000"/>
              </a:lnSpc>
            </a:pPr>
            <a:r>
              <a:rPr lang="en-US" sz="1800"/>
              <a:t>Since the atonement can only be accessed through Christ, it is not likely to be discovered in a laboratory, but is a very real, physical, process. (see for example Luke 24:39)</a:t>
            </a:r>
          </a:p>
          <a:p>
            <a:pPr>
              <a:lnSpc>
                <a:spcPct val="80000"/>
              </a:lnSpc>
            </a:pPr>
            <a:endParaRPr lang="en-US" sz="1800"/>
          </a:p>
          <a:p>
            <a:pPr>
              <a:lnSpc>
                <a:spcPct val="80000"/>
              </a:lnSpc>
            </a:pPr>
            <a:endParaRPr lang="en-US" sz="1800"/>
          </a:p>
        </p:txBody>
      </p:sp>
    </p:spTree>
    <p:extLst>
      <p:ext uri="{BB962C8B-B14F-4D97-AF65-F5344CB8AC3E}">
        <p14:creationId xmlns:p14="http://schemas.microsoft.com/office/powerpoint/2010/main" val="10690370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BFE10-28A1-24AF-F4E3-719BC27E151B}"/>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BCAD195E-41EE-854C-D27E-FEDA44FB372D}"/>
              </a:ext>
            </a:extLst>
          </p:cNvPr>
          <p:cNvSpPr>
            <a:spLocks noGrp="1" noChangeArrowheads="1"/>
          </p:cNvSpPr>
          <p:nvPr>
            <p:ph type="title"/>
          </p:nvPr>
        </p:nvSpPr>
        <p:spPr/>
        <p:txBody>
          <a:bodyPr/>
          <a:lstStyle/>
          <a:p>
            <a:pPr eaLnBrk="1" hangingPunct="1"/>
            <a:r>
              <a:rPr lang="en-US"/>
              <a:t>Entropy, Marble Example</a:t>
            </a:r>
          </a:p>
        </p:txBody>
      </p:sp>
      <p:sp>
        <p:nvSpPr>
          <p:cNvPr id="29699" name="Rectangle 3">
            <a:extLst>
              <a:ext uri="{FF2B5EF4-FFF2-40B4-BE49-F238E27FC236}">
                <a16:creationId xmlns:a16="http://schemas.microsoft.com/office/drawing/2014/main" id="{DFB0B4CB-85B6-F50F-506E-57A5057E37DF}"/>
              </a:ext>
            </a:extLst>
          </p:cNvPr>
          <p:cNvSpPr>
            <a:spLocks noGrp="1" noChangeArrowheads="1"/>
          </p:cNvSpPr>
          <p:nvPr>
            <p:ph type="body" idx="1"/>
          </p:nvPr>
        </p:nvSpPr>
        <p:spPr/>
        <p:txBody>
          <a:bodyPr/>
          <a:lstStyle/>
          <a:p>
            <a:pPr eaLnBrk="1" hangingPunct="1">
              <a:lnSpc>
                <a:spcPct val="90000"/>
              </a:lnSpc>
            </a:pPr>
            <a:r>
              <a:rPr lang="en-US"/>
              <a:t>Suppose you have a bag with 50 red marbles and 50 green marbles</a:t>
            </a:r>
          </a:p>
          <a:p>
            <a:pPr eaLnBrk="1" hangingPunct="1">
              <a:lnSpc>
                <a:spcPct val="90000"/>
              </a:lnSpc>
            </a:pPr>
            <a:r>
              <a:rPr lang="en-US"/>
              <a:t>You draw a marble, record its color, return it to the bag, and draw another </a:t>
            </a:r>
          </a:p>
          <a:p>
            <a:pPr eaLnBrk="1" hangingPunct="1">
              <a:lnSpc>
                <a:spcPct val="90000"/>
              </a:lnSpc>
            </a:pPr>
            <a:r>
              <a:rPr lang="en-US"/>
              <a:t>Continue until four marbles have been drawn</a:t>
            </a:r>
          </a:p>
          <a:p>
            <a:pPr eaLnBrk="1" hangingPunct="1">
              <a:lnSpc>
                <a:spcPct val="90000"/>
              </a:lnSpc>
            </a:pPr>
            <a:r>
              <a:rPr lang="en-US"/>
              <a:t>What are possible macrostates and what are their probabilities?</a:t>
            </a:r>
          </a:p>
        </p:txBody>
      </p:sp>
    </p:spTree>
    <p:extLst>
      <p:ext uri="{BB962C8B-B14F-4D97-AF65-F5344CB8AC3E}">
        <p14:creationId xmlns:p14="http://schemas.microsoft.com/office/powerpoint/2010/main" val="21384820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E4C9-AA3D-BDE0-E9F0-B679E6E4E9D8}"/>
            </a:ext>
          </a:extLst>
        </p:cNvPr>
        <p:cNvGrpSpPr/>
        <p:nvPr/>
      </p:nvGrpSpPr>
      <p:grpSpPr>
        <a:xfrm>
          <a:off x="0" y="0"/>
          <a:ext cx="0" cy="0"/>
          <a:chOff x="0" y="0"/>
          <a:chExt cx="0" cy="0"/>
        </a:xfrm>
      </p:grpSpPr>
      <p:sp>
        <p:nvSpPr>
          <p:cNvPr id="8195" name="Rectangle 2">
            <a:extLst>
              <a:ext uri="{FF2B5EF4-FFF2-40B4-BE49-F238E27FC236}">
                <a16:creationId xmlns:a16="http://schemas.microsoft.com/office/drawing/2014/main" id="{739ABB14-1BD4-24FF-CE76-4CFFD3676F6D}"/>
              </a:ext>
            </a:extLst>
          </p:cNvPr>
          <p:cNvSpPr>
            <a:spLocks noGrp="1" noChangeArrowheads="1"/>
          </p:cNvSpPr>
          <p:nvPr>
            <p:ph type="title"/>
          </p:nvPr>
        </p:nvSpPr>
        <p:spPr>
          <a:xfrm>
            <a:off x="1600200" y="0"/>
            <a:ext cx="7543800" cy="1143000"/>
          </a:xfrm>
        </p:spPr>
        <p:txBody>
          <a:bodyPr>
            <a:normAutofit fontScale="90000"/>
          </a:bodyPr>
          <a:lstStyle/>
          <a:p>
            <a:pPr eaLnBrk="1" hangingPunct="1"/>
            <a:r>
              <a:rPr lang="en-US"/>
              <a:t>Entropy, Marble Example, Results</a:t>
            </a:r>
          </a:p>
        </p:txBody>
      </p:sp>
      <p:graphicFrame>
        <p:nvGraphicFramePr>
          <p:cNvPr id="8194" name="Object 4">
            <a:extLst>
              <a:ext uri="{FF2B5EF4-FFF2-40B4-BE49-F238E27FC236}">
                <a16:creationId xmlns:a16="http://schemas.microsoft.com/office/drawing/2014/main" id="{08307966-99BE-77BF-AFA4-05266317BFAD}"/>
              </a:ext>
            </a:extLst>
          </p:cNvPr>
          <p:cNvGraphicFramePr>
            <a:graphicFrameLocks noGrp="1" noChangeAspect="1"/>
          </p:cNvGraphicFramePr>
          <p:nvPr>
            <p:ph sz="half" idx="1"/>
          </p:nvPr>
        </p:nvGraphicFramePr>
        <p:xfrm>
          <a:off x="1371600" y="1981200"/>
          <a:ext cx="7239000" cy="2651125"/>
        </p:xfrm>
        <a:graphic>
          <a:graphicData uri="http://schemas.openxmlformats.org/presentationml/2006/ole">
            <mc:AlternateContent xmlns:mc="http://schemas.openxmlformats.org/markup-compatibility/2006">
              <mc:Choice xmlns:v="urn:schemas-microsoft-com:vml" Requires="v">
                <p:oleObj name="Photo Editor Photo" r:id="rId2" imgW="9078592" imgH="3323810" progId="MSPhotoEd.3">
                  <p:embed/>
                </p:oleObj>
              </mc:Choice>
              <mc:Fallback>
                <p:oleObj name="Photo Editor Photo" r:id="rId2" imgW="9078592" imgH="3323810" progId="MSPhotoEd.3">
                  <p:embed/>
                  <p:pic>
                    <p:nvPicPr>
                      <p:cNvPr id="8194" name="Object 4">
                        <a:extLst>
                          <a:ext uri="{FF2B5EF4-FFF2-40B4-BE49-F238E27FC236}">
                            <a16:creationId xmlns:a16="http://schemas.microsoft.com/office/drawing/2014/main" id="{08307966-99BE-77BF-AFA4-05266317B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981200"/>
                        <a:ext cx="723900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Rectangle 5">
            <a:extLst>
              <a:ext uri="{FF2B5EF4-FFF2-40B4-BE49-F238E27FC236}">
                <a16:creationId xmlns:a16="http://schemas.microsoft.com/office/drawing/2014/main" id="{289844E3-BA97-A92F-9318-61A0EB2131E0}"/>
              </a:ext>
            </a:extLst>
          </p:cNvPr>
          <p:cNvSpPr>
            <a:spLocks noGrp="1" noChangeArrowheads="1"/>
          </p:cNvSpPr>
          <p:nvPr>
            <p:ph type="body" sz="half" idx="2"/>
          </p:nvPr>
        </p:nvSpPr>
        <p:spPr>
          <a:xfrm>
            <a:off x="1066800" y="4953000"/>
            <a:ext cx="7772400" cy="1182688"/>
          </a:xfrm>
        </p:spPr>
        <p:txBody>
          <a:bodyPr/>
          <a:lstStyle/>
          <a:p>
            <a:pPr eaLnBrk="1" hangingPunct="1"/>
            <a:r>
              <a:rPr lang="en-US" sz="2800"/>
              <a:t>The most ordered are the least likely</a:t>
            </a:r>
          </a:p>
          <a:p>
            <a:pPr eaLnBrk="1" hangingPunct="1"/>
            <a:r>
              <a:rPr lang="en-US" sz="2800"/>
              <a:t>The most disorder is the most likely</a:t>
            </a:r>
          </a:p>
        </p:txBody>
      </p:sp>
    </p:spTree>
    <p:extLst>
      <p:ext uri="{BB962C8B-B14F-4D97-AF65-F5344CB8AC3E}">
        <p14:creationId xmlns:p14="http://schemas.microsoft.com/office/powerpoint/2010/main" val="41330517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22E4-9387-A152-DBAD-263D49776856}"/>
            </a:ext>
          </a:extLst>
        </p:cNvPr>
        <p:cNvGrpSpPr/>
        <p:nvPr/>
      </p:nvGrpSpPr>
      <p:grpSpPr>
        <a:xfrm>
          <a:off x="0" y="0"/>
          <a:ext cx="0" cy="0"/>
          <a:chOff x="0" y="0"/>
          <a:chExt cx="0" cy="0"/>
        </a:xfrm>
      </p:grpSpPr>
      <p:sp>
        <p:nvSpPr>
          <p:cNvPr id="9222" name="Rectangle 2">
            <a:extLst>
              <a:ext uri="{FF2B5EF4-FFF2-40B4-BE49-F238E27FC236}">
                <a16:creationId xmlns:a16="http://schemas.microsoft.com/office/drawing/2014/main" id="{7C3873A3-BEC6-7EFB-DBD3-5F9ABE363AD0}"/>
              </a:ext>
            </a:extLst>
          </p:cNvPr>
          <p:cNvSpPr>
            <a:spLocks noGrp="1" noChangeArrowheads="1"/>
          </p:cNvSpPr>
          <p:nvPr>
            <p:ph type="title"/>
          </p:nvPr>
        </p:nvSpPr>
        <p:spPr/>
        <p:txBody>
          <a:bodyPr/>
          <a:lstStyle/>
          <a:p>
            <a:pPr eaLnBrk="1" hangingPunct="1"/>
            <a:r>
              <a:rPr lang="en-US"/>
              <a:t>Summary</a:t>
            </a:r>
          </a:p>
        </p:txBody>
      </p:sp>
      <p:sp>
        <p:nvSpPr>
          <p:cNvPr id="9223" name="Rectangle 3">
            <a:extLst>
              <a:ext uri="{FF2B5EF4-FFF2-40B4-BE49-F238E27FC236}">
                <a16:creationId xmlns:a16="http://schemas.microsoft.com/office/drawing/2014/main" id="{11C0D0E4-58D3-7A6A-48DD-8E7231048B5B}"/>
              </a:ext>
            </a:extLst>
          </p:cNvPr>
          <p:cNvSpPr>
            <a:spLocks noGrp="1" noChangeArrowheads="1"/>
          </p:cNvSpPr>
          <p:nvPr>
            <p:ph type="body" idx="1"/>
          </p:nvPr>
        </p:nvSpPr>
        <p:spPr/>
        <p:txBody>
          <a:bodyPr/>
          <a:lstStyle/>
          <a:p>
            <a:pPr eaLnBrk="1" hangingPunct="1">
              <a:lnSpc>
                <a:spcPct val="90000"/>
              </a:lnSpc>
            </a:pPr>
            <a:r>
              <a:rPr lang="en-US" sz="1800"/>
              <a:t>Two forms of entropy equations</a:t>
            </a:r>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1800" i="1"/>
              <a:t>Microscopic</a:t>
            </a:r>
          </a:p>
          <a:p>
            <a:pPr eaLnBrk="1" hangingPunct="1">
              <a:lnSpc>
                <a:spcPct val="90000"/>
              </a:lnSpc>
            </a:pPr>
            <a:endParaRPr lang="en-US" sz="1800" i="1"/>
          </a:p>
          <a:p>
            <a:pPr eaLnBrk="1" hangingPunct="1">
              <a:lnSpc>
                <a:spcPct val="90000"/>
              </a:lnSpc>
            </a:pPr>
            <a:endParaRPr lang="en-US" sz="1800" i="1"/>
          </a:p>
          <a:p>
            <a:pPr eaLnBrk="1" hangingPunct="1">
              <a:lnSpc>
                <a:spcPct val="90000"/>
              </a:lnSpc>
            </a:pPr>
            <a:r>
              <a:rPr lang="en-US" sz="1800" i="1"/>
              <a:t>Cyclic Reversible Process</a:t>
            </a:r>
            <a:endParaRPr lang="en-US" sz="1800"/>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2400"/>
              <a:t>Problems to now try 9-13</a:t>
            </a:r>
          </a:p>
          <a:p>
            <a:pPr eaLnBrk="1" hangingPunct="1">
              <a:lnSpc>
                <a:spcPct val="90000"/>
              </a:lnSpc>
            </a:pPr>
            <a:endParaRPr lang="en-US" sz="2400"/>
          </a:p>
        </p:txBody>
      </p:sp>
      <p:graphicFrame>
        <p:nvGraphicFramePr>
          <p:cNvPr id="9218" name="Object 29">
            <a:extLst>
              <a:ext uri="{FF2B5EF4-FFF2-40B4-BE49-F238E27FC236}">
                <a16:creationId xmlns:a16="http://schemas.microsoft.com/office/drawing/2014/main" id="{127700D7-97A1-F9B0-37F1-9D29F1F3AD7E}"/>
              </a:ext>
            </a:extLst>
          </p:cNvPr>
          <p:cNvGraphicFramePr>
            <a:graphicFrameLocks noChangeAspect="1"/>
          </p:cNvGraphicFramePr>
          <p:nvPr/>
        </p:nvGraphicFramePr>
        <p:xfrm>
          <a:off x="1571625" y="1955800"/>
          <a:ext cx="792163" cy="481013"/>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9218" name="Object 29">
                        <a:extLst>
                          <a:ext uri="{FF2B5EF4-FFF2-40B4-BE49-F238E27FC236}">
                            <a16:creationId xmlns:a16="http://schemas.microsoft.com/office/drawing/2014/main" id="{127700D7-97A1-F9B0-37F1-9D29F1F3AD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955800"/>
                        <a:ext cx="792163"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0">
            <a:extLst>
              <a:ext uri="{FF2B5EF4-FFF2-40B4-BE49-F238E27FC236}">
                <a16:creationId xmlns:a16="http://schemas.microsoft.com/office/drawing/2014/main" id="{00B90CFB-038F-ABC7-430F-234C70442736}"/>
              </a:ext>
            </a:extLst>
          </p:cNvPr>
          <p:cNvGraphicFramePr>
            <a:graphicFrameLocks noChangeAspect="1"/>
          </p:cNvGraphicFramePr>
          <p:nvPr/>
        </p:nvGraphicFramePr>
        <p:xfrm>
          <a:off x="3162300" y="1920875"/>
          <a:ext cx="2066925" cy="620713"/>
        </p:xfrm>
        <a:graphic>
          <a:graphicData uri="http://schemas.openxmlformats.org/presentationml/2006/ole">
            <mc:AlternateContent xmlns:mc="http://schemas.openxmlformats.org/markup-compatibility/2006">
              <mc:Choice xmlns:v="urn:schemas-microsoft-com:vml" Requires="v">
                <p:oleObj name="Equation" r:id="rId4" imgW="1307880" imgH="393480" progId="Equation.DSMT4">
                  <p:embed/>
                </p:oleObj>
              </mc:Choice>
              <mc:Fallback>
                <p:oleObj name="Equation" r:id="rId4" imgW="1307880" imgH="393480" progId="Equation.DSMT4">
                  <p:embed/>
                  <p:pic>
                    <p:nvPicPr>
                      <p:cNvPr id="9219" name="Object 30">
                        <a:extLst>
                          <a:ext uri="{FF2B5EF4-FFF2-40B4-BE49-F238E27FC236}">
                            <a16:creationId xmlns:a16="http://schemas.microsoft.com/office/drawing/2014/main" id="{00B90CFB-038F-ABC7-430F-234C704427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0" y="1920875"/>
                        <a:ext cx="2066925"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31">
            <a:extLst>
              <a:ext uri="{FF2B5EF4-FFF2-40B4-BE49-F238E27FC236}">
                <a16:creationId xmlns:a16="http://schemas.microsoft.com/office/drawing/2014/main" id="{55BA5154-795C-23E9-9B7A-7682D73852EC}"/>
              </a:ext>
            </a:extLst>
          </p:cNvPr>
          <p:cNvGraphicFramePr>
            <a:graphicFrameLocks noChangeAspect="1"/>
          </p:cNvGraphicFramePr>
          <p:nvPr/>
        </p:nvGraphicFramePr>
        <p:xfrm>
          <a:off x="1651000" y="3841750"/>
          <a:ext cx="744538" cy="461963"/>
        </p:xfrm>
        <a:graphic>
          <a:graphicData uri="http://schemas.openxmlformats.org/presentationml/2006/ole">
            <mc:AlternateContent xmlns:mc="http://schemas.openxmlformats.org/markup-compatibility/2006">
              <mc:Choice xmlns:v="urn:schemas-microsoft-com:vml" Requires="v">
                <p:oleObj name="Equation" r:id="rId6" imgW="634680" imgH="393480" progId="Equation.3">
                  <p:embed/>
                </p:oleObj>
              </mc:Choice>
              <mc:Fallback>
                <p:oleObj name="Equation" r:id="rId6" imgW="634680" imgH="393480" progId="Equation.3">
                  <p:embed/>
                  <p:pic>
                    <p:nvPicPr>
                      <p:cNvPr id="9220" name="Object 31">
                        <a:extLst>
                          <a:ext uri="{FF2B5EF4-FFF2-40B4-BE49-F238E27FC236}">
                            <a16:creationId xmlns:a16="http://schemas.microsoft.com/office/drawing/2014/main" id="{55BA5154-795C-23E9-9B7A-7682D73852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1000" y="3841750"/>
                        <a:ext cx="7445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33">
            <a:extLst>
              <a:ext uri="{FF2B5EF4-FFF2-40B4-BE49-F238E27FC236}">
                <a16:creationId xmlns:a16="http://schemas.microsoft.com/office/drawing/2014/main" id="{4F4188B0-AEFE-F8B3-9535-10F03CB16730}"/>
              </a:ext>
            </a:extLst>
          </p:cNvPr>
          <p:cNvGraphicFramePr>
            <a:graphicFrameLocks noChangeAspect="1"/>
          </p:cNvGraphicFramePr>
          <p:nvPr/>
        </p:nvGraphicFramePr>
        <p:xfrm>
          <a:off x="1558925" y="2955925"/>
          <a:ext cx="1333500" cy="354013"/>
        </p:xfrm>
        <a:graphic>
          <a:graphicData uri="http://schemas.openxmlformats.org/presentationml/2006/ole">
            <mc:AlternateContent xmlns:mc="http://schemas.openxmlformats.org/markup-compatibility/2006">
              <mc:Choice xmlns:v="urn:schemas-microsoft-com:vml" Requires="v">
                <p:oleObj name="Equation" r:id="rId8" imgW="812520" imgH="215640" progId="Equation.3">
                  <p:embed/>
                </p:oleObj>
              </mc:Choice>
              <mc:Fallback>
                <p:oleObj name="Equation" r:id="rId8" imgW="812520" imgH="215640" progId="Equation.3">
                  <p:embed/>
                  <p:pic>
                    <p:nvPicPr>
                      <p:cNvPr id="9221" name="Object 33">
                        <a:extLst>
                          <a:ext uri="{FF2B5EF4-FFF2-40B4-BE49-F238E27FC236}">
                            <a16:creationId xmlns:a16="http://schemas.microsoft.com/office/drawing/2014/main" id="{4F4188B0-AEFE-F8B3-9535-10F03CB167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8925" y="2955925"/>
                        <a:ext cx="1333500"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351634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C7230-BB2B-21B6-4828-D0BDF694E27A}"/>
            </a:ext>
          </a:extLst>
        </p:cNvPr>
        <p:cNvGrpSpPr/>
        <p:nvPr/>
      </p:nvGrpSpPr>
      <p:grpSpPr>
        <a:xfrm>
          <a:off x="0" y="0"/>
          <a:ext cx="0" cy="0"/>
          <a:chOff x="0" y="0"/>
          <a:chExt cx="0" cy="0"/>
        </a:xfrm>
      </p:grpSpPr>
      <p:sp>
        <p:nvSpPr>
          <p:cNvPr id="199682" name="Slide Number Placeholder 5">
            <a:extLst>
              <a:ext uri="{FF2B5EF4-FFF2-40B4-BE49-F238E27FC236}">
                <a16:creationId xmlns:a16="http://schemas.microsoft.com/office/drawing/2014/main" id="{2D4A92B6-73BD-8D3F-D0A5-6A333E14FB15}"/>
              </a:ext>
            </a:extLst>
          </p:cNvPr>
          <p:cNvSpPr>
            <a:spLocks noGrp="1"/>
          </p:cNvSpPr>
          <p:nvPr>
            <p:ph type="sldNum" sz="quarter" idx="12"/>
          </p:nvPr>
        </p:nvSpPr>
        <p:spPr>
          <a:noFill/>
        </p:spPr>
        <p:txBody>
          <a:bodyPr/>
          <a:lstStyle/>
          <a:p>
            <a:fld id="{917D1039-81FC-40ED-A6C1-7BAC07FF53B2}" type="slidenum">
              <a:rPr lang="en-US" smtClean="0"/>
              <a:pPr/>
              <a:t>81</a:t>
            </a:fld>
            <a:endParaRPr lang="en-US"/>
          </a:p>
        </p:txBody>
      </p:sp>
      <p:sp>
        <p:nvSpPr>
          <p:cNvPr id="199683" name="Rectangle 2">
            <a:extLst>
              <a:ext uri="{FF2B5EF4-FFF2-40B4-BE49-F238E27FC236}">
                <a16:creationId xmlns:a16="http://schemas.microsoft.com/office/drawing/2014/main" id="{90FB2200-4B62-A451-CE21-2E6E78E0F5E5}"/>
              </a:ext>
            </a:extLst>
          </p:cNvPr>
          <p:cNvSpPr>
            <a:spLocks noGrp="1" noChangeArrowheads="1"/>
          </p:cNvSpPr>
          <p:nvPr>
            <p:ph type="title"/>
          </p:nvPr>
        </p:nvSpPr>
        <p:spPr/>
        <p:txBody>
          <a:bodyPr/>
          <a:lstStyle/>
          <a:p>
            <a:pPr eaLnBrk="1" hangingPunct="1"/>
            <a:r>
              <a:rPr lang="en-US" dirty="0"/>
              <a:t>Question 123.14.2</a:t>
            </a:r>
          </a:p>
        </p:txBody>
      </p:sp>
      <p:sp>
        <p:nvSpPr>
          <p:cNvPr id="199684" name="Rectangle 3">
            <a:extLst>
              <a:ext uri="{FF2B5EF4-FFF2-40B4-BE49-F238E27FC236}">
                <a16:creationId xmlns:a16="http://schemas.microsoft.com/office/drawing/2014/main" id="{73148C27-ABC9-6F05-CEFD-C34370557AA1}"/>
              </a:ext>
            </a:extLst>
          </p:cNvPr>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30388775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2F21F-341E-5E98-15D8-909F6B09D929}"/>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2694121B-A60A-6EEC-F14A-0E78C029C7F1}"/>
              </a:ext>
            </a:extLst>
          </p:cNvPr>
          <p:cNvSpPr>
            <a:spLocks noGrp="1" noChangeArrowheads="1"/>
          </p:cNvSpPr>
          <p:nvPr>
            <p:ph type="title"/>
          </p:nvPr>
        </p:nvSpPr>
        <p:spPr>
          <a:xfrm>
            <a:off x="533400" y="0"/>
            <a:ext cx="7772400" cy="1143000"/>
          </a:xfrm>
        </p:spPr>
        <p:txBody>
          <a:bodyPr/>
          <a:lstStyle/>
          <a:p>
            <a:pPr eaLnBrk="1" hangingPunct="1"/>
            <a:r>
              <a:rPr lang="en-US"/>
              <a:t>Boltzmann Distribution</a:t>
            </a:r>
          </a:p>
        </p:txBody>
      </p:sp>
      <p:graphicFrame>
        <p:nvGraphicFramePr>
          <p:cNvPr id="2050" name="Object 3">
            <a:extLst>
              <a:ext uri="{FF2B5EF4-FFF2-40B4-BE49-F238E27FC236}">
                <a16:creationId xmlns:a16="http://schemas.microsoft.com/office/drawing/2014/main" id="{C31C7BCE-B719-E667-CA43-A6C440DEFBFB}"/>
              </a:ext>
            </a:extLst>
          </p:cNvPr>
          <p:cNvGraphicFramePr>
            <a:graphicFrameLocks noChangeAspect="1"/>
          </p:cNvGraphicFramePr>
          <p:nvPr/>
        </p:nvGraphicFramePr>
        <p:xfrm>
          <a:off x="152400" y="1408906"/>
          <a:ext cx="4700588" cy="1144588"/>
        </p:xfrm>
        <a:graphic>
          <a:graphicData uri="http://schemas.openxmlformats.org/presentationml/2006/ole">
            <mc:AlternateContent xmlns:mc="http://schemas.openxmlformats.org/markup-compatibility/2006">
              <mc:Choice xmlns:v="urn:schemas-microsoft-com:vml" Requires="v">
                <p:oleObj name="Equation" r:id="rId2" imgW="1015920" imgH="241200" progId="Equation.3">
                  <p:embed/>
                </p:oleObj>
              </mc:Choice>
              <mc:Fallback>
                <p:oleObj name="Equation" r:id="rId2" imgW="1015920" imgH="241200" progId="Equation.3">
                  <p:embed/>
                  <p:pic>
                    <p:nvPicPr>
                      <p:cNvPr id="2050" name="Object 3">
                        <a:extLst>
                          <a:ext uri="{FF2B5EF4-FFF2-40B4-BE49-F238E27FC236}">
                            <a16:creationId xmlns:a16="http://schemas.microsoft.com/office/drawing/2014/main" id="{C31C7BCE-B719-E667-CA43-A6C440DEFB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08906"/>
                        <a:ext cx="4700588" cy="1144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4" name="Picture 4" descr="File:Energy distribution of Boltzmann gas.svg">
            <a:extLst>
              <a:ext uri="{FF2B5EF4-FFF2-40B4-BE49-F238E27FC236}">
                <a16:creationId xmlns:a16="http://schemas.microsoft.com/office/drawing/2014/main" id="{8AC306FC-A44D-79B3-A507-C84051F9A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274277"/>
            <a:ext cx="5715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9571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DB3A4-E195-C7B5-AC97-4857FCAE2764}"/>
            </a:ext>
          </a:extLst>
        </p:cNvPr>
        <p:cNvGrpSpPr/>
        <p:nvPr/>
      </p:nvGrpSpPr>
      <p:grpSpPr>
        <a:xfrm>
          <a:off x="0" y="0"/>
          <a:ext cx="0" cy="0"/>
          <a:chOff x="0" y="0"/>
          <a:chExt cx="0" cy="0"/>
        </a:xfrm>
      </p:grpSpPr>
      <p:graphicFrame>
        <p:nvGraphicFramePr>
          <p:cNvPr id="3074" name="Object 3">
            <a:extLst>
              <a:ext uri="{FF2B5EF4-FFF2-40B4-BE49-F238E27FC236}">
                <a16:creationId xmlns:a16="http://schemas.microsoft.com/office/drawing/2014/main" id="{8E48BE26-7DBB-F15C-CA7E-D8C2A967380F}"/>
              </a:ext>
            </a:extLst>
          </p:cNvPr>
          <p:cNvGraphicFramePr>
            <a:graphicFrameLocks noChangeAspect="1"/>
          </p:cNvGraphicFramePr>
          <p:nvPr/>
        </p:nvGraphicFramePr>
        <p:xfrm>
          <a:off x="228600" y="914400"/>
          <a:ext cx="5319935" cy="4495800"/>
        </p:xfrm>
        <a:graphic>
          <a:graphicData uri="http://schemas.openxmlformats.org/presentationml/2006/ole">
            <mc:AlternateContent xmlns:mc="http://schemas.openxmlformats.org/markup-compatibility/2006">
              <mc:Choice xmlns:v="urn:schemas-microsoft-com:vml" Requires="v">
                <p:oleObj name="Photo Editor Photo" r:id="rId2" imgW="1905266" imgH="1609524" progId="">
                  <p:embed/>
                </p:oleObj>
              </mc:Choice>
              <mc:Fallback>
                <p:oleObj name="Photo Editor Photo" r:id="rId2" imgW="1905266" imgH="1609524" progId="">
                  <p:embed/>
                  <p:pic>
                    <p:nvPicPr>
                      <p:cNvPr id="3074" name="Object 3">
                        <a:extLst>
                          <a:ext uri="{FF2B5EF4-FFF2-40B4-BE49-F238E27FC236}">
                            <a16:creationId xmlns:a16="http://schemas.microsoft.com/office/drawing/2014/main" id="{8E48BE26-7DBB-F15C-CA7E-D8C2A9673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5319935" cy="4495800"/>
                      </a:xfrm>
                      <a:prstGeom prst="rect">
                        <a:avLst/>
                      </a:prstGeom>
                      <a:noFill/>
                      <a:ln>
                        <a:noFill/>
                      </a:ln>
                      <a:effectLst/>
                    </p:spPr>
                  </p:pic>
                </p:oleObj>
              </mc:Fallback>
            </mc:AlternateContent>
          </a:graphicData>
        </a:graphic>
      </p:graphicFrame>
      <p:sp>
        <p:nvSpPr>
          <p:cNvPr id="3076" name="Text Box 4">
            <a:extLst>
              <a:ext uri="{FF2B5EF4-FFF2-40B4-BE49-F238E27FC236}">
                <a16:creationId xmlns:a16="http://schemas.microsoft.com/office/drawing/2014/main" id="{F6A5B132-A6CA-DB74-EB5A-3EE55D52ABA5}"/>
              </a:ext>
            </a:extLst>
          </p:cNvPr>
          <p:cNvSpPr txBox="1">
            <a:spLocks noChangeArrowheads="1"/>
          </p:cNvSpPr>
          <p:nvPr/>
        </p:nvSpPr>
        <p:spPr bwMode="auto">
          <a:xfrm>
            <a:off x="1676400" y="5943600"/>
            <a:ext cx="3048000" cy="822325"/>
          </a:xfrm>
          <a:prstGeom prst="rect">
            <a:avLst/>
          </a:prstGeom>
          <a:noFill/>
          <a:ln w="9525">
            <a:noFill/>
            <a:miter lim="800000"/>
            <a:headEnd/>
            <a:tailEnd/>
          </a:ln>
        </p:spPr>
        <p:txBody>
          <a:bodyPr>
            <a:spAutoFit/>
          </a:bodyPr>
          <a:lstStyle/>
          <a:p>
            <a:pPr eaLnBrk="0" hangingPunct="0">
              <a:spcBef>
                <a:spcPct val="50000"/>
              </a:spcBef>
            </a:pPr>
            <a:r>
              <a:rPr lang="en-US" sz="2400" dirty="0">
                <a:latin typeface="Times New Roman" pitchFamily="18" charset="0"/>
              </a:rPr>
              <a:t>James Clerk Maxwell (1831-1879)</a:t>
            </a:r>
          </a:p>
        </p:txBody>
      </p:sp>
      <p:sp>
        <p:nvSpPr>
          <p:cNvPr id="2" name="TextBox 1">
            <a:extLst>
              <a:ext uri="{FF2B5EF4-FFF2-40B4-BE49-F238E27FC236}">
                <a16:creationId xmlns:a16="http://schemas.microsoft.com/office/drawing/2014/main" id="{56F5B689-E858-79DC-1B2D-24974060483D}"/>
              </a:ext>
            </a:extLst>
          </p:cNvPr>
          <p:cNvSpPr txBox="1"/>
          <p:nvPr/>
        </p:nvSpPr>
        <p:spPr>
          <a:xfrm>
            <a:off x="5867400" y="1371600"/>
            <a:ext cx="2362200" cy="3046988"/>
          </a:xfrm>
          <a:prstGeom prst="rect">
            <a:avLst/>
          </a:prstGeom>
          <a:noFill/>
        </p:spPr>
        <p:txBody>
          <a:bodyPr wrap="square" rtlCol="0">
            <a:spAutoFit/>
          </a:bodyPr>
          <a:lstStyle/>
          <a:p>
            <a:r>
              <a:rPr lang="en-US" sz="3200" dirty="0"/>
              <a:t>Found an expression for the Molecular Speed Distribution</a:t>
            </a:r>
          </a:p>
        </p:txBody>
      </p:sp>
    </p:spTree>
    <p:extLst>
      <p:ext uri="{BB962C8B-B14F-4D97-AF65-F5344CB8AC3E}">
        <p14:creationId xmlns:p14="http://schemas.microsoft.com/office/powerpoint/2010/main" val="12934040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B183-7814-8AF0-63BC-86B7DD10A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9DE-22EB-C608-4FAA-F5A9FB5E70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B77A5E-4C2B-ADC3-9B4B-16DEE1DA1C14}"/>
              </a:ext>
            </a:extLst>
          </p:cNvPr>
          <p:cNvSpPr>
            <a:spLocks noGrp="1"/>
          </p:cNvSpPr>
          <p:nvPr>
            <p:ph idx="1"/>
          </p:nvPr>
        </p:nvSpPr>
        <p:spPr/>
        <p:txBody>
          <a:bodyPr/>
          <a:lstStyle/>
          <a:p>
            <a:endParaRPr lang="en-US"/>
          </a:p>
        </p:txBody>
      </p:sp>
      <p:pic>
        <p:nvPicPr>
          <p:cNvPr id="41986" name="Picture 2" descr="http://classic.mormonchannel.org/sites/default/files/PER-10-elder-neal-a-maxwell-01.jpg">
            <a:extLst>
              <a:ext uri="{FF2B5EF4-FFF2-40B4-BE49-F238E27FC236}">
                <a16:creationId xmlns:a16="http://schemas.microsoft.com/office/drawing/2014/main" id="{6F04AAE6-897E-8551-E6F7-431109430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3886200"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a:extLst>
              <a:ext uri="{FF2B5EF4-FFF2-40B4-BE49-F238E27FC236}">
                <a16:creationId xmlns:a16="http://schemas.microsoft.com/office/drawing/2014/main" id="{FE9C005F-0FF5-35B5-E04A-F7E42E9E7F82}"/>
              </a:ext>
            </a:extLst>
          </p:cNvPr>
          <p:cNvSpPr txBox="1">
            <a:spLocks noChangeArrowheads="1"/>
          </p:cNvSpPr>
          <p:nvPr/>
        </p:nvSpPr>
        <p:spPr bwMode="auto">
          <a:xfrm>
            <a:off x="1371600" y="5715000"/>
            <a:ext cx="3048000" cy="1015663"/>
          </a:xfrm>
          <a:prstGeom prst="rect">
            <a:avLst/>
          </a:prstGeom>
          <a:noFill/>
          <a:ln w="9525">
            <a:noFill/>
            <a:miter lim="800000"/>
            <a:headEnd/>
            <a:tailEnd/>
          </a:ln>
        </p:spPr>
        <p:txBody>
          <a:bodyPr>
            <a:spAutoFit/>
          </a:bodyPr>
          <a:lstStyle/>
          <a:p>
            <a:pPr eaLnBrk="0" hangingPunct="0">
              <a:spcBef>
                <a:spcPct val="50000"/>
              </a:spcBef>
            </a:pPr>
            <a:r>
              <a:rPr lang="en-US" sz="2400" dirty="0"/>
              <a:t>Neal A. Maxwell</a:t>
            </a:r>
          </a:p>
          <a:p>
            <a:pPr eaLnBrk="0" hangingPunct="0">
              <a:spcBef>
                <a:spcPct val="50000"/>
              </a:spcBef>
            </a:pPr>
            <a:r>
              <a:rPr lang="en-US" sz="2400" dirty="0">
                <a:latin typeface="Times New Roman" pitchFamily="18" charset="0"/>
              </a:rPr>
              <a:t>(1926-2004)</a:t>
            </a:r>
          </a:p>
        </p:txBody>
      </p:sp>
      <p:sp>
        <p:nvSpPr>
          <p:cNvPr id="7" name="TextBox 6">
            <a:extLst>
              <a:ext uri="{FF2B5EF4-FFF2-40B4-BE49-F238E27FC236}">
                <a16:creationId xmlns:a16="http://schemas.microsoft.com/office/drawing/2014/main" id="{927632D2-9CE5-F05E-D08E-01A6D7DC6543}"/>
              </a:ext>
            </a:extLst>
          </p:cNvPr>
          <p:cNvSpPr txBox="1"/>
          <p:nvPr/>
        </p:nvSpPr>
        <p:spPr>
          <a:xfrm>
            <a:off x="5867400" y="1371600"/>
            <a:ext cx="2362200" cy="1077218"/>
          </a:xfrm>
          <a:prstGeom prst="rect">
            <a:avLst/>
          </a:prstGeom>
          <a:noFill/>
        </p:spPr>
        <p:txBody>
          <a:bodyPr wrap="square" rtlCol="0">
            <a:spAutoFit/>
          </a:bodyPr>
          <a:lstStyle/>
          <a:p>
            <a:r>
              <a:rPr lang="en-US" sz="3200" dirty="0"/>
              <a:t>Not the same guy</a:t>
            </a:r>
          </a:p>
        </p:txBody>
      </p:sp>
    </p:spTree>
    <p:extLst>
      <p:ext uri="{BB962C8B-B14F-4D97-AF65-F5344CB8AC3E}">
        <p14:creationId xmlns:p14="http://schemas.microsoft.com/office/powerpoint/2010/main" val="29965586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3DBF6-49CE-38D3-F5D7-2229C72EF3EC}"/>
            </a:ext>
          </a:extLst>
        </p:cNvPr>
        <p:cNvGrpSpPr/>
        <p:nvPr/>
      </p:nvGrpSpPr>
      <p:grpSpPr>
        <a:xfrm>
          <a:off x="0" y="0"/>
          <a:ext cx="0" cy="0"/>
          <a:chOff x="0" y="0"/>
          <a:chExt cx="0" cy="0"/>
        </a:xfrm>
      </p:grpSpPr>
      <p:graphicFrame>
        <p:nvGraphicFramePr>
          <p:cNvPr id="4098" name="Object 4">
            <a:extLst>
              <a:ext uri="{FF2B5EF4-FFF2-40B4-BE49-F238E27FC236}">
                <a16:creationId xmlns:a16="http://schemas.microsoft.com/office/drawing/2014/main" id="{810D8E74-571E-CB11-D443-65445A4911F5}"/>
              </a:ext>
            </a:extLst>
          </p:cNvPr>
          <p:cNvGraphicFramePr>
            <a:graphicFrameLocks noChangeAspect="1"/>
          </p:cNvGraphicFramePr>
          <p:nvPr/>
        </p:nvGraphicFramePr>
        <p:xfrm>
          <a:off x="914400" y="76200"/>
          <a:ext cx="6934200" cy="1833562"/>
        </p:xfrm>
        <a:graphic>
          <a:graphicData uri="http://schemas.openxmlformats.org/presentationml/2006/ole">
            <mc:AlternateContent xmlns:mc="http://schemas.openxmlformats.org/markup-compatibility/2006">
              <mc:Choice xmlns:v="urn:schemas-microsoft-com:vml" Requires="v">
                <p:oleObj name="Equation" r:id="rId2" imgW="1968480" imgH="507960" progId="Equation.3">
                  <p:embed/>
                </p:oleObj>
              </mc:Choice>
              <mc:Fallback>
                <p:oleObj name="Equation" r:id="rId2" imgW="1968480" imgH="507960" progId="Equation.3">
                  <p:embed/>
                  <p:pic>
                    <p:nvPicPr>
                      <p:cNvPr id="4098" name="Object 4">
                        <a:extLst>
                          <a:ext uri="{FF2B5EF4-FFF2-40B4-BE49-F238E27FC236}">
                            <a16:creationId xmlns:a16="http://schemas.microsoft.com/office/drawing/2014/main" id="{810D8E74-571E-CB11-D443-65445A491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6200"/>
                        <a:ext cx="6934200" cy="183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6">
            <a:extLst>
              <a:ext uri="{FF2B5EF4-FFF2-40B4-BE49-F238E27FC236}">
                <a16:creationId xmlns:a16="http://schemas.microsoft.com/office/drawing/2014/main" id="{87A3A82D-C1F7-5800-813C-D42BF88C0145}"/>
              </a:ext>
            </a:extLst>
          </p:cNvPr>
          <p:cNvSpPr txBox="1">
            <a:spLocks noChangeArrowheads="1"/>
          </p:cNvSpPr>
          <p:nvPr/>
        </p:nvSpPr>
        <p:spPr bwMode="auto">
          <a:xfrm>
            <a:off x="-32657" y="2057400"/>
            <a:ext cx="4267200" cy="1200329"/>
          </a:xfrm>
          <a:prstGeom prst="rect">
            <a:avLst/>
          </a:prstGeom>
          <a:noFill/>
          <a:ln w="9525">
            <a:noFill/>
            <a:miter lim="800000"/>
            <a:headEnd/>
            <a:tailEnd/>
          </a:ln>
        </p:spPr>
        <p:txBody>
          <a:bodyPr wrap="square">
            <a:spAutoFit/>
          </a:bodyPr>
          <a:lstStyle/>
          <a:p>
            <a:pPr algn="l" eaLnBrk="0" hangingPunct="0">
              <a:spcBef>
                <a:spcPct val="50000"/>
              </a:spcBef>
            </a:pPr>
            <a:r>
              <a:rPr lang="en-US" sz="3600" dirty="0">
                <a:latin typeface="Times New Roman" pitchFamily="18" charset="0"/>
              </a:rPr>
              <a:t>N  - total number of molecules</a:t>
            </a:r>
          </a:p>
        </p:txBody>
      </p:sp>
      <p:pic>
        <p:nvPicPr>
          <p:cNvPr id="7180" name="Picture 12">
            <a:extLst>
              <a:ext uri="{FF2B5EF4-FFF2-40B4-BE49-F238E27FC236}">
                <a16:creationId xmlns:a16="http://schemas.microsoft.com/office/drawing/2014/main" id="{DC99A079-6BCF-D3D4-55C7-86B3660E0A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3364" y="1905000"/>
            <a:ext cx="502063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38827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1CE0-DA8D-389E-FA7E-4206368E9433}"/>
            </a:ext>
          </a:extLst>
        </p:cNvPr>
        <p:cNvGrpSpPr/>
        <p:nvPr/>
      </p:nvGrpSpPr>
      <p:grpSpPr>
        <a:xfrm>
          <a:off x="0" y="0"/>
          <a:ext cx="0" cy="0"/>
          <a:chOff x="0" y="0"/>
          <a:chExt cx="0" cy="0"/>
        </a:xfrm>
      </p:grpSpPr>
      <p:sp>
        <p:nvSpPr>
          <p:cNvPr id="199682" name="Slide Number Placeholder 5">
            <a:extLst>
              <a:ext uri="{FF2B5EF4-FFF2-40B4-BE49-F238E27FC236}">
                <a16:creationId xmlns:a16="http://schemas.microsoft.com/office/drawing/2014/main" id="{D7E72F4B-E5AC-F3F2-8A71-9DB0C19169D2}"/>
              </a:ext>
            </a:extLst>
          </p:cNvPr>
          <p:cNvSpPr>
            <a:spLocks noGrp="1"/>
          </p:cNvSpPr>
          <p:nvPr>
            <p:ph type="sldNum" sz="quarter" idx="12"/>
          </p:nvPr>
        </p:nvSpPr>
        <p:spPr>
          <a:noFill/>
        </p:spPr>
        <p:txBody>
          <a:bodyPr/>
          <a:lstStyle/>
          <a:p>
            <a:fld id="{917D1039-81FC-40ED-A6C1-7BAC07FF53B2}" type="slidenum">
              <a:rPr lang="en-US" smtClean="0"/>
              <a:pPr/>
              <a:t>86</a:t>
            </a:fld>
            <a:endParaRPr lang="en-US"/>
          </a:p>
        </p:txBody>
      </p:sp>
      <p:sp>
        <p:nvSpPr>
          <p:cNvPr id="199683" name="Rectangle 2">
            <a:extLst>
              <a:ext uri="{FF2B5EF4-FFF2-40B4-BE49-F238E27FC236}">
                <a16:creationId xmlns:a16="http://schemas.microsoft.com/office/drawing/2014/main" id="{DC5A3B4F-B211-7FED-B017-BF7E3D861CA9}"/>
              </a:ext>
            </a:extLst>
          </p:cNvPr>
          <p:cNvSpPr>
            <a:spLocks noGrp="1" noChangeArrowheads="1"/>
          </p:cNvSpPr>
          <p:nvPr>
            <p:ph type="title"/>
          </p:nvPr>
        </p:nvSpPr>
        <p:spPr/>
        <p:txBody>
          <a:bodyPr/>
          <a:lstStyle/>
          <a:p>
            <a:pPr eaLnBrk="1" hangingPunct="1"/>
            <a:r>
              <a:rPr lang="en-US" dirty="0"/>
              <a:t>Question 123.14.2</a:t>
            </a:r>
          </a:p>
        </p:txBody>
      </p:sp>
      <p:sp>
        <p:nvSpPr>
          <p:cNvPr id="199684" name="Rectangle 3">
            <a:extLst>
              <a:ext uri="{FF2B5EF4-FFF2-40B4-BE49-F238E27FC236}">
                <a16:creationId xmlns:a16="http://schemas.microsoft.com/office/drawing/2014/main" id="{AC524F51-30DF-E7C7-C050-8F2136D7263E}"/>
              </a:ext>
            </a:extLst>
          </p:cNvPr>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40534238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E69C-C66A-3CCF-E959-500280B41805}"/>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5709C267-AFE5-1040-7FE6-F5EC1FACF522}"/>
              </a:ext>
            </a:extLst>
          </p:cNvPr>
          <p:cNvSpPr>
            <a:spLocks noGrp="1" noChangeArrowheads="1"/>
          </p:cNvSpPr>
          <p:nvPr>
            <p:ph type="title"/>
          </p:nvPr>
        </p:nvSpPr>
        <p:spPr/>
        <p:txBody>
          <a:bodyPr/>
          <a:lstStyle/>
          <a:p>
            <a:pPr eaLnBrk="1" hangingPunct="1"/>
            <a:r>
              <a:rPr lang="en-US"/>
              <a:t>Maxwell Distribution</a:t>
            </a:r>
          </a:p>
        </p:txBody>
      </p:sp>
      <p:sp>
        <p:nvSpPr>
          <p:cNvPr id="16387" name="Rectangle 3">
            <a:extLst>
              <a:ext uri="{FF2B5EF4-FFF2-40B4-BE49-F238E27FC236}">
                <a16:creationId xmlns:a16="http://schemas.microsoft.com/office/drawing/2014/main" id="{4A54ACD3-2953-B86A-1524-F73C212E5B48}"/>
              </a:ext>
            </a:extLst>
          </p:cNvPr>
          <p:cNvSpPr>
            <a:spLocks noGrp="1" noChangeArrowheads="1"/>
          </p:cNvSpPr>
          <p:nvPr>
            <p:ph type="body" sz="half" idx="1"/>
          </p:nvPr>
        </p:nvSpPr>
        <p:spPr>
          <a:xfrm>
            <a:off x="457200" y="1600200"/>
            <a:ext cx="4033838" cy="4525963"/>
          </a:xfrm>
        </p:spPr>
        <p:txBody>
          <a:bodyPr/>
          <a:lstStyle/>
          <a:p>
            <a:pPr eaLnBrk="1" hangingPunct="1">
              <a:lnSpc>
                <a:spcPct val="90000"/>
              </a:lnSpc>
            </a:pPr>
            <a:r>
              <a:rPr lang="en-US" sz="2800"/>
              <a:t>A system of gas at a given temperature will exhibit a variety of speeds</a:t>
            </a:r>
          </a:p>
          <a:p>
            <a:pPr eaLnBrk="1" hangingPunct="1">
              <a:lnSpc>
                <a:spcPct val="90000"/>
              </a:lnSpc>
            </a:pPr>
            <a:r>
              <a:rPr lang="en-US" sz="2800"/>
              <a:t>Three speeds are of interest:</a:t>
            </a:r>
          </a:p>
          <a:p>
            <a:pPr lvl="1" eaLnBrk="1" hangingPunct="1">
              <a:lnSpc>
                <a:spcPct val="90000"/>
              </a:lnSpc>
            </a:pPr>
            <a:r>
              <a:rPr lang="en-US" sz="2400"/>
              <a:t>Most probable</a:t>
            </a:r>
          </a:p>
          <a:p>
            <a:pPr lvl="1" eaLnBrk="1" hangingPunct="1">
              <a:lnSpc>
                <a:spcPct val="90000"/>
              </a:lnSpc>
            </a:pPr>
            <a:r>
              <a:rPr lang="en-US" sz="2400"/>
              <a:t>Average</a:t>
            </a:r>
          </a:p>
          <a:p>
            <a:pPr lvl="1" eaLnBrk="1" hangingPunct="1">
              <a:lnSpc>
                <a:spcPct val="90000"/>
              </a:lnSpc>
            </a:pPr>
            <a:r>
              <a:rPr lang="en-US" sz="2400"/>
              <a:t>rms</a:t>
            </a:r>
          </a:p>
        </p:txBody>
      </p:sp>
      <p:sp>
        <p:nvSpPr>
          <p:cNvPr id="2" name="Rectangle 1">
            <a:extLst>
              <a:ext uri="{FF2B5EF4-FFF2-40B4-BE49-F238E27FC236}">
                <a16:creationId xmlns:a16="http://schemas.microsoft.com/office/drawing/2014/main" id="{7D8F356B-3D14-B4C9-93F6-80E17A81F7D9}"/>
              </a:ext>
            </a:extLst>
          </p:cNvPr>
          <p:cNvSpPr/>
          <p:nvPr/>
        </p:nvSpPr>
        <p:spPr>
          <a:xfrm>
            <a:off x="4648200" y="5377934"/>
            <a:ext cx="4758931" cy="369332"/>
          </a:xfrm>
          <a:prstGeom prst="rect">
            <a:avLst/>
          </a:prstGeom>
        </p:spPr>
        <p:txBody>
          <a:bodyPr wrap="none">
            <a:spAutoFit/>
          </a:bodyPr>
          <a:lstStyle/>
          <a:p>
            <a:r>
              <a:rPr lang="de-DE" b="1" dirty="0"/>
              <a:t>Image in the Public Domain couracy Fred Stober</a:t>
            </a:r>
          </a:p>
        </p:txBody>
      </p:sp>
      <p:pic>
        <p:nvPicPr>
          <p:cNvPr id="40962" name="Picture 2">
            <a:extLst>
              <a:ext uri="{FF2B5EF4-FFF2-40B4-BE49-F238E27FC236}">
                <a16:creationId xmlns:a16="http://schemas.microsoft.com/office/drawing/2014/main" id="{69884E6B-6750-C406-ABE1-2090449B54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676400"/>
            <a:ext cx="476861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8713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A4054-B327-13E2-9D6F-F08824AFB010}"/>
            </a:ext>
          </a:extLst>
        </p:cNvPr>
        <p:cNvGrpSpPr/>
        <p:nvPr/>
      </p:nvGrpSpPr>
      <p:grpSpPr>
        <a:xfrm>
          <a:off x="0" y="0"/>
          <a:ext cx="0" cy="0"/>
          <a:chOff x="0" y="0"/>
          <a:chExt cx="0" cy="0"/>
        </a:xfrm>
      </p:grpSpPr>
      <p:sp>
        <p:nvSpPr>
          <p:cNvPr id="5125" name="Rectangle 2">
            <a:extLst>
              <a:ext uri="{FF2B5EF4-FFF2-40B4-BE49-F238E27FC236}">
                <a16:creationId xmlns:a16="http://schemas.microsoft.com/office/drawing/2014/main" id="{41A6152D-1DDE-6021-58C6-DAFAFD94407F}"/>
              </a:ext>
            </a:extLst>
          </p:cNvPr>
          <p:cNvSpPr>
            <a:spLocks noGrp="1" noChangeArrowheads="1"/>
          </p:cNvSpPr>
          <p:nvPr>
            <p:ph type="title"/>
          </p:nvPr>
        </p:nvSpPr>
        <p:spPr>
          <a:xfrm>
            <a:off x="685800" y="0"/>
            <a:ext cx="7772400" cy="1143000"/>
          </a:xfrm>
        </p:spPr>
        <p:txBody>
          <a:bodyPr/>
          <a:lstStyle/>
          <a:p>
            <a:pPr eaLnBrk="1" hangingPunct="1"/>
            <a:r>
              <a:rPr lang="en-US"/>
              <a:t>Molecular Speeds</a:t>
            </a:r>
          </a:p>
        </p:txBody>
      </p:sp>
      <p:graphicFrame>
        <p:nvGraphicFramePr>
          <p:cNvPr id="5122" name="Object 3">
            <a:extLst>
              <a:ext uri="{FF2B5EF4-FFF2-40B4-BE49-F238E27FC236}">
                <a16:creationId xmlns:a16="http://schemas.microsoft.com/office/drawing/2014/main" id="{D142A3BD-BBBB-D3BA-04C7-22A8FDCC87A6}"/>
              </a:ext>
            </a:extLst>
          </p:cNvPr>
          <p:cNvGraphicFramePr>
            <a:graphicFrameLocks noChangeAspect="1"/>
          </p:cNvGraphicFramePr>
          <p:nvPr/>
        </p:nvGraphicFramePr>
        <p:xfrm>
          <a:off x="533400" y="1219200"/>
          <a:ext cx="2571750" cy="1355725"/>
        </p:xfrm>
        <a:graphic>
          <a:graphicData uri="http://schemas.openxmlformats.org/presentationml/2006/ole">
            <mc:AlternateContent xmlns:mc="http://schemas.openxmlformats.org/markup-compatibility/2006">
              <mc:Choice xmlns:v="urn:schemas-microsoft-com:vml" Requires="v">
                <p:oleObj name="Equation" r:id="rId2" imgW="863280" imgH="444240" progId="Equation.3">
                  <p:embed/>
                </p:oleObj>
              </mc:Choice>
              <mc:Fallback>
                <p:oleObj name="Equation" r:id="rId2" imgW="863280" imgH="444240" progId="Equation.3">
                  <p:embed/>
                  <p:pic>
                    <p:nvPicPr>
                      <p:cNvPr id="5122" name="Object 3">
                        <a:extLst>
                          <a:ext uri="{FF2B5EF4-FFF2-40B4-BE49-F238E27FC236}">
                            <a16:creationId xmlns:a16="http://schemas.microsoft.com/office/drawing/2014/main" id="{D142A3BD-BBBB-D3BA-04C7-22A8FDCC87A6}"/>
                          </a:ext>
                        </a:extLst>
                      </p:cNvPr>
                      <p:cNvPicPr>
                        <a:picLocks noChangeAspect="1" noChangeArrowheads="1"/>
                      </p:cNvPicPr>
                      <p:nvPr/>
                    </p:nvPicPr>
                    <p:blipFill>
                      <a:blip r:embed="rId3"/>
                      <a:srcRect/>
                      <a:stretch>
                        <a:fillRect/>
                      </a:stretch>
                    </p:blipFill>
                    <p:spPr bwMode="auto">
                      <a:xfrm>
                        <a:off x="533400" y="1219200"/>
                        <a:ext cx="2571750"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4">
            <a:extLst>
              <a:ext uri="{FF2B5EF4-FFF2-40B4-BE49-F238E27FC236}">
                <a16:creationId xmlns:a16="http://schemas.microsoft.com/office/drawing/2014/main" id="{76D5EB37-6D4B-95B0-FECD-5098137A2710}"/>
              </a:ext>
            </a:extLst>
          </p:cNvPr>
          <p:cNvGraphicFramePr>
            <a:graphicFrameLocks noChangeAspect="1"/>
          </p:cNvGraphicFramePr>
          <p:nvPr/>
        </p:nvGraphicFramePr>
        <p:xfrm>
          <a:off x="609600" y="3124200"/>
          <a:ext cx="2155825" cy="1355725"/>
        </p:xfrm>
        <a:graphic>
          <a:graphicData uri="http://schemas.openxmlformats.org/presentationml/2006/ole">
            <mc:AlternateContent xmlns:mc="http://schemas.openxmlformats.org/markup-compatibility/2006">
              <mc:Choice xmlns:v="urn:schemas-microsoft-com:vml" Requires="v">
                <p:oleObj name="Equation" r:id="rId4" imgW="723600" imgH="444240" progId="Equation.3">
                  <p:embed/>
                </p:oleObj>
              </mc:Choice>
              <mc:Fallback>
                <p:oleObj name="Equation" r:id="rId4" imgW="723600" imgH="444240" progId="Equation.3">
                  <p:embed/>
                  <p:pic>
                    <p:nvPicPr>
                      <p:cNvPr id="5123" name="Object 4">
                        <a:extLst>
                          <a:ext uri="{FF2B5EF4-FFF2-40B4-BE49-F238E27FC236}">
                            <a16:creationId xmlns:a16="http://schemas.microsoft.com/office/drawing/2014/main" id="{76D5EB37-6D4B-95B0-FECD-5098137A2710}"/>
                          </a:ext>
                        </a:extLst>
                      </p:cNvPr>
                      <p:cNvPicPr>
                        <a:picLocks noChangeAspect="1" noChangeArrowheads="1"/>
                      </p:cNvPicPr>
                      <p:nvPr/>
                    </p:nvPicPr>
                    <p:blipFill>
                      <a:blip r:embed="rId5"/>
                      <a:srcRect/>
                      <a:stretch>
                        <a:fillRect/>
                      </a:stretch>
                    </p:blipFill>
                    <p:spPr bwMode="auto">
                      <a:xfrm>
                        <a:off x="609600" y="3124200"/>
                        <a:ext cx="2155825"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a:extLst>
              <a:ext uri="{FF2B5EF4-FFF2-40B4-BE49-F238E27FC236}">
                <a16:creationId xmlns:a16="http://schemas.microsoft.com/office/drawing/2014/main" id="{DC730E51-74D1-F00B-4923-62BB0F70CB4E}"/>
              </a:ext>
            </a:extLst>
          </p:cNvPr>
          <p:cNvGraphicFramePr>
            <a:graphicFrameLocks noChangeAspect="1"/>
          </p:cNvGraphicFramePr>
          <p:nvPr/>
        </p:nvGraphicFramePr>
        <p:xfrm>
          <a:off x="422275" y="4745037"/>
          <a:ext cx="2533650" cy="1355725"/>
        </p:xfrm>
        <a:graphic>
          <a:graphicData uri="http://schemas.openxmlformats.org/presentationml/2006/ole">
            <mc:AlternateContent xmlns:mc="http://schemas.openxmlformats.org/markup-compatibility/2006">
              <mc:Choice xmlns:v="urn:schemas-microsoft-com:vml" Requires="v">
                <p:oleObj name="Equation" r:id="rId6" imgW="850680" imgH="444240" progId="Equation.3">
                  <p:embed/>
                </p:oleObj>
              </mc:Choice>
              <mc:Fallback>
                <p:oleObj name="Equation" r:id="rId6" imgW="850680" imgH="444240" progId="Equation.3">
                  <p:embed/>
                  <p:pic>
                    <p:nvPicPr>
                      <p:cNvPr id="2" name="Object 1">
                        <a:extLst>
                          <a:ext uri="{FF2B5EF4-FFF2-40B4-BE49-F238E27FC236}">
                            <a16:creationId xmlns:a16="http://schemas.microsoft.com/office/drawing/2014/main" id="{DC730E51-74D1-F00B-4923-62BB0F70CB4E}"/>
                          </a:ext>
                        </a:extLst>
                      </p:cNvPr>
                      <p:cNvPicPr>
                        <a:picLocks noChangeAspect="1" noChangeArrowheads="1"/>
                      </p:cNvPicPr>
                      <p:nvPr/>
                    </p:nvPicPr>
                    <p:blipFill>
                      <a:blip r:embed="rId7"/>
                      <a:srcRect/>
                      <a:stretch>
                        <a:fillRect/>
                      </a:stretch>
                    </p:blipFill>
                    <p:spPr bwMode="auto">
                      <a:xfrm>
                        <a:off x="422275" y="4745037"/>
                        <a:ext cx="253365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06" name="Picture 14">
            <a:extLst>
              <a:ext uri="{FF2B5EF4-FFF2-40B4-BE49-F238E27FC236}">
                <a16:creationId xmlns:a16="http://schemas.microsoft.com/office/drawing/2014/main" id="{E7014651-D80E-DFA1-1540-830A4C499A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447800"/>
            <a:ext cx="4584700" cy="452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Object 2">
            <a:extLst>
              <a:ext uri="{FF2B5EF4-FFF2-40B4-BE49-F238E27FC236}">
                <a16:creationId xmlns:a16="http://schemas.microsoft.com/office/drawing/2014/main" id="{E3628B38-9E51-197C-F7E5-263D784A11CE}"/>
              </a:ext>
            </a:extLst>
          </p:cNvPr>
          <p:cNvGraphicFramePr>
            <a:graphicFrameLocks noChangeAspect="1"/>
          </p:cNvGraphicFramePr>
          <p:nvPr/>
        </p:nvGraphicFramePr>
        <p:xfrm>
          <a:off x="6019801" y="2057400"/>
          <a:ext cx="578254" cy="533400"/>
        </p:xfrm>
        <a:graphic>
          <a:graphicData uri="http://schemas.openxmlformats.org/presentationml/2006/ole">
            <mc:AlternateContent xmlns:mc="http://schemas.openxmlformats.org/markup-compatibility/2006">
              <mc:Choice xmlns:v="urn:schemas-microsoft-com:vml" Requires="v">
                <p:oleObj name="Equation" r:id="rId9" imgW="253800" imgH="228600" progId="Equation.3">
                  <p:embed/>
                </p:oleObj>
              </mc:Choice>
              <mc:Fallback>
                <p:oleObj name="Equation" r:id="rId9" imgW="253800" imgH="228600" progId="Equation.3">
                  <p:embed/>
                  <p:pic>
                    <p:nvPicPr>
                      <p:cNvPr id="3" name="Object 2">
                        <a:extLst>
                          <a:ext uri="{FF2B5EF4-FFF2-40B4-BE49-F238E27FC236}">
                            <a16:creationId xmlns:a16="http://schemas.microsoft.com/office/drawing/2014/main" id="{E3628B38-9E51-197C-F7E5-263D784A11CE}"/>
                          </a:ext>
                        </a:extLst>
                      </p:cNvPr>
                      <p:cNvPicPr>
                        <a:picLocks noChangeAspect="1" noChangeArrowheads="1"/>
                      </p:cNvPicPr>
                      <p:nvPr/>
                    </p:nvPicPr>
                    <p:blipFill>
                      <a:blip r:embed="rId10"/>
                      <a:srcRect/>
                      <a:stretch>
                        <a:fillRect/>
                      </a:stretch>
                    </p:blipFill>
                    <p:spPr bwMode="auto">
                      <a:xfrm>
                        <a:off x="6019801" y="2057400"/>
                        <a:ext cx="578254" cy="533400"/>
                      </a:xfrm>
                      <a:prstGeom prst="rect">
                        <a:avLst/>
                      </a:prstGeom>
                      <a:noFill/>
                      <a:ln>
                        <a:noFill/>
                      </a:ln>
                    </p:spPr>
                  </p:pic>
                </p:oleObj>
              </mc:Fallback>
            </mc:AlternateContent>
          </a:graphicData>
        </a:graphic>
      </p:graphicFrame>
      <p:graphicFrame>
        <p:nvGraphicFramePr>
          <p:cNvPr id="4" name="Object 3">
            <a:extLst>
              <a:ext uri="{FF2B5EF4-FFF2-40B4-BE49-F238E27FC236}">
                <a16:creationId xmlns:a16="http://schemas.microsoft.com/office/drawing/2014/main" id="{2366F0DD-77AA-2B89-E360-CA7603B05686}"/>
              </a:ext>
            </a:extLst>
          </p:cNvPr>
          <p:cNvGraphicFramePr>
            <a:graphicFrameLocks noChangeAspect="1"/>
          </p:cNvGraphicFramePr>
          <p:nvPr/>
        </p:nvGraphicFramePr>
        <p:xfrm>
          <a:off x="5943600" y="1905000"/>
          <a:ext cx="255587" cy="34007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4" name="Object 3">
                        <a:extLst>
                          <a:ext uri="{FF2B5EF4-FFF2-40B4-BE49-F238E27FC236}">
                            <a16:creationId xmlns:a16="http://schemas.microsoft.com/office/drawing/2014/main" id="{2366F0DD-77AA-2B89-E360-CA7603B05686}"/>
                          </a:ext>
                        </a:extLst>
                      </p:cNvPr>
                      <p:cNvPicPr>
                        <a:picLocks noChangeAspect="1" noChangeArrowheads="1"/>
                      </p:cNvPicPr>
                      <p:nvPr/>
                    </p:nvPicPr>
                    <p:blipFill>
                      <a:blip r:embed="rId12"/>
                      <a:srcRect/>
                      <a:stretch>
                        <a:fillRect/>
                      </a:stretch>
                    </p:blipFill>
                    <p:spPr bwMode="auto">
                      <a:xfrm>
                        <a:off x="5943600" y="1905000"/>
                        <a:ext cx="255587" cy="340070"/>
                      </a:xfrm>
                      <a:prstGeom prst="rect">
                        <a:avLst/>
                      </a:prstGeom>
                      <a:no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5ED5EA3C-30AA-58E7-7D94-665347115CFD}"/>
              </a:ext>
            </a:extLst>
          </p:cNvPr>
          <p:cNvGraphicFramePr>
            <a:graphicFrameLocks noChangeAspect="1"/>
          </p:cNvGraphicFramePr>
          <p:nvPr/>
        </p:nvGraphicFramePr>
        <p:xfrm>
          <a:off x="5638800" y="1600200"/>
          <a:ext cx="369887" cy="400065"/>
        </p:xfrm>
        <a:graphic>
          <a:graphicData uri="http://schemas.openxmlformats.org/presentationml/2006/ole">
            <mc:AlternateContent xmlns:mc="http://schemas.openxmlformats.org/markup-compatibility/2006">
              <mc:Choice xmlns:v="urn:schemas-microsoft-com:vml" Requires="v">
                <p:oleObj name="Equation" r:id="rId13" imgW="228600" imgH="241200" progId="Equation.3">
                  <p:embed/>
                </p:oleObj>
              </mc:Choice>
              <mc:Fallback>
                <p:oleObj name="Equation" r:id="rId13" imgW="228600" imgH="241200" progId="Equation.3">
                  <p:embed/>
                  <p:pic>
                    <p:nvPicPr>
                      <p:cNvPr id="5" name="Object 4">
                        <a:extLst>
                          <a:ext uri="{FF2B5EF4-FFF2-40B4-BE49-F238E27FC236}">
                            <a16:creationId xmlns:a16="http://schemas.microsoft.com/office/drawing/2014/main" id="{5ED5EA3C-30AA-58E7-7D94-665347115CFD}"/>
                          </a:ext>
                        </a:extLst>
                      </p:cNvPr>
                      <p:cNvPicPr>
                        <a:picLocks noChangeAspect="1" noChangeArrowheads="1"/>
                      </p:cNvPicPr>
                      <p:nvPr/>
                    </p:nvPicPr>
                    <p:blipFill>
                      <a:blip r:embed="rId14"/>
                      <a:srcRect/>
                      <a:stretch>
                        <a:fillRect/>
                      </a:stretch>
                    </p:blipFill>
                    <p:spPr bwMode="auto">
                      <a:xfrm>
                        <a:off x="5638800" y="1600200"/>
                        <a:ext cx="369887" cy="40006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45985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B4F0F-2B73-1154-ADE5-E5C7C2F97776}"/>
            </a:ext>
          </a:extLst>
        </p:cNvPr>
        <p:cNvGrpSpPr/>
        <p:nvPr/>
      </p:nvGrpSpPr>
      <p:grpSpPr>
        <a:xfrm>
          <a:off x="0" y="0"/>
          <a:ext cx="0" cy="0"/>
          <a:chOff x="0" y="0"/>
          <a:chExt cx="0" cy="0"/>
        </a:xfrm>
      </p:grpSpPr>
      <p:sp>
        <p:nvSpPr>
          <p:cNvPr id="200706" name="Slide Number Placeholder 5">
            <a:extLst>
              <a:ext uri="{FF2B5EF4-FFF2-40B4-BE49-F238E27FC236}">
                <a16:creationId xmlns:a16="http://schemas.microsoft.com/office/drawing/2014/main" id="{5FD32916-8DA3-879B-0C1E-DD2A9227D35F}"/>
              </a:ext>
            </a:extLst>
          </p:cNvPr>
          <p:cNvSpPr>
            <a:spLocks noGrp="1"/>
          </p:cNvSpPr>
          <p:nvPr>
            <p:ph type="sldNum" sz="quarter" idx="12"/>
          </p:nvPr>
        </p:nvSpPr>
        <p:spPr>
          <a:noFill/>
        </p:spPr>
        <p:txBody>
          <a:bodyPr/>
          <a:lstStyle/>
          <a:p>
            <a:fld id="{AB93FC83-B451-4B07-A2C8-1A82EE7D6380}" type="slidenum">
              <a:rPr lang="en-US" smtClean="0"/>
              <a:pPr/>
              <a:t>89</a:t>
            </a:fld>
            <a:endParaRPr lang="en-US"/>
          </a:p>
        </p:txBody>
      </p:sp>
      <p:sp>
        <p:nvSpPr>
          <p:cNvPr id="200707" name="Rectangle 2">
            <a:extLst>
              <a:ext uri="{FF2B5EF4-FFF2-40B4-BE49-F238E27FC236}">
                <a16:creationId xmlns:a16="http://schemas.microsoft.com/office/drawing/2014/main" id="{61094C74-96C9-4B38-5DA4-81394D22E272}"/>
              </a:ext>
            </a:extLst>
          </p:cNvPr>
          <p:cNvSpPr>
            <a:spLocks noGrp="1" noChangeArrowheads="1"/>
          </p:cNvSpPr>
          <p:nvPr>
            <p:ph type="title"/>
          </p:nvPr>
        </p:nvSpPr>
        <p:spPr/>
        <p:txBody>
          <a:bodyPr/>
          <a:lstStyle/>
          <a:p>
            <a:pPr eaLnBrk="1" hangingPunct="1"/>
            <a:r>
              <a:rPr lang="en-US" dirty="0"/>
              <a:t>Question 123.14.4</a:t>
            </a:r>
          </a:p>
        </p:txBody>
      </p:sp>
      <p:sp>
        <p:nvSpPr>
          <p:cNvPr id="200708" name="Rectangle 3">
            <a:extLst>
              <a:ext uri="{FF2B5EF4-FFF2-40B4-BE49-F238E27FC236}">
                <a16:creationId xmlns:a16="http://schemas.microsoft.com/office/drawing/2014/main" id="{9AA225BB-02EB-19E4-9C30-790F9E3288BB}"/>
              </a:ext>
            </a:extLst>
          </p:cNvPr>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813931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2B78C-F1F6-B69F-02C7-8867695784F9}"/>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5CE9515D-0AE2-6C62-EBBB-12A5F8453D71}"/>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a:extLst>
              <a:ext uri="{FF2B5EF4-FFF2-40B4-BE49-F238E27FC236}">
                <a16:creationId xmlns:a16="http://schemas.microsoft.com/office/drawing/2014/main" id="{A6386A95-1D80-AACA-0E46-1103FD84A8C0}"/>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a:extLst>
              <a:ext uri="{FF2B5EF4-FFF2-40B4-BE49-F238E27FC236}">
                <a16:creationId xmlns:a16="http://schemas.microsoft.com/office/drawing/2014/main" id="{5DAD3EFB-8D57-09B0-4A05-174D4015EA03}"/>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a:extLst>
              <a:ext uri="{FF2B5EF4-FFF2-40B4-BE49-F238E27FC236}">
                <a16:creationId xmlns:a16="http://schemas.microsoft.com/office/drawing/2014/main" id="{EF90D662-4249-437F-3814-4104F29AB6AF}"/>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a:extLst>
              <a:ext uri="{FF2B5EF4-FFF2-40B4-BE49-F238E27FC236}">
                <a16:creationId xmlns:a16="http://schemas.microsoft.com/office/drawing/2014/main" id="{9789D954-7855-2D04-6277-E170EE5F9195}"/>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a:extLst>
              <a:ext uri="{FF2B5EF4-FFF2-40B4-BE49-F238E27FC236}">
                <a16:creationId xmlns:a16="http://schemas.microsoft.com/office/drawing/2014/main" id="{A3AC345A-8035-1DDA-3268-97AD16B91347}"/>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a:extLst>
              <a:ext uri="{FF2B5EF4-FFF2-40B4-BE49-F238E27FC236}">
                <a16:creationId xmlns:a16="http://schemas.microsoft.com/office/drawing/2014/main" id="{A5A4BF98-98AE-9234-B655-FD8AFBEE3F57}"/>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a:extLst>
              <a:ext uri="{FF2B5EF4-FFF2-40B4-BE49-F238E27FC236}">
                <a16:creationId xmlns:a16="http://schemas.microsoft.com/office/drawing/2014/main" id="{270FCA53-C5CC-5031-D329-3F871FF093F1}"/>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a:extLst>
              <a:ext uri="{FF2B5EF4-FFF2-40B4-BE49-F238E27FC236}">
                <a16:creationId xmlns:a16="http://schemas.microsoft.com/office/drawing/2014/main" id="{738E7CA0-E954-06D2-2ADB-7066806F764B}"/>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a:extLst>
              <a:ext uri="{FF2B5EF4-FFF2-40B4-BE49-F238E27FC236}">
                <a16:creationId xmlns:a16="http://schemas.microsoft.com/office/drawing/2014/main" id="{8B4873FD-05ED-B29C-FD49-D1B6C25B0A23}"/>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a:extLst>
              <a:ext uri="{FF2B5EF4-FFF2-40B4-BE49-F238E27FC236}">
                <a16:creationId xmlns:a16="http://schemas.microsoft.com/office/drawing/2014/main" id="{BF25DFBB-FDDB-3D29-DD65-E5B048639C70}"/>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a:extLst>
              <a:ext uri="{FF2B5EF4-FFF2-40B4-BE49-F238E27FC236}">
                <a16:creationId xmlns:a16="http://schemas.microsoft.com/office/drawing/2014/main" id="{A6D33917-F67C-98B0-A9CB-623DCEE75B80}"/>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a:extLst>
              <a:ext uri="{FF2B5EF4-FFF2-40B4-BE49-F238E27FC236}">
                <a16:creationId xmlns:a16="http://schemas.microsoft.com/office/drawing/2014/main" id="{484864BD-40C1-65F0-02DA-7D8B70E0419C}"/>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a:extLst>
              <a:ext uri="{FF2B5EF4-FFF2-40B4-BE49-F238E27FC236}">
                <a16:creationId xmlns:a16="http://schemas.microsoft.com/office/drawing/2014/main" id="{1E50BB10-D885-8317-8C38-54A082AA1007}"/>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a:extLst>
              <a:ext uri="{FF2B5EF4-FFF2-40B4-BE49-F238E27FC236}">
                <a16:creationId xmlns:a16="http://schemas.microsoft.com/office/drawing/2014/main" id="{D6EBBA13-78A7-46E8-69E2-E4626E5C0F78}"/>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a:extLst>
              <a:ext uri="{FF2B5EF4-FFF2-40B4-BE49-F238E27FC236}">
                <a16:creationId xmlns:a16="http://schemas.microsoft.com/office/drawing/2014/main" id="{7D94A6F9-43BB-F61A-120B-9FD221ABF4D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a:extLst>
              <a:ext uri="{FF2B5EF4-FFF2-40B4-BE49-F238E27FC236}">
                <a16:creationId xmlns:a16="http://schemas.microsoft.com/office/drawing/2014/main" id="{0383E6F2-9ADF-7F19-C130-B9F5CDB2C359}"/>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a:extLst>
              <a:ext uri="{FF2B5EF4-FFF2-40B4-BE49-F238E27FC236}">
                <a16:creationId xmlns:a16="http://schemas.microsoft.com/office/drawing/2014/main" id="{EA15EF2A-3A15-E793-DB77-5EB734508E6A}"/>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a:extLst>
              <a:ext uri="{FF2B5EF4-FFF2-40B4-BE49-F238E27FC236}">
                <a16:creationId xmlns:a16="http://schemas.microsoft.com/office/drawing/2014/main" id="{60505974-37FC-CD76-146A-C92D485D6603}"/>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a:extLst>
              <a:ext uri="{FF2B5EF4-FFF2-40B4-BE49-F238E27FC236}">
                <a16:creationId xmlns:a16="http://schemas.microsoft.com/office/drawing/2014/main" id="{9D4C5BB3-0FE8-A37C-A0FC-435E61B7236E}"/>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a:extLst>
              <a:ext uri="{FF2B5EF4-FFF2-40B4-BE49-F238E27FC236}">
                <a16:creationId xmlns:a16="http://schemas.microsoft.com/office/drawing/2014/main" id="{B7055E47-EEB2-954D-2828-B32858F905C4}"/>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a:extLst>
              <a:ext uri="{FF2B5EF4-FFF2-40B4-BE49-F238E27FC236}">
                <a16:creationId xmlns:a16="http://schemas.microsoft.com/office/drawing/2014/main" id="{D00C3409-A67F-AE39-A320-C60018A8CD93}"/>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a:extLst>
              <a:ext uri="{FF2B5EF4-FFF2-40B4-BE49-F238E27FC236}">
                <a16:creationId xmlns:a16="http://schemas.microsoft.com/office/drawing/2014/main" id="{FD845F32-B7D5-0499-F083-C7547CCAEBE5}"/>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a:extLst>
              <a:ext uri="{FF2B5EF4-FFF2-40B4-BE49-F238E27FC236}">
                <a16:creationId xmlns:a16="http://schemas.microsoft.com/office/drawing/2014/main" id="{3AD93EA2-87E1-1913-A646-C6ED4EFB64B4}"/>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a:extLst>
              <a:ext uri="{FF2B5EF4-FFF2-40B4-BE49-F238E27FC236}">
                <a16:creationId xmlns:a16="http://schemas.microsoft.com/office/drawing/2014/main" id="{F102EB8E-5E78-A2B8-3341-BC1BF5DFAE40}"/>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a:extLst>
              <a:ext uri="{FF2B5EF4-FFF2-40B4-BE49-F238E27FC236}">
                <a16:creationId xmlns:a16="http://schemas.microsoft.com/office/drawing/2014/main" id="{4D03F293-F482-419F-9EB5-C3E2FE0FFD07}"/>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a:extLst>
              <a:ext uri="{FF2B5EF4-FFF2-40B4-BE49-F238E27FC236}">
                <a16:creationId xmlns:a16="http://schemas.microsoft.com/office/drawing/2014/main" id="{A8373FD0-9AA1-8898-79A5-46D0BA29A83B}"/>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a:extLst>
              <a:ext uri="{FF2B5EF4-FFF2-40B4-BE49-F238E27FC236}">
                <a16:creationId xmlns:a16="http://schemas.microsoft.com/office/drawing/2014/main" id="{41AB7E1E-9F24-3AE6-13EA-F3264DC18EB2}"/>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a:extLst>
              <a:ext uri="{FF2B5EF4-FFF2-40B4-BE49-F238E27FC236}">
                <a16:creationId xmlns:a16="http://schemas.microsoft.com/office/drawing/2014/main" id="{F4458F33-0A23-A52A-4FCD-92C678C7318B}"/>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a:extLst>
              <a:ext uri="{FF2B5EF4-FFF2-40B4-BE49-F238E27FC236}">
                <a16:creationId xmlns:a16="http://schemas.microsoft.com/office/drawing/2014/main" id="{E8325E90-80B8-A0BE-A86E-935A462B9E84}"/>
              </a:ext>
            </a:extLst>
          </p:cNvPr>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a:extLst>
              <a:ext uri="{FF2B5EF4-FFF2-40B4-BE49-F238E27FC236}">
                <a16:creationId xmlns:a16="http://schemas.microsoft.com/office/drawing/2014/main" id="{B6F229D7-5671-9176-08DB-291E43154C5F}"/>
              </a:ext>
            </a:extLst>
          </p:cNvPr>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a:extLst>
                          <a:ext uri="{FF2B5EF4-FFF2-40B4-BE49-F238E27FC236}">
                            <a16:creationId xmlns:a16="http://schemas.microsoft.com/office/drawing/2014/main" id="{B6F229D7-5671-9176-08DB-291E43154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a:extLst>
              <a:ext uri="{FF2B5EF4-FFF2-40B4-BE49-F238E27FC236}">
                <a16:creationId xmlns:a16="http://schemas.microsoft.com/office/drawing/2014/main" id="{1FBD0898-F151-ABF8-0B79-FE28DE279EA4}"/>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42445928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C35EE-D2D8-A03F-2728-36D5B28DB6C0}"/>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ACFEB8EC-D300-8ADE-B33A-771BDD8AC21F}"/>
              </a:ext>
            </a:extLst>
          </p:cNvPr>
          <p:cNvSpPr>
            <a:spLocks noGrp="1" noChangeArrowheads="1"/>
          </p:cNvSpPr>
          <p:nvPr>
            <p:ph type="title"/>
          </p:nvPr>
        </p:nvSpPr>
        <p:spPr/>
        <p:txBody>
          <a:bodyPr/>
          <a:lstStyle/>
          <a:p>
            <a:pPr eaLnBrk="1" hangingPunct="1"/>
            <a:r>
              <a:rPr lang="en-US"/>
              <a:t>Equivalent Collision</a:t>
            </a:r>
          </a:p>
        </p:txBody>
      </p:sp>
      <p:grpSp>
        <p:nvGrpSpPr>
          <p:cNvPr id="2" name="Group 30">
            <a:extLst>
              <a:ext uri="{FF2B5EF4-FFF2-40B4-BE49-F238E27FC236}">
                <a16:creationId xmlns:a16="http://schemas.microsoft.com/office/drawing/2014/main" id="{325B4867-CDFC-7210-C2EC-102D160573B6}"/>
              </a:ext>
            </a:extLst>
          </p:cNvPr>
          <p:cNvGrpSpPr>
            <a:grpSpLocks/>
          </p:cNvGrpSpPr>
          <p:nvPr/>
        </p:nvGrpSpPr>
        <p:grpSpPr bwMode="auto">
          <a:xfrm>
            <a:off x="1544638" y="2135188"/>
            <a:ext cx="5805487" cy="3030537"/>
            <a:chOff x="973" y="1345"/>
            <a:chExt cx="3657" cy="1909"/>
          </a:xfrm>
        </p:grpSpPr>
        <p:sp>
          <p:nvSpPr>
            <p:cNvPr id="12292" name="Oval 4">
              <a:extLst>
                <a:ext uri="{FF2B5EF4-FFF2-40B4-BE49-F238E27FC236}">
                  <a16:creationId xmlns:a16="http://schemas.microsoft.com/office/drawing/2014/main" id="{D8EC8FE9-B732-BAAA-0A2F-735255267419}"/>
                </a:ext>
              </a:extLst>
            </p:cNvPr>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a:extLst>
                <a:ext uri="{FF2B5EF4-FFF2-40B4-BE49-F238E27FC236}">
                  <a16:creationId xmlns:a16="http://schemas.microsoft.com/office/drawing/2014/main" id="{BF0CA216-7E40-2415-AF10-D2DCFCCEE1CD}"/>
                </a:ext>
              </a:extLst>
            </p:cNvPr>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a:extLst>
                <a:ext uri="{FF2B5EF4-FFF2-40B4-BE49-F238E27FC236}">
                  <a16:creationId xmlns:a16="http://schemas.microsoft.com/office/drawing/2014/main" id="{550338D3-C8CE-5122-D81E-72A253E5A395}"/>
                </a:ext>
              </a:extLst>
            </p:cNvPr>
            <p:cNvGrpSpPr>
              <a:grpSpLocks/>
            </p:cNvGrpSpPr>
            <p:nvPr/>
          </p:nvGrpSpPr>
          <p:grpSpPr bwMode="auto">
            <a:xfrm>
              <a:off x="1243" y="1778"/>
              <a:ext cx="596" cy="257"/>
              <a:chOff x="2395" y="2034"/>
              <a:chExt cx="596" cy="257"/>
            </a:xfrm>
          </p:grpSpPr>
          <p:sp>
            <p:nvSpPr>
              <p:cNvPr id="12314" name="Line 6">
                <a:extLst>
                  <a:ext uri="{FF2B5EF4-FFF2-40B4-BE49-F238E27FC236}">
                    <a16:creationId xmlns:a16="http://schemas.microsoft.com/office/drawing/2014/main" id="{B36F5DF0-3969-A868-10EF-8918F12CE3B1}"/>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a:extLst>
                  <a:ext uri="{FF2B5EF4-FFF2-40B4-BE49-F238E27FC236}">
                    <a16:creationId xmlns:a16="http://schemas.microsoft.com/office/drawing/2014/main" id="{C5EB3398-B0F9-1C7F-BC4C-9BF7E035F1BA}"/>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a:extLst>
                  <a:ext uri="{FF2B5EF4-FFF2-40B4-BE49-F238E27FC236}">
                    <a16:creationId xmlns:a16="http://schemas.microsoft.com/office/drawing/2014/main" id="{1E5C01FF-CD0F-3C35-51F7-5533D3134679}"/>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a:extLst>
                  <a:ext uri="{FF2B5EF4-FFF2-40B4-BE49-F238E27FC236}">
                    <a16:creationId xmlns:a16="http://schemas.microsoft.com/office/drawing/2014/main" id="{E0B7252A-CA58-B336-6ABE-D3E9A899F4BF}"/>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a:extLst>
                <a:ext uri="{FF2B5EF4-FFF2-40B4-BE49-F238E27FC236}">
                  <a16:creationId xmlns:a16="http://schemas.microsoft.com/office/drawing/2014/main" id="{D0000D49-9A90-EFF0-B8C5-D7E390F9F6E6}"/>
                </a:ext>
              </a:extLst>
            </p:cNvPr>
            <p:cNvGrpSpPr>
              <a:grpSpLocks/>
            </p:cNvGrpSpPr>
            <p:nvPr/>
          </p:nvGrpSpPr>
          <p:grpSpPr bwMode="auto">
            <a:xfrm>
              <a:off x="973" y="2760"/>
              <a:ext cx="596" cy="257"/>
              <a:chOff x="2395" y="2034"/>
              <a:chExt cx="596" cy="257"/>
            </a:xfrm>
          </p:grpSpPr>
          <p:sp>
            <p:nvSpPr>
              <p:cNvPr id="12310" name="Line 12">
                <a:extLst>
                  <a:ext uri="{FF2B5EF4-FFF2-40B4-BE49-F238E27FC236}">
                    <a16:creationId xmlns:a16="http://schemas.microsoft.com/office/drawing/2014/main" id="{50F22D41-06C7-4B68-E4FA-EA4678DECD79}"/>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a:extLst>
                  <a:ext uri="{FF2B5EF4-FFF2-40B4-BE49-F238E27FC236}">
                    <a16:creationId xmlns:a16="http://schemas.microsoft.com/office/drawing/2014/main" id="{0A577665-9B99-8282-D5AE-0869D674E75C}"/>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a:extLst>
                  <a:ext uri="{FF2B5EF4-FFF2-40B4-BE49-F238E27FC236}">
                    <a16:creationId xmlns:a16="http://schemas.microsoft.com/office/drawing/2014/main" id="{818B0F1C-0024-3E31-ABCB-F54BFE562499}"/>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a:extLst>
                  <a:ext uri="{FF2B5EF4-FFF2-40B4-BE49-F238E27FC236}">
                    <a16:creationId xmlns:a16="http://schemas.microsoft.com/office/drawing/2014/main" id="{F1CB2DFB-25ED-9C6C-6A42-819A5A46DE93}"/>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a:extLst>
                <a:ext uri="{FF2B5EF4-FFF2-40B4-BE49-F238E27FC236}">
                  <a16:creationId xmlns:a16="http://schemas.microsoft.com/office/drawing/2014/main" id="{2E803844-ADCE-CAAC-4F02-6941260B9978}"/>
                </a:ext>
              </a:extLst>
            </p:cNvPr>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a:extLst>
                <a:ext uri="{FF2B5EF4-FFF2-40B4-BE49-F238E27FC236}">
                  <a16:creationId xmlns:a16="http://schemas.microsoft.com/office/drawing/2014/main" id="{5FE62568-3BA2-3DBD-FA7B-93A214AE0974}"/>
                </a:ext>
              </a:extLst>
            </p:cNvPr>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a:extLst>
                <a:ext uri="{FF2B5EF4-FFF2-40B4-BE49-F238E27FC236}">
                  <a16:creationId xmlns:a16="http://schemas.microsoft.com/office/drawing/2014/main" id="{347263C7-D4ED-0DEB-6626-074B520F0D27}"/>
                </a:ext>
              </a:extLst>
            </p:cNvPr>
            <p:cNvGrpSpPr>
              <a:grpSpLocks/>
            </p:cNvGrpSpPr>
            <p:nvPr/>
          </p:nvGrpSpPr>
          <p:grpSpPr bwMode="auto">
            <a:xfrm>
              <a:off x="3427" y="2997"/>
              <a:ext cx="596" cy="257"/>
              <a:chOff x="2395" y="2034"/>
              <a:chExt cx="596" cy="257"/>
            </a:xfrm>
          </p:grpSpPr>
          <p:sp>
            <p:nvSpPr>
              <p:cNvPr id="12306" name="Line 19">
                <a:extLst>
                  <a:ext uri="{FF2B5EF4-FFF2-40B4-BE49-F238E27FC236}">
                    <a16:creationId xmlns:a16="http://schemas.microsoft.com/office/drawing/2014/main" id="{3F16F4C9-1F8F-BAB4-62C9-F24A5F535EAE}"/>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a:extLst>
                  <a:ext uri="{FF2B5EF4-FFF2-40B4-BE49-F238E27FC236}">
                    <a16:creationId xmlns:a16="http://schemas.microsoft.com/office/drawing/2014/main" id="{A1D56DA1-47A3-D1A9-5077-445DB49823C0}"/>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a:extLst>
                  <a:ext uri="{FF2B5EF4-FFF2-40B4-BE49-F238E27FC236}">
                    <a16:creationId xmlns:a16="http://schemas.microsoft.com/office/drawing/2014/main" id="{41F82323-7762-30F9-AE82-26AD9F22698F}"/>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a:extLst>
                  <a:ext uri="{FF2B5EF4-FFF2-40B4-BE49-F238E27FC236}">
                    <a16:creationId xmlns:a16="http://schemas.microsoft.com/office/drawing/2014/main" id="{ED7F1ED6-3F06-CF27-8AC2-5E309025980D}"/>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a:extLst>
                <a:ext uri="{FF2B5EF4-FFF2-40B4-BE49-F238E27FC236}">
                  <a16:creationId xmlns:a16="http://schemas.microsoft.com/office/drawing/2014/main" id="{0BE99E5A-E6C6-1181-31B6-E529660A5251}"/>
                </a:ext>
              </a:extLst>
            </p:cNvPr>
            <p:cNvGrpSpPr>
              <a:grpSpLocks/>
            </p:cNvGrpSpPr>
            <p:nvPr/>
          </p:nvGrpSpPr>
          <p:grpSpPr bwMode="auto">
            <a:xfrm>
              <a:off x="4017" y="2992"/>
              <a:ext cx="596" cy="257"/>
              <a:chOff x="2395" y="2034"/>
              <a:chExt cx="596" cy="257"/>
            </a:xfrm>
          </p:grpSpPr>
          <p:sp>
            <p:nvSpPr>
              <p:cNvPr id="12302" name="Line 24">
                <a:extLst>
                  <a:ext uri="{FF2B5EF4-FFF2-40B4-BE49-F238E27FC236}">
                    <a16:creationId xmlns:a16="http://schemas.microsoft.com/office/drawing/2014/main" id="{A8080F8E-109C-A12A-BEAF-CEAC0B50BE57}"/>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a:extLst>
                  <a:ext uri="{FF2B5EF4-FFF2-40B4-BE49-F238E27FC236}">
                    <a16:creationId xmlns:a16="http://schemas.microsoft.com/office/drawing/2014/main" id="{76BF6264-CDB3-BEE4-9FCD-ABC45F531B3F}"/>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a:extLst>
                  <a:ext uri="{FF2B5EF4-FFF2-40B4-BE49-F238E27FC236}">
                    <a16:creationId xmlns:a16="http://schemas.microsoft.com/office/drawing/2014/main" id="{EEC51F6D-B6D9-C5AF-4C48-0EE2BCEEA7BC}"/>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a:extLst>
                  <a:ext uri="{FF2B5EF4-FFF2-40B4-BE49-F238E27FC236}">
                    <a16:creationId xmlns:a16="http://schemas.microsoft.com/office/drawing/2014/main" id="{A8E621E5-7087-6F89-0053-B63C19F8A864}"/>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a:extLst>
                <a:ext uri="{FF2B5EF4-FFF2-40B4-BE49-F238E27FC236}">
                  <a16:creationId xmlns:a16="http://schemas.microsoft.com/office/drawing/2014/main" id="{8827976F-EF58-8FF9-43B5-A5C33E5212A9}"/>
                </a:ext>
              </a:extLst>
            </p:cNvPr>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a:extLst>
                <a:ext uri="{FF2B5EF4-FFF2-40B4-BE49-F238E27FC236}">
                  <a16:creationId xmlns:a16="http://schemas.microsoft.com/office/drawing/2014/main" id="{18D7F224-5F9A-9213-37A2-4F2B0413811D}"/>
                </a:ext>
              </a:extLst>
            </p:cNvPr>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extLst>
      <p:ext uri="{BB962C8B-B14F-4D97-AF65-F5344CB8AC3E}">
        <p14:creationId xmlns:p14="http://schemas.microsoft.com/office/powerpoint/2010/main" val="11303377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4B0A-227B-8F5E-997E-F9D5A658399F}"/>
            </a:ext>
          </a:extLst>
        </p:cNvPr>
        <p:cNvGrpSpPr/>
        <p:nvPr/>
      </p:nvGrpSpPr>
      <p:grpSpPr>
        <a:xfrm>
          <a:off x="0" y="0"/>
          <a:ext cx="0" cy="0"/>
          <a:chOff x="0" y="0"/>
          <a:chExt cx="0" cy="0"/>
        </a:xfrm>
      </p:grpSpPr>
      <p:sp>
        <p:nvSpPr>
          <p:cNvPr id="6" name="Oval 17">
            <a:extLst>
              <a:ext uri="{FF2B5EF4-FFF2-40B4-BE49-F238E27FC236}">
                <a16:creationId xmlns:a16="http://schemas.microsoft.com/office/drawing/2014/main" id="{3BCC48BB-514B-3BB4-AB03-A9A0DA8ABE71}"/>
              </a:ext>
            </a:extLst>
          </p:cNvPr>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a:extLst>
              <a:ext uri="{FF2B5EF4-FFF2-40B4-BE49-F238E27FC236}">
                <a16:creationId xmlns:a16="http://schemas.microsoft.com/office/drawing/2014/main" id="{D3016449-42D6-6BD2-D57A-94A800EED3BC}"/>
              </a:ext>
            </a:extLst>
          </p:cNvPr>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8C55EBB-D46A-AB42-32D7-44A3E05016C7}"/>
              </a:ext>
            </a:extLst>
          </p:cNvPr>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a:extLst>
              <a:ext uri="{FF2B5EF4-FFF2-40B4-BE49-F238E27FC236}">
                <a16:creationId xmlns:a16="http://schemas.microsoft.com/office/drawing/2014/main" id="{35D0EF8B-0548-2A39-BFBE-317EC64D2B87}"/>
              </a:ext>
            </a:extLst>
          </p:cNvPr>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a:extLst>
              <a:ext uri="{FF2B5EF4-FFF2-40B4-BE49-F238E27FC236}">
                <a16:creationId xmlns:a16="http://schemas.microsoft.com/office/drawing/2014/main" id="{5278FD48-FE8C-741A-BCC5-A6F3EECD32EC}"/>
              </a:ext>
            </a:extLst>
          </p:cNvPr>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a:extLst>
              <a:ext uri="{FF2B5EF4-FFF2-40B4-BE49-F238E27FC236}">
                <a16:creationId xmlns:a16="http://schemas.microsoft.com/office/drawing/2014/main" id="{241BA3D8-4A3F-E10A-3EE8-4EEF3DD1A5D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a:extLst>
              <a:ext uri="{FF2B5EF4-FFF2-40B4-BE49-F238E27FC236}">
                <a16:creationId xmlns:a16="http://schemas.microsoft.com/office/drawing/2014/main" id="{40901D18-889F-6FE7-F1E4-C0E80B8583AC}"/>
              </a:ext>
            </a:extLst>
          </p:cNvPr>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a:extLst>
              <a:ext uri="{FF2B5EF4-FFF2-40B4-BE49-F238E27FC236}">
                <a16:creationId xmlns:a16="http://schemas.microsoft.com/office/drawing/2014/main" id="{38E58275-4907-499F-C89D-7649440E256E}"/>
              </a:ext>
            </a:extLst>
          </p:cNvPr>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a:extLst>
              <a:ext uri="{FF2B5EF4-FFF2-40B4-BE49-F238E27FC236}">
                <a16:creationId xmlns:a16="http://schemas.microsoft.com/office/drawing/2014/main" id="{274AB70E-CFC7-E842-DABE-85F84309D1E4}"/>
              </a:ext>
            </a:extLst>
          </p:cNvPr>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a:extLst>
              <a:ext uri="{FF2B5EF4-FFF2-40B4-BE49-F238E27FC236}">
                <a16:creationId xmlns:a16="http://schemas.microsoft.com/office/drawing/2014/main" id="{B62B0EA5-D76A-9AB1-DEAA-0E9D8BE16D64}"/>
              </a:ext>
            </a:extLst>
          </p:cNvPr>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a:extLst>
              <a:ext uri="{FF2B5EF4-FFF2-40B4-BE49-F238E27FC236}">
                <a16:creationId xmlns:a16="http://schemas.microsoft.com/office/drawing/2014/main" id="{F9D84FA8-C7AE-F7CF-390C-82A40C96EC6C}"/>
              </a:ext>
            </a:extLst>
          </p:cNvPr>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a:extLst>
              <a:ext uri="{FF2B5EF4-FFF2-40B4-BE49-F238E27FC236}">
                <a16:creationId xmlns:a16="http://schemas.microsoft.com/office/drawing/2014/main" id="{DA85B187-0D4C-7D72-B6BF-7774A90D268E}"/>
              </a:ext>
            </a:extLst>
          </p:cNvPr>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a:extLst>
              <a:ext uri="{FF2B5EF4-FFF2-40B4-BE49-F238E27FC236}">
                <a16:creationId xmlns:a16="http://schemas.microsoft.com/office/drawing/2014/main" id="{CDF55095-62B4-DA20-BCD4-70ADD97AC4A1}"/>
              </a:ext>
            </a:extLst>
          </p:cNvPr>
          <p:cNvGrpSpPr/>
          <p:nvPr/>
        </p:nvGrpSpPr>
        <p:grpSpPr>
          <a:xfrm>
            <a:off x="3429000" y="1447800"/>
            <a:ext cx="1622424" cy="1597025"/>
            <a:chOff x="5459413" y="2667000"/>
            <a:chExt cx="1622424" cy="1597025"/>
          </a:xfrm>
        </p:grpSpPr>
        <p:sp>
          <p:nvSpPr>
            <p:cNvPr id="18" name="Oval 16">
              <a:extLst>
                <a:ext uri="{FF2B5EF4-FFF2-40B4-BE49-F238E27FC236}">
                  <a16:creationId xmlns:a16="http://schemas.microsoft.com/office/drawing/2014/main" id="{3AD4AEF9-DCCA-19BA-981F-B9E8905D4A83}"/>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a:extLst>
                <a:ext uri="{FF2B5EF4-FFF2-40B4-BE49-F238E27FC236}">
                  <a16:creationId xmlns:a16="http://schemas.microsoft.com/office/drawing/2014/main" id="{414E61B6-BC9D-8A24-9011-3F874B082E6D}"/>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a:extLst>
                <a:ext uri="{FF2B5EF4-FFF2-40B4-BE49-F238E27FC236}">
                  <a16:creationId xmlns:a16="http://schemas.microsoft.com/office/drawing/2014/main" id="{85EFD61D-2BAE-3867-3509-E0D91D6CC9A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a:extLst>
                <a:ext uri="{FF2B5EF4-FFF2-40B4-BE49-F238E27FC236}">
                  <a16:creationId xmlns:a16="http://schemas.microsoft.com/office/drawing/2014/main" id="{BC9560AF-1D2C-EC30-4D37-E6317059A48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a:extLst>
                <a:ext uri="{FF2B5EF4-FFF2-40B4-BE49-F238E27FC236}">
                  <a16:creationId xmlns:a16="http://schemas.microsoft.com/office/drawing/2014/main" id="{76CE8599-A18C-AA7E-73F8-C6571B1BE219}"/>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a:extLst>
                <a:ext uri="{FF2B5EF4-FFF2-40B4-BE49-F238E27FC236}">
                  <a16:creationId xmlns:a16="http://schemas.microsoft.com/office/drawing/2014/main" id="{394BA01A-02D5-AED6-7440-8213AB0E7F32}"/>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a:extLst>
                <a:ext uri="{FF2B5EF4-FFF2-40B4-BE49-F238E27FC236}">
                  <a16:creationId xmlns:a16="http://schemas.microsoft.com/office/drawing/2014/main" id="{05CC1EF7-2ED7-0061-82F5-E27EA111033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a:extLst>
                <a:ext uri="{FF2B5EF4-FFF2-40B4-BE49-F238E27FC236}">
                  <a16:creationId xmlns:a16="http://schemas.microsoft.com/office/drawing/2014/main" id="{4EF4D190-EF8E-584E-48C8-F8B250AF988C}"/>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a:extLst>
                <a:ext uri="{FF2B5EF4-FFF2-40B4-BE49-F238E27FC236}">
                  <a16:creationId xmlns:a16="http://schemas.microsoft.com/office/drawing/2014/main" id="{9BB506FF-7FA1-0991-F074-FF50638EE8FE}"/>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a:extLst>
              <a:ext uri="{FF2B5EF4-FFF2-40B4-BE49-F238E27FC236}">
                <a16:creationId xmlns:a16="http://schemas.microsoft.com/office/drawing/2014/main" id="{DAD87522-B70A-3C2F-CB8D-2BF2D0DFC0BB}"/>
              </a:ext>
            </a:extLst>
          </p:cNvPr>
          <p:cNvGrpSpPr/>
          <p:nvPr/>
        </p:nvGrpSpPr>
        <p:grpSpPr>
          <a:xfrm>
            <a:off x="2590800" y="3962400"/>
            <a:ext cx="1622424" cy="1597025"/>
            <a:chOff x="5459413" y="2667000"/>
            <a:chExt cx="1622424" cy="1597025"/>
          </a:xfrm>
        </p:grpSpPr>
        <p:sp>
          <p:nvSpPr>
            <p:cNvPr id="29" name="Oval 16">
              <a:extLst>
                <a:ext uri="{FF2B5EF4-FFF2-40B4-BE49-F238E27FC236}">
                  <a16:creationId xmlns:a16="http://schemas.microsoft.com/office/drawing/2014/main" id="{E7E28D7A-DA39-9576-560C-A012232A688A}"/>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a:extLst>
                <a:ext uri="{FF2B5EF4-FFF2-40B4-BE49-F238E27FC236}">
                  <a16:creationId xmlns:a16="http://schemas.microsoft.com/office/drawing/2014/main" id="{4CC8025A-1F00-DA77-83D7-9EC97C2C5A6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a:extLst>
                <a:ext uri="{FF2B5EF4-FFF2-40B4-BE49-F238E27FC236}">
                  <a16:creationId xmlns:a16="http://schemas.microsoft.com/office/drawing/2014/main" id="{0A6B486A-5ABA-F9CD-BF9B-C545DE75028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a:extLst>
                <a:ext uri="{FF2B5EF4-FFF2-40B4-BE49-F238E27FC236}">
                  <a16:creationId xmlns:a16="http://schemas.microsoft.com/office/drawing/2014/main" id="{2A9E7C77-A4BF-7175-B66F-025DC2332225}"/>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a:extLst>
                <a:ext uri="{FF2B5EF4-FFF2-40B4-BE49-F238E27FC236}">
                  <a16:creationId xmlns:a16="http://schemas.microsoft.com/office/drawing/2014/main" id="{E02C8522-DFC7-DAAC-B0F3-947D1B038AE5}"/>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a:extLst>
                <a:ext uri="{FF2B5EF4-FFF2-40B4-BE49-F238E27FC236}">
                  <a16:creationId xmlns:a16="http://schemas.microsoft.com/office/drawing/2014/main" id="{D1C8066F-4B7F-F790-88C9-31BAF8515FB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a:extLst>
                <a:ext uri="{FF2B5EF4-FFF2-40B4-BE49-F238E27FC236}">
                  <a16:creationId xmlns:a16="http://schemas.microsoft.com/office/drawing/2014/main" id="{6570DE61-0E48-BDBA-85D1-9A1EA40A4568}"/>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a:extLst>
                <a:ext uri="{FF2B5EF4-FFF2-40B4-BE49-F238E27FC236}">
                  <a16:creationId xmlns:a16="http://schemas.microsoft.com/office/drawing/2014/main" id="{0EF46FA8-8E5C-B391-E4F9-04CF343A39E3}"/>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a:extLst>
                <a:ext uri="{FF2B5EF4-FFF2-40B4-BE49-F238E27FC236}">
                  <a16:creationId xmlns:a16="http://schemas.microsoft.com/office/drawing/2014/main" id="{54665478-3550-C268-D2C6-D0A052E49D47}"/>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a:extLst>
              <a:ext uri="{FF2B5EF4-FFF2-40B4-BE49-F238E27FC236}">
                <a16:creationId xmlns:a16="http://schemas.microsoft.com/office/drawing/2014/main" id="{7BBF6952-F7CD-9BFD-20BB-243EDA4AAA60}"/>
              </a:ext>
            </a:extLst>
          </p:cNvPr>
          <p:cNvGrpSpPr/>
          <p:nvPr/>
        </p:nvGrpSpPr>
        <p:grpSpPr>
          <a:xfrm>
            <a:off x="3733800" y="3200400"/>
            <a:ext cx="1622424" cy="1597025"/>
            <a:chOff x="5459413" y="2667000"/>
            <a:chExt cx="1622424" cy="1597025"/>
          </a:xfrm>
        </p:grpSpPr>
        <p:sp>
          <p:nvSpPr>
            <p:cNvPr id="39" name="Oval 16">
              <a:extLst>
                <a:ext uri="{FF2B5EF4-FFF2-40B4-BE49-F238E27FC236}">
                  <a16:creationId xmlns:a16="http://schemas.microsoft.com/office/drawing/2014/main" id="{07090186-63B3-D3AC-D611-7417A6110F4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a:extLst>
                <a:ext uri="{FF2B5EF4-FFF2-40B4-BE49-F238E27FC236}">
                  <a16:creationId xmlns:a16="http://schemas.microsoft.com/office/drawing/2014/main" id="{C5041675-C63E-B531-E2E4-4B85965CFF7B}"/>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a:extLst>
                <a:ext uri="{FF2B5EF4-FFF2-40B4-BE49-F238E27FC236}">
                  <a16:creationId xmlns:a16="http://schemas.microsoft.com/office/drawing/2014/main" id="{9F0ABC75-F23D-7FE2-B13F-E0C7AD47ECD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a:extLst>
                <a:ext uri="{FF2B5EF4-FFF2-40B4-BE49-F238E27FC236}">
                  <a16:creationId xmlns:a16="http://schemas.microsoft.com/office/drawing/2014/main" id="{DEB9E3A4-446B-554B-B7C1-B77402CB0807}"/>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a:extLst>
                <a:ext uri="{FF2B5EF4-FFF2-40B4-BE49-F238E27FC236}">
                  <a16:creationId xmlns:a16="http://schemas.microsoft.com/office/drawing/2014/main" id="{2475FCE2-8E6F-4F9C-DC19-D812AB5BF794}"/>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a:extLst>
                <a:ext uri="{FF2B5EF4-FFF2-40B4-BE49-F238E27FC236}">
                  <a16:creationId xmlns:a16="http://schemas.microsoft.com/office/drawing/2014/main" id="{298A5EE1-6C39-38F8-EDF8-2D79ABDB408D}"/>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a:extLst>
                <a:ext uri="{FF2B5EF4-FFF2-40B4-BE49-F238E27FC236}">
                  <a16:creationId xmlns:a16="http://schemas.microsoft.com/office/drawing/2014/main" id="{9CC36284-EA9E-7F5A-75EB-FB06D8B5A509}"/>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a:extLst>
                <a:ext uri="{FF2B5EF4-FFF2-40B4-BE49-F238E27FC236}">
                  <a16:creationId xmlns:a16="http://schemas.microsoft.com/office/drawing/2014/main" id="{CFE1E247-1189-4557-2E35-4812B59940B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a:extLst>
                <a:ext uri="{FF2B5EF4-FFF2-40B4-BE49-F238E27FC236}">
                  <a16:creationId xmlns:a16="http://schemas.microsoft.com/office/drawing/2014/main" id="{33C3B535-EFBA-A6A0-B9F9-A65CD3192FB5}"/>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a:extLst>
              <a:ext uri="{FF2B5EF4-FFF2-40B4-BE49-F238E27FC236}">
                <a16:creationId xmlns:a16="http://schemas.microsoft.com/office/drawing/2014/main" id="{F8695ACA-DB1E-A6FD-9CF7-9C60BF6EE203}"/>
              </a:ext>
            </a:extLst>
          </p:cNvPr>
          <p:cNvGrpSpPr/>
          <p:nvPr/>
        </p:nvGrpSpPr>
        <p:grpSpPr>
          <a:xfrm>
            <a:off x="5334000" y="4495800"/>
            <a:ext cx="1622424" cy="1597025"/>
            <a:chOff x="5459413" y="2667000"/>
            <a:chExt cx="1622424" cy="1597025"/>
          </a:xfrm>
        </p:grpSpPr>
        <p:sp>
          <p:nvSpPr>
            <p:cNvPr id="49" name="Oval 16">
              <a:extLst>
                <a:ext uri="{FF2B5EF4-FFF2-40B4-BE49-F238E27FC236}">
                  <a16:creationId xmlns:a16="http://schemas.microsoft.com/office/drawing/2014/main" id="{F380BDC9-E5DE-7C5F-2F4D-119D8C32B004}"/>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a:extLst>
                <a:ext uri="{FF2B5EF4-FFF2-40B4-BE49-F238E27FC236}">
                  <a16:creationId xmlns:a16="http://schemas.microsoft.com/office/drawing/2014/main" id="{434DB6C8-BB70-A951-76C2-06854351AC91}"/>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a:extLst>
                <a:ext uri="{FF2B5EF4-FFF2-40B4-BE49-F238E27FC236}">
                  <a16:creationId xmlns:a16="http://schemas.microsoft.com/office/drawing/2014/main" id="{9B7D8A8D-8DD0-C48F-C26A-403441BD79C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a:extLst>
                <a:ext uri="{FF2B5EF4-FFF2-40B4-BE49-F238E27FC236}">
                  <a16:creationId xmlns:a16="http://schemas.microsoft.com/office/drawing/2014/main" id="{21081DB1-B20E-DD6C-95BA-84BDFE55A422}"/>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a:extLst>
                <a:ext uri="{FF2B5EF4-FFF2-40B4-BE49-F238E27FC236}">
                  <a16:creationId xmlns:a16="http://schemas.microsoft.com/office/drawing/2014/main" id="{17AD7CCE-C7CD-E0DE-045A-DE4B16E98842}"/>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a:extLst>
                <a:ext uri="{FF2B5EF4-FFF2-40B4-BE49-F238E27FC236}">
                  <a16:creationId xmlns:a16="http://schemas.microsoft.com/office/drawing/2014/main" id="{81331302-32EC-9CA6-F843-AD4D788F647A}"/>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a:extLst>
                <a:ext uri="{FF2B5EF4-FFF2-40B4-BE49-F238E27FC236}">
                  <a16:creationId xmlns:a16="http://schemas.microsoft.com/office/drawing/2014/main" id="{81B913EC-9C2D-EADD-FF97-79E1DDE81515}"/>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a:extLst>
                <a:ext uri="{FF2B5EF4-FFF2-40B4-BE49-F238E27FC236}">
                  <a16:creationId xmlns:a16="http://schemas.microsoft.com/office/drawing/2014/main" id="{AB6B290A-A1CF-0CFA-3247-2902F54DD517}"/>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a:extLst>
                <a:ext uri="{FF2B5EF4-FFF2-40B4-BE49-F238E27FC236}">
                  <a16:creationId xmlns:a16="http://schemas.microsoft.com/office/drawing/2014/main" id="{8AE598CD-1E97-ED72-3183-E9019411C19B}"/>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a:extLst>
              <a:ext uri="{FF2B5EF4-FFF2-40B4-BE49-F238E27FC236}">
                <a16:creationId xmlns:a16="http://schemas.microsoft.com/office/drawing/2014/main" id="{519B3E7F-73A7-88E1-80C9-2F1CBC9ADEC6}"/>
              </a:ext>
            </a:extLst>
          </p:cNvPr>
          <p:cNvGrpSpPr/>
          <p:nvPr/>
        </p:nvGrpSpPr>
        <p:grpSpPr>
          <a:xfrm>
            <a:off x="1447800" y="990600"/>
            <a:ext cx="1622424" cy="1597025"/>
            <a:chOff x="5459413" y="2667000"/>
            <a:chExt cx="1622424" cy="1597025"/>
          </a:xfrm>
        </p:grpSpPr>
        <p:sp>
          <p:nvSpPr>
            <p:cNvPr id="59" name="Oval 16">
              <a:extLst>
                <a:ext uri="{FF2B5EF4-FFF2-40B4-BE49-F238E27FC236}">
                  <a16:creationId xmlns:a16="http://schemas.microsoft.com/office/drawing/2014/main" id="{4683AB62-E508-1599-A84B-A75C9399C4D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a:extLst>
                <a:ext uri="{FF2B5EF4-FFF2-40B4-BE49-F238E27FC236}">
                  <a16:creationId xmlns:a16="http://schemas.microsoft.com/office/drawing/2014/main" id="{9EB8C92A-1759-6408-A862-F2ADBFC32592}"/>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a:extLst>
                <a:ext uri="{FF2B5EF4-FFF2-40B4-BE49-F238E27FC236}">
                  <a16:creationId xmlns:a16="http://schemas.microsoft.com/office/drawing/2014/main" id="{4B21472D-B883-AE12-2134-C38BE2735EF2}"/>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a:extLst>
                <a:ext uri="{FF2B5EF4-FFF2-40B4-BE49-F238E27FC236}">
                  <a16:creationId xmlns:a16="http://schemas.microsoft.com/office/drawing/2014/main" id="{35CE32BC-B826-7EF3-F747-1A10F80FE7A1}"/>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a:extLst>
                <a:ext uri="{FF2B5EF4-FFF2-40B4-BE49-F238E27FC236}">
                  <a16:creationId xmlns:a16="http://schemas.microsoft.com/office/drawing/2014/main" id="{C7E834E4-0B2C-5CE9-0ADE-6770D59D1816}"/>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a:extLst>
                <a:ext uri="{FF2B5EF4-FFF2-40B4-BE49-F238E27FC236}">
                  <a16:creationId xmlns:a16="http://schemas.microsoft.com/office/drawing/2014/main" id="{EBD48CEB-A1E5-7201-B0CD-C426FC83A07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a:extLst>
                <a:ext uri="{FF2B5EF4-FFF2-40B4-BE49-F238E27FC236}">
                  <a16:creationId xmlns:a16="http://schemas.microsoft.com/office/drawing/2014/main" id="{76D72D50-DA31-2FAF-FDC4-8CA62C86C589}"/>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a:extLst>
                <a:ext uri="{FF2B5EF4-FFF2-40B4-BE49-F238E27FC236}">
                  <a16:creationId xmlns:a16="http://schemas.microsoft.com/office/drawing/2014/main" id="{F3A6DBF9-C835-855D-E96E-432081C976FE}"/>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a:extLst>
                <a:ext uri="{FF2B5EF4-FFF2-40B4-BE49-F238E27FC236}">
                  <a16:creationId xmlns:a16="http://schemas.microsoft.com/office/drawing/2014/main" id="{B2934546-18B5-60C8-2233-4D66E55B2811}"/>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a:extLst>
              <a:ext uri="{FF2B5EF4-FFF2-40B4-BE49-F238E27FC236}">
                <a16:creationId xmlns:a16="http://schemas.microsoft.com/office/drawing/2014/main" id="{8E3F21BF-DE62-D636-0AAB-FDDD4A998264}"/>
              </a:ext>
            </a:extLst>
          </p:cNvPr>
          <p:cNvGrpSpPr/>
          <p:nvPr/>
        </p:nvGrpSpPr>
        <p:grpSpPr>
          <a:xfrm>
            <a:off x="914400" y="2514600"/>
            <a:ext cx="1622424" cy="1597025"/>
            <a:chOff x="5459413" y="2667000"/>
            <a:chExt cx="1622424" cy="1597025"/>
          </a:xfrm>
        </p:grpSpPr>
        <p:sp>
          <p:nvSpPr>
            <p:cNvPr id="69" name="Oval 16">
              <a:extLst>
                <a:ext uri="{FF2B5EF4-FFF2-40B4-BE49-F238E27FC236}">
                  <a16:creationId xmlns:a16="http://schemas.microsoft.com/office/drawing/2014/main" id="{39EB37E1-C7A6-0FB5-1E96-5F13853FF443}"/>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a:extLst>
                <a:ext uri="{FF2B5EF4-FFF2-40B4-BE49-F238E27FC236}">
                  <a16:creationId xmlns:a16="http://schemas.microsoft.com/office/drawing/2014/main" id="{07896CB0-B224-C353-266E-C833D2E9B693}"/>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a:extLst>
                <a:ext uri="{FF2B5EF4-FFF2-40B4-BE49-F238E27FC236}">
                  <a16:creationId xmlns:a16="http://schemas.microsoft.com/office/drawing/2014/main" id="{22C58819-2AD7-5137-1AE8-E687FE759EF8}"/>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a:extLst>
                <a:ext uri="{FF2B5EF4-FFF2-40B4-BE49-F238E27FC236}">
                  <a16:creationId xmlns:a16="http://schemas.microsoft.com/office/drawing/2014/main" id="{D156F77C-0457-C39F-AA6C-118D9A11388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a:extLst>
                <a:ext uri="{FF2B5EF4-FFF2-40B4-BE49-F238E27FC236}">
                  <a16:creationId xmlns:a16="http://schemas.microsoft.com/office/drawing/2014/main" id="{ACF5512B-08C5-4E9A-431B-0EB4ED687D4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a:extLst>
                <a:ext uri="{FF2B5EF4-FFF2-40B4-BE49-F238E27FC236}">
                  <a16:creationId xmlns:a16="http://schemas.microsoft.com/office/drawing/2014/main" id="{5AEA48F9-BBF5-2B47-6C20-6EAD4AC03DA1}"/>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a:extLst>
                <a:ext uri="{FF2B5EF4-FFF2-40B4-BE49-F238E27FC236}">
                  <a16:creationId xmlns:a16="http://schemas.microsoft.com/office/drawing/2014/main" id="{BD7417E6-DE26-172A-4D9E-BBF4075CCA1A}"/>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a:extLst>
                <a:ext uri="{FF2B5EF4-FFF2-40B4-BE49-F238E27FC236}">
                  <a16:creationId xmlns:a16="http://schemas.microsoft.com/office/drawing/2014/main" id="{934D6DE6-7FA7-290F-DF7F-59E33EBD3E99}"/>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a:extLst>
                <a:ext uri="{FF2B5EF4-FFF2-40B4-BE49-F238E27FC236}">
                  <a16:creationId xmlns:a16="http://schemas.microsoft.com/office/drawing/2014/main" id="{4166C675-0BF1-562A-A34E-E75699335EA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a:extLst>
              <a:ext uri="{FF2B5EF4-FFF2-40B4-BE49-F238E27FC236}">
                <a16:creationId xmlns:a16="http://schemas.microsoft.com/office/drawing/2014/main" id="{BF603CBD-ED6A-03E7-8A4E-35E0C882C090}"/>
              </a:ext>
            </a:extLst>
          </p:cNvPr>
          <p:cNvGrpSpPr/>
          <p:nvPr/>
        </p:nvGrpSpPr>
        <p:grpSpPr>
          <a:xfrm>
            <a:off x="990600" y="4343400"/>
            <a:ext cx="1622424" cy="1597025"/>
            <a:chOff x="5459413" y="2667000"/>
            <a:chExt cx="1622424" cy="1597025"/>
          </a:xfrm>
        </p:grpSpPr>
        <p:sp>
          <p:nvSpPr>
            <p:cNvPr id="79" name="Oval 16">
              <a:extLst>
                <a:ext uri="{FF2B5EF4-FFF2-40B4-BE49-F238E27FC236}">
                  <a16:creationId xmlns:a16="http://schemas.microsoft.com/office/drawing/2014/main" id="{77F0F72D-8714-CD5C-1B60-659E7369E57D}"/>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a:extLst>
                <a:ext uri="{FF2B5EF4-FFF2-40B4-BE49-F238E27FC236}">
                  <a16:creationId xmlns:a16="http://schemas.microsoft.com/office/drawing/2014/main" id="{645458DC-2CFE-6385-C8E3-B82F7FBD47B1}"/>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a:extLst>
                <a:ext uri="{FF2B5EF4-FFF2-40B4-BE49-F238E27FC236}">
                  <a16:creationId xmlns:a16="http://schemas.microsoft.com/office/drawing/2014/main" id="{D2690A31-CBE2-33CF-AAB2-319C54A64F7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a:extLst>
                <a:ext uri="{FF2B5EF4-FFF2-40B4-BE49-F238E27FC236}">
                  <a16:creationId xmlns:a16="http://schemas.microsoft.com/office/drawing/2014/main" id="{D23E533C-467F-36E8-F8BE-5E0736FF339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a:extLst>
                <a:ext uri="{FF2B5EF4-FFF2-40B4-BE49-F238E27FC236}">
                  <a16:creationId xmlns:a16="http://schemas.microsoft.com/office/drawing/2014/main" id="{27ACCB53-8338-8F2D-5567-0E048115974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a:extLst>
                <a:ext uri="{FF2B5EF4-FFF2-40B4-BE49-F238E27FC236}">
                  <a16:creationId xmlns:a16="http://schemas.microsoft.com/office/drawing/2014/main" id="{C28E33A0-0E4A-E84F-2530-7B16A143AED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a:extLst>
                <a:ext uri="{FF2B5EF4-FFF2-40B4-BE49-F238E27FC236}">
                  <a16:creationId xmlns:a16="http://schemas.microsoft.com/office/drawing/2014/main" id="{9684B076-6E6F-FFC8-0930-82F69DCC2A83}"/>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a:extLst>
                <a:ext uri="{FF2B5EF4-FFF2-40B4-BE49-F238E27FC236}">
                  <a16:creationId xmlns:a16="http://schemas.microsoft.com/office/drawing/2014/main" id="{36312E62-4ADA-7954-8C94-8C7A7AD80A7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a:extLst>
                <a:ext uri="{FF2B5EF4-FFF2-40B4-BE49-F238E27FC236}">
                  <a16:creationId xmlns:a16="http://schemas.microsoft.com/office/drawing/2014/main" id="{5D21EE43-A28E-9D39-5D64-7ED1636EFED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a:extLst>
              <a:ext uri="{FF2B5EF4-FFF2-40B4-BE49-F238E27FC236}">
                <a16:creationId xmlns:a16="http://schemas.microsoft.com/office/drawing/2014/main" id="{E2056C57-3DEA-A86B-B6A9-F65F47DB5395}"/>
              </a:ext>
            </a:extLst>
          </p:cNvPr>
          <p:cNvGrpSpPr/>
          <p:nvPr/>
        </p:nvGrpSpPr>
        <p:grpSpPr>
          <a:xfrm>
            <a:off x="3810000" y="5260975"/>
            <a:ext cx="1622424" cy="1597025"/>
            <a:chOff x="5459413" y="2667000"/>
            <a:chExt cx="1622424" cy="1597025"/>
          </a:xfrm>
        </p:grpSpPr>
        <p:sp>
          <p:nvSpPr>
            <p:cNvPr id="89" name="Oval 16">
              <a:extLst>
                <a:ext uri="{FF2B5EF4-FFF2-40B4-BE49-F238E27FC236}">
                  <a16:creationId xmlns:a16="http://schemas.microsoft.com/office/drawing/2014/main" id="{1A76E1CD-253E-73E5-9D2F-4FEA6E8FC4A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a:extLst>
                <a:ext uri="{FF2B5EF4-FFF2-40B4-BE49-F238E27FC236}">
                  <a16:creationId xmlns:a16="http://schemas.microsoft.com/office/drawing/2014/main" id="{4FB644F1-5D85-1F8C-CA4F-E6F2C6327658}"/>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a:extLst>
                <a:ext uri="{FF2B5EF4-FFF2-40B4-BE49-F238E27FC236}">
                  <a16:creationId xmlns:a16="http://schemas.microsoft.com/office/drawing/2014/main" id="{19329127-23E5-D58A-E701-0D5FE2827B31}"/>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a:extLst>
                <a:ext uri="{FF2B5EF4-FFF2-40B4-BE49-F238E27FC236}">
                  <a16:creationId xmlns:a16="http://schemas.microsoft.com/office/drawing/2014/main" id="{0A4E3C61-3192-FB78-DBA7-6718FABBF5F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a:extLst>
                <a:ext uri="{FF2B5EF4-FFF2-40B4-BE49-F238E27FC236}">
                  <a16:creationId xmlns:a16="http://schemas.microsoft.com/office/drawing/2014/main" id="{2827BCA9-1DDD-D8B8-1DF5-AC7BE0AAF88D}"/>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a:extLst>
                <a:ext uri="{FF2B5EF4-FFF2-40B4-BE49-F238E27FC236}">
                  <a16:creationId xmlns:a16="http://schemas.microsoft.com/office/drawing/2014/main" id="{B34D417B-D41E-7102-6984-7C3FF0F83BC8}"/>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a:extLst>
                <a:ext uri="{FF2B5EF4-FFF2-40B4-BE49-F238E27FC236}">
                  <a16:creationId xmlns:a16="http://schemas.microsoft.com/office/drawing/2014/main" id="{25F634D4-0012-2F66-F654-90A2FC04D248}"/>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a:extLst>
                <a:ext uri="{FF2B5EF4-FFF2-40B4-BE49-F238E27FC236}">
                  <a16:creationId xmlns:a16="http://schemas.microsoft.com/office/drawing/2014/main" id="{1F867543-65A3-B856-DDDC-A390FF8BB2C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a:extLst>
                <a:ext uri="{FF2B5EF4-FFF2-40B4-BE49-F238E27FC236}">
                  <a16:creationId xmlns:a16="http://schemas.microsoft.com/office/drawing/2014/main" id="{B1A45872-7CD4-2A54-3088-A5235907BA50}"/>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a:extLst>
              <a:ext uri="{FF2B5EF4-FFF2-40B4-BE49-F238E27FC236}">
                <a16:creationId xmlns:a16="http://schemas.microsoft.com/office/drawing/2014/main" id="{92744F4D-196D-6A79-9755-6830349B391D}"/>
              </a:ext>
            </a:extLst>
          </p:cNvPr>
          <p:cNvGrpSpPr/>
          <p:nvPr/>
        </p:nvGrpSpPr>
        <p:grpSpPr>
          <a:xfrm>
            <a:off x="6781800" y="1295400"/>
            <a:ext cx="1622424" cy="1597025"/>
            <a:chOff x="5459413" y="2667000"/>
            <a:chExt cx="1622424" cy="1597025"/>
          </a:xfrm>
        </p:grpSpPr>
        <p:sp>
          <p:nvSpPr>
            <p:cNvPr id="99" name="Oval 16">
              <a:extLst>
                <a:ext uri="{FF2B5EF4-FFF2-40B4-BE49-F238E27FC236}">
                  <a16:creationId xmlns:a16="http://schemas.microsoft.com/office/drawing/2014/main" id="{B14AABBE-8BC4-0BE2-882D-038E53AFA8B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a:extLst>
                <a:ext uri="{FF2B5EF4-FFF2-40B4-BE49-F238E27FC236}">
                  <a16:creationId xmlns:a16="http://schemas.microsoft.com/office/drawing/2014/main" id="{244F5B0A-5556-48E1-7081-060E41F0B4E7}"/>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a:extLst>
                <a:ext uri="{FF2B5EF4-FFF2-40B4-BE49-F238E27FC236}">
                  <a16:creationId xmlns:a16="http://schemas.microsoft.com/office/drawing/2014/main" id="{C40467C8-DA7D-7987-29A0-21557E77C761}"/>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a:extLst>
                <a:ext uri="{FF2B5EF4-FFF2-40B4-BE49-F238E27FC236}">
                  <a16:creationId xmlns:a16="http://schemas.microsoft.com/office/drawing/2014/main" id="{6BDB61CA-01E8-171A-097F-D5FE20130EE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a:extLst>
                <a:ext uri="{FF2B5EF4-FFF2-40B4-BE49-F238E27FC236}">
                  <a16:creationId xmlns:a16="http://schemas.microsoft.com/office/drawing/2014/main" id="{24425B0A-2A59-5996-45EF-8BF495BE7C3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a:extLst>
                <a:ext uri="{FF2B5EF4-FFF2-40B4-BE49-F238E27FC236}">
                  <a16:creationId xmlns:a16="http://schemas.microsoft.com/office/drawing/2014/main" id="{94DC8CD8-2F68-6D34-FB47-92F2E2C4FA7D}"/>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a:extLst>
                <a:ext uri="{FF2B5EF4-FFF2-40B4-BE49-F238E27FC236}">
                  <a16:creationId xmlns:a16="http://schemas.microsoft.com/office/drawing/2014/main" id="{42C063D0-63E1-A885-EFAF-EB816EE41B1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a:extLst>
                <a:ext uri="{FF2B5EF4-FFF2-40B4-BE49-F238E27FC236}">
                  <a16:creationId xmlns:a16="http://schemas.microsoft.com/office/drawing/2014/main" id="{BFA6A892-57A5-DDD2-6F9D-375F1D05C36C}"/>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a:extLst>
                <a:ext uri="{FF2B5EF4-FFF2-40B4-BE49-F238E27FC236}">
                  <a16:creationId xmlns:a16="http://schemas.microsoft.com/office/drawing/2014/main" id="{3E56A8EA-FED6-F33D-DA88-AB56EB14C7BC}"/>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a:extLst>
              <a:ext uri="{FF2B5EF4-FFF2-40B4-BE49-F238E27FC236}">
                <a16:creationId xmlns:a16="http://schemas.microsoft.com/office/drawing/2014/main" id="{1DEA061A-5FE4-E447-7F41-7919E8C93919}"/>
              </a:ext>
            </a:extLst>
          </p:cNvPr>
          <p:cNvGrpSpPr/>
          <p:nvPr/>
        </p:nvGrpSpPr>
        <p:grpSpPr>
          <a:xfrm>
            <a:off x="6934200" y="3810000"/>
            <a:ext cx="1622424" cy="1597025"/>
            <a:chOff x="5459413" y="2667000"/>
            <a:chExt cx="1622424" cy="1597025"/>
          </a:xfrm>
        </p:grpSpPr>
        <p:sp>
          <p:nvSpPr>
            <p:cNvPr id="109" name="Oval 16">
              <a:extLst>
                <a:ext uri="{FF2B5EF4-FFF2-40B4-BE49-F238E27FC236}">
                  <a16:creationId xmlns:a16="http://schemas.microsoft.com/office/drawing/2014/main" id="{4B759F48-BE28-01FE-0D9B-5EF4C08CC1FD}"/>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a:extLst>
                <a:ext uri="{FF2B5EF4-FFF2-40B4-BE49-F238E27FC236}">
                  <a16:creationId xmlns:a16="http://schemas.microsoft.com/office/drawing/2014/main" id="{EB8F822A-FDB9-552A-C1A8-C24FEFD4A828}"/>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a:extLst>
                <a:ext uri="{FF2B5EF4-FFF2-40B4-BE49-F238E27FC236}">
                  <a16:creationId xmlns:a16="http://schemas.microsoft.com/office/drawing/2014/main" id="{06B23304-7B7A-603B-B968-8F6DDBA01A9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a:extLst>
                <a:ext uri="{FF2B5EF4-FFF2-40B4-BE49-F238E27FC236}">
                  <a16:creationId xmlns:a16="http://schemas.microsoft.com/office/drawing/2014/main" id="{50CD71AF-2064-49BF-A1E5-8539099EC28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a:extLst>
                <a:ext uri="{FF2B5EF4-FFF2-40B4-BE49-F238E27FC236}">
                  <a16:creationId xmlns:a16="http://schemas.microsoft.com/office/drawing/2014/main" id="{31EE1929-03B4-6793-7602-BA2E39C34CB6}"/>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a:extLst>
                <a:ext uri="{FF2B5EF4-FFF2-40B4-BE49-F238E27FC236}">
                  <a16:creationId xmlns:a16="http://schemas.microsoft.com/office/drawing/2014/main" id="{E4CC8AA0-DB17-DDF0-668E-571493DB5793}"/>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a:extLst>
                <a:ext uri="{FF2B5EF4-FFF2-40B4-BE49-F238E27FC236}">
                  <a16:creationId xmlns:a16="http://schemas.microsoft.com/office/drawing/2014/main" id="{A5EEF449-F993-24A4-DA97-241009E9744D}"/>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a:extLst>
                <a:ext uri="{FF2B5EF4-FFF2-40B4-BE49-F238E27FC236}">
                  <a16:creationId xmlns:a16="http://schemas.microsoft.com/office/drawing/2014/main" id="{683E15F4-8390-4156-3D1C-B7C944E4A787}"/>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a:extLst>
                <a:ext uri="{FF2B5EF4-FFF2-40B4-BE49-F238E27FC236}">
                  <a16:creationId xmlns:a16="http://schemas.microsoft.com/office/drawing/2014/main" id="{09859457-DBCC-836E-6AC3-2BFEF3D0D39A}"/>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a:extLst>
              <a:ext uri="{FF2B5EF4-FFF2-40B4-BE49-F238E27FC236}">
                <a16:creationId xmlns:a16="http://schemas.microsoft.com/office/drawing/2014/main" id="{2F87CBA3-83E4-CED6-C7A9-B82AD7ABC314}"/>
              </a:ext>
            </a:extLst>
          </p:cNvPr>
          <p:cNvGrpSpPr/>
          <p:nvPr/>
        </p:nvGrpSpPr>
        <p:grpSpPr>
          <a:xfrm>
            <a:off x="5334000" y="914400"/>
            <a:ext cx="1622424" cy="1597025"/>
            <a:chOff x="5459413" y="2667000"/>
            <a:chExt cx="1622424" cy="1597025"/>
          </a:xfrm>
        </p:grpSpPr>
        <p:sp>
          <p:nvSpPr>
            <p:cNvPr id="119" name="Oval 16">
              <a:extLst>
                <a:ext uri="{FF2B5EF4-FFF2-40B4-BE49-F238E27FC236}">
                  <a16:creationId xmlns:a16="http://schemas.microsoft.com/office/drawing/2014/main" id="{C3EB4A1E-CBDC-D3DE-C599-F00BAB14AE50}"/>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a:extLst>
                <a:ext uri="{FF2B5EF4-FFF2-40B4-BE49-F238E27FC236}">
                  <a16:creationId xmlns:a16="http://schemas.microsoft.com/office/drawing/2014/main" id="{0605B529-D47F-5129-24D3-BE12B51DC7FF}"/>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a:extLst>
                <a:ext uri="{FF2B5EF4-FFF2-40B4-BE49-F238E27FC236}">
                  <a16:creationId xmlns:a16="http://schemas.microsoft.com/office/drawing/2014/main" id="{3CA1F822-565F-9685-36D1-2D885AA91BBF}"/>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a:extLst>
                <a:ext uri="{FF2B5EF4-FFF2-40B4-BE49-F238E27FC236}">
                  <a16:creationId xmlns:a16="http://schemas.microsoft.com/office/drawing/2014/main" id="{E58FA53E-B047-F5FC-A7E9-AAE154AD799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a:extLst>
                <a:ext uri="{FF2B5EF4-FFF2-40B4-BE49-F238E27FC236}">
                  <a16:creationId xmlns:a16="http://schemas.microsoft.com/office/drawing/2014/main" id="{829F8258-3C54-EAF0-F61D-800B4FA0B8C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a:extLst>
                <a:ext uri="{FF2B5EF4-FFF2-40B4-BE49-F238E27FC236}">
                  <a16:creationId xmlns:a16="http://schemas.microsoft.com/office/drawing/2014/main" id="{83E218D0-498E-6402-EC15-7FC616D5C61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a:extLst>
                <a:ext uri="{FF2B5EF4-FFF2-40B4-BE49-F238E27FC236}">
                  <a16:creationId xmlns:a16="http://schemas.microsoft.com/office/drawing/2014/main" id="{14462F3C-E319-C949-3A42-56F4E10FD673}"/>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a:extLst>
                <a:ext uri="{FF2B5EF4-FFF2-40B4-BE49-F238E27FC236}">
                  <a16:creationId xmlns:a16="http://schemas.microsoft.com/office/drawing/2014/main" id="{AE8F3BE9-3D4C-B139-F594-1F93A19144EA}"/>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a:extLst>
                <a:ext uri="{FF2B5EF4-FFF2-40B4-BE49-F238E27FC236}">
                  <a16:creationId xmlns:a16="http://schemas.microsoft.com/office/drawing/2014/main" id="{37976858-B84F-D9B2-8133-092C0F8DCE66}"/>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a:extLst>
              <a:ext uri="{FF2B5EF4-FFF2-40B4-BE49-F238E27FC236}">
                <a16:creationId xmlns:a16="http://schemas.microsoft.com/office/drawing/2014/main" id="{DB35915B-D68A-3948-5491-BE0E6901D53D}"/>
              </a:ext>
            </a:extLst>
          </p:cNvPr>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704C0FDA-5D0F-7924-1F3E-7DFE796E2361}"/>
              </a:ext>
            </a:extLst>
          </p:cNvPr>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7C9BC4BC-022C-052B-9EEB-341EA5425EC4}"/>
              </a:ext>
            </a:extLst>
          </p:cNvPr>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11666203-A3CF-D0CC-6245-369606C55810}"/>
              </a:ext>
            </a:extLst>
          </p:cNvPr>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a:extLst>
              <a:ext uri="{FF2B5EF4-FFF2-40B4-BE49-F238E27FC236}">
                <a16:creationId xmlns:a16="http://schemas.microsoft.com/office/drawing/2014/main" id="{B58533AE-E665-6145-68B9-2EC3EFE00783}"/>
              </a:ext>
            </a:extLst>
          </p:cNvPr>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93BAEFDD-0223-2657-AC20-DDA1EEC1FAF2}"/>
              </a:ext>
            </a:extLst>
          </p:cNvPr>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40785358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3107-CC69-7207-710A-7BF9E5CA5097}"/>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5AF38FA7-D883-B281-EFC0-508F57D729ED}"/>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a:extLst>
              <a:ext uri="{FF2B5EF4-FFF2-40B4-BE49-F238E27FC236}">
                <a16:creationId xmlns:a16="http://schemas.microsoft.com/office/drawing/2014/main" id="{B7D2BA7F-1780-ABC7-1A9F-3EFC98E8F6E8}"/>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a:extLst>
              <a:ext uri="{FF2B5EF4-FFF2-40B4-BE49-F238E27FC236}">
                <a16:creationId xmlns:a16="http://schemas.microsoft.com/office/drawing/2014/main" id="{ACB43A0F-CDAF-34BD-F423-2A0714E931A4}"/>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a:extLst>
              <a:ext uri="{FF2B5EF4-FFF2-40B4-BE49-F238E27FC236}">
                <a16:creationId xmlns:a16="http://schemas.microsoft.com/office/drawing/2014/main" id="{F91806FC-6026-F5AC-A5A1-10A499ED6B03}"/>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a:extLst>
              <a:ext uri="{FF2B5EF4-FFF2-40B4-BE49-F238E27FC236}">
                <a16:creationId xmlns:a16="http://schemas.microsoft.com/office/drawing/2014/main" id="{24077FBB-6A80-FAE7-90F6-9CEA362126FF}"/>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a:extLst>
              <a:ext uri="{FF2B5EF4-FFF2-40B4-BE49-F238E27FC236}">
                <a16:creationId xmlns:a16="http://schemas.microsoft.com/office/drawing/2014/main" id="{8913F49B-740B-BD80-78C7-FE1E955FBE6F}"/>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a:extLst>
              <a:ext uri="{FF2B5EF4-FFF2-40B4-BE49-F238E27FC236}">
                <a16:creationId xmlns:a16="http://schemas.microsoft.com/office/drawing/2014/main" id="{79C27BEC-EE1D-54FF-FEDA-C4D533F568BC}"/>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a:extLst>
              <a:ext uri="{FF2B5EF4-FFF2-40B4-BE49-F238E27FC236}">
                <a16:creationId xmlns:a16="http://schemas.microsoft.com/office/drawing/2014/main" id="{2DBB8FC7-A4B1-38AD-A9F9-9DEBBDF5E61A}"/>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a:extLst>
              <a:ext uri="{FF2B5EF4-FFF2-40B4-BE49-F238E27FC236}">
                <a16:creationId xmlns:a16="http://schemas.microsoft.com/office/drawing/2014/main" id="{8BFBD64D-318C-5E89-F0C4-3C73D3FC2D30}"/>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a:extLst>
              <a:ext uri="{FF2B5EF4-FFF2-40B4-BE49-F238E27FC236}">
                <a16:creationId xmlns:a16="http://schemas.microsoft.com/office/drawing/2014/main" id="{EEFE8E7B-E4B4-8BD8-ED66-3F8F2DD84B56}"/>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a:extLst>
              <a:ext uri="{FF2B5EF4-FFF2-40B4-BE49-F238E27FC236}">
                <a16:creationId xmlns:a16="http://schemas.microsoft.com/office/drawing/2014/main" id="{9363F1FE-9382-22E8-E48D-A2BB81E22A24}"/>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a:extLst>
              <a:ext uri="{FF2B5EF4-FFF2-40B4-BE49-F238E27FC236}">
                <a16:creationId xmlns:a16="http://schemas.microsoft.com/office/drawing/2014/main" id="{8C632789-94BA-D90F-818E-32D2D38F0A5E}"/>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a:extLst>
              <a:ext uri="{FF2B5EF4-FFF2-40B4-BE49-F238E27FC236}">
                <a16:creationId xmlns:a16="http://schemas.microsoft.com/office/drawing/2014/main" id="{5A6FAB4A-25A2-421F-AD54-806C157797F5}"/>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a:extLst>
              <a:ext uri="{FF2B5EF4-FFF2-40B4-BE49-F238E27FC236}">
                <a16:creationId xmlns:a16="http://schemas.microsoft.com/office/drawing/2014/main" id="{E883182A-C3D9-9469-232E-7131613E0116}"/>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a:extLst>
              <a:ext uri="{FF2B5EF4-FFF2-40B4-BE49-F238E27FC236}">
                <a16:creationId xmlns:a16="http://schemas.microsoft.com/office/drawing/2014/main" id="{D04ECE90-134F-3216-3A0A-E5BC189E4F0B}"/>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a:extLst>
              <a:ext uri="{FF2B5EF4-FFF2-40B4-BE49-F238E27FC236}">
                <a16:creationId xmlns:a16="http://schemas.microsoft.com/office/drawing/2014/main" id="{8282519D-A1C3-D435-B666-2E265C9A7CC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a:extLst>
              <a:ext uri="{FF2B5EF4-FFF2-40B4-BE49-F238E27FC236}">
                <a16:creationId xmlns:a16="http://schemas.microsoft.com/office/drawing/2014/main" id="{944AC66B-261F-5737-595D-2D7A80DF1E1A}"/>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a:extLst>
              <a:ext uri="{FF2B5EF4-FFF2-40B4-BE49-F238E27FC236}">
                <a16:creationId xmlns:a16="http://schemas.microsoft.com/office/drawing/2014/main" id="{6190FD78-4AC5-B42E-FF27-C0627096D9FC}"/>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a:extLst>
              <a:ext uri="{FF2B5EF4-FFF2-40B4-BE49-F238E27FC236}">
                <a16:creationId xmlns:a16="http://schemas.microsoft.com/office/drawing/2014/main" id="{39E51974-CCBA-0598-F01D-3F4B6D7B6682}"/>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a:extLst>
              <a:ext uri="{FF2B5EF4-FFF2-40B4-BE49-F238E27FC236}">
                <a16:creationId xmlns:a16="http://schemas.microsoft.com/office/drawing/2014/main" id="{383A34A2-7D6E-743E-D6EF-070E6C255A6D}"/>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a:extLst>
              <a:ext uri="{FF2B5EF4-FFF2-40B4-BE49-F238E27FC236}">
                <a16:creationId xmlns:a16="http://schemas.microsoft.com/office/drawing/2014/main" id="{5A774CA8-F642-D599-B8E2-D091E86A5050}"/>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a:extLst>
              <a:ext uri="{FF2B5EF4-FFF2-40B4-BE49-F238E27FC236}">
                <a16:creationId xmlns:a16="http://schemas.microsoft.com/office/drawing/2014/main" id="{99D4D3DD-A7CF-F4E1-9C34-87259D662FF5}"/>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a:extLst>
              <a:ext uri="{FF2B5EF4-FFF2-40B4-BE49-F238E27FC236}">
                <a16:creationId xmlns:a16="http://schemas.microsoft.com/office/drawing/2014/main" id="{41D92DB6-6306-ADB8-4BFC-D59D498E4F51}"/>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a:extLst>
              <a:ext uri="{FF2B5EF4-FFF2-40B4-BE49-F238E27FC236}">
                <a16:creationId xmlns:a16="http://schemas.microsoft.com/office/drawing/2014/main" id="{0C70562D-DF98-8AE0-40D3-8A524EC9E04C}"/>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a:extLst>
              <a:ext uri="{FF2B5EF4-FFF2-40B4-BE49-F238E27FC236}">
                <a16:creationId xmlns:a16="http://schemas.microsoft.com/office/drawing/2014/main" id="{DD8DCFCD-50F4-9F8D-8CCA-606723845595}"/>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a:extLst>
              <a:ext uri="{FF2B5EF4-FFF2-40B4-BE49-F238E27FC236}">
                <a16:creationId xmlns:a16="http://schemas.microsoft.com/office/drawing/2014/main" id="{A30FECF4-9F32-F043-F43E-C0E47FD6DE91}"/>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a:extLst>
              <a:ext uri="{FF2B5EF4-FFF2-40B4-BE49-F238E27FC236}">
                <a16:creationId xmlns:a16="http://schemas.microsoft.com/office/drawing/2014/main" id="{E56518CA-1E5E-4441-DEA1-C4A78BB9EA71}"/>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a:extLst>
              <a:ext uri="{FF2B5EF4-FFF2-40B4-BE49-F238E27FC236}">
                <a16:creationId xmlns:a16="http://schemas.microsoft.com/office/drawing/2014/main" id="{DBC14168-4DEC-AC1F-44A5-3F48013299A8}"/>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a:extLst>
              <a:ext uri="{FF2B5EF4-FFF2-40B4-BE49-F238E27FC236}">
                <a16:creationId xmlns:a16="http://schemas.microsoft.com/office/drawing/2014/main" id="{89B0C61B-4854-B989-8637-0C0755414DD2}"/>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a:extLst>
              <a:ext uri="{FF2B5EF4-FFF2-40B4-BE49-F238E27FC236}">
                <a16:creationId xmlns:a16="http://schemas.microsoft.com/office/drawing/2014/main" id="{9AF2236F-1E38-25C0-2E61-6ADE2464CEDD}"/>
              </a:ext>
            </a:extLst>
          </p:cNvPr>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a:extLst>
              <a:ext uri="{FF2B5EF4-FFF2-40B4-BE49-F238E27FC236}">
                <a16:creationId xmlns:a16="http://schemas.microsoft.com/office/drawing/2014/main" id="{E8759B62-EBDC-042E-DF39-0745366DD735}"/>
              </a:ext>
            </a:extLst>
          </p:cNvPr>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a:extLst>
                          <a:ext uri="{FF2B5EF4-FFF2-40B4-BE49-F238E27FC236}">
                            <a16:creationId xmlns:a16="http://schemas.microsoft.com/office/drawing/2014/main" id="{E8759B62-EBDC-042E-DF39-0745366DD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a:extLst>
              <a:ext uri="{FF2B5EF4-FFF2-40B4-BE49-F238E27FC236}">
                <a16:creationId xmlns:a16="http://schemas.microsoft.com/office/drawing/2014/main" id="{0452ADFB-575E-0B21-0C0B-35E5FB03B0CA}"/>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1135946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571B-E060-724A-688A-514FA4B6AD9D}"/>
            </a:ext>
          </a:extLst>
        </p:cNvPr>
        <p:cNvGrpSpPr/>
        <p:nvPr/>
      </p:nvGrpSpPr>
      <p:grpSpPr>
        <a:xfrm>
          <a:off x="0" y="0"/>
          <a:ext cx="0" cy="0"/>
          <a:chOff x="0" y="0"/>
          <a:chExt cx="0" cy="0"/>
        </a:xfrm>
      </p:grpSpPr>
      <p:sp>
        <p:nvSpPr>
          <p:cNvPr id="3076" name="Rectangle 2">
            <a:extLst>
              <a:ext uri="{FF2B5EF4-FFF2-40B4-BE49-F238E27FC236}">
                <a16:creationId xmlns:a16="http://schemas.microsoft.com/office/drawing/2014/main" id="{EA20F905-3B4B-0A37-FB83-CC51788BBC36}"/>
              </a:ext>
            </a:extLst>
          </p:cNvPr>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a:extLst>
              <a:ext uri="{FF2B5EF4-FFF2-40B4-BE49-F238E27FC236}">
                <a16:creationId xmlns:a16="http://schemas.microsoft.com/office/drawing/2014/main" id="{DD050764-1CE0-59A4-014E-FA0996AAD3D1}"/>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a:extLst>
              <a:ext uri="{FF2B5EF4-FFF2-40B4-BE49-F238E27FC236}">
                <a16:creationId xmlns:a16="http://schemas.microsoft.com/office/drawing/2014/main" id="{E652A13A-B1A1-017A-5D30-52916AA613D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a:extLst>
              <a:ext uri="{FF2B5EF4-FFF2-40B4-BE49-F238E27FC236}">
                <a16:creationId xmlns:a16="http://schemas.microsoft.com/office/drawing/2014/main" id="{DAFCD9B5-77FA-F552-FDB8-0BAED67A5700}"/>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a:extLst>
              <a:ext uri="{FF2B5EF4-FFF2-40B4-BE49-F238E27FC236}">
                <a16:creationId xmlns:a16="http://schemas.microsoft.com/office/drawing/2014/main" id="{BC796C70-9AEA-32FE-F831-2B2CCE33EADC}"/>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a:extLst>
              <a:ext uri="{FF2B5EF4-FFF2-40B4-BE49-F238E27FC236}">
                <a16:creationId xmlns:a16="http://schemas.microsoft.com/office/drawing/2014/main" id="{DECA512A-8BE9-7B77-AC6B-1670CAB32729}"/>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a:extLst>
              <a:ext uri="{FF2B5EF4-FFF2-40B4-BE49-F238E27FC236}">
                <a16:creationId xmlns:a16="http://schemas.microsoft.com/office/drawing/2014/main" id="{0E428F54-BE9D-37B6-5915-B483B991A4BF}"/>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a:extLst>
              <a:ext uri="{FF2B5EF4-FFF2-40B4-BE49-F238E27FC236}">
                <a16:creationId xmlns:a16="http://schemas.microsoft.com/office/drawing/2014/main" id="{93C1C8F3-09B1-64EA-6068-B92532E4B681}"/>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a:extLst>
              <a:ext uri="{FF2B5EF4-FFF2-40B4-BE49-F238E27FC236}">
                <a16:creationId xmlns:a16="http://schemas.microsoft.com/office/drawing/2014/main" id="{F8641520-56E7-AD37-0B16-43F3B9626B2F}"/>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a:extLst>
              <a:ext uri="{FF2B5EF4-FFF2-40B4-BE49-F238E27FC236}">
                <a16:creationId xmlns:a16="http://schemas.microsoft.com/office/drawing/2014/main" id="{2285AE61-7377-37A9-09B3-89A41B6B4C97}"/>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a:extLst>
              <a:ext uri="{FF2B5EF4-FFF2-40B4-BE49-F238E27FC236}">
                <a16:creationId xmlns:a16="http://schemas.microsoft.com/office/drawing/2014/main" id="{80C0F780-88BC-C94F-7D8F-EB90D124FF16}"/>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a:extLst>
              <a:ext uri="{FF2B5EF4-FFF2-40B4-BE49-F238E27FC236}">
                <a16:creationId xmlns:a16="http://schemas.microsoft.com/office/drawing/2014/main" id="{DAFE825D-51CD-A2F7-38C0-38751C51856B}"/>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a:extLst>
              <a:ext uri="{FF2B5EF4-FFF2-40B4-BE49-F238E27FC236}">
                <a16:creationId xmlns:a16="http://schemas.microsoft.com/office/drawing/2014/main" id="{601E4AED-10FB-F9AC-A69E-15BBF9C90E17}"/>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a:extLst>
              <a:ext uri="{FF2B5EF4-FFF2-40B4-BE49-F238E27FC236}">
                <a16:creationId xmlns:a16="http://schemas.microsoft.com/office/drawing/2014/main" id="{2936FAF0-68F0-B776-FDBD-DF71DE5B9957}"/>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a:extLst>
              <a:ext uri="{FF2B5EF4-FFF2-40B4-BE49-F238E27FC236}">
                <a16:creationId xmlns:a16="http://schemas.microsoft.com/office/drawing/2014/main" id="{92804220-853B-23C3-56D9-7626B8F2F27E}"/>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a:extLst>
              <a:ext uri="{FF2B5EF4-FFF2-40B4-BE49-F238E27FC236}">
                <a16:creationId xmlns:a16="http://schemas.microsoft.com/office/drawing/2014/main" id="{EFB85417-9AB2-FC87-5F39-C738FA411CF1}"/>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a:extLst>
              <a:ext uri="{FF2B5EF4-FFF2-40B4-BE49-F238E27FC236}">
                <a16:creationId xmlns:a16="http://schemas.microsoft.com/office/drawing/2014/main" id="{E1529EC4-DEC5-F3F1-00F3-B46387CD38DA}"/>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a:extLst>
              <a:ext uri="{FF2B5EF4-FFF2-40B4-BE49-F238E27FC236}">
                <a16:creationId xmlns:a16="http://schemas.microsoft.com/office/drawing/2014/main" id="{5B6834C7-8093-1331-8B9E-C36DC4FB9DB1}"/>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a:extLst>
              <a:ext uri="{FF2B5EF4-FFF2-40B4-BE49-F238E27FC236}">
                <a16:creationId xmlns:a16="http://schemas.microsoft.com/office/drawing/2014/main" id="{C2AE9B7B-7B03-508E-5922-E521FA461634}"/>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a:extLst>
              <a:ext uri="{FF2B5EF4-FFF2-40B4-BE49-F238E27FC236}">
                <a16:creationId xmlns:a16="http://schemas.microsoft.com/office/drawing/2014/main" id="{8B76D56D-DE7D-7F43-1A87-3E33831E94EC}"/>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a:extLst>
              <a:ext uri="{FF2B5EF4-FFF2-40B4-BE49-F238E27FC236}">
                <a16:creationId xmlns:a16="http://schemas.microsoft.com/office/drawing/2014/main" id="{EEC0AB49-E938-F489-D34D-7B147A202D35}"/>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a:extLst>
              <a:ext uri="{FF2B5EF4-FFF2-40B4-BE49-F238E27FC236}">
                <a16:creationId xmlns:a16="http://schemas.microsoft.com/office/drawing/2014/main" id="{9EB81E11-D92E-4DE0-7263-8DE27E3CBF50}"/>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a:extLst>
              <a:ext uri="{FF2B5EF4-FFF2-40B4-BE49-F238E27FC236}">
                <a16:creationId xmlns:a16="http://schemas.microsoft.com/office/drawing/2014/main" id="{46B7A983-9127-86C7-0DCC-A926DDF3ACA5}"/>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a:extLst>
              <a:ext uri="{FF2B5EF4-FFF2-40B4-BE49-F238E27FC236}">
                <a16:creationId xmlns:a16="http://schemas.microsoft.com/office/drawing/2014/main" id="{782BAF7A-0DF3-1B4A-A219-36B25498B519}"/>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a:extLst>
              <a:ext uri="{FF2B5EF4-FFF2-40B4-BE49-F238E27FC236}">
                <a16:creationId xmlns:a16="http://schemas.microsoft.com/office/drawing/2014/main" id="{AE361DDF-FF21-88BE-5170-A1F672F7F9DE}"/>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a:extLst>
              <a:ext uri="{FF2B5EF4-FFF2-40B4-BE49-F238E27FC236}">
                <a16:creationId xmlns:a16="http://schemas.microsoft.com/office/drawing/2014/main" id="{CFD9E54A-0298-1D3F-77D2-F16B1B0203CB}"/>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a:extLst>
              <a:ext uri="{FF2B5EF4-FFF2-40B4-BE49-F238E27FC236}">
                <a16:creationId xmlns:a16="http://schemas.microsoft.com/office/drawing/2014/main" id="{AA765838-91F9-110F-FD2A-714E664BEB1B}"/>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a:extLst>
              <a:ext uri="{FF2B5EF4-FFF2-40B4-BE49-F238E27FC236}">
                <a16:creationId xmlns:a16="http://schemas.microsoft.com/office/drawing/2014/main" id="{7BB95FC3-3885-2276-848A-28F451EA48C9}"/>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a:extLst>
              <a:ext uri="{FF2B5EF4-FFF2-40B4-BE49-F238E27FC236}">
                <a16:creationId xmlns:a16="http://schemas.microsoft.com/office/drawing/2014/main" id="{4696F5FB-5DAD-90F6-1DAB-0896A8615560}"/>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a:extLst>
              <a:ext uri="{FF2B5EF4-FFF2-40B4-BE49-F238E27FC236}">
                <a16:creationId xmlns:a16="http://schemas.microsoft.com/office/drawing/2014/main" id="{410666A3-614C-96B1-446F-24939B531FDD}"/>
              </a:ext>
            </a:extLst>
          </p:cNvPr>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a:extLst>
              <a:ext uri="{FF2B5EF4-FFF2-40B4-BE49-F238E27FC236}">
                <a16:creationId xmlns:a16="http://schemas.microsoft.com/office/drawing/2014/main" id="{68B34D1C-B8B2-FB45-5F2A-40365A41C9AB}"/>
              </a:ext>
            </a:extLst>
          </p:cNvPr>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a:extLst>
                          <a:ext uri="{FF2B5EF4-FFF2-40B4-BE49-F238E27FC236}">
                            <a16:creationId xmlns:a16="http://schemas.microsoft.com/office/drawing/2014/main" id="{68B34D1C-B8B2-FB45-5F2A-40365A41C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a:extLst>
              <a:ext uri="{FF2B5EF4-FFF2-40B4-BE49-F238E27FC236}">
                <a16:creationId xmlns:a16="http://schemas.microsoft.com/office/drawing/2014/main" id="{4F743352-3D1F-A8B0-83CD-3939A5954346}"/>
              </a:ext>
            </a:extLst>
          </p:cNvPr>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a:extLst>
                          <a:ext uri="{FF2B5EF4-FFF2-40B4-BE49-F238E27FC236}">
                            <a16:creationId xmlns:a16="http://schemas.microsoft.com/office/drawing/2014/main" id="{4F743352-3D1F-A8B0-83CD-3939A5954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a:extLst>
              <a:ext uri="{FF2B5EF4-FFF2-40B4-BE49-F238E27FC236}">
                <a16:creationId xmlns:a16="http://schemas.microsoft.com/office/drawing/2014/main" id="{4E141BA5-2083-114F-7748-AA5E69062538}"/>
              </a:ext>
            </a:extLst>
          </p:cNvPr>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extLst>
      <p:ext uri="{BB962C8B-B14F-4D97-AF65-F5344CB8AC3E}">
        <p14:creationId xmlns:p14="http://schemas.microsoft.com/office/powerpoint/2010/main" val="24713353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8FAD-72B2-36F6-32D0-D8EF572D0779}"/>
            </a:ext>
          </a:extLst>
        </p:cNvPr>
        <p:cNvGrpSpPr/>
        <p:nvPr/>
      </p:nvGrpSpPr>
      <p:grpSpPr>
        <a:xfrm>
          <a:off x="0" y="0"/>
          <a:ext cx="0" cy="0"/>
          <a:chOff x="0" y="0"/>
          <a:chExt cx="0" cy="0"/>
        </a:xfrm>
      </p:grpSpPr>
      <p:sp>
        <p:nvSpPr>
          <p:cNvPr id="4100" name="Rectangle 2">
            <a:extLst>
              <a:ext uri="{FF2B5EF4-FFF2-40B4-BE49-F238E27FC236}">
                <a16:creationId xmlns:a16="http://schemas.microsoft.com/office/drawing/2014/main" id="{07FE9330-0372-0C5D-CC5D-ED537FFB97AA}"/>
              </a:ext>
            </a:extLst>
          </p:cNvPr>
          <p:cNvSpPr>
            <a:spLocks noGrp="1" noChangeArrowheads="1"/>
          </p:cNvSpPr>
          <p:nvPr>
            <p:ph type="title"/>
          </p:nvPr>
        </p:nvSpPr>
        <p:spPr/>
        <p:txBody>
          <a:bodyPr/>
          <a:lstStyle/>
          <a:p>
            <a:pPr eaLnBrk="1" hangingPunct="1"/>
            <a:r>
              <a:rPr lang="en-US"/>
              <a:t>Partial Summary</a:t>
            </a:r>
          </a:p>
        </p:txBody>
      </p:sp>
      <p:sp>
        <p:nvSpPr>
          <p:cNvPr id="4101" name="Rectangle 3">
            <a:extLst>
              <a:ext uri="{FF2B5EF4-FFF2-40B4-BE49-F238E27FC236}">
                <a16:creationId xmlns:a16="http://schemas.microsoft.com/office/drawing/2014/main" id="{684C7C9B-498B-1F94-0D9F-69D22E779530}"/>
              </a:ext>
            </a:extLst>
          </p:cNvPr>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a:extLst>
              <a:ext uri="{FF2B5EF4-FFF2-40B4-BE49-F238E27FC236}">
                <a16:creationId xmlns:a16="http://schemas.microsoft.com/office/drawing/2014/main" id="{38303408-3737-EA50-B509-C12803EA84CC}"/>
              </a:ext>
            </a:extLst>
          </p:cNvPr>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a:extLst>
              <a:ext uri="{FF2B5EF4-FFF2-40B4-BE49-F238E27FC236}">
                <a16:creationId xmlns:a16="http://schemas.microsoft.com/office/drawing/2014/main" id="{18A1E0AE-9209-7F20-AD62-A00C2C946E2A}"/>
              </a:ext>
            </a:extLst>
          </p:cNvPr>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a:extLst>
              <a:ext uri="{FF2B5EF4-FFF2-40B4-BE49-F238E27FC236}">
                <a16:creationId xmlns:a16="http://schemas.microsoft.com/office/drawing/2014/main" id="{B40B6229-81DC-A08E-9431-D01C3A508874}"/>
              </a:ext>
            </a:extLst>
          </p:cNvPr>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a:extLst>
                          <a:ext uri="{FF2B5EF4-FFF2-40B4-BE49-F238E27FC236}">
                            <a16:creationId xmlns:a16="http://schemas.microsoft.com/office/drawing/2014/main" id="{B40B6229-81DC-A08E-9431-D01C3A508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a:extLst>
              <a:ext uri="{FF2B5EF4-FFF2-40B4-BE49-F238E27FC236}">
                <a16:creationId xmlns:a16="http://schemas.microsoft.com/office/drawing/2014/main" id="{93AA26C0-3D1C-9864-D9C8-A8E93AB1D9A8}"/>
              </a:ext>
            </a:extLst>
          </p:cNvPr>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a:extLst>
                          <a:ext uri="{FF2B5EF4-FFF2-40B4-BE49-F238E27FC236}">
                            <a16:creationId xmlns:a16="http://schemas.microsoft.com/office/drawing/2014/main" id="{93AA26C0-3D1C-9864-D9C8-A8E93AB1D9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56258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1492B-17B2-4B4C-C11B-3104D543DD5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B08E773-E321-F3E2-BD24-5D6A3F9206C8}"/>
              </a:ext>
            </a:extLst>
          </p:cNvPr>
          <p:cNvSpPr>
            <a:spLocks noGrp="1"/>
          </p:cNvSpPr>
          <p:nvPr>
            <p:ph type="title"/>
          </p:nvPr>
        </p:nvSpPr>
        <p:spPr/>
        <p:txBody>
          <a:bodyPr/>
          <a:lstStyle/>
          <a:p>
            <a:pPr eaLnBrk="1" hangingPunct="1"/>
            <a:endParaRPr lang="en-US"/>
          </a:p>
        </p:txBody>
      </p:sp>
      <p:pic>
        <p:nvPicPr>
          <p:cNvPr id="13315" name="Content Placeholder 5" descr="Mean_Free_Path_equivalent_collision.jpg">
            <a:extLst>
              <a:ext uri="{FF2B5EF4-FFF2-40B4-BE49-F238E27FC236}">
                <a16:creationId xmlns:a16="http://schemas.microsoft.com/office/drawing/2014/main" id="{86362488-2FF5-9046-02CA-6E0AB52F182D}"/>
              </a:ext>
            </a:extLst>
          </p:cNvPr>
          <p:cNvPicPr>
            <a:picLocks noGrp="1" noChangeAspect="1"/>
          </p:cNvPicPr>
          <p:nvPr>
            <p:ph idx="1"/>
          </p:nvPr>
        </p:nvPicPr>
        <p:blipFill>
          <a:blip r:embed="rId2" cstate="print"/>
          <a:srcRect/>
          <a:stretch>
            <a:fillRect/>
          </a:stretch>
        </p:blipFill>
        <p:spPr>
          <a:xfrm>
            <a:off x="457200" y="1804988"/>
            <a:ext cx="8229600" cy="4114800"/>
          </a:xfrm>
        </p:spPr>
      </p:pic>
    </p:spTree>
    <p:extLst>
      <p:ext uri="{BB962C8B-B14F-4D97-AF65-F5344CB8AC3E}">
        <p14:creationId xmlns:p14="http://schemas.microsoft.com/office/powerpoint/2010/main" val="4030512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BF0D-572F-BCCC-0B5B-161F1DF3820C}"/>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5C616BCF-57CE-50C6-16E2-8FF058B6D948}"/>
              </a:ext>
            </a:extLst>
          </p:cNvPr>
          <p:cNvSpPr>
            <a:spLocks noGrp="1"/>
          </p:cNvSpPr>
          <p:nvPr>
            <p:ph type="title"/>
          </p:nvPr>
        </p:nvSpPr>
        <p:spPr/>
        <p:txBody>
          <a:bodyPr/>
          <a:lstStyle/>
          <a:p>
            <a:pPr eaLnBrk="1" hangingPunct="1"/>
            <a:endParaRPr lang="en-US"/>
          </a:p>
        </p:txBody>
      </p:sp>
      <p:pic>
        <p:nvPicPr>
          <p:cNvPr id="14339" name="Content Placeholder 5" descr="mean free path.jpg">
            <a:extLst>
              <a:ext uri="{FF2B5EF4-FFF2-40B4-BE49-F238E27FC236}">
                <a16:creationId xmlns:a16="http://schemas.microsoft.com/office/drawing/2014/main" id="{392734CE-D0CF-B9D4-60DB-D6258FE279BD}"/>
              </a:ext>
            </a:extLst>
          </p:cNvPr>
          <p:cNvPicPr>
            <a:picLocks noGrp="1" noChangeAspect="1"/>
          </p:cNvPicPr>
          <p:nvPr>
            <p:ph idx="1"/>
          </p:nvPr>
        </p:nvPicPr>
        <p:blipFill>
          <a:blip r:embed="rId2" cstate="print"/>
          <a:srcRect/>
          <a:stretch>
            <a:fillRect/>
          </a:stretch>
        </p:blipFill>
        <p:spPr>
          <a:xfrm>
            <a:off x="762000" y="1957388"/>
            <a:ext cx="7620000" cy="3810000"/>
          </a:xfrm>
        </p:spPr>
      </p:pic>
    </p:spTree>
    <p:extLst>
      <p:ext uri="{BB962C8B-B14F-4D97-AF65-F5344CB8AC3E}">
        <p14:creationId xmlns:p14="http://schemas.microsoft.com/office/powerpoint/2010/main" val="25872642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Slide Number Placeholder 5"/>
          <p:cNvSpPr>
            <a:spLocks noGrp="1"/>
          </p:cNvSpPr>
          <p:nvPr>
            <p:ph type="sldNum" sz="quarter" idx="12"/>
          </p:nvPr>
        </p:nvSpPr>
        <p:spPr>
          <a:noFill/>
        </p:spPr>
        <p:txBody>
          <a:bodyPr/>
          <a:lstStyle/>
          <a:p>
            <a:fld id="{AF8A1169-9EBA-46E2-9B98-508A50930152}" type="slidenum">
              <a:rPr lang="en-US" smtClean="0"/>
              <a:pPr/>
              <a:t>98</a:t>
            </a:fld>
            <a:endParaRPr lang="en-US"/>
          </a:p>
        </p:txBody>
      </p:sp>
      <p:sp>
        <p:nvSpPr>
          <p:cNvPr id="13319" name="Rectangle 2"/>
          <p:cNvSpPr>
            <a:spLocks noGrp="1" noChangeArrowheads="1"/>
          </p:cNvSpPr>
          <p:nvPr>
            <p:ph type="title"/>
          </p:nvPr>
        </p:nvSpPr>
        <p:spPr/>
        <p:txBody>
          <a:bodyPr/>
          <a:lstStyle/>
          <a:p>
            <a:pPr eaLnBrk="1" hangingPunct="1"/>
            <a:r>
              <a:rPr lang="en-US" dirty="0"/>
              <a:t>Question 123.15.1</a:t>
            </a:r>
          </a:p>
        </p:txBody>
      </p:sp>
      <p:sp>
        <p:nvSpPr>
          <p:cNvPr id="13320" name="Rectangle 3"/>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87572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itle 1"/>
          <p:cNvSpPr>
            <a:spLocks noGrp="1"/>
          </p:cNvSpPr>
          <p:nvPr>
            <p:ph type="title"/>
          </p:nvPr>
        </p:nvSpPr>
        <p:spPr/>
        <p:txBody>
          <a:bodyPr/>
          <a:lstStyle/>
          <a:p>
            <a:r>
              <a:rPr lang="en-US" dirty="0"/>
              <a:t>Question 123.15.2</a:t>
            </a:r>
          </a:p>
        </p:txBody>
      </p:sp>
      <p:sp>
        <p:nvSpPr>
          <p:cNvPr id="193539" name="Content Placeholder 2"/>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p:cNvSpPr>
            <a:spLocks noGrp="1"/>
          </p:cNvSpPr>
          <p:nvPr>
            <p:ph type="sldNum" sz="quarter" idx="12"/>
          </p:nvPr>
        </p:nvSpPr>
        <p:spPr>
          <a:noFill/>
        </p:spPr>
        <p:txBody>
          <a:bodyPr/>
          <a:lstStyle/>
          <a:p>
            <a:fld id="{44AF3AA2-562C-4E7D-A401-97604B9354FA}" type="slidenum">
              <a:rPr lang="en-US" smtClean="0"/>
              <a:pPr/>
              <a:t>99</a:t>
            </a:fld>
            <a:endParaRPr lang="en-US"/>
          </a:p>
        </p:txBody>
      </p:sp>
    </p:spTree>
    <p:extLst>
      <p:ext uri="{BB962C8B-B14F-4D97-AF65-F5344CB8AC3E}">
        <p14:creationId xmlns:p14="http://schemas.microsoft.com/office/powerpoint/2010/main" val="27396472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Number Placeholder 5"/>
          <p:cNvSpPr>
            <a:spLocks noGrp="1"/>
          </p:cNvSpPr>
          <p:nvPr>
            <p:ph type="sldNum" sz="quarter" idx="12"/>
          </p:nvPr>
        </p:nvSpPr>
        <p:spPr>
          <a:noFill/>
        </p:spPr>
        <p:txBody>
          <a:bodyPr/>
          <a:lstStyle/>
          <a:p>
            <a:fld id="{99587A51-97ED-46F4-8A20-2B1A2605E50B}" type="slidenum">
              <a:rPr lang="en-US" smtClean="0"/>
              <a:pPr/>
              <a:t>100</a:t>
            </a:fld>
            <a:endParaRPr lang="en-US"/>
          </a:p>
        </p:txBody>
      </p:sp>
      <p:sp>
        <p:nvSpPr>
          <p:cNvPr id="194563" name="Rectangle 2"/>
          <p:cNvSpPr>
            <a:spLocks noGrp="1" noChangeArrowheads="1"/>
          </p:cNvSpPr>
          <p:nvPr>
            <p:ph type="title"/>
          </p:nvPr>
        </p:nvSpPr>
        <p:spPr/>
        <p:txBody>
          <a:bodyPr/>
          <a:lstStyle/>
          <a:p>
            <a:pPr eaLnBrk="1" hangingPunct="1"/>
            <a:r>
              <a:rPr lang="en-US" dirty="0"/>
              <a:t>Question 123.15.3</a:t>
            </a:r>
          </a:p>
        </p:txBody>
      </p:sp>
      <p:sp>
        <p:nvSpPr>
          <p:cNvPr id="194564" name="Rectangle 3"/>
          <p:cNvSpPr>
            <a:spLocks noGrp="1" noChangeArrowheads="1"/>
          </p:cNvSpPr>
          <p:nvPr>
            <p:ph type="body" idx="1"/>
          </p:nvPr>
        </p:nvSpPr>
        <p:spPr/>
        <p:txBody>
          <a:bodyPr/>
          <a:lstStyle/>
          <a:p>
            <a:pPr marL="609600" indent="-609600" eaLnBrk="1" hangingPunct="1">
              <a:lnSpc>
                <a:spcPct val="90000"/>
              </a:lnSpc>
              <a:buFontTx/>
              <a:buNone/>
            </a:pPr>
            <a:r>
              <a:rPr lang="en-US" sz="2800"/>
              <a:t>Two containers hold an ideal gas at the same temperature and pressure. Both containers hold the same type of gas but container B has twice the volume of container A. The average translational kinetic energy per molecule in container B is</a:t>
            </a:r>
          </a:p>
          <a:p>
            <a:pPr marL="609600" indent="-609600" eaLnBrk="1" hangingPunct="1">
              <a:lnSpc>
                <a:spcPct val="90000"/>
              </a:lnSpc>
              <a:buFontTx/>
              <a:buAutoNum type="alphaLcParenR"/>
            </a:pPr>
            <a:r>
              <a:rPr lang="en-US" sz="2800"/>
              <a:t>Twice that for container A</a:t>
            </a:r>
          </a:p>
          <a:p>
            <a:pPr marL="609600" indent="-609600" eaLnBrk="1" hangingPunct="1">
              <a:lnSpc>
                <a:spcPct val="90000"/>
              </a:lnSpc>
              <a:buFontTx/>
              <a:buAutoNum type="alphaLcParenR"/>
            </a:pPr>
            <a:r>
              <a:rPr lang="en-US" sz="2800"/>
              <a:t>The same as that for container A</a:t>
            </a:r>
          </a:p>
          <a:p>
            <a:pPr marL="609600" indent="-609600" eaLnBrk="1" hangingPunct="1">
              <a:lnSpc>
                <a:spcPct val="90000"/>
              </a:lnSpc>
              <a:buFontTx/>
              <a:buAutoNum type="alphaLcParenR"/>
            </a:pPr>
            <a:r>
              <a:rPr lang="en-US" sz="2800"/>
              <a:t>Half that of container A</a:t>
            </a:r>
          </a:p>
          <a:p>
            <a:pPr marL="609600" indent="-609600" eaLnBrk="1" hangingPunct="1">
              <a:lnSpc>
                <a:spcPct val="90000"/>
              </a:lnSpc>
              <a:buFontTx/>
              <a:buAutoNum type="alphaLcParenR"/>
            </a:pPr>
            <a:r>
              <a:rPr lang="en-US" sz="2800"/>
              <a:t>Can’ Tell</a:t>
            </a:r>
          </a:p>
        </p:txBody>
      </p:sp>
    </p:spTree>
    <p:extLst>
      <p:ext uri="{BB962C8B-B14F-4D97-AF65-F5344CB8AC3E}">
        <p14:creationId xmlns:p14="http://schemas.microsoft.com/office/powerpoint/2010/main" val="12153612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itle 1"/>
          <p:cNvSpPr>
            <a:spLocks noGrp="1"/>
          </p:cNvSpPr>
          <p:nvPr>
            <p:ph type="title"/>
          </p:nvPr>
        </p:nvSpPr>
        <p:spPr/>
        <p:txBody>
          <a:bodyPr/>
          <a:lstStyle/>
          <a:p>
            <a:r>
              <a:rPr lang="en-US" dirty="0"/>
              <a:t>Question 123.15.4</a:t>
            </a:r>
          </a:p>
        </p:txBody>
      </p:sp>
      <p:sp>
        <p:nvSpPr>
          <p:cNvPr id="195587" name="Content Placeholder 2"/>
          <p:cNvSpPr>
            <a:spLocks noGrp="1"/>
          </p:cNvSpPr>
          <p:nvPr>
            <p:ph idx="1"/>
          </p:nvPr>
        </p:nvSpPr>
        <p:spPr/>
        <p:txBody>
          <a:bodyPr/>
          <a:lstStyle/>
          <a:p>
            <a:pPr>
              <a:buFontTx/>
              <a:buNone/>
            </a:pPr>
            <a:r>
              <a:rPr lang="en-US"/>
              <a:t>Approximately what is the average velocity of the molecules in this room?</a:t>
            </a:r>
          </a:p>
          <a:p>
            <a:pPr>
              <a:buFontTx/>
              <a:buAutoNum type="alphaLcParenR"/>
            </a:pPr>
            <a:r>
              <a:rPr lang="en-US"/>
              <a:t>478m/s</a:t>
            </a:r>
          </a:p>
          <a:p>
            <a:pPr>
              <a:buFontTx/>
              <a:buAutoNum type="alphaLcParenR"/>
            </a:pPr>
            <a:r>
              <a:rPr lang="en-US"/>
              <a:t>1901m/s</a:t>
            </a:r>
          </a:p>
          <a:p>
            <a:pPr>
              <a:buFontTx/>
              <a:buAutoNum type="alphaLcParenR"/>
            </a:pPr>
            <a:r>
              <a:rPr lang="en-US"/>
              <a:t>101005m/s</a:t>
            </a:r>
          </a:p>
          <a:p>
            <a:pPr>
              <a:buFontTx/>
              <a:buAutoNum type="alphaLcParenR"/>
            </a:pPr>
            <a:r>
              <a:rPr lang="en-US"/>
              <a:t>0m/s</a:t>
            </a:r>
          </a:p>
        </p:txBody>
      </p:sp>
      <p:sp>
        <p:nvSpPr>
          <p:cNvPr id="195588" name="Slide Number Placeholder 3"/>
          <p:cNvSpPr>
            <a:spLocks noGrp="1"/>
          </p:cNvSpPr>
          <p:nvPr>
            <p:ph type="sldNum" sz="quarter" idx="12"/>
          </p:nvPr>
        </p:nvSpPr>
        <p:spPr>
          <a:noFill/>
        </p:spPr>
        <p:txBody>
          <a:bodyPr/>
          <a:lstStyle/>
          <a:p>
            <a:fld id="{657D97E8-0885-427D-90F2-6B75E49ABF8F}" type="slidenum">
              <a:rPr lang="en-US" smtClean="0"/>
              <a:pPr/>
              <a:t>101</a:t>
            </a:fld>
            <a:endParaRPr lang="en-US"/>
          </a:p>
        </p:txBody>
      </p:sp>
    </p:spTree>
    <p:extLst>
      <p:ext uri="{BB962C8B-B14F-4D97-AF65-F5344CB8AC3E}">
        <p14:creationId xmlns:p14="http://schemas.microsoft.com/office/powerpoint/2010/main" val="23126599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Diatomic Molecule</a:t>
            </a:r>
          </a:p>
        </p:txBody>
      </p:sp>
      <p:sp>
        <p:nvSpPr>
          <p:cNvPr id="10243"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14"/>
          <p:cNvGrpSpPr>
            <a:grpSpLocks/>
          </p:cNvGrpSpPr>
          <p:nvPr/>
        </p:nvGrpSpPr>
        <p:grpSpPr bwMode="auto">
          <a:xfrm>
            <a:off x="4652963" y="2003425"/>
            <a:ext cx="3217862" cy="3203575"/>
            <a:chOff x="2620" y="1006"/>
            <a:chExt cx="2027" cy="2018"/>
          </a:xfrm>
        </p:grpSpPr>
        <p:sp>
          <p:nvSpPr>
            <p:cNvPr id="402436" name="Oval 4"/>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2437" name="Oval 5"/>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0247" name="Line 6"/>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0248"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0249"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0250"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0251"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0252" name="Line 8"/>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0253"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z="3200"/>
              <a:t>Rotational Degrees of Freedom</a:t>
            </a:r>
          </a:p>
        </p:txBody>
      </p:sp>
      <p:sp>
        <p:nvSpPr>
          <p:cNvPr id="11267"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20"/>
          <p:cNvGrpSpPr>
            <a:grpSpLocks/>
          </p:cNvGrpSpPr>
          <p:nvPr/>
        </p:nvGrpSpPr>
        <p:grpSpPr bwMode="auto">
          <a:xfrm>
            <a:off x="4652963" y="2003425"/>
            <a:ext cx="3217862" cy="3203575"/>
            <a:chOff x="2931" y="1262"/>
            <a:chExt cx="2027" cy="2018"/>
          </a:xfrm>
        </p:grpSpPr>
        <p:grpSp>
          <p:nvGrpSpPr>
            <p:cNvPr id="3" name="Group 4"/>
            <p:cNvGrpSpPr>
              <a:grpSpLocks/>
            </p:cNvGrpSpPr>
            <p:nvPr/>
          </p:nvGrpSpPr>
          <p:grpSpPr bwMode="auto">
            <a:xfrm>
              <a:off x="2931" y="1262"/>
              <a:ext cx="2027" cy="2018"/>
              <a:chOff x="2620" y="1006"/>
              <a:chExt cx="2027" cy="2018"/>
            </a:xfrm>
          </p:grpSpPr>
          <p:sp>
            <p:nvSpPr>
              <p:cNvPr id="403461" name="Oval 5"/>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3462" name="Oval 6"/>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1275" name="Line 7"/>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1276" name="Line 8"/>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1277" name="Line 9"/>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1278" name="Text Box 10"/>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1279" name="Text Box 11"/>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1280" name="Line 12"/>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1281"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
          <p:nvSpPr>
            <p:cNvPr id="11270" name="Arc 17"/>
            <p:cNvSpPr>
              <a:spLocks/>
            </p:cNvSpPr>
            <p:nvPr/>
          </p:nvSpPr>
          <p:spPr bwMode="auto">
            <a:xfrm>
              <a:off x="3630" y="1622"/>
              <a:ext cx="546" cy="148"/>
            </a:xfrm>
            <a:custGeom>
              <a:avLst/>
              <a:gdLst>
                <a:gd name="T0" fmla="*/ 0 w 39042"/>
                <a:gd name="T1" fmla="*/ 0 h 43200"/>
                <a:gd name="T2" fmla="*/ 0 w 39042"/>
                <a:gd name="T3" fmla="*/ 0 h 43200"/>
                <a:gd name="T4" fmla="*/ 0 w 39042"/>
                <a:gd name="T5" fmla="*/ 0 h 43200"/>
                <a:gd name="T6" fmla="*/ 0 60000 65536"/>
                <a:gd name="T7" fmla="*/ 0 60000 65536"/>
                <a:gd name="T8" fmla="*/ 0 60000 65536"/>
                <a:gd name="T9" fmla="*/ 0 w 39042"/>
                <a:gd name="T10" fmla="*/ 0 h 43200"/>
                <a:gd name="T11" fmla="*/ 39042 w 39042"/>
                <a:gd name="T12" fmla="*/ 43200 h 43200"/>
              </a:gdLst>
              <a:ahLst/>
              <a:cxnLst>
                <a:cxn ang="T6">
                  <a:pos x="T0" y="T1"/>
                </a:cxn>
                <a:cxn ang="T7">
                  <a:pos x="T2" y="T3"/>
                </a:cxn>
                <a:cxn ang="T8">
                  <a:pos x="T4" y="T5"/>
                </a:cxn>
              </a:cxnLst>
              <a:rect l="T9" t="T10" r="T11" b="T12"/>
              <a:pathLst>
                <a:path w="39042" h="43200" fill="none"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path>
                <a:path w="39042" h="43200" stroke="0"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1" name="Arc 18"/>
            <p:cNvSpPr>
              <a:spLocks/>
            </p:cNvSpPr>
            <p:nvPr/>
          </p:nvSpPr>
          <p:spPr bwMode="auto">
            <a:xfrm rot="4855948">
              <a:off x="3082" y="2812"/>
              <a:ext cx="300" cy="129"/>
            </a:xfrm>
            <a:custGeom>
              <a:avLst/>
              <a:gdLst>
                <a:gd name="T0" fmla="*/ 0 w 43200"/>
                <a:gd name="T1" fmla="*/ 0 h 43056"/>
                <a:gd name="T2" fmla="*/ 0 w 43200"/>
                <a:gd name="T3" fmla="*/ 0 h 43056"/>
                <a:gd name="T4" fmla="*/ 0 w 43200"/>
                <a:gd name="T5" fmla="*/ 0 h 43056"/>
                <a:gd name="T6" fmla="*/ 0 60000 65536"/>
                <a:gd name="T7" fmla="*/ 0 60000 65536"/>
                <a:gd name="T8" fmla="*/ 0 60000 65536"/>
                <a:gd name="T9" fmla="*/ 0 w 43200"/>
                <a:gd name="T10" fmla="*/ 0 h 43056"/>
                <a:gd name="T11" fmla="*/ 43200 w 43200"/>
                <a:gd name="T12" fmla="*/ 43056 h 43056"/>
              </a:gdLst>
              <a:ahLst/>
              <a:cxnLst>
                <a:cxn ang="T6">
                  <a:pos x="T0" y="T1"/>
                </a:cxn>
                <a:cxn ang="T7">
                  <a:pos x="T2" y="T3"/>
                </a:cxn>
                <a:cxn ang="T8">
                  <a:pos x="T4" y="T5"/>
                </a:cxn>
              </a:cxnLst>
              <a:rect l="T9" t="T10" r="T11" b="T12"/>
              <a:pathLst>
                <a:path w="43200" h="43056" fill="none"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path>
                <a:path w="43200" h="43056" stroke="0"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2" name="Arc 19"/>
            <p:cNvSpPr>
              <a:spLocks/>
            </p:cNvSpPr>
            <p:nvPr/>
          </p:nvSpPr>
          <p:spPr bwMode="auto">
            <a:xfrm rot="5277946">
              <a:off x="4529" y="2815"/>
              <a:ext cx="368" cy="180"/>
            </a:xfrm>
            <a:custGeom>
              <a:avLst/>
              <a:gdLst>
                <a:gd name="T0" fmla="*/ 0 w 43200"/>
                <a:gd name="T1" fmla="*/ 0 h 42667"/>
                <a:gd name="T2" fmla="*/ 0 w 43200"/>
                <a:gd name="T3" fmla="*/ 0 h 42667"/>
                <a:gd name="T4" fmla="*/ 0 w 43200"/>
                <a:gd name="T5" fmla="*/ 0 h 42667"/>
                <a:gd name="T6" fmla="*/ 0 60000 65536"/>
                <a:gd name="T7" fmla="*/ 0 60000 65536"/>
                <a:gd name="T8" fmla="*/ 0 60000 65536"/>
                <a:gd name="T9" fmla="*/ 0 w 43200"/>
                <a:gd name="T10" fmla="*/ 0 h 42667"/>
                <a:gd name="T11" fmla="*/ 43200 w 43200"/>
                <a:gd name="T12" fmla="*/ 42667 h 42667"/>
              </a:gdLst>
              <a:ahLst/>
              <a:cxnLst>
                <a:cxn ang="T6">
                  <a:pos x="T0" y="T1"/>
                </a:cxn>
                <a:cxn ang="T7">
                  <a:pos x="T2" y="T3"/>
                </a:cxn>
                <a:cxn ang="T8">
                  <a:pos x="T4" y="T5"/>
                </a:cxn>
              </a:cxnLst>
              <a:rect l="T9" t="T10" r="T11" b="T12"/>
              <a:pathLst>
                <a:path w="43200" h="42667" fill="none"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path>
                <a:path w="43200" h="42667" stroke="0"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lnTo>
                    <a:pt x="21600" y="21600"/>
                  </a:lnTo>
                  <a:close/>
                </a:path>
              </a:pathLst>
            </a:custGeom>
            <a:noFill/>
            <a:ln w="9525">
              <a:solidFill>
                <a:schemeClr val="tx1"/>
              </a:solidFill>
              <a:round/>
              <a:headEnd/>
              <a:tailEnd type="triangle" w="med" len="med"/>
            </a:ln>
          </p:spPr>
          <p:txBody>
            <a:bodyPr wrap="none" anchor="ctr"/>
            <a:lstStyle/>
            <a:p>
              <a:endParaRPr lang="en-US"/>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3200"/>
              <a:t>Vibrational Degrees of Freedom</a:t>
            </a:r>
          </a:p>
        </p:txBody>
      </p:sp>
      <p:sp>
        <p:nvSpPr>
          <p:cNvPr id="12291" name="Rectangle 3"/>
          <p:cNvSpPr>
            <a:spLocks noGrp="1" noChangeArrowheads="1"/>
          </p:cNvSpPr>
          <p:nvPr>
            <p:ph type="body" idx="1"/>
          </p:nvPr>
        </p:nvSpPr>
        <p:spPr>
          <a:xfrm>
            <a:off x="457200" y="1600200"/>
            <a:ext cx="2743200" cy="4525963"/>
          </a:xfrm>
        </p:spPr>
        <p:txBody>
          <a:bodyPr/>
          <a:lstStyle/>
          <a:p>
            <a:pPr eaLnBrk="1" hangingPunct="1"/>
            <a:endParaRPr lang="en-US"/>
          </a:p>
        </p:txBody>
      </p:sp>
      <p:grpSp>
        <p:nvGrpSpPr>
          <p:cNvPr id="2" name="Group 48"/>
          <p:cNvGrpSpPr>
            <a:grpSpLocks/>
          </p:cNvGrpSpPr>
          <p:nvPr/>
        </p:nvGrpSpPr>
        <p:grpSpPr bwMode="auto">
          <a:xfrm>
            <a:off x="4652963" y="2003425"/>
            <a:ext cx="3217862" cy="3203575"/>
            <a:chOff x="2931" y="1262"/>
            <a:chExt cx="2027" cy="2018"/>
          </a:xfrm>
        </p:grpSpPr>
        <p:grpSp>
          <p:nvGrpSpPr>
            <p:cNvPr id="3" name="Group 5"/>
            <p:cNvGrpSpPr>
              <a:grpSpLocks/>
            </p:cNvGrpSpPr>
            <p:nvPr/>
          </p:nvGrpSpPr>
          <p:grpSpPr bwMode="auto">
            <a:xfrm>
              <a:off x="2931" y="1262"/>
              <a:ext cx="2027" cy="2018"/>
              <a:chOff x="2620" y="1006"/>
              <a:chExt cx="2027" cy="2018"/>
            </a:xfrm>
          </p:grpSpPr>
          <p:sp>
            <p:nvSpPr>
              <p:cNvPr id="406534" name="Oval 6"/>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6535" name="Oval 7"/>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2321" name="Line 8"/>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2322"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2323"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2324"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2325"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2326" name="Line 13"/>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2327" name="Text Box 14"/>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grpSp>
          <p:nvGrpSpPr>
            <p:cNvPr id="4" name="Group 19"/>
            <p:cNvGrpSpPr>
              <a:grpSpLocks/>
            </p:cNvGrpSpPr>
            <p:nvPr/>
          </p:nvGrpSpPr>
          <p:grpSpPr bwMode="auto">
            <a:xfrm rot="1747726">
              <a:off x="3521" y="2364"/>
              <a:ext cx="664" cy="94"/>
              <a:chOff x="2248" y="1248"/>
              <a:chExt cx="648" cy="128"/>
            </a:xfrm>
          </p:grpSpPr>
          <p:grpSp>
            <p:nvGrpSpPr>
              <p:cNvPr id="5" name="Group 20"/>
              <p:cNvGrpSpPr>
                <a:grpSpLocks/>
              </p:cNvGrpSpPr>
              <p:nvPr/>
            </p:nvGrpSpPr>
            <p:grpSpPr bwMode="auto">
              <a:xfrm>
                <a:off x="2814" y="1248"/>
                <a:ext cx="82" cy="128"/>
                <a:chOff x="704" y="1880"/>
                <a:chExt cx="136" cy="128"/>
              </a:xfrm>
            </p:grpSpPr>
            <p:sp>
              <p:nvSpPr>
                <p:cNvPr id="12317" name="Line 2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8" name="Line 2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3"/>
              <p:cNvGrpSpPr>
                <a:grpSpLocks/>
              </p:cNvGrpSpPr>
              <p:nvPr/>
            </p:nvGrpSpPr>
            <p:grpSpPr bwMode="auto">
              <a:xfrm>
                <a:off x="2727" y="1248"/>
                <a:ext cx="82" cy="128"/>
                <a:chOff x="704" y="1880"/>
                <a:chExt cx="136" cy="128"/>
              </a:xfrm>
            </p:grpSpPr>
            <p:sp>
              <p:nvSpPr>
                <p:cNvPr id="12315" name="Line 2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6" name="Line 2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6"/>
              <p:cNvGrpSpPr>
                <a:grpSpLocks/>
              </p:cNvGrpSpPr>
              <p:nvPr/>
            </p:nvGrpSpPr>
            <p:grpSpPr bwMode="auto">
              <a:xfrm>
                <a:off x="2649" y="1248"/>
                <a:ext cx="83" cy="128"/>
                <a:chOff x="704" y="1880"/>
                <a:chExt cx="136" cy="128"/>
              </a:xfrm>
            </p:grpSpPr>
            <p:sp>
              <p:nvSpPr>
                <p:cNvPr id="12313" name="Line 2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4" name="Line 2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9"/>
              <p:cNvGrpSpPr>
                <a:grpSpLocks/>
              </p:cNvGrpSpPr>
              <p:nvPr/>
            </p:nvGrpSpPr>
            <p:grpSpPr bwMode="auto">
              <a:xfrm>
                <a:off x="2567" y="1248"/>
                <a:ext cx="82" cy="128"/>
                <a:chOff x="704" y="1880"/>
                <a:chExt cx="136" cy="128"/>
              </a:xfrm>
            </p:grpSpPr>
            <p:sp>
              <p:nvSpPr>
                <p:cNvPr id="12311" name="Line 3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2" name="Line 3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2"/>
              <p:cNvGrpSpPr>
                <a:grpSpLocks/>
              </p:cNvGrpSpPr>
              <p:nvPr/>
            </p:nvGrpSpPr>
            <p:grpSpPr bwMode="auto">
              <a:xfrm>
                <a:off x="2490" y="1248"/>
                <a:ext cx="82" cy="128"/>
                <a:chOff x="704" y="1880"/>
                <a:chExt cx="136" cy="128"/>
              </a:xfrm>
            </p:grpSpPr>
            <p:sp>
              <p:nvSpPr>
                <p:cNvPr id="12309" name="Line 3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0" name="Line 3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5"/>
              <p:cNvGrpSpPr>
                <a:grpSpLocks/>
              </p:cNvGrpSpPr>
              <p:nvPr/>
            </p:nvGrpSpPr>
            <p:grpSpPr bwMode="auto">
              <a:xfrm>
                <a:off x="2408" y="1248"/>
                <a:ext cx="82" cy="128"/>
                <a:chOff x="704" y="1880"/>
                <a:chExt cx="136" cy="128"/>
              </a:xfrm>
            </p:grpSpPr>
            <p:sp>
              <p:nvSpPr>
                <p:cNvPr id="12307" name="Line 3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8" name="Line 3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8"/>
              <p:cNvGrpSpPr>
                <a:grpSpLocks/>
              </p:cNvGrpSpPr>
              <p:nvPr/>
            </p:nvGrpSpPr>
            <p:grpSpPr bwMode="auto">
              <a:xfrm>
                <a:off x="2330" y="1248"/>
                <a:ext cx="82" cy="128"/>
                <a:chOff x="704" y="1880"/>
                <a:chExt cx="136" cy="128"/>
              </a:xfrm>
            </p:grpSpPr>
            <p:sp>
              <p:nvSpPr>
                <p:cNvPr id="12305" name="Line 3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6" name="Line 4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2" name="Group 41"/>
              <p:cNvGrpSpPr>
                <a:grpSpLocks/>
              </p:cNvGrpSpPr>
              <p:nvPr/>
            </p:nvGrpSpPr>
            <p:grpSpPr bwMode="auto">
              <a:xfrm>
                <a:off x="2248" y="1248"/>
                <a:ext cx="82" cy="128"/>
                <a:chOff x="704" y="1880"/>
                <a:chExt cx="136" cy="128"/>
              </a:xfrm>
            </p:grpSpPr>
            <p:sp>
              <p:nvSpPr>
                <p:cNvPr id="12303" name="Line 4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4" name="Line 4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C</a:t>
            </a:r>
            <a:r>
              <a:rPr lang="en-US" baseline="-25000"/>
              <a:t>v</a:t>
            </a:r>
            <a:r>
              <a:rPr lang="en-US"/>
              <a:t> vs Temperature </a:t>
            </a:r>
          </a:p>
        </p:txBody>
      </p:sp>
      <p:sp>
        <p:nvSpPr>
          <p:cNvPr id="1029" name="Rectangle 5"/>
          <p:cNvSpPr>
            <a:spLocks noChangeArrowheads="1"/>
          </p:cNvSpPr>
          <p:nvPr/>
        </p:nvSpPr>
        <p:spPr bwMode="auto">
          <a:xfrm>
            <a:off x="1233488" y="1524000"/>
            <a:ext cx="6734175" cy="4295775"/>
          </a:xfrm>
          <a:prstGeom prst="rect">
            <a:avLst/>
          </a:prstGeom>
          <a:solidFill>
            <a:schemeClr val="bg1"/>
          </a:solidFill>
          <a:ln w="9525" algn="ctr">
            <a:noFill/>
            <a:miter lim="800000"/>
            <a:headEnd/>
            <a:tailEnd/>
          </a:ln>
        </p:spPr>
        <p:txBody>
          <a:bodyPr wrap="none" anchor="ctr"/>
          <a:lstStyle/>
          <a:p>
            <a:endParaRPr lang="en-US"/>
          </a:p>
        </p:txBody>
      </p:sp>
      <p:pic>
        <p:nvPicPr>
          <p:cNvPr id="1030" name="Picture 6"/>
          <p:cNvPicPr>
            <a:picLocks noChangeAspect="1" noChangeArrowheads="1"/>
          </p:cNvPicPr>
          <p:nvPr/>
        </p:nvPicPr>
        <p:blipFill>
          <a:blip r:embed="rId2" cstate="print"/>
          <a:srcRect/>
          <a:stretch>
            <a:fillRect/>
          </a:stretch>
        </p:blipFill>
        <p:spPr bwMode="auto">
          <a:xfrm>
            <a:off x="1623106" y="1404921"/>
            <a:ext cx="5924323" cy="4441389"/>
          </a:xfrm>
          <a:prstGeom prst="rect">
            <a:avLst/>
          </a:prstGeom>
          <a:noFill/>
          <a:ln w="9525" cap="flat" cmpd="sng" algn="ctr">
            <a:noFill/>
            <a:prstDash val="solid"/>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715000" y="0"/>
            <a:ext cx="3429000" cy="1143000"/>
          </a:xfrm>
        </p:spPr>
        <p:txBody>
          <a:bodyPr/>
          <a:lstStyle/>
          <a:p>
            <a:pPr eaLnBrk="1" hangingPunct="1"/>
            <a:r>
              <a:rPr lang="en-US" sz="3200" dirty="0"/>
              <a:t>Energy States of a Diatomic Molecule</a:t>
            </a:r>
          </a:p>
        </p:txBody>
      </p:sp>
      <p:cxnSp>
        <p:nvCxnSpPr>
          <p:cNvPr id="6" name="Straight Connector 5"/>
          <p:cNvCxnSpPr/>
          <p:nvPr/>
        </p:nvCxnSpPr>
        <p:spPr>
          <a:xfrm>
            <a:off x="1638300" y="228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38300" y="2209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38300" y="213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38300" y="2057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38300" y="1828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638300" y="1295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38300" y="121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38300" y="1143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638300" y="914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638300" y="762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38300" y="4876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38300" y="502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638300" y="5181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38300" y="5334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638300" y="5257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638300" y="594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638300" y="609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638300" y="6248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638300" y="6400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638300" y="6324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4419600" y="609600"/>
            <a:ext cx="296118" cy="1752600"/>
            <a:chOff x="3200400" y="1295400"/>
            <a:chExt cx="392906" cy="1600200"/>
          </a:xfrm>
        </p:grpSpPr>
        <p:sp>
          <p:nvSpPr>
            <p:cNvPr id="31" name="Freeform 30"/>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TextBox 33"/>
          <p:cNvSpPr txBox="1"/>
          <p:nvPr/>
        </p:nvSpPr>
        <p:spPr>
          <a:xfrm>
            <a:off x="4780012" y="990600"/>
            <a:ext cx="1163588" cy="923330"/>
          </a:xfrm>
          <a:prstGeom prst="rect">
            <a:avLst/>
          </a:prstGeom>
          <a:noFill/>
        </p:spPr>
        <p:txBody>
          <a:bodyPr wrap="none" rtlCol="0">
            <a:spAutoFit/>
          </a:bodyPr>
          <a:lstStyle/>
          <a:p>
            <a:r>
              <a:rPr lang="en-US" dirty="0"/>
              <a:t>3p</a:t>
            </a:r>
          </a:p>
          <a:p>
            <a:r>
              <a:rPr lang="en-US" dirty="0"/>
              <a:t>Electronic </a:t>
            </a:r>
          </a:p>
          <a:p>
            <a:r>
              <a:rPr lang="en-US" dirty="0"/>
              <a:t>State</a:t>
            </a:r>
          </a:p>
        </p:txBody>
      </p:sp>
      <p:grpSp>
        <p:nvGrpSpPr>
          <p:cNvPr id="35" name="Group 34"/>
          <p:cNvGrpSpPr/>
          <p:nvPr/>
        </p:nvGrpSpPr>
        <p:grpSpPr>
          <a:xfrm>
            <a:off x="2895600" y="685800"/>
            <a:ext cx="152400" cy="685800"/>
            <a:chOff x="3200400" y="1295400"/>
            <a:chExt cx="392906" cy="1600200"/>
          </a:xfrm>
        </p:grpSpPr>
        <p:sp>
          <p:nvSpPr>
            <p:cNvPr id="36" name="Freeform 35"/>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p:cNvGrpSpPr/>
          <p:nvPr/>
        </p:nvGrpSpPr>
        <p:grpSpPr>
          <a:xfrm>
            <a:off x="2971800" y="1676400"/>
            <a:ext cx="152400" cy="685800"/>
            <a:chOff x="3200400" y="1295400"/>
            <a:chExt cx="392906" cy="1600200"/>
          </a:xfrm>
        </p:grpSpPr>
        <p:sp>
          <p:nvSpPr>
            <p:cNvPr id="39" name="Freeform 38"/>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1" name="TextBox 40"/>
          <p:cNvSpPr txBox="1"/>
          <p:nvPr/>
        </p:nvSpPr>
        <p:spPr>
          <a:xfrm>
            <a:off x="3124200" y="762000"/>
            <a:ext cx="1295400" cy="646331"/>
          </a:xfrm>
          <a:prstGeom prst="rect">
            <a:avLst/>
          </a:prstGeom>
          <a:noFill/>
        </p:spPr>
        <p:txBody>
          <a:bodyPr wrap="square" rtlCol="0">
            <a:spAutoFit/>
          </a:bodyPr>
          <a:lstStyle/>
          <a:p>
            <a:r>
              <a:rPr lang="en-US" dirty="0" err="1"/>
              <a:t>Vibrational</a:t>
            </a:r>
            <a:r>
              <a:rPr lang="en-US" dirty="0"/>
              <a:t> State</a:t>
            </a:r>
          </a:p>
        </p:txBody>
      </p:sp>
      <p:sp>
        <p:nvSpPr>
          <p:cNvPr id="42" name="TextBox 41"/>
          <p:cNvSpPr txBox="1"/>
          <p:nvPr/>
        </p:nvSpPr>
        <p:spPr>
          <a:xfrm>
            <a:off x="3200400" y="1715869"/>
            <a:ext cx="1295400" cy="646331"/>
          </a:xfrm>
          <a:prstGeom prst="rect">
            <a:avLst/>
          </a:prstGeom>
          <a:noFill/>
        </p:spPr>
        <p:txBody>
          <a:bodyPr wrap="square" rtlCol="0">
            <a:spAutoFit/>
          </a:bodyPr>
          <a:lstStyle/>
          <a:p>
            <a:r>
              <a:rPr lang="en-US" dirty="0" err="1"/>
              <a:t>Roptational</a:t>
            </a:r>
            <a:r>
              <a:rPr lang="en-US" dirty="0"/>
              <a:t> State</a:t>
            </a:r>
          </a:p>
        </p:txBody>
      </p:sp>
      <p:grpSp>
        <p:nvGrpSpPr>
          <p:cNvPr id="43" name="Group 42"/>
          <p:cNvGrpSpPr/>
          <p:nvPr/>
        </p:nvGrpSpPr>
        <p:grpSpPr>
          <a:xfrm>
            <a:off x="4419600" y="4648200"/>
            <a:ext cx="296118" cy="1752600"/>
            <a:chOff x="3200400" y="1295400"/>
            <a:chExt cx="392906" cy="1600200"/>
          </a:xfrm>
        </p:grpSpPr>
        <p:sp>
          <p:nvSpPr>
            <p:cNvPr id="44" name="Freeform 43"/>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p:cNvSpPr txBox="1"/>
          <p:nvPr/>
        </p:nvSpPr>
        <p:spPr>
          <a:xfrm>
            <a:off x="4703812" y="5029200"/>
            <a:ext cx="1163588" cy="923330"/>
          </a:xfrm>
          <a:prstGeom prst="rect">
            <a:avLst/>
          </a:prstGeom>
          <a:noFill/>
        </p:spPr>
        <p:txBody>
          <a:bodyPr wrap="none" rtlCol="0">
            <a:spAutoFit/>
          </a:bodyPr>
          <a:lstStyle/>
          <a:p>
            <a:r>
              <a:rPr lang="en-US" dirty="0"/>
              <a:t>2s</a:t>
            </a:r>
          </a:p>
          <a:p>
            <a:r>
              <a:rPr lang="en-US" dirty="0"/>
              <a:t>Electronic </a:t>
            </a:r>
          </a:p>
          <a:p>
            <a:r>
              <a:rPr lang="en-US" dirty="0"/>
              <a:t>State</a:t>
            </a:r>
          </a:p>
        </p:txBody>
      </p:sp>
      <p:cxnSp>
        <p:nvCxnSpPr>
          <p:cNvPr id="49" name="Straight Arrow Connector 48"/>
          <p:cNvCxnSpPr/>
          <p:nvPr/>
        </p:nvCxnSpPr>
        <p:spPr>
          <a:xfrm flipV="1">
            <a:off x="1143000" y="2362200"/>
            <a:ext cx="0" cy="1981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219200" y="152400"/>
            <a:ext cx="2344873" cy="369332"/>
          </a:xfrm>
          <a:prstGeom prst="rect">
            <a:avLst/>
          </a:prstGeom>
          <a:noFill/>
        </p:spPr>
        <p:txBody>
          <a:bodyPr wrap="none" rtlCol="0">
            <a:spAutoFit/>
          </a:bodyPr>
          <a:lstStyle/>
          <a:p>
            <a:r>
              <a:rPr lang="en-US" dirty="0"/>
              <a:t>Available Energy States</a:t>
            </a:r>
          </a:p>
        </p:txBody>
      </p:sp>
      <p:sp>
        <p:nvSpPr>
          <p:cNvPr id="51" name="TextBox 50"/>
          <p:cNvSpPr txBox="1"/>
          <p:nvPr/>
        </p:nvSpPr>
        <p:spPr>
          <a:xfrm>
            <a:off x="0" y="2819400"/>
            <a:ext cx="1142999" cy="646331"/>
          </a:xfrm>
          <a:prstGeom prst="rect">
            <a:avLst/>
          </a:prstGeom>
          <a:noFill/>
        </p:spPr>
        <p:txBody>
          <a:bodyPr wrap="square" rtlCol="0">
            <a:spAutoFit/>
          </a:bodyPr>
          <a:lstStyle/>
          <a:p>
            <a:pPr algn="r"/>
            <a:r>
              <a:rPr lang="en-US" dirty="0">
                <a:solidFill>
                  <a:srgbClr val="FF0000"/>
                </a:solidFill>
              </a:rPr>
              <a:t>Increasing Energy</a:t>
            </a:r>
          </a:p>
        </p:txBody>
      </p:sp>
      <p:cxnSp>
        <p:nvCxnSpPr>
          <p:cNvPr id="53" name="Straight Arrow Connector 52"/>
          <p:cNvCxnSpPr/>
          <p:nvPr/>
        </p:nvCxnSpPr>
        <p:spPr>
          <a:xfrm>
            <a:off x="1828800" y="914400"/>
            <a:ext cx="0" cy="914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905000" y="914400"/>
            <a:ext cx="0" cy="11430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2514600" y="2057400"/>
            <a:ext cx="0" cy="2819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2438400" y="20574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286000" y="2133600"/>
            <a:ext cx="0" cy="28956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2209800" y="21336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2057400" y="22098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981200" y="22098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1752600" y="22860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429000" y="3276600"/>
            <a:ext cx="2148345" cy="307777"/>
          </a:xfrm>
          <a:prstGeom prst="rect">
            <a:avLst/>
          </a:prstGeom>
          <a:noFill/>
        </p:spPr>
        <p:txBody>
          <a:bodyPr wrap="none" rtlCol="0">
            <a:spAutoFit/>
          </a:bodyPr>
          <a:lstStyle/>
          <a:p>
            <a:r>
              <a:rPr lang="en-US" sz="1400" dirty="0"/>
              <a:t>Possible Energy Transitions</a:t>
            </a:r>
          </a:p>
        </p:txBody>
      </p:sp>
      <p:sp>
        <p:nvSpPr>
          <p:cNvPr id="74" name="Freeform 73"/>
          <p:cNvSpPr/>
          <p:nvPr/>
        </p:nvSpPr>
        <p:spPr>
          <a:xfrm>
            <a:off x="2088106" y="1501254"/>
            <a:ext cx="1340893" cy="1851546"/>
          </a:xfrm>
          <a:custGeom>
            <a:avLst/>
            <a:gdLst>
              <a:gd name="connsiteX0" fmla="*/ 1173708 w 1173708"/>
              <a:gd name="connsiteY0" fmla="*/ 1705970 h 1705970"/>
              <a:gd name="connsiteX1" fmla="*/ 709684 w 1173708"/>
              <a:gd name="connsiteY1" fmla="*/ 1078173 h 1705970"/>
              <a:gd name="connsiteX2" fmla="*/ 832514 w 1173708"/>
              <a:gd name="connsiteY2" fmla="*/ 1105468 h 1705970"/>
              <a:gd name="connsiteX3" fmla="*/ 0 w 1173708"/>
              <a:gd name="connsiteY3" fmla="*/ 0 h 1705970"/>
            </a:gdLst>
            <a:ahLst/>
            <a:cxnLst>
              <a:cxn ang="0">
                <a:pos x="connsiteX0" y="connsiteY0"/>
              </a:cxn>
              <a:cxn ang="0">
                <a:pos x="connsiteX1" y="connsiteY1"/>
              </a:cxn>
              <a:cxn ang="0">
                <a:pos x="connsiteX2" y="connsiteY2"/>
              </a:cxn>
              <a:cxn ang="0">
                <a:pos x="connsiteX3" y="connsiteY3"/>
              </a:cxn>
            </a:cxnLst>
            <a:rect l="l" t="t" r="r" b="b"/>
            <a:pathLst>
              <a:path w="1173708" h="1705970">
                <a:moveTo>
                  <a:pt x="1173708" y="1705970"/>
                </a:moveTo>
                <a:cubicBezTo>
                  <a:pt x="970129" y="1442113"/>
                  <a:pt x="766550" y="1178257"/>
                  <a:pt x="709684" y="1078173"/>
                </a:cubicBezTo>
                <a:cubicBezTo>
                  <a:pt x="652818" y="978089"/>
                  <a:pt x="950795" y="1285163"/>
                  <a:pt x="832514" y="1105468"/>
                </a:cubicBezTo>
                <a:cubicBezTo>
                  <a:pt x="714233" y="925773"/>
                  <a:pt x="357116" y="462886"/>
                  <a:pt x="0" y="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p:cNvSpPr/>
          <p:nvPr/>
        </p:nvSpPr>
        <p:spPr>
          <a:xfrm>
            <a:off x="2606722" y="3441510"/>
            <a:ext cx="805218" cy="368490"/>
          </a:xfrm>
          <a:custGeom>
            <a:avLst/>
            <a:gdLst>
              <a:gd name="connsiteX0" fmla="*/ 805218 w 805218"/>
              <a:gd name="connsiteY0" fmla="*/ 0 h 368490"/>
              <a:gd name="connsiteX1" fmla="*/ 423081 w 805218"/>
              <a:gd name="connsiteY1" fmla="*/ 232012 h 368490"/>
              <a:gd name="connsiteX2" fmla="*/ 0 w 805218"/>
              <a:gd name="connsiteY2" fmla="*/ 368490 h 368490"/>
            </a:gdLst>
            <a:ahLst/>
            <a:cxnLst>
              <a:cxn ang="0">
                <a:pos x="connsiteX0" y="connsiteY0"/>
              </a:cxn>
              <a:cxn ang="0">
                <a:pos x="connsiteX1" y="connsiteY1"/>
              </a:cxn>
              <a:cxn ang="0">
                <a:pos x="connsiteX2" y="connsiteY2"/>
              </a:cxn>
            </a:cxnLst>
            <a:rect l="l" t="t" r="r" b="b"/>
            <a:pathLst>
              <a:path w="805218" h="368490">
                <a:moveTo>
                  <a:pt x="805218" y="0"/>
                </a:moveTo>
                <a:cubicBezTo>
                  <a:pt x="681251" y="85298"/>
                  <a:pt x="557284" y="170597"/>
                  <a:pt x="423081" y="232012"/>
                </a:cubicBezTo>
                <a:cubicBezTo>
                  <a:pt x="288878" y="293427"/>
                  <a:pt x="81886" y="343469"/>
                  <a:pt x="0" y="36849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Model of a Solid</a:t>
            </a:r>
          </a:p>
        </p:txBody>
      </p:sp>
      <p:sp>
        <p:nvSpPr>
          <p:cNvPr id="14339" name="Rectangle 3"/>
          <p:cNvSpPr>
            <a:spLocks noGrp="1" noChangeArrowheads="1"/>
          </p:cNvSpPr>
          <p:nvPr>
            <p:ph type="body" idx="1"/>
          </p:nvPr>
        </p:nvSpPr>
        <p:spPr>
          <a:xfrm>
            <a:off x="457200" y="1600200"/>
            <a:ext cx="2946400" cy="4525963"/>
          </a:xfrm>
        </p:spPr>
        <p:txBody>
          <a:bodyPr/>
          <a:lstStyle/>
          <a:p>
            <a:pPr eaLnBrk="1" hangingPunct="1"/>
            <a:endParaRPr lang="en-US"/>
          </a:p>
        </p:txBody>
      </p:sp>
      <p:grpSp>
        <p:nvGrpSpPr>
          <p:cNvPr id="2" name="Group 321"/>
          <p:cNvGrpSpPr>
            <a:grpSpLocks/>
          </p:cNvGrpSpPr>
          <p:nvPr/>
        </p:nvGrpSpPr>
        <p:grpSpPr bwMode="auto">
          <a:xfrm>
            <a:off x="4251325" y="1662113"/>
            <a:ext cx="4432300" cy="4443412"/>
            <a:chOff x="2678" y="1047"/>
            <a:chExt cx="2792" cy="2799"/>
          </a:xfrm>
        </p:grpSpPr>
        <p:sp>
          <p:nvSpPr>
            <p:cNvPr id="405509" name="Oval 5"/>
            <p:cNvSpPr>
              <a:spLocks noChangeArrowheads="1"/>
            </p:cNvSpPr>
            <p:nvPr/>
          </p:nvSpPr>
          <p:spPr bwMode="auto">
            <a:xfrm>
              <a:off x="3629" y="2130"/>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10" name="Oval 6"/>
            <p:cNvSpPr>
              <a:spLocks noChangeArrowheads="1"/>
            </p:cNvSpPr>
            <p:nvPr/>
          </p:nvSpPr>
          <p:spPr bwMode="auto">
            <a:xfrm>
              <a:off x="4612" y="267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4343" name="Line 7"/>
            <p:cNvSpPr>
              <a:spLocks noChangeShapeType="1"/>
            </p:cNvSpPr>
            <p:nvPr/>
          </p:nvSpPr>
          <p:spPr bwMode="auto">
            <a:xfrm flipV="1">
              <a:off x="4416" y="1548"/>
              <a:ext cx="0" cy="1125"/>
            </a:xfrm>
            <a:prstGeom prst="line">
              <a:avLst/>
            </a:prstGeom>
            <a:noFill/>
            <a:ln w="9525">
              <a:solidFill>
                <a:schemeClr val="tx1"/>
              </a:solidFill>
              <a:round/>
              <a:headEnd/>
              <a:tailEnd type="arrow" w="lg" len="med"/>
            </a:ln>
          </p:spPr>
          <p:txBody>
            <a:bodyPr wrap="none" anchor="ctr"/>
            <a:lstStyle/>
            <a:p>
              <a:endParaRPr lang="en-US"/>
            </a:p>
          </p:txBody>
        </p:sp>
        <p:sp>
          <p:nvSpPr>
            <p:cNvPr id="14344" name="Line 8"/>
            <p:cNvSpPr>
              <a:spLocks noChangeShapeType="1"/>
            </p:cNvSpPr>
            <p:nvPr/>
          </p:nvSpPr>
          <p:spPr bwMode="auto">
            <a:xfrm>
              <a:off x="5065" y="3026"/>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4345" name="Line 9"/>
            <p:cNvSpPr>
              <a:spLocks noChangeShapeType="1"/>
            </p:cNvSpPr>
            <p:nvPr/>
          </p:nvSpPr>
          <p:spPr bwMode="auto">
            <a:xfrm flipH="1">
              <a:off x="3443" y="2675"/>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4346" name="Text Box 10"/>
            <p:cNvSpPr txBox="1">
              <a:spLocks noChangeArrowheads="1"/>
            </p:cNvSpPr>
            <p:nvPr/>
          </p:nvSpPr>
          <p:spPr bwMode="auto">
            <a:xfrm>
              <a:off x="3434" y="2948"/>
              <a:ext cx="188" cy="231"/>
            </a:xfrm>
            <a:prstGeom prst="rect">
              <a:avLst/>
            </a:prstGeom>
            <a:noFill/>
            <a:ln w="9525" algn="ctr">
              <a:noFill/>
              <a:miter lim="800000"/>
              <a:headEnd/>
              <a:tailEnd/>
            </a:ln>
          </p:spPr>
          <p:txBody>
            <a:bodyPr wrap="none">
              <a:spAutoFit/>
            </a:bodyPr>
            <a:lstStyle/>
            <a:p>
              <a:r>
                <a:rPr lang="en-US"/>
                <a:t>x</a:t>
              </a:r>
            </a:p>
          </p:txBody>
        </p:sp>
        <p:sp>
          <p:nvSpPr>
            <p:cNvPr id="14347" name="Text Box 11"/>
            <p:cNvSpPr txBox="1">
              <a:spLocks noChangeArrowheads="1"/>
            </p:cNvSpPr>
            <p:nvPr/>
          </p:nvSpPr>
          <p:spPr bwMode="auto">
            <a:xfrm>
              <a:off x="5282" y="2811"/>
              <a:ext cx="188" cy="231"/>
            </a:xfrm>
            <a:prstGeom prst="rect">
              <a:avLst/>
            </a:prstGeom>
            <a:noFill/>
            <a:ln w="9525" algn="ctr">
              <a:noFill/>
              <a:miter lim="800000"/>
              <a:headEnd/>
              <a:tailEnd/>
            </a:ln>
          </p:spPr>
          <p:txBody>
            <a:bodyPr wrap="none">
              <a:spAutoFit/>
            </a:bodyPr>
            <a:lstStyle/>
            <a:p>
              <a:r>
                <a:rPr lang="en-US"/>
                <a:t>y</a:t>
              </a:r>
            </a:p>
          </p:txBody>
        </p:sp>
        <p:sp>
          <p:nvSpPr>
            <p:cNvPr id="14348" name="Line 12"/>
            <p:cNvSpPr>
              <a:spLocks noChangeShapeType="1"/>
            </p:cNvSpPr>
            <p:nvPr/>
          </p:nvSpPr>
          <p:spPr bwMode="auto">
            <a:xfrm>
              <a:off x="4051" y="2478"/>
              <a:ext cx="598" cy="320"/>
            </a:xfrm>
            <a:prstGeom prst="line">
              <a:avLst/>
            </a:prstGeom>
            <a:noFill/>
            <a:ln w="9525">
              <a:solidFill>
                <a:schemeClr val="tx1"/>
              </a:solidFill>
              <a:round/>
              <a:headEnd/>
              <a:tailEnd/>
            </a:ln>
          </p:spPr>
          <p:txBody>
            <a:bodyPr wrap="none" anchor="ctr"/>
            <a:lstStyle/>
            <a:p>
              <a:endParaRPr lang="en-US"/>
            </a:p>
          </p:txBody>
        </p:sp>
        <p:sp>
          <p:nvSpPr>
            <p:cNvPr id="14349" name="Text Box 13"/>
            <p:cNvSpPr txBox="1">
              <a:spLocks noChangeArrowheads="1"/>
            </p:cNvSpPr>
            <p:nvPr/>
          </p:nvSpPr>
          <p:spPr bwMode="auto">
            <a:xfrm>
              <a:off x="4217" y="1618"/>
              <a:ext cx="188" cy="231"/>
            </a:xfrm>
            <a:prstGeom prst="rect">
              <a:avLst/>
            </a:prstGeom>
            <a:noFill/>
            <a:ln w="9525" algn="ctr">
              <a:noFill/>
              <a:miter lim="800000"/>
              <a:headEnd/>
              <a:tailEnd/>
            </a:ln>
          </p:spPr>
          <p:txBody>
            <a:bodyPr wrap="none">
              <a:spAutoFit/>
            </a:bodyPr>
            <a:lstStyle/>
            <a:p>
              <a:r>
                <a:rPr lang="en-US"/>
                <a:t>z</a:t>
              </a:r>
            </a:p>
          </p:txBody>
        </p:sp>
        <p:grpSp>
          <p:nvGrpSpPr>
            <p:cNvPr id="3" name="Group 14"/>
            <p:cNvGrpSpPr>
              <a:grpSpLocks/>
            </p:cNvGrpSpPr>
            <p:nvPr/>
          </p:nvGrpSpPr>
          <p:grpSpPr bwMode="auto">
            <a:xfrm rot="1747726">
              <a:off x="4033" y="2574"/>
              <a:ext cx="664" cy="94"/>
              <a:chOff x="2248" y="1248"/>
              <a:chExt cx="648" cy="128"/>
            </a:xfrm>
          </p:grpSpPr>
          <p:grpSp>
            <p:nvGrpSpPr>
              <p:cNvPr id="4" name="Group 15"/>
              <p:cNvGrpSpPr>
                <a:grpSpLocks/>
              </p:cNvGrpSpPr>
              <p:nvPr/>
            </p:nvGrpSpPr>
            <p:grpSpPr bwMode="auto">
              <a:xfrm>
                <a:off x="2814" y="1248"/>
                <a:ext cx="82" cy="128"/>
                <a:chOff x="704" y="1880"/>
                <a:chExt cx="136" cy="128"/>
              </a:xfrm>
            </p:grpSpPr>
            <p:sp>
              <p:nvSpPr>
                <p:cNvPr id="14654" name="Line 1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5" name="Line 1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8"/>
              <p:cNvGrpSpPr>
                <a:grpSpLocks/>
              </p:cNvGrpSpPr>
              <p:nvPr/>
            </p:nvGrpSpPr>
            <p:grpSpPr bwMode="auto">
              <a:xfrm>
                <a:off x="2727" y="1248"/>
                <a:ext cx="82" cy="128"/>
                <a:chOff x="704" y="1880"/>
                <a:chExt cx="136" cy="128"/>
              </a:xfrm>
            </p:grpSpPr>
            <p:sp>
              <p:nvSpPr>
                <p:cNvPr id="14652" name="Line 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3" name="Line 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1"/>
              <p:cNvGrpSpPr>
                <a:grpSpLocks/>
              </p:cNvGrpSpPr>
              <p:nvPr/>
            </p:nvGrpSpPr>
            <p:grpSpPr bwMode="auto">
              <a:xfrm>
                <a:off x="2649" y="1248"/>
                <a:ext cx="83" cy="128"/>
                <a:chOff x="704" y="1880"/>
                <a:chExt cx="136" cy="128"/>
              </a:xfrm>
            </p:grpSpPr>
            <p:sp>
              <p:nvSpPr>
                <p:cNvPr id="14650" name="Line 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1" name="Line 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4"/>
              <p:cNvGrpSpPr>
                <a:grpSpLocks/>
              </p:cNvGrpSpPr>
              <p:nvPr/>
            </p:nvGrpSpPr>
            <p:grpSpPr bwMode="auto">
              <a:xfrm>
                <a:off x="2567" y="1248"/>
                <a:ext cx="82" cy="128"/>
                <a:chOff x="704" y="1880"/>
                <a:chExt cx="136" cy="128"/>
              </a:xfrm>
            </p:grpSpPr>
            <p:sp>
              <p:nvSpPr>
                <p:cNvPr id="14648" name="Line 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9" name="Line 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7"/>
              <p:cNvGrpSpPr>
                <a:grpSpLocks/>
              </p:cNvGrpSpPr>
              <p:nvPr/>
            </p:nvGrpSpPr>
            <p:grpSpPr bwMode="auto">
              <a:xfrm>
                <a:off x="2490" y="1248"/>
                <a:ext cx="82" cy="128"/>
                <a:chOff x="704" y="1880"/>
                <a:chExt cx="136" cy="128"/>
              </a:xfrm>
            </p:grpSpPr>
            <p:sp>
              <p:nvSpPr>
                <p:cNvPr id="14646" name="Line 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7" name="Line 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0"/>
              <p:cNvGrpSpPr>
                <a:grpSpLocks/>
              </p:cNvGrpSpPr>
              <p:nvPr/>
            </p:nvGrpSpPr>
            <p:grpSpPr bwMode="auto">
              <a:xfrm>
                <a:off x="2408" y="1248"/>
                <a:ext cx="82" cy="128"/>
                <a:chOff x="704" y="1880"/>
                <a:chExt cx="136" cy="128"/>
              </a:xfrm>
            </p:grpSpPr>
            <p:sp>
              <p:nvSpPr>
                <p:cNvPr id="14644" name="Line 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5" name="Line 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3"/>
              <p:cNvGrpSpPr>
                <a:grpSpLocks/>
              </p:cNvGrpSpPr>
              <p:nvPr/>
            </p:nvGrpSpPr>
            <p:grpSpPr bwMode="auto">
              <a:xfrm>
                <a:off x="2330" y="1248"/>
                <a:ext cx="82" cy="128"/>
                <a:chOff x="704" y="1880"/>
                <a:chExt cx="136" cy="128"/>
              </a:xfrm>
            </p:grpSpPr>
            <p:sp>
              <p:nvSpPr>
                <p:cNvPr id="14642" name="Line 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3" name="Line 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6"/>
              <p:cNvGrpSpPr>
                <a:grpSpLocks/>
              </p:cNvGrpSpPr>
              <p:nvPr/>
            </p:nvGrpSpPr>
            <p:grpSpPr bwMode="auto">
              <a:xfrm>
                <a:off x="2248" y="1248"/>
                <a:ext cx="82" cy="128"/>
                <a:chOff x="704" y="1880"/>
                <a:chExt cx="136" cy="128"/>
              </a:xfrm>
            </p:grpSpPr>
            <p:sp>
              <p:nvSpPr>
                <p:cNvPr id="14640" name="Line 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1" name="Line 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543" name="Oval 39"/>
            <p:cNvSpPr>
              <a:spLocks noChangeArrowheads="1"/>
            </p:cNvSpPr>
            <p:nvPr/>
          </p:nvSpPr>
          <p:spPr bwMode="auto">
            <a:xfrm>
              <a:off x="3633" y="1047"/>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44" name="Oval 40"/>
            <p:cNvSpPr>
              <a:spLocks noChangeArrowheads="1"/>
            </p:cNvSpPr>
            <p:nvPr/>
          </p:nvSpPr>
          <p:spPr bwMode="auto">
            <a:xfrm>
              <a:off x="2716" y="273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12" name="Group 41"/>
            <p:cNvGrpSpPr>
              <a:grpSpLocks/>
            </p:cNvGrpSpPr>
            <p:nvPr/>
          </p:nvGrpSpPr>
          <p:grpSpPr bwMode="auto">
            <a:xfrm rot="5400000">
              <a:off x="3594" y="1806"/>
              <a:ext cx="600" cy="75"/>
              <a:chOff x="2248" y="1248"/>
              <a:chExt cx="648" cy="128"/>
            </a:xfrm>
          </p:grpSpPr>
          <p:grpSp>
            <p:nvGrpSpPr>
              <p:cNvPr id="13" name="Group 42"/>
              <p:cNvGrpSpPr>
                <a:grpSpLocks/>
              </p:cNvGrpSpPr>
              <p:nvPr/>
            </p:nvGrpSpPr>
            <p:grpSpPr bwMode="auto">
              <a:xfrm>
                <a:off x="2814" y="1248"/>
                <a:ext cx="82" cy="128"/>
                <a:chOff x="704" y="1880"/>
                <a:chExt cx="136" cy="128"/>
              </a:xfrm>
            </p:grpSpPr>
            <p:sp>
              <p:nvSpPr>
                <p:cNvPr id="14630" name="Line 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31" name="Line 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5"/>
              <p:cNvGrpSpPr>
                <a:grpSpLocks/>
              </p:cNvGrpSpPr>
              <p:nvPr/>
            </p:nvGrpSpPr>
            <p:grpSpPr bwMode="auto">
              <a:xfrm>
                <a:off x="2727" y="1248"/>
                <a:ext cx="82" cy="128"/>
                <a:chOff x="704" y="1880"/>
                <a:chExt cx="136" cy="128"/>
              </a:xfrm>
            </p:grpSpPr>
            <p:sp>
              <p:nvSpPr>
                <p:cNvPr id="14628" name="Line 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9" name="Line 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48"/>
              <p:cNvGrpSpPr>
                <a:grpSpLocks/>
              </p:cNvGrpSpPr>
              <p:nvPr/>
            </p:nvGrpSpPr>
            <p:grpSpPr bwMode="auto">
              <a:xfrm>
                <a:off x="2649" y="1248"/>
                <a:ext cx="83" cy="128"/>
                <a:chOff x="704" y="1880"/>
                <a:chExt cx="136" cy="128"/>
              </a:xfrm>
            </p:grpSpPr>
            <p:sp>
              <p:nvSpPr>
                <p:cNvPr id="14626" name="Line 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7" name="Line 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1"/>
              <p:cNvGrpSpPr>
                <a:grpSpLocks/>
              </p:cNvGrpSpPr>
              <p:nvPr/>
            </p:nvGrpSpPr>
            <p:grpSpPr bwMode="auto">
              <a:xfrm>
                <a:off x="2567" y="1248"/>
                <a:ext cx="82" cy="128"/>
                <a:chOff x="704" y="1880"/>
                <a:chExt cx="136" cy="128"/>
              </a:xfrm>
            </p:grpSpPr>
            <p:sp>
              <p:nvSpPr>
                <p:cNvPr id="14624" name="Line 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5" name="Line 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4"/>
              <p:cNvGrpSpPr>
                <a:grpSpLocks/>
              </p:cNvGrpSpPr>
              <p:nvPr/>
            </p:nvGrpSpPr>
            <p:grpSpPr bwMode="auto">
              <a:xfrm>
                <a:off x="2490" y="1248"/>
                <a:ext cx="82" cy="128"/>
                <a:chOff x="704" y="1880"/>
                <a:chExt cx="136" cy="128"/>
              </a:xfrm>
            </p:grpSpPr>
            <p:sp>
              <p:nvSpPr>
                <p:cNvPr id="14622" name="Line 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3" name="Line 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7"/>
              <p:cNvGrpSpPr>
                <a:grpSpLocks/>
              </p:cNvGrpSpPr>
              <p:nvPr/>
            </p:nvGrpSpPr>
            <p:grpSpPr bwMode="auto">
              <a:xfrm>
                <a:off x="2408" y="1248"/>
                <a:ext cx="82" cy="128"/>
                <a:chOff x="704" y="1880"/>
                <a:chExt cx="136" cy="128"/>
              </a:xfrm>
            </p:grpSpPr>
            <p:sp>
              <p:nvSpPr>
                <p:cNvPr id="14620" name="Line 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1" name="Line 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0"/>
              <p:cNvGrpSpPr>
                <a:grpSpLocks/>
              </p:cNvGrpSpPr>
              <p:nvPr/>
            </p:nvGrpSpPr>
            <p:grpSpPr bwMode="auto">
              <a:xfrm>
                <a:off x="2330" y="1248"/>
                <a:ext cx="82" cy="128"/>
                <a:chOff x="704" y="1880"/>
                <a:chExt cx="136" cy="128"/>
              </a:xfrm>
            </p:grpSpPr>
            <p:sp>
              <p:nvSpPr>
                <p:cNvPr id="14618" name="Line 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9" name="Line 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3"/>
              <p:cNvGrpSpPr>
                <a:grpSpLocks/>
              </p:cNvGrpSpPr>
              <p:nvPr/>
            </p:nvGrpSpPr>
            <p:grpSpPr bwMode="auto">
              <a:xfrm>
                <a:off x="2248" y="1248"/>
                <a:ext cx="82" cy="128"/>
                <a:chOff x="704" y="1880"/>
                <a:chExt cx="136" cy="128"/>
              </a:xfrm>
            </p:grpSpPr>
            <p:sp>
              <p:nvSpPr>
                <p:cNvPr id="14616" name="Line 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7" name="Line 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21" name="Group 66"/>
            <p:cNvGrpSpPr>
              <a:grpSpLocks/>
            </p:cNvGrpSpPr>
            <p:nvPr/>
          </p:nvGrpSpPr>
          <p:grpSpPr bwMode="auto">
            <a:xfrm rot="-1831679">
              <a:off x="3096" y="2615"/>
              <a:ext cx="664" cy="94"/>
              <a:chOff x="2248" y="1248"/>
              <a:chExt cx="648" cy="128"/>
            </a:xfrm>
          </p:grpSpPr>
          <p:grpSp>
            <p:nvGrpSpPr>
              <p:cNvPr id="22" name="Group 67"/>
              <p:cNvGrpSpPr>
                <a:grpSpLocks/>
              </p:cNvGrpSpPr>
              <p:nvPr/>
            </p:nvGrpSpPr>
            <p:grpSpPr bwMode="auto">
              <a:xfrm>
                <a:off x="2814" y="1248"/>
                <a:ext cx="82" cy="128"/>
                <a:chOff x="704" y="1880"/>
                <a:chExt cx="136" cy="128"/>
              </a:xfrm>
            </p:grpSpPr>
            <p:sp>
              <p:nvSpPr>
                <p:cNvPr id="14606" name="Line 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7" name="Line 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70"/>
              <p:cNvGrpSpPr>
                <a:grpSpLocks/>
              </p:cNvGrpSpPr>
              <p:nvPr/>
            </p:nvGrpSpPr>
            <p:grpSpPr bwMode="auto">
              <a:xfrm>
                <a:off x="2727" y="1248"/>
                <a:ext cx="82" cy="128"/>
                <a:chOff x="704" y="1880"/>
                <a:chExt cx="136" cy="128"/>
              </a:xfrm>
            </p:grpSpPr>
            <p:sp>
              <p:nvSpPr>
                <p:cNvPr id="14604" name="Line 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5" name="Line 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73"/>
              <p:cNvGrpSpPr>
                <a:grpSpLocks/>
              </p:cNvGrpSpPr>
              <p:nvPr/>
            </p:nvGrpSpPr>
            <p:grpSpPr bwMode="auto">
              <a:xfrm>
                <a:off x="2649" y="1248"/>
                <a:ext cx="83" cy="128"/>
                <a:chOff x="704" y="1880"/>
                <a:chExt cx="136" cy="128"/>
              </a:xfrm>
            </p:grpSpPr>
            <p:sp>
              <p:nvSpPr>
                <p:cNvPr id="14602" name="Line 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3" name="Line 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76"/>
              <p:cNvGrpSpPr>
                <a:grpSpLocks/>
              </p:cNvGrpSpPr>
              <p:nvPr/>
            </p:nvGrpSpPr>
            <p:grpSpPr bwMode="auto">
              <a:xfrm>
                <a:off x="2567" y="1248"/>
                <a:ext cx="82" cy="128"/>
                <a:chOff x="704" y="1880"/>
                <a:chExt cx="136" cy="128"/>
              </a:xfrm>
            </p:grpSpPr>
            <p:sp>
              <p:nvSpPr>
                <p:cNvPr id="14600" name="Line 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1" name="Line 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79"/>
              <p:cNvGrpSpPr>
                <a:grpSpLocks/>
              </p:cNvGrpSpPr>
              <p:nvPr/>
            </p:nvGrpSpPr>
            <p:grpSpPr bwMode="auto">
              <a:xfrm>
                <a:off x="2490" y="1248"/>
                <a:ext cx="82" cy="128"/>
                <a:chOff x="704" y="1880"/>
                <a:chExt cx="136" cy="128"/>
              </a:xfrm>
            </p:grpSpPr>
            <p:sp>
              <p:nvSpPr>
                <p:cNvPr id="14598" name="Line 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9" name="Line 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82"/>
              <p:cNvGrpSpPr>
                <a:grpSpLocks/>
              </p:cNvGrpSpPr>
              <p:nvPr/>
            </p:nvGrpSpPr>
            <p:grpSpPr bwMode="auto">
              <a:xfrm>
                <a:off x="2408" y="1248"/>
                <a:ext cx="82" cy="128"/>
                <a:chOff x="704" y="1880"/>
                <a:chExt cx="136" cy="128"/>
              </a:xfrm>
            </p:grpSpPr>
            <p:sp>
              <p:nvSpPr>
                <p:cNvPr id="14596" name="Line 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7" name="Line 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85"/>
              <p:cNvGrpSpPr>
                <a:grpSpLocks/>
              </p:cNvGrpSpPr>
              <p:nvPr/>
            </p:nvGrpSpPr>
            <p:grpSpPr bwMode="auto">
              <a:xfrm>
                <a:off x="2330" y="1248"/>
                <a:ext cx="82" cy="128"/>
                <a:chOff x="704" y="1880"/>
                <a:chExt cx="136" cy="128"/>
              </a:xfrm>
            </p:grpSpPr>
            <p:sp>
              <p:nvSpPr>
                <p:cNvPr id="14594" name="Line 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5" name="Line 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88"/>
              <p:cNvGrpSpPr>
                <a:grpSpLocks/>
              </p:cNvGrpSpPr>
              <p:nvPr/>
            </p:nvGrpSpPr>
            <p:grpSpPr bwMode="auto">
              <a:xfrm>
                <a:off x="2248" y="1248"/>
                <a:ext cx="82" cy="128"/>
                <a:chOff x="704" y="1880"/>
                <a:chExt cx="136" cy="128"/>
              </a:xfrm>
            </p:grpSpPr>
            <p:sp>
              <p:nvSpPr>
                <p:cNvPr id="14592" name="Line 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3" name="Line 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30" name="Group 91"/>
            <p:cNvGrpSpPr>
              <a:grpSpLocks/>
            </p:cNvGrpSpPr>
            <p:nvPr/>
          </p:nvGrpSpPr>
          <p:grpSpPr bwMode="auto">
            <a:xfrm rot="5400000">
              <a:off x="2639" y="2424"/>
              <a:ext cx="600" cy="75"/>
              <a:chOff x="2248" y="1248"/>
              <a:chExt cx="648" cy="128"/>
            </a:xfrm>
          </p:grpSpPr>
          <p:grpSp>
            <p:nvGrpSpPr>
              <p:cNvPr id="31" name="Group 92"/>
              <p:cNvGrpSpPr>
                <a:grpSpLocks/>
              </p:cNvGrpSpPr>
              <p:nvPr/>
            </p:nvGrpSpPr>
            <p:grpSpPr bwMode="auto">
              <a:xfrm>
                <a:off x="2814" y="1248"/>
                <a:ext cx="82" cy="128"/>
                <a:chOff x="704" y="1880"/>
                <a:chExt cx="136" cy="128"/>
              </a:xfrm>
            </p:grpSpPr>
            <p:sp>
              <p:nvSpPr>
                <p:cNvPr id="14582" name="Line 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3" name="Line 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6" name="Group 95"/>
              <p:cNvGrpSpPr>
                <a:grpSpLocks/>
              </p:cNvGrpSpPr>
              <p:nvPr/>
            </p:nvGrpSpPr>
            <p:grpSpPr bwMode="auto">
              <a:xfrm>
                <a:off x="2727" y="1248"/>
                <a:ext cx="82" cy="128"/>
                <a:chOff x="704" y="1880"/>
                <a:chExt cx="136" cy="128"/>
              </a:xfrm>
            </p:grpSpPr>
            <p:sp>
              <p:nvSpPr>
                <p:cNvPr id="14580" name="Line 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1" name="Line 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7" name="Group 98"/>
              <p:cNvGrpSpPr>
                <a:grpSpLocks/>
              </p:cNvGrpSpPr>
              <p:nvPr/>
            </p:nvGrpSpPr>
            <p:grpSpPr bwMode="auto">
              <a:xfrm>
                <a:off x="2649" y="1248"/>
                <a:ext cx="83" cy="128"/>
                <a:chOff x="704" y="1880"/>
                <a:chExt cx="136" cy="128"/>
              </a:xfrm>
            </p:grpSpPr>
            <p:sp>
              <p:nvSpPr>
                <p:cNvPr id="14578" name="Line 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9" name="Line 1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8" name="Group 101"/>
              <p:cNvGrpSpPr>
                <a:grpSpLocks/>
              </p:cNvGrpSpPr>
              <p:nvPr/>
            </p:nvGrpSpPr>
            <p:grpSpPr bwMode="auto">
              <a:xfrm>
                <a:off x="2567" y="1248"/>
                <a:ext cx="82" cy="128"/>
                <a:chOff x="704" y="1880"/>
                <a:chExt cx="136" cy="128"/>
              </a:xfrm>
            </p:grpSpPr>
            <p:sp>
              <p:nvSpPr>
                <p:cNvPr id="14576" name="Line 1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7" name="Line 1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9" name="Group 104"/>
              <p:cNvGrpSpPr>
                <a:grpSpLocks/>
              </p:cNvGrpSpPr>
              <p:nvPr/>
            </p:nvGrpSpPr>
            <p:grpSpPr bwMode="auto">
              <a:xfrm>
                <a:off x="2490" y="1248"/>
                <a:ext cx="82" cy="128"/>
                <a:chOff x="704" y="1880"/>
                <a:chExt cx="136" cy="128"/>
              </a:xfrm>
            </p:grpSpPr>
            <p:sp>
              <p:nvSpPr>
                <p:cNvPr id="14574" name="Line 1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5" name="Line 1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0" name="Group 107"/>
              <p:cNvGrpSpPr>
                <a:grpSpLocks/>
              </p:cNvGrpSpPr>
              <p:nvPr/>
            </p:nvGrpSpPr>
            <p:grpSpPr bwMode="auto">
              <a:xfrm>
                <a:off x="2408" y="1248"/>
                <a:ext cx="82" cy="128"/>
                <a:chOff x="704" y="1880"/>
                <a:chExt cx="136" cy="128"/>
              </a:xfrm>
            </p:grpSpPr>
            <p:sp>
              <p:nvSpPr>
                <p:cNvPr id="14572" name="Line 1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3" name="Line 1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1" name="Group 110"/>
              <p:cNvGrpSpPr>
                <a:grpSpLocks/>
              </p:cNvGrpSpPr>
              <p:nvPr/>
            </p:nvGrpSpPr>
            <p:grpSpPr bwMode="auto">
              <a:xfrm>
                <a:off x="2330" y="1248"/>
                <a:ext cx="82" cy="128"/>
                <a:chOff x="704" y="1880"/>
                <a:chExt cx="136" cy="128"/>
              </a:xfrm>
            </p:grpSpPr>
            <p:sp>
              <p:nvSpPr>
                <p:cNvPr id="14570" name="Line 1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1" name="Line 1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2" name="Group 113"/>
              <p:cNvGrpSpPr>
                <a:grpSpLocks/>
              </p:cNvGrpSpPr>
              <p:nvPr/>
            </p:nvGrpSpPr>
            <p:grpSpPr bwMode="auto">
              <a:xfrm>
                <a:off x="2248" y="1248"/>
                <a:ext cx="82" cy="128"/>
                <a:chOff x="704" y="1880"/>
                <a:chExt cx="136" cy="128"/>
              </a:xfrm>
            </p:grpSpPr>
            <p:sp>
              <p:nvSpPr>
                <p:cNvPr id="14568" name="Line 1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69" name="Line 1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20" name="Oval 116"/>
            <p:cNvSpPr>
              <a:spLocks noChangeArrowheads="1"/>
            </p:cNvSpPr>
            <p:nvPr/>
          </p:nvSpPr>
          <p:spPr bwMode="auto">
            <a:xfrm>
              <a:off x="2678" y="161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45" name="Group 117"/>
            <p:cNvGrpSpPr>
              <a:grpSpLocks/>
            </p:cNvGrpSpPr>
            <p:nvPr/>
          </p:nvGrpSpPr>
          <p:grpSpPr bwMode="auto">
            <a:xfrm rot="-1831679">
              <a:off x="3073" y="1522"/>
              <a:ext cx="664" cy="94"/>
              <a:chOff x="2248" y="1248"/>
              <a:chExt cx="648" cy="128"/>
            </a:xfrm>
          </p:grpSpPr>
          <p:grpSp>
            <p:nvGrpSpPr>
              <p:cNvPr id="405546" name="Group 118"/>
              <p:cNvGrpSpPr>
                <a:grpSpLocks/>
              </p:cNvGrpSpPr>
              <p:nvPr/>
            </p:nvGrpSpPr>
            <p:grpSpPr bwMode="auto">
              <a:xfrm>
                <a:off x="2814" y="1248"/>
                <a:ext cx="82" cy="128"/>
                <a:chOff x="704" y="1880"/>
                <a:chExt cx="136" cy="128"/>
              </a:xfrm>
            </p:grpSpPr>
            <p:sp>
              <p:nvSpPr>
                <p:cNvPr id="14558" name="Line 1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9" name="Line 1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7" name="Group 121"/>
              <p:cNvGrpSpPr>
                <a:grpSpLocks/>
              </p:cNvGrpSpPr>
              <p:nvPr/>
            </p:nvGrpSpPr>
            <p:grpSpPr bwMode="auto">
              <a:xfrm>
                <a:off x="2727" y="1248"/>
                <a:ext cx="82" cy="128"/>
                <a:chOff x="704" y="1880"/>
                <a:chExt cx="136" cy="128"/>
              </a:xfrm>
            </p:grpSpPr>
            <p:sp>
              <p:nvSpPr>
                <p:cNvPr id="14556" name="Line 1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7" name="Line 1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8" name="Group 124"/>
              <p:cNvGrpSpPr>
                <a:grpSpLocks/>
              </p:cNvGrpSpPr>
              <p:nvPr/>
            </p:nvGrpSpPr>
            <p:grpSpPr bwMode="auto">
              <a:xfrm>
                <a:off x="2649" y="1248"/>
                <a:ext cx="83" cy="128"/>
                <a:chOff x="704" y="1880"/>
                <a:chExt cx="136" cy="128"/>
              </a:xfrm>
            </p:grpSpPr>
            <p:sp>
              <p:nvSpPr>
                <p:cNvPr id="14554" name="Line 1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5" name="Line 1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9" name="Group 127"/>
              <p:cNvGrpSpPr>
                <a:grpSpLocks/>
              </p:cNvGrpSpPr>
              <p:nvPr/>
            </p:nvGrpSpPr>
            <p:grpSpPr bwMode="auto">
              <a:xfrm>
                <a:off x="2567" y="1248"/>
                <a:ext cx="82" cy="128"/>
                <a:chOff x="704" y="1880"/>
                <a:chExt cx="136" cy="128"/>
              </a:xfrm>
            </p:grpSpPr>
            <p:sp>
              <p:nvSpPr>
                <p:cNvPr id="14552" name="Line 1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3" name="Line 1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0" name="Group 130"/>
              <p:cNvGrpSpPr>
                <a:grpSpLocks/>
              </p:cNvGrpSpPr>
              <p:nvPr/>
            </p:nvGrpSpPr>
            <p:grpSpPr bwMode="auto">
              <a:xfrm>
                <a:off x="2490" y="1248"/>
                <a:ext cx="82" cy="128"/>
                <a:chOff x="704" y="1880"/>
                <a:chExt cx="136" cy="128"/>
              </a:xfrm>
            </p:grpSpPr>
            <p:sp>
              <p:nvSpPr>
                <p:cNvPr id="14550" name="Line 1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1" name="Line 1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1" name="Group 133"/>
              <p:cNvGrpSpPr>
                <a:grpSpLocks/>
              </p:cNvGrpSpPr>
              <p:nvPr/>
            </p:nvGrpSpPr>
            <p:grpSpPr bwMode="auto">
              <a:xfrm>
                <a:off x="2408" y="1248"/>
                <a:ext cx="82" cy="128"/>
                <a:chOff x="704" y="1880"/>
                <a:chExt cx="136" cy="128"/>
              </a:xfrm>
            </p:grpSpPr>
            <p:sp>
              <p:nvSpPr>
                <p:cNvPr id="14548" name="Line 1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9" name="Line 1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2" name="Group 136"/>
              <p:cNvGrpSpPr>
                <a:grpSpLocks/>
              </p:cNvGrpSpPr>
              <p:nvPr/>
            </p:nvGrpSpPr>
            <p:grpSpPr bwMode="auto">
              <a:xfrm>
                <a:off x="2330" y="1248"/>
                <a:ext cx="82" cy="128"/>
                <a:chOff x="704" y="1880"/>
                <a:chExt cx="136" cy="128"/>
              </a:xfrm>
            </p:grpSpPr>
            <p:sp>
              <p:nvSpPr>
                <p:cNvPr id="14546" name="Line 1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7" name="Line 1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3" name="Group 139"/>
              <p:cNvGrpSpPr>
                <a:grpSpLocks/>
              </p:cNvGrpSpPr>
              <p:nvPr/>
            </p:nvGrpSpPr>
            <p:grpSpPr bwMode="auto">
              <a:xfrm>
                <a:off x="2248" y="1248"/>
                <a:ext cx="82" cy="128"/>
                <a:chOff x="704" y="1880"/>
                <a:chExt cx="136" cy="128"/>
              </a:xfrm>
            </p:grpSpPr>
            <p:sp>
              <p:nvSpPr>
                <p:cNvPr id="14544" name="Line 1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5" name="Line 1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46" name="Oval 142"/>
            <p:cNvSpPr>
              <a:spLocks noChangeArrowheads="1"/>
            </p:cNvSpPr>
            <p:nvPr/>
          </p:nvSpPr>
          <p:spPr bwMode="auto">
            <a:xfrm>
              <a:off x="4643" y="162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647" name="Oval 143"/>
            <p:cNvSpPr>
              <a:spLocks noChangeArrowheads="1"/>
            </p:cNvSpPr>
            <p:nvPr/>
          </p:nvSpPr>
          <p:spPr bwMode="auto">
            <a:xfrm>
              <a:off x="3726" y="3315"/>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54" name="Group 144"/>
            <p:cNvGrpSpPr>
              <a:grpSpLocks/>
            </p:cNvGrpSpPr>
            <p:nvPr/>
          </p:nvGrpSpPr>
          <p:grpSpPr bwMode="auto">
            <a:xfrm rot="5400000">
              <a:off x="4604" y="2387"/>
              <a:ext cx="600" cy="75"/>
              <a:chOff x="2248" y="1248"/>
              <a:chExt cx="648" cy="128"/>
            </a:xfrm>
          </p:grpSpPr>
          <p:grpSp>
            <p:nvGrpSpPr>
              <p:cNvPr id="405555" name="Group 145"/>
              <p:cNvGrpSpPr>
                <a:grpSpLocks/>
              </p:cNvGrpSpPr>
              <p:nvPr/>
            </p:nvGrpSpPr>
            <p:grpSpPr bwMode="auto">
              <a:xfrm>
                <a:off x="2814" y="1248"/>
                <a:ext cx="82" cy="128"/>
                <a:chOff x="704" y="1880"/>
                <a:chExt cx="136" cy="128"/>
              </a:xfrm>
            </p:grpSpPr>
            <p:sp>
              <p:nvSpPr>
                <p:cNvPr id="14534" name="Line 1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5" name="Line 1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6" name="Group 148"/>
              <p:cNvGrpSpPr>
                <a:grpSpLocks/>
              </p:cNvGrpSpPr>
              <p:nvPr/>
            </p:nvGrpSpPr>
            <p:grpSpPr bwMode="auto">
              <a:xfrm>
                <a:off x="2727" y="1248"/>
                <a:ext cx="82" cy="128"/>
                <a:chOff x="704" y="1880"/>
                <a:chExt cx="136" cy="128"/>
              </a:xfrm>
            </p:grpSpPr>
            <p:sp>
              <p:nvSpPr>
                <p:cNvPr id="14532" name="Line 1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3" name="Line 1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7" name="Group 151"/>
              <p:cNvGrpSpPr>
                <a:grpSpLocks/>
              </p:cNvGrpSpPr>
              <p:nvPr/>
            </p:nvGrpSpPr>
            <p:grpSpPr bwMode="auto">
              <a:xfrm>
                <a:off x="2649" y="1248"/>
                <a:ext cx="83" cy="128"/>
                <a:chOff x="704" y="1880"/>
                <a:chExt cx="136" cy="128"/>
              </a:xfrm>
            </p:grpSpPr>
            <p:sp>
              <p:nvSpPr>
                <p:cNvPr id="14530" name="Line 1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1" name="Line 1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8" name="Group 154"/>
              <p:cNvGrpSpPr>
                <a:grpSpLocks/>
              </p:cNvGrpSpPr>
              <p:nvPr/>
            </p:nvGrpSpPr>
            <p:grpSpPr bwMode="auto">
              <a:xfrm>
                <a:off x="2567" y="1248"/>
                <a:ext cx="82" cy="128"/>
                <a:chOff x="704" y="1880"/>
                <a:chExt cx="136" cy="128"/>
              </a:xfrm>
            </p:grpSpPr>
            <p:sp>
              <p:nvSpPr>
                <p:cNvPr id="14528" name="Line 1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9" name="Line 1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9" name="Group 157"/>
              <p:cNvGrpSpPr>
                <a:grpSpLocks/>
              </p:cNvGrpSpPr>
              <p:nvPr/>
            </p:nvGrpSpPr>
            <p:grpSpPr bwMode="auto">
              <a:xfrm>
                <a:off x="2490" y="1248"/>
                <a:ext cx="82" cy="128"/>
                <a:chOff x="704" y="1880"/>
                <a:chExt cx="136" cy="128"/>
              </a:xfrm>
            </p:grpSpPr>
            <p:sp>
              <p:nvSpPr>
                <p:cNvPr id="14526" name="Line 1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7" name="Line 1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0" name="Group 160"/>
              <p:cNvGrpSpPr>
                <a:grpSpLocks/>
              </p:cNvGrpSpPr>
              <p:nvPr/>
            </p:nvGrpSpPr>
            <p:grpSpPr bwMode="auto">
              <a:xfrm>
                <a:off x="2408" y="1248"/>
                <a:ext cx="82" cy="128"/>
                <a:chOff x="704" y="1880"/>
                <a:chExt cx="136" cy="128"/>
              </a:xfrm>
            </p:grpSpPr>
            <p:sp>
              <p:nvSpPr>
                <p:cNvPr id="14524" name="Line 1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5" name="Line 1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1" name="Group 163"/>
              <p:cNvGrpSpPr>
                <a:grpSpLocks/>
              </p:cNvGrpSpPr>
              <p:nvPr/>
            </p:nvGrpSpPr>
            <p:grpSpPr bwMode="auto">
              <a:xfrm>
                <a:off x="2330" y="1248"/>
                <a:ext cx="82" cy="128"/>
                <a:chOff x="704" y="1880"/>
                <a:chExt cx="136" cy="128"/>
              </a:xfrm>
            </p:grpSpPr>
            <p:sp>
              <p:nvSpPr>
                <p:cNvPr id="14522" name="Line 1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3" name="Line 1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2" name="Group 166"/>
              <p:cNvGrpSpPr>
                <a:grpSpLocks/>
              </p:cNvGrpSpPr>
              <p:nvPr/>
            </p:nvGrpSpPr>
            <p:grpSpPr bwMode="auto">
              <a:xfrm>
                <a:off x="2248" y="1248"/>
                <a:ext cx="82" cy="128"/>
                <a:chOff x="704" y="1880"/>
                <a:chExt cx="136" cy="128"/>
              </a:xfrm>
            </p:grpSpPr>
            <p:sp>
              <p:nvSpPr>
                <p:cNvPr id="14520" name="Line 16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1" name="Line 16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63" name="Group 169"/>
            <p:cNvGrpSpPr>
              <a:grpSpLocks/>
            </p:cNvGrpSpPr>
            <p:nvPr/>
          </p:nvGrpSpPr>
          <p:grpSpPr bwMode="auto">
            <a:xfrm rot="-1831679">
              <a:off x="4106" y="3196"/>
              <a:ext cx="664" cy="94"/>
              <a:chOff x="2248" y="1248"/>
              <a:chExt cx="648" cy="128"/>
            </a:xfrm>
          </p:grpSpPr>
          <p:grpSp>
            <p:nvGrpSpPr>
              <p:cNvPr id="405564" name="Group 170"/>
              <p:cNvGrpSpPr>
                <a:grpSpLocks/>
              </p:cNvGrpSpPr>
              <p:nvPr/>
            </p:nvGrpSpPr>
            <p:grpSpPr bwMode="auto">
              <a:xfrm>
                <a:off x="2814" y="1248"/>
                <a:ext cx="82" cy="128"/>
                <a:chOff x="704" y="1880"/>
                <a:chExt cx="136" cy="128"/>
              </a:xfrm>
            </p:grpSpPr>
            <p:sp>
              <p:nvSpPr>
                <p:cNvPr id="14510" name="Line 1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11" name="Line 1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5" name="Group 173"/>
              <p:cNvGrpSpPr>
                <a:grpSpLocks/>
              </p:cNvGrpSpPr>
              <p:nvPr/>
            </p:nvGrpSpPr>
            <p:grpSpPr bwMode="auto">
              <a:xfrm>
                <a:off x="2727" y="1248"/>
                <a:ext cx="82" cy="128"/>
                <a:chOff x="704" y="1880"/>
                <a:chExt cx="136" cy="128"/>
              </a:xfrm>
            </p:grpSpPr>
            <p:sp>
              <p:nvSpPr>
                <p:cNvPr id="14508" name="Line 1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9" name="Line 1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6" name="Group 176"/>
              <p:cNvGrpSpPr>
                <a:grpSpLocks/>
              </p:cNvGrpSpPr>
              <p:nvPr/>
            </p:nvGrpSpPr>
            <p:grpSpPr bwMode="auto">
              <a:xfrm>
                <a:off x="2649" y="1248"/>
                <a:ext cx="83" cy="128"/>
                <a:chOff x="704" y="1880"/>
                <a:chExt cx="136" cy="128"/>
              </a:xfrm>
            </p:grpSpPr>
            <p:sp>
              <p:nvSpPr>
                <p:cNvPr id="14506" name="Line 1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7" name="Line 1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7" name="Group 179"/>
              <p:cNvGrpSpPr>
                <a:grpSpLocks/>
              </p:cNvGrpSpPr>
              <p:nvPr/>
            </p:nvGrpSpPr>
            <p:grpSpPr bwMode="auto">
              <a:xfrm>
                <a:off x="2567" y="1248"/>
                <a:ext cx="82" cy="128"/>
                <a:chOff x="704" y="1880"/>
                <a:chExt cx="136" cy="128"/>
              </a:xfrm>
            </p:grpSpPr>
            <p:sp>
              <p:nvSpPr>
                <p:cNvPr id="14504" name="Line 1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5" name="Line 1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0" name="Group 182"/>
              <p:cNvGrpSpPr>
                <a:grpSpLocks/>
              </p:cNvGrpSpPr>
              <p:nvPr/>
            </p:nvGrpSpPr>
            <p:grpSpPr bwMode="auto">
              <a:xfrm>
                <a:off x="2490" y="1248"/>
                <a:ext cx="82" cy="128"/>
                <a:chOff x="704" y="1880"/>
                <a:chExt cx="136" cy="128"/>
              </a:xfrm>
            </p:grpSpPr>
            <p:sp>
              <p:nvSpPr>
                <p:cNvPr id="14502" name="Line 1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3" name="Line 1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1" name="Group 185"/>
              <p:cNvGrpSpPr>
                <a:grpSpLocks/>
              </p:cNvGrpSpPr>
              <p:nvPr/>
            </p:nvGrpSpPr>
            <p:grpSpPr bwMode="auto">
              <a:xfrm>
                <a:off x="2408" y="1248"/>
                <a:ext cx="82" cy="128"/>
                <a:chOff x="704" y="1880"/>
                <a:chExt cx="136" cy="128"/>
              </a:xfrm>
            </p:grpSpPr>
            <p:sp>
              <p:nvSpPr>
                <p:cNvPr id="14500" name="Line 1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1" name="Line 1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2" name="Group 188"/>
              <p:cNvGrpSpPr>
                <a:grpSpLocks/>
              </p:cNvGrpSpPr>
              <p:nvPr/>
            </p:nvGrpSpPr>
            <p:grpSpPr bwMode="auto">
              <a:xfrm>
                <a:off x="2330" y="1248"/>
                <a:ext cx="82" cy="128"/>
                <a:chOff x="704" y="1880"/>
                <a:chExt cx="136" cy="128"/>
              </a:xfrm>
            </p:grpSpPr>
            <p:sp>
              <p:nvSpPr>
                <p:cNvPr id="14498" name="Line 1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9" name="Line 1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3" name="Group 191"/>
              <p:cNvGrpSpPr>
                <a:grpSpLocks/>
              </p:cNvGrpSpPr>
              <p:nvPr/>
            </p:nvGrpSpPr>
            <p:grpSpPr bwMode="auto">
              <a:xfrm>
                <a:off x="2248" y="1248"/>
                <a:ext cx="82" cy="128"/>
                <a:chOff x="704" y="1880"/>
                <a:chExt cx="136" cy="128"/>
              </a:xfrm>
            </p:grpSpPr>
            <p:sp>
              <p:nvSpPr>
                <p:cNvPr id="14496" name="Line 1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7" name="Line 1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04" name="Group 194"/>
            <p:cNvGrpSpPr>
              <a:grpSpLocks/>
            </p:cNvGrpSpPr>
            <p:nvPr/>
          </p:nvGrpSpPr>
          <p:grpSpPr bwMode="auto">
            <a:xfrm rot="5400000">
              <a:off x="3649" y="3005"/>
              <a:ext cx="600" cy="75"/>
              <a:chOff x="2248" y="1248"/>
              <a:chExt cx="648" cy="128"/>
            </a:xfrm>
          </p:grpSpPr>
          <p:grpSp>
            <p:nvGrpSpPr>
              <p:cNvPr id="405605" name="Group 195"/>
              <p:cNvGrpSpPr>
                <a:grpSpLocks/>
              </p:cNvGrpSpPr>
              <p:nvPr/>
            </p:nvGrpSpPr>
            <p:grpSpPr bwMode="auto">
              <a:xfrm>
                <a:off x="2814" y="1248"/>
                <a:ext cx="82" cy="128"/>
                <a:chOff x="704" y="1880"/>
                <a:chExt cx="136" cy="128"/>
              </a:xfrm>
            </p:grpSpPr>
            <p:sp>
              <p:nvSpPr>
                <p:cNvPr id="14486" name="Line 1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7" name="Line 1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6" name="Group 198"/>
              <p:cNvGrpSpPr>
                <a:grpSpLocks/>
              </p:cNvGrpSpPr>
              <p:nvPr/>
            </p:nvGrpSpPr>
            <p:grpSpPr bwMode="auto">
              <a:xfrm>
                <a:off x="2727" y="1248"/>
                <a:ext cx="82" cy="128"/>
                <a:chOff x="704" y="1880"/>
                <a:chExt cx="136" cy="128"/>
              </a:xfrm>
            </p:grpSpPr>
            <p:sp>
              <p:nvSpPr>
                <p:cNvPr id="14484" name="Line 1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5" name="Line 2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7" name="Group 201"/>
              <p:cNvGrpSpPr>
                <a:grpSpLocks/>
              </p:cNvGrpSpPr>
              <p:nvPr/>
            </p:nvGrpSpPr>
            <p:grpSpPr bwMode="auto">
              <a:xfrm>
                <a:off x="2649" y="1248"/>
                <a:ext cx="83" cy="128"/>
                <a:chOff x="704" y="1880"/>
                <a:chExt cx="136" cy="128"/>
              </a:xfrm>
            </p:grpSpPr>
            <p:sp>
              <p:nvSpPr>
                <p:cNvPr id="14482" name="Line 2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3" name="Line 2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8" name="Group 204"/>
              <p:cNvGrpSpPr>
                <a:grpSpLocks/>
              </p:cNvGrpSpPr>
              <p:nvPr/>
            </p:nvGrpSpPr>
            <p:grpSpPr bwMode="auto">
              <a:xfrm>
                <a:off x="2567" y="1248"/>
                <a:ext cx="82" cy="128"/>
                <a:chOff x="704" y="1880"/>
                <a:chExt cx="136" cy="128"/>
              </a:xfrm>
            </p:grpSpPr>
            <p:sp>
              <p:nvSpPr>
                <p:cNvPr id="14480" name="Line 2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1" name="Line 2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9" name="Group 207"/>
              <p:cNvGrpSpPr>
                <a:grpSpLocks/>
              </p:cNvGrpSpPr>
              <p:nvPr/>
            </p:nvGrpSpPr>
            <p:grpSpPr bwMode="auto">
              <a:xfrm>
                <a:off x="2490" y="1248"/>
                <a:ext cx="82" cy="128"/>
                <a:chOff x="704" y="1880"/>
                <a:chExt cx="136" cy="128"/>
              </a:xfrm>
            </p:grpSpPr>
            <p:sp>
              <p:nvSpPr>
                <p:cNvPr id="14478" name="Line 2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9" name="Line 2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0" name="Group 210"/>
              <p:cNvGrpSpPr>
                <a:grpSpLocks/>
              </p:cNvGrpSpPr>
              <p:nvPr/>
            </p:nvGrpSpPr>
            <p:grpSpPr bwMode="auto">
              <a:xfrm>
                <a:off x="2408" y="1248"/>
                <a:ext cx="82" cy="128"/>
                <a:chOff x="704" y="1880"/>
                <a:chExt cx="136" cy="128"/>
              </a:xfrm>
            </p:grpSpPr>
            <p:sp>
              <p:nvSpPr>
                <p:cNvPr id="14476" name="Line 2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7" name="Line 2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1" name="Group 213"/>
              <p:cNvGrpSpPr>
                <a:grpSpLocks/>
              </p:cNvGrpSpPr>
              <p:nvPr/>
            </p:nvGrpSpPr>
            <p:grpSpPr bwMode="auto">
              <a:xfrm>
                <a:off x="2330" y="1248"/>
                <a:ext cx="82" cy="128"/>
                <a:chOff x="704" y="1880"/>
                <a:chExt cx="136" cy="128"/>
              </a:xfrm>
            </p:grpSpPr>
            <p:sp>
              <p:nvSpPr>
                <p:cNvPr id="14474" name="Line 2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5" name="Line 2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2" name="Group 216"/>
              <p:cNvGrpSpPr>
                <a:grpSpLocks/>
              </p:cNvGrpSpPr>
              <p:nvPr/>
            </p:nvGrpSpPr>
            <p:grpSpPr bwMode="auto">
              <a:xfrm>
                <a:off x="2248" y="1248"/>
                <a:ext cx="82" cy="128"/>
                <a:chOff x="704" y="1880"/>
                <a:chExt cx="136" cy="128"/>
              </a:xfrm>
            </p:grpSpPr>
            <p:sp>
              <p:nvSpPr>
                <p:cNvPr id="14472" name="Line 2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3" name="Line 2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723" name="Oval 219"/>
            <p:cNvSpPr>
              <a:spLocks noChangeArrowheads="1"/>
            </p:cNvSpPr>
            <p:nvPr/>
          </p:nvSpPr>
          <p:spPr bwMode="auto">
            <a:xfrm>
              <a:off x="3688" y="2199"/>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613" name="Group 220"/>
            <p:cNvGrpSpPr>
              <a:grpSpLocks/>
            </p:cNvGrpSpPr>
            <p:nvPr/>
          </p:nvGrpSpPr>
          <p:grpSpPr bwMode="auto">
            <a:xfrm rot="-1831679">
              <a:off x="4083" y="2103"/>
              <a:ext cx="664" cy="94"/>
              <a:chOff x="2248" y="1248"/>
              <a:chExt cx="648" cy="128"/>
            </a:xfrm>
          </p:grpSpPr>
          <p:grpSp>
            <p:nvGrpSpPr>
              <p:cNvPr id="405614" name="Group 221"/>
              <p:cNvGrpSpPr>
                <a:grpSpLocks/>
              </p:cNvGrpSpPr>
              <p:nvPr/>
            </p:nvGrpSpPr>
            <p:grpSpPr bwMode="auto">
              <a:xfrm>
                <a:off x="2814" y="1248"/>
                <a:ext cx="82" cy="128"/>
                <a:chOff x="704" y="1880"/>
                <a:chExt cx="136" cy="128"/>
              </a:xfrm>
            </p:grpSpPr>
            <p:sp>
              <p:nvSpPr>
                <p:cNvPr id="14462" name="Line 2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3" name="Line 2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5" name="Group 224"/>
              <p:cNvGrpSpPr>
                <a:grpSpLocks/>
              </p:cNvGrpSpPr>
              <p:nvPr/>
            </p:nvGrpSpPr>
            <p:grpSpPr bwMode="auto">
              <a:xfrm>
                <a:off x="2727" y="1248"/>
                <a:ext cx="82" cy="128"/>
                <a:chOff x="704" y="1880"/>
                <a:chExt cx="136" cy="128"/>
              </a:xfrm>
            </p:grpSpPr>
            <p:sp>
              <p:nvSpPr>
                <p:cNvPr id="14460" name="Line 2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1" name="Line 2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6" name="Group 227"/>
              <p:cNvGrpSpPr>
                <a:grpSpLocks/>
              </p:cNvGrpSpPr>
              <p:nvPr/>
            </p:nvGrpSpPr>
            <p:grpSpPr bwMode="auto">
              <a:xfrm>
                <a:off x="2649" y="1248"/>
                <a:ext cx="83" cy="128"/>
                <a:chOff x="704" y="1880"/>
                <a:chExt cx="136" cy="128"/>
              </a:xfrm>
            </p:grpSpPr>
            <p:sp>
              <p:nvSpPr>
                <p:cNvPr id="14458" name="Line 2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9" name="Line 2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7" name="Group 230"/>
              <p:cNvGrpSpPr>
                <a:grpSpLocks/>
              </p:cNvGrpSpPr>
              <p:nvPr/>
            </p:nvGrpSpPr>
            <p:grpSpPr bwMode="auto">
              <a:xfrm>
                <a:off x="2567" y="1248"/>
                <a:ext cx="82" cy="128"/>
                <a:chOff x="704" y="1880"/>
                <a:chExt cx="136" cy="128"/>
              </a:xfrm>
            </p:grpSpPr>
            <p:sp>
              <p:nvSpPr>
                <p:cNvPr id="14456" name="Line 2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7" name="Line 2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8" name="Group 233"/>
              <p:cNvGrpSpPr>
                <a:grpSpLocks/>
              </p:cNvGrpSpPr>
              <p:nvPr/>
            </p:nvGrpSpPr>
            <p:grpSpPr bwMode="auto">
              <a:xfrm>
                <a:off x="2490" y="1248"/>
                <a:ext cx="82" cy="128"/>
                <a:chOff x="704" y="1880"/>
                <a:chExt cx="136" cy="128"/>
              </a:xfrm>
            </p:grpSpPr>
            <p:sp>
              <p:nvSpPr>
                <p:cNvPr id="14454" name="Line 2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5" name="Line 2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9" name="Group 236"/>
              <p:cNvGrpSpPr>
                <a:grpSpLocks/>
              </p:cNvGrpSpPr>
              <p:nvPr/>
            </p:nvGrpSpPr>
            <p:grpSpPr bwMode="auto">
              <a:xfrm>
                <a:off x="2408" y="1248"/>
                <a:ext cx="82" cy="128"/>
                <a:chOff x="704" y="1880"/>
                <a:chExt cx="136" cy="128"/>
              </a:xfrm>
            </p:grpSpPr>
            <p:sp>
              <p:nvSpPr>
                <p:cNvPr id="14452" name="Line 2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3" name="Line 2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1" name="Group 239"/>
              <p:cNvGrpSpPr>
                <a:grpSpLocks/>
              </p:cNvGrpSpPr>
              <p:nvPr/>
            </p:nvGrpSpPr>
            <p:grpSpPr bwMode="auto">
              <a:xfrm>
                <a:off x="2330" y="1248"/>
                <a:ext cx="82" cy="128"/>
                <a:chOff x="704" y="1880"/>
                <a:chExt cx="136" cy="128"/>
              </a:xfrm>
            </p:grpSpPr>
            <p:sp>
              <p:nvSpPr>
                <p:cNvPr id="14450" name="Line 2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1" name="Line 2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2" name="Group 242"/>
              <p:cNvGrpSpPr>
                <a:grpSpLocks/>
              </p:cNvGrpSpPr>
              <p:nvPr/>
            </p:nvGrpSpPr>
            <p:grpSpPr bwMode="auto">
              <a:xfrm>
                <a:off x="2248" y="1248"/>
                <a:ext cx="82" cy="128"/>
                <a:chOff x="704" y="1880"/>
                <a:chExt cx="136" cy="128"/>
              </a:xfrm>
            </p:grpSpPr>
            <p:sp>
              <p:nvSpPr>
                <p:cNvPr id="14448" name="Line 2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49" name="Line 2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23" name="Group 245"/>
            <p:cNvGrpSpPr>
              <a:grpSpLocks/>
            </p:cNvGrpSpPr>
            <p:nvPr/>
          </p:nvGrpSpPr>
          <p:grpSpPr bwMode="auto">
            <a:xfrm rot="1747726">
              <a:off x="3105" y="3264"/>
              <a:ext cx="664" cy="94"/>
              <a:chOff x="2248" y="1248"/>
              <a:chExt cx="648" cy="128"/>
            </a:xfrm>
          </p:grpSpPr>
          <p:grpSp>
            <p:nvGrpSpPr>
              <p:cNvPr id="405624" name="Group 246"/>
              <p:cNvGrpSpPr>
                <a:grpSpLocks/>
              </p:cNvGrpSpPr>
              <p:nvPr/>
            </p:nvGrpSpPr>
            <p:grpSpPr bwMode="auto">
              <a:xfrm>
                <a:off x="2814" y="1248"/>
                <a:ext cx="82" cy="128"/>
                <a:chOff x="704" y="1880"/>
                <a:chExt cx="136" cy="128"/>
              </a:xfrm>
            </p:grpSpPr>
            <p:sp>
              <p:nvSpPr>
                <p:cNvPr id="14438" name="Line 24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9" name="Line 24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5" name="Group 249"/>
              <p:cNvGrpSpPr>
                <a:grpSpLocks/>
              </p:cNvGrpSpPr>
              <p:nvPr/>
            </p:nvGrpSpPr>
            <p:grpSpPr bwMode="auto">
              <a:xfrm>
                <a:off x="2727" y="1248"/>
                <a:ext cx="82" cy="128"/>
                <a:chOff x="704" y="1880"/>
                <a:chExt cx="136" cy="128"/>
              </a:xfrm>
            </p:grpSpPr>
            <p:sp>
              <p:nvSpPr>
                <p:cNvPr id="14436" name="Line 25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7" name="Line 25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6" name="Group 252"/>
              <p:cNvGrpSpPr>
                <a:grpSpLocks/>
              </p:cNvGrpSpPr>
              <p:nvPr/>
            </p:nvGrpSpPr>
            <p:grpSpPr bwMode="auto">
              <a:xfrm>
                <a:off x="2649" y="1248"/>
                <a:ext cx="83" cy="128"/>
                <a:chOff x="704" y="1880"/>
                <a:chExt cx="136" cy="128"/>
              </a:xfrm>
            </p:grpSpPr>
            <p:sp>
              <p:nvSpPr>
                <p:cNvPr id="14434" name="Line 25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5" name="Line 25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7" name="Group 255"/>
              <p:cNvGrpSpPr>
                <a:grpSpLocks/>
              </p:cNvGrpSpPr>
              <p:nvPr/>
            </p:nvGrpSpPr>
            <p:grpSpPr bwMode="auto">
              <a:xfrm>
                <a:off x="2567" y="1248"/>
                <a:ext cx="82" cy="128"/>
                <a:chOff x="704" y="1880"/>
                <a:chExt cx="136" cy="128"/>
              </a:xfrm>
            </p:grpSpPr>
            <p:sp>
              <p:nvSpPr>
                <p:cNvPr id="14432" name="Line 25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3" name="Line 25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8" name="Group 258"/>
              <p:cNvGrpSpPr>
                <a:grpSpLocks/>
              </p:cNvGrpSpPr>
              <p:nvPr/>
            </p:nvGrpSpPr>
            <p:grpSpPr bwMode="auto">
              <a:xfrm>
                <a:off x="2490" y="1248"/>
                <a:ext cx="82" cy="128"/>
                <a:chOff x="704" y="1880"/>
                <a:chExt cx="136" cy="128"/>
              </a:xfrm>
            </p:grpSpPr>
            <p:sp>
              <p:nvSpPr>
                <p:cNvPr id="14430" name="Line 25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1" name="Line 26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9" name="Group 261"/>
              <p:cNvGrpSpPr>
                <a:grpSpLocks/>
              </p:cNvGrpSpPr>
              <p:nvPr/>
            </p:nvGrpSpPr>
            <p:grpSpPr bwMode="auto">
              <a:xfrm>
                <a:off x="2408" y="1248"/>
                <a:ext cx="82" cy="128"/>
                <a:chOff x="704" y="1880"/>
                <a:chExt cx="136" cy="128"/>
              </a:xfrm>
            </p:grpSpPr>
            <p:sp>
              <p:nvSpPr>
                <p:cNvPr id="14428" name="Line 26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9" name="Line 26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0" name="Group 264"/>
              <p:cNvGrpSpPr>
                <a:grpSpLocks/>
              </p:cNvGrpSpPr>
              <p:nvPr/>
            </p:nvGrpSpPr>
            <p:grpSpPr bwMode="auto">
              <a:xfrm>
                <a:off x="2330" y="1248"/>
                <a:ext cx="82" cy="128"/>
                <a:chOff x="704" y="1880"/>
                <a:chExt cx="136" cy="128"/>
              </a:xfrm>
            </p:grpSpPr>
            <p:sp>
              <p:nvSpPr>
                <p:cNvPr id="14426" name="Line 26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7" name="Line 26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1" name="Group 267"/>
              <p:cNvGrpSpPr>
                <a:grpSpLocks/>
              </p:cNvGrpSpPr>
              <p:nvPr/>
            </p:nvGrpSpPr>
            <p:grpSpPr bwMode="auto">
              <a:xfrm>
                <a:off x="2248" y="1248"/>
                <a:ext cx="82" cy="128"/>
                <a:chOff x="704" y="1880"/>
                <a:chExt cx="136" cy="128"/>
              </a:xfrm>
            </p:grpSpPr>
            <p:sp>
              <p:nvSpPr>
                <p:cNvPr id="14424" name="Line 2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5" name="Line 2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32" name="Group 270"/>
            <p:cNvGrpSpPr>
              <a:grpSpLocks/>
            </p:cNvGrpSpPr>
            <p:nvPr/>
          </p:nvGrpSpPr>
          <p:grpSpPr bwMode="auto">
            <a:xfrm rot="1747726">
              <a:off x="3101" y="2080"/>
              <a:ext cx="664" cy="94"/>
              <a:chOff x="2248" y="1248"/>
              <a:chExt cx="648" cy="128"/>
            </a:xfrm>
          </p:grpSpPr>
          <p:grpSp>
            <p:nvGrpSpPr>
              <p:cNvPr id="405633" name="Group 271"/>
              <p:cNvGrpSpPr>
                <a:grpSpLocks/>
              </p:cNvGrpSpPr>
              <p:nvPr/>
            </p:nvGrpSpPr>
            <p:grpSpPr bwMode="auto">
              <a:xfrm>
                <a:off x="2814" y="1248"/>
                <a:ext cx="82" cy="128"/>
                <a:chOff x="704" y="1880"/>
                <a:chExt cx="136" cy="128"/>
              </a:xfrm>
            </p:grpSpPr>
            <p:sp>
              <p:nvSpPr>
                <p:cNvPr id="14414" name="Line 27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5" name="Line 27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4" name="Group 274"/>
              <p:cNvGrpSpPr>
                <a:grpSpLocks/>
              </p:cNvGrpSpPr>
              <p:nvPr/>
            </p:nvGrpSpPr>
            <p:grpSpPr bwMode="auto">
              <a:xfrm>
                <a:off x="2727" y="1248"/>
                <a:ext cx="82" cy="128"/>
                <a:chOff x="704" y="1880"/>
                <a:chExt cx="136" cy="128"/>
              </a:xfrm>
            </p:grpSpPr>
            <p:sp>
              <p:nvSpPr>
                <p:cNvPr id="14412" name="Line 27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3" name="Line 27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5" name="Group 277"/>
              <p:cNvGrpSpPr>
                <a:grpSpLocks/>
              </p:cNvGrpSpPr>
              <p:nvPr/>
            </p:nvGrpSpPr>
            <p:grpSpPr bwMode="auto">
              <a:xfrm>
                <a:off x="2649" y="1248"/>
                <a:ext cx="83" cy="128"/>
                <a:chOff x="704" y="1880"/>
                <a:chExt cx="136" cy="128"/>
              </a:xfrm>
            </p:grpSpPr>
            <p:sp>
              <p:nvSpPr>
                <p:cNvPr id="14410" name="Line 27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1" name="Line 27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6" name="Group 280"/>
              <p:cNvGrpSpPr>
                <a:grpSpLocks/>
              </p:cNvGrpSpPr>
              <p:nvPr/>
            </p:nvGrpSpPr>
            <p:grpSpPr bwMode="auto">
              <a:xfrm>
                <a:off x="2567" y="1248"/>
                <a:ext cx="82" cy="128"/>
                <a:chOff x="704" y="1880"/>
                <a:chExt cx="136" cy="128"/>
              </a:xfrm>
            </p:grpSpPr>
            <p:sp>
              <p:nvSpPr>
                <p:cNvPr id="14408" name="Line 28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9" name="Line 28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7" name="Group 283"/>
              <p:cNvGrpSpPr>
                <a:grpSpLocks/>
              </p:cNvGrpSpPr>
              <p:nvPr/>
            </p:nvGrpSpPr>
            <p:grpSpPr bwMode="auto">
              <a:xfrm>
                <a:off x="2490" y="1248"/>
                <a:ext cx="82" cy="128"/>
                <a:chOff x="704" y="1880"/>
                <a:chExt cx="136" cy="128"/>
              </a:xfrm>
            </p:grpSpPr>
            <p:sp>
              <p:nvSpPr>
                <p:cNvPr id="14406" name="Line 28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7" name="Line 28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8" name="Group 286"/>
              <p:cNvGrpSpPr>
                <a:grpSpLocks/>
              </p:cNvGrpSpPr>
              <p:nvPr/>
            </p:nvGrpSpPr>
            <p:grpSpPr bwMode="auto">
              <a:xfrm>
                <a:off x="2408" y="1248"/>
                <a:ext cx="82" cy="128"/>
                <a:chOff x="704" y="1880"/>
                <a:chExt cx="136" cy="128"/>
              </a:xfrm>
            </p:grpSpPr>
            <p:sp>
              <p:nvSpPr>
                <p:cNvPr id="14404" name="Line 28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5" name="Line 28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9" name="Group 289"/>
              <p:cNvGrpSpPr>
                <a:grpSpLocks/>
              </p:cNvGrpSpPr>
              <p:nvPr/>
            </p:nvGrpSpPr>
            <p:grpSpPr bwMode="auto">
              <a:xfrm>
                <a:off x="2330" y="1248"/>
                <a:ext cx="82" cy="128"/>
                <a:chOff x="704" y="1880"/>
                <a:chExt cx="136" cy="128"/>
              </a:xfrm>
            </p:grpSpPr>
            <p:sp>
              <p:nvSpPr>
                <p:cNvPr id="14402" name="Line 29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3" name="Line 29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0" name="Group 292"/>
              <p:cNvGrpSpPr>
                <a:grpSpLocks/>
              </p:cNvGrpSpPr>
              <p:nvPr/>
            </p:nvGrpSpPr>
            <p:grpSpPr bwMode="auto">
              <a:xfrm>
                <a:off x="2248" y="1248"/>
                <a:ext cx="82" cy="128"/>
                <a:chOff x="704" y="1880"/>
                <a:chExt cx="136" cy="128"/>
              </a:xfrm>
            </p:grpSpPr>
            <p:sp>
              <p:nvSpPr>
                <p:cNvPr id="14400" name="Line 2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1" name="Line 2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41" name="Group 295"/>
            <p:cNvGrpSpPr>
              <a:grpSpLocks/>
            </p:cNvGrpSpPr>
            <p:nvPr/>
          </p:nvGrpSpPr>
          <p:grpSpPr bwMode="auto">
            <a:xfrm rot="1747726">
              <a:off x="4066" y="1490"/>
              <a:ext cx="664" cy="94"/>
              <a:chOff x="2248" y="1248"/>
              <a:chExt cx="648" cy="128"/>
            </a:xfrm>
          </p:grpSpPr>
          <p:grpSp>
            <p:nvGrpSpPr>
              <p:cNvPr id="405642" name="Group 296"/>
              <p:cNvGrpSpPr>
                <a:grpSpLocks/>
              </p:cNvGrpSpPr>
              <p:nvPr/>
            </p:nvGrpSpPr>
            <p:grpSpPr bwMode="auto">
              <a:xfrm>
                <a:off x="2814" y="1248"/>
                <a:ext cx="82" cy="128"/>
                <a:chOff x="704" y="1880"/>
                <a:chExt cx="136" cy="128"/>
              </a:xfrm>
            </p:grpSpPr>
            <p:sp>
              <p:nvSpPr>
                <p:cNvPr id="14390" name="Line 29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91" name="Line 29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3" name="Group 299"/>
              <p:cNvGrpSpPr>
                <a:grpSpLocks/>
              </p:cNvGrpSpPr>
              <p:nvPr/>
            </p:nvGrpSpPr>
            <p:grpSpPr bwMode="auto">
              <a:xfrm>
                <a:off x="2727" y="1248"/>
                <a:ext cx="82" cy="128"/>
                <a:chOff x="704" y="1880"/>
                <a:chExt cx="136" cy="128"/>
              </a:xfrm>
            </p:grpSpPr>
            <p:sp>
              <p:nvSpPr>
                <p:cNvPr id="14388" name="Line 30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9" name="Line 30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4" name="Group 302"/>
              <p:cNvGrpSpPr>
                <a:grpSpLocks/>
              </p:cNvGrpSpPr>
              <p:nvPr/>
            </p:nvGrpSpPr>
            <p:grpSpPr bwMode="auto">
              <a:xfrm>
                <a:off x="2649" y="1248"/>
                <a:ext cx="83" cy="128"/>
                <a:chOff x="704" y="1880"/>
                <a:chExt cx="136" cy="128"/>
              </a:xfrm>
            </p:grpSpPr>
            <p:sp>
              <p:nvSpPr>
                <p:cNvPr id="14386" name="Line 30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7" name="Line 30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5" name="Group 305"/>
              <p:cNvGrpSpPr>
                <a:grpSpLocks/>
              </p:cNvGrpSpPr>
              <p:nvPr/>
            </p:nvGrpSpPr>
            <p:grpSpPr bwMode="auto">
              <a:xfrm>
                <a:off x="2567" y="1248"/>
                <a:ext cx="82" cy="128"/>
                <a:chOff x="704" y="1880"/>
                <a:chExt cx="136" cy="128"/>
              </a:xfrm>
            </p:grpSpPr>
            <p:sp>
              <p:nvSpPr>
                <p:cNvPr id="14384" name="Line 30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5" name="Line 30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8" name="Group 308"/>
              <p:cNvGrpSpPr>
                <a:grpSpLocks/>
              </p:cNvGrpSpPr>
              <p:nvPr/>
            </p:nvGrpSpPr>
            <p:grpSpPr bwMode="auto">
              <a:xfrm>
                <a:off x="2490" y="1248"/>
                <a:ext cx="82" cy="128"/>
                <a:chOff x="704" y="1880"/>
                <a:chExt cx="136" cy="128"/>
              </a:xfrm>
            </p:grpSpPr>
            <p:sp>
              <p:nvSpPr>
                <p:cNvPr id="14382" name="Line 30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3" name="Line 31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9" name="Group 311"/>
              <p:cNvGrpSpPr>
                <a:grpSpLocks/>
              </p:cNvGrpSpPr>
              <p:nvPr/>
            </p:nvGrpSpPr>
            <p:grpSpPr bwMode="auto">
              <a:xfrm>
                <a:off x="2408" y="1248"/>
                <a:ext cx="82" cy="128"/>
                <a:chOff x="704" y="1880"/>
                <a:chExt cx="136" cy="128"/>
              </a:xfrm>
            </p:grpSpPr>
            <p:sp>
              <p:nvSpPr>
                <p:cNvPr id="14380" name="Line 31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1" name="Line 31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0" name="Group 314"/>
              <p:cNvGrpSpPr>
                <a:grpSpLocks/>
              </p:cNvGrpSpPr>
              <p:nvPr/>
            </p:nvGrpSpPr>
            <p:grpSpPr bwMode="auto">
              <a:xfrm>
                <a:off x="2330" y="1248"/>
                <a:ext cx="82" cy="128"/>
                <a:chOff x="704" y="1880"/>
                <a:chExt cx="136" cy="128"/>
              </a:xfrm>
            </p:grpSpPr>
            <p:sp>
              <p:nvSpPr>
                <p:cNvPr id="14378" name="Line 31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9" name="Line 31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1" name="Group 317"/>
              <p:cNvGrpSpPr>
                <a:grpSpLocks/>
              </p:cNvGrpSpPr>
              <p:nvPr/>
            </p:nvGrpSpPr>
            <p:grpSpPr bwMode="auto">
              <a:xfrm>
                <a:off x="2248" y="1248"/>
                <a:ext cx="82" cy="128"/>
                <a:chOff x="704" y="1880"/>
                <a:chExt cx="136" cy="128"/>
              </a:xfrm>
            </p:grpSpPr>
            <p:sp>
              <p:nvSpPr>
                <p:cNvPr id="14376" name="Line 31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7" name="Line 31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Dulong and Petit Law</a:t>
            </a:r>
          </a:p>
        </p:txBody>
      </p:sp>
      <p:sp>
        <p:nvSpPr>
          <p:cNvPr id="15363" name="Rectangle 4"/>
          <p:cNvSpPr>
            <a:spLocks noChangeArrowheads="1"/>
          </p:cNvSpPr>
          <p:nvPr/>
        </p:nvSpPr>
        <p:spPr bwMode="auto">
          <a:xfrm>
            <a:off x="1519238" y="5583238"/>
            <a:ext cx="6597650" cy="366712"/>
          </a:xfrm>
          <a:prstGeom prst="rect">
            <a:avLst/>
          </a:prstGeom>
          <a:noFill/>
          <a:ln w="9525" algn="ctr">
            <a:noFill/>
            <a:miter lim="800000"/>
            <a:headEnd/>
            <a:tailEnd/>
          </a:ln>
        </p:spPr>
        <p:txBody>
          <a:bodyPr wrap="none">
            <a:spAutoFit/>
          </a:bodyPr>
          <a:lstStyle/>
          <a:p>
            <a:r>
              <a:rPr lang="en-US"/>
              <a:t>http://hyperphysics.phy-astr.gsu.edu/Hbase/thermo/dulong.html</a:t>
            </a:r>
          </a:p>
        </p:txBody>
      </p:sp>
      <p:pic>
        <p:nvPicPr>
          <p:cNvPr id="15364" name="Picture 5" descr="silisph"/>
          <p:cNvPicPr>
            <a:picLocks noChangeAspect="1" noChangeArrowheads="1"/>
          </p:cNvPicPr>
          <p:nvPr/>
        </p:nvPicPr>
        <p:blipFill>
          <a:blip r:embed="rId2" cstate="print"/>
          <a:srcRect/>
          <a:stretch>
            <a:fillRect/>
          </a:stretch>
        </p:blipFill>
        <p:spPr bwMode="auto">
          <a:xfrm>
            <a:off x="735013" y="1581150"/>
            <a:ext cx="7445375" cy="3913188"/>
          </a:xfrm>
          <a:prstGeom prst="rect">
            <a:avLst/>
          </a:prstGeom>
          <a:noFill/>
          <a:ln w="9525">
            <a:noFill/>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a:t>Oct 11-13, 2006</a:t>
            </a:r>
          </a:p>
        </p:txBody>
      </p:sp>
      <p:sp>
        <p:nvSpPr>
          <p:cNvPr id="5" name="Footer Placeholder 4"/>
          <p:cNvSpPr>
            <a:spLocks noGrp="1"/>
          </p:cNvSpPr>
          <p:nvPr>
            <p:ph type="ftr" sz="quarter" idx="11"/>
          </p:nvPr>
        </p:nvSpPr>
        <p:spPr/>
        <p:txBody>
          <a:bodyPr/>
          <a:lstStyle/>
          <a:p>
            <a:pPr>
              <a:defRPr/>
            </a:pPr>
            <a:r>
              <a:rPr lang="en-US"/>
              <a:t>R. Todd Lines</a:t>
            </a:r>
          </a:p>
        </p:txBody>
      </p:sp>
      <p:pic>
        <p:nvPicPr>
          <p:cNvPr id="30722" name="Picture 2"/>
          <p:cNvPicPr>
            <a:picLocks noChangeAspect="1" noChangeArrowheads="1"/>
          </p:cNvPicPr>
          <p:nvPr/>
        </p:nvPicPr>
        <p:blipFill>
          <a:blip r:embed="rId2" cstate="print"/>
          <a:srcRect/>
          <a:stretch>
            <a:fillRect/>
          </a:stretch>
        </p:blipFill>
        <p:spPr bwMode="auto">
          <a:xfrm>
            <a:off x="1238250" y="571500"/>
            <a:ext cx="6667500" cy="5715000"/>
          </a:xfrm>
          <a:prstGeom prst="rect">
            <a:avLst/>
          </a:prstGeom>
          <a:noFill/>
          <a:ln w="9525" cap="flat" cmpd="sng" algn="ctr">
            <a:noFill/>
            <a:prstDash val="solid"/>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638226-C62A-E3F8-5806-37BEECCF801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FC843925-BFB3-8675-84CB-ABCD072712B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111774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111</a:t>
            </a:fld>
            <a:endParaRPr lang="en-US"/>
          </a:p>
        </p:txBody>
      </p:sp>
    </p:spTree>
    <p:extLst>
      <p:ext uri="{BB962C8B-B14F-4D97-AF65-F5344CB8AC3E}">
        <p14:creationId xmlns:p14="http://schemas.microsoft.com/office/powerpoint/2010/main" val="32048049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123.16.0.1</a:t>
            </a:r>
          </a:p>
        </p:txBody>
      </p:sp>
      <p:sp>
        <p:nvSpPr>
          <p:cNvPr id="3" name="Content Placeholder 2"/>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112</a:t>
            </a:fld>
            <a:endParaRPr lang="en-US"/>
          </a:p>
        </p:txBody>
      </p:sp>
    </p:spTree>
    <p:extLst>
      <p:ext uri="{BB962C8B-B14F-4D97-AF65-F5344CB8AC3E}">
        <p14:creationId xmlns:p14="http://schemas.microsoft.com/office/powerpoint/2010/main" val="13973168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123.16.0.2</a:t>
            </a:r>
          </a:p>
        </p:txBody>
      </p:sp>
      <p:sp>
        <p:nvSpPr>
          <p:cNvPr id="3" name="Content Placeholder 2"/>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113</a:t>
            </a:fld>
            <a:endParaRPr lang="en-US"/>
          </a:p>
        </p:txBody>
      </p:sp>
    </p:spTree>
    <p:extLst>
      <p:ext uri="{BB962C8B-B14F-4D97-AF65-F5344CB8AC3E}">
        <p14:creationId xmlns:p14="http://schemas.microsoft.com/office/powerpoint/2010/main" val="30906571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114</a:t>
            </a:fld>
            <a:endParaRPr lang="en-US"/>
          </a:p>
        </p:txBody>
      </p:sp>
    </p:spTree>
    <p:extLst>
      <p:ext uri="{BB962C8B-B14F-4D97-AF65-F5344CB8AC3E}">
        <p14:creationId xmlns:p14="http://schemas.microsoft.com/office/powerpoint/2010/main" val="24134199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4519391" y="2188191"/>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p:cNvSpPr>
            <a:spLocks noChangeArrowheads="1"/>
          </p:cNvSpPr>
          <p:nvPr/>
        </p:nvSpPr>
        <p:spPr bwMode="auto">
          <a:xfrm>
            <a:off x="2333625" y="2147888"/>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p:cNvSpPr>
            <a:spLocks noChangeArrowheads="1"/>
          </p:cNvSpPr>
          <p:nvPr/>
        </p:nvSpPr>
        <p:spPr bwMode="auto">
          <a:xfrm rot="16200000">
            <a:off x="2895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p:cNvSpPr>
            <a:spLocks noChangeShapeType="1"/>
          </p:cNvSpPr>
          <p:nvPr/>
        </p:nvSpPr>
        <p:spPr bwMode="auto">
          <a:xfrm rot="16200000">
            <a:off x="2895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p:cNvSpPr/>
          <p:nvPr/>
        </p:nvSpPr>
        <p:spPr>
          <a:xfrm>
            <a:off x="3181632" y="2689697"/>
            <a:ext cx="538930" cy="523220"/>
          </a:xfrm>
          <a:prstGeom prst="rect">
            <a:avLst/>
          </a:prstGeom>
        </p:spPr>
        <p:txBody>
          <a:bodyPr wrap="none">
            <a:spAutoFit/>
          </a:bodyPr>
          <a:lstStyle/>
          <a:p>
            <a:r>
              <a:rPr lang="en-US" sz="2800" dirty="0"/>
              <a:t>N</a:t>
            </a:r>
            <a:r>
              <a:rPr lang="en-US" sz="2800" baseline="-25000" dirty="0"/>
              <a:t>1</a:t>
            </a:r>
          </a:p>
        </p:txBody>
      </p:sp>
      <p:sp>
        <p:nvSpPr>
          <p:cNvPr id="11" name="Rectangle 10"/>
          <p:cNvSpPr/>
          <p:nvPr/>
        </p:nvSpPr>
        <p:spPr>
          <a:xfrm>
            <a:off x="5282753" y="2752156"/>
            <a:ext cx="538930" cy="523220"/>
          </a:xfrm>
          <a:prstGeom prst="rect">
            <a:avLst/>
          </a:prstGeom>
        </p:spPr>
        <p:txBody>
          <a:bodyPr wrap="none">
            <a:spAutoFit/>
          </a:bodyPr>
          <a:lstStyle/>
          <a:p>
            <a:r>
              <a:rPr lang="en-US" sz="2800" dirty="0"/>
              <a:t>N</a:t>
            </a:r>
            <a:r>
              <a:rPr lang="en-US" sz="2800" baseline="-25000" dirty="0"/>
              <a:t>2</a:t>
            </a:r>
          </a:p>
        </p:txBody>
      </p:sp>
      <p:sp>
        <p:nvSpPr>
          <p:cNvPr id="12" name="Rectangle 11"/>
          <p:cNvSpPr/>
          <p:nvPr/>
        </p:nvSpPr>
        <p:spPr>
          <a:xfrm>
            <a:off x="3259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p:cNvSpPr/>
          <p:nvPr/>
        </p:nvSpPr>
        <p:spPr>
          <a:xfrm>
            <a:off x="5360202" y="3729015"/>
            <a:ext cx="481222" cy="523220"/>
          </a:xfrm>
          <a:prstGeom prst="rect">
            <a:avLst/>
          </a:prstGeom>
        </p:spPr>
        <p:txBody>
          <a:bodyPr wrap="none">
            <a:spAutoFit/>
          </a:bodyPr>
          <a:lstStyle/>
          <a:p>
            <a:r>
              <a:rPr lang="en-US" sz="2800" dirty="0"/>
              <a:t>T</a:t>
            </a:r>
            <a:r>
              <a:rPr lang="en-US" sz="2800" baseline="-25000" dirty="0"/>
              <a:t>2</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914400" y="1600200"/>
            <a:ext cx="7315200" cy="1828800"/>
            <a:chOff x="914400" y="1600200"/>
            <a:chExt cx="7315200" cy="1828800"/>
          </a:xfrm>
        </p:grpSpPr>
        <p:sp>
          <p:nvSpPr>
            <p:cNvPr id="5" name="Rectangle 4"/>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524000" y="1981200"/>
              <a:ext cx="533400" cy="5334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p:cNvGrpSpPr/>
          <p:nvPr/>
        </p:nvGrpSpPr>
        <p:grpSpPr>
          <a:xfrm>
            <a:off x="914400" y="3962400"/>
            <a:ext cx="7315200" cy="1828800"/>
            <a:chOff x="914400" y="3962400"/>
            <a:chExt cx="7315200" cy="1828800"/>
          </a:xfrm>
        </p:grpSpPr>
        <p:sp>
          <p:nvSpPr>
            <p:cNvPr id="11" name="Rectangle 10"/>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6400800" y="4419600"/>
              <a:ext cx="533400" cy="533400"/>
              <a:chOff x="1524000" y="1981200"/>
              <a:chExt cx="3505200" cy="3505200"/>
            </a:xfrm>
          </p:grpSpPr>
          <p:sp>
            <p:nvSpPr>
              <p:cNvPr id="14" name="Oval 13"/>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38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1219200" y="17907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4876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705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p:cNvGrpSpPr/>
          <p:nvPr/>
        </p:nvGrpSpPr>
        <p:grpSpPr>
          <a:xfrm>
            <a:off x="5181600" y="17907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1905000" y="21336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7315200" y="19050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60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438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p:cNvGrpSpPr/>
          <p:nvPr/>
        </p:nvGrpSpPr>
        <p:grpSpPr>
          <a:xfrm>
            <a:off x="3124200" y="29718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4876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705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p:cNvGrpSpPr/>
          <p:nvPr/>
        </p:nvGrpSpPr>
        <p:grpSpPr>
          <a:xfrm>
            <a:off x="7924800" y="32004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1905000" y="33528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7315200" y="31242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38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p:cNvGrpSpPr/>
          <p:nvPr/>
        </p:nvGrpSpPr>
        <p:grpSpPr>
          <a:xfrm>
            <a:off x="1219200" y="7239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4876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705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5181600" y="7239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p:cNvGrpSpPr/>
          <p:nvPr/>
        </p:nvGrpSpPr>
        <p:grpSpPr>
          <a:xfrm>
            <a:off x="1905000" y="10668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p:cNvGrpSpPr/>
          <p:nvPr/>
        </p:nvGrpSpPr>
        <p:grpSpPr>
          <a:xfrm>
            <a:off x="5715000" y="10668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60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438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p:cNvGrpSpPr/>
          <p:nvPr/>
        </p:nvGrpSpPr>
        <p:grpSpPr>
          <a:xfrm>
            <a:off x="3124200" y="19050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4876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705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p:cNvGrpSpPr/>
          <p:nvPr/>
        </p:nvGrpSpPr>
        <p:grpSpPr>
          <a:xfrm>
            <a:off x="6096000" y="22098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p:cNvGrpSpPr/>
          <p:nvPr/>
        </p:nvGrpSpPr>
        <p:grpSpPr>
          <a:xfrm>
            <a:off x="1905000" y="22860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p:cNvGrpSpPr/>
          <p:nvPr/>
        </p:nvGrpSpPr>
        <p:grpSpPr>
          <a:xfrm>
            <a:off x="7315200" y="20574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p:cNvSpPr/>
          <p:nvPr/>
        </p:nvSpPr>
        <p:spPr>
          <a:xfrm>
            <a:off x="68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14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p:cNvGrpSpPr/>
          <p:nvPr/>
        </p:nvGrpSpPr>
        <p:grpSpPr>
          <a:xfrm>
            <a:off x="1295400" y="3162300"/>
            <a:ext cx="266700" cy="266700"/>
            <a:chOff x="1524000" y="1981200"/>
            <a:chExt cx="3505200" cy="3505200"/>
          </a:xfrm>
        </p:grpSpPr>
        <p:sp>
          <p:nvSpPr>
            <p:cNvPr id="53" name="Oval 5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p:cNvSpPr/>
          <p:nvPr/>
        </p:nvSpPr>
        <p:spPr>
          <a:xfrm>
            <a:off x="4953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781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p:cNvGrpSpPr/>
          <p:nvPr/>
        </p:nvGrpSpPr>
        <p:grpSpPr>
          <a:xfrm>
            <a:off x="7772400" y="3200400"/>
            <a:ext cx="266700" cy="266700"/>
            <a:chOff x="1524000" y="1981200"/>
            <a:chExt cx="3505200" cy="3505200"/>
          </a:xfrm>
        </p:grpSpPr>
        <p:sp>
          <p:nvSpPr>
            <p:cNvPr id="59" name="Oval 5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p:cNvGrpSpPr/>
          <p:nvPr/>
        </p:nvGrpSpPr>
        <p:grpSpPr>
          <a:xfrm>
            <a:off x="3657600" y="3505200"/>
            <a:ext cx="266700" cy="266700"/>
            <a:chOff x="2514600" y="3657600"/>
            <a:chExt cx="266700" cy="266700"/>
          </a:xfrm>
        </p:grpSpPr>
        <p:sp>
          <p:nvSpPr>
            <p:cNvPr id="63" name="Oval 6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p:cNvGrpSpPr/>
          <p:nvPr/>
        </p:nvGrpSpPr>
        <p:grpSpPr>
          <a:xfrm>
            <a:off x="5867400" y="3429000"/>
            <a:ext cx="266700" cy="266700"/>
            <a:chOff x="2514600" y="3657600"/>
            <a:chExt cx="266700" cy="266700"/>
          </a:xfrm>
        </p:grpSpPr>
        <p:sp>
          <p:nvSpPr>
            <p:cNvPr id="67" name="Oval 6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p:cNvSpPr/>
          <p:nvPr/>
        </p:nvSpPr>
        <p:spPr>
          <a:xfrm>
            <a:off x="68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2514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p:cNvGrpSpPr/>
          <p:nvPr/>
        </p:nvGrpSpPr>
        <p:grpSpPr>
          <a:xfrm>
            <a:off x="3200400" y="4343400"/>
            <a:ext cx="266700" cy="266700"/>
            <a:chOff x="1524000" y="1981200"/>
            <a:chExt cx="3505200" cy="3505200"/>
          </a:xfrm>
        </p:grpSpPr>
        <p:sp>
          <p:nvSpPr>
            <p:cNvPr id="73" name="Oval 7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p:cNvSpPr/>
          <p:nvPr/>
        </p:nvSpPr>
        <p:spPr>
          <a:xfrm>
            <a:off x="4953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781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p:cNvGrpSpPr/>
          <p:nvPr/>
        </p:nvGrpSpPr>
        <p:grpSpPr>
          <a:xfrm>
            <a:off x="8001000" y="4572000"/>
            <a:ext cx="266700" cy="266700"/>
            <a:chOff x="1524000" y="1981200"/>
            <a:chExt cx="3505200" cy="3505200"/>
          </a:xfrm>
        </p:grpSpPr>
        <p:sp>
          <p:nvSpPr>
            <p:cNvPr id="79" name="Oval 7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p:cNvGrpSpPr/>
          <p:nvPr/>
        </p:nvGrpSpPr>
        <p:grpSpPr>
          <a:xfrm>
            <a:off x="1981200" y="4724400"/>
            <a:ext cx="266700" cy="266700"/>
            <a:chOff x="2514600" y="3657600"/>
            <a:chExt cx="266700" cy="266700"/>
          </a:xfrm>
        </p:grpSpPr>
        <p:sp>
          <p:nvSpPr>
            <p:cNvPr id="83" name="Oval 8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p:cNvGrpSpPr/>
          <p:nvPr/>
        </p:nvGrpSpPr>
        <p:grpSpPr>
          <a:xfrm>
            <a:off x="7391400" y="4495800"/>
            <a:ext cx="266700" cy="266700"/>
            <a:chOff x="2514600" y="3657600"/>
            <a:chExt cx="266700" cy="266700"/>
          </a:xfrm>
        </p:grpSpPr>
        <p:sp>
          <p:nvSpPr>
            <p:cNvPr id="87" name="Oval 8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762000" y="1066800"/>
            <a:ext cx="266700" cy="266700"/>
            <a:chOff x="2743200" y="5715000"/>
            <a:chExt cx="266700" cy="266700"/>
          </a:xfrm>
        </p:grpSpPr>
        <p:sp>
          <p:nvSpPr>
            <p:cNvPr id="91" name="Oval 90"/>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p:cNvGrpSpPr/>
          <p:nvPr/>
        </p:nvGrpSpPr>
        <p:grpSpPr>
          <a:xfrm>
            <a:off x="7391400" y="838200"/>
            <a:ext cx="266700" cy="266700"/>
            <a:chOff x="2743200" y="5715000"/>
            <a:chExt cx="266700" cy="266700"/>
          </a:xfrm>
        </p:grpSpPr>
        <p:sp>
          <p:nvSpPr>
            <p:cNvPr id="96" name="Oval 9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a:off x="1447800" y="1981200"/>
            <a:ext cx="266700" cy="266700"/>
            <a:chOff x="2743200" y="5715000"/>
            <a:chExt cx="266700" cy="266700"/>
          </a:xfrm>
        </p:grpSpPr>
        <p:sp>
          <p:nvSpPr>
            <p:cNvPr id="100" name="Oval 9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p:cNvGrpSpPr/>
          <p:nvPr/>
        </p:nvGrpSpPr>
        <p:grpSpPr>
          <a:xfrm>
            <a:off x="5410200" y="1905000"/>
            <a:ext cx="266700" cy="266700"/>
            <a:chOff x="2743200" y="5715000"/>
            <a:chExt cx="266700" cy="266700"/>
          </a:xfrm>
        </p:grpSpPr>
        <p:sp>
          <p:nvSpPr>
            <p:cNvPr id="104" name="Oval 103"/>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p:cNvGrpSpPr/>
          <p:nvPr/>
        </p:nvGrpSpPr>
        <p:grpSpPr>
          <a:xfrm>
            <a:off x="3124200" y="3200400"/>
            <a:ext cx="266700" cy="266700"/>
            <a:chOff x="2743200" y="5715000"/>
            <a:chExt cx="266700" cy="266700"/>
          </a:xfrm>
        </p:grpSpPr>
        <p:sp>
          <p:nvSpPr>
            <p:cNvPr id="108" name="Oval 107"/>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6934200" y="3200400"/>
            <a:ext cx="266700" cy="266700"/>
            <a:chOff x="2743200" y="5715000"/>
            <a:chExt cx="266700" cy="266700"/>
          </a:xfrm>
        </p:grpSpPr>
        <p:sp>
          <p:nvSpPr>
            <p:cNvPr id="112" name="Oval 111"/>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p:cNvGrpSpPr/>
          <p:nvPr/>
        </p:nvGrpSpPr>
        <p:grpSpPr>
          <a:xfrm>
            <a:off x="3810000" y="4648200"/>
            <a:ext cx="266700" cy="266700"/>
            <a:chOff x="2743200" y="5715000"/>
            <a:chExt cx="266700" cy="266700"/>
          </a:xfrm>
        </p:grpSpPr>
        <p:sp>
          <p:nvSpPr>
            <p:cNvPr id="116" name="Oval 11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p:cNvGrpSpPr/>
          <p:nvPr/>
        </p:nvGrpSpPr>
        <p:grpSpPr>
          <a:xfrm>
            <a:off x="7086600" y="4724400"/>
            <a:ext cx="266700" cy="266700"/>
            <a:chOff x="2743200" y="5715000"/>
            <a:chExt cx="266700" cy="266700"/>
          </a:xfrm>
        </p:grpSpPr>
        <p:sp>
          <p:nvSpPr>
            <p:cNvPr id="120" name="Oval 11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123.16.2</a:t>
            </a:r>
          </a:p>
        </p:txBody>
      </p:sp>
      <p:sp>
        <p:nvSpPr>
          <p:cNvPr id="3" name="Content Placeholder 2"/>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119</a:t>
            </a:fld>
            <a:endParaRPr lang="en-US"/>
          </a:p>
        </p:txBody>
      </p:sp>
    </p:spTree>
    <p:extLst>
      <p:ext uri="{BB962C8B-B14F-4D97-AF65-F5344CB8AC3E}">
        <p14:creationId xmlns:p14="http://schemas.microsoft.com/office/powerpoint/2010/main" val="8855485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Probabilities: </a:t>
            </a:r>
          </a:p>
        </p:txBody>
      </p:sp>
      <p:sp>
        <p:nvSpPr>
          <p:cNvPr id="19459" name="Rectangle 3"/>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24091035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200"/>
              <a:t>Adiabatic Free Expansion Again</a:t>
            </a:r>
          </a:p>
        </p:txBody>
      </p:sp>
      <p:grpSp>
        <p:nvGrpSpPr>
          <p:cNvPr id="2" name="Group 3"/>
          <p:cNvGrpSpPr>
            <a:grpSpLocks/>
          </p:cNvGrpSpPr>
          <p:nvPr/>
        </p:nvGrpSpPr>
        <p:grpSpPr bwMode="auto">
          <a:xfrm>
            <a:off x="2324100" y="2147888"/>
            <a:ext cx="4419600" cy="3300412"/>
            <a:chOff x="1464" y="1353"/>
            <a:chExt cx="2784" cy="2079"/>
          </a:xfrm>
        </p:grpSpPr>
        <p:sp>
          <p:nvSpPr>
            <p:cNvPr id="20484" name="Rectangle 4"/>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8361295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31900" y="0"/>
            <a:ext cx="7623175" cy="1143000"/>
          </a:xfrm>
        </p:spPr>
        <p:txBody>
          <a:bodyPr/>
          <a:lstStyle/>
          <a:p>
            <a:pPr eaLnBrk="1" hangingPunct="1"/>
            <a:r>
              <a:rPr lang="en-US" sz="3200"/>
              <a:t>Entropy, Molecule Example Extended</a:t>
            </a:r>
          </a:p>
        </p:txBody>
      </p:sp>
      <p:sp>
        <p:nvSpPr>
          <p:cNvPr id="21507" name="Rectangle 3"/>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5292778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Entropy and Heat</a:t>
            </a:r>
          </a:p>
        </p:txBody>
      </p:sp>
      <p:sp>
        <p:nvSpPr>
          <p:cNvPr id="1028" name="Rectangle 3"/>
          <p:cNvSpPr>
            <a:spLocks noGrp="1" noChangeArrowheads="1"/>
          </p:cNvSpPr>
          <p:nvPr>
            <p:ph type="body" idx="1"/>
          </p:nvPr>
        </p:nvSpPr>
        <p:spPr>
          <a:xfrm>
            <a:off x="685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p:cNvGraphicFramePr>
            <a:graphicFrameLocks noChangeAspect="1"/>
          </p:cNvGraphicFramePr>
          <p:nvPr/>
        </p:nvGraphicFramePr>
        <p:xfrm>
          <a:off x="3384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4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530349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Entropy and Heat, cont</a:t>
            </a:r>
          </a:p>
        </p:txBody>
      </p:sp>
      <p:sp>
        <p:nvSpPr>
          <p:cNvPr id="22531" name="Rectangle 3"/>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10048000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t>More About Change in Entropy</a:t>
            </a:r>
          </a:p>
        </p:txBody>
      </p:sp>
      <p:sp>
        <p:nvSpPr>
          <p:cNvPr id="2052" name="Rectangle 3"/>
          <p:cNvSpPr>
            <a:spLocks noGrp="1" noChangeArrowheads="1"/>
          </p:cNvSpPr>
          <p:nvPr>
            <p:ph type="body" idx="1"/>
          </p:nvPr>
        </p:nvSpPr>
        <p:spPr/>
        <p:txBody>
          <a:bodyPr/>
          <a:lstStyle/>
          <a:p>
            <a:pPr eaLnBrk="1" hangingPunct="1"/>
            <a:r>
              <a:rPr lang="en-US" i="1"/>
              <a:t>dQ</a:t>
            </a:r>
            <a:r>
              <a:rPr lang="en-US" i="1" baseline="-25000"/>
              <a:t>r</a:t>
            </a:r>
            <a:r>
              <a:rPr lang="en-US"/>
              <a:t> is measured along a reversible path, even if the system may have followed an irreversible path</a:t>
            </a:r>
          </a:p>
          <a:p>
            <a:pPr eaLnBrk="1" hangingPunct="1"/>
            <a:r>
              <a:rPr lang="en-US"/>
              <a:t>The meaningful quantity is the </a:t>
            </a:r>
            <a:r>
              <a:rPr lang="en-US" i="1"/>
              <a:t>change</a:t>
            </a:r>
            <a:r>
              <a:rPr lang="en-US"/>
              <a:t> in entropy and not the entropy itself</a:t>
            </a:r>
          </a:p>
          <a:p>
            <a:pPr eaLnBrk="1" hangingPunct="1"/>
            <a:r>
              <a:rPr lang="en-US"/>
              <a:t>For a finite process,</a:t>
            </a:r>
          </a:p>
        </p:txBody>
      </p:sp>
      <p:graphicFrame>
        <p:nvGraphicFramePr>
          <p:cNvPr id="2050" name="Object 4"/>
          <p:cNvGraphicFramePr>
            <a:graphicFrameLocks noChangeAspect="1"/>
          </p:cNvGraphicFramePr>
          <p:nvPr/>
        </p:nvGraphicFramePr>
        <p:xfrm>
          <a:off x="2446338" y="4892675"/>
          <a:ext cx="3711575" cy="1116013"/>
        </p:xfrm>
        <a:graphic>
          <a:graphicData uri="http://schemas.openxmlformats.org/presentationml/2006/ole">
            <mc:AlternateContent xmlns:mc="http://schemas.openxmlformats.org/markup-compatibility/2006">
              <mc:Choice xmlns:v="urn:schemas-microsoft-com:vml" Requires="v">
                <p:oleObj name="Equation" r:id="rId2" imgW="1307880" imgH="393480" progId="Equation.DSMT4">
                  <p:embed/>
                </p:oleObj>
              </mc:Choice>
              <mc:Fallback>
                <p:oleObj name="Equation" r:id="rId2" imgW="1307880" imgH="393480" progId="Equation.DSMT4">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338" y="4892675"/>
                        <a:ext cx="3711575"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696503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Change in Entropy, cont</a:t>
            </a:r>
          </a:p>
        </p:txBody>
      </p:sp>
      <p:sp>
        <p:nvSpPr>
          <p:cNvPr id="23555" name="Rectangle 3"/>
          <p:cNvSpPr>
            <a:spLocks noGrp="1" noChangeArrowheads="1"/>
          </p:cNvSpPr>
          <p:nvPr>
            <p:ph type="body" idx="1"/>
          </p:nvPr>
        </p:nvSpPr>
        <p:spPr/>
        <p:txBody>
          <a:bodyPr/>
          <a:lstStyle/>
          <a:p>
            <a:pPr eaLnBrk="1" hangingPunct="1"/>
            <a:r>
              <a:rPr lang="en-US"/>
              <a:t>The change in entropy of a system going from one state to another has the same value for all paths connecting the two states</a:t>
            </a:r>
          </a:p>
          <a:p>
            <a:pPr eaLnBrk="1" hangingPunct="1"/>
            <a:r>
              <a:rPr lang="en-US"/>
              <a:t>The finite change in entropy depends only on the properties of the initial and final equilibrium states</a:t>
            </a:r>
          </a:p>
        </p:txBody>
      </p:sp>
    </p:spTree>
    <p:extLst>
      <p:ext uri="{BB962C8B-B14F-4D97-AF65-F5344CB8AC3E}">
        <p14:creationId xmlns:p14="http://schemas.microsoft.com/office/powerpoint/2010/main" val="12662264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for a Reversible Cycle</a:t>
            </a:r>
            <a:endParaRPr lang="en-US">
              <a:latin typeface="Symbol" pitchFamily="18" charset="2"/>
            </a:endParaRPr>
          </a:p>
        </p:txBody>
      </p:sp>
      <p:sp>
        <p:nvSpPr>
          <p:cNvPr id="3076" name="Rectangle 3"/>
          <p:cNvSpPr>
            <a:spLocks noGrp="1" noChangeArrowheads="1"/>
          </p:cNvSpPr>
          <p:nvPr>
            <p:ph type="body" idx="1"/>
          </p:nvPr>
        </p:nvSpPr>
        <p:spPr/>
        <p:txBody>
          <a:bodyPr/>
          <a:lstStyle/>
          <a:p>
            <a:pPr eaLnBrk="1" hangingPunct="1"/>
            <a:r>
              <a:rPr lang="en-US">
                <a:latin typeface="Symbol" pitchFamily="18" charset="2"/>
              </a:rPr>
              <a:t>D</a:t>
            </a:r>
            <a:r>
              <a:rPr lang="en-US" i="1"/>
              <a:t>S</a:t>
            </a:r>
            <a:r>
              <a:rPr lang="en-US"/>
              <a:t> = 0 for any reversible cycle</a:t>
            </a:r>
          </a:p>
          <a:p>
            <a:pPr eaLnBrk="1" hangingPunct="1"/>
            <a:r>
              <a:rPr lang="en-US"/>
              <a:t>In general, </a:t>
            </a:r>
          </a:p>
          <a:p>
            <a:pPr eaLnBrk="1" hangingPunct="1"/>
            <a:endParaRPr lang="en-US"/>
          </a:p>
          <a:p>
            <a:pPr eaLnBrk="1" hangingPunct="1"/>
            <a:endParaRPr lang="en-US"/>
          </a:p>
          <a:p>
            <a:pPr lvl="1" eaLnBrk="1" hangingPunct="1"/>
            <a:r>
              <a:rPr lang="en-US"/>
              <a:t>This integral symbol indicates the integral is over a closed path</a:t>
            </a:r>
          </a:p>
        </p:txBody>
      </p:sp>
      <p:graphicFrame>
        <p:nvGraphicFramePr>
          <p:cNvPr id="3074" name="Object 5"/>
          <p:cNvGraphicFramePr>
            <a:graphicFrameLocks noChangeAspect="1"/>
          </p:cNvGraphicFramePr>
          <p:nvPr/>
        </p:nvGraphicFramePr>
        <p:xfrm>
          <a:off x="3417888" y="2865438"/>
          <a:ext cx="1643062" cy="1019175"/>
        </p:xfrm>
        <a:graphic>
          <a:graphicData uri="http://schemas.openxmlformats.org/presentationml/2006/ole">
            <mc:AlternateContent xmlns:mc="http://schemas.openxmlformats.org/markup-compatibility/2006">
              <mc:Choice xmlns:v="urn:schemas-microsoft-com:vml" Requires="v">
                <p:oleObj name="Equation" r:id="rId2" imgW="634680" imgH="393480" progId="Equation.3">
                  <p:embed/>
                </p:oleObj>
              </mc:Choice>
              <mc:Fallback>
                <p:oleObj name="Equation" r:id="rId2" imgW="634680" imgH="393480" progId="Equation.3">
                  <p:embed/>
                  <p:pic>
                    <p:nvPicPr>
                      <p:cNvPr id="307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865438"/>
                        <a:ext cx="1643062"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585681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p:cNvSpPr>
            <a:spLocks noGrp="1" noChangeArrowheads="1"/>
          </p:cNvSpPr>
          <p:nvPr>
            <p:ph type="body" idx="1"/>
          </p:nvPr>
        </p:nvSpPr>
        <p:spPr>
          <a:xfrm>
            <a:off x="1182688" y="1493838"/>
            <a:ext cx="7772400" cy="4535487"/>
          </a:xfrm>
        </p:spPr>
        <p:txBody>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p:graphicFrame>
        <p:nvGraphicFramePr>
          <p:cNvPr id="4098" name="Object 6"/>
          <p:cNvGraphicFramePr>
            <a:graphicFrameLocks noChangeAspect="1"/>
          </p:cNvGraphicFramePr>
          <p:nvPr/>
        </p:nvGraphicFramePr>
        <p:xfrm>
          <a:off x="2209800" y="3971925"/>
          <a:ext cx="4321175" cy="87312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09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971925"/>
                        <a:ext cx="432117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50011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49350" y="0"/>
            <a:ext cx="7827963" cy="1143000"/>
          </a:xfrm>
        </p:spPr>
        <p:txBody>
          <a:bodyPr/>
          <a:lstStyle/>
          <a:p>
            <a:pPr eaLnBrk="1" hangingPunct="1"/>
            <a:r>
              <a:rPr lang="en-US" sz="2800"/>
              <a:t>Entropy Changes in Irreversible Processes</a:t>
            </a:r>
          </a:p>
        </p:txBody>
      </p:sp>
      <p:sp>
        <p:nvSpPr>
          <p:cNvPr id="24579" name="Rectangle 3"/>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37505512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p:cNvSpPr>
            <a:spLocks noGrp="1" noChangeArrowheads="1"/>
          </p:cNvSpPr>
          <p:nvPr>
            <p:ph type="title"/>
          </p:nvPr>
        </p:nvSpPr>
        <p:spPr>
          <a:xfrm>
            <a:off x="1136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391800248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95375" y="0"/>
            <a:ext cx="8048625" cy="1143000"/>
          </a:xfrm>
        </p:spPr>
        <p:txBody>
          <a:bodyPr/>
          <a:lstStyle/>
          <a:p>
            <a:pPr eaLnBrk="1" hangingPunct="1"/>
            <a:r>
              <a:rPr lang="en-US" sz="2800"/>
              <a:t>Entropy Changes in Irreversible Processes, final</a:t>
            </a:r>
          </a:p>
        </p:txBody>
      </p:sp>
      <p:sp>
        <p:nvSpPr>
          <p:cNvPr id="26627" name="Rectangle 3"/>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109150042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Heat Death of the Universe</a:t>
            </a:r>
          </a:p>
        </p:txBody>
      </p:sp>
      <p:sp>
        <p:nvSpPr>
          <p:cNvPr id="27651" name="Rectangle 3"/>
          <p:cNvSpPr>
            <a:spLocks noGrp="1" noChangeArrowheads="1"/>
          </p:cNvSpPr>
          <p:nvPr>
            <p:ph type="body" idx="1"/>
          </p:nvPr>
        </p:nvSpPr>
        <p:spPr/>
        <p:txBody>
          <a:bodyPr/>
          <a:lstStyle/>
          <a:p>
            <a:pPr eaLnBrk="1" hangingPunct="1"/>
            <a:r>
              <a:rPr lang="en-US" sz="2800"/>
              <a:t>Ultimately, the entropy of the Universe should reach a maximum value</a:t>
            </a:r>
          </a:p>
          <a:p>
            <a:pPr eaLnBrk="1" hangingPunct="1"/>
            <a:r>
              <a:rPr lang="en-US" sz="2800"/>
              <a:t>At this value, the Universe will be in a state of uniform temperature and density</a:t>
            </a:r>
          </a:p>
          <a:p>
            <a:pPr eaLnBrk="1" hangingPunct="1"/>
            <a:r>
              <a:rPr lang="en-US" sz="2800"/>
              <a:t>All physical, chemical, and biological processes will cease</a:t>
            </a:r>
          </a:p>
          <a:p>
            <a:pPr lvl="1" eaLnBrk="1" hangingPunct="1"/>
            <a:r>
              <a:rPr lang="en-US" sz="2400"/>
              <a:t>The state of perfect disorder implies that no energy is available for doing work</a:t>
            </a:r>
          </a:p>
          <a:p>
            <a:pPr lvl="1" eaLnBrk="1" hangingPunct="1"/>
            <a:r>
              <a:rPr lang="en-US" sz="2400"/>
              <a:t>This state is called the heat death of the Universe</a:t>
            </a:r>
          </a:p>
        </p:txBody>
      </p:sp>
    </p:spTree>
    <p:extLst>
      <p:ext uri="{BB962C8B-B14F-4D97-AF65-F5344CB8AC3E}">
        <p14:creationId xmlns:p14="http://schemas.microsoft.com/office/powerpoint/2010/main" val="365768103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p:cNvSpPr>
            <a:spLocks noGrp="1" noChangeArrowheads="1"/>
          </p:cNvSpPr>
          <p:nvPr>
            <p:ph type="body" idx="1"/>
          </p:nvPr>
        </p:nvSpPr>
        <p:spPr/>
        <p:txBody>
          <a:bodyPr/>
          <a:lstStyle/>
          <a:p>
            <a:pPr eaLnBrk="1" hangingPunct="1">
              <a:lnSpc>
                <a:spcPct val="90000"/>
              </a:lnSpc>
            </a:pPr>
            <a:r>
              <a:rPr lang="en-US" sz="2800"/>
              <a:t>The cold reservoir absorbs </a:t>
            </a:r>
            <a:r>
              <a:rPr lang="en-US" sz="2800" i="1"/>
              <a:t>Q</a:t>
            </a:r>
            <a:r>
              <a:rPr lang="en-US" sz="2800"/>
              <a:t> and its entropy changes by </a:t>
            </a:r>
            <a:r>
              <a:rPr lang="en-US" sz="2800" i="1"/>
              <a:t>Q</a:t>
            </a:r>
            <a:r>
              <a:rPr lang="en-US" sz="2800"/>
              <a:t>/</a:t>
            </a:r>
            <a:r>
              <a:rPr lang="en-US" sz="2800" i="1"/>
              <a:t>T</a:t>
            </a:r>
            <a:r>
              <a:rPr lang="en-US" sz="2800" i="1" baseline="-25000"/>
              <a:t>c</a:t>
            </a:r>
          </a:p>
          <a:p>
            <a:pPr eaLnBrk="1" hangingPunct="1">
              <a:lnSpc>
                <a:spcPct val="90000"/>
              </a:lnSpc>
            </a:pPr>
            <a:r>
              <a:rPr lang="en-US" sz="2800"/>
              <a:t>At the same time, the hot reservoir loses </a:t>
            </a:r>
            <a:r>
              <a:rPr lang="en-US" sz="2800" i="1"/>
              <a:t>Q</a:t>
            </a:r>
            <a:r>
              <a:rPr lang="en-US" sz="2800"/>
              <a:t> and its entropy changes by -</a:t>
            </a:r>
            <a:r>
              <a:rPr lang="en-US" sz="2800" i="1"/>
              <a:t>Q</a:t>
            </a:r>
            <a:r>
              <a:rPr lang="en-US" sz="2800"/>
              <a:t>/</a:t>
            </a:r>
            <a:r>
              <a:rPr lang="en-US" sz="2800" i="1"/>
              <a:t>T</a:t>
            </a:r>
            <a:r>
              <a:rPr lang="en-US" sz="2800" i="1" baseline="-25000"/>
              <a:t>h</a:t>
            </a:r>
          </a:p>
          <a:p>
            <a:pPr eaLnBrk="1" hangingPunct="1">
              <a:lnSpc>
                <a:spcPct val="90000"/>
              </a:lnSpc>
            </a:pPr>
            <a:r>
              <a:rPr lang="en-US" sz="2800"/>
              <a:t>Since </a:t>
            </a:r>
            <a:r>
              <a:rPr lang="en-US" sz="2800" i="1"/>
              <a:t>T</a:t>
            </a:r>
            <a:r>
              <a:rPr lang="en-US" sz="2800" i="1" baseline="-25000"/>
              <a:t>h</a:t>
            </a:r>
            <a:r>
              <a:rPr lang="en-US" sz="2800"/>
              <a:t> &gt; </a:t>
            </a:r>
            <a:r>
              <a:rPr lang="en-US" sz="2800" i="1"/>
              <a:t>T</a:t>
            </a:r>
            <a:r>
              <a:rPr lang="en-US" sz="2800" i="1" baseline="-25000"/>
              <a:t>c </a:t>
            </a:r>
            <a:r>
              <a:rPr lang="en-US" sz="2800"/>
              <a:t>, the increase in entropy in the cold reservoir is greater than the decrease in entropy in the hot reservoir</a:t>
            </a:r>
          </a:p>
          <a:p>
            <a:pPr eaLnBrk="1" hangingPunct="1">
              <a:lnSpc>
                <a:spcPct val="90000"/>
              </a:lnSpc>
            </a:pPr>
            <a:r>
              <a:rPr lang="en-US" sz="2800"/>
              <a:t>Therefore, </a:t>
            </a:r>
            <a:r>
              <a:rPr lang="en-US" sz="2800">
                <a:latin typeface="Symbol" pitchFamily="18" charset="2"/>
              </a:rPr>
              <a:t>D</a:t>
            </a:r>
            <a:r>
              <a:rPr lang="en-US" sz="2800" i="1"/>
              <a:t>S</a:t>
            </a:r>
            <a:r>
              <a:rPr lang="en-US" sz="2800" i="1" baseline="-25000"/>
              <a:t>U</a:t>
            </a:r>
            <a:r>
              <a:rPr lang="en-US" sz="2800"/>
              <a:t> &gt; 0</a:t>
            </a:r>
          </a:p>
          <a:p>
            <a:pPr lvl="1" eaLnBrk="1" hangingPunct="1">
              <a:lnSpc>
                <a:spcPct val="90000"/>
              </a:lnSpc>
            </a:pPr>
            <a:r>
              <a:rPr lang="en-US" sz="2400"/>
              <a:t>For the system and the Universe</a:t>
            </a:r>
          </a:p>
          <a:p>
            <a:pPr eaLnBrk="1" hangingPunct="1">
              <a:lnSpc>
                <a:spcPct val="90000"/>
              </a:lnSpc>
            </a:pPr>
            <a:endParaRPr lang="en-US" sz="2800"/>
          </a:p>
        </p:txBody>
      </p:sp>
    </p:spTree>
    <p:extLst>
      <p:ext uri="{BB962C8B-B14F-4D97-AF65-F5344CB8AC3E}">
        <p14:creationId xmlns:p14="http://schemas.microsoft.com/office/powerpoint/2010/main" val="872733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p:cNvGraphicFramePr>
            <a:graphicFrameLocks noChangeAspect="1"/>
          </p:cNvGraphicFramePr>
          <p:nvPr/>
        </p:nvGraphicFramePr>
        <p:xfrm>
          <a:off x="2317750"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62143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p:cNvGraphicFramePr>
            <a:graphicFrameLocks noChangeAspect="1"/>
          </p:cNvGraphicFramePr>
          <p:nvPr/>
        </p:nvGraphicFramePr>
        <p:xfrm>
          <a:off x="3368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422759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p:cNvSpPr>
            <a:spLocks noGrp="1" noChangeArrowheads="1"/>
          </p:cNvSpPr>
          <p:nvPr>
            <p:ph type="body" idx="1"/>
          </p:nvPr>
        </p:nvSpPr>
        <p:spPr/>
        <p:txBody>
          <a:bodyPr/>
          <a:lstStyle/>
          <a:p>
            <a:pPr eaLnBrk="1" hangingPunct="1">
              <a:lnSpc>
                <a:spcPct val="90000"/>
              </a:lnSpc>
            </a:pPr>
            <a:r>
              <a:rPr lang="en-US" sz="2800"/>
              <a:t>The process is irreversible because the system goes through a series of non-equilibrium states</a:t>
            </a:r>
          </a:p>
          <a:p>
            <a:pPr eaLnBrk="1" hangingPunct="1">
              <a:lnSpc>
                <a:spcPct val="90000"/>
              </a:lnSpc>
            </a:pPr>
            <a:r>
              <a:rPr lang="en-US" sz="2800"/>
              <a:t>Assuming the specific heats remain constant and no mixing takes place:</a:t>
            </a:r>
          </a:p>
          <a:p>
            <a:pPr eaLnBrk="1" hangingPunct="1">
              <a:lnSpc>
                <a:spcPct val="90000"/>
              </a:lnSpc>
            </a:pPr>
            <a:endParaRPr lang="en-US" sz="2800"/>
          </a:p>
          <a:p>
            <a:pPr eaLnBrk="1" hangingPunct="1">
              <a:lnSpc>
                <a:spcPct val="90000"/>
              </a:lnSpc>
            </a:pPr>
            <a:endParaRPr lang="en-US" sz="2800"/>
          </a:p>
          <a:p>
            <a:pPr lvl="1" eaLnBrk="1" hangingPunct="1">
              <a:lnSpc>
                <a:spcPct val="90000"/>
              </a:lnSpc>
            </a:pPr>
            <a:r>
              <a:rPr lang="en-US" sz="2400"/>
              <a:t>If mixing takes place, this result applies only to identical substances</a:t>
            </a:r>
          </a:p>
          <a:p>
            <a:pPr eaLnBrk="1" hangingPunct="1">
              <a:lnSpc>
                <a:spcPct val="90000"/>
              </a:lnSpc>
              <a:buFontTx/>
              <a:buNone/>
            </a:pPr>
            <a:r>
              <a:rPr lang="en-US" sz="2800">
                <a:latin typeface="Symbol" pitchFamily="18" charset="2"/>
              </a:rPr>
              <a:t>D</a:t>
            </a:r>
            <a:r>
              <a:rPr lang="en-US" sz="2800" i="1"/>
              <a:t>S</a:t>
            </a:r>
            <a:r>
              <a:rPr lang="en-US" sz="2800"/>
              <a:t> will be positive and the entropy of the Universe increases</a:t>
            </a:r>
          </a:p>
        </p:txBody>
      </p:sp>
      <p:graphicFrame>
        <p:nvGraphicFramePr>
          <p:cNvPr id="7170" name="Object 4"/>
          <p:cNvGraphicFramePr>
            <a:graphicFrameLocks noChangeAspect="1"/>
          </p:cNvGraphicFramePr>
          <p:nvPr/>
        </p:nvGraphicFramePr>
        <p:xfrm>
          <a:off x="2811463" y="3365500"/>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463" y="3365500"/>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67748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Number Placeholder 5"/>
          <p:cNvSpPr>
            <a:spLocks noGrp="1"/>
          </p:cNvSpPr>
          <p:nvPr>
            <p:ph type="sldNum" sz="quarter" idx="12"/>
          </p:nvPr>
        </p:nvSpPr>
        <p:spPr>
          <a:noFill/>
        </p:spPr>
        <p:txBody>
          <a:bodyPr/>
          <a:lstStyle/>
          <a:p>
            <a:fld id="{C8DC7579-8A71-4CF2-8C80-54DAA6C21BFA}" type="slidenum">
              <a:rPr lang="en-US" smtClean="0"/>
              <a:pPr/>
              <a:t>137</a:t>
            </a:fld>
            <a:endParaRPr lang="en-US"/>
          </a:p>
        </p:txBody>
      </p:sp>
      <p:sp>
        <p:nvSpPr>
          <p:cNvPr id="206851" name="Rectangle 2"/>
          <p:cNvSpPr>
            <a:spLocks noGrp="1" noChangeArrowheads="1"/>
          </p:cNvSpPr>
          <p:nvPr>
            <p:ph type="title"/>
          </p:nvPr>
        </p:nvSpPr>
        <p:spPr/>
        <p:txBody>
          <a:bodyPr/>
          <a:lstStyle/>
          <a:p>
            <a:pPr eaLnBrk="1" hangingPunct="1"/>
            <a:r>
              <a:rPr lang="en-US"/>
              <a:t>Question 22.4</a:t>
            </a:r>
          </a:p>
        </p:txBody>
      </p:sp>
      <p:sp>
        <p:nvSpPr>
          <p:cNvPr id="206852" name="Rectangle 3"/>
          <p:cNvSpPr>
            <a:spLocks noGrp="1" noChangeArrowheads="1"/>
          </p:cNvSpPr>
          <p:nvPr>
            <p:ph type="body" idx="1"/>
          </p:nvPr>
        </p:nvSpPr>
        <p:spPr/>
        <p:txBody>
          <a:bodyPr>
            <a:normAutofit lnSpcReduction="10000"/>
          </a:bodyPr>
          <a:lstStyle/>
          <a:p>
            <a:pPr marL="609600" indent="-609600" eaLnBrk="1" hangingPunct="1">
              <a:lnSpc>
                <a:spcPct val="90000"/>
              </a:lnSpc>
              <a:buFontTx/>
              <a:buNone/>
            </a:pPr>
            <a:r>
              <a:rPr lang="en-US" dirty="0"/>
              <a:t>Which two quantities are “state variables” meaning they are path independent?</a:t>
            </a:r>
          </a:p>
          <a:p>
            <a:pPr marL="609600" indent="-609600" eaLnBrk="1" hangingPunct="1">
              <a:lnSpc>
                <a:spcPct val="90000"/>
              </a:lnSpc>
              <a:buFontTx/>
              <a:buAutoNum type="alphaLcParenR"/>
            </a:pPr>
            <a:r>
              <a:rPr lang="en-US" dirty="0">
                <a:sym typeface="Symbol" pitchFamily="18" charset="2"/>
              </a:rPr>
              <a:t>The change in internal energy and change in entropy</a:t>
            </a:r>
          </a:p>
          <a:p>
            <a:pPr marL="609600" indent="-609600" eaLnBrk="1" hangingPunct="1">
              <a:lnSpc>
                <a:spcPct val="90000"/>
              </a:lnSpc>
              <a:buFontTx/>
              <a:buAutoNum type="alphaLcParenR"/>
            </a:pPr>
            <a:r>
              <a:rPr lang="en-US" dirty="0">
                <a:sym typeface="Symbol" pitchFamily="18" charset="2"/>
              </a:rPr>
              <a:t>The change in internal energy and work</a:t>
            </a:r>
          </a:p>
          <a:p>
            <a:pPr marL="609600" indent="-609600" eaLnBrk="1" hangingPunct="1">
              <a:lnSpc>
                <a:spcPct val="90000"/>
              </a:lnSpc>
              <a:buFontTx/>
              <a:buAutoNum type="alphaLcParenR"/>
            </a:pPr>
            <a:r>
              <a:rPr lang="en-US" dirty="0">
                <a:sym typeface="Symbol" pitchFamily="18" charset="2"/>
              </a:rPr>
              <a:t>The change in internal energy and heat</a:t>
            </a:r>
          </a:p>
          <a:p>
            <a:pPr marL="609600" indent="-609600" eaLnBrk="1" hangingPunct="1">
              <a:lnSpc>
                <a:spcPct val="90000"/>
              </a:lnSpc>
              <a:buFontTx/>
              <a:buAutoNum type="alphaLcParenR"/>
            </a:pPr>
            <a:r>
              <a:rPr lang="en-US" dirty="0">
                <a:sym typeface="Symbol" pitchFamily="18" charset="2"/>
              </a:rPr>
              <a:t>Heat and work</a:t>
            </a:r>
          </a:p>
          <a:p>
            <a:pPr marL="609600" indent="-609600" eaLnBrk="1" hangingPunct="1">
              <a:lnSpc>
                <a:spcPct val="90000"/>
              </a:lnSpc>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40537574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Number Placeholder 5"/>
          <p:cNvSpPr>
            <a:spLocks noGrp="1"/>
          </p:cNvSpPr>
          <p:nvPr>
            <p:ph type="sldNum" sz="quarter" idx="12"/>
          </p:nvPr>
        </p:nvSpPr>
        <p:spPr>
          <a:noFill/>
        </p:spPr>
        <p:txBody>
          <a:bodyPr/>
          <a:lstStyle/>
          <a:p>
            <a:fld id="{230DFF15-7384-41A0-9FCD-D051FFD3566A}" type="slidenum">
              <a:rPr lang="en-US" smtClean="0"/>
              <a:pPr/>
              <a:t>138</a:t>
            </a:fld>
            <a:endParaRPr lang="en-US"/>
          </a:p>
        </p:txBody>
      </p:sp>
      <p:sp>
        <p:nvSpPr>
          <p:cNvPr id="185347" name="Rectangle 2"/>
          <p:cNvSpPr>
            <a:spLocks noGrp="1" noChangeArrowheads="1"/>
          </p:cNvSpPr>
          <p:nvPr>
            <p:ph type="title"/>
          </p:nvPr>
        </p:nvSpPr>
        <p:spPr/>
        <p:txBody>
          <a:bodyPr/>
          <a:lstStyle/>
          <a:p>
            <a:pPr eaLnBrk="1" hangingPunct="1"/>
            <a:r>
              <a:rPr lang="en-US"/>
              <a:t>Question 20.8</a:t>
            </a:r>
          </a:p>
        </p:txBody>
      </p:sp>
      <p:sp>
        <p:nvSpPr>
          <p:cNvPr id="185348" name="Rectangle 3"/>
          <p:cNvSpPr>
            <a:spLocks noGrp="1" noChangeArrowheads="1"/>
          </p:cNvSpPr>
          <p:nvPr>
            <p:ph type="body" idx="1"/>
          </p:nvPr>
        </p:nvSpPr>
        <p:spPr/>
        <p:txBody>
          <a:bodyPr/>
          <a:lstStyle/>
          <a:p>
            <a:pPr marL="609600" indent="-609600" eaLnBrk="1" hangingPunct="1">
              <a:buFontTx/>
              <a:buNone/>
            </a:pPr>
            <a:r>
              <a:rPr lang="en-US" dirty="0"/>
              <a:t>By observing a system we find that</a:t>
            </a:r>
          </a:p>
          <a:p>
            <a:pPr marL="609600" indent="-609600" eaLnBrk="1" hangingPunct="1">
              <a:buFontTx/>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eaLnBrk="1" hangingPunct="1">
              <a:buFontTx/>
              <a:buNone/>
            </a:pPr>
            <a:r>
              <a:rPr lang="en-US" dirty="0"/>
              <a:t>What might be the reason for this?</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30550239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fontScale="90000"/>
          </a:bodyPr>
          <a:lstStyle/>
          <a:p>
            <a:r>
              <a:rPr lang="en-US" sz="4000"/>
              <a:t>An Opinion on the Second Law of Thermodynamics and Mormon Thought</a:t>
            </a:r>
          </a:p>
        </p:txBody>
      </p:sp>
      <p:sp>
        <p:nvSpPr>
          <p:cNvPr id="2051" name="Rectangle 3"/>
          <p:cNvSpPr>
            <a:spLocks noGrp="1" noChangeArrowheads="1"/>
          </p:cNvSpPr>
          <p:nvPr>
            <p:ph type="subTitle" idx="1"/>
          </p:nvPr>
        </p:nvSpPr>
        <p:spPr/>
        <p:txBody>
          <a:bodyPr/>
          <a:lstStyle/>
          <a:p>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Warning</a:t>
            </a:r>
          </a:p>
        </p:txBody>
      </p:sp>
      <p:sp>
        <p:nvSpPr>
          <p:cNvPr id="5123" name="Rectangle 3"/>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fontScale="90000"/>
          </a:bodyPr>
          <a:lstStyle/>
          <a:p>
            <a:r>
              <a:rPr lang="en-US" sz="4000"/>
              <a:t>First Law: Conservation of Energy (and Mass)</a:t>
            </a:r>
          </a:p>
        </p:txBody>
      </p:sp>
      <p:sp>
        <p:nvSpPr>
          <p:cNvPr id="3075" name="Rectangle 3"/>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p:cNvSpPr>
            <a:spLocks noChangeArrowheads="1"/>
          </p:cNvSpPr>
          <p:nvPr/>
        </p:nvSpPr>
        <p:spPr bwMode="auto">
          <a:xfrm>
            <a:off x="228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The idea of the first law of thermodynamics seems in harmony with LDS thought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Second Law</a:t>
            </a:r>
          </a:p>
        </p:txBody>
      </p:sp>
      <p:sp>
        <p:nvSpPr>
          <p:cNvPr id="4099" name="Rectangle 3"/>
          <p:cNvSpPr>
            <a:spLocks noGrp="1" noChangeArrowheads="1"/>
          </p:cNvSpPr>
          <p:nvPr>
            <p:ph type="body" idx="1"/>
          </p:nvPr>
        </p:nvSpPr>
        <p:spPr>
          <a:xfrm>
            <a:off x="457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p:cNvSpPr>
            <a:spLocks noChangeArrowheads="1"/>
          </p:cNvSpPr>
          <p:nvPr/>
        </p:nvSpPr>
        <p:spPr bwMode="auto">
          <a:xfrm>
            <a:off x="228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a:t>We </a:t>
            </a:r>
            <a:r>
              <a:rPr lang="en-US" i="1"/>
              <a:t>also</a:t>
            </a:r>
            <a:r>
              <a:rPr lang="en-US"/>
              <a:t> seem to accept the concept of the second law as well</a:t>
            </a:r>
          </a:p>
          <a:p>
            <a:pPr algn="ctr">
              <a:lnSpc>
                <a:spcPct val="90000"/>
              </a:lnSpc>
              <a:spcBef>
                <a:spcPct val="20000"/>
              </a:spcBef>
            </a:pPr>
            <a:r>
              <a:rPr lang="en-US"/>
              <a:t>--This will be a surprise to our non-Mormon friends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p:cNvSpPr>
            <a:spLocks noGrp="1" noChangeArrowheads="1"/>
          </p:cNvSpPr>
          <p:nvPr>
            <p:ph type="body" idx="1"/>
          </p:nvPr>
        </p:nvSpPr>
        <p:spPr/>
        <p:txBody>
          <a:bodyPr/>
          <a:lstStyle/>
          <a:p>
            <a:pPr>
              <a:lnSpc>
                <a:spcPct val="80000"/>
              </a:lnSpc>
            </a:pPr>
            <a:r>
              <a:rPr lang="en-US" sz="2000"/>
              <a:t>Jacob describes another force not recognized by current scientific theory that counteracts this tendency to decay</a:t>
            </a:r>
          </a:p>
          <a:p>
            <a:pPr lvl="1">
              <a:lnSpc>
                <a:spcPct val="80000"/>
              </a:lnSpc>
            </a:pPr>
            <a:r>
              <a:rPr lang="en-US" sz="160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a:t>O how great the goodness of our God, who prepareth a way for our escape from the grasp of this awful monster; yea, that monster, death and hell, which I call the death of the body, and also the death of the spirit. (2 Nephi 9:10)</a:t>
            </a:r>
          </a:p>
          <a:p>
            <a:pPr>
              <a:lnSpc>
                <a:spcPct val="80000"/>
              </a:lnSpc>
            </a:pPr>
            <a:r>
              <a:rPr lang="en-US" sz="2000"/>
              <a:t>Atonement means to bring together. This is an apt description of a process or law that would counter or balance the second law</a:t>
            </a:r>
            <a:r>
              <a:rPr lang="en-US" sz="1800"/>
              <a:t> </a:t>
            </a:r>
          </a:p>
          <a:p>
            <a:pPr lvl="1">
              <a:lnSpc>
                <a:spcPct val="80000"/>
              </a:lnSpc>
            </a:pPr>
            <a:r>
              <a:rPr lang="en-US" sz="1600"/>
              <a:t>(Nibley, The meaning of the temple, reprinted in the Collected Works of Hugh Nibley: volume 12, Deseret Book, Salt Lake City, UT, 1992)</a:t>
            </a:r>
          </a:p>
          <a:p>
            <a:pPr>
              <a:lnSpc>
                <a:spcPct val="80000"/>
              </a:lnSpc>
            </a:pPr>
            <a:r>
              <a:rPr lang="en-US" sz="1800"/>
              <a:t>Since the atonement can only be accessed through Christ, it is not likely to be discovered in a laboratory, but is a very real, physical, process. (see for example Luke 24:39)</a:t>
            </a:r>
          </a:p>
          <a:p>
            <a:pPr>
              <a:lnSpc>
                <a:spcPct val="80000"/>
              </a:lnSpc>
            </a:pPr>
            <a:endParaRPr lang="en-US" sz="1800"/>
          </a:p>
          <a:p>
            <a:pPr>
              <a:lnSpc>
                <a:spcPct val="80000"/>
              </a:lnSpc>
            </a:pPr>
            <a:endParaRPr lang="en-US" sz="180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Entropy, Marble Example</a:t>
            </a:r>
          </a:p>
        </p:txBody>
      </p:sp>
      <p:sp>
        <p:nvSpPr>
          <p:cNvPr id="29699" name="Rectangle 3"/>
          <p:cNvSpPr>
            <a:spLocks noGrp="1" noChangeArrowheads="1"/>
          </p:cNvSpPr>
          <p:nvPr>
            <p:ph type="body" idx="1"/>
          </p:nvPr>
        </p:nvSpPr>
        <p:spPr/>
        <p:txBody>
          <a:bodyPr/>
          <a:lstStyle/>
          <a:p>
            <a:pPr eaLnBrk="1" hangingPunct="1">
              <a:lnSpc>
                <a:spcPct val="90000"/>
              </a:lnSpc>
            </a:pPr>
            <a:r>
              <a:rPr lang="en-US"/>
              <a:t>Suppose you have a bag with 50 red marbles and 50 green marbles</a:t>
            </a:r>
          </a:p>
          <a:p>
            <a:pPr eaLnBrk="1" hangingPunct="1">
              <a:lnSpc>
                <a:spcPct val="90000"/>
              </a:lnSpc>
            </a:pPr>
            <a:r>
              <a:rPr lang="en-US"/>
              <a:t>You draw a marble, record its color, return it to the bag, and draw another </a:t>
            </a:r>
          </a:p>
          <a:p>
            <a:pPr eaLnBrk="1" hangingPunct="1">
              <a:lnSpc>
                <a:spcPct val="90000"/>
              </a:lnSpc>
            </a:pPr>
            <a:r>
              <a:rPr lang="en-US"/>
              <a:t>Continue until four marbles have been drawn</a:t>
            </a:r>
          </a:p>
          <a:p>
            <a:pPr eaLnBrk="1" hangingPunct="1">
              <a:lnSpc>
                <a:spcPct val="90000"/>
              </a:lnSpc>
            </a:pPr>
            <a:r>
              <a:rPr lang="en-US"/>
              <a:t>What are possible macrostates and what are their probabilities?</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600200" y="0"/>
            <a:ext cx="7543800" cy="1143000"/>
          </a:xfrm>
        </p:spPr>
        <p:txBody>
          <a:bodyPr>
            <a:normAutofit fontScale="90000"/>
          </a:bodyPr>
          <a:lstStyle/>
          <a:p>
            <a:pPr eaLnBrk="1" hangingPunct="1"/>
            <a:r>
              <a:rPr lang="en-US"/>
              <a:t>Entropy, Marble Example, Results</a:t>
            </a:r>
          </a:p>
        </p:txBody>
      </p:sp>
      <p:graphicFrame>
        <p:nvGraphicFramePr>
          <p:cNvPr id="8194" name="Object 4"/>
          <p:cNvGraphicFramePr>
            <a:graphicFrameLocks noGrp="1" noChangeAspect="1"/>
          </p:cNvGraphicFramePr>
          <p:nvPr>
            <p:ph sz="half" idx="1"/>
          </p:nvPr>
        </p:nvGraphicFramePr>
        <p:xfrm>
          <a:off x="1371600" y="1981200"/>
          <a:ext cx="7239000" cy="2651125"/>
        </p:xfrm>
        <a:graphic>
          <a:graphicData uri="http://schemas.openxmlformats.org/presentationml/2006/ole">
            <mc:AlternateContent xmlns:mc="http://schemas.openxmlformats.org/markup-compatibility/2006">
              <mc:Choice xmlns:v="urn:schemas-microsoft-com:vml" Requires="v">
                <p:oleObj name="Photo Editor Photo" r:id="rId2" imgW="9078592" imgH="3323810" progId="MSPhotoEd.3">
                  <p:embed/>
                </p:oleObj>
              </mc:Choice>
              <mc:Fallback>
                <p:oleObj name="Photo Editor Photo" r:id="rId2" imgW="9078592" imgH="3323810" progId="MSPhotoEd.3">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981200"/>
                        <a:ext cx="723900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Rectangle 5"/>
          <p:cNvSpPr>
            <a:spLocks noGrp="1" noChangeArrowheads="1"/>
          </p:cNvSpPr>
          <p:nvPr>
            <p:ph type="body" sz="half" idx="2"/>
          </p:nvPr>
        </p:nvSpPr>
        <p:spPr>
          <a:xfrm>
            <a:off x="1066800" y="4953000"/>
            <a:ext cx="7772400" cy="1182688"/>
          </a:xfrm>
        </p:spPr>
        <p:txBody>
          <a:bodyPr/>
          <a:lstStyle/>
          <a:p>
            <a:pPr eaLnBrk="1" hangingPunct="1"/>
            <a:r>
              <a:rPr lang="en-US" sz="2800"/>
              <a:t>The most ordered are the least likely</a:t>
            </a:r>
          </a:p>
          <a:p>
            <a:pPr eaLnBrk="1" hangingPunct="1"/>
            <a:r>
              <a:rPr lang="en-US" sz="2800"/>
              <a:t>The most disorder is the most likely</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p:txBody>
          <a:bodyPr/>
          <a:lstStyle/>
          <a:p>
            <a:pPr eaLnBrk="1" hangingPunct="1"/>
            <a:r>
              <a:rPr lang="en-US"/>
              <a:t>Summary</a:t>
            </a:r>
          </a:p>
        </p:txBody>
      </p:sp>
      <p:sp>
        <p:nvSpPr>
          <p:cNvPr id="9223" name="Rectangle 3"/>
          <p:cNvSpPr>
            <a:spLocks noGrp="1" noChangeArrowheads="1"/>
          </p:cNvSpPr>
          <p:nvPr>
            <p:ph type="body" idx="1"/>
          </p:nvPr>
        </p:nvSpPr>
        <p:spPr/>
        <p:txBody>
          <a:bodyPr/>
          <a:lstStyle/>
          <a:p>
            <a:pPr eaLnBrk="1" hangingPunct="1">
              <a:lnSpc>
                <a:spcPct val="90000"/>
              </a:lnSpc>
            </a:pPr>
            <a:r>
              <a:rPr lang="en-US" sz="1800"/>
              <a:t>Two forms of entropy equations</a:t>
            </a:r>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1800" i="1"/>
              <a:t>Microscopic</a:t>
            </a:r>
          </a:p>
          <a:p>
            <a:pPr eaLnBrk="1" hangingPunct="1">
              <a:lnSpc>
                <a:spcPct val="90000"/>
              </a:lnSpc>
            </a:pPr>
            <a:endParaRPr lang="en-US" sz="1800" i="1"/>
          </a:p>
          <a:p>
            <a:pPr eaLnBrk="1" hangingPunct="1">
              <a:lnSpc>
                <a:spcPct val="90000"/>
              </a:lnSpc>
            </a:pPr>
            <a:endParaRPr lang="en-US" sz="1800" i="1"/>
          </a:p>
          <a:p>
            <a:pPr eaLnBrk="1" hangingPunct="1">
              <a:lnSpc>
                <a:spcPct val="90000"/>
              </a:lnSpc>
            </a:pPr>
            <a:r>
              <a:rPr lang="en-US" sz="1800" i="1"/>
              <a:t>Cyclic Reversible Process</a:t>
            </a:r>
            <a:endParaRPr lang="en-US" sz="1800"/>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2400"/>
              <a:t>Problems to now try 9-13</a:t>
            </a:r>
          </a:p>
          <a:p>
            <a:pPr eaLnBrk="1" hangingPunct="1">
              <a:lnSpc>
                <a:spcPct val="90000"/>
              </a:lnSpc>
            </a:pPr>
            <a:endParaRPr lang="en-US" sz="2400"/>
          </a:p>
        </p:txBody>
      </p:sp>
      <p:graphicFrame>
        <p:nvGraphicFramePr>
          <p:cNvPr id="9218" name="Object 29"/>
          <p:cNvGraphicFramePr>
            <a:graphicFrameLocks noChangeAspect="1"/>
          </p:cNvGraphicFramePr>
          <p:nvPr/>
        </p:nvGraphicFramePr>
        <p:xfrm>
          <a:off x="1571625" y="1955800"/>
          <a:ext cx="792163" cy="481013"/>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9218"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955800"/>
                        <a:ext cx="792163"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0"/>
          <p:cNvGraphicFramePr>
            <a:graphicFrameLocks noChangeAspect="1"/>
          </p:cNvGraphicFramePr>
          <p:nvPr/>
        </p:nvGraphicFramePr>
        <p:xfrm>
          <a:off x="3162300" y="1920875"/>
          <a:ext cx="2066925" cy="620713"/>
        </p:xfrm>
        <a:graphic>
          <a:graphicData uri="http://schemas.openxmlformats.org/presentationml/2006/ole">
            <mc:AlternateContent xmlns:mc="http://schemas.openxmlformats.org/markup-compatibility/2006">
              <mc:Choice xmlns:v="urn:schemas-microsoft-com:vml" Requires="v">
                <p:oleObj name="Equation" r:id="rId4" imgW="1307880" imgH="393480" progId="Equation.DSMT4">
                  <p:embed/>
                </p:oleObj>
              </mc:Choice>
              <mc:Fallback>
                <p:oleObj name="Equation" r:id="rId4" imgW="1307880" imgH="393480" progId="Equation.DSMT4">
                  <p:embed/>
                  <p:pic>
                    <p:nvPicPr>
                      <p:cNvPr id="9219"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0" y="1920875"/>
                        <a:ext cx="2066925"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31"/>
          <p:cNvGraphicFramePr>
            <a:graphicFrameLocks noChangeAspect="1"/>
          </p:cNvGraphicFramePr>
          <p:nvPr/>
        </p:nvGraphicFramePr>
        <p:xfrm>
          <a:off x="1651000" y="3841750"/>
          <a:ext cx="744538" cy="461963"/>
        </p:xfrm>
        <a:graphic>
          <a:graphicData uri="http://schemas.openxmlformats.org/presentationml/2006/ole">
            <mc:AlternateContent xmlns:mc="http://schemas.openxmlformats.org/markup-compatibility/2006">
              <mc:Choice xmlns:v="urn:schemas-microsoft-com:vml" Requires="v">
                <p:oleObj name="Equation" r:id="rId6" imgW="634680" imgH="393480" progId="Equation.3">
                  <p:embed/>
                </p:oleObj>
              </mc:Choice>
              <mc:Fallback>
                <p:oleObj name="Equation" r:id="rId6" imgW="634680" imgH="393480" progId="Equation.3">
                  <p:embed/>
                  <p:pic>
                    <p:nvPicPr>
                      <p:cNvPr id="922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1000" y="3841750"/>
                        <a:ext cx="7445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33"/>
          <p:cNvGraphicFramePr>
            <a:graphicFrameLocks noChangeAspect="1"/>
          </p:cNvGraphicFramePr>
          <p:nvPr/>
        </p:nvGraphicFramePr>
        <p:xfrm>
          <a:off x="1558925" y="2955925"/>
          <a:ext cx="1333500" cy="354013"/>
        </p:xfrm>
        <a:graphic>
          <a:graphicData uri="http://schemas.openxmlformats.org/presentationml/2006/ole">
            <mc:AlternateContent xmlns:mc="http://schemas.openxmlformats.org/markup-compatibility/2006">
              <mc:Choice xmlns:v="urn:schemas-microsoft-com:vml" Requires="v">
                <p:oleObj name="Equation" r:id="rId8" imgW="812520" imgH="215640" progId="Equation.3">
                  <p:embed/>
                </p:oleObj>
              </mc:Choice>
              <mc:Fallback>
                <p:oleObj name="Equation" r:id="rId8" imgW="812520" imgH="215640" progId="Equation.3">
                  <p:embed/>
                  <p:pic>
                    <p:nvPicPr>
                      <p:cNvPr id="922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8925" y="2955925"/>
                        <a:ext cx="1333500"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Number Placeholder 5"/>
          <p:cNvSpPr>
            <a:spLocks noGrp="1"/>
          </p:cNvSpPr>
          <p:nvPr>
            <p:ph type="sldNum" sz="quarter" idx="12"/>
          </p:nvPr>
        </p:nvSpPr>
        <p:spPr>
          <a:noFill/>
        </p:spPr>
        <p:txBody>
          <a:bodyPr/>
          <a:lstStyle/>
          <a:p>
            <a:fld id="{917D1039-81FC-40ED-A6C1-7BAC07FF53B2}" type="slidenum">
              <a:rPr lang="en-US" smtClean="0"/>
              <a:pPr/>
              <a:t>148</a:t>
            </a:fld>
            <a:endParaRPr lang="en-US"/>
          </a:p>
        </p:txBody>
      </p:sp>
      <p:sp>
        <p:nvSpPr>
          <p:cNvPr id="199683" name="Rectangle 2"/>
          <p:cNvSpPr>
            <a:spLocks noGrp="1" noChangeArrowheads="1"/>
          </p:cNvSpPr>
          <p:nvPr>
            <p:ph type="title"/>
          </p:nvPr>
        </p:nvSpPr>
        <p:spPr/>
        <p:txBody>
          <a:bodyPr/>
          <a:lstStyle/>
          <a:p>
            <a:pPr eaLnBrk="1" hangingPunct="1"/>
            <a:r>
              <a:rPr lang="en-US" dirty="0"/>
              <a:t>Question 123.14.2</a:t>
            </a:r>
          </a:p>
        </p:txBody>
      </p:sp>
      <p:sp>
        <p:nvSpPr>
          <p:cNvPr id="199684" name="Rectangle 3"/>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309401757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533400" y="0"/>
            <a:ext cx="7772400" cy="1143000"/>
          </a:xfrm>
        </p:spPr>
        <p:txBody>
          <a:bodyPr/>
          <a:lstStyle/>
          <a:p>
            <a:pPr eaLnBrk="1" hangingPunct="1"/>
            <a:r>
              <a:rPr lang="en-US"/>
              <a:t>Boltzmann Distribution</a:t>
            </a:r>
          </a:p>
        </p:txBody>
      </p:sp>
      <p:graphicFrame>
        <p:nvGraphicFramePr>
          <p:cNvPr id="2050" name="Object 3"/>
          <p:cNvGraphicFramePr>
            <a:graphicFrameLocks noChangeAspect="1"/>
          </p:cNvGraphicFramePr>
          <p:nvPr/>
        </p:nvGraphicFramePr>
        <p:xfrm>
          <a:off x="152400" y="1408906"/>
          <a:ext cx="4700588" cy="1144588"/>
        </p:xfrm>
        <a:graphic>
          <a:graphicData uri="http://schemas.openxmlformats.org/presentationml/2006/ole">
            <mc:AlternateContent xmlns:mc="http://schemas.openxmlformats.org/markup-compatibility/2006">
              <mc:Choice xmlns:v="urn:schemas-microsoft-com:vml" Requires="v">
                <p:oleObj name="Equation" r:id="rId2" imgW="1015920" imgH="241200" progId="Equation.3">
                  <p:embed/>
                </p:oleObj>
              </mc:Choice>
              <mc:Fallback>
                <p:oleObj name="Equation" r:id="rId2" imgW="1015920" imgH="241200" progId="Equation.3">
                  <p:embed/>
                  <p:pic>
                    <p:nvPicPr>
                      <p:cNvPr id="205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08906"/>
                        <a:ext cx="4700588" cy="1144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4" name="Picture 4" descr="File:Energy distribution of Boltzmann gas.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274277"/>
            <a:ext cx="57150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3"/>
          <p:cNvGraphicFramePr>
            <a:graphicFrameLocks noChangeAspect="1"/>
          </p:cNvGraphicFramePr>
          <p:nvPr/>
        </p:nvGraphicFramePr>
        <p:xfrm>
          <a:off x="228600" y="914400"/>
          <a:ext cx="5319935" cy="4495800"/>
        </p:xfrm>
        <a:graphic>
          <a:graphicData uri="http://schemas.openxmlformats.org/presentationml/2006/ole">
            <mc:AlternateContent xmlns:mc="http://schemas.openxmlformats.org/markup-compatibility/2006">
              <mc:Choice xmlns:v="urn:schemas-microsoft-com:vml" Requires="v">
                <p:oleObj name="Photo Editor Photo" r:id="rId2" imgW="1905266" imgH="1609524" progId="">
                  <p:embed/>
                </p:oleObj>
              </mc:Choice>
              <mc:Fallback>
                <p:oleObj name="Photo Editor Photo" r:id="rId2" imgW="1905266" imgH="1609524" progId="">
                  <p:embed/>
                  <p:pic>
                    <p:nvPicPr>
                      <p:cNvPr id="307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5319935" cy="4495800"/>
                      </a:xfrm>
                      <a:prstGeom prst="rect">
                        <a:avLst/>
                      </a:prstGeom>
                      <a:noFill/>
                      <a:ln>
                        <a:noFill/>
                      </a:ln>
                      <a:effectLst/>
                    </p:spPr>
                  </p:pic>
                </p:oleObj>
              </mc:Fallback>
            </mc:AlternateContent>
          </a:graphicData>
        </a:graphic>
      </p:graphicFrame>
      <p:sp>
        <p:nvSpPr>
          <p:cNvPr id="3076" name="Text Box 4"/>
          <p:cNvSpPr txBox="1">
            <a:spLocks noChangeArrowheads="1"/>
          </p:cNvSpPr>
          <p:nvPr/>
        </p:nvSpPr>
        <p:spPr bwMode="auto">
          <a:xfrm>
            <a:off x="1676400" y="5943600"/>
            <a:ext cx="3048000" cy="822325"/>
          </a:xfrm>
          <a:prstGeom prst="rect">
            <a:avLst/>
          </a:prstGeom>
          <a:noFill/>
          <a:ln w="9525">
            <a:noFill/>
            <a:miter lim="800000"/>
            <a:headEnd/>
            <a:tailEnd/>
          </a:ln>
        </p:spPr>
        <p:txBody>
          <a:bodyPr>
            <a:spAutoFit/>
          </a:bodyPr>
          <a:lstStyle/>
          <a:p>
            <a:pPr eaLnBrk="0" hangingPunct="0">
              <a:spcBef>
                <a:spcPct val="50000"/>
              </a:spcBef>
            </a:pPr>
            <a:r>
              <a:rPr lang="en-US" sz="2400" dirty="0">
                <a:latin typeface="Times New Roman" pitchFamily="18" charset="0"/>
              </a:rPr>
              <a:t>James Clerk Maxwell (1831-1879)</a:t>
            </a:r>
          </a:p>
        </p:txBody>
      </p:sp>
      <p:sp>
        <p:nvSpPr>
          <p:cNvPr id="2" name="TextBox 1"/>
          <p:cNvSpPr txBox="1"/>
          <p:nvPr/>
        </p:nvSpPr>
        <p:spPr>
          <a:xfrm>
            <a:off x="5867400" y="1371600"/>
            <a:ext cx="2362200" cy="3046988"/>
          </a:xfrm>
          <a:prstGeom prst="rect">
            <a:avLst/>
          </a:prstGeom>
          <a:noFill/>
        </p:spPr>
        <p:txBody>
          <a:bodyPr wrap="square" rtlCol="0">
            <a:spAutoFit/>
          </a:bodyPr>
          <a:lstStyle/>
          <a:p>
            <a:r>
              <a:rPr lang="en-US" sz="3200" dirty="0"/>
              <a:t>Found an expression for the Molecular Speed Distribution</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1986" name="Picture 2" descr="http://classic.mormonchannel.org/sites/default/files/PER-10-elder-neal-a-maxwell-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3886200"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p:nvSpPr>
        <p:spPr bwMode="auto">
          <a:xfrm>
            <a:off x="1371600" y="5715000"/>
            <a:ext cx="3048000" cy="1015663"/>
          </a:xfrm>
          <a:prstGeom prst="rect">
            <a:avLst/>
          </a:prstGeom>
          <a:noFill/>
          <a:ln w="9525">
            <a:noFill/>
            <a:miter lim="800000"/>
            <a:headEnd/>
            <a:tailEnd/>
          </a:ln>
        </p:spPr>
        <p:txBody>
          <a:bodyPr>
            <a:spAutoFit/>
          </a:bodyPr>
          <a:lstStyle/>
          <a:p>
            <a:pPr eaLnBrk="0" hangingPunct="0">
              <a:spcBef>
                <a:spcPct val="50000"/>
              </a:spcBef>
            </a:pPr>
            <a:r>
              <a:rPr lang="en-US" sz="2400" dirty="0"/>
              <a:t>Neal A. Maxwell</a:t>
            </a:r>
          </a:p>
          <a:p>
            <a:pPr eaLnBrk="0" hangingPunct="0">
              <a:spcBef>
                <a:spcPct val="50000"/>
              </a:spcBef>
            </a:pPr>
            <a:r>
              <a:rPr lang="en-US" sz="2400" dirty="0">
                <a:latin typeface="Times New Roman" pitchFamily="18" charset="0"/>
              </a:rPr>
              <a:t>(1926-2004)</a:t>
            </a:r>
          </a:p>
        </p:txBody>
      </p:sp>
      <p:sp>
        <p:nvSpPr>
          <p:cNvPr id="7" name="TextBox 6"/>
          <p:cNvSpPr txBox="1"/>
          <p:nvPr/>
        </p:nvSpPr>
        <p:spPr>
          <a:xfrm>
            <a:off x="5867400" y="1371600"/>
            <a:ext cx="2362200" cy="1077218"/>
          </a:xfrm>
          <a:prstGeom prst="rect">
            <a:avLst/>
          </a:prstGeom>
          <a:noFill/>
        </p:spPr>
        <p:txBody>
          <a:bodyPr wrap="square" rtlCol="0">
            <a:spAutoFit/>
          </a:bodyPr>
          <a:lstStyle/>
          <a:p>
            <a:r>
              <a:rPr lang="en-US" sz="3200" dirty="0"/>
              <a:t>Not the same guy</a:t>
            </a:r>
          </a:p>
        </p:txBody>
      </p:sp>
    </p:spTree>
    <p:extLst>
      <p:ext uri="{BB962C8B-B14F-4D97-AF65-F5344CB8AC3E}">
        <p14:creationId xmlns:p14="http://schemas.microsoft.com/office/powerpoint/2010/main" val="22822458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4"/>
          <p:cNvGraphicFramePr>
            <a:graphicFrameLocks noChangeAspect="1"/>
          </p:cNvGraphicFramePr>
          <p:nvPr/>
        </p:nvGraphicFramePr>
        <p:xfrm>
          <a:off x="914400" y="76200"/>
          <a:ext cx="6934200" cy="1833562"/>
        </p:xfrm>
        <a:graphic>
          <a:graphicData uri="http://schemas.openxmlformats.org/presentationml/2006/ole">
            <mc:AlternateContent xmlns:mc="http://schemas.openxmlformats.org/markup-compatibility/2006">
              <mc:Choice xmlns:v="urn:schemas-microsoft-com:vml" Requires="v">
                <p:oleObj name="Equation" r:id="rId2" imgW="1968480" imgH="507960" progId="Equation.3">
                  <p:embed/>
                </p:oleObj>
              </mc:Choice>
              <mc:Fallback>
                <p:oleObj name="Equation" r:id="rId2" imgW="1968480" imgH="507960" progId="Equation.3">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6200"/>
                        <a:ext cx="6934200" cy="183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6"/>
          <p:cNvSpPr txBox="1">
            <a:spLocks noChangeArrowheads="1"/>
          </p:cNvSpPr>
          <p:nvPr/>
        </p:nvSpPr>
        <p:spPr bwMode="auto">
          <a:xfrm>
            <a:off x="-32657" y="2057400"/>
            <a:ext cx="4267200" cy="1200329"/>
          </a:xfrm>
          <a:prstGeom prst="rect">
            <a:avLst/>
          </a:prstGeom>
          <a:noFill/>
          <a:ln w="9525">
            <a:noFill/>
            <a:miter lim="800000"/>
            <a:headEnd/>
            <a:tailEnd/>
          </a:ln>
        </p:spPr>
        <p:txBody>
          <a:bodyPr wrap="square">
            <a:spAutoFit/>
          </a:bodyPr>
          <a:lstStyle/>
          <a:p>
            <a:pPr algn="l" eaLnBrk="0" hangingPunct="0">
              <a:spcBef>
                <a:spcPct val="50000"/>
              </a:spcBef>
            </a:pPr>
            <a:r>
              <a:rPr lang="en-US" sz="3600" dirty="0">
                <a:latin typeface="Times New Roman" pitchFamily="18" charset="0"/>
              </a:rPr>
              <a:t>N  - total number of molecules</a:t>
            </a:r>
          </a:p>
        </p:txBody>
      </p:sp>
      <p:pic>
        <p:nvPicPr>
          <p:cNvPr id="7180"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3364" y="1905000"/>
            <a:ext cx="502063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Number Placeholder 5"/>
          <p:cNvSpPr>
            <a:spLocks noGrp="1"/>
          </p:cNvSpPr>
          <p:nvPr>
            <p:ph type="sldNum" sz="quarter" idx="12"/>
          </p:nvPr>
        </p:nvSpPr>
        <p:spPr>
          <a:noFill/>
        </p:spPr>
        <p:txBody>
          <a:bodyPr/>
          <a:lstStyle/>
          <a:p>
            <a:fld id="{917D1039-81FC-40ED-A6C1-7BAC07FF53B2}" type="slidenum">
              <a:rPr lang="en-US" smtClean="0"/>
              <a:pPr/>
              <a:t>153</a:t>
            </a:fld>
            <a:endParaRPr lang="en-US"/>
          </a:p>
        </p:txBody>
      </p:sp>
      <p:sp>
        <p:nvSpPr>
          <p:cNvPr id="199683" name="Rectangle 2"/>
          <p:cNvSpPr>
            <a:spLocks noGrp="1" noChangeArrowheads="1"/>
          </p:cNvSpPr>
          <p:nvPr>
            <p:ph type="title"/>
          </p:nvPr>
        </p:nvSpPr>
        <p:spPr/>
        <p:txBody>
          <a:bodyPr/>
          <a:lstStyle/>
          <a:p>
            <a:pPr eaLnBrk="1" hangingPunct="1"/>
            <a:r>
              <a:rPr lang="en-US" dirty="0"/>
              <a:t>Question 123.14.2</a:t>
            </a:r>
          </a:p>
        </p:txBody>
      </p:sp>
      <p:sp>
        <p:nvSpPr>
          <p:cNvPr id="199684" name="Rectangle 3"/>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180252984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Maxwell Distribution</a:t>
            </a:r>
          </a:p>
        </p:txBody>
      </p:sp>
      <p:sp>
        <p:nvSpPr>
          <p:cNvPr id="16387" name="Rectangle 3"/>
          <p:cNvSpPr>
            <a:spLocks noGrp="1" noChangeArrowheads="1"/>
          </p:cNvSpPr>
          <p:nvPr>
            <p:ph type="body" sz="half" idx="1"/>
          </p:nvPr>
        </p:nvSpPr>
        <p:spPr>
          <a:xfrm>
            <a:off x="457200" y="1600200"/>
            <a:ext cx="4033838" cy="4525963"/>
          </a:xfrm>
        </p:spPr>
        <p:txBody>
          <a:bodyPr/>
          <a:lstStyle/>
          <a:p>
            <a:pPr eaLnBrk="1" hangingPunct="1">
              <a:lnSpc>
                <a:spcPct val="90000"/>
              </a:lnSpc>
            </a:pPr>
            <a:r>
              <a:rPr lang="en-US" sz="2800"/>
              <a:t>A system of gas at a given temperature will exhibit a variety of speeds</a:t>
            </a:r>
          </a:p>
          <a:p>
            <a:pPr eaLnBrk="1" hangingPunct="1">
              <a:lnSpc>
                <a:spcPct val="90000"/>
              </a:lnSpc>
            </a:pPr>
            <a:r>
              <a:rPr lang="en-US" sz="2800"/>
              <a:t>Three speeds are of interest:</a:t>
            </a:r>
          </a:p>
          <a:p>
            <a:pPr lvl="1" eaLnBrk="1" hangingPunct="1">
              <a:lnSpc>
                <a:spcPct val="90000"/>
              </a:lnSpc>
            </a:pPr>
            <a:r>
              <a:rPr lang="en-US" sz="2400"/>
              <a:t>Most probable</a:t>
            </a:r>
          </a:p>
          <a:p>
            <a:pPr lvl="1" eaLnBrk="1" hangingPunct="1">
              <a:lnSpc>
                <a:spcPct val="90000"/>
              </a:lnSpc>
            </a:pPr>
            <a:r>
              <a:rPr lang="en-US" sz="2400"/>
              <a:t>Average</a:t>
            </a:r>
          </a:p>
          <a:p>
            <a:pPr lvl="1" eaLnBrk="1" hangingPunct="1">
              <a:lnSpc>
                <a:spcPct val="90000"/>
              </a:lnSpc>
            </a:pPr>
            <a:r>
              <a:rPr lang="en-US" sz="2400"/>
              <a:t>rms</a:t>
            </a:r>
          </a:p>
        </p:txBody>
      </p:sp>
      <p:sp>
        <p:nvSpPr>
          <p:cNvPr id="2" name="Rectangle 1"/>
          <p:cNvSpPr/>
          <p:nvPr/>
        </p:nvSpPr>
        <p:spPr>
          <a:xfrm>
            <a:off x="4648200" y="5377934"/>
            <a:ext cx="4758931" cy="369332"/>
          </a:xfrm>
          <a:prstGeom prst="rect">
            <a:avLst/>
          </a:prstGeom>
        </p:spPr>
        <p:txBody>
          <a:bodyPr wrap="none">
            <a:spAutoFit/>
          </a:bodyPr>
          <a:lstStyle/>
          <a:p>
            <a:r>
              <a:rPr lang="de-DE" b="1" dirty="0"/>
              <a:t>Image in the Public Domain couracy Fred Stober</a:t>
            </a:r>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676400"/>
            <a:ext cx="476861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a:xfrm>
            <a:off x="685800" y="0"/>
            <a:ext cx="7772400" cy="1143000"/>
          </a:xfrm>
        </p:spPr>
        <p:txBody>
          <a:bodyPr/>
          <a:lstStyle/>
          <a:p>
            <a:pPr eaLnBrk="1" hangingPunct="1"/>
            <a:r>
              <a:rPr lang="en-US"/>
              <a:t>Molecular Speeds</a:t>
            </a:r>
          </a:p>
        </p:txBody>
      </p:sp>
      <p:graphicFrame>
        <p:nvGraphicFramePr>
          <p:cNvPr id="5122" name="Object 3"/>
          <p:cNvGraphicFramePr>
            <a:graphicFrameLocks noChangeAspect="1"/>
          </p:cNvGraphicFramePr>
          <p:nvPr/>
        </p:nvGraphicFramePr>
        <p:xfrm>
          <a:off x="533400" y="1219200"/>
          <a:ext cx="2571750" cy="1355725"/>
        </p:xfrm>
        <a:graphic>
          <a:graphicData uri="http://schemas.openxmlformats.org/presentationml/2006/ole">
            <mc:AlternateContent xmlns:mc="http://schemas.openxmlformats.org/markup-compatibility/2006">
              <mc:Choice xmlns:v="urn:schemas-microsoft-com:vml" Requires="v">
                <p:oleObj name="Equation" r:id="rId2" imgW="863280" imgH="444240" progId="Equation.3">
                  <p:embed/>
                </p:oleObj>
              </mc:Choice>
              <mc:Fallback>
                <p:oleObj name="Equation" r:id="rId2" imgW="863280" imgH="444240" progId="Equation.3">
                  <p:embed/>
                  <p:pic>
                    <p:nvPicPr>
                      <p:cNvPr id="5122" name="Object 3"/>
                      <p:cNvPicPr>
                        <a:picLocks noChangeAspect="1" noChangeArrowheads="1"/>
                      </p:cNvPicPr>
                      <p:nvPr/>
                    </p:nvPicPr>
                    <p:blipFill>
                      <a:blip r:embed="rId3"/>
                      <a:srcRect/>
                      <a:stretch>
                        <a:fillRect/>
                      </a:stretch>
                    </p:blipFill>
                    <p:spPr bwMode="auto">
                      <a:xfrm>
                        <a:off x="533400" y="1219200"/>
                        <a:ext cx="2571750"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4"/>
          <p:cNvGraphicFramePr>
            <a:graphicFrameLocks noChangeAspect="1"/>
          </p:cNvGraphicFramePr>
          <p:nvPr/>
        </p:nvGraphicFramePr>
        <p:xfrm>
          <a:off x="609600" y="3124200"/>
          <a:ext cx="2155825" cy="1355725"/>
        </p:xfrm>
        <a:graphic>
          <a:graphicData uri="http://schemas.openxmlformats.org/presentationml/2006/ole">
            <mc:AlternateContent xmlns:mc="http://schemas.openxmlformats.org/markup-compatibility/2006">
              <mc:Choice xmlns:v="urn:schemas-microsoft-com:vml" Requires="v">
                <p:oleObj name="Equation" r:id="rId4" imgW="723600" imgH="444240" progId="Equation.3">
                  <p:embed/>
                </p:oleObj>
              </mc:Choice>
              <mc:Fallback>
                <p:oleObj name="Equation" r:id="rId4" imgW="723600" imgH="444240" progId="Equation.3">
                  <p:embed/>
                  <p:pic>
                    <p:nvPicPr>
                      <p:cNvPr id="5123" name="Object 4"/>
                      <p:cNvPicPr>
                        <a:picLocks noChangeAspect="1" noChangeArrowheads="1"/>
                      </p:cNvPicPr>
                      <p:nvPr/>
                    </p:nvPicPr>
                    <p:blipFill>
                      <a:blip r:embed="rId5"/>
                      <a:srcRect/>
                      <a:stretch>
                        <a:fillRect/>
                      </a:stretch>
                    </p:blipFill>
                    <p:spPr bwMode="auto">
                      <a:xfrm>
                        <a:off x="609600" y="3124200"/>
                        <a:ext cx="2155825"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nvGraphicFramePr>
        <p:xfrm>
          <a:off x="422275" y="4745037"/>
          <a:ext cx="2533650" cy="1355725"/>
        </p:xfrm>
        <a:graphic>
          <a:graphicData uri="http://schemas.openxmlformats.org/presentationml/2006/ole">
            <mc:AlternateContent xmlns:mc="http://schemas.openxmlformats.org/markup-compatibility/2006">
              <mc:Choice xmlns:v="urn:schemas-microsoft-com:vml" Requires="v">
                <p:oleObj name="Equation" r:id="rId6" imgW="850680" imgH="444240" progId="Equation.3">
                  <p:embed/>
                </p:oleObj>
              </mc:Choice>
              <mc:Fallback>
                <p:oleObj name="Equation" r:id="rId6" imgW="850680" imgH="444240" progId="Equation.3">
                  <p:embed/>
                  <p:pic>
                    <p:nvPicPr>
                      <p:cNvPr id="2" name="Object 1"/>
                      <p:cNvPicPr>
                        <a:picLocks noChangeAspect="1" noChangeArrowheads="1"/>
                      </p:cNvPicPr>
                      <p:nvPr/>
                    </p:nvPicPr>
                    <p:blipFill>
                      <a:blip r:embed="rId7"/>
                      <a:srcRect/>
                      <a:stretch>
                        <a:fillRect/>
                      </a:stretch>
                    </p:blipFill>
                    <p:spPr bwMode="auto">
                      <a:xfrm>
                        <a:off x="422275" y="4745037"/>
                        <a:ext cx="253365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0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447800"/>
            <a:ext cx="4584700" cy="452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Object 2"/>
          <p:cNvGraphicFramePr>
            <a:graphicFrameLocks noChangeAspect="1"/>
          </p:cNvGraphicFramePr>
          <p:nvPr/>
        </p:nvGraphicFramePr>
        <p:xfrm>
          <a:off x="6019801" y="2057400"/>
          <a:ext cx="578254" cy="533400"/>
        </p:xfrm>
        <a:graphic>
          <a:graphicData uri="http://schemas.openxmlformats.org/presentationml/2006/ole">
            <mc:AlternateContent xmlns:mc="http://schemas.openxmlformats.org/markup-compatibility/2006">
              <mc:Choice xmlns:v="urn:schemas-microsoft-com:vml" Requires="v">
                <p:oleObj name="Equation" r:id="rId9" imgW="253800" imgH="228600" progId="Equation.3">
                  <p:embed/>
                </p:oleObj>
              </mc:Choice>
              <mc:Fallback>
                <p:oleObj name="Equation" r:id="rId9" imgW="253800" imgH="228600" progId="Equation.3">
                  <p:embed/>
                  <p:pic>
                    <p:nvPicPr>
                      <p:cNvPr id="3" name="Object 2"/>
                      <p:cNvPicPr>
                        <a:picLocks noChangeAspect="1" noChangeArrowheads="1"/>
                      </p:cNvPicPr>
                      <p:nvPr/>
                    </p:nvPicPr>
                    <p:blipFill>
                      <a:blip r:embed="rId10"/>
                      <a:srcRect/>
                      <a:stretch>
                        <a:fillRect/>
                      </a:stretch>
                    </p:blipFill>
                    <p:spPr bwMode="auto">
                      <a:xfrm>
                        <a:off x="6019801" y="2057400"/>
                        <a:ext cx="578254" cy="533400"/>
                      </a:xfrm>
                      <a:prstGeom prst="rect">
                        <a:avLst/>
                      </a:prstGeom>
                      <a:noFill/>
                      <a:ln>
                        <a:noFill/>
                      </a:ln>
                    </p:spPr>
                  </p:pic>
                </p:oleObj>
              </mc:Fallback>
            </mc:AlternateContent>
          </a:graphicData>
        </a:graphic>
      </p:graphicFrame>
      <p:graphicFrame>
        <p:nvGraphicFramePr>
          <p:cNvPr id="4" name="Object 3"/>
          <p:cNvGraphicFramePr>
            <a:graphicFrameLocks noChangeAspect="1"/>
          </p:cNvGraphicFramePr>
          <p:nvPr/>
        </p:nvGraphicFramePr>
        <p:xfrm>
          <a:off x="5943600" y="1905000"/>
          <a:ext cx="255587" cy="34007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4" name="Object 3"/>
                      <p:cNvPicPr>
                        <a:picLocks noChangeAspect="1" noChangeArrowheads="1"/>
                      </p:cNvPicPr>
                      <p:nvPr/>
                    </p:nvPicPr>
                    <p:blipFill>
                      <a:blip r:embed="rId12"/>
                      <a:srcRect/>
                      <a:stretch>
                        <a:fillRect/>
                      </a:stretch>
                    </p:blipFill>
                    <p:spPr bwMode="auto">
                      <a:xfrm>
                        <a:off x="5943600" y="1905000"/>
                        <a:ext cx="255587" cy="340070"/>
                      </a:xfrm>
                      <a:prstGeom prst="rect">
                        <a:avLst/>
                      </a:prstGeom>
                      <a:noFill/>
                      <a:ln>
                        <a:noFill/>
                      </a:ln>
                    </p:spPr>
                  </p:pic>
                </p:oleObj>
              </mc:Fallback>
            </mc:AlternateContent>
          </a:graphicData>
        </a:graphic>
      </p:graphicFrame>
      <p:graphicFrame>
        <p:nvGraphicFramePr>
          <p:cNvPr id="5" name="Object 4"/>
          <p:cNvGraphicFramePr>
            <a:graphicFrameLocks noChangeAspect="1"/>
          </p:cNvGraphicFramePr>
          <p:nvPr/>
        </p:nvGraphicFramePr>
        <p:xfrm>
          <a:off x="5638800" y="1600200"/>
          <a:ext cx="369887" cy="400065"/>
        </p:xfrm>
        <a:graphic>
          <a:graphicData uri="http://schemas.openxmlformats.org/presentationml/2006/ole">
            <mc:AlternateContent xmlns:mc="http://schemas.openxmlformats.org/markup-compatibility/2006">
              <mc:Choice xmlns:v="urn:schemas-microsoft-com:vml" Requires="v">
                <p:oleObj name="Equation" r:id="rId13" imgW="228600" imgH="241200" progId="Equation.3">
                  <p:embed/>
                </p:oleObj>
              </mc:Choice>
              <mc:Fallback>
                <p:oleObj name="Equation" r:id="rId13" imgW="228600" imgH="241200" progId="Equation.3">
                  <p:embed/>
                  <p:pic>
                    <p:nvPicPr>
                      <p:cNvPr id="5" name="Object 4"/>
                      <p:cNvPicPr>
                        <a:picLocks noChangeAspect="1" noChangeArrowheads="1"/>
                      </p:cNvPicPr>
                      <p:nvPr/>
                    </p:nvPicPr>
                    <p:blipFill>
                      <a:blip r:embed="rId14"/>
                      <a:srcRect/>
                      <a:stretch>
                        <a:fillRect/>
                      </a:stretch>
                    </p:blipFill>
                    <p:spPr bwMode="auto">
                      <a:xfrm>
                        <a:off x="5638800" y="1600200"/>
                        <a:ext cx="369887" cy="400065"/>
                      </a:xfrm>
                      <a:prstGeom prst="rect">
                        <a:avLst/>
                      </a:prstGeom>
                      <a:noFill/>
                      <a:ln>
                        <a:noFill/>
                      </a:ln>
                    </p:spPr>
                  </p:pic>
                </p:oleObj>
              </mc:Fallback>
            </mc:AlternateContent>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Number Placeholder 5"/>
          <p:cNvSpPr>
            <a:spLocks noGrp="1"/>
          </p:cNvSpPr>
          <p:nvPr>
            <p:ph type="sldNum" sz="quarter" idx="12"/>
          </p:nvPr>
        </p:nvSpPr>
        <p:spPr>
          <a:noFill/>
        </p:spPr>
        <p:txBody>
          <a:bodyPr/>
          <a:lstStyle/>
          <a:p>
            <a:fld id="{AB93FC83-B451-4B07-A2C8-1A82EE7D6380}" type="slidenum">
              <a:rPr lang="en-US" smtClean="0"/>
              <a:pPr/>
              <a:t>156</a:t>
            </a:fld>
            <a:endParaRPr lang="en-US"/>
          </a:p>
        </p:txBody>
      </p:sp>
      <p:sp>
        <p:nvSpPr>
          <p:cNvPr id="200707" name="Rectangle 2"/>
          <p:cNvSpPr>
            <a:spLocks noGrp="1" noChangeArrowheads="1"/>
          </p:cNvSpPr>
          <p:nvPr>
            <p:ph type="title"/>
          </p:nvPr>
        </p:nvSpPr>
        <p:spPr/>
        <p:txBody>
          <a:bodyPr/>
          <a:lstStyle/>
          <a:p>
            <a:pPr eaLnBrk="1" hangingPunct="1"/>
            <a:r>
              <a:rPr lang="en-US" dirty="0"/>
              <a:t>Question 123.14.4</a:t>
            </a:r>
          </a:p>
        </p:txBody>
      </p:sp>
      <p:sp>
        <p:nvSpPr>
          <p:cNvPr id="200708" name="Rectangle 3"/>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278842200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Equivalent Collision</a:t>
            </a:r>
          </a:p>
        </p:txBody>
      </p:sp>
      <p:grpSp>
        <p:nvGrpSpPr>
          <p:cNvPr id="2" name="Group 30"/>
          <p:cNvGrpSpPr>
            <a:grpSpLocks/>
          </p:cNvGrpSpPr>
          <p:nvPr/>
        </p:nvGrpSpPr>
        <p:grpSpPr bwMode="auto">
          <a:xfrm>
            <a:off x="1544638" y="2135188"/>
            <a:ext cx="5805487" cy="3030537"/>
            <a:chOff x="973" y="1345"/>
            <a:chExt cx="3657" cy="1909"/>
          </a:xfrm>
        </p:grpSpPr>
        <p:sp>
          <p:nvSpPr>
            <p:cNvPr id="12292" name="Oval 4"/>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p:cNvGrpSpPr>
              <a:grpSpLocks/>
            </p:cNvGrpSpPr>
            <p:nvPr/>
          </p:nvGrpSpPr>
          <p:grpSpPr bwMode="auto">
            <a:xfrm>
              <a:off x="1243" y="1778"/>
              <a:ext cx="596" cy="257"/>
              <a:chOff x="2395" y="2034"/>
              <a:chExt cx="596" cy="257"/>
            </a:xfrm>
          </p:grpSpPr>
          <p:sp>
            <p:nvSpPr>
              <p:cNvPr id="12314" name="Line 6"/>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p:cNvGrpSpPr>
              <a:grpSpLocks/>
            </p:cNvGrpSpPr>
            <p:nvPr/>
          </p:nvGrpSpPr>
          <p:grpSpPr bwMode="auto">
            <a:xfrm>
              <a:off x="973" y="2760"/>
              <a:ext cx="596" cy="257"/>
              <a:chOff x="2395" y="2034"/>
              <a:chExt cx="596" cy="257"/>
            </a:xfrm>
          </p:grpSpPr>
          <p:sp>
            <p:nvSpPr>
              <p:cNvPr id="12310" name="Line 12"/>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p:cNvGrpSpPr>
              <a:grpSpLocks/>
            </p:cNvGrpSpPr>
            <p:nvPr/>
          </p:nvGrpSpPr>
          <p:grpSpPr bwMode="auto">
            <a:xfrm>
              <a:off x="3427" y="2997"/>
              <a:ext cx="596" cy="257"/>
              <a:chOff x="2395" y="2034"/>
              <a:chExt cx="596" cy="257"/>
            </a:xfrm>
          </p:grpSpPr>
          <p:sp>
            <p:nvSpPr>
              <p:cNvPr id="12306" name="Line 19"/>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p:cNvGrpSpPr>
              <a:grpSpLocks/>
            </p:cNvGrpSpPr>
            <p:nvPr/>
          </p:nvGrpSpPr>
          <p:grpSpPr bwMode="auto">
            <a:xfrm>
              <a:off x="4017" y="2992"/>
              <a:ext cx="596" cy="257"/>
              <a:chOff x="2395" y="2034"/>
              <a:chExt cx="596" cy="257"/>
            </a:xfrm>
          </p:grpSpPr>
          <p:sp>
            <p:nvSpPr>
              <p:cNvPr id="12302" name="Line 24"/>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7"/>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p:cNvGrpSpPr/>
          <p:nvPr/>
        </p:nvGrpSpPr>
        <p:grpSpPr>
          <a:xfrm>
            <a:off x="3429000" y="1447800"/>
            <a:ext cx="1622424" cy="1597025"/>
            <a:chOff x="5459413" y="2667000"/>
            <a:chExt cx="1622424" cy="1597025"/>
          </a:xfrm>
        </p:grpSpPr>
        <p:sp>
          <p:nvSpPr>
            <p:cNvPr id="18"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p:cNvGrpSpPr/>
          <p:nvPr/>
        </p:nvGrpSpPr>
        <p:grpSpPr>
          <a:xfrm>
            <a:off x="2590800" y="3962400"/>
            <a:ext cx="1622424" cy="1597025"/>
            <a:chOff x="5459413" y="2667000"/>
            <a:chExt cx="1622424" cy="1597025"/>
          </a:xfrm>
        </p:grpSpPr>
        <p:sp>
          <p:nvSpPr>
            <p:cNvPr id="2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p:cNvGrpSpPr/>
          <p:nvPr/>
        </p:nvGrpSpPr>
        <p:grpSpPr>
          <a:xfrm>
            <a:off x="3733800" y="3200400"/>
            <a:ext cx="1622424" cy="1597025"/>
            <a:chOff x="5459413" y="2667000"/>
            <a:chExt cx="1622424" cy="1597025"/>
          </a:xfrm>
        </p:grpSpPr>
        <p:sp>
          <p:nvSpPr>
            <p:cNvPr id="3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p:cNvGrpSpPr/>
          <p:nvPr/>
        </p:nvGrpSpPr>
        <p:grpSpPr>
          <a:xfrm>
            <a:off x="5334000" y="4495800"/>
            <a:ext cx="1622424" cy="1597025"/>
            <a:chOff x="5459413" y="2667000"/>
            <a:chExt cx="1622424" cy="1597025"/>
          </a:xfrm>
        </p:grpSpPr>
        <p:sp>
          <p:nvSpPr>
            <p:cNvPr id="4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p:cNvGrpSpPr/>
          <p:nvPr/>
        </p:nvGrpSpPr>
        <p:grpSpPr>
          <a:xfrm>
            <a:off x="1447800" y="990600"/>
            <a:ext cx="1622424" cy="1597025"/>
            <a:chOff x="5459413" y="2667000"/>
            <a:chExt cx="1622424" cy="1597025"/>
          </a:xfrm>
        </p:grpSpPr>
        <p:sp>
          <p:nvSpPr>
            <p:cNvPr id="5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p:cNvGrpSpPr/>
          <p:nvPr/>
        </p:nvGrpSpPr>
        <p:grpSpPr>
          <a:xfrm>
            <a:off x="914400" y="2514600"/>
            <a:ext cx="1622424" cy="1597025"/>
            <a:chOff x="5459413" y="2667000"/>
            <a:chExt cx="1622424" cy="1597025"/>
          </a:xfrm>
        </p:grpSpPr>
        <p:sp>
          <p:nvSpPr>
            <p:cNvPr id="6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p:cNvGrpSpPr/>
          <p:nvPr/>
        </p:nvGrpSpPr>
        <p:grpSpPr>
          <a:xfrm>
            <a:off x="990600" y="4343400"/>
            <a:ext cx="1622424" cy="1597025"/>
            <a:chOff x="5459413" y="2667000"/>
            <a:chExt cx="1622424" cy="1597025"/>
          </a:xfrm>
        </p:grpSpPr>
        <p:sp>
          <p:nvSpPr>
            <p:cNvPr id="7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p:cNvGrpSpPr/>
          <p:nvPr/>
        </p:nvGrpSpPr>
        <p:grpSpPr>
          <a:xfrm>
            <a:off x="3810000" y="5260975"/>
            <a:ext cx="1622424" cy="1597025"/>
            <a:chOff x="5459413" y="2667000"/>
            <a:chExt cx="1622424" cy="1597025"/>
          </a:xfrm>
        </p:grpSpPr>
        <p:sp>
          <p:nvSpPr>
            <p:cNvPr id="8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p:cNvGrpSpPr/>
          <p:nvPr/>
        </p:nvGrpSpPr>
        <p:grpSpPr>
          <a:xfrm>
            <a:off x="6781800" y="1295400"/>
            <a:ext cx="1622424" cy="1597025"/>
            <a:chOff x="5459413" y="2667000"/>
            <a:chExt cx="1622424" cy="1597025"/>
          </a:xfrm>
        </p:grpSpPr>
        <p:sp>
          <p:nvSpPr>
            <p:cNvPr id="9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p:cNvGrpSpPr/>
          <p:nvPr/>
        </p:nvGrpSpPr>
        <p:grpSpPr>
          <a:xfrm>
            <a:off x="6934200" y="3810000"/>
            <a:ext cx="1622424" cy="1597025"/>
            <a:chOff x="5459413" y="2667000"/>
            <a:chExt cx="1622424" cy="1597025"/>
          </a:xfrm>
        </p:grpSpPr>
        <p:sp>
          <p:nvSpPr>
            <p:cNvPr id="10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p:cNvGrpSpPr/>
          <p:nvPr/>
        </p:nvGrpSpPr>
        <p:grpSpPr>
          <a:xfrm>
            <a:off x="5334000" y="914400"/>
            <a:ext cx="1622424" cy="1597025"/>
            <a:chOff x="5459413" y="2667000"/>
            <a:chExt cx="1622424" cy="1597025"/>
          </a:xfrm>
        </p:grpSpPr>
        <p:sp>
          <p:nvSpPr>
            <p:cNvPr id="11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291931463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en-US"/>
              <a:t>Partial Summary</a:t>
            </a:r>
          </a:p>
        </p:txBody>
      </p:sp>
      <p:sp>
        <p:nvSpPr>
          <p:cNvPr id="4101" name="Rectangle 3"/>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endParaRPr lang="en-US"/>
          </a:p>
        </p:txBody>
      </p:sp>
      <p:pic>
        <p:nvPicPr>
          <p:cNvPr id="13315" name="Content Placeholder 5" descr="Mean_Free_Path_equivalent_collision.jpg"/>
          <p:cNvPicPr>
            <a:picLocks noGrp="1" noChangeAspect="1"/>
          </p:cNvPicPr>
          <p:nvPr>
            <p:ph idx="1"/>
          </p:nvPr>
        </p:nvPicPr>
        <p:blipFill>
          <a:blip r:embed="rId2" cstate="print"/>
          <a:srcRect/>
          <a:stretch>
            <a:fillRect/>
          </a:stretch>
        </p:blipFill>
        <p:spPr>
          <a:xfrm>
            <a:off x="457200" y="1804988"/>
            <a:ext cx="8229600" cy="4114800"/>
          </a:xfr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endParaRPr lang="en-US"/>
          </a:p>
        </p:txBody>
      </p:sp>
      <p:pic>
        <p:nvPicPr>
          <p:cNvPr id="14339" name="Content Placeholder 5" descr="mean free path.jpg"/>
          <p:cNvPicPr>
            <a:picLocks noGrp="1" noChangeAspect="1"/>
          </p:cNvPicPr>
          <p:nvPr>
            <p:ph idx="1"/>
          </p:nvPr>
        </p:nvPicPr>
        <p:blipFill>
          <a:blip r:embed="rId2" cstate="print"/>
          <a:srcRect/>
          <a:stretch>
            <a:fillRect/>
          </a:stretch>
        </p:blipFill>
        <p:spPr>
          <a:xfrm>
            <a:off x="762000" y="1957388"/>
            <a:ext cx="7620000" cy="3810000"/>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463</TotalTime>
  <Words>5181</Words>
  <Application>Microsoft Office PowerPoint</Application>
  <PresentationFormat>On-screen Show (4:3)</PresentationFormat>
  <Paragraphs>774</Paragraphs>
  <Slides>164</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164</vt:i4>
      </vt:variant>
    </vt:vector>
  </HeadingPairs>
  <TitlesOfParts>
    <vt:vector size="173" baseType="lpstr">
      <vt:lpstr>Aptos</vt:lpstr>
      <vt:lpstr>Arial</vt:lpstr>
      <vt:lpstr>Calibri</vt:lpstr>
      <vt:lpstr>Cambria Math</vt:lpstr>
      <vt:lpstr>Symbol</vt:lpstr>
      <vt:lpstr>Times New Roman</vt:lpstr>
      <vt:lpstr>Office Theme</vt:lpstr>
      <vt:lpstr>Equation</vt:lpstr>
      <vt:lpstr>Photo Editor Photo</vt:lpstr>
      <vt:lpstr>Lecture 30</vt:lpstr>
      <vt:lpstr>PowerPoint Presentation</vt:lpstr>
      <vt:lpstr>Question 123.14.1.5</vt:lpstr>
      <vt:lpstr>Question 123.14.1</vt:lpstr>
      <vt:lpstr>PowerPoint Presentation</vt:lpstr>
      <vt:lpstr>PowerPoint Presentation</vt:lpstr>
      <vt:lpstr>Assumptions</vt:lpstr>
      <vt:lpstr>Assumptions, cont.</vt:lpstr>
      <vt:lpstr>Question 123.14.5</vt:lpstr>
      <vt:lpstr>Particle in a Box</vt:lpstr>
      <vt:lpstr>Momentum of the Collision</vt:lpstr>
      <vt:lpstr>Question 123.14.5</vt:lpstr>
      <vt:lpstr>Question</vt:lpstr>
      <vt:lpstr>Average Force and Impulse</vt:lpstr>
      <vt:lpstr>Question 123.14.7</vt:lpstr>
      <vt:lpstr>Question 123.14.8</vt:lpstr>
      <vt:lpstr>Some rms Speeds</vt:lpstr>
      <vt:lpstr>Question 123.15.1</vt:lpstr>
      <vt:lpstr>Question 123.15.2</vt:lpstr>
      <vt:lpstr>Problem</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lpstr>END</vt:lpstr>
      <vt:lpstr>Question 123.15.1</vt:lpstr>
      <vt:lpstr>Question 123.15.2</vt:lpstr>
      <vt:lpstr>Question 123.15.3</vt:lpstr>
      <vt:lpstr>Question 123.15.4</vt:lpstr>
      <vt:lpstr>Diatomic Molecule</vt:lpstr>
      <vt:lpstr>Rotational Degrees of Freedom</vt:lpstr>
      <vt:lpstr>Vibrational Degrees of Freedom</vt:lpstr>
      <vt:lpstr>Cv vs Temperature </vt:lpstr>
      <vt:lpstr>Energy States of a Diatomic Molecule</vt:lpstr>
      <vt:lpstr>Model of a Solid</vt:lpstr>
      <vt:lpstr>Dulong and Petit Law</vt:lpstr>
      <vt:lpstr>PowerPoint Presentation</vt:lpstr>
      <vt:lpstr>End</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Question 123.16.2</vt:lpstr>
      <vt:lpstr>Probabilities: </vt:lpstr>
      <vt:lpstr>Adiabatic Free Expansion Again</vt:lpstr>
      <vt:lpstr>Entropy, Molecule Example Extended</vt:lpstr>
      <vt:lpstr>Entropy and Heat</vt:lpstr>
      <vt:lpstr>Entropy and Heat, cont</vt:lpstr>
      <vt:lpstr>More About Change in Entropy</vt:lpstr>
      <vt:lpstr>Change in Entropy, cont</vt:lpstr>
      <vt:lpstr>DS for a Reversible Cycle</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PowerPoint Presentation</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Entropy, Marble Example</vt:lpstr>
      <vt:lpstr>Entropy, Marble Example, Results</vt:lpstr>
      <vt:lpstr>Summary</vt:lpstr>
      <vt:lpstr>Question 123.14.2</vt:lpstr>
      <vt:lpstr>Boltzmann Distribution</vt:lpstr>
      <vt:lpstr>PowerPoint Presentation</vt:lpstr>
      <vt:lpstr>PowerPoint Presentation</vt:lpstr>
      <vt:lpstr>PowerPoint Presentation</vt:lpstr>
      <vt:lpstr>Question 123.14.2</vt:lpstr>
      <vt:lpstr>Maxwell Distribution</vt:lpstr>
      <vt:lpstr>Molecular Speeds</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lpstr>Question 123.15.1</vt:lpstr>
      <vt:lpstr>Question 123.15.2</vt:lpstr>
      <vt:lpstr>Question 123.15.3</vt:lpstr>
      <vt:lpstr>Question 123.15.4</vt:lpstr>
      <vt:lpstr>Diatomic Molecule</vt:lpstr>
      <vt:lpstr>Rotational Degrees of Freedom</vt:lpstr>
      <vt:lpstr>Vibrational Degrees of Freedom</vt:lpstr>
      <vt:lpstr>Cv vs Temperature </vt:lpstr>
      <vt:lpstr>Energy States of a Diatomic Molecule</vt:lpstr>
      <vt:lpstr>Model of a Solid</vt:lpstr>
      <vt:lpstr>Dulong and Petit Law</vt:lpstr>
      <vt:lpstr>PowerPoint Presentation</vt:lpstr>
      <vt:lpstr>End</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Question 123.16.2</vt:lpstr>
      <vt:lpstr>Probabilities: </vt:lpstr>
      <vt:lpstr>Adiabatic Free Expansion Again</vt:lpstr>
      <vt:lpstr>Entropy, Molecule Example Extended</vt:lpstr>
      <vt:lpstr>Entropy and Heat</vt:lpstr>
      <vt:lpstr>Entropy and Heat, cont</vt:lpstr>
      <vt:lpstr>More About Change in Entropy</vt:lpstr>
      <vt:lpstr>Change in Entropy, cont</vt:lpstr>
      <vt:lpstr>DS for a Reversible Cycle</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PowerPoint Presentation</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Entropy, Marble Example</vt:lpstr>
      <vt:lpstr>Entropy, Marble Example, Results</vt:lpstr>
      <vt:lpstr>Summary</vt:lpstr>
      <vt:lpstr>Question 123.14.2</vt:lpstr>
      <vt:lpstr>Boltzmann Distribution</vt:lpstr>
      <vt:lpstr>PowerPoint Presentation</vt:lpstr>
      <vt:lpstr>PowerPoint Presentation</vt:lpstr>
      <vt:lpstr>PowerPoint Presentation</vt:lpstr>
      <vt:lpstr>Question 123.14.2</vt:lpstr>
      <vt:lpstr>Maxwell Distribution</vt:lpstr>
      <vt:lpstr>Molecular Speeds</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Adiabatic Free Expansion Again</dc:title>
  <dc:creator>rtlines</dc:creator>
  <cp:lastModifiedBy>Todd Lines</cp:lastModifiedBy>
  <cp:revision>3</cp:revision>
  <dcterms:created xsi:type="dcterms:W3CDTF">2011-10-19T15:03:08Z</dcterms:created>
  <dcterms:modified xsi:type="dcterms:W3CDTF">2026-08-26T21:56:55Z</dcterms:modified>
</cp:coreProperties>
</file>