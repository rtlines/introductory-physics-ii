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82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41" r:id="rId10"/>
    <p:sldId id="353" r:id="rId11"/>
    <p:sldId id="354" r:id="rId12"/>
    <p:sldId id="323" r:id="rId13"/>
    <p:sldId id="325" r:id="rId14"/>
    <p:sldId id="324" r:id="rId15"/>
    <p:sldId id="327" r:id="rId16"/>
    <p:sldId id="326" r:id="rId17"/>
    <p:sldId id="335" r:id="rId18"/>
    <p:sldId id="328" r:id="rId19"/>
    <p:sldId id="329" r:id="rId20"/>
    <p:sldId id="336" r:id="rId21"/>
    <p:sldId id="331" r:id="rId22"/>
    <p:sldId id="332" r:id="rId23"/>
    <p:sldId id="333" r:id="rId24"/>
    <p:sldId id="334" r:id="rId25"/>
    <p:sldId id="337" r:id="rId26"/>
    <p:sldId id="339" r:id="rId27"/>
    <p:sldId id="338" r:id="rId28"/>
    <p:sldId id="257" r:id="rId29"/>
    <p:sldId id="340" r:id="rId30"/>
    <p:sldId id="283" r:id="rId31"/>
    <p:sldId id="330" r:id="rId32"/>
    <p:sldId id="268" r:id="rId33"/>
    <p:sldId id="277" r:id="rId34"/>
    <p:sldId id="278" r:id="rId35"/>
    <p:sldId id="269" r:id="rId36"/>
    <p:sldId id="270" r:id="rId37"/>
    <p:sldId id="271" r:id="rId38"/>
    <p:sldId id="272" r:id="rId39"/>
    <p:sldId id="273" r:id="rId40"/>
    <p:sldId id="279" r:id="rId41"/>
    <p:sldId id="280" r:id="rId42"/>
    <p:sldId id="274" r:id="rId43"/>
    <p:sldId id="275" r:id="rId44"/>
    <p:sldId id="276" r:id="rId45"/>
    <p:sldId id="281" r:id="rId46"/>
    <p:sldId id="260" r:id="rId47"/>
    <p:sldId id="259" r:id="rId48"/>
    <p:sldId id="261" r:id="rId49"/>
    <p:sldId id="263" r:id="rId50"/>
    <p:sldId id="262" r:id="rId51"/>
    <p:sldId id="256" r:id="rId52"/>
    <p:sldId id="267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D3ABE6-5356-4D8A-9BC6-59E72BBB2595}" v="1" dt="2026-06-30T23:25:56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es, Todd" userId="afaf7c3a-e8aa-4568-882a-02ad8f9e19b0" providerId="ADAL" clId="{5FF5AC1B-ABA9-43D7-A1E3-2D92732CD6E2}"/>
    <pc:docChg chg="custSel addSld modSld sldOrd">
      <pc:chgData name="Lines, Todd" userId="afaf7c3a-e8aa-4568-882a-02ad8f9e19b0" providerId="ADAL" clId="{5FF5AC1B-ABA9-43D7-A1E3-2D92732CD6E2}" dt="2026-07-01T00:04:30.274" v="11" actId="6549"/>
      <pc:docMkLst>
        <pc:docMk/>
      </pc:docMkLst>
      <pc:sldChg chg="modSp mod">
        <pc:chgData name="Lines, Todd" userId="afaf7c3a-e8aa-4568-882a-02ad8f9e19b0" providerId="ADAL" clId="{5FF5AC1B-ABA9-43D7-A1E3-2D92732CD6E2}" dt="2026-07-01T00:04:30.274" v="11" actId="6549"/>
        <pc:sldMkLst>
          <pc:docMk/>
          <pc:sldMk cId="527013498" sldId="323"/>
        </pc:sldMkLst>
        <pc:spChg chg="mod">
          <ac:chgData name="Lines, Todd" userId="afaf7c3a-e8aa-4568-882a-02ad8f9e19b0" providerId="ADAL" clId="{5FF5AC1B-ABA9-43D7-A1E3-2D92732CD6E2}" dt="2026-07-01T00:04:30.274" v="11" actId="6549"/>
          <ac:spMkLst>
            <pc:docMk/>
            <pc:sldMk cId="527013498" sldId="323"/>
            <ac:spMk id="191492" creationId="{00000000-0000-0000-0000-000000000000}"/>
          </ac:spMkLst>
        </pc:spChg>
      </pc:sldChg>
      <pc:sldChg chg="addSp delSp modSp new mod ord">
        <pc:chgData name="Lines, Todd" userId="afaf7c3a-e8aa-4568-882a-02ad8f9e19b0" providerId="ADAL" clId="{5FF5AC1B-ABA9-43D7-A1E3-2D92732CD6E2}" dt="2026-06-30T23:26:19.462" v="10"/>
        <pc:sldMkLst>
          <pc:docMk/>
          <pc:sldMk cId="2173373319" sldId="341"/>
        </pc:sldMkLst>
        <pc:spChg chg="del">
          <ac:chgData name="Lines, Todd" userId="afaf7c3a-e8aa-4568-882a-02ad8f9e19b0" providerId="ADAL" clId="{5FF5AC1B-ABA9-43D7-A1E3-2D92732CD6E2}" dt="2026-06-30T23:25:15.397" v="7" actId="931"/>
          <ac:spMkLst>
            <pc:docMk/>
            <pc:sldMk cId="2173373319" sldId="341"/>
            <ac:spMk id="3" creationId="{EFD1564A-0DC3-786E-F648-AC58FAD76C80}"/>
          </ac:spMkLst>
        </pc:spChg>
        <pc:picChg chg="add del">
          <ac:chgData name="Lines, Todd" userId="afaf7c3a-e8aa-4568-882a-02ad8f9e19b0" providerId="ADAL" clId="{5FF5AC1B-ABA9-43D7-A1E3-2D92732CD6E2}" dt="2026-06-30T23:25:00.541" v="6" actId="478"/>
          <ac:picMkLst>
            <pc:docMk/>
            <pc:sldMk cId="2173373319" sldId="341"/>
            <ac:picMk id="5" creationId="{322355F9-4471-B7D4-5864-E743F5067470}"/>
          </ac:picMkLst>
        </pc:picChg>
        <pc:picChg chg="add del">
          <ac:chgData name="Lines, Todd" userId="afaf7c3a-e8aa-4568-882a-02ad8f9e19b0" providerId="ADAL" clId="{5FF5AC1B-ABA9-43D7-A1E3-2D92732CD6E2}" dt="2026-06-30T23:24:30.961" v="5" actId="21"/>
          <ac:picMkLst>
            <pc:docMk/>
            <pc:sldMk cId="2173373319" sldId="341"/>
            <ac:picMk id="7" creationId="{6EA09970-87F3-1744-29C2-79FB7ACC393C}"/>
          </ac:picMkLst>
        </pc:picChg>
        <pc:picChg chg="add mod ord">
          <ac:chgData name="Lines, Todd" userId="afaf7c3a-e8aa-4568-882a-02ad8f9e19b0" providerId="ADAL" clId="{5FF5AC1B-ABA9-43D7-A1E3-2D92732CD6E2}" dt="2026-06-30T23:25:15.397" v="7" actId="931"/>
          <ac:picMkLst>
            <pc:docMk/>
            <pc:sldMk cId="2173373319" sldId="341"/>
            <ac:picMk id="9" creationId="{EFEAC2E9-FEBE-AAAC-BC39-3163FF489AAB}"/>
          </ac:picMkLst>
        </pc:picChg>
      </pc:sldChg>
      <pc:sldChg chg="add">
        <pc:chgData name="Lines, Todd" userId="afaf7c3a-e8aa-4568-882a-02ad8f9e19b0" providerId="ADAL" clId="{5FF5AC1B-ABA9-43D7-A1E3-2D92732CD6E2}" dt="2026-06-30T23:25:56.564" v="8"/>
        <pc:sldMkLst>
          <pc:docMk/>
          <pc:sldMk cId="2854078572" sldId="346"/>
        </pc:sldMkLst>
      </pc:sldChg>
      <pc:sldChg chg="add">
        <pc:chgData name="Lines, Todd" userId="afaf7c3a-e8aa-4568-882a-02ad8f9e19b0" providerId="ADAL" clId="{5FF5AC1B-ABA9-43D7-A1E3-2D92732CD6E2}" dt="2026-06-30T23:25:56.564" v="8"/>
        <pc:sldMkLst>
          <pc:docMk/>
          <pc:sldMk cId="1457836555" sldId="347"/>
        </pc:sldMkLst>
      </pc:sldChg>
      <pc:sldChg chg="add">
        <pc:chgData name="Lines, Todd" userId="afaf7c3a-e8aa-4568-882a-02ad8f9e19b0" providerId="ADAL" clId="{5FF5AC1B-ABA9-43D7-A1E3-2D92732CD6E2}" dt="2026-06-30T23:25:56.564" v="8"/>
        <pc:sldMkLst>
          <pc:docMk/>
          <pc:sldMk cId="781924360" sldId="348"/>
        </pc:sldMkLst>
      </pc:sldChg>
      <pc:sldChg chg="add">
        <pc:chgData name="Lines, Todd" userId="afaf7c3a-e8aa-4568-882a-02ad8f9e19b0" providerId="ADAL" clId="{5FF5AC1B-ABA9-43D7-A1E3-2D92732CD6E2}" dt="2026-06-30T23:25:56.564" v="8"/>
        <pc:sldMkLst>
          <pc:docMk/>
          <pc:sldMk cId="2527005988" sldId="349"/>
        </pc:sldMkLst>
      </pc:sldChg>
      <pc:sldChg chg="add">
        <pc:chgData name="Lines, Todd" userId="afaf7c3a-e8aa-4568-882a-02ad8f9e19b0" providerId="ADAL" clId="{5FF5AC1B-ABA9-43D7-A1E3-2D92732CD6E2}" dt="2026-06-30T23:25:56.564" v="8"/>
        <pc:sldMkLst>
          <pc:docMk/>
          <pc:sldMk cId="2989371221" sldId="350"/>
        </pc:sldMkLst>
      </pc:sldChg>
      <pc:sldChg chg="add">
        <pc:chgData name="Lines, Todd" userId="afaf7c3a-e8aa-4568-882a-02ad8f9e19b0" providerId="ADAL" clId="{5FF5AC1B-ABA9-43D7-A1E3-2D92732CD6E2}" dt="2026-06-30T23:25:56.564" v="8"/>
        <pc:sldMkLst>
          <pc:docMk/>
          <pc:sldMk cId="3216048217" sldId="351"/>
        </pc:sldMkLst>
      </pc:sldChg>
      <pc:sldChg chg="add">
        <pc:chgData name="Lines, Todd" userId="afaf7c3a-e8aa-4568-882a-02ad8f9e19b0" providerId="ADAL" clId="{5FF5AC1B-ABA9-43D7-A1E3-2D92732CD6E2}" dt="2026-06-30T23:25:56.564" v="8"/>
        <pc:sldMkLst>
          <pc:docMk/>
          <pc:sldMk cId="4103532093" sldId="352"/>
        </pc:sldMkLst>
      </pc:sldChg>
      <pc:sldChg chg="add">
        <pc:chgData name="Lines, Todd" userId="afaf7c3a-e8aa-4568-882a-02ad8f9e19b0" providerId="ADAL" clId="{5FF5AC1B-ABA9-43D7-A1E3-2D92732CD6E2}" dt="2026-06-30T23:25:56.564" v="8"/>
        <pc:sldMkLst>
          <pc:docMk/>
          <pc:sldMk cId="4190586757" sldId="353"/>
        </pc:sldMkLst>
      </pc:sldChg>
      <pc:sldChg chg="add">
        <pc:chgData name="Lines, Todd" userId="afaf7c3a-e8aa-4568-882a-02ad8f9e19b0" providerId="ADAL" clId="{5FF5AC1B-ABA9-43D7-A1E3-2D92732CD6E2}" dt="2026-06-30T23:25:56.564" v="8"/>
        <pc:sldMkLst>
          <pc:docMk/>
          <pc:sldMk cId="2408911881" sldId="35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https://webmailbyui-my.sharepoint.com/personal/rtlines_byui_edu/Documents/BYUI-Synced/Picture_Archive/Laws_of_thermo/Maxwell-Boltzman%20Distributi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Sheet2!$B$11</c:f>
              <c:strCache>
                <c:ptCount val="1"/>
                <c:pt idx="0">
                  <c:v>PDF</c:v>
                </c:pt>
              </c:strCache>
            </c:strRef>
          </c:tx>
          <c:marker>
            <c:symbol val="none"/>
          </c:marker>
          <c:xVal>
            <c:numRef>
              <c:f>Sheet2!$A$12:$A$79</c:f>
              <c:numCache>
                <c:formatCode>General</c:formatCode>
                <c:ptCount val="68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550</c:v>
                </c:pt>
                <c:pt idx="12">
                  <c:v>600</c:v>
                </c:pt>
                <c:pt idx="13">
                  <c:v>650</c:v>
                </c:pt>
                <c:pt idx="14">
                  <c:v>700</c:v>
                </c:pt>
                <c:pt idx="15">
                  <c:v>750</c:v>
                </c:pt>
                <c:pt idx="16">
                  <c:v>800</c:v>
                </c:pt>
                <c:pt idx="17">
                  <c:v>850</c:v>
                </c:pt>
                <c:pt idx="18">
                  <c:v>900</c:v>
                </c:pt>
                <c:pt idx="19">
                  <c:v>950</c:v>
                </c:pt>
                <c:pt idx="20">
                  <c:v>1000</c:v>
                </c:pt>
                <c:pt idx="21">
                  <c:v>1050</c:v>
                </c:pt>
                <c:pt idx="22">
                  <c:v>1100</c:v>
                </c:pt>
                <c:pt idx="23">
                  <c:v>1150</c:v>
                </c:pt>
                <c:pt idx="24">
                  <c:v>1200</c:v>
                </c:pt>
                <c:pt idx="25">
                  <c:v>1250</c:v>
                </c:pt>
                <c:pt idx="26">
                  <c:v>1300</c:v>
                </c:pt>
                <c:pt idx="27">
                  <c:v>1350</c:v>
                </c:pt>
                <c:pt idx="28">
                  <c:v>1400</c:v>
                </c:pt>
                <c:pt idx="29">
                  <c:v>1450</c:v>
                </c:pt>
                <c:pt idx="30">
                  <c:v>1500</c:v>
                </c:pt>
                <c:pt idx="31">
                  <c:v>1550</c:v>
                </c:pt>
                <c:pt idx="32">
                  <c:v>1600</c:v>
                </c:pt>
                <c:pt idx="33">
                  <c:v>1650</c:v>
                </c:pt>
                <c:pt idx="34">
                  <c:v>1700</c:v>
                </c:pt>
                <c:pt idx="35">
                  <c:v>1750</c:v>
                </c:pt>
                <c:pt idx="36">
                  <c:v>1800</c:v>
                </c:pt>
                <c:pt idx="37">
                  <c:v>1850</c:v>
                </c:pt>
                <c:pt idx="38">
                  <c:v>1900</c:v>
                </c:pt>
                <c:pt idx="39">
                  <c:v>1950</c:v>
                </c:pt>
                <c:pt idx="40">
                  <c:v>2000</c:v>
                </c:pt>
                <c:pt idx="41">
                  <c:v>2050</c:v>
                </c:pt>
                <c:pt idx="42">
                  <c:v>2100</c:v>
                </c:pt>
                <c:pt idx="43">
                  <c:v>2150</c:v>
                </c:pt>
                <c:pt idx="44">
                  <c:v>2200</c:v>
                </c:pt>
                <c:pt idx="45">
                  <c:v>2250</c:v>
                </c:pt>
                <c:pt idx="46">
                  <c:v>2300</c:v>
                </c:pt>
                <c:pt idx="47">
                  <c:v>2350</c:v>
                </c:pt>
                <c:pt idx="48">
                  <c:v>2400</c:v>
                </c:pt>
                <c:pt idx="49">
                  <c:v>2450</c:v>
                </c:pt>
                <c:pt idx="50">
                  <c:v>2500</c:v>
                </c:pt>
                <c:pt idx="51">
                  <c:v>2550</c:v>
                </c:pt>
                <c:pt idx="52">
                  <c:v>2600</c:v>
                </c:pt>
                <c:pt idx="53">
                  <c:v>2650</c:v>
                </c:pt>
                <c:pt idx="54">
                  <c:v>2700</c:v>
                </c:pt>
                <c:pt idx="55">
                  <c:v>2750</c:v>
                </c:pt>
                <c:pt idx="56">
                  <c:v>2800</c:v>
                </c:pt>
                <c:pt idx="57">
                  <c:v>2850</c:v>
                </c:pt>
                <c:pt idx="58">
                  <c:v>2900</c:v>
                </c:pt>
                <c:pt idx="59">
                  <c:v>2950</c:v>
                </c:pt>
                <c:pt idx="60">
                  <c:v>3000</c:v>
                </c:pt>
                <c:pt idx="61">
                  <c:v>3050</c:v>
                </c:pt>
                <c:pt idx="62">
                  <c:v>3100</c:v>
                </c:pt>
                <c:pt idx="63">
                  <c:v>3150</c:v>
                </c:pt>
                <c:pt idx="64">
                  <c:v>3200</c:v>
                </c:pt>
                <c:pt idx="65">
                  <c:v>3250</c:v>
                </c:pt>
                <c:pt idx="66">
                  <c:v>3300</c:v>
                </c:pt>
                <c:pt idx="67">
                  <c:v>3350</c:v>
                </c:pt>
              </c:numCache>
            </c:numRef>
          </c:xVal>
          <c:yVal>
            <c:numRef>
              <c:f>Sheet2!$B$12:$B$79</c:f>
              <c:numCache>
                <c:formatCode>0.00E+00</c:formatCode>
                <c:ptCount val="68"/>
                <c:pt idx="0">
                  <c:v>0</c:v>
                </c:pt>
                <c:pt idx="1">
                  <c:v>2.4366885377145052E+18</c:v>
                </c:pt>
                <c:pt idx="2">
                  <c:v>9.6882686552291267E+18</c:v>
                </c:pt>
                <c:pt idx="3">
                  <c:v>2.1581036238671008E+19</c:v>
                </c:pt>
                <c:pt idx="4">
                  <c:v>3.7831260421867479E+19</c:v>
                </c:pt>
                <c:pt idx="5">
                  <c:v>5.8053622110838866E+19</c:v>
                </c:pt>
                <c:pt idx="6">
                  <c:v>8.17725873722793E+19</c:v>
                </c:pt>
                <c:pt idx="7">
                  <c:v>1.084362987969632E+20</c:v>
                </c:pt>
                <c:pt idx="8">
                  <c:v>1.3743248124229475E+20</c:v>
                </c:pt>
                <c:pt idx="9">
                  <c:v>1.6810579361125659E+20</c:v>
                </c:pt>
                <c:pt idx="10">
                  <c:v>1.9977601798833622E+20</c:v>
                </c:pt>
                <c:pt idx="11">
                  <c:v>2.3175646275003541E+20</c:v>
                </c:pt>
                <c:pt idx="12">
                  <c:v>2.6337196715968925E+20</c:v>
                </c:pt>
                <c:pt idx="13">
                  <c:v>2.9397593017908756E+20</c:v>
                </c:pt>
                <c:pt idx="14">
                  <c:v>3.2296584339576626E+20</c:v>
                </c:pt>
                <c:pt idx="15">
                  <c:v>3.4979688372728516E+20</c:v>
                </c:pt>
                <c:pt idx="16">
                  <c:v>3.7399321182357625E+20</c:v>
                </c:pt>
                <c:pt idx="17">
                  <c:v>3.951567222378517E+20</c:v>
                </c:pt>
                <c:pt idx="18">
                  <c:v>4.129730966186098E+20</c:v>
                </c:pt>
                <c:pt idx="19">
                  <c:v>4.2721511654450148E+20</c:v>
                </c:pt>
                <c:pt idx="20">
                  <c:v>4.3774329359303862E+20</c:v>
                </c:pt>
                <c:pt idx="21">
                  <c:v>4.4450396669329801E+20</c:v>
                </c:pt>
                <c:pt idx="22">
                  <c:v>4.4752509730889892E+20</c:v>
                </c:pt>
                <c:pt idx="23">
                  <c:v>4.4691005886736944E+20</c:v>
                </c:pt>
                <c:pt idx="24">
                  <c:v>4.4282976630298096E+20</c:v>
                </c:pt>
                <c:pt idx="25">
                  <c:v>4.3551352371828438E+20</c:v>
                </c:pt>
                <c:pt idx="26">
                  <c:v>4.2523898297679308E+20</c:v>
                </c:pt>
                <c:pt idx="27">
                  <c:v>4.1232160430483531E+20</c:v>
                </c:pt>
                <c:pt idx="28">
                  <c:v>3.9710399319483797E+20</c:v>
                </c:pt>
                <c:pt idx="29">
                  <c:v>3.7994545812141448E+20</c:v>
                </c:pt>
                <c:pt idx="30">
                  <c:v>3.6121209327405289E+20</c:v>
                </c:pt>
                <c:pt idx="31">
                  <c:v>3.4126764239511919E+20</c:v>
                </c:pt>
                <c:pt idx="32">
                  <c:v>3.2046534669958159E+20</c:v>
                </c:pt>
                <c:pt idx="33">
                  <c:v>2.9914092449615997E+20</c:v>
                </c:pt>
                <c:pt idx="34">
                  <c:v>2.7760677509353642E+20</c:v>
                </c:pt>
                <c:pt idx="35">
                  <c:v>2.5614744713058238E+20</c:v>
                </c:pt>
                <c:pt idx="36">
                  <c:v>2.350163635135278E+20</c:v>
                </c:pt>
                <c:pt idx="37">
                  <c:v>2.1443375314890031E+20</c:v>
                </c:pt>
                <c:pt idx="38">
                  <c:v>1.9458570465598715E+20</c:v>
                </c:pt>
                <c:pt idx="39">
                  <c:v>1.7562422981138311E+20</c:v>
                </c:pt>
                <c:pt idx="40">
                  <c:v>1.5766820479023963E+20</c:v>
                </c:pt>
                <c:pt idx="41">
                  <c:v>1.4080504512307187E+20</c:v>
                </c:pt>
                <c:pt idx="42">
                  <c:v>1.2509296517059497E+20</c:v>
                </c:pt>
                <c:pt idx="43">
                  <c:v>1.1056367407449463E+20</c:v>
                </c:pt>
                <c:pt idx="44">
                  <c:v>9.722536663757421E+19</c:v>
                </c:pt>
                <c:pt idx="45">
                  <c:v>8.5065878386251235E+19</c:v>
                </c:pt>
                <c:pt idx="46">
                  <c:v>7.4055888096408846E+19</c:v>
                </c:pt>
                <c:pt idx="47">
                  <c:v>6.4152067262856258E+19</c:v>
                </c:pt>
                <c:pt idx="48">
                  <c:v>5.5300093371917484E+19</c:v>
                </c:pt>
                <c:pt idx="49">
                  <c:v>4.7437461507961324E+19</c:v>
                </c:pt>
                <c:pt idx="50">
                  <c:v>4.0496046029223846E+19</c:v>
                </c:pt>
                <c:pt idx="51">
                  <c:v>3.4404380171621868E+19</c:v>
                </c:pt>
                <c:pt idx="52">
                  <c:v>2.9089636016648192E+19</c:v>
                </c:pt>
                <c:pt idx="53">
                  <c:v>2.4479299972541862E+19</c:v>
                </c:pt>
                <c:pt idx="54">
                  <c:v>2.0502549584699585E+19</c:v>
                </c:pt>
                <c:pt idx="55">
                  <c:v>1.7091346050706471E+19</c:v>
                </c:pt>
                <c:pt idx="56">
                  <c:v>1.4181263308658944E+19</c:v>
                </c:pt>
                <c:pt idx="57">
                  <c:v>1.1712079117643487E+19</c:v>
                </c:pt>
                <c:pt idx="58">
                  <c:v>9.6281563402284503E+18</c:v>
                </c:pt>
                <c:pt idx="59">
                  <c:v>7.8786438933803162E+18</c:v>
                </c:pt>
                <c:pt idx="60">
                  <c:v>6.4175268036668058E+18</c:v>
                </c:pt>
                <c:pt idx="61">
                  <c:v>5.203553738983211E+18</c:v>
                </c:pt>
                <c:pt idx="62">
                  <c:v>4.2000685399648E+18</c:v>
                </c:pt>
                <c:pt idx="63">
                  <c:v>3.3747698707926692E+18</c:v>
                </c:pt>
                <c:pt idx="64">
                  <c:v>2.6994203584915963E+18</c:v>
                </c:pt>
                <c:pt idx="65">
                  <c:v>2.1495236708493486E+18</c:v>
                </c:pt>
                <c:pt idx="66">
                  <c:v>1.7039850438916716E+18</c:v>
                </c:pt>
                <c:pt idx="67">
                  <c:v>1.3447679276577428E+18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0E5-4D12-A833-503B41311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785152"/>
        <c:axId val="116321280"/>
      </c:scatterChart>
      <c:valAx>
        <c:axId val="118785152"/>
        <c:scaling>
          <c:orientation val="minMax"/>
        </c:scaling>
        <c:delete val="0"/>
        <c:axPos val="b"/>
        <c:majorGridlines/>
        <c:minorGridlines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/>
                  <a:t>v (m/s)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16321280"/>
        <c:crosses val="autoZero"/>
        <c:crossBetween val="midCat"/>
      </c:valAx>
      <c:valAx>
        <c:axId val="116321280"/>
        <c:scaling>
          <c:orientation val="minMax"/>
        </c:scaling>
        <c:delete val="0"/>
        <c:axPos val="l"/>
        <c:majorGridlines/>
        <c:min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Number of Particles </a:t>
                </a:r>
              </a:p>
            </c:rich>
          </c:tx>
          <c:overlay val="0"/>
        </c:title>
        <c:numFmt formatCode="0.00E+00" sourceLinked="1"/>
        <c:majorTickMark val="out"/>
        <c:minorTickMark val="none"/>
        <c:tickLblPos val="nextTo"/>
        <c:crossAx val="118785152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0.372</cdr:x>
      <cdr:y>0.19477</cdr:y>
    </cdr:from>
    <cdr:to>
      <cdr:x>0.382</cdr:x>
      <cdr:y>0.84551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EC347843-FEC0-F703-6B29-962B76BEF151}"/>
            </a:ext>
          </a:extLst>
        </cdr:cNvPr>
        <cdr:cNvSpPr/>
      </cdr:nvSpPr>
      <cdr:spPr>
        <a:xfrm xmlns:a="http://schemas.openxmlformats.org/drawingml/2006/main">
          <a:off x="1700784" y="840201"/>
          <a:ext cx="45720" cy="2807208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2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kern="12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A73DB0-950E-47F7-8EFB-CBAFA6922218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8E4C3-3EB2-46A4-993F-B797239F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0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161B0-6E90-492E-B1BA-7AC7D22CF0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04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7C978-38CE-6470-47FC-440C93B8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E332A-FB7E-52AD-CF05-B361FB831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ACB18-7BCD-214A-550C-79E2B27AA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E119C-A9B5-F307-1FD8-4BF8A92B5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8E4C3-3EB2-46A4-993F-B797239F998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08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8E4C3-3EB2-46A4-993F-B797239F998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53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FF08-C373-4C5C-957C-1BB06FB405E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6477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11-13, 2006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3C204-7370-49B1-B4DE-337EEA5F26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7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FFF08-C373-4C5C-957C-1BB06FB405E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2F8E2-0DE0-40F1-A8E7-98D8DA9E8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oleObject" Target="../embeddings/oleObject9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image" Target="../media/image1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14.wmf"/><Relationship Id="rId10" Type="http://schemas.openxmlformats.org/officeDocument/2006/relationships/image" Target="../media/image17.wmf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9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0CC7-8570-E090-12F0-488B7962F2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33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070AE-6B88-5732-AFCD-B4607A82F8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00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0D7C8-DB68-C0F3-AFE2-AEF6D851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Title 1">
            <a:extLst>
              <a:ext uri="{FF2B5EF4-FFF2-40B4-BE49-F238E27FC236}">
                <a16:creationId xmlns:a16="http://schemas.microsoft.com/office/drawing/2014/main" id="{AA492365-9244-E35C-4E05-A92837CF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123.15.4</a:t>
            </a:r>
          </a:p>
        </p:txBody>
      </p:sp>
      <p:sp>
        <p:nvSpPr>
          <p:cNvPr id="195587" name="Content Placeholder 2">
            <a:extLst>
              <a:ext uri="{FF2B5EF4-FFF2-40B4-BE49-F238E27FC236}">
                <a16:creationId xmlns:a16="http://schemas.microsoft.com/office/drawing/2014/main" id="{E4FF5F73-F6BF-9769-5ACC-1F786C43D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Approximately what is the average velocity of the molecules in this room?</a:t>
            </a:r>
          </a:p>
          <a:p>
            <a:pPr>
              <a:buFontTx/>
              <a:buAutoNum type="alphaLcParenR"/>
            </a:pPr>
            <a:r>
              <a:rPr lang="en-US"/>
              <a:t>478m/s</a:t>
            </a:r>
          </a:p>
          <a:p>
            <a:pPr>
              <a:buFontTx/>
              <a:buAutoNum type="alphaLcParenR"/>
            </a:pPr>
            <a:r>
              <a:rPr lang="en-US"/>
              <a:t>1901m/s</a:t>
            </a:r>
          </a:p>
          <a:p>
            <a:pPr>
              <a:buFontTx/>
              <a:buAutoNum type="alphaLcParenR"/>
            </a:pPr>
            <a:r>
              <a:rPr lang="en-US"/>
              <a:t>101005m/s</a:t>
            </a:r>
          </a:p>
          <a:p>
            <a:pPr>
              <a:buFontTx/>
              <a:buAutoNum type="alphaLcParenR"/>
            </a:pPr>
            <a:r>
              <a:rPr lang="en-US"/>
              <a:t>0m/s</a:t>
            </a:r>
          </a:p>
        </p:txBody>
      </p:sp>
      <p:sp>
        <p:nvSpPr>
          <p:cNvPr id="195588" name="Slide Number Placeholder 3">
            <a:extLst>
              <a:ext uri="{FF2B5EF4-FFF2-40B4-BE49-F238E27FC236}">
                <a16:creationId xmlns:a16="http://schemas.microsoft.com/office/drawing/2014/main" id="{3ECD6FF1-1984-478C-872C-B3A7A75F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7D97E8-0885-427D-90F2-6B75E49ABF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7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E852A-A0CF-2641-557C-62337972F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38BF7C5-7998-C6EB-9CC4-4F8D39A28A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Diatomic Molecule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BF6FCD4-E773-8633-990E-CD125CCB28C3}"/>
              </a:ext>
            </a:extLst>
          </p:cNvPr>
          <p:cNvGrpSpPr/>
          <p:nvPr/>
        </p:nvGrpSpPr>
        <p:grpSpPr>
          <a:xfrm>
            <a:off x="5310632" y="2440717"/>
            <a:ext cx="3217862" cy="3203576"/>
            <a:chOff x="5310632" y="2440717"/>
            <a:chExt cx="3217862" cy="320357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9E8C607-B34F-5AA6-F02B-517DE68BF456}"/>
                </a:ext>
              </a:extLst>
            </p:cNvPr>
            <p:cNvSpPr/>
            <p:nvPr/>
          </p:nvSpPr>
          <p:spPr>
            <a:xfrm>
              <a:off x="5703685" y="3504342"/>
              <a:ext cx="795043" cy="84296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7" name="Line 6">
              <a:extLst>
                <a:ext uri="{FF2B5EF4-FFF2-40B4-BE49-F238E27FC236}">
                  <a16:creationId xmlns:a16="http://schemas.microsoft.com/office/drawing/2014/main" id="{3568F913-87E0-ECBC-3293-2E7057065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5269" y="2561367"/>
              <a:ext cx="0" cy="1785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9" name="Line 10">
              <a:extLst>
                <a:ext uri="{FF2B5EF4-FFF2-40B4-BE49-F238E27FC236}">
                  <a16:creationId xmlns:a16="http://schemas.microsoft.com/office/drawing/2014/main" id="{FF111BBB-15E7-5BE7-9DEE-F85FE25791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10632" y="4350480"/>
              <a:ext cx="1538287" cy="971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0" name="Text Box 11">
              <a:extLst>
                <a:ext uri="{FF2B5EF4-FFF2-40B4-BE49-F238E27FC236}">
                  <a16:creationId xmlns:a16="http://schemas.microsoft.com/office/drawing/2014/main" id="{A23AFB51-B68B-16BF-F37C-914A9C0B4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5082" y="5277580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x</a:t>
              </a:r>
            </a:p>
          </p:txBody>
        </p:sp>
        <p:sp>
          <p:nvSpPr>
            <p:cNvPr id="10251" name="Text Box 12">
              <a:extLst>
                <a:ext uri="{FF2B5EF4-FFF2-40B4-BE49-F238E27FC236}">
                  <a16:creationId xmlns:a16="http://schemas.microsoft.com/office/drawing/2014/main" id="{3F7204D1-3A6E-FC42-1592-0E39845439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0044" y="4566380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y</a:t>
              </a:r>
            </a:p>
          </p:txBody>
        </p:sp>
        <p:sp>
          <p:nvSpPr>
            <p:cNvPr id="10252" name="Line 8">
              <a:extLst>
                <a:ext uri="{FF2B5EF4-FFF2-40B4-BE49-F238E27FC236}">
                  <a16:creationId xmlns:a16="http://schemas.microsoft.com/office/drawing/2014/main" id="{16306C4F-12C9-5D60-4E18-18B75EFB2A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5832" y="4037742"/>
              <a:ext cx="949325" cy="5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3" name="Text Box 13">
              <a:extLst>
                <a:ext uri="{FF2B5EF4-FFF2-40B4-BE49-F238E27FC236}">
                  <a16:creationId xmlns:a16="http://schemas.microsoft.com/office/drawing/2014/main" id="{82E631AF-24FB-87EE-950B-30DF8F41C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8619" y="2440717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z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C358117-95FF-A473-DDFA-273C84FF508F}"/>
                </a:ext>
              </a:extLst>
            </p:cNvPr>
            <p:cNvSpPr/>
            <p:nvPr/>
          </p:nvSpPr>
          <p:spPr>
            <a:xfrm>
              <a:off x="7140002" y="4266248"/>
              <a:ext cx="795043" cy="84296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8" name="Line 9">
              <a:extLst>
                <a:ext uri="{FF2B5EF4-FFF2-40B4-BE49-F238E27FC236}">
                  <a16:creationId xmlns:a16="http://schemas.microsoft.com/office/drawing/2014/main" id="{5FC98C20-1457-5B17-E4AB-CD972BBF0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7615" y="4820364"/>
              <a:ext cx="324929" cy="1714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783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E441D-54EF-962D-DF91-F6492F43C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8C47E9B-5AC8-894D-3FB6-CDE34450B6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Rotational Degrees of Freedom</a:t>
            </a:r>
          </a:p>
        </p:txBody>
      </p:sp>
      <p:sp>
        <p:nvSpPr>
          <p:cNvPr id="11270" name="Arc 17">
            <a:extLst>
              <a:ext uri="{FF2B5EF4-FFF2-40B4-BE49-F238E27FC236}">
                <a16:creationId xmlns:a16="http://schemas.microsoft.com/office/drawing/2014/main" id="{9FEC2343-A566-BDF8-0D61-123E1C3CCE00}"/>
              </a:ext>
            </a:extLst>
          </p:cNvPr>
          <p:cNvSpPr>
            <a:spLocks/>
          </p:cNvSpPr>
          <p:nvPr/>
        </p:nvSpPr>
        <p:spPr bwMode="auto">
          <a:xfrm>
            <a:off x="5761568" y="2995930"/>
            <a:ext cx="866775" cy="234950"/>
          </a:xfrm>
          <a:custGeom>
            <a:avLst/>
            <a:gdLst>
              <a:gd name="T0" fmla="*/ 0 w 39042"/>
              <a:gd name="T1" fmla="*/ 0 h 43200"/>
              <a:gd name="T2" fmla="*/ 0 w 39042"/>
              <a:gd name="T3" fmla="*/ 0 h 43200"/>
              <a:gd name="T4" fmla="*/ 0 w 39042"/>
              <a:gd name="T5" fmla="*/ 0 h 43200"/>
              <a:gd name="T6" fmla="*/ 0 60000 65536"/>
              <a:gd name="T7" fmla="*/ 0 60000 65536"/>
              <a:gd name="T8" fmla="*/ 0 60000 65536"/>
              <a:gd name="T9" fmla="*/ 0 w 39042"/>
              <a:gd name="T10" fmla="*/ 0 h 43200"/>
              <a:gd name="T11" fmla="*/ 39042 w 39042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042" h="43200" fill="none" extrusionOk="0">
                <a:moveTo>
                  <a:pt x="39042" y="34341"/>
                </a:moveTo>
                <a:cubicBezTo>
                  <a:pt x="34975" y="39908"/>
                  <a:pt x="28494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801" y="-1"/>
                  <a:pt x="31828" y="1876"/>
                  <a:pt x="35756" y="5286"/>
                </a:cubicBezTo>
              </a:path>
              <a:path w="39042" h="43200" stroke="0" extrusionOk="0">
                <a:moveTo>
                  <a:pt x="39042" y="34341"/>
                </a:moveTo>
                <a:cubicBezTo>
                  <a:pt x="34975" y="39908"/>
                  <a:pt x="28494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801" y="-1"/>
                  <a:pt x="31828" y="1876"/>
                  <a:pt x="35756" y="5286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1" name="Arc 18">
            <a:extLst>
              <a:ext uri="{FF2B5EF4-FFF2-40B4-BE49-F238E27FC236}">
                <a16:creationId xmlns:a16="http://schemas.microsoft.com/office/drawing/2014/main" id="{A58474E6-CF14-456C-EDE8-E79566D0101D}"/>
              </a:ext>
            </a:extLst>
          </p:cNvPr>
          <p:cNvSpPr>
            <a:spLocks/>
          </p:cNvSpPr>
          <p:nvPr/>
        </p:nvSpPr>
        <p:spPr bwMode="auto">
          <a:xfrm rot="4855948">
            <a:off x="4891618" y="4885055"/>
            <a:ext cx="476250" cy="204787"/>
          </a:xfrm>
          <a:custGeom>
            <a:avLst/>
            <a:gdLst>
              <a:gd name="T0" fmla="*/ 0 w 43200"/>
              <a:gd name="T1" fmla="*/ 0 h 43056"/>
              <a:gd name="T2" fmla="*/ 0 w 43200"/>
              <a:gd name="T3" fmla="*/ 0 h 43056"/>
              <a:gd name="T4" fmla="*/ 0 w 43200"/>
              <a:gd name="T5" fmla="*/ 0 h 43056"/>
              <a:gd name="T6" fmla="*/ 0 60000 65536"/>
              <a:gd name="T7" fmla="*/ 0 60000 65536"/>
              <a:gd name="T8" fmla="*/ 0 60000 65536"/>
              <a:gd name="T9" fmla="*/ 0 w 43200"/>
              <a:gd name="T10" fmla="*/ 0 h 43056"/>
              <a:gd name="T11" fmla="*/ 43200 w 43200"/>
              <a:gd name="T12" fmla="*/ 43056 h 430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056" fill="none" extrusionOk="0">
                <a:moveTo>
                  <a:pt x="19110" y="43055"/>
                </a:moveTo>
                <a:cubicBezTo>
                  <a:pt x="8217" y="41791"/>
                  <a:pt x="0" y="3256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8448"/>
                  <a:pt x="39951" y="34891"/>
                  <a:pt x="34445" y="38964"/>
                </a:cubicBezTo>
              </a:path>
              <a:path w="43200" h="43056" stroke="0" extrusionOk="0">
                <a:moveTo>
                  <a:pt x="19110" y="43055"/>
                </a:moveTo>
                <a:cubicBezTo>
                  <a:pt x="8217" y="41791"/>
                  <a:pt x="0" y="3256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8448"/>
                  <a:pt x="39951" y="34891"/>
                  <a:pt x="34445" y="38964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Arc 19">
            <a:extLst>
              <a:ext uri="{FF2B5EF4-FFF2-40B4-BE49-F238E27FC236}">
                <a16:creationId xmlns:a16="http://schemas.microsoft.com/office/drawing/2014/main" id="{5469F418-09FE-F4CC-4395-33C1CAADA8CE}"/>
              </a:ext>
            </a:extLst>
          </p:cNvPr>
          <p:cNvSpPr>
            <a:spLocks/>
          </p:cNvSpPr>
          <p:nvPr/>
        </p:nvSpPr>
        <p:spPr bwMode="auto">
          <a:xfrm rot="5277946">
            <a:off x="7188731" y="4889818"/>
            <a:ext cx="584200" cy="285750"/>
          </a:xfrm>
          <a:custGeom>
            <a:avLst/>
            <a:gdLst>
              <a:gd name="T0" fmla="*/ 0 w 43200"/>
              <a:gd name="T1" fmla="*/ 0 h 42667"/>
              <a:gd name="T2" fmla="*/ 0 w 43200"/>
              <a:gd name="T3" fmla="*/ 0 h 42667"/>
              <a:gd name="T4" fmla="*/ 0 w 43200"/>
              <a:gd name="T5" fmla="*/ 0 h 42667"/>
              <a:gd name="T6" fmla="*/ 0 60000 65536"/>
              <a:gd name="T7" fmla="*/ 0 60000 65536"/>
              <a:gd name="T8" fmla="*/ 0 60000 65536"/>
              <a:gd name="T9" fmla="*/ 0 w 43200"/>
              <a:gd name="T10" fmla="*/ 0 h 42667"/>
              <a:gd name="T11" fmla="*/ 43200 w 43200"/>
              <a:gd name="T12" fmla="*/ 42667 h 426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2667" fill="none" extrusionOk="0">
                <a:moveTo>
                  <a:pt x="1388" y="29219"/>
                </a:moveTo>
                <a:cubicBezTo>
                  <a:pt x="470" y="26783"/>
                  <a:pt x="0" y="2420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1692"/>
                  <a:pt x="36210" y="40439"/>
                  <a:pt x="26367" y="42667"/>
                </a:cubicBezTo>
              </a:path>
              <a:path w="43200" h="42667" stroke="0" extrusionOk="0">
                <a:moveTo>
                  <a:pt x="1388" y="29219"/>
                </a:moveTo>
                <a:cubicBezTo>
                  <a:pt x="470" y="26783"/>
                  <a:pt x="0" y="2420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1692"/>
                  <a:pt x="36210" y="40439"/>
                  <a:pt x="26367" y="42667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A74E9-D1B7-16F7-9ADA-85D95EC49815}"/>
              </a:ext>
            </a:extLst>
          </p:cNvPr>
          <p:cNvGrpSpPr/>
          <p:nvPr/>
        </p:nvGrpSpPr>
        <p:grpSpPr>
          <a:xfrm>
            <a:off x="4675918" y="2410142"/>
            <a:ext cx="3217862" cy="3203576"/>
            <a:chOff x="5310632" y="2440717"/>
            <a:chExt cx="3217862" cy="320357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1042B9F-D5BB-08BF-A0B0-1C8EA64DA165}"/>
                </a:ext>
              </a:extLst>
            </p:cNvPr>
            <p:cNvSpPr/>
            <p:nvPr/>
          </p:nvSpPr>
          <p:spPr>
            <a:xfrm>
              <a:off x="5703685" y="3504342"/>
              <a:ext cx="795043" cy="84296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0273EE48-79FA-9FAD-AAB5-F2274FCE21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5269" y="2561367"/>
              <a:ext cx="0" cy="1785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5F03B226-8269-6DF7-A839-487F6CF4A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10632" y="4350480"/>
              <a:ext cx="1538287" cy="971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15996551-F9F4-F430-2A36-72308A41B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5082" y="5277580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x</a:t>
              </a:r>
            </a:p>
          </p:txBody>
        </p:sp>
        <p:sp>
          <p:nvSpPr>
            <p:cNvPr id="9" name="Text Box 12">
              <a:extLst>
                <a:ext uri="{FF2B5EF4-FFF2-40B4-BE49-F238E27FC236}">
                  <a16:creationId xmlns:a16="http://schemas.microsoft.com/office/drawing/2014/main" id="{8A51AE6B-1CAA-25FE-7F43-DAB16C8D1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0044" y="4566380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y</a:t>
              </a: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3A1A0D51-2E7A-E870-F393-6CBDF72D4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5832" y="4037742"/>
              <a:ext cx="949325" cy="5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81150E22-F002-9DC9-AF57-96269C664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8619" y="2440717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z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B0E5EA5-A378-FEAB-6641-3A9C68EBBFCB}"/>
                </a:ext>
              </a:extLst>
            </p:cNvPr>
            <p:cNvSpPr/>
            <p:nvPr/>
          </p:nvSpPr>
          <p:spPr>
            <a:xfrm>
              <a:off x="7140002" y="4266248"/>
              <a:ext cx="795043" cy="84296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A174A3F9-50CF-D288-3AB5-5CE2AE182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7615" y="4820364"/>
              <a:ext cx="324929" cy="1714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1924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EC87-5C0A-977F-8DEA-EAD38164F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9F7FC1C-C3A1-B953-D777-EAC6D2E88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Vibrational Degrees of Freedom</a:t>
            </a:r>
          </a:p>
        </p:txBody>
      </p:sp>
      <p:grpSp>
        <p:nvGrpSpPr>
          <p:cNvPr id="4" name="Group 19">
            <a:extLst>
              <a:ext uri="{FF2B5EF4-FFF2-40B4-BE49-F238E27FC236}">
                <a16:creationId xmlns:a16="http://schemas.microsoft.com/office/drawing/2014/main" id="{F64EC437-E65C-9B51-5935-429CEF23610C}"/>
              </a:ext>
            </a:extLst>
          </p:cNvPr>
          <p:cNvGrpSpPr>
            <a:grpSpLocks/>
          </p:cNvGrpSpPr>
          <p:nvPr/>
        </p:nvGrpSpPr>
        <p:grpSpPr bwMode="auto">
          <a:xfrm rot="1747726">
            <a:off x="5650882" y="4267772"/>
            <a:ext cx="1054100" cy="149225"/>
            <a:chOff x="2248" y="1248"/>
            <a:chExt cx="648" cy="128"/>
          </a:xfrm>
        </p:grpSpPr>
        <p:grpSp>
          <p:nvGrpSpPr>
            <p:cNvPr id="5" name="Group 20">
              <a:extLst>
                <a:ext uri="{FF2B5EF4-FFF2-40B4-BE49-F238E27FC236}">
                  <a16:creationId xmlns:a16="http://schemas.microsoft.com/office/drawing/2014/main" id="{31F8116C-F68C-8086-5975-069CB4787A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2317" name="Line 21">
                <a:extLst>
                  <a:ext uri="{FF2B5EF4-FFF2-40B4-BE49-F238E27FC236}">
                    <a16:creationId xmlns:a16="http://schemas.microsoft.com/office/drawing/2014/main" id="{BDB22D40-E481-54C6-8039-98F77E08CF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8" name="Line 22">
                <a:extLst>
                  <a:ext uri="{FF2B5EF4-FFF2-40B4-BE49-F238E27FC236}">
                    <a16:creationId xmlns:a16="http://schemas.microsoft.com/office/drawing/2014/main" id="{0F82BCD3-2510-5866-5C54-9C92DF31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23">
              <a:extLst>
                <a:ext uri="{FF2B5EF4-FFF2-40B4-BE49-F238E27FC236}">
                  <a16:creationId xmlns:a16="http://schemas.microsoft.com/office/drawing/2014/main" id="{45D727C4-8BC3-4A6B-6113-C8DA684748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2315" name="Line 24">
                <a:extLst>
                  <a:ext uri="{FF2B5EF4-FFF2-40B4-BE49-F238E27FC236}">
                    <a16:creationId xmlns:a16="http://schemas.microsoft.com/office/drawing/2014/main" id="{970227A3-1074-CF88-891A-4247449AE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6" name="Line 25">
                <a:extLst>
                  <a:ext uri="{FF2B5EF4-FFF2-40B4-BE49-F238E27FC236}">
                    <a16:creationId xmlns:a16="http://schemas.microsoft.com/office/drawing/2014/main" id="{512C0941-7791-9D2A-3539-2DE906B46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6">
              <a:extLst>
                <a:ext uri="{FF2B5EF4-FFF2-40B4-BE49-F238E27FC236}">
                  <a16:creationId xmlns:a16="http://schemas.microsoft.com/office/drawing/2014/main" id="{B34DDABF-6B72-76C5-E1E2-0E73538F57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2313" name="Line 27">
                <a:extLst>
                  <a:ext uri="{FF2B5EF4-FFF2-40B4-BE49-F238E27FC236}">
                    <a16:creationId xmlns:a16="http://schemas.microsoft.com/office/drawing/2014/main" id="{4954C0F4-78C1-4305-D43C-CDD0DCEB89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4" name="Line 28">
                <a:extLst>
                  <a:ext uri="{FF2B5EF4-FFF2-40B4-BE49-F238E27FC236}">
                    <a16:creationId xmlns:a16="http://schemas.microsoft.com/office/drawing/2014/main" id="{6B2EA708-C7AD-29EE-8F67-010D48EDB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A960F0DA-8EB7-B5B8-C266-D7EED3D875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2311" name="Line 30">
                <a:extLst>
                  <a:ext uri="{FF2B5EF4-FFF2-40B4-BE49-F238E27FC236}">
                    <a16:creationId xmlns:a16="http://schemas.microsoft.com/office/drawing/2014/main" id="{83BED919-2B22-E1BF-21E4-9A5417BF26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2" name="Line 31">
                <a:extLst>
                  <a:ext uri="{FF2B5EF4-FFF2-40B4-BE49-F238E27FC236}">
                    <a16:creationId xmlns:a16="http://schemas.microsoft.com/office/drawing/2014/main" id="{3A438D72-2889-DC1D-19E9-4D433C37B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32">
              <a:extLst>
                <a:ext uri="{FF2B5EF4-FFF2-40B4-BE49-F238E27FC236}">
                  <a16:creationId xmlns:a16="http://schemas.microsoft.com/office/drawing/2014/main" id="{ABD4EE4C-D2B0-BF4A-7FFD-942158DF7C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2309" name="Line 33">
                <a:extLst>
                  <a:ext uri="{FF2B5EF4-FFF2-40B4-BE49-F238E27FC236}">
                    <a16:creationId xmlns:a16="http://schemas.microsoft.com/office/drawing/2014/main" id="{C3BDF457-DE06-EA91-4A2A-2ED2B19268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0" name="Line 34">
                <a:extLst>
                  <a:ext uri="{FF2B5EF4-FFF2-40B4-BE49-F238E27FC236}">
                    <a16:creationId xmlns:a16="http://schemas.microsoft.com/office/drawing/2014/main" id="{1AD31D90-42C5-8944-7331-0B791B081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35">
              <a:extLst>
                <a:ext uri="{FF2B5EF4-FFF2-40B4-BE49-F238E27FC236}">
                  <a16:creationId xmlns:a16="http://schemas.microsoft.com/office/drawing/2014/main" id="{08F2E460-32EB-217A-E03B-D8D0970D67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2307" name="Line 36">
                <a:extLst>
                  <a:ext uri="{FF2B5EF4-FFF2-40B4-BE49-F238E27FC236}">
                    <a16:creationId xmlns:a16="http://schemas.microsoft.com/office/drawing/2014/main" id="{AB593F31-57CD-CE49-FAE1-38C6A1F88F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8" name="Line 37">
                <a:extLst>
                  <a:ext uri="{FF2B5EF4-FFF2-40B4-BE49-F238E27FC236}">
                    <a16:creationId xmlns:a16="http://schemas.microsoft.com/office/drawing/2014/main" id="{AC37E82F-FB02-FA9C-4FFD-C8D76382D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38">
              <a:extLst>
                <a:ext uri="{FF2B5EF4-FFF2-40B4-BE49-F238E27FC236}">
                  <a16:creationId xmlns:a16="http://schemas.microsoft.com/office/drawing/2014/main" id="{C43B530F-FD1A-4BAE-4D79-451AA0E2D1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2305" name="Line 39">
                <a:extLst>
                  <a:ext uri="{FF2B5EF4-FFF2-40B4-BE49-F238E27FC236}">
                    <a16:creationId xmlns:a16="http://schemas.microsoft.com/office/drawing/2014/main" id="{58150D35-1DBE-9FC8-F96D-6E9EC0CE32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6" name="Line 40">
                <a:extLst>
                  <a:ext uri="{FF2B5EF4-FFF2-40B4-BE49-F238E27FC236}">
                    <a16:creationId xmlns:a16="http://schemas.microsoft.com/office/drawing/2014/main" id="{6702D0AF-2A2F-0FD9-1BCF-0AF2407F03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41">
              <a:extLst>
                <a:ext uri="{FF2B5EF4-FFF2-40B4-BE49-F238E27FC236}">
                  <a16:creationId xmlns:a16="http://schemas.microsoft.com/office/drawing/2014/main" id="{0570BFBC-D27F-EFFD-DFE9-53B4B1ABF6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2303" name="Line 42">
                <a:extLst>
                  <a:ext uri="{FF2B5EF4-FFF2-40B4-BE49-F238E27FC236}">
                    <a16:creationId xmlns:a16="http://schemas.microsoft.com/office/drawing/2014/main" id="{728E362A-5D75-A57F-B551-D3230C3E24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4" name="Line 43">
                <a:extLst>
                  <a:ext uri="{FF2B5EF4-FFF2-40B4-BE49-F238E27FC236}">
                    <a16:creationId xmlns:a16="http://schemas.microsoft.com/office/drawing/2014/main" id="{EE4FDFD1-DADB-6680-28E3-4288A9DDAD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7F7492-2A14-7CDD-9B4F-212A06976DC9}"/>
              </a:ext>
            </a:extLst>
          </p:cNvPr>
          <p:cNvGrpSpPr/>
          <p:nvPr/>
        </p:nvGrpSpPr>
        <p:grpSpPr>
          <a:xfrm>
            <a:off x="4572000" y="2399284"/>
            <a:ext cx="3217862" cy="3203576"/>
            <a:chOff x="5310632" y="2440717"/>
            <a:chExt cx="3217862" cy="320357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5386254-4356-57EE-9A6D-AAA286A00AE7}"/>
                </a:ext>
              </a:extLst>
            </p:cNvPr>
            <p:cNvSpPr/>
            <p:nvPr/>
          </p:nvSpPr>
          <p:spPr>
            <a:xfrm>
              <a:off x="5703685" y="3504342"/>
              <a:ext cx="795043" cy="84296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ine 6">
              <a:extLst>
                <a:ext uri="{FF2B5EF4-FFF2-40B4-BE49-F238E27FC236}">
                  <a16:creationId xmlns:a16="http://schemas.microsoft.com/office/drawing/2014/main" id="{3B93CBA1-22C1-546E-A979-4A37995E53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5269" y="2561367"/>
              <a:ext cx="0" cy="1785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1E47CB1C-174E-F883-D33D-9E4F4AC2E6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10632" y="4350480"/>
              <a:ext cx="1538287" cy="971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BE095DB2-AD79-08B0-EF49-2C8DA12A0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5082" y="5277580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x</a:t>
              </a: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F6794D87-513D-DFF7-1368-5BEEBA19E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0044" y="4566380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y</a:t>
              </a:r>
            </a:p>
          </p:txBody>
        </p:sp>
        <p:sp>
          <p:nvSpPr>
            <p:cNvPr id="19" name="Line 8">
              <a:extLst>
                <a:ext uri="{FF2B5EF4-FFF2-40B4-BE49-F238E27FC236}">
                  <a16:creationId xmlns:a16="http://schemas.microsoft.com/office/drawing/2014/main" id="{72E09256-3E40-397F-4303-7CC58F50C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5832" y="4037742"/>
              <a:ext cx="949325" cy="5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Text Box 13">
              <a:extLst>
                <a:ext uri="{FF2B5EF4-FFF2-40B4-BE49-F238E27FC236}">
                  <a16:creationId xmlns:a16="http://schemas.microsoft.com/office/drawing/2014/main" id="{D69BE209-4986-0D09-E81A-5DBE49BFD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8619" y="2440717"/>
              <a:ext cx="2984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z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23E30B0-FDB7-403B-1D1F-280659786EA2}"/>
                </a:ext>
              </a:extLst>
            </p:cNvPr>
            <p:cNvSpPr/>
            <p:nvPr/>
          </p:nvSpPr>
          <p:spPr>
            <a:xfrm>
              <a:off x="7140002" y="4266248"/>
              <a:ext cx="795043" cy="84296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169CDA42-2EC2-F589-18A7-E281311CB1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7615" y="4820364"/>
              <a:ext cx="324929" cy="1714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7005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B4A5E-EE4F-872E-B011-791695EF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EC8AD2CB-44B4-FCAD-116B-FEBE56647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</a:t>
            </a:r>
            <a:r>
              <a:rPr lang="en-US" baseline="-25000"/>
              <a:t>v</a:t>
            </a:r>
            <a:r>
              <a:rPr lang="en-US"/>
              <a:t> vs Temperature 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720933B-60D5-8EC3-DEFE-46DFACF17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488" y="1524000"/>
            <a:ext cx="6734175" cy="42957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8289640-1B22-E400-9FB3-9851F3AC0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3106" y="1404921"/>
            <a:ext cx="5924323" cy="444138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8937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45B08-3A04-23C2-6290-1BE6F33B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D5A50F7-0CDE-5876-1028-5B30564376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0" y="0"/>
            <a:ext cx="34290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Energy States of a Diatomic Molecule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E924A9-DF61-B93C-C1F0-F95850286521}"/>
              </a:ext>
            </a:extLst>
          </p:cNvPr>
          <p:cNvCxnSpPr/>
          <p:nvPr/>
        </p:nvCxnSpPr>
        <p:spPr>
          <a:xfrm>
            <a:off x="1638300" y="22860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AE3D11-75DC-2659-4634-637E73F53086}"/>
              </a:ext>
            </a:extLst>
          </p:cNvPr>
          <p:cNvCxnSpPr/>
          <p:nvPr/>
        </p:nvCxnSpPr>
        <p:spPr>
          <a:xfrm>
            <a:off x="1638300" y="22098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BA68B3-E19E-9B50-DFDF-5C0FA428A539}"/>
              </a:ext>
            </a:extLst>
          </p:cNvPr>
          <p:cNvCxnSpPr/>
          <p:nvPr/>
        </p:nvCxnSpPr>
        <p:spPr>
          <a:xfrm>
            <a:off x="1638300" y="21336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712BF1-CC01-582D-72EC-4D4AA496A913}"/>
              </a:ext>
            </a:extLst>
          </p:cNvPr>
          <p:cNvCxnSpPr/>
          <p:nvPr/>
        </p:nvCxnSpPr>
        <p:spPr>
          <a:xfrm>
            <a:off x="1638300" y="20574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776033-3009-D82E-C5B8-08913EEB273B}"/>
              </a:ext>
            </a:extLst>
          </p:cNvPr>
          <p:cNvCxnSpPr/>
          <p:nvPr/>
        </p:nvCxnSpPr>
        <p:spPr>
          <a:xfrm>
            <a:off x="1638300" y="18288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8C20BA-7593-75DD-CE1C-F8B504A4C4E0}"/>
              </a:ext>
            </a:extLst>
          </p:cNvPr>
          <p:cNvCxnSpPr/>
          <p:nvPr/>
        </p:nvCxnSpPr>
        <p:spPr>
          <a:xfrm>
            <a:off x="1638300" y="12954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EB30D9-023E-855B-59AF-5476CF07B57F}"/>
              </a:ext>
            </a:extLst>
          </p:cNvPr>
          <p:cNvCxnSpPr/>
          <p:nvPr/>
        </p:nvCxnSpPr>
        <p:spPr>
          <a:xfrm>
            <a:off x="1638300" y="12192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748456-2DA1-A8AB-9FB5-1E1DF68F3B9B}"/>
              </a:ext>
            </a:extLst>
          </p:cNvPr>
          <p:cNvCxnSpPr/>
          <p:nvPr/>
        </p:nvCxnSpPr>
        <p:spPr>
          <a:xfrm>
            <a:off x="1638300" y="11430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8510B7-76C9-D088-C3EC-B78877D8098E}"/>
              </a:ext>
            </a:extLst>
          </p:cNvPr>
          <p:cNvCxnSpPr/>
          <p:nvPr/>
        </p:nvCxnSpPr>
        <p:spPr>
          <a:xfrm>
            <a:off x="1638300" y="9144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205E20-043F-27E6-21D9-A5B7DC062CE7}"/>
              </a:ext>
            </a:extLst>
          </p:cNvPr>
          <p:cNvCxnSpPr/>
          <p:nvPr/>
        </p:nvCxnSpPr>
        <p:spPr>
          <a:xfrm>
            <a:off x="1638300" y="7620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A80A2F-FB66-68E0-8B80-B489BF7BF26F}"/>
              </a:ext>
            </a:extLst>
          </p:cNvPr>
          <p:cNvCxnSpPr/>
          <p:nvPr/>
        </p:nvCxnSpPr>
        <p:spPr>
          <a:xfrm>
            <a:off x="1638300" y="48768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CBBE16-541B-6BC1-CBC8-0F7AD630B946}"/>
              </a:ext>
            </a:extLst>
          </p:cNvPr>
          <p:cNvCxnSpPr/>
          <p:nvPr/>
        </p:nvCxnSpPr>
        <p:spPr>
          <a:xfrm>
            <a:off x="1638300" y="50292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9C7533-D6B6-87B6-B59F-35D4AEE67FCA}"/>
              </a:ext>
            </a:extLst>
          </p:cNvPr>
          <p:cNvCxnSpPr/>
          <p:nvPr/>
        </p:nvCxnSpPr>
        <p:spPr>
          <a:xfrm>
            <a:off x="1638300" y="51816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EA0E83-CE21-F0D3-567C-66CC7F817D72}"/>
              </a:ext>
            </a:extLst>
          </p:cNvPr>
          <p:cNvCxnSpPr/>
          <p:nvPr/>
        </p:nvCxnSpPr>
        <p:spPr>
          <a:xfrm>
            <a:off x="1638300" y="53340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5A0D7C-A0E2-A954-1C09-690E9FD0BB97}"/>
              </a:ext>
            </a:extLst>
          </p:cNvPr>
          <p:cNvCxnSpPr/>
          <p:nvPr/>
        </p:nvCxnSpPr>
        <p:spPr>
          <a:xfrm>
            <a:off x="1638300" y="52578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52DF4E-CD28-6191-219F-86A6ACFF96D9}"/>
              </a:ext>
            </a:extLst>
          </p:cNvPr>
          <p:cNvCxnSpPr/>
          <p:nvPr/>
        </p:nvCxnSpPr>
        <p:spPr>
          <a:xfrm>
            <a:off x="1638300" y="59436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B4905C-76B2-37D3-1A2E-86219824607F}"/>
              </a:ext>
            </a:extLst>
          </p:cNvPr>
          <p:cNvCxnSpPr/>
          <p:nvPr/>
        </p:nvCxnSpPr>
        <p:spPr>
          <a:xfrm>
            <a:off x="1638300" y="60960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A0CAD6-1C8A-F42E-E67F-94C86923DFDD}"/>
              </a:ext>
            </a:extLst>
          </p:cNvPr>
          <p:cNvCxnSpPr/>
          <p:nvPr/>
        </p:nvCxnSpPr>
        <p:spPr>
          <a:xfrm>
            <a:off x="1638300" y="62484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0E7230-9AD4-2D1A-8B63-EA0DAECD6132}"/>
              </a:ext>
            </a:extLst>
          </p:cNvPr>
          <p:cNvCxnSpPr/>
          <p:nvPr/>
        </p:nvCxnSpPr>
        <p:spPr>
          <a:xfrm>
            <a:off x="1638300" y="64008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C2BDA1F-D1A7-CB53-A070-15497A8627BD}"/>
              </a:ext>
            </a:extLst>
          </p:cNvPr>
          <p:cNvCxnSpPr/>
          <p:nvPr/>
        </p:nvCxnSpPr>
        <p:spPr>
          <a:xfrm>
            <a:off x="1638300" y="6324600"/>
            <a:ext cx="990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16D2380-6A6A-9742-FD42-72C872F194E4}"/>
              </a:ext>
            </a:extLst>
          </p:cNvPr>
          <p:cNvGrpSpPr/>
          <p:nvPr/>
        </p:nvGrpSpPr>
        <p:grpSpPr>
          <a:xfrm>
            <a:off x="4419600" y="609600"/>
            <a:ext cx="296118" cy="1752600"/>
            <a:chOff x="3200400" y="1295400"/>
            <a:chExt cx="392906" cy="1600200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981AC46-1B7D-31AE-A989-F918F72280CC}"/>
                </a:ext>
              </a:extLst>
            </p:cNvPr>
            <p:cNvSpPr/>
            <p:nvPr/>
          </p:nvSpPr>
          <p:spPr>
            <a:xfrm>
              <a:off x="3200400" y="12954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986ACB2-5A88-9018-9DD1-2C548B360C0A}"/>
                </a:ext>
              </a:extLst>
            </p:cNvPr>
            <p:cNvSpPr/>
            <p:nvPr/>
          </p:nvSpPr>
          <p:spPr>
            <a:xfrm flipV="1">
              <a:off x="3200400" y="20955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55D45B1-D839-AD38-8012-DB79C896A4D9}"/>
              </a:ext>
            </a:extLst>
          </p:cNvPr>
          <p:cNvSpPr txBox="1"/>
          <p:nvPr/>
        </p:nvSpPr>
        <p:spPr>
          <a:xfrm>
            <a:off x="4780012" y="990600"/>
            <a:ext cx="11635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3p</a:t>
            </a:r>
          </a:p>
          <a:p>
            <a:r>
              <a:rPr lang="en-US" dirty="0"/>
              <a:t>Electronic </a:t>
            </a:r>
          </a:p>
          <a:p>
            <a:r>
              <a:rPr lang="en-US" dirty="0"/>
              <a:t>State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A7759C8-EF06-64E8-C49D-863433A6F774}"/>
              </a:ext>
            </a:extLst>
          </p:cNvPr>
          <p:cNvGrpSpPr/>
          <p:nvPr/>
        </p:nvGrpSpPr>
        <p:grpSpPr>
          <a:xfrm>
            <a:off x="2895600" y="685800"/>
            <a:ext cx="152400" cy="685800"/>
            <a:chOff x="3200400" y="1295400"/>
            <a:chExt cx="392906" cy="1600200"/>
          </a:xfrm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AE898014-A49A-C1D5-7E80-430344888E35}"/>
                </a:ext>
              </a:extLst>
            </p:cNvPr>
            <p:cNvSpPr/>
            <p:nvPr/>
          </p:nvSpPr>
          <p:spPr>
            <a:xfrm>
              <a:off x="3200400" y="12954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CA2EF799-529C-BD0C-98F5-34FC7932BF94}"/>
                </a:ext>
              </a:extLst>
            </p:cNvPr>
            <p:cNvSpPr/>
            <p:nvPr/>
          </p:nvSpPr>
          <p:spPr>
            <a:xfrm flipV="1">
              <a:off x="3200400" y="20955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815A27B-96FD-2593-937D-A3377135CF90}"/>
              </a:ext>
            </a:extLst>
          </p:cNvPr>
          <p:cNvGrpSpPr/>
          <p:nvPr/>
        </p:nvGrpSpPr>
        <p:grpSpPr>
          <a:xfrm>
            <a:off x="2971800" y="1676400"/>
            <a:ext cx="152400" cy="685800"/>
            <a:chOff x="3200400" y="1295400"/>
            <a:chExt cx="392906" cy="1600200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4BD3E55-771B-C088-2A16-8BBDFAB572A9}"/>
                </a:ext>
              </a:extLst>
            </p:cNvPr>
            <p:cNvSpPr/>
            <p:nvPr/>
          </p:nvSpPr>
          <p:spPr>
            <a:xfrm>
              <a:off x="3200400" y="12954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7FC741B-2C17-DB91-20AD-7362DB3D8D92}"/>
                </a:ext>
              </a:extLst>
            </p:cNvPr>
            <p:cNvSpPr/>
            <p:nvPr/>
          </p:nvSpPr>
          <p:spPr>
            <a:xfrm flipV="1">
              <a:off x="3200400" y="20955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B5D67C9D-4678-6CDB-03B4-6FFA5D33828E}"/>
              </a:ext>
            </a:extLst>
          </p:cNvPr>
          <p:cNvSpPr txBox="1"/>
          <p:nvPr/>
        </p:nvSpPr>
        <p:spPr>
          <a:xfrm>
            <a:off x="3124200" y="762000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Vibrational</a:t>
            </a:r>
            <a:r>
              <a:rPr lang="en-US" dirty="0"/>
              <a:t> State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85D6F4-1943-3F78-EE1B-BFAADEC42CE1}"/>
              </a:ext>
            </a:extLst>
          </p:cNvPr>
          <p:cNvSpPr txBox="1"/>
          <p:nvPr/>
        </p:nvSpPr>
        <p:spPr>
          <a:xfrm>
            <a:off x="3200400" y="1715869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Roptational</a:t>
            </a:r>
            <a:r>
              <a:rPr lang="en-US" dirty="0"/>
              <a:t> State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33BE3E8-37CF-6CC4-72CF-8B05DFDF1102}"/>
              </a:ext>
            </a:extLst>
          </p:cNvPr>
          <p:cNvGrpSpPr/>
          <p:nvPr/>
        </p:nvGrpSpPr>
        <p:grpSpPr>
          <a:xfrm>
            <a:off x="4419600" y="4648200"/>
            <a:ext cx="296118" cy="1752600"/>
            <a:chOff x="3200400" y="1295400"/>
            <a:chExt cx="392906" cy="1600200"/>
          </a:xfrm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DA8ACB98-374D-EBA8-40C0-BAE2B2CFA40D}"/>
                </a:ext>
              </a:extLst>
            </p:cNvPr>
            <p:cNvSpPr/>
            <p:nvPr/>
          </p:nvSpPr>
          <p:spPr>
            <a:xfrm>
              <a:off x="3200400" y="12954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0F43ED6F-911C-E4BD-9DDE-8BE66A7A7835}"/>
                </a:ext>
              </a:extLst>
            </p:cNvPr>
            <p:cNvSpPr/>
            <p:nvPr/>
          </p:nvSpPr>
          <p:spPr>
            <a:xfrm flipV="1">
              <a:off x="3200400" y="2095500"/>
              <a:ext cx="392906" cy="800100"/>
            </a:xfrm>
            <a:custGeom>
              <a:avLst/>
              <a:gdLst>
                <a:gd name="connsiteX0" fmla="*/ 0 w 392906"/>
                <a:gd name="connsiteY0" fmla="*/ 0 h 800100"/>
                <a:gd name="connsiteX1" fmla="*/ 223838 w 392906"/>
                <a:gd name="connsiteY1" fmla="*/ 169069 h 800100"/>
                <a:gd name="connsiteX2" fmla="*/ 247650 w 392906"/>
                <a:gd name="connsiteY2" fmla="*/ 683419 h 800100"/>
                <a:gd name="connsiteX3" fmla="*/ 392906 w 392906"/>
                <a:gd name="connsiteY3" fmla="*/ 8001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906" h="800100">
                  <a:moveTo>
                    <a:pt x="0" y="0"/>
                  </a:moveTo>
                  <a:cubicBezTo>
                    <a:pt x="91281" y="27583"/>
                    <a:pt x="182563" y="55166"/>
                    <a:pt x="223838" y="169069"/>
                  </a:cubicBezTo>
                  <a:cubicBezTo>
                    <a:pt x="265113" y="282972"/>
                    <a:pt x="219472" y="578247"/>
                    <a:pt x="247650" y="683419"/>
                  </a:cubicBezTo>
                  <a:cubicBezTo>
                    <a:pt x="275828" y="788591"/>
                    <a:pt x="334367" y="794345"/>
                    <a:pt x="392906" y="800100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682065E-D36D-27CF-ED97-EA0C73B40814}"/>
              </a:ext>
            </a:extLst>
          </p:cNvPr>
          <p:cNvSpPr txBox="1"/>
          <p:nvPr/>
        </p:nvSpPr>
        <p:spPr>
          <a:xfrm>
            <a:off x="4703812" y="5029200"/>
            <a:ext cx="11635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2s</a:t>
            </a:r>
          </a:p>
          <a:p>
            <a:r>
              <a:rPr lang="en-US" dirty="0"/>
              <a:t>Electronic </a:t>
            </a:r>
          </a:p>
          <a:p>
            <a:r>
              <a:rPr lang="en-US" dirty="0"/>
              <a:t>State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00F7BD6-1A00-6F5F-5896-C6910FECF753}"/>
              </a:ext>
            </a:extLst>
          </p:cNvPr>
          <p:cNvCxnSpPr/>
          <p:nvPr/>
        </p:nvCxnSpPr>
        <p:spPr>
          <a:xfrm flipV="1">
            <a:off x="1143000" y="2362200"/>
            <a:ext cx="0" cy="198120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7162DA6-DE9A-C590-EA9B-CFCE0B6CFF30}"/>
              </a:ext>
            </a:extLst>
          </p:cNvPr>
          <p:cNvSpPr txBox="1"/>
          <p:nvPr/>
        </p:nvSpPr>
        <p:spPr>
          <a:xfrm>
            <a:off x="1219200" y="152400"/>
            <a:ext cx="2344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Available Energy States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2E8020-F9E5-07D4-4B10-4F1122B86184}"/>
              </a:ext>
            </a:extLst>
          </p:cNvPr>
          <p:cNvSpPr txBox="1"/>
          <p:nvPr/>
        </p:nvSpPr>
        <p:spPr>
          <a:xfrm>
            <a:off x="0" y="2819400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Increasing Energy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4627D19-7BF8-3736-621F-79A3C98B9D06}"/>
              </a:ext>
            </a:extLst>
          </p:cNvPr>
          <p:cNvCxnSpPr/>
          <p:nvPr/>
        </p:nvCxnSpPr>
        <p:spPr>
          <a:xfrm>
            <a:off x="1828800" y="914400"/>
            <a:ext cx="0" cy="9144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58BF399-5787-9CE7-D9DE-4B50A99FD97E}"/>
              </a:ext>
            </a:extLst>
          </p:cNvPr>
          <p:cNvCxnSpPr/>
          <p:nvPr/>
        </p:nvCxnSpPr>
        <p:spPr>
          <a:xfrm>
            <a:off x="1905000" y="914400"/>
            <a:ext cx="0" cy="11430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605A767-2812-24C9-4842-7203393F2668}"/>
              </a:ext>
            </a:extLst>
          </p:cNvPr>
          <p:cNvCxnSpPr/>
          <p:nvPr/>
        </p:nvCxnSpPr>
        <p:spPr>
          <a:xfrm>
            <a:off x="2514600" y="2057400"/>
            <a:ext cx="0" cy="28194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839A888-72FD-3EE1-7890-627219FC8903}"/>
              </a:ext>
            </a:extLst>
          </p:cNvPr>
          <p:cNvCxnSpPr/>
          <p:nvPr/>
        </p:nvCxnSpPr>
        <p:spPr>
          <a:xfrm>
            <a:off x="2438400" y="2057400"/>
            <a:ext cx="0" cy="31242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DFFFF0D-7B88-E718-36A4-F09B83B7EE1F}"/>
              </a:ext>
            </a:extLst>
          </p:cNvPr>
          <p:cNvCxnSpPr/>
          <p:nvPr/>
        </p:nvCxnSpPr>
        <p:spPr>
          <a:xfrm>
            <a:off x="2286000" y="2133600"/>
            <a:ext cx="0" cy="28956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A67624B-9CB7-EE33-E3BD-1B0C632D4B62}"/>
              </a:ext>
            </a:extLst>
          </p:cNvPr>
          <p:cNvCxnSpPr/>
          <p:nvPr/>
        </p:nvCxnSpPr>
        <p:spPr>
          <a:xfrm>
            <a:off x="2209800" y="2133600"/>
            <a:ext cx="0" cy="31242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B4B036D-F96B-EE84-E337-56A30AB06DA9}"/>
              </a:ext>
            </a:extLst>
          </p:cNvPr>
          <p:cNvCxnSpPr/>
          <p:nvPr/>
        </p:nvCxnSpPr>
        <p:spPr>
          <a:xfrm>
            <a:off x="2057400" y="2209800"/>
            <a:ext cx="0" cy="29718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C3A3974-6765-7BF9-6A3F-6CFF1A8BD280}"/>
              </a:ext>
            </a:extLst>
          </p:cNvPr>
          <p:cNvCxnSpPr/>
          <p:nvPr/>
        </p:nvCxnSpPr>
        <p:spPr>
          <a:xfrm>
            <a:off x="1981200" y="2209800"/>
            <a:ext cx="0" cy="31242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F22EEC3-44D4-8538-D598-46276BF0982E}"/>
              </a:ext>
            </a:extLst>
          </p:cNvPr>
          <p:cNvCxnSpPr/>
          <p:nvPr/>
        </p:nvCxnSpPr>
        <p:spPr>
          <a:xfrm>
            <a:off x="1752600" y="2286000"/>
            <a:ext cx="0" cy="297180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C4B870D-1453-6386-0ABF-CA0158EA2CAA}"/>
              </a:ext>
            </a:extLst>
          </p:cNvPr>
          <p:cNvSpPr txBox="1"/>
          <p:nvPr/>
        </p:nvSpPr>
        <p:spPr>
          <a:xfrm>
            <a:off x="3429000" y="3276600"/>
            <a:ext cx="2148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Possible Energy Transitions</a:t>
            </a:r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373F936A-9686-6814-96D0-3022591CD182}"/>
              </a:ext>
            </a:extLst>
          </p:cNvPr>
          <p:cNvSpPr/>
          <p:nvPr/>
        </p:nvSpPr>
        <p:spPr>
          <a:xfrm>
            <a:off x="2088106" y="1501254"/>
            <a:ext cx="1340893" cy="1851546"/>
          </a:xfrm>
          <a:custGeom>
            <a:avLst/>
            <a:gdLst>
              <a:gd name="connsiteX0" fmla="*/ 1173708 w 1173708"/>
              <a:gd name="connsiteY0" fmla="*/ 1705970 h 1705970"/>
              <a:gd name="connsiteX1" fmla="*/ 709684 w 1173708"/>
              <a:gd name="connsiteY1" fmla="*/ 1078173 h 1705970"/>
              <a:gd name="connsiteX2" fmla="*/ 832514 w 1173708"/>
              <a:gd name="connsiteY2" fmla="*/ 1105468 h 1705970"/>
              <a:gd name="connsiteX3" fmla="*/ 0 w 1173708"/>
              <a:gd name="connsiteY3" fmla="*/ 0 h 170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3708" h="1705970">
                <a:moveTo>
                  <a:pt x="1173708" y="1705970"/>
                </a:moveTo>
                <a:cubicBezTo>
                  <a:pt x="970129" y="1442113"/>
                  <a:pt x="766550" y="1178257"/>
                  <a:pt x="709684" y="1078173"/>
                </a:cubicBezTo>
                <a:cubicBezTo>
                  <a:pt x="652818" y="978089"/>
                  <a:pt x="950795" y="1285163"/>
                  <a:pt x="832514" y="1105468"/>
                </a:cubicBezTo>
                <a:cubicBezTo>
                  <a:pt x="714233" y="925773"/>
                  <a:pt x="357116" y="462886"/>
                  <a:pt x="0" y="0"/>
                </a:cubicBezTo>
              </a:path>
            </a:pathLst>
          </a:cu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71A2DF6A-F264-2759-6803-8ED971F92AFC}"/>
              </a:ext>
            </a:extLst>
          </p:cNvPr>
          <p:cNvSpPr/>
          <p:nvPr/>
        </p:nvSpPr>
        <p:spPr>
          <a:xfrm>
            <a:off x="2606722" y="3441510"/>
            <a:ext cx="805218" cy="368490"/>
          </a:xfrm>
          <a:custGeom>
            <a:avLst/>
            <a:gdLst>
              <a:gd name="connsiteX0" fmla="*/ 805218 w 805218"/>
              <a:gd name="connsiteY0" fmla="*/ 0 h 368490"/>
              <a:gd name="connsiteX1" fmla="*/ 423081 w 805218"/>
              <a:gd name="connsiteY1" fmla="*/ 232012 h 368490"/>
              <a:gd name="connsiteX2" fmla="*/ 0 w 805218"/>
              <a:gd name="connsiteY2" fmla="*/ 368490 h 36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5218" h="368490">
                <a:moveTo>
                  <a:pt x="805218" y="0"/>
                </a:moveTo>
                <a:cubicBezTo>
                  <a:pt x="681251" y="85298"/>
                  <a:pt x="557284" y="170597"/>
                  <a:pt x="423081" y="232012"/>
                </a:cubicBezTo>
                <a:cubicBezTo>
                  <a:pt x="288878" y="293427"/>
                  <a:pt x="81886" y="343469"/>
                  <a:pt x="0" y="368490"/>
                </a:cubicBezTo>
              </a:path>
            </a:pathLst>
          </a:cu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48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BCECF-ADAB-8F74-526F-ADA2AFB9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CFD81549-DE46-DAD0-4CB1-968C26A07FF3}"/>
              </a:ext>
            </a:extLst>
          </p:cNvPr>
          <p:cNvSpPr/>
          <p:nvPr/>
        </p:nvSpPr>
        <p:spPr>
          <a:xfrm>
            <a:off x="5809105" y="1725612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5416CCF-CDF3-F5FA-9ECD-EE9B1827E941}"/>
              </a:ext>
            </a:extLst>
          </p:cNvPr>
          <p:cNvSpPr/>
          <p:nvPr/>
        </p:nvSpPr>
        <p:spPr>
          <a:xfrm>
            <a:off x="4311650" y="2584450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B5DA2F57-BF8E-93FF-8005-AB9675A062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Model of a Solid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4B74999-D785-C04E-BCBE-B9320D439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2946400" cy="4525963"/>
          </a:xfrm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4343" name="Line 7">
            <a:extLst>
              <a:ext uri="{FF2B5EF4-FFF2-40B4-BE49-F238E27FC236}">
                <a16:creationId xmlns:a16="http://schemas.microsoft.com/office/drawing/2014/main" id="{F280418E-4835-47A8-3AC8-A60CE2BE79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2457450"/>
            <a:ext cx="0" cy="1785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Line 8">
            <a:extLst>
              <a:ext uri="{FF2B5EF4-FFF2-40B4-BE49-F238E27FC236}">
                <a16:creationId xmlns:a16="http://schemas.microsoft.com/office/drawing/2014/main" id="{675309C8-9085-3C7B-C878-33480E64C2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0688" y="4803775"/>
            <a:ext cx="377825" cy="188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7E3EE51A-FB15-85E0-1F81-5289FAE99A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5763" y="4246563"/>
            <a:ext cx="1538288" cy="97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Text Box 10">
            <a:extLst>
              <a:ext uri="{FF2B5EF4-FFF2-40B4-BE49-F238E27FC236}">
                <a16:creationId xmlns:a16="http://schemas.microsoft.com/office/drawing/2014/main" id="{34962547-5A48-948B-82AA-368EFF4CF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475" y="4679950"/>
            <a:ext cx="2984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14347" name="Text Box 11">
            <a:extLst>
              <a:ext uri="{FF2B5EF4-FFF2-40B4-BE49-F238E27FC236}">
                <a16:creationId xmlns:a16="http://schemas.microsoft.com/office/drawing/2014/main" id="{A87E654E-A00A-B208-499D-826670C89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175" y="4462463"/>
            <a:ext cx="2984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14348" name="Line 12">
            <a:extLst>
              <a:ext uri="{FF2B5EF4-FFF2-40B4-BE49-F238E27FC236}">
                <a16:creationId xmlns:a16="http://schemas.microsoft.com/office/drawing/2014/main" id="{B091C4F4-A932-9FF1-D8D1-02C552669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0963" y="3933825"/>
            <a:ext cx="949325" cy="50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9" name="Text Box 13">
            <a:extLst>
              <a:ext uri="{FF2B5EF4-FFF2-40B4-BE49-F238E27FC236}">
                <a16:creationId xmlns:a16="http://schemas.microsoft.com/office/drawing/2014/main" id="{4C72DE71-1F66-B2FA-5AE7-58349B7D9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488" y="2568575"/>
            <a:ext cx="2984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z</a:t>
            </a: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8E381FFE-10FD-8CD6-1AD4-1B5226FC1EFC}"/>
              </a:ext>
            </a:extLst>
          </p:cNvPr>
          <p:cNvGrpSpPr>
            <a:grpSpLocks/>
          </p:cNvGrpSpPr>
          <p:nvPr/>
        </p:nvGrpSpPr>
        <p:grpSpPr bwMode="auto">
          <a:xfrm rot="1747726">
            <a:off x="6402388" y="4086225"/>
            <a:ext cx="1054100" cy="149225"/>
            <a:chOff x="2248" y="1248"/>
            <a:chExt cx="648" cy="128"/>
          </a:xfrm>
        </p:grpSpPr>
        <p:grpSp>
          <p:nvGrpSpPr>
            <p:cNvPr id="4" name="Group 15">
              <a:extLst>
                <a:ext uri="{FF2B5EF4-FFF2-40B4-BE49-F238E27FC236}">
                  <a16:creationId xmlns:a16="http://schemas.microsoft.com/office/drawing/2014/main" id="{570BA632-9B74-5EA1-BF6E-8A3062BB33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654" name="Line 16">
                <a:extLst>
                  <a:ext uri="{FF2B5EF4-FFF2-40B4-BE49-F238E27FC236}">
                    <a16:creationId xmlns:a16="http://schemas.microsoft.com/office/drawing/2014/main" id="{EF315922-E9B9-CBB8-8746-F469822DD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5" name="Line 17">
                <a:extLst>
                  <a:ext uri="{FF2B5EF4-FFF2-40B4-BE49-F238E27FC236}">
                    <a16:creationId xmlns:a16="http://schemas.microsoft.com/office/drawing/2014/main" id="{F947460D-4EA6-23C0-53FC-82821F816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18">
              <a:extLst>
                <a:ext uri="{FF2B5EF4-FFF2-40B4-BE49-F238E27FC236}">
                  <a16:creationId xmlns:a16="http://schemas.microsoft.com/office/drawing/2014/main" id="{03FB2D4D-F755-3F18-187D-1416E821B3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652" name="Line 19">
                <a:extLst>
                  <a:ext uri="{FF2B5EF4-FFF2-40B4-BE49-F238E27FC236}">
                    <a16:creationId xmlns:a16="http://schemas.microsoft.com/office/drawing/2014/main" id="{3E7DED52-08A5-ECE5-AD86-7CE6D5F37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3" name="Line 20">
                <a:extLst>
                  <a:ext uri="{FF2B5EF4-FFF2-40B4-BE49-F238E27FC236}">
                    <a16:creationId xmlns:a16="http://schemas.microsoft.com/office/drawing/2014/main" id="{87B5DA34-6106-EC5B-5281-B4F9C1505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21">
              <a:extLst>
                <a:ext uri="{FF2B5EF4-FFF2-40B4-BE49-F238E27FC236}">
                  <a16:creationId xmlns:a16="http://schemas.microsoft.com/office/drawing/2014/main" id="{72C1D70D-FE08-9991-0277-A684C36828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650" name="Line 22">
                <a:extLst>
                  <a:ext uri="{FF2B5EF4-FFF2-40B4-BE49-F238E27FC236}">
                    <a16:creationId xmlns:a16="http://schemas.microsoft.com/office/drawing/2014/main" id="{A66E14BB-174B-BCB5-5092-BB9A89060B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1" name="Line 23">
                <a:extLst>
                  <a:ext uri="{FF2B5EF4-FFF2-40B4-BE49-F238E27FC236}">
                    <a16:creationId xmlns:a16="http://schemas.microsoft.com/office/drawing/2014/main" id="{A931BB4F-C89E-3DDA-ACA9-5444D1EC7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4">
              <a:extLst>
                <a:ext uri="{FF2B5EF4-FFF2-40B4-BE49-F238E27FC236}">
                  <a16:creationId xmlns:a16="http://schemas.microsoft.com/office/drawing/2014/main" id="{AFA02A55-85D2-EE24-A40C-DD8A7BD14E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648" name="Line 25">
                <a:extLst>
                  <a:ext uri="{FF2B5EF4-FFF2-40B4-BE49-F238E27FC236}">
                    <a16:creationId xmlns:a16="http://schemas.microsoft.com/office/drawing/2014/main" id="{9AB602FB-DCF6-4F8A-82B3-E4F70FAC2E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9" name="Line 26">
                <a:extLst>
                  <a:ext uri="{FF2B5EF4-FFF2-40B4-BE49-F238E27FC236}">
                    <a16:creationId xmlns:a16="http://schemas.microsoft.com/office/drawing/2014/main" id="{DE2BA2E2-DA15-BFB4-6DB3-E58B9BE6E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27">
              <a:extLst>
                <a:ext uri="{FF2B5EF4-FFF2-40B4-BE49-F238E27FC236}">
                  <a16:creationId xmlns:a16="http://schemas.microsoft.com/office/drawing/2014/main" id="{01C17DCE-4725-5C3F-BFE0-F8C6AB2873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646" name="Line 28">
                <a:extLst>
                  <a:ext uri="{FF2B5EF4-FFF2-40B4-BE49-F238E27FC236}">
                    <a16:creationId xmlns:a16="http://schemas.microsoft.com/office/drawing/2014/main" id="{59FBB64F-A4B5-F804-12C4-B61E34044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7" name="Line 29">
                <a:extLst>
                  <a:ext uri="{FF2B5EF4-FFF2-40B4-BE49-F238E27FC236}">
                    <a16:creationId xmlns:a16="http://schemas.microsoft.com/office/drawing/2014/main" id="{FC20DAA5-B7C9-6883-A9BF-D5C392694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30">
              <a:extLst>
                <a:ext uri="{FF2B5EF4-FFF2-40B4-BE49-F238E27FC236}">
                  <a16:creationId xmlns:a16="http://schemas.microsoft.com/office/drawing/2014/main" id="{7DA901F2-FF24-274E-40D3-B7041A338D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644" name="Line 31">
                <a:extLst>
                  <a:ext uri="{FF2B5EF4-FFF2-40B4-BE49-F238E27FC236}">
                    <a16:creationId xmlns:a16="http://schemas.microsoft.com/office/drawing/2014/main" id="{81148675-B64C-01E8-DB9A-3AAA6CF19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5" name="Line 32">
                <a:extLst>
                  <a:ext uri="{FF2B5EF4-FFF2-40B4-BE49-F238E27FC236}">
                    <a16:creationId xmlns:a16="http://schemas.microsoft.com/office/drawing/2014/main" id="{C1DF35B0-E7F5-36F8-8A4D-A820BE2A3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33">
              <a:extLst>
                <a:ext uri="{FF2B5EF4-FFF2-40B4-BE49-F238E27FC236}">
                  <a16:creationId xmlns:a16="http://schemas.microsoft.com/office/drawing/2014/main" id="{9E6F9157-DB09-27F1-1B10-B82E1DF12B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642" name="Line 34">
                <a:extLst>
                  <a:ext uri="{FF2B5EF4-FFF2-40B4-BE49-F238E27FC236}">
                    <a16:creationId xmlns:a16="http://schemas.microsoft.com/office/drawing/2014/main" id="{09A9DA8D-8097-B7A0-FD7E-6B28EAFED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3" name="Line 35">
                <a:extLst>
                  <a:ext uri="{FF2B5EF4-FFF2-40B4-BE49-F238E27FC236}">
                    <a16:creationId xmlns:a16="http://schemas.microsoft.com/office/drawing/2014/main" id="{16BF424A-929C-8292-AC9F-952A3E98A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36">
              <a:extLst>
                <a:ext uri="{FF2B5EF4-FFF2-40B4-BE49-F238E27FC236}">
                  <a16:creationId xmlns:a16="http://schemas.microsoft.com/office/drawing/2014/main" id="{B2FB09A6-DAB7-6914-7508-560AABF8D4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640" name="Line 37">
                <a:extLst>
                  <a:ext uri="{FF2B5EF4-FFF2-40B4-BE49-F238E27FC236}">
                    <a16:creationId xmlns:a16="http://schemas.microsoft.com/office/drawing/2014/main" id="{A2B05A6A-B0AC-FA26-A078-9200074272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1" name="Line 38">
                <a:extLst>
                  <a:ext uri="{FF2B5EF4-FFF2-40B4-BE49-F238E27FC236}">
                    <a16:creationId xmlns:a16="http://schemas.microsoft.com/office/drawing/2014/main" id="{74FA82EB-F3BD-FFC8-E932-51B9B8C5E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2" name="Group 41">
            <a:extLst>
              <a:ext uri="{FF2B5EF4-FFF2-40B4-BE49-F238E27FC236}">
                <a16:creationId xmlns:a16="http://schemas.microsoft.com/office/drawing/2014/main" id="{0EA6C3A0-483C-9632-9E41-EA21AA40F367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705475" y="2867025"/>
            <a:ext cx="952500" cy="119063"/>
            <a:chOff x="2248" y="1248"/>
            <a:chExt cx="648" cy="128"/>
          </a:xfrm>
        </p:grpSpPr>
        <p:grpSp>
          <p:nvGrpSpPr>
            <p:cNvPr id="13" name="Group 42">
              <a:extLst>
                <a:ext uri="{FF2B5EF4-FFF2-40B4-BE49-F238E27FC236}">
                  <a16:creationId xmlns:a16="http://schemas.microsoft.com/office/drawing/2014/main" id="{1DA69938-0760-62A3-D16C-922A15CAFB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630" name="Line 43">
                <a:extLst>
                  <a:ext uri="{FF2B5EF4-FFF2-40B4-BE49-F238E27FC236}">
                    <a16:creationId xmlns:a16="http://schemas.microsoft.com/office/drawing/2014/main" id="{94AD630F-4DC4-2A5E-1A7F-8F7BE2466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1" name="Line 44">
                <a:extLst>
                  <a:ext uri="{FF2B5EF4-FFF2-40B4-BE49-F238E27FC236}">
                    <a16:creationId xmlns:a16="http://schemas.microsoft.com/office/drawing/2014/main" id="{DDE4E7D1-D0D1-0931-F308-FC5055BB1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45">
              <a:extLst>
                <a:ext uri="{FF2B5EF4-FFF2-40B4-BE49-F238E27FC236}">
                  <a16:creationId xmlns:a16="http://schemas.microsoft.com/office/drawing/2014/main" id="{C1ECA788-9AA8-79A9-B0CC-1B45B82162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628" name="Line 46">
                <a:extLst>
                  <a:ext uri="{FF2B5EF4-FFF2-40B4-BE49-F238E27FC236}">
                    <a16:creationId xmlns:a16="http://schemas.microsoft.com/office/drawing/2014/main" id="{6ED90519-BAFC-B7FA-B792-4821A133C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9" name="Line 47">
                <a:extLst>
                  <a:ext uri="{FF2B5EF4-FFF2-40B4-BE49-F238E27FC236}">
                    <a16:creationId xmlns:a16="http://schemas.microsoft.com/office/drawing/2014/main" id="{00D0E9DA-A9D4-C2A7-6473-DFF62A7A86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48">
              <a:extLst>
                <a:ext uri="{FF2B5EF4-FFF2-40B4-BE49-F238E27FC236}">
                  <a16:creationId xmlns:a16="http://schemas.microsoft.com/office/drawing/2014/main" id="{5D16D6C1-896A-2CF8-5C26-9EFB226B5F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626" name="Line 49">
                <a:extLst>
                  <a:ext uri="{FF2B5EF4-FFF2-40B4-BE49-F238E27FC236}">
                    <a16:creationId xmlns:a16="http://schemas.microsoft.com/office/drawing/2014/main" id="{6D47AE67-10E1-55AD-33B2-F76F734E2A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7" name="Line 50">
                <a:extLst>
                  <a:ext uri="{FF2B5EF4-FFF2-40B4-BE49-F238E27FC236}">
                    <a16:creationId xmlns:a16="http://schemas.microsoft.com/office/drawing/2014/main" id="{D75EE481-27E9-072A-7B98-B62D6C3DDA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51">
              <a:extLst>
                <a:ext uri="{FF2B5EF4-FFF2-40B4-BE49-F238E27FC236}">
                  <a16:creationId xmlns:a16="http://schemas.microsoft.com/office/drawing/2014/main" id="{7C67C6A1-3289-E9C9-CEE4-9FC2195371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624" name="Line 52">
                <a:extLst>
                  <a:ext uri="{FF2B5EF4-FFF2-40B4-BE49-F238E27FC236}">
                    <a16:creationId xmlns:a16="http://schemas.microsoft.com/office/drawing/2014/main" id="{FB6E832C-C217-CED7-F873-E691728F1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5" name="Line 53">
                <a:extLst>
                  <a:ext uri="{FF2B5EF4-FFF2-40B4-BE49-F238E27FC236}">
                    <a16:creationId xmlns:a16="http://schemas.microsoft.com/office/drawing/2014/main" id="{C9FB5B13-AFAB-EBD8-FFFE-25424DA626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54">
              <a:extLst>
                <a:ext uri="{FF2B5EF4-FFF2-40B4-BE49-F238E27FC236}">
                  <a16:creationId xmlns:a16="http://schemas.microsoft.com/office/drawing/2014/main" id="{A16D8171-E35F-CC26-084A-8F1E59C1B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622" name="Line 55">
                <a:extLst>
                  <a:ext uri="{FF2B5EF4-FFF2-40B4-BE49-F238E27FC236}">
                    <a16:creationId xmlns:a16="http://schemas.microsoft.com/office/drawing/2014/main" id="{46D8308E-3E22-DE0C-5F3D-AD3A01318A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3" name="Line 56">
                <a:extLst>
                  <a:ext uri="{FF2B5EF4-FFF2-40B4-BE49-F238E27FC236}">
                    <a16:creationId xmlns:a16="http://schemas.microsoft.com/office/drawing/2014/main" id="{87E712C2-02A5-F2D1-EF6F-BB654465D5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57">
              <a:extLst>
                <a:ext uri="{FF2B5EF4-FFF2-40B4-BE49-F238E27FC236}">
                  <a16:creationId xmlns:a16="http://schemas.microsoft.com/office/drawing/2014/main" id="{52E3C3AA-EEA0-6D02-58EA-5C41C39223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620" name="Line 58">
                <a:extLst>
                  <a:ext uri="{FF2B5EF4-FFF2-40B4-BE49-F238E27FC236}">
                    <a16:creationId xmlns:a16="http://schemas.microsoft.com/office/drawing/2014/main" id="{1705DE48-453E-F6E8-4DF2-4D9FD6FAEF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1" name="Line 59">
                <a:extLst>
                  <a:ext uri="{FF2B5EF4-FFF2-40B4-BE49-F238E27FC236}">
                    <a16:creationId xmlns:a16="http://schemas.microsoft.com/office/drawing/2014/main" id="{12A6FDDB-72D7-19A4-158D-75B03F84A6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60">
              <a:extLst>
                <a:ext uri="{FF2B5EF4-FFF2-40B4-BE49-F238E27FC236}">
                  <a16:creationId xmlns:a16="http://schemas.microsoft.com/office/drawing/2014/main" id="{E9D17D5B-555B-C157-7998-D2AD71CDA2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618" name="Line 61">
                <a:extLst>
                  <a:ext uri="{FF2B5EF4-FFF2-40B4-BE49-F238E27FC236}">
                    <a16:creationId xmlns:a16="http://schemas.microsoft.com/office/drawing/2014/main" id="{5DD31812-AC09-CD87-106D-FB41BB486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9" name="Line 62">
                <a:extLst>
                  <a:ext uri="{FF2B5EF4-FFF2-40B4-BE49-F238E27FC236}">
                    <a16:creationId xmlns:a16="http://schemas.microsoft.com/office/drawing/2014/main" id="{E651F500-C5CD-B70E-8F22-F189D25BC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63">
              <a:extLst>
                <a:ext uri="{FF2B5EF4-FFF2-40B4-BE49-F238E27FC236}">
                  <a16:creationId xmlns:a16="http://schemas.microsoft.com/office/drawing/2014/main" id="{FB0A6885-31E9-CC48-156D-609490BAC4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616" name="Line 64">
                <a:extLst>
                  <a:ext uri="{FF2B5EF4-FFF2-40B4-BE49-F238E27FC236}">
                    <a16:creationId xmlns:a16="http://schemas.microsoft.com/office/drawing/2014/main" id="{07B19870-FB48-87A0-5F0C-A2E2943F32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7" name="Line 65">
                <a:extLst>
                  <a:ext uri="{FF2B5EF4-FFF2-40B4-BE49-F238E27FC236}">
                    <a16:creationId xmlns:a16="http://schemas.microsoft.com/office/drawing/2014/main" id="{3746CDEF-0D76-12E3-EBEA-747CA2D9C7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1" name="Group 66">
            <a:extLst>
              <a:ext uri="{FF2B5EF4-FFF2-40B4-BE49-F238E27FC236}">
                <a16:creationId xmlns:a16="http://schemas.microsoft.com/office/drawing/2014/main" id="{41DCDEAF-0112-1141-8C0B-292697FE119E}"/>
              </a:ext>
            </a:extLst>
          </p:cNvPr>
          <p:cNvGrpSpPr>
            <a:grpSpLocks/>
          </p:cNvGrpSpPr>
          <p:nvPr/>
        </p:nvGrpSpPr>
        <p:grpSpPr bwMode="auto">
          <a:xfrm rot="19768321">
            <a:off x="4914900" y="4151313"/>
            <a:ext cx="1054100" cy="149225"/>
            <a:chOff x="2248" y="1248"/>
            <a:chExt cx="648" cy="128"/>
          </a:xfrm>
        </p:grpSpPr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20A47949-910C-F01E-58F5-5C5D9F4A53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606" name="Line 68">
                <a:extLst>
                  <a:ext uri="{FF2B5EF4-FFF2-40B4-BE49-F238E27FC236}">
                    <a16:creationId xmlns:a16="http://schemas.microsoft.com/office/drawing/2014/main" id="{DFBCC750-6579-0B4F-AA7F-E5186909B3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7" name="Line 69">
                <a:extLst>
                  <a:ext uri="{FF2B5EF4-FFF2-40B4-BE49-F238E27FC236}">
                    <a16:creationId xmlns:a16="http://schemas.microsoft.com/office/drawing/2014/main" id="{B46D35B1-34C9-7C26-6077-CB7710E02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oup 70">
              <a:extLst>
                <a:ext uri="{FF2B5EF4-FFF2-40B4-BE49-F238E27FC236}">
                  <a16:creationId xmlns:a16="http://schemas.microsoft.com/office/drawing/2014/main" id="{E9C7AEEA-6150-0F8D-9FD2-DB21AFA398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604" name="Line 71">
                <a:extLst>
                  <a:ext uri="{FF2B5EF4-FFF2-40B4-BE49-F238E27FC236}">
                    <a16:creationId xmlns:a16="http://schemas.microsoft.com/office/drawing/2014/main" id="{A3E8BFDE-0AC0-3407-3F62-10B0DAF1B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5" name="Line 72">
                <a:extLst>
                  <a:ext uri="{FF2B5EF4-FFF2-40B4-BE49-F238E27FC236}">
                    <a16:creationId xmlns:a16="http://schemas.microsoft.com/office/drawing/2014/main" id="{311E069F-8C78-912E-01AD-25035831A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73">
              <a:extLst>
                <a:ext uri="{FF2B5EF4-FFF2-40B4-BE49-F238E27FC236}">
                  <a16:creationId xmlns:a16="http://schemas.microsoft.com/office/drawing/2014/main" id="{0B3A9C74-7738-B2BC-92C5-B7A0325FF1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602" name="Line 74">
                <a:extLst>
                  <a:ext uri="{FF2B5EF4-FFF2-40B4-BE49-F238E27FC236}">
                    <a16:creationId xmlns:a16="http://schemas.microsoft.com/office/drawing/2014/main" id="{FF81B661-B594-9D80-1E06-A8FDC5F60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3" name="Line 75">
                <a:extLst>
                  <a:ext uri="{FF2B5EF4-FFF2-40B4-BE49-F238E27FC236}">
                    <a16:creationId xmlns:a16="http://schemas.microsoft.com/office/drawing/2014/main" id="{5FDF9681-9905-0773-1B6E-1797A088B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76">
              <a:extLst>
                <a:ext uri="{FF2B5EF4-FFF2-40B4-BE49-F238E27FC236}">
                  <a16:creationId xmlns:a16="http://schemas.microsoft.com/office/drawing/2014/main" id="{FCA334AF-4285-AC66-531D-552689A6D0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600" name="Line 77">
                <a:extLst>
                  <a:ext uri="{FF2B5EF4-FFF2-40B4-BE49-F238E27FC236}">
                    <a16:creationId xmlns:a16="http://schemas.microsoft.com/office/drawing/2014/main" id="{77599D25-5C68-5A0A-B087-6FCAB3A84F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1" name="Line 78">
                <a:extLst>
                  <a:ext uri="{FF2B5EF4-FFF2-40B4-BE49-F238E27FC236}">
                    <a16:creationId xmlns:a16="http://schemas.microsoft.com/office/drawing/2014/main" id="{21C3F03E-ACFA-4E91-8AF8-9451D031A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79">
              <a:extLst>
                <a:ext uri="{FF2B5EF4-FFF2-40B4-BE49-F238E27FC236}">
                  <a16:creationId xmlns:a16="http://schemas.microsoft.com/office/drawing/2014/main" id="{3183430B-ABFA-72CA-EE45-17FA017D93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598" name="Line 80">
                <a:extLst>
                  <a:ext uri="{FF2B5EF4-FFF2-40B4-BE49-F238E27FC236}">
                    <a16:creationId xmlns:a16="http://schemas.microsoft.com/office/drawing/2014/main" id="{E092DAC1-631E-C399-C770-156C621C29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9" name="Line 81">
                <a:extLst>
                  <a:ext uri="{FF2B5EF4-FFF2-40B4-BE49-F238E27FC236}">
                    <a16:creationId xmlns:a16="http://schemas.microsoft.com/office/drawing/2014/main" id="{3A79117E-196C-2DD5-F199-1E730A1B90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" name="Group 82">
              <a:extLst>
                <a:ext uri="{FF2B5EF4-FFF2-40B4-BE49-F238E27FC236}">
                  <a16:creationId xmlns:a16="http://schemas.microsoft.com/office/drawing/2014/main" id="{DD1FD711-0352-F6F8-EAFC-1A49ACE082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596" name="Line 83">
                <a:extLst>
                  <a:ext uri="{FF2B5EF4-FFF2-40B4-BE49-F238E27FC236}">
                    <a16:creationId xmlns:a16="http://schemas.microsoft.com/office/drawing/2014/main" id="{10F21397-AD5D-B9CC-5D6C-CBDE87DD8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7" name="Line 84">
                <a:extLst>
                  <a:ext uri="{FF2B5EF4-FFF2-40B4-BE49-F238E27FC236}">
                    <a16:creationId xmlns:a16="http://schemas.microsoft.com/office/drawing/2014/main" id="{365ED62E-A2CB-961F-E9E8-28E08474F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85">
              <a:extLst>
                <a:ext uri="{FF2B5EF4-FFF2-40B4-BE49-F238E27FC236}">
                  <a16:creationId xmlns:a16="http://schemas.microsoft.com/office/drawing/2014/main" id="{3811C147-768B-FD99-8EF5-1DAAFF3C32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594" name="Line 86">
                <a:extLst>
                  <a:ext uri="{FF2B5EF4-FFF2-40B4-BE49-F238E27FC236}">
                    <a16:creationId xmlns:a16="http://schemas.microsoft.com/office/drawing/2014/main" id="{6FEB0D16-38DD-E9FD-1D2D-513FF7E0C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5" name="Line 87">
                <a:extLst>
                  <a:ext uri="{FF2B5EF4-FFF2-40B4-BE49-F238E27FC236}">
                    <a16:creationId xmlns:a16="http://schemas.microsoft.com/office/drawing/2014/main" id="{781CD6A7-F1DB-D419-625B-CBC8739C1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88">
              <a:extLst>
                <a:ext uri="{FF2B5EF4-FFF2-40B4-BE49-F238E27FC236}">
                  <a16:creationId xmlns:a16="http://schemas.microsoft.com/office/drawing/2014/main" id="{696D072B-AACE-3635-90A8-A0E62C8AF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592" name="Line 89">
                <a:extLst>
                  <a:ext uri="{FF2B5EF4-FFF2-40B4-BE49-F238E27FC236}">
                    <a16:creationId xmlns:a16="http://schemas.microsoft.com/office/drawing/2014/main" id="{B1645053-BF47-5196-FF2A-562637B5FF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3" name="Line 90">
                <a:extLst>
                  <a:ext uri="{FF2B5EF4-FFF2-40B4-BE49-F238E27FC236}">
                    <a16:creationId xmlns:a16="http://schemas.microsoft.com/office/drawing/2014/main" id="{63FC6E36-E179-B420-C074-D82F1125B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0" name="Group 91">
            <a:extLst>
              <a:ext uri="{FF2B5EF4-FFF2-40B4-BE49-F238E27FC236}">
                <a16:creationId xmlns:a16="http://schemas.microsoft.com/office/drawing/2014/main" id="{59013D36-CF30-2507-117C-6216C461D3C2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4189413" y="3848100"/>
            <a:ext cx="952500" cy="119063"/>
            <a:chOff x="2248" y="1248"/>
            <a:chExt cx="648" cy="128"/>
          </a:xfrm>
        </p:grpSpPr>
        <p:grpSp>
          <p:nvGrpSpPr>
            <p:cNvPr id="31" name="Group 92">
              <a:extLst>
                <a:ext uri="{FF2B5EF4-FFF2-40B4-BE49-F238E27FC236}">
                  <a16:creationId xmlns:a16="http://schemas.microsoft.com/office/drawing/2014/main" id="{98894E5B-B838-863A-95EA-64980C36E6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582" name="Line 93">
                <a:extLst>
                  <a:ext uri="{FF2B5EF4-FFF2-40B4-BE49-F238E27FC236}">
                    <a16:creationId xmlns:a16="http://schemas.microsoft.com/office/drawing/2014/main" id="{7EDCFB40-F026-56C6-0F3B-11F8151F4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3" name="Line 94">
                <a:extLst>
                  <a:ext uri="{FF2B5EF4-FFF2-40B4-BE49-F238E27FC236}">
                    <a16:creationId xmlns:a16="http://schemas.microsoft.com/office/drawing/2014/main" id="{B3F5C0A0-598A-39DA-5CED-7ED4C6F80D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36" name="Group 95">
              <a:extLst>
                <a:ext uri="{FF2B5EF4-FFF2-40B4-BE49-F238E27FC236}">
                  <a16:creationId xmlns:a16="http://schemas.microsoft.com/office/drawing/2014/main" id="{0ADDB041-A561-5447-DBFC-3D25029B4E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580" name="Line 96">
                <a:extLst>
                  <a:ext uri="{FF2B5EF4-FFF2-40B4-BE49-F238E27FC236}">
                    <a16:creationId xmlns:a16="http://schemas.microsoft.com/office/drawing/2014/main" id="{311E1830-1EF6-FA01-F3FC-3283F52315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1" name="Line 97">
                <a:extLst>
                  <a:ext uri="{FF2B5EF4-FFF2-40B4-BE49-F238E27FC236}">
                    <a16:creationId xmlns:a16="http://schemas.microsoft.com/office/drawing/2014/main" id="{F78FB489-302C-D885-FAA6-D077743D5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37" name="Group 98">
              <a:extLst>
                <a:ext uri="{FF2B5EF4-FFF2-40B4-BE49-F238E27FC236}">
                  <a16:creationId xmlns:a16="http://schemas.microsoft.com/office/drawing/2014/main" id="{F1A1FD1A-E4DB-7237-EA0B-D1F1894BE4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578" name="Line 99">
                <a:extLst>
                  <a:ext uri="{FF2B5EF4-FFF2-40B4-BE49-F238E27FC236}">
                    <a16:creationId xmlns:a16="http://schemas.microsoft.com/office/drawing/2014/main" id="{F7CE7E50-28B1-52FC-E51F-E1D32CD4C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9" name="Line 100">
                <a:extLst>
                  <a:ext uri="{FF2B5EF4-FFF2-40B4-BE49-F238E27FC236}">
                    <a16:creationId xmlns:a16="http://schemas.microsoft.com/office/drawing/2014/main" id="{C7026986-BE74-8C7A-73C7-099FE8A8A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38" name="Group 101">
              <a:extLst>
                <a:ext uri="{FF2B5EF4-FFF2-40B4-BE49-F238E27FC236}">
                  <a16:creationId xmlns:a16="http://schemas.microsoft.com/office/drawing/2014/main" id="{3DED280D-C8A2-4103-4D4B-AC2D34FE45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576" name="Line 102">
                <a:extLst>
                  <a:ext uri="{FF2B5EF4-FFF2-40B4-BE49-F238E27FC236}">
                    <a16:creationId xmlns:a16="http://schemas.microsoft.com/office/drawing/2014/main" id="{2EE05D37-6B34-BB02-0CEF-5FFE8D3E20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7" name="Line 103">
                <a:extLst>
                  <a:ext uri="{FF2B5EF4-FFF2-40B4-BE49-F238E27FC236}">
                    <a16:creationId xmlns:a16="http://schemas.microsoft.com/office/drawing/2014/main" id="{CEDD1504-CB79-4CED-B9C9-A6AA42839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39" name="Group 104">
              <a:extLst>
                <a:ext uri="{FF2B5EF4-FFF2-40B4-BE49-F238E27FC236}">
                  <a16:creationId xmlns:a16="http://schemas.microsoft.com/office/drawing/2014/main" id="{E30DA763-860A-AE6C-A268-CE59571276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574" name="Line 105">
                <a:extLst>
                  <a:ext uri="{FF2B5EF4-FFF2-40B4-BE49-F238E27FC236}">
                    <a16:creationId xmlns:a16="http://schemas.microsoft.com/office/drawing/2014/main" id="{17B74E72-F783-E3AB-BCEC-C28266D20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5" name="Line 106">
                <a:extLst>
                  <a:ext uri="{FF2B5EF4-FFF2-40B4-BE49-F238E27FC236}">
                    <a16:creationId xmlns:a16="http://schemas.microsoft.com/office/drawing/2014/main" id="{256B9B24-B750-513E-1452-3A60E0144A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40" name="Group 107">
              <a:extLst>
                <a:ext uri="{FF2B5EF4-FFF2-40B4-BE49-F238E27FC236}">
                  <a16:creationId xmlns:a16="http://schemas.microsoft.com/office/drawing/2014/main" id="{A97AD766-C6D9-62DA-C1E1-E70B73015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572" name="Line 108">
                <a:extLst>
                  <a:ext uri="{FF2B5EF4-FFF2-40B4-BE49-F238E27FC236}">
                    <a16:creationId xmlns:a16="http://schemas.microsoft.com/office/drawing/2014/main" id="{EF0149FC-49E6-14C8-E431-D920EB9846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3" name="Line 109">
                <a:extLst>
                  <a:ext uri="{FF2B5EF4-FFF2-40B4-BE49-F238E27FC236}">
                    <a16:creationId xmlns:a16="http://schemas.microsoft.com/office/drawing/2014/main" id="{5CA29F71-DDC5-B0A6-3D9B-4AC15E9D8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41" name="Group 110">
              <a:extLst>
                <a:ext uri="{FF2B5EF4-FFF2-40B4-BE49-F238E27FC236}">
                  <a16:creationId xmlns:a16="http://schemas.microsoft.com/office/drawing/2014/main" id="{4E83E559-C913-9453-6CEA-17CDD94DBB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570" name="Line 111">
                <a:extLst>
                  <a:ext uri="{FF2B5EF4-FFF2-40B4-BE49-F238E27FC236}">
                    <a16:creationId xmlns:a16="http://schemas.microsoft.com/office/drawing/2014/main" id="{7613B8D2-A5B1-FB20-F084-E62CA7683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1" name="Line 112">
                <a:extLst>
                  <a:ext uri="{FF2B5EF4-FFF2-40B4-BE49-F238E27FC236}">
                    <a16:creationId xmlns:a16="http://schemas.microsoft.com/office/drawing/2014/main" id="{FDE0B2EC-F7E1-FC89-DB87-ABA2DC471F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42" name="Group 113">
              <a:extLst>
                <a:ext uri="{FF2B5EF4-FFF2-40B4-BE49-F238E27FC236}">
                  <a16:creationId xmlns:a16="http://schemas.microsoft.com/office/drawing/2014/main" id="{1A53859A-E558-676D-6882-3795D1D19B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568" name="Line 114">
                <a:extLst>
                  <a:ext uri="{FF2B5EF4-FFF2-40B4-BE49-F238E27FC236}">
                    <a16:creationId xmlns:a16="http://schemas.microsoft.com/office/drawing/2014/main" id="{00C31232-D144-B648-148D-0271C884F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9" name="Line 115">
                <a:extLst>
                  <a:ext uri="{FF2B5EF4-FFF2-40B4-BE49-F238E27FC236}">
                    <a16:creationId xmlns:a16="http://schemas.microsoft.com/office/drawing/2014/main" id="{9E81E58C-7522-DDCF-C229-DA23DA2B2F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545" name="Group 117">
            <a:extLst>
              <a:ext uri="{FF2B5EF4-FFF2-40B4-BE49-F238E27FC236}">
                <a16:creationId xmlns:a16="http://schemas.microsoft.com/office/drawing/2014/main" id="{22126E64-BFA3-C40F-0826-FF9D9DE11377}"/>
              </a:ext>
            </a:extLst>
          </p:cNvPr>
          <p:cNvGrpSpPr>
            <a:grpSpLocks/>
          </p:cNvGrpSpPr>
          <p:nvPr/>
        </p:nvGrpSpPr>
        <p:grpSpPr bwMode="auto">
          <a:xfrm rot="19768321">
            <a:off x="4878388" y="2416175"/>
            <a:ext cx="1054100" cy="149225"/>
            <a:chOff x="2248" y="1248"/>
            <a:chExt cx="648" cy="128"/>
          </a:xfrm>
        </p:grpSpPr>
        <p:grpSp>
          <p:nvGrpSpPr>
            <p:cNvPr id="405546" name="Group 118">
              <a:extLst>
                <a:ext uri="{FF2B5EF4-FFF2-40B4-BE49-F238E27FC236}">
                  <a16:creationId xmlns:a16="http://schemas.microsoft.com/office/drawing/2014/main" id="{4CF991B6-8B4D-0F7C-60EA-2346AE4382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558" name="Line 119">
                <a:extLst>
                  <a:ext uri="{FF2B5EF4-FFF2-40B4-BE49-F238E27FC236}">
                    <a16:creationId xmlns:a16="http://schemas.microsoft.com/office/drawing/2014/main" id="{2EA3F7DC-25E0-B143-E281-A33C4C03AC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9" name="Line 120">
                <a:extLst>
                  <a:ext uri="{FF2B5EF4-FFF2-40B4-BE49-F238E27FC236}">
                    <a16:creationId xmlns:a16="http://schemas.microsoft.com/office/drawing/2014/main" id="{D683178D-FABB-A441-F18B-57668E9083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47" name="Group 121">
              <a:extLst>
                <a:ext uri="{FF2B5EF4-FFF2-40B4-BE49-F238E27FC236}">
                  <a16:creationId xmlns:a16="http://schemas.microsoft.com/office/drawing/2014/main" id="{9E71DE22-D089-D7AD-BBFB-78FD3F3AE0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556" name="Line 122">
                <a:extLst>
                  <a:ext uri="{FF2B5EF4-FFF2-40B4-BE49-F238E27FC236}">
                    <a16:creationId xmlns:a16="http://schemas.microsoft.com/office/drawing/2014/main" id="{F634EAD4-6E18-0CFF-ECE7-5A10B8FB3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7" name="Line 123">
                <a:extLst>
                  <a:ext uri="{FF2B5EF4-FFF2-40B4-BE49-F238E27FC236}">
                    <a16:creationId xmlns:a16="http://schemas.microsoft.com/office/drawing/2014/main" id="{F1E4A044-D00E-47A8-DD76-219247598E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48" name="Group 124">
              <a:extLst>
                <a:ext uri="{FF2B5EF4-FFF2-40B4-BE49-F238E27FC236}">
                  <a16:creationId xmlns:a16="http://schemas.microsoft.com/office/drawing/2014/main" id="{F22AD657-2CFA-9A28-423B-47B5198C6D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554" name="Line 125">
                <a:extLst>
                  <a:ext uri="{FF2B5EF4-FFF2-40B4-BE49-F238E27FC236}">
                    <a16:creationId xmlns:a16="http://schemas.microsoft.com/office/drawing/2014/main" id="{275C7E96-14A9-6324-66E3-1D312B98C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5" name="Line 126">
                <a:extLst>
                  <a:ext uri="{FF2B5EF4-FFF2-40B4-BE49-F238E27FC236}">
                    <a16:creationId xmlns:a16="http://schemas.microsoft.com/office/drawing/2014/main" id="{6EAC14DA-9F6D-4AF4-EF9D-0FD0CF6A2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49" name="Group 127">
              <a:extLst>
                <a:ext uri="{FF2B5EF4-FFF2-40B4-BE49-F238E27FC236}">
                  <a16:creationId xmlns:a16="http://schemas.microsoft.com/office/drawing/2014/main" id="{7D1C2470-98C9-659E-C4EC-B393F9503E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552" name="Line 128">
                <a:extLst>
                  <a:ext uri="{FF2B5EF4-FFF2-40B4-BE49-F238E27FC236}">
                    <a16:creationId xmlns:a16="http://schemas.microsoft.com/office/drawing/2014/main" id="{FAE41377-FCAD-7AC1-6B59-334FA97E6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3" name="Line 129">
                <a:extLst>
                  <a:ext uri="{FF2B5EF4-FFF2-40B4-BE49-F238E27FC236}">
                    <a16:creationId xmlns:a16="http://schemas.microsoft.com/office/drawing/2014/main" id="{62A9E436-1843-2EB0-5E37-658606979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0" name="Group 130">
              <a:extLst>
                <a:ext uri="{FF2B5EF4-FFF2-40B4-BE49-F238E27FC236}">
                  <a16:creationId xmlns:a16="http://schemas.microsoft.com/office/drawing/2014/main" id="{94D102CF-7802-2761-554F-4BC5E3148F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550" name="Line 131">
                <a:extLst>
                  <a:ext uri="{FF2B5EF4-FFF2-40B4-BE49-F238E27FC236}">
                    <a16:creationId xmlns:a16="http://schemas.microsoft.com/office/drawing/2014/main" id="{9DC3745A-325B-D407-D774-ADBD14B10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1" name="Line 132">
                <a:extLst>
                  <a:ext uri="{FF2B5EF4-FFF2-40B4-BE49-F238E27FC236}">
                    <a16:creationId xmlns:a16="http://schemas.microsoft.com/office/drawing/2014/main" id="{DAB49249-6734-1291-D000-4082149CA5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1" name="Group 133">
              <a:extLst>
                <a:ext uri="{FF2B5EF4-FFF2-40B4-BE49-F238E27FC236}">
                  <a16:creationId xmlns:a16="http://schemas.microsoft.com/office/drawing/2014/main" id="{1080D00C-6C82-7620-E28F-804DDCB3F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548" name="Line 134">
                <a:extLst>
                  <a:ext uri="{FF2B5EF4-FFF2-40B4-BE49-F238E27FC236}">
                    <a16:creationId xmlns:a16="http://schemas.microsoft.com/office/drawing/2014/main" id="{21F5C457-3A86-2874-A8E1-376E075DBE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9" name="Line 135">
                <a:extLst>
                  <a:ext uri="{FF2B5EF4-FFF2-40B4-BE49-F238E27FC236}">
                    <a16:creationId xmlns:a16="http://schemas.microsoft.com/office/drawing/2014/main" id="{CAB4AEE7-995A-B577-956E-59312F0F19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2" name="Group 136">
              <a:extLst>
                <a:ext uri="{FF2B5EF4-FFF2-40B4-BE49-F238E27FC236}">
                  <a16:creationId xmlns:a16="http://schemas.microsoft.com/office/drawing/2014/main" id="{8AF3DEE9-215E-8C96-AFF2-FBD4B1DF69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546" name="Line 137">
                <a:extLst>
                  <a:ext uri="{FF2B5EF4-FFF2-40B4-BE49-F238E27FC236}">
                    <a16:creationId xmlns:a16="http://schemas.microsoft.com/office/drawing/2014/main" id="{0E0DD6E3-A7E8-5952-14B5-695B01C19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7" name="Line 138">
                <a:extLst>
                  <a:ext uri="{FF2B5EF4-FFF2-40B4-BE49-F238E27FC236}">
                    <a16:creationId xmlns:a16="http://schemas.microsoft.com/office/drawing/2014/main" id="{76120393-E05A-EFE1-4B42-70866682D4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3" name="Group 139">
              <a:extLst>
                <a:ext uri="{FF2B5EF4-FFF2-40B4-BE49-F238E27FC236}">
                  <a16:creationId xmlns:a16="http://schemas.microsoft.com/office/drawing/2014/main" id="{B33D844F-A52B-AF68-639D-039D6FE992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544" name="Line 140">
                <a:extLst>
                  <a:ext uri="{FF2B5EF4-FFF2-40B4-BE49-F238E27FC236}">
                    <a16:creationId xmlns:a16="http://schemas.microsoft.com/office/drawing/2014/main" id="{DD42FF91-EEC6-4FDA-7561-817B9F59D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5" name="Line 141">
                <a:extLst>
                  <a:ext uri="{FF2B5EF4-FFF2-40B4-BE49-F238E27FC236}">
                    <a16:creationId xmlns:a16="http://schemas.microsoft.com/office/drawing/2014/main" id="{00D10D96-CAB1-7C66-FFF7-B3693B45F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554" name="Group 144">
            <a:extLst>
              <a:ext uri="{FF2B5EF4-FFF2-40B4-BE49-F238E27FC236}">
                <a16:creationId xmlns:a16="http://schemas.microsoft.com/office/drawing/2014/main" id="{2222E7AD-CC02-243C-5CA4-96F5AC4991A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308850" y="3789363"/>
            <a:ext cx="952500" cy="119063"/>
            <a:chOff x="2248" y="1248"/>
            <a:chExt cx="648" cy="128"/>
          </a:xfrm>
        </p:grpSpPr>
        <p:grpSp>
          <p:nvGrpSpPr>
            <p:cNvPr id="405555" name="Group 145">
              <a:extLst>
                <a:ext uri="{FF2B5EF4-FFF2-40B4-BE49-F238E27FC236}">
                  <a16:creationId xmlns:a16="http://schemas.microsoft.com/office/drawing/2014/main" id="{704C1106-4DE7-D09A-C3D5-E9C017ECB8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534" name="Line 146">
                <a:extLst>
                  <a:ext uri="{FF2B5EF4-FFF2-40B4-BE49-F238E27FC236}">
                    <a16:creationId xmlns:a16="http://schemas.microsoft.com/office/drawing/2014/main" id="{C2BCBC25-1DC1-E350-F93E-39974C3151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5" name="Line 147">
                <a:extLst>
                  <a:ext uri="{FF2B5EF4-FFF2-40B4-BE49-F238E27FC236}">
                    <a16:creationId xmlns:a16="http://schemas.microsoft.com/office/drawing/2014/main" id="{C01B3A56-9265-A692-EF1A-37727BA47D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6" name="Group 148">
              <a:extLst>
                <a:ext uri="{FF2B5EF4-FFF2-40B4-BE49-F238E27FC236}">
                  <a16:creationId xmlns:a16="http://schemas.microsoft.com/office/drawing/2014/main" id="{EB16A2B6-914C-8832-B47A-3279C0E700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532" name="Line 149">
                <a:extLst>
                  <a:ext uri="{FF2B5EF4-FFF2-40B4-BE49-F238E27FC236}">
                    <a16:creationId xmlns:a16="http://schemas.microsoft.com/office/drawing/2014/main" id="{29C08361-9E0C-F791-D83A-8909F933D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3" name="Line 150">
                <a:extLst>
                  <a:ext uri="{FF2B5EF4-FFF2-40B4-BE49-F238E27FC236}">
                    <a16:creationId xmlns:a16="http://schemas.microsoft.com/office/drawing/2014/main" id="{CBD8B56D-699F-93E1-6DF1-DEA0B8606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7" name="Group 151">
              <a:extLst>
                <a:ext uri="{FF2B5EF4-FFF2-40B4-BE49-F238E27FC236}">
                  <a16:creationId xmlns:a16="http://schemas.microsoft.com/office/drawing/2014/main" id="{74533670-F41B-740E-4ECD-DBB7CA3139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530" name="Line 152">
                <a:extLst>
                  <a:ext uri="{FF2B5EF4-FFF2-40B4-BE49-F238E27FC236}">
                    <a16:creationId xmlns:a16="http://schemas.microsoft.com/office/drawing/2014/main" id="{DA211C1D-A50C-9871-C986-58E46EE743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1" name="Line 153">
                <a:extLst>
                  <a:ext uri="{FF2B5EF4-FFF2-40B4-BE49-F238E27FC236}">
                    <a16:creationId xmlns:a16="http://schemas.microsoft.com/office/drawing/2014/main" id="{674EF64D-0465-1175-D8A6-B0E0ABB949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8" name="Group 154">
              <a:extLst>
                <a:ext uri="{FF2B5EF4-FFF2-40B4-BE49-F238E27FC236}">
                  <a16:creationId xmlns:a16="http://schemas.microsoft.com/office/drawing/2014/main" id="{21BA28C4-73A2-A667-EEF9-5CF0FBE7B9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528" name="Line 155">
                <a:extLst>
                  <a:ext uri="{FF2B5EF4-FFF2-40B4-BE49-F238E27FC236}">
                    <a16:creationId xmlns:a16="http://schemas.microsoft.com/office/drawing/2014/main" id="{6738F9E4-FF2E-A7FE-A1A6-89CDB4BF94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9" name="Line 156">
                <a:extLst>
                  <a:ext uri="{FF2B5EF4-FFF2-40B4-BE49-F238E27FC236}">
                    <a16:creationId xmlns:a16="http://schemas.microsoft.com/office/drawing/2014/main" id="{EAEBEEBA-7400-D9CC-A930-3E29D90B98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59" name="Group 157">
              <a:extLst>
                <a:ext uri="{FF2B5EF4-FFF2-40B4-BE49-F238E27FC236}">
                  <a16:creationId xmlns:a16="http://schemas.microsoft.com/office/drawing/2014/main" id="{D091CFEA-9CE2-8252-514C-E7F5DA6834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526" name="Line 158">
                <a:extLst>
                  <a:ext uri="{FF2B5EF4-FFF2-40B4-BE49-F238E27FC236}">
                    <a16:creationId xmlns:a16="http://schemas.microsoft.com/office/drawing/2014/main" id="{BB083060-A6F5-3419-C13E-7D7649194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7" name="Line 159">
                <a:extLst>
                  <a:ext uri="{FF2B5EF4-FFF2-40B4-BE49-F238E27FC236}">
                    <a16:creationId xmlns:a16="http://schemas.microsoft.com/office/drawing/2014/main" id="{F497C2CC-F8AC-03F6-07BD-E8009D6C8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60" name="Group 160">
              <a:extLst>
                <a:ext uri="{FF2B5EF4-FFF2-40B4-BE49-F238E27FC236}">
                  <a16:creationId xmlns:a16="http://schemas.microsoft.com/office/drawing/2014/main" id="{C6949DF8-72DA-488D-34E9-976F1C52AC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524" name="Line 161">
                <a:extLst>
                  <a:ext uri="{FF2B5EF4-FFF2-40B4-BE49-F238E27FC236}">
                    <a16:creationId xmlns:a16="http://schemas.microsoft.com/office/drawing/2014/main" id="{ADEA61D4-44F3-B37F-EE95-5ED4EE885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5" name="Line 162">
                <a:extLst>
                  <a:ext uri="{FF2B5EF4-FFF2-40B4-BE49-F238E27FC236}">
                    <a16:creationId xmlns:a16="http://schemas.microsoft.com/office/drawing/2014/main" id="{77692909-C821-52E9-E1F1-D514718DF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61" name="Group 163">
              <a:extLst>
                <a:ext uri="{FF2B5EF4-FFF2-40B4-BE49-F238E27FC236}">
                  <a16:creationId xmlns:a16="http://schemas.microsoft.com/office/drawing/2014/main" id="{238AE5C2-3FF4-A05E-18B0-2184B47675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522" name="Line 164">
                <a:extLst>
                  <a:ext uri="{FF2B5EF4-FFF2-40B4-BE49-F238E27FC236}">
                    <a16:creationId xmlns:a16="http://schemas.microsoft.com/office/drawing/2014/main" id="{2FE44655-9012-ABCB-898D-AF9397397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3" name="Line 165">
                <a:extLst>
                  <a:ext uri="{FF2B5EF4-FFF2-40B4-BE49-F238E27FC236}">
                    <a16:creationId xmlns:a16="http://schemas.microsoft.com/office/drawing/2014/main" id="{1DE1953F-ABE2-5B72-61E1-2C61B3A5D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62" name="Group 166">
              <a:extLst>
                <a:ext uri="{FF2B5EF4-FFF2-40B4-BE49-F238E27FC236}">
                  <a16:creationId xmlns:a16="http://schemas.microsoft.com/office/drawing/2014/main" id="{15ADDEF7-33BC-F0E7-5BB7-5DB60E731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520" name="Line 167">
                <a:extLst>
                  <a:ext uri="{FF2B5EF4-FFF2-40B4-BE49-F238E27FC236}">
                    <a16:creationId xmlns:a16="http://schemas.microsoft.com/office/drawing/2014/main" id="{48E87A28-5EB4-5135-225C-BE1FF2EBDA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1" name="Line 168">
                <a:extLst>
                  <a:ext uri="{FF2B5EF4-FFF2-40B4-BE49-F238E27FC236}">
                    <a16:creationId xmlns:a16="http://schemas.microsoft.com/office/drawing/2014/main" id="{FE863897-F3E7-D885-CC18-F53E9DF00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563" name="Group 169">
            <a:extLst>
              <a:ext uri="{FF2B5EF4-FFF2-40B4-BE49-F238E27FC236}">
                <a16:creationId xmlns:a16="http://schemas.microsoft.com/office/drawing/2014/main" id="{7EDFF838-FC5E-4B82-5D44-60B279B68F6F}"/>
              </a:ext>
            </a:extLst>
          </p:cNvPr>
          <p:cNvGrpSpPr>
            <a:grpSpLocks/>
          </p:cNvGrpSpPr>
          <p:nvPr/>
        </p:nvGrpSpPr>
        <p:grpSpPr bwMode="auto">
          <a:xfrm rot="19768321">
            <a:off x="6518275" y="5073650"/>
            <a:ext cx="1054100" cy="149225"/>
            <a:chOff x="2248" y="1248"/>
            <a:chExt cx="648" cy="128"/>
          </a:xfrm>
        </p:grpSpPr>
        <p:grpSp>
          <p:nvGrpSpPr>
            <p:cNvPr id="405564" name="Group 170">
              <a:extLst>
                <a:ext uri="{FF2B5EF4-FFF2-40B4-BE49-F238E27FC236}">
                  <a16:creationId xmlns:a16="http://schemas.microsoft.com/office/drawing/2014/main" id="{93C86EB0-19C3-E929-93F6-7126F24B1B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510" name="Line 171">
                <a:extLst>
                  <a:ext uri="{FF2B5EF4-FFF2-40B4-BE49-F238E27FC236}">
                    <a16:creationId xmlns:a16="http://schemas.microsoft.com/office/drawing/2014/main" id="{5B821D91-8098-CB48-4B8C-ADC2D80FA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1" name="Line 172">
                <a:extLst>
                  <a:ext uri="{FF2B5EF4-FFF2-40B4-BE49-F238E27FC236}">
                    <a16:creationId xmlns:a16="http://schemas.microsoft.com/office/drawing/2014/main" id="{14997A8B-9E9C-447D-2BF1-B3795D149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65" name="Group 173">
              <a:extLst>
                <a:ext uri="{FF2B5EF4-FFF2-40B4-BE49-F238E27FC236}">
                  <a16:creationId xmlns:a16="http://schemas.microsoft.com/office/drawing/2014/main" id="{B609D442-8174-BCEF-3207-17B33EEDB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508" name="Line 174">
                <a:extLst>
                  <a:ext uri="{FF2B5EF4-FFF2-40B4-BE49-F238E27FC236}">
                    <a16:creationId xmlns:a16="http://schemas.microsoft.com/office/drawing/2014/main" id="{1F4B1B5B-5CDA-0C4B-1E2F-9F82A44EEE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9" name="Line 175">
                <a:extLst>
                  <a:ext uri="{FF2B5EF4-FFF2-40B4-BE49-F238E27FC236}">
                    <a16:creationId xmlns:a16="http://schemas.microsoft.com/office/drawing/2014/main" id="{73DDAA07-1C61-0427-C43C-ABBBEEBC88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66" name="Group 176">
              <a:extLst>
                <a:ext uri="{FF2B5EF4-FFF2-40B4-BE49-F238E27FC236}">
                  <a16:creationId xmlns:a16="http://schemas.microsoft.com/office/drawing/2014/main" id="{C801AAF6-AA0F-3DC4-12B5-C1F3F75647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506" name="Line 177">
                <a:extLst>
                  <a:ext uri="{FF2B5EF4-FFF2-40B4-BE49-F238E27FC236}">
                    <a16:creationId xmlns:a16="http://schemas.microsoft.com/office/drawing/2014/main" id="{4A30A45E-787A-7451-6631-67FD76B866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7" name="Line 178">
                <a:extLst>
                  <a:ext uri="{FF2B5EF4-FFF2-40B4-BE49-F238E27FC236}">
                    <a16:creationId xmlns:a16="http://schemas.microsoft.com/office/drawing/2014/main" id="{24FBFCA9-0FB3-8DB1-B537-37FEA3108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567" name="Group 179">
              <a:extLst>
                <a:ext uri="{FF2B5EF4-FFF2-40B4-BE49-F238E27FC236}">
                  <a16:creationId xmlns:a16="http://schemas.microsoft.com/office/drawing/2014/main" id="{5E174E10-4A5E-3818-6AE4-EA53D1EE57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504" name="Line 180">
                <a:extLst>
                  <a:ext uri="{FF2B5EF4-FFF2-40B4-BE49-F238E27FC236}">
                    <a16:creationId xmlns:a16="http://schemas.microsoft.com/office/drawing/2014/main" id="{A02FFF01-5050-87EE-2EF3-3E0EF7068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5" name="Line 181">
                <a:extLst>
                  <a:ext uri="{FF2B5EF4-FFF2-40B4-BE49-F238E27FC236}">
                    <a16:creationId xmlns:a16="http://schemas.microsoft.com/office/drawing/2014/main" id="{57398F4D-F351-5336-B1F6-D1A5D2F630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0" name="Group 182">
              <a:extLst>
                <a:ext uri="{FF2B5EF4-FFF2-40B4-BE49-F238E27FC236}">
                  <a16:creationId xmlns:a16="http://schemas.microsoft.com/office/drawing/2014/main" id="{BD2EFC2F-4B2D-B14B-EA3D-1153BDB933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502" name="Line 183">
                <a:extLst>
                  <a:ext uri="{FF2B5EF4-FFF2-40B4-BE49-F238E27FC236}">
                    <a16:creationId xmlns:a16="http://schemas.microsoft.com/office/drawing/2014/main" id="{9F8F3038-682A-A108-4B88-8822BB04EC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3" name="Line 184">
                <a:extLst>
                  <a:ext uri="{FF2B5EF4-FFF2-40B4-BE49-F238E27FC236}">
                    <a16:creationId xmlns:a16="http://schemas.microsoft.com/office/drawing/2014/main" id="{1565D614-A5C8-501E-5898-D5F768D00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1" name="Group 185">
              <a:extLst>
                <a:ext uri="{FF2B5EF4-FFF2-40B4-BE49-F238E27FC236}">
                  <a16:creationId xmlns:a16="http://schemas.microsoft.com/office/drawing/2014/main" id="{D1487EFA-3DA9-408A-13E7-72FA86AC1B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500" name="Line 186">
                <a:extLst>
                  <a:ext uri="{FF2B5EF4-FFF2-40B4-BE49-F238E27FC236}">
                    <a16:creationId xmlns:a16="http://schemas.microsoft.com/office/drawing/2014/main" id="{F07E97BB-9F70-64BD-0C03-24C2948B8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1" name="Line 187">
                <a:extLst>
                  <a:ext uri="{FF2B5EF4-FFF2-40B4-BE49-F238E27FC236}">
                    <a16:creationId xmlns:a16="http://schemas.microsoft.com/office/drawing/2014/main" id="{BCDB046C-B943-9A7A-317D-2312942A2C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2" name="Group 188">
              <a:extLst>
                <a:ext uri="{FF2B5EF4-FFF2-40B4-BE49-F238E27FC236}">
                  <a16:creationId xmlns:a16="http://schemas.microsoft.com/office/drawing/2014/main" id="{61ABFE1C-76DE-1B04-9243-34C1F5298E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498" name="Line 189">
                <a:extLst>
                  <a:ext uri="{FF2B5EF4-FFF2-40B4-BE49-F238E27FC236}">
                    <a16:creationId xmlns:a16="http://schemas.microsoft.com/office/drawing/2014/main" id="{2EBA41B2-B07C-705C-F5B8-F2A111221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9" name="Line 190">
                <a:extLst>
                  <a:ext uri="{FF2B5EF4-FFF2-40B4-BE49-F238E27FC236}">
                    <a16:creationId xmlns:a16="http://schemas.microsoft.com/office/drawing/2014/main" id="{22C3C1C0-0D0A-5F55-3C27-16343CEE2D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3" name="Group 191">
              <a:extLst>
                <a:ext uri="{FF2B5EF4-FFF2-40B4-BE49-F238E27FC236}">
                  <a16:creationId xmlns:a16="http://schemas.microsoft.com/office/drawing/2014/main" id="{343B750B-2DF4-326B-5E47-A04A5F0C9F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496" name="Line 192">
                <a:extLst>
                  <a:ext uri="{FF2B5EF4-FFF2-40B4-BE49-F238E27FC236}">
                    <a16:creationId xmlns:a16="http://schemas.microsoft.com/office/drawing/2014/main" id="{2C1E8DE7-C692-3ECF-6E19-039B0470C9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7" name="Line 193">
                <a:extLst>
                  <a:ext uri="{FF2B5EF4-FFF2-40B4-BE49-F238E27FC236}">
                    <a16:creationId xmlns:a16="http://schemas.microsoft.com/office/drawing/2014/main" id="{4E506C54-8541-FF0C-A2BC-97C8AF8C59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604" name="Group 194">
            <a:extLst>
              <a:ext uri="{FF2B5EF4-FFF2-40B4-BE49-F238E27FC236}">
                <a16:creationId xmlns:a16="http://schemas.microsoft.com/office/drawing/2014/main" id="{99A7E946-5EF5-B1E3-C7CF-B7DB52CF49D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792788" y="4770438"/>
            <a:ext cx="952500" cy="119063"/>
            <a:chOff x="2248" y="1248"/>
            <a:chExt cx="648" cy="128"/>
          </a:xfrm>
        </p:grpSpPr>
        <p:grpSp>
          <p:nvGrpSpPr>
            <p:cNvPr id="405605" name="Group 195">
              <a:extLst>
                <a:ext uri="{FF2B5EF4-FFF2-40B4-BE49-F238E27FC236}">
                  <a16:creationId xmlns:a16="http://schemas.microsoft.com/office/drawing/2014/main" id="{74CCBE19-3095-64D1-822E-4032DF558B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486" name="Line 196">
                <a:extLst>
                  <a:ext uri="{FF2B5EF4-FFF2-40B4-BE49-F238E27FC236}">
                    <a16:creationId xmlns:a16="http://schemas.microsoft.com/office/drawing/2014/main" id="{8B35D31C-170D-9DDD-58F1-C73A954C4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7" name="Line 197">
                <a:extLst>
                  <a:ext uri="{FF2B5EF4-FFF2-40B4-BE49-F238E27FC236}">
                    <a16:creationId xmlns:a16="http://schemas.microsoft.com/office/drawing/2014/main" id="{E5FB5B47-6CFC-27A1-38D0-5CA4A1D60B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6" name="Group 198">
              <a:extLst>
                <a:ext uri="{FF2B5EF4-FFF2-40B4-BE49-F238E27FC236}">
                  <a16:creationId xmlns:a16="http://schemas.microsoft.com/office/drawing/2014/main" id="{761C196C-852E-84AF-A83A-B70BDEE50D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484" name="Line 199">
                <a:extLst>
                  <a:ext uri="{FF2B5EF4-FFF2-40B4-BE49-F238E27FC236}">
                    <a16:creationId xmlns:a16="http://schemas.microsoft.com/office/drawing/2014/main" id="{7DED6690-2808-ED30-F2D7-288624F0E6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5" name="Line 200">
                <a:extLst>
                  <a:ext uri="{FF2B5EF4-FFF2-40B4-BE49-F238E27FC236}">
                    <a16:creationId xmlns:a16="http://schemas.microsoft.com/office/drawing/2014/main" id="{9C1C4981-3249-F697-43A8-2A026FA4CB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7" name="Group 201">
              <a:extLst>
                <a:ext uri="{FF2B5EF4-FFF2-40B4-BE49-F238E27FC236}">
                  <a16:creationId xmlns:a16="http://schemas.microsoft.com/office/drawing/2014/main" id="{703CDA39-DAC2-96D9-52AF-FF42421468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482" name="Line 202">
                <a:extLst>
                  <a:ext uri="{FF2B5EF4-FFF2-40B4-BE49-F238E27FC236}">
                    <a16:creationId xmlns:a16="http://schemas.microsoft.com/office/drawing/2014/main" id="{706CD7A9-E6D4-497B-AA55-ABD0D3F163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3" name="Line 203">
                <a:extLst>
                  <a:ext uri="{FF2B5EF4-FFF2-40B4-BE49-F238E27FC236}">
                    <a16:creationId xmlns:a16="http://schemas.microsoft.com/office/drawing/2014/main" id="{70DDBA62-5A29-BE8C-EC2B-A0D02A0F58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8" name="Group 204">
              <a:extLst>
                <a:ext uri="{FF2B5EF4-FFF2-40B4-BE49-F238E27FC236}">
                  <a16:creationId xmlns:a16="http://schemas.microsoft.com/office/drawing/2014/main" id="{0892F7CC-00E8-0AF6-23CF-CD1BAB8681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480" name="Line 205">
                <a:extLst>
                  <a:ext uri="{FF2B5EF4-FFF2-40B4-BE49-F238E27FC236}">
                    <a16:creationId xmlns:a16="http://schemas.microsoft.com/office/drawing/2014/main" id="{1303C776-6EF5-F753-E5A3-1011D3E6D0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1" name="Line 206">
                <a:extLst>
                  <a:ext uri="{FF2B5EF4-FFF2-40B4-BE49-F238E27FC236}">
                    <a16:creationId xmlns:a16="http://schemas.microsoft.com/office/drawing/2014/main" id="{3709D1C8-58A1-F972-B0A3-E81E00AF04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09" name="Group 207">
              <a:extLst>
                <a:ext uri="{FF2B5EF4-FFF2-40B4-BE49-F238E27FC236}">
                  <a16:creationId xmlns:a16="http://schemas.microsoft.com/office/drawing/2014/main" id="{3E2E2201-2E5E-99E8-4DAE-67EAC3377B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478" name="Line 208">
                <a:extLst>
                  <a:ext uri="{FF2B5EF4-FFF2-40B4-BE49-F238E27FC236}">
                    <a16:creationId xmlns:a16="http://schemas.microsoft.com/office/drawing/2014/main" id="{C9D52356-28A0-CC12-1F27-8A8FC6B268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9" name="Line 209">
                <a:extLst>
                  <a:ext uri="{FF2B5EF4-FFF2-40B4-BE49-F238E27FC236}">
                    <a16:creationId xmlns:a16="http://schemas.microsoft.com/office/drawing/2014/main" id="{860D1871-1944-4F44-B73D-1EB936F12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0" name="Group 210">
              <a:extLst>
                <a:ext uri="{FF2B5EF4-FFF2-40B4-BE49-F238E27FC236}">
                  <a16:creationId xmlns:a16="http://schemas.microsoft.com/office/drawing/2014/main" id="{E111158C-6B39-FD1F-45D3-9650ECA545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476" name="Line 211">
                <a:extLst>
                  <a:ext uri="{FF2B5EF4-FFF2-40B4-BE49-F238E27FC236}">
                    <a16:creationId xmlns:a16="http://schemas.microsoft.com/office/drawing/2014/main" id="{5871E4DE-DBC1-2415-5743-C3590AF3F0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7" name="Line 212">
                <a:extLst>
                  <a:ext uri="{FF2B5EF4-FFF2-40B4-BE49-F238E27FC236}">
                    <a16:creationId xmlns:a16="http://schemas.microsoft.com/office/drawing/2014/main" id="{1540A012-393A-4888-0E8B-B5C9C6CA30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1" name="Group 213">
              <a:extLst>
                <a:ext uri="{FF2B5EF4-FFF2-40B4-BE49-F238E27FC236}">
                  <a16:creationId xmlns:a16="http://schemas.microsoft.com/office/drawing/2014/main" id="{D937E61A-C8B4-718F-29FE-55FC705428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474" name="Line 214">
                <a:extLst>
                  <a:ext uri="{FF2B5EF4-FFF2-40B4-BE49-F238E27FC236}">
                    <a16:creationId xmlns:a16="http://schemas.microsoft.com/office/drawing/2014/main" id="{929AEB71-F872-5455-1C4C-C068B5C22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" name="Line 215">
                <a:extLst>
                  <a:ext uri="{FF2B5EF4-FFF2-40B4-BE49-F238E27FC236}">
                    <a16:creationId xmlns:a16="http://schemas.microsoft.com/office/drawing/2014/main" id="{2123DB15-619A-EDA1-7E0F-C59A996C78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2" name="Group 216">
              <a:extLst>
                <a:ext uri="{FF2B5EF4-FFF2-40B4-BE49-F238E27FC236}">
                  <a16:creationId xmlns:a16="http://schemas.microsoft.com/office/drawing/2014/main" id="{D864DBC2-0953-FF07-6BC0-7905544DA8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472" name="Line 217">
                <a:extLst>
                  <a:ext uri="{FF2B5EF4-FFF2-40B4-BE49-F238E27FC236}">
                    <a16:creationId xmlns:a16="http://schemas.microsoft.com/office/drawing/2014/main" id="{8DDAAFB2-8BF9-17A6-2B78-85F353605D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" name="Line 218">
                <a:extLst>
                  <a:ext uri="{FF2B5EF4-FFF2-40B4-BE49-F238E27FC236}">
                    <a16:creationId xmlns:a16="http://schemas.microsoft.com/office/drawing/2014/main" id="{AB8CF4C0-5166-A057-4829-6C6110E94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613" name="Group 220">
            <a:extLst>
              <a:ext uri="{FF2B5EF4-FFF2-40B4-BE49-F238E27FC236}">
                <a16:creationId xmlns:a16="http://schemas.microsoft.com/office/drawing/2014/main" id="{6C8F0231-EF86-E728-81A1-6D08CCF89401}"/>
              </a:ext>
            </a:extLst>
          </p:cNvPr>
          <p:cNvGrpSpPr>
            <a:grpSpLocks/>
          </p:cNvGrpSpPr>
          <p:nvPr/>
        </p:nvGrpSpPr>
        <p:grpSpPr bwMode="auto">
          <a:xfrm rot="19768321">
            <a:off x="6481763" y="3338513"/>
            <a:ext cx="1054100" cy="149225"/>
            <a:chOff x="2248" y="1248"/>
            <a:chExt cx="648" cy="128"/>
          </a:xfrm>
        </p:grpSpPr>
        <p:grpSp>
          <p:nvGrpSpPr>
            <p:cNvPr id="405614" name="Group 221">
              <a:extLst>
                <a:ext uri="{FF2B5EF4-FFF2-40B4-BE49-F238E27FC236}">
                  <a16:creationId xmlns:a16="http://schemas.microsoft.com/office/drawing/2014/main" id="{B2D056B4-544A-A2F6-D341-DF4275F4DD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462" name="Line 222">
                <a:extLst>
                  <a:ext uri="{FF2B5EF4-FFF2-40B4-BE49-F238E27FC236}">
                    <a16:creationId xmlns:a16="http://schemas.microsoft.com/office/drawing/2014/main" id="{DBAF6064-72B0-B08D-2E3E-3D3ABB48C6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3" name="Line 223">
                <a:extLst>
                  <a:ext uri="{FF2B5EF4-FFF2-40B4-BE49-F238E27FC236}">
                    <a16:creationId xmlns:a16="http://schemas.microsoft.com/office/drawing/2014/main" id="{89BE5B24-EB8B-7ED3-B728-596DE532B1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5" name="Group 224">
              <a:extLst>
                <a:ext uri="{FF2B5EF4-FFF2-40B4-BE49-F238E27FC236}">
                  <a16:creationId xmlns:a16="http://schemas.microsoft.com/office/drawing/2014/main" id="{CAD851CB-3109-2A8F-29DA-F8295AB507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460" name="Line 225">
                <a:extLst>
                  <a:ext uri="{FF2B5EF4-FFF2-40B4-BE49-F238E27FC236}">
                    <a16:creationId xmlns:a16="http://schemas.microsoft.com/office/drawing/2014/main" id="{016B1CAB-B45B-4F9C-4E9F-05F49934B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1" name="Line 226">
                <a:extLst>
                  <a:ext uri="{FF2B5EF4-FFF2-40B4-BE49-F238E27FC236}">
                    <a16:creationId xmlns:a16="http://schemas.microsoft.com/office/drawing/2014/main" id="{80C5C070-77A2-4244-5F6C-FECD743771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6" name="Group 227">
              <a:extLst>
                <a:ext uri="{FF2B5EF4-FFF2-40B4-BE49-F238E27FC236}">
                  <a16:creationId xmlns:a16="http://schemas.microsoft.com/office/drawing/2014/main" id="{90C623B4-CB4E-8DA8-576A-16A2D948D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458" name="Line 228">
                <a:extLst>
                  <a:ext uri="{FF2B5EF4-FFF2-40B4-BE49-F238E27FC236}">
                    <a16:creationId xmlns:a16="http://schemas.microsoft.com/office/drawing/2014/main" id="{A2F425CD-A441-C227-C410-FD6DF0DF53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9" name="Line 229">
                <a:extLst>
                  <a:ext uri="{FF2B5EF4-FFF2-40B4-BE49-F238E27FC236}">
                    <a16:creationId xmlns:a16="http://schemas.microsoft.com/office/drawing/2014/main" id="{53DA736A-0E8A-7379-832D-3788643D3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7" name="Group 230">
              <a:extLst>
                <a:ext uri="{FF2B5EF4-FFF2-40B4-BE49-F238E27FC236}">
                  <a16:creationId xmlns:a16="http://schemas.microsoft.com/office/drawing/2014/main" id="{A92EAC7D-234B-CE1F-2AD1-A9039FF907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456" name="Line 231">
                <a:extLst>
                  <a:ext uri="{FF2B5EF4-FFF2-40B4-BE49-F238E27FC236}">
                    <a16:creationId xmlns:a16="http://schemas.microsoft.com/office/drawing/2014/main" id="{50C57F48-4ED9-7741-88D2-9276F4E7E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7" name="Line 232">
                <a:extLst>
                  <a:ext uri="{FF2B5EF4-FFF2-40B4-BE49-F238E27FC236}">
                    <a16:creationId xmlns:a16="http://schemas.microsoft.com/office/drawing/2014/main" id="{9DC00669-288A-C7F2-D0F7-F54FAEE056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8" name="Group 233">
              <a:extLst>
                <a:ext uri="{FF2B5EF4-FFF2-40B4-BE49-F238E27FC236}">
                  <a16:creationId xmlns:a16="http://schemas.microsoft.com/office/drawing/2014/main" id="{ECC255E0-0907-BDC7-6EC8-6A62158901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454" name="Line 234">
                <a:extLst>
                  <a:ext uri="{FF2B5EF4-FFF2-40B4-BE49-F238E27FC236}">
                    <a16:creationId xmlns:a16="http://schemas.microsoft.com/office/drawing/2014/main" id="{99ABC639-8136-70B0-E913-A220FB708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5" name="Line 235">
                <a:extLst>
                  <a:ext uri="{FF2B5EF4-FFF2-40B4-BE49-F238E27FC236}">
                    <a16:creationId xmlns:a16="http://schemas.microsoft.com/office/drawing/2014/main" id="{6ADE2281-E2FF-A005-FE61-43E3F806F8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19" name="Group 236">
              <a:extLst>
                <a:ext uri="{FF2B5EF4-FFF2-40B4-BE49-F238E27FC236}">
                  <a16:creationId xmlns:a16="http://schemas.microsoft.com/office/drawing/2014/main" id="{70700B9F-B392-5D15-84B7-8ACB234A10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452" name="Line 237">
                <a:extLst>
                  <a:ext uri="{FF2B5EF4-FFF2-40B4-BE49-F238E27FC236}">
                    <a16:creationId xmlns:a16="http://schemas.microsoft.com/office/drawing/2014/main" id="{23E34537-320E-A06D-C9B0-98189CC269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3" name="Line 238">
                <a:extLst>
                  <a:ext uri="{FF2B5EF4-FFF2-40B4-BE49-F238E27FC236}">
                    <a16:creationId xmlns:a16="http://schemas.microsoft.com/office/drawing/2014/main" id="{A2987FB0-ADF5-3E6E-5461-6585B5A886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1" name="Group 239">
              <a:extLst>
                <a:ext uri="{FF2B5EF4-FFF2-40B4-BE49-F238E27FC236}">
                  <a16:creationId xmlns:a16="http://schemas.microsoft.com/office/drawing/2014/main" id="{77DB616F-2676-349C-9BD8-D840E9D68C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450" name="Line 240">
                <a:extLst>
                  <a:ext uri="{FF2B5EF4-FFF2-40B4-BE49-F238E27FC236}">
                    <a16:creationId xmlns:a16="http://schemas.microsoft.com/office/drawing/2014/main" id="{E4EE34BD-4BF3-ED39-C940-3245EDEF86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1" name="Line 241">
                <a:extLst>
                  <a:ext uri="{FF2B5EF4-FFF2-40B4-BE49-F238E27FC236}">
                    <a16:creationId xmlns:a16="http://schemas.microsoft.com/office/drawing/2014/main" id="{FDE9717E-1A85-3D76-AFCF-C5A870B682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2" name="Group 242">
              <a:extLst>
                <a:ext uri="{FF2B5EF4-FFF2-40B4-BE49-F238E27FC236}">
                  <a16:creationId xmlns:a16="http://schemas.microsoft.com/office/drawing/2014/main" id="{987E844A-3972-5449-DD4D-0785337675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448" name="Line 243">
                <a:extLst>
                  <a:ext uri="{FF2B5EF4-FFF2-40B4-BE49-F238E27FC236}">
                    <a16:creationId xmlns:a16="http://schemas.microsoft.com/office/drawing/2014/main" id="{D184ACFE-937A-700E-9524-8F0CE6DB1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9" name="Line 244">
                <a:extLst>
                  <a:ext uri="{FF2B5EF4-FFF2-40B4-BE49-F238E27FC236}">
                    <a16:creationId xmlns:a16="http://schemas.microsoft.com/office/drawing/2014/main" id="{6ADEBABD-D43A-C8BA-F692-33C8AAD74A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623" name="Group 245">
            <a:extLst>
              <a:ext uri="{FF2B5EF4-FFF2-40B4-BE49-F238E27FC236}">
                <a16:creationId xmlns:a16="http://schemas.microsoft.com/office/drawing/2014/main" id="{9AB8B1A0-D816-74FD-6C77-253CA12AD911}"/>
              </a:ext>
            </a:extLst>
          </p:cNvPr>
          <p:cNvGrpSpPr>
            <a:grpSpLocks/>
          </p:cNvGrpSpPr>
          <p:nvPr/>
        </p:nvGrpSpPr>
        <p:grpSpPr bwMode="auto">
          <a:xfrm rot="1747726">
            <a:off x="4929188" y="5181600"/>
            <a:ext cx="1054100" cy="149225"/>
            <a:chOff x="2248" y="1248"/>
            <a:chExt cx="648" cy="128"/>
          </a:xfrm>
        </p:grpSpPr>
        <p:grpSp>
          <p:nvGrpSpPr>
            <p:cNvPr id="405624" name="Group 246">
              <a:extLst>
                <a:ext uri="{FF2B5EF4-FFF2-40B4-BE49-F238E27FC236}">
                  <a16:creationId xmlns:a16="http://schemas.microsoft.com/office/drawing/2014/main" id="{A0C4333A-99C8-5E37-3929-8AC4E62ABB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438" name="Line 247">
                <a:extLst>
                  <a:ext uri="{FF2B5EF4-FFF2-40B4-BE49-F238E27FC236}">
                    <a16:creationId xmlns:a16="http://schemas.microsoft.com/office/drawing/2014/main" id="{7CD61707-221A-AD2C-50E2-E8A59418C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9" name="Line 248">
                <a:extLst>
                  <a:ext uri="{FF2B5EF4-FFF2-40B4-BE49-F238E27FC236}">
                    <a16:creationId xmlns:a16="http://schemas.microsoft.com/office/drawing/2014/main" id="{2CAC1462-ECD1-0E6B-71ED-A3059F147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5" name="Group 249">
              <a:extLst>
                <a:ext uri="{FF2B5EF4-FFF2-40B4-BE49-F238E27FC236}">
                  <a16:creationId xmlns:a16="http://schemas.microsoft.com/office/drawing/2014/main" id="{6817B3B1-D05D-DBEB-574D-AE7E06178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436" name="Line 250">
                <a:extLst>
                  <a:ext uri="{FF2B5EF4-FFF2-40B4-BE49-F238E27FC236}">
                    <a16:creationId xmlns:a16="http://schemas.microsoft.com/office/drawing/2014/main" id="{70CA66B6-F64A-B4EA-EBAE-8070E2E9E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7" name="Line 251">
                <a:extLst>
                  <a:ext uri="{FF2B5EF4-FFF2-40B4-BE49-F238E27FC236}">
                    <a16:creationId xmlns:a16="http://schemas.microsoft.com/office/drawing/2014/main" id="{68E81843-6919-E88A-91BF-EDA9A4565F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6" name="Group 252">
              <a:extLst>
                <a:ext uri="{FF2B5EF4-FFF2-40B4-BE49-F238E27FC236}">
                  <a16:creationId xmlns:a16="http://schemas.microsoft.com/office/drawing/2014/main" id="{3854FEBD-A9F4-72DD-A3DE-9781751716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434" name="Line 253">
                <a:extLst>
                  <a:ext uri="{FF2B5EF4-FFF2-40B4-BE49-F238E27FC236}">
                    <a16:creationId xmlns:a16="http://schemas.microsoft.com/office/drawing/2014/main" id="{5EBEC3B3-84BA-D1B1-2049-6903F7E620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5" name="Line 254">
                <a:extLst>
                  <a:ext uri="{FF2B5EF4-FFF2-40B4-BE49-F238E27FC236}">
                    <a16:creationId xmlns:a16="http://schemas.microsoft.com/office/drawing/2014/main" id="{9C22DA0C-21A3-B9CD-EEF5-7020AB48A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7" name="Group 255">
              <a:extLst>
                <a:ext uri="{FF2B5EF4-FFF2-40B4-BE49-F238E27FC236}">
                  <a16:creationId xmlns:a16="http://schemas.microsoft.com/office/drawing/2014/main" id="{64B30C13-8041-841F-3522-E03180CE93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432" name="Line 256">
                <a:extLst>
                  <a:ext uri="{FF2B5EF4-FFF2-40B4-BE49-F238E27FC236}">
                    <a16:creationId xmlns:a16="http://schemas.microsoft.com/office/drawing/2014/main" id="{3BD3D33E-A448-2B54-785C-13012B1149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3" name="Line 257">
                <a:extLst>
                  <a:ext uri="{FF2B5EF4-FFF2-40B4-BE49-F238E27FC236}">
                    <a16:creationId xmlns:a16="http://schemas.microsoft.com/office/drawing/2014/main" id="{3C2AF40A-ACB3-0BE9-C658-B357304CC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8" name="Group 258">
              <a:extLst>
                <a:ext uri="{FF2B5EF4-FFF2-40B4-BE49-F238E27FC236}">
                  <a16:creationId xmlns:a16="http://schemas.microsoft.com/office/drawing/2014/main" id="{69D3758A-066E-D943-A6B7-33E2DC7FAF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430" name="Line 259">
                <a:extLst>
                  <a:ext uri="{FF2B5EF4-FFF2-40B4-BE49-F238E27FC236}">
                    <a16:creationId xmlns:a16="http://schemas.microsoft.com/office/drawing/2014/main" id="{669EAFD6-364F-153D-74B5-06774BB6B7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1" name="Line 260">
                <a:extLst>
                  <a:ext uri="{FF2B5EF4-FFF2-40B4-BE49-F238E27FC236}">
                    <a16:creationId xmlns:a16="http://schemas.microsoft.com/office/drawing/2014/main" id="{7A2A3D5B-2855-7BC5-E04B-42F821878E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29" name="Group 261">
              <a:extLst>
                <a:ext uri="{FF2B5EF4-FFF2-40B4-BE49-F238E27FC236}">
                  <a16:creationId xmlns:a16="http://schemas.microsoft.com/office/drawing/2014/main" id="{8F9030E5-9291-ED78-F9A7-C8BDA11456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428" name="Line 262">
                <a:extLst>
                  <a:ext uri="{FF2B5EF4-FFF2-40B4-BE49-F238E27FC236}">
                    <a16:creationId xmlns:a16="http://schemas.microsoft.com/office/drawing/2014/main" id="{A756E927-5A38-7C36-9ABF-85E1A2BDA9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9" name="Line 263">
                <a:extLst>
                  <a:ext uri="{FF2B5EF4-FFF2-40B4-BE49-F238E27FC236}">
                    <a16:creationId xmlns:a16="http://schemas.microsoft.com/office/drawing/2014/main" id="{F7052C2B-4848-7630-9CCA-53DAD41A68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0" name="Group 264">
              <a:extLst>
                <a:ext uri="{FF2B5EF4-FFF2-40B4-BE49-F238E27FC236}">
                  <a16:creationId xmlns:a16="http://schemas.microsoft.com/office/drawing/2014/main" id="{4E2A43CA-FD6A-344C-F82D-D2953A3045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426" name="Line 265">
                <a:extLst>
                  <a:ext uri="{FF2B5EF4-FFF2-40B4-BE49-F238E27FC236}">
                    <a16:creationId xmlns:a16="http://schemas.microsoft.com/office/drawing/2014/main" id="{BBE05702-07B9-D680-9B84-C8927542D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7" name="Line 266">
                <a:extLst>
                  <a:ext uri="{FF2B5EF4-FFF2-40B4-BE49-F238E27FC236}">
                    <a16:creationId xmlns:a16="http://schemas.microsoft.com/office/drawing/2014/main" id="{FFA31467-33E2-0407-707A-D2D4DF7CAA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1" name="Group 267">
              <a:extLst>
                <a:ext uri="{FF2B5EF4-FFF2-40B4-BE49-F238E27FC236}">
                  <a16:creationId xmlns:a16="http://schemas.microsoft.com/office/drawing/2014/main" id="{A6C09FE5-6CF4-1181-D463-E86E2786D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424" name="Line 268">
                <a:extLst>
                  <a:ext uri="{FF2B5EF4-FFF2-40B4-BE49-F238E27FC236}">
                    <a16:creationId xmlns:a16="http://schemas.microsoft.com/office/drawing/2014/main" id="{7B488ED0-CA52-D20D-CCD9-DB0B9ABFDB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5" name="Line 269">
                <a:extLst>
                  <a:ext uri="{FF2B5EF4-FFF2-40B4-BE49-F238E27FC236}">
                    <a16:creationId xmlns:a16="http://schemas.microsoft.com/office/drawing/2014/main" id="{B077C3BA-5DE7-3D5F-9DF5-138463CF9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05641" name="Group 295">
            <a:extLst>
              <a:ext uri="{FF2B5EF4-FFF2-40B4-BE49-F238E27FC236}">
                <a16:creationId xmlns:a16="http://schemas.microsoft.com/office/drawing/2014/main" id="{D116F4E1-4108-9506-5D09-CCA9E0B6B6EB}"/>
              </a:ext>
            </a:extLst>
          </p:cNvPr>
          <p:cNvGrpSpPr>
            <a:grpSpLocks/>
          </p:cNvGrpSpPr>
          <p:nvPr/>
        </p:nvGrpSpPr>
        <p:grpSpPr bwMode="auto">
          <a:xfrm rot="1747726">
            <a:off x="6454775" y="2365375"/>
            <a:ext cx="1054100" cy="149225"/>
            <a:chOff x="2248" y="1248"/>
            <a:chExt cx="648" cy="128"/>
          </a:xfrm>
        </p:grpSpPr>
        <p:grpSp>
          <p:nvGrpSpPr>
            <p:cNvPr id="405642" name="Group 296">
              <a:extLst>
                <a:ext uri="{FF2B5EF4-FFF2-40B4-BE49-F238E27FC236}">
                  <a16:creationId xmlns:a16="http://schemas.microsoft.com/office/drawing/2014/main" id="{166F5FD0-4DD5-4251-691E-903213589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390" name="Line 297">
                <a:extLst>
                  <a:ext uri="{FF2B5EF4-FFF2-40B4-BE49-F238E27FC236}">
                    <a16:creationId xmlns:a16="http://schemas.microsoft.com/office/drawing/2014/main" id="{244D8C32-727A-AE40-839C-A98B2D29C4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1" name="Line 298">
                <a:extLst>
                  <a:ext uri="{FF2B5EF4-FFF2-40B4-BE49-F238E27FC236}">
                    <a16:creationId xmlns:a16="http://schemas.microsoft.com/office/drawing/2014/main" id="{04A191ED-43F8-CAF2-7DB0-DD6CEF427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43" name="Group 299">
              <a:extLst>
                <a:ext uri="{FF2B5EF4-FFF2-40B4-BE49-F238E27FC236}">
                  <a16:creationId xmlns:a16="http://schemas.microsoft.com/office/drawing/2014/main" id="{5478A041-7BB8-2268-1E4E-FDB0D55145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388" name="Line 300">
                <a:extLst>
                  <a:ext uri="{FF2B5EF4-FFF2-40B4-BE49-F238E27FC236}">
                    <a16:creationId xmlns:a16="http://schemas.microsoft.com/office/drawing/2014/main" id="{EDE912BF-64ED-1BFB-572A-E7ED6664F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9" name="Line 301">
                <a:extLst>
                  <a:ext uri="{FF2B5EF4-FFF2-40B4-BE49-F238E27FC236}">
                    <a16:creationId xmlns:a16="http://schemas.microsoft.com/office/drawing/2014/main" id="{1A40FA77-F57A-0D15-B26E-8D3BB01AF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44" name="Group 302">
              <a:extLst>
                <a:ext uri="{FF2B5EF4-FFF2-40B4-BE49-F238E27FC236}">
                  <a16:creationId xmlns:a16="http://schemas.microsoft.com/office/drawing/2014/main" id="{C2163308-3F48-8588-370F-2D90DE6759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386" name="Line 303">
                <a:extLst>
                  <a:ext uri="{FF2B5EF4-FFF2-40B4-BE49-F238E27FC236}">
                    <a16:creationId xmlns:a16="http://schemas.microsoft.com/office/drawing/2014/main" id="{A83D55E5-5558-9A9C-7301-F91C583229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7" name="Line 304">
                <a:extLst>
                  <a:ext uri="{FF2B5EF4-FFF2-40B4-BE49-F238E27FC236}">
                    <a16:creationId xmlns:a16="http://schemas.microsoft.com/office/drawing/2014/main" id="{42F3B14B-2889-3B6A-1C2D-588F98F0D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45" name="Group 305">
              <a:extLst>
                <a:ext uri="{FF2B5EF4-FFF2-40B4-BE49-F238E27FC236}">
                  <a16:creationId xmlns:a16="http://schemas.microsoft.com/office/drawing/2014/main" id="{94074265-FA73-F54C-2CE4-D581983470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384" name="Line 306">
                <a:extLst>
                  <a:ext uri="{FF2B5EF4-FFF2-40B4-BE49-F238E27FC236}">
                    <a16:creationId xmlns:a16="http://schemas.microsoft.com/office/drawing/2014/main" id="{BAED0C00-62F5-ACE6-35D3-E61E173B11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5" name="Line 307">
                <a:extLst>
                  <a:ext uri="{FF2B5EF4-FFF2-40B4-BE49-F238E27FC236}">
                    <a16:creationId xmlns:a16="http://schemas.microsoft.com/office/drawing/2014/main" id="{00C31369-9607-87E1-FCA4-3354887953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48" name="Group 308">
              <a:extLst>
                <a:ext uri="{FF2B5EF4-FFF2-40B4-BE49-F238E27FC236}">
                  <a16:creationId xmlns:a16="http://schemas.microsoft.com/office/drawing/2014/main" id="{5E560A92-8CF3-FFCC-769A-9CD2D8AACF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382" name="Line 309">
                <a:extLst>
                  <a:ext uri="{FF2B5EF4-FFF2-40B4-BE49-F238E27FC236}">
                    <a16:creationId xmlns:a16="http://schemas.microsoft.com/office/drawing/2014/main" id="{87DA1FA4-A56B-E2C6-FE97-863D57330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3" name="Line 310">
                <a:extLst>
                  <a:ext uri="{FF2B5EF4-FFF2-40B4-BE49-F238E27FC236}">
                    <a16:creationId xmlns:a16="http://schemas.microsoft.com/office/drawing/2014/main" id="{E23C3E06-93BC-E3FB-69D9-4464801BE3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49" name="Group 311">
              <a:extLst>
                <a:ext uri="{FF2B5EF4-FFF2-40B4-BE49-F238E27FC236}">
                  <a16:creationId xmlns:a16="http://schemas.microsoft.com/office/drawing/2014/main" id="{0FC76A59-ED65-8BDD-4331-40C67E4858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380" name="Line 312">
                <a:extLst>
                  <a:ext uri="{FF2B5EF4-FFF2-40B4-BE49-F238E27FC236}">
                    <a16:creationId xmlns:a16="http://schemas.microsoft.com/office/drawing/2014/main" id="{F29ABF53-784D-2820-BE84-DEDEFF626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1" name="Line 313">
                <a:extLst>
                  <a:ext uri="{FF2B5EF4-FFF2-40B4-BE49-F238E27FC236}">
                    <a16:creationId xmlns:a16="http://schemas.microsoft.com/office/drawing/2014/main" id="{160A777E-BEA7-718A-C12A-77DF159BA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50" name="Group 314">
              <a:extLst>
                <a:ext uri="{FF2B5EF4-FFF2-40B4-BE49-F238E27FC236}">
                  <a16:creationId xmlns:a16="http://schemas.microsoft.com/office/drawing/2014/main" id="{C05BE91B-924B-044B-1615-AB2CFB8975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378" name="Line 315">
                <a:extLst>
                  <a:ext uri="{FF2B5EF4-FFF2-40B4-BE49-F238E27FC236}">
                    <a16:creationId xmlns:a16="http://schemas.microsoft.com/office/drawing/2014/main" id="{3BB39314-B9BA-FE49-878C-855BC8CF01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9" name="Line 316">
                <a:extLst>
                  <a:ext uri="{FF2B5EF4-FFF2-40B4-BE49-F238E27FC236}">
                    <a16:creationId xmlns:a16="http://schemas.microsoft.com/office/drawing/2014/main" id="{6533E637-24B6-1A59-5264-0244551C33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51" name="Group 317">
              <a:extLst>
                <a:ext uri="{FF2B5EF4-FFF2-40B4-BE49-F238E27FC236}">
                  <a16:creationId xmlns:a16="http://schemas.microsoft.com/office/drawing/2014/main" id="{554337BF-0C1D-930A-F8A4-7C9298A9F7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376" name="Line 318">
                <a:extLst>
                  <a:ext uri="{FF2B5EF4-FFF2-40B4-BE49-F238E27FC236}">
                    <a16:creationId xmlns:a16="http://schemas.microsoft.com/office/drawing/2014/main" id="{58864D09-FE9A-EA69-96C7-4E442DF54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7" name="Line 319">
                <a:extLst>
                  <a:ext uri="{FF2B5EF4-FFF2-40B4-BE49-F238E27FC236}">
                    <a16:creationId xmlns:a16="http://schemas.microsoft.com/office/drawing/2014/main" id="{635622F6-D562-2B7A-4A31-691115F7E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75858BDD-B4BC-3777-FE72-B389F670B7B3}"/>
              </a:ext>
            </a:extLst>
          </p:cNvPr>
          <p:cNvSpPr/>
          <p:nvPr/>
        </p:nvSpPr>
        <p:spPr>
          <a:xfrm>
            <a:off x="7325170" y="2538412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64CC84A-D3AA-46A2-5D4F-91838B6593F7}"/>
              </a:ext>
            </a:extLst>
          </p:cNvPr>
          <p:cNvSpPr/>
          <p:nvPr/>
        </p:nvSpPr>
        <p:spPr>
          <a:xfrm>
            <a:off x="5732757" y="3325813"/>
            <a:ext cx="795043" cy="84296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0BF8156-3CE0-DA19-C8AA-35F6AE3F712E}"/>
              </a:ext>
            </a:extLst>
          </p:cNvPr>
          <p:cNvSpPr/>
          <p:nvPr/>
        </p:nvSpPr>
        <p:spPr>
          <a:xfrm>
            <a:off x="5837385" y="3498849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3B1EB0-63F1-F74D-CA98-D7132D2390D2}"/>
              </a:ext>
            </a:extLst>
          </p:cNvPr>
          <p:cNvSpPr/>
          <p:nvPr/>
        </p:nvSpPr>
        <p:spPr>
          <a:xfrm>
            <a:off x="4363392" y="4310856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FE4594A-9FCD-4CC4-D993-D63A2A6AD478}"/>
              </a:ext>
            </a:extLst>
          </p:cNvPr>
          <p:cNvSpPr/>
          <p:nvPr/>
        </p:nvSpPr>
        <p:spPr>
          <a:xfrm>
            <a:off x="5858169" y="5084762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41FD4BD-31EB-8419-C6A9-1D0D0405A32C}"/>
              </a:ext>
            </a:extLst>
          </p:cNvPr>
          <p:cNvSpPr/>
          <p:nvPr/>
        </p:nvSpPr>
        <p:spPr>
          <a:xfrm>
            <a:off x="7245645" y="4168776"/>
            <a:ext cx="795043" cy="842963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5632" name="Group 270">
            <a:extLst>
              <a:ext uri="{FF2B5EF4-FFF2-40B4-BE49-F238E27FC236}">
                <a16:creationId xmlns:a16="http://schemas.microsoft.com/office/drawing/2014/main" id="{49C71E44-8AF0-914D-A8D1-EC764A528703}"/>
              </a:ext>
            </a:extLst>
          </p:cNvPr>
          <p:cNvGrpSpPr>
            <a:grpSpLocks/>
          </p:cNvGrpSpPr>
          <p:nvPr/>
        </p:nvGrpSpPr>
        <p:grpSpPr bwMode="auto">
          <a:xfrm rot="1747726">
            <a:off x="4922838" y="3302000"/>
            <a:ext cx="1054100" cy="149225"/>
            <a:chOff x="2248" y="1248"/>
            <a:chExt cx="648" cy="128"/>
          </a:xfrm>
        </p:grpSpPr>
        <p:grpSp>
          <p:nvGrpSpPr>
            <p:cNvPr id="405633" name="Group 271">
              <a:extLst>
                <a:ext uri="{FF2B5EF4-FFF2-40B4-BE49-F238E27FC236}">
                  <a16:creationId xmlns:a16="http://schemas.microsoft.com/office/drawing/2014/main" id="{3E047E35-346A-4D6B-24FD-BE57085444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4" y="1248"/>
              <a:ext cx="82" cy="128"/>
              <a:chOff x="704" y="1880"/>
              <a:chExt cx="136" cy="128"/>
            </a:xfrm>
          </p:grpSpPr>
          <p:sp>
            <p:nvSpPr>
              <p:cNvPr id="14414" name="Line 272">
                <a:extLst>
                  <a:ext uri="{FF2B5EF4-FFF2-40B4-BE49-F238E27FC236}">
                    <a16:creationId xmlns:a16="http://schemas.microsoft.com/office/drawing/2014/main" id="{1C542D18-2A48-62D8-81A6-8A64B16764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5" name="Line 273">
                <a:extLst>
                  <a:ext uri="{FF2B5EF4-FFF2-40B4-BE49-F238E27FC236}">
                    <a16:creationId xmlns:a16="http://schemas.microsoft.com/office/drawing/2014/main" id="{DB34C39C-2E65-B344-A17F-1C789EC5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4" name="Group 274">
              <a:extLst>
                <a:ext uri="{FF2B5EF4-FFF2-40B4-BE49-F238E27FC236}">
                  <a16:creationId xmlns:a16="http://schemas.microsoft.com/office/drawing/2014/main" id="{6A468C19-1CFC-00A8-48EE-81083FD7D3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1248"/>
              <a:ext cx="82" cy="128"/>
              <a:chOff x="704" y="1880"/>
              <a:chExt cx="136" cy="128"/>
            </a:xfrm>
          </p:grpSpPr>
          <p:sp>
            <p:nvSpPr>
              <p:cNvPr id="14412" name="Line 275">
                <a:extLst>
                  <a:ext uri="{FF2B5EF4-FFF2-40B4-BE49-F238E27FC236}">
                    <a16:creationId xmlns:a16="http://schemas.microsoft.com/office/drawing/2014/main" id="{46745A45-AD4E-D6C9-2517-FF095162A4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3" name="Line 276">
                <a:extLst>
                  <a:ext uri="{FF2B5EF4-FFF2-40B4-BE49-F238E27FC236}">
                    <a16:creationId xmlns:a16="http://schemas.microsoft.com/office/drawing/2014/main" id="{111C180C-3637-18DE-E978-B8D3AB07DD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5" name="Group 277">
              <a:extLst>
                <a:ext uri="{FF2B5EF4-FFF2-40B4-BE49-F238E27FC236}">
                  <a16:creationId xmlns:a16="http://schemas.microsoft.com/office/drawing/2014/main" id="{607C6448-559F-9882-80F6-A01D45D56E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248"/>
              <a:ext cx="83" cy="128"/>
              <a:chOff x="704" y="1880"/>
              <a:chExt cx="136" cy="128"/>
            </a:xfrm>
          </p:grpSpPr>
          <p:sp>
            <p:nvSpPr>
              <p:cNvPr id="14410" name="Line 278">
                <a:extLst>
                  <a:ext uri="{FF2B5EF4-FFF2-40B4-BE49-F238E27FC236}">
                    <a16:creationId xmlns:a16="http://schemas.microsoft.com/office/drawing/2014/main" id="{ED666855-7902-53C1-C779-ADD8C4A99A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1" name="Line 279">
                <a:extLst>
                  <a:ext uri="{FF2B5EF4-FFF2-40B4-BE49-F238E27FC236}">
                    <a16:creationId xmlns:a16="http://schemas.microsoft.com/office/drawing/2014/main" id="{73E03E9C-B673-FD1D-7E29-3EFE045911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6" name="Group 280">
              <a:extLst>
                <a:ext uri="{FF2B5EF4-FFF2-40B4-BE49-F238E27FC236}">
                  <a16:creationId xmlns:a16="http://schemas.microsoft.com/office/drawing/2014/main" id="{17863FD9-C9F1-BADF-404E-FCAE081776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7" y="1248"/>
              <a:ext cx="82" cy="128"/>
              <a:chOff x="704" y="1880"/>
              <a:chExt cx="136" cy="128"/>
            </a:xfrm>
          </p:grpSpPr>
          <p:sp>
            <p:nvSpPr>
              <p:cNvPr id="14408" name="Line 281">
                <a:extLst>
                  <a:ext uri="{FF2B5EF4-FFF2-40B4-BE49-F238E27FC236}">
                    <a16:creationId xmlns:a16="http://schemas.microsoft.com/office/drawing/2014/main" id="{C2B86078-6CCA-124E-014A-CDBAD8EEA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9" name="Line 282">
                <a:extLst>
                  <a:ext uri="{FF2B5EF4-FFF2-40B4-BE49-F238E27FC236}">
                    <a16:creationId xmlns:a16="http://schemas.microsoft.com/office/drawing/2014/main" id="{50A7C7B1-E4DD-20ED-FE14-282E3C71B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7" name="Group 283">
              <a:extLst>
                <a:ext uri="{FF2B5EF4-FFF2-40B4-BE49-F238E27FC236}">
                  <a16:creationId xmlns:a16="http://schemas.microsoft.com/office/drawing/2014/main" id="{154E54D4-D983-ACF5-7514-445F2CBCBE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1248"/>
              <a:ext cx="82" cy="128"/>
              <a:chOff x="704" y="1880"/>
              <a:chExt cx="136" cy="128"/>
            </a:xfrm>
          </p:grpSpPr>
          <p:sp>
            <p:nvSpPr>
              <p:cNvPr id="14406" name="Line 284">
                <a:extLst>
                  <a:ext uri="{FF2B5EF4-FFF2-40B4-BE49-F238E27FC236}">
                    <a16:creationId xmlns:a16="http://schemas.microsoft.com/office/drawing/2014/main" id="{2ACA6EA1-54FC-DEC7-7EE8-32B5CD0A3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7" name="Line 285">
                <a:extLst>
                  <a:ext uri="{FF2B5EF4-FFF2-40B4-BE49-F238E27FC236}">
                    <a16:creationId xmlns:a16="http://schemas.microsoft.com/office/drawing/2014/main" id="{3942CA5B-4CCE-BEA2-44EC-00596D4064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8" name="Group 286">
              <a:extLst>
                <a:ext uri="{FF2B5EF4-FFF2-40B4-BE49-F238E27FC236}">
                  <a16:creationId xmlns:a16="http://schemas.microsoft.com/office/drawing/2014/main" id="{D419D6A6-511E-5F75-F96C-282DCE8CE1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248"/>
              <a:ext cx="82" cy="128"/>
              <a:chOff x="704" y="1880"/>
              <a:chExt cx="136" cy="128"/>
            </a:xfrm>
          </p:grpSpPr>
          <p:sp>
            <p:nvSpPr>
              <p:cNvPr id="14404" name="Line 287">
                <a:extLst>
                  <a:ext uri="{FF2B5EF4-FFF2-40B4-BE49-F238E27FC236}">
                    <a16:creationId xmlns:a16="http://schemas.microsoft.com/office/drawing/2014/main" id="{4173AD9C-4C6F-AD47-D300-D288851CB4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5" name="Line 288">
                <a:extLst>
                  <a:ext uri="{FF2B5EF4-FFF2-40B4-BE49-F238E27FC236}">
                    <a16:creationId xmlns:a16="http://schemas.microsoft.com/office/drawing/2014/main" id="{188275C2-A651-5AF5-31DD-D49E0D9B8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39" name="Group 289">
              <a:extLst>
                <a:ext uri="{FF2B5EF4-FFF2-40B4-BE49-F238E27FC236}">
                  <a16:creationId xmlns:a16="http://schemas.microsoft.com/office/drawing/2014/main" id="{6134E2EB-7022-EBCB-B646-F608CC8658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248"/>
              <a:ext cx="82" cy="128"/>
              <a:chOff x="704" y="1880"/>
              <a:chExt cx="136" cy="128"/>
            </a:xfrm>
          </p:grpSpPr>
          <p:sp>
            <p:nvSpPr>
              <p:cNvPr id="14402" name="Line 290">
                <a:extLst>
                  <a:ext uri="{FF2B5EF4-FFF2-40B4-BE49-F238E27FC236}">
                    <a16:creationId xmlns:a16="http://schemas.microsoft.com/office/drawing/2014/main" id="{546563C9-9B0E-D17C-6DA0-26BD8C9FDC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3" name="Line 291">
                <a:extLst>
                  <a:ext uri="{FF2B5EF4-FFF2-40B4-BE49-F238E27FC236}">
                    <a16:creationId xmlns:a16="http://schemas.microsoft.com/office/drawing/2014/main" id="{DB894B1D-ECE3-872D-93C0-BAB0FF838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5640" name="Group 292">
              <a:extLst>
                <a:ext uri="{FF2B5EF4-FFF2-40B4-BE49-F238E27FC236}">
                  <a16:creationId xmlns:a16="http://schemas.microsoft.com/office/drawing/2014/main" id="{82D07DD9-FD84-BA4F-9DD9-14717F26C1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248"/>
              <a:ext cx="82" cy="128"/>
              <a:chOff x="704" y="1880"/>
              <a:chExt cx="136" cy="128"/>
            </a:xfrm>
          </p:grpSpPr>
          <p:sp>
            <p:nvSpPr>
              <p:cNvPr id="14400" name="Line 293">
                <a:extLst>
                  <a:ext uri="{FF2B5EF4-FFF2-40B4-BE49-F238E27FC236}">
                    <a16:creationId xmlns:a16="http://schemas.microsoft.com/office/drawing/2014/main" id="{18A65EF6-2675-A990-A92C-62712ECEE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4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1" name="Line 294">
                <a:extLst>
                  <a:ext uri="{FF2B5EF4-FFF2-40B4-BE49-F238E27FC236}">
                    <a16:creationId xmlns:a16="http://schemas.microsoft.com/office/drawing/2014/main" id="{C9942084-F6DE-38C2-DAE4-7C329CEDF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68" y="1880"/>
                <a:ext cx="72" cy="128"/>
              </a:xfrm>
              <a:prstGeom prst="line">
                <a:avLst/>
              </a:prstGeom>
              <a:noFill/>
              <a:ln w="38100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353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42A1-77EC-EE88-D6A8-372E8C3B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EAC2E9-FEBE-AAAC-BC39-3163FF489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857" y="1869531"/>
            <a:ext cx="4114286" cy="398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73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D26B2-BE95-BCA0-8FA1-1EB772CB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B939E33-C647-57AA-1692-BC9DBA2D90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Dulong and Petit Law</a:t>
            </a: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F86E63C3-D416-6148-A828-2B682B458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238" y="5583238"/>
            <a:ext cx="65976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http://hyperphysics.phy-astr.gsu.edu/Hbase/thermo/dulong.html</a:t>
            </a:r>
          </a:p>
        </p:txBody>
      </p:sp>
      <p:pic>
        <p:nvPicPr>
          <p:cNvPr id="15364" name="Picture 5" descr="silisph">
            <a:extLst>
              <a:ext uri="{FF2B5EF4-FFF2-40B4-BE49-F238E27FC236}">
                <a16:creationId xmlns:a16="http://schemas.microsoft.com/office/drawing/2014/main" id="{A3F8AE10-AB00-431D-EA57-D486A069D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013" y="1581150"/>
            <a:ext cx="7445375" cy="391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0586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F303F-14FA-17C8-867E-F9EA6D1A0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2648-25BC-09E1-CB2D-8B252B37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E6682-87BC-73DA-1F4A-038C23CAD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B927C-F8B9-48DF-C16E-1FCE725A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Oct 11-13, 2006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AAF34-7ACD-DF7B-8AE4-011B270D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R. Todd Lines</a:t>
            </a:r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B795F54B-81AF-7F47-C707-44525E337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8250" y="571500"/>
            <a:ext cx="6667500" cy="5715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08911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811258-4C3E-4805-B66A-2765416DF69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91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123.14.1.5</a:t>
            </a:r>
          </a:p>
        </p:txBody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A car is driving down I-20 at </a:t>
            </a:r>
            <a:r>
              <a:rPr lang="en-US"/>
              <a:t>70mph (speed </a:t>
            </a:r>
            <a:r>
              <a:rPr lang="en-US" dirty="0"/>
              <a:t>limit). Does the center of mass of the car have the same kinetic energy as a piston in the engine?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Yes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No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Maybe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Wait, the speed limit changed?</a:t>
            </a:r>
          </a:p>
        </p:txBody>
      </p:sp>
    </p:spTree>
    <p:extLst>
      <p:ext uri="{BB962C8B-B14F-4D97-AF65-F5344CB8AC3E}">
        <p14:creationId xmlns:p14="http://schemas.microsoft.com/office/powerpoint/2010/main" val="527013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20146416">
            <a:off x="5024400" y="1639494"/>
            <a:ext cx="1726197" cy="3689659"/>
            <a:chOff x="835152" y="1266092"/>
            <a:chExt cx="2265975" cy="4867276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152" y="1266092"/>
              <a:ext cx="2265975" cy="4867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1774660" y="5181600"/>
              <a:ext cx="38504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47800" y="4038600"/>
              <a:ext cx="6757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V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62323" y="4158173"/>
              <a:ext cx="6757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P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19200" y="4572000"/>
              <a:ext cx="6757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n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362200" y="3657600"/>
              <a:ext cx="152400" cy="1524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1905000" y="3505200"/>
              <a:ext cx="457200" cy="228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640554" y="3677736"/>
              <a:ext cx="1134616" cy="487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3">
                      <a:lumMod val="50000"/>
                    </a:schemeClr>
                  </a:solidFill>
                </a:rPr>
                <a:t>v</a:t>
              </a:r>
              <a:r>
                <a:rPr lang="en-US" baseline="-25000" dirty="0" err="1">
                  <a:solidFill>
                    <a:schemeClr val="accent3">
                      <a:lumMod val="50000"/>
                    </a:schemeClr>
                  </a:solidFill>
                </a:rPr>
                <a:t>molecule</a:t>
              </a:r>
              <a:endParaRPr lang="en-US" baseline="-250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cxnSp>
        <p:nvCxnSpPr>
          <p:cNvPr id="16" name="Straight Arrow Connector 15"/>
          <p:cNvCxnSpPr/>
          <p:nvPr/>
        </p:nvCxnSpPr>
        <p:spPr>
          <a:xfrm flipV="1">
            <a:off x="6934200" y="2438400"/>
            <a:ext cx="914400" cy="457200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29400" y="1524000"/>
            <a:ext cx="13758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rgbClr val="00B050"/>
                </a:solidFill>
              </a:rPr>
              <a:t>v</a:t>
            </a:r>
            <a:r>
              <a:rPr lang="en-US" sz="4000" baseline="-25000" dirty="0" err="1">
                <a:solidFill>
                  <a:srgbClr val="00B050"/>
                </a:solidFill>
              </a:rPr>
              <a:t>system</a:t>
            </a:r>
            <a:endParaRPr lang="en-US" sz="4000" baseline="-25000" dirty="0">
              <a:solidFill>
                <a:srgbClr val="00B050"/>
              </a:solidFill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-24914" y="3944983"/>
            <a:ext cx="3867572" cy="2913017"/>
          </a:xfrm>
          <a:custGeom>
            <a:avLst/>
            <a:gdLst>
              <a:gd name="connsiteX0" fmla="*/ 0 w 3918857"/>
              <a:gd name="connsiteY0" fmla="*/ 1894114 h 2926080"/>
              <a:gd name="connsiteX1" fmla="*/ 940526 w 3918857"/>
              <a:gd name="connsiteY1" fmla="*/ 1515291 h 2926080"/>
              <a:gd name="connsiteX2" fmla="*/ 1606731 w 3918857"/>
              <a:gd name="connsiteY2" fmla="*/ 1345474 h 2926080"/>
              <a:gd name="connsiteX3" fmla="*/ 1724297 w 3918857"/>
              <a:gd name="connsiteY3" fmla="*/ 1136468 h 2926080"/>
              <a:gd name="connsiteX4" fmla="*/ 1763486 w 3918857"/>
              <a:gd name="connsiteY4" fmla="*/ 836022 h 2926080"/>
              <a:gd name="connsiteX5" fmla="*/ 1907177 w 3918857"/>
              <a:gd name="connsiteY5" fmla="*/ 600891 h 2926080"/>
              <a:gd name="connsiteX6" fmla="*/ 2116183 w 3918857"/>
              <a:gd name="connsiteY6" fmla="*/ 300445 h 2926080"/>
              <a:gd name="connsiteX7" fmla="*/ 2312126 w 3918857"/>
              <a:gd name="connsiteY7" fmla="*/ 195942 h 2926080"/>
              <a:gd name="connsiteX8" fmla="*/ 2495006 w 3918857"/>
              <a:gd name="connsiteY8" fmla="*/ 0 h 2926080"/>
              <a:gd name="connsiteX9" fmla="*/ 2625634 w 3918857"/>
              <a:gd name="connsiteY9" fmla="*/ 65314 h 2926080"/>
              <a:gd name="connsiteX10" fmla="*/ 2638697 w 3918857"/>
              <a:gd name="connsiteY10" fmla="*/ 261257 h 2926080"/>
              <a:gd name="connsiteX11" fmla="*/ 2521131 w 3918857"/>
              <a:gd name="connsiteY11" fmla="*/ 457200 h 2926080"/>
              <a:gd name="connsiteX12" fmla="*/ 2416628 w 3918857"/>
              <a:gd name="connsiteY12" fmla="*/ 627017 h 2926080"/>
              <a:gd name="connsiteX13" fmla="*/ 2638697 w 3918857"/>
              <a:gd name="connsiteY13" fmla="*/ 483325 h 2926080"/>
              <a:gd name="connsiteX14" fmla="*/ 2926080 w 3918857"/>
              <a:gd name="connsiteY14" fmla="*/ 209005 h 2926080"/>
              <a:gd name="connsiteX15" fmla="*/ 3344091 w 3918857"/>
              <a:gd name="connsiteY15" fmla="*/ 13062 h 2926080"/>
              <a:gd name="connsiteX16" fmla="*/ 3474720 w 3918857"/>
              <a:gd name="connsiteY16" fmla="*/ 78377 h 2926080"/>
              <a:gd name="connsiteX17" fmla="*/ 3500846 w 3918857"/>
              <a:gd name="connsiteY17" fmla="*/ 261257 h 2926080"/>
              <a:gd name="connsiteX18" fmla="*/ 3331028 w 3918857"/>
              <a:gd name="connsiteY18" fmla="*/ 404948 h 2926080"/>
              <a:gd name="connsiteX19" fmla="*/ 3161211 w 3918857"/>
              <a:gd name="connsiteY19" fmla="*/ 496388 h 2926080"/>
              <a:gd name="connsiteX20" fmla="*/ 2978331 w 3918857"/>
              <a:gd name="connsiteY20" fmla="*/ 587828 h 2926080"/>
              <a:gd name="connsiteX21" fmla="*/ 2965268 w 3918857"/>
              <a:gd name="connsiteY21" fmla="*/ 679268 h 2926080"/>
              <a:gd name="connsiteX22" fmla="*/ 3135086 w 3918857"/>
              <a:gd name="connsiteY22" fmla="*/ 613954 h 2926080"/>
              <a:gd name="connsiteX23" fmla="*/ 3422468 w 3918857"/>
              <a:gd name="connsiteY23" fmla="*/ 548640 h 2926080"/>
              <a:gd name="connsiteX24" fmla="*/ 3618411 w 3918857"/>
              <a:gd name="connsiteY24" fmla="*/ 548640 h 2926080"/>
              <a:gd name="connsiteX25" fmla="*/ 3827417 w 3918857"/>
              <a:gd name="connsiteY25" fmla="*/ 587828 h 2926080"/>
              <a:gd name="connsiteX26" fmla="*/ 3827417 w 3918857"/>
              <a:gd name="connsiteY26" fmla="*/ 744582 h 2926080"/>
              <a:gd name="connsiteX27" fmla="*/ 3801291 w 3918857"/>
              <a:gd name="connsiteY27" fmla="*/ 849085 h 2926080"/>
              <a:gd name="connsiteX28" fmla="*/ 3631474 w 3918857"/>
              <a:gd name="connsiteY28" fmla="*/ 862148 h 2926080"/>
              <a:gd name="connsiteX29" fmla="*/ 3409406 w 3918857"/>
              <a:gd name="connsiteY29" fmla="*/ 862148 h 2926080"/>
              <a:gd name="connsiteX30" fmla="*/ 3265714 w 3918857"/>
              <a:gd name="connsiteY30" fmla="*/ 888274 h 2926080"/>
              <a:gd name="connsiteX31" fmla="*/ 3135086 w 3918857"/>
              <a:gd name="connsiteY31" fmla="*/ 914400 h 2926080"/>
              <a:gd name="connsiteX32" fmla="*/ 3122023 w 3918857"/>
              <a:gd name="connsiteY32" fmla="*/ 1005840 h 2926080"/>
              <a:gd name="connsiteX33" fmla="*/ 3265714 w 3918857"/>
              <a:gd name="connsiteY33" fmla="*/ 1018902 h 2926080"/>
              <a:gd name="connsiteX34" fmla="*/ 3513908 w 3918857"/>
              <a:gd name="connsiteY34" fmla="*/ 979714 h 2926080"/>
              <a:gd name="connsiteX35" fmla="*/ 3722914 w 3918857"/>
              <a:gd name="connsiteY35" fmla="*/ 979714 h 2926080"/>
              <a:gd name="connsiteX36" fmla="*/ 3918857 w 3918857"/>
              <a:gd name="connsiteY36" fmla="*/ 1071154 h 2926080"/>
              <a:gd name="connsiteX37" fmla="*/ 3827417 w 3918857"/>
              <a:gd name="connsiteY37" fmla="*/ 1214845 h 2926080"/>
              <a:gd name="connsiteX38" fmla="*/ 3579223 w 3918857"/>
              <a:gd name="connsiteY38" fmla="*/ 1240971 h 2926080"/>
              <a:gd name="connsiteX39" fmla="*/ 3396343 w 3918857"/>
              <a:gd name="connsiteY39" fmla="*/ 1254034 h 2926080"/>
              <a:gd name="connsiteX40" fmla="*/ 3239588 w 3918857"/>
              <a:gd name="connsiteY40" fmla="*/ 1254034 h 2926080"/>
              <a:gd name="connsiteX41" fmla="*/ 3056708 w 3918857"/>
              <a:gd name="connsiteY41" fmla="*/ 1319348 h 2926080"/>
              <a:gd name="connsiteX42" fmla="*/ 2978331 w 3918857"/>
              <a:gd name="connsiteY42" fmla="*/ 1332411 h 2926080"/>
              <a:gd name="connsiteX43" fmla="*/ 3082834 w 3918857"/>
              <a:gd name="connsiteY43" fmla="*/ 1371600 h 2926080"/>
              <a:gd name="connsiteX44" fmla="*/ 3278777 w 3918857"/>
              <a:gd name="connsiteY44" fmla="*/ 1423851 h 2926080"/>
              <a:gd name="connsiteX45" fmla="*/ 3435531 w 3918857"/>
              <a:gd name="connsiteY45" fmla="*/ 1423851 h 2926080"/>
              <a:gd name="connsiteX46" fmla="*/ 3553097 w 3918857"/>
              <a:gd name="connsiteY46" fmla="*/ 1476102 h 2926080"/>
              <a:gd name="connsiteX47" fmla="*/ 3566160 w 3918857"/>
              <a:gd name="connsiteY47" fmla="*/ 1645920 h 2926080"/>
              <a:gd name="connsiteX48" fmla="*/ 3370217 w 3918857"/>
              <a:gd name="connsiteY48" fmla="*/ 1698171 h 2926080"/>
              <a:gd name="connsiteX49" fmla="*/ 3017520 w 3918857"/>
              <a:gd name="connsiteY49" fmla="*/ 1619794 h 2926080"/>
              <a:gd name="connsiteX50" fmla="*/ 2886891 w 3918857"/>
              <a:gd name="connsiteY50" fmla="*/ 1658982 h 2926080"/>
              <a:gd name="connsiteX51" fmla="*/ 2690948 w 3918857"/>
              <a:gd name="connsiteY51" fmla="*/ 1854925 h 2926080"/>
              <a:gd name="connsiteX52" fmla="*/ 2429691 w 3918857"/>
              <a:gd name="connsiteY52" fmla="*/ 1998617 h 2926080"/>
              <a:gd name="connsiteX53" fmla="*/ 2181497 w 3918857"/>
              <a:gd name="connsiteY53" fmla="*/ 2129245 h 2926080"/>
              <a:gd name="connsiteX54" fmla="*/ 1946366 w 3918857"/>
              <a:gd name="connsiteY54" fmla="*/ 2194560 h 2926080"/>
              <a:gd name="connsiteX55" fmla="*/ 1632857 w 3918857"/>
              <a:gd name="connsiteY55" fmla="*/ 2377440 h 2926080"/>
              <a:gd name="connsiteX56" fmla="*/ 1332411 w 3918857"/>
              <a:gd name="connsiteY56" fmla="*/ 2612571 h 2926080"/>
              <a:gd name="connsiteX57" fmla="*/ 1110343 w 3918857"/>
              <a:gd name="connsiteY57" fmla="*/ 2834640 h 2926080"/>
              <a:gd name="connsiteX58" fmla="*/ 1045028 w 3918857"/>
              <a:gd name="connsiteY58" fmla="*/ 2873828 h 2926080"/>
              <a:gd name="connsiteX59" fmla="*/ 91440 w 3918857"/>
              <a:gd name="connsiteY59" fmla="*/ 2926080 h 2926080"/>
              <a:gd name="connsiteX60" fmla="*/ 39188 w 3918857"/>
              <a:gd name="connsiteY60" fmla="*/ 1841862 h 2926080"/>
              <a:gd name="connsiteX0" fmla="*/ 0 w 3918857"/>
              <a:gd name="connsiteY0" fmla="*/ 1894114 h 2913017"/>
              <a:gd name="connsiteX1" fmla="*/ 940526 w 3918857"/>
              <a:gd name="connsiteY1" fmla="*/ 1515291 h 2913017"/>
              <a:gd name="connsiteX2" fmla="*/ 1606731 w 3918857"/>
              <a:gd name="connsiteY2" fmla="*/ 1345474 h 2913017"/>
              <a:gd name="connsiteX3" fmla="*/ 1724297 w 3918857"/>
              <a:gd name="connsiteY3" fmla="*/ 1136468 h 2913017"/>
              <a:gd name="connsiteX4" fmla="*/ 1763486 w 3918857"/>
              <a:gd name="connsiteY4" fmla="*/ 836022 h 2913017"/>
              <a:gd name="connsiteX5" fmla="*/ 1907177 w 3918857"/>
              <a:gd name="connsiteY5" fmla="*/ 600891 h 2913017"/>
              <a:gd name="connsiteX6" fmla="*/ 2116183 w 3918857"/>
              <a:gd name="connsiteY6" fmla="*/ 300445 h 2913017"/>
              <a:gd name="connsiteX7" fmla="*/ 2312126 w 3918857"/>
              <a:gd name="connsiteY7" fmla="*/ 195942 h 2913017"/>
              <a:gd name="connsiteX8" fmla="*/ 2495006 w 3918857"/>
              <a:gd name="connsiteY8" fmla="*/ 0 h 2913017"/>
              <a:gd name="connsiteX9" fmla="*/ 2625634 w 3918857"/>
              <a:gd name="connsiteY9" fmla="*/ 65314 h 2913017"/>
              <a:gd name="connsiteX10" fmla="*/ 2638697 w 3918857"/>
              <a:gd name="connsiteY10" fmla="*/ 261257 h 2913017"/>
              <a:gd name="connsiteX11" fmla="*/ 2521131 w 3918857"/>
              <a:gd name="connsiteY11" fmla="*/ 457200 h 2913017"/>
              <a:gd name="connsiteX12" fmla="*/ 2416628 w 3918857"/>
              <a:gd name="connsiteY12" fmla="*/ 627017 h 2913017"/>
              <a:gd name="connsiteX13" fmla="*/ 2638697 w 3918857"/>
              <a:gd name="connsiteY13" fmla="*/ 483325 h 2913017"/>
              <a:gd name="connsiteX14" fmla="*/ 2926080 w 3918857"/>
              <a:gd name="connsiteY14" fmla="*/ 209005 h 2913017"/>
              <a:gd name="connsiteX15" fmla="*/ 3344091 w 3918857"/>
              <a:gd name="connsiteY15" fmla="*/ 13062 h 2913017"/>
              <a:gd name="connsiteX16" fmla="*/ 3474720 w 3918857"/>
              <a:gd name="connsiteY16" fmla="*/ 78377 h 2913017"/>
              <a:gd name="connsiteX17" fmla="*/ 3500846 w 3918857"/>
              <a:gd name="connsiteY17" fmla="*/ 261257 h 2913017"/>
              <a:gd name="connsiteX18" fmla="*/ 3331028 w 3918857"/>
              <a:gd name="connsiteY18" fmla="*/ 404948 h 2913017"/>
              <a:gd name="connsiteX19" fmla="*/ 3161211 w 3918857"/>
              <a:gd name="connsiteY19" fmla="*/ 496388 h 2913017"/>
              <a:gd name="connsiteX20" fmla="*/ 2978331 w 3918857"/>
              <a:gd name="connsiteY20" fmla="*/ 587828 h 2913017"/>
              <a:gd name="connsiteX21" fmla="*/ 2965268 w 3918857"/>
              <a:gd name="connsiteY21" fmla="*/ 679268 h 2913017"/>
              <a:gd name="connsiteX22" fmla="*/ 3135086 w 3918857"/>
              <a:gd name="connsiteY22" fmla="*/ 613954 h 2913017"/>
              <a:gd name="connsiteX23" fmla="*/ 3422468 w 3918857"/>
              <a:gd name="connsiteY23" fmla="*/ 548640 h 2913017"/>
              <a:gd name="connsiteX24" fmla="*/ 3618411 w 3918857"/>
              <a:gd name="connsiteY24" fmla="*/ 548640 h 2913017"/>
              <a:gd name="connsiteX25" fmla="*/ 3827417 w 3918857"/>
              <a:gd name="connsiteY25" fmla="*/ 587828 h 2913017"/>
              <a:gd name="connsiteX26" fmla="*/ 3827417 w 3918857"/>
              <a:gd name="connsiteY26" fmla="*/ 744582 h 2913017"/>
              <a:gd name="connsiteX27" fmla="*/ 3801291 w 3918857"/>
              <a:gd name="connsiteY27" fmla="*/ 849085 h 2913017"/>
              <a:gd name="connsiteX28" fmla="*/ 3631474 w 3918857"/>
              <a:gd name="connsiteY28" fmla="*/ 862148 h 2913017"/>
              <a:gd name="connsiteX29" fmla="*/ 3409406 w 3918857"/>
              <a:gd name="connsiteY29" fmla="*/ 862148 h 2913017"/>
              <a:gd name="connsiteX30" fmla="*/ 3265714 w 3918857"/>
              <a:gd name="connsiteY30" fmla="*/ 888274 h 2913017"/>
              <a:gd name="connsiteX31" fmla="*/ 3135086 w 3918857"/>
              <a:gd name="connsiteY31" fmla="*/ 914400 h 2913017"/>
              <a:gd name="connsiteX32" fmla="*/ 3122023 w 3918857"/>
              <a:gd name="connsiteY32" fmla="*/ 1005840 h 2913017"/>
              <a:gd name="connsiteX33" fmla="*/ 3265714 w 3918857"/>
              <a:gd name="connsiteY33" fmla="*/ 1018902 h 2913017"/>
              <a:gd name="connsiteX34" fmla="*/ 3513908 w 3918857"/>
              <a:gd name="connsiteY34" fmla="*/ 979714 h 2913017"/>
              <a:gd name="connsiteX35" fmla="*/ 3722914 w 3918857"/>
              <a:gd name="connsiteY35" fmla="*/ 979714 h 2913017"/>
              <a:gd name="connsiteX36" fmla="*/ 3918857 w 3918857"/>
              <a:gd name="connsiteY36" fmla="*/ 1071154 h 2913017"/>
              <a:gd name="connsiteX37" fmla="*/ 3827417 w 3918857"/>
              <a:gd name="connsiteY37" fmla="*/ 1214845 h 2913017"/>
              <a:gd name="connsiteX38" fmla="*/ 3579223 w 3918857"/>
              <a:gd name="connsiteY38" fmla="*/ 1240971 h 2913017"/>
              <a:gd name="connsiteX39" fmla="*/ 3396343 w 3918857"/>
              <a:gd name="connsiteY39" fmla="*/ 1254034 h 2913017"/>
              <a:gd name="connsiteX40" fmla="*/ 3239588 w 3918857"/>
              <a:gd name="connsiteY40" fmla="*/ 1254034 h 2913017"/>
              <a:gd name="connsiteX41" fmla="*/ 3056708 w 3918857"/>
              <a:gd name="connsiteY41" fmla="*/ 1319348 h 2913017"/>
              <a:gd name="connsiteX42" fmla="*/ 2978331 w 3918857"/>
              <a:gd name="connsiteY42" fmla="*/ 1332411 h 2913017"/>
              <a:gd name="connsiteX43" fmla="*/ 3082834 w 3918857"/>
              <a:gd name="connsiteY43" fmla="*/ 1371600 h 2913017"/>
              <a:gd name="connsiteX44" fmla="*/ 3278777 w 3918857"/>
              <a:gd name="connsiteY44" fmla="*/ 1423851 h 2913017"/>
              <a:gd name="connsiteX45" fmla="*/ 3435531 w 3918857"/>
              <a:gd name="connsiteY45" fmla="*/ 1423851 h 2913017"/>
              <a:gd name="connsiteX46" fmla="*/ 3553097 w 3918857"/>
              <a:gd name="connsiteY46" fmla="*/ 1476102 h 2913017"/>
              <a:gd name="connsiteX47" fmla="*/ 3566160 w 3918857"/>
              <a:gd name="connsiteY47" fmla="*/ 1645920 h 2913017"/>
              <a:gd name="connsiteX48" fmla="*/ 3370217 w 3918857"/>
              <a:gd name="connsiteY48" fmla="*/ 1698171 h 2913017"/>
              <a:gd name="connsiteX49" fmla="*/ 3017520 w 3918857"/>
              <a:gd name="connsiteY49" fmla="*/ 1619794 h 2913017"/>
              <a:gd name="connsiteX50" fmla="*/ 2886891 w 3918857"/>
              <a:gd name="connsiteY50" fmla="*/ 1658982 h 2913017"/>
              <a:gd name="connsiteX51" fmla="*/ 2690948 w 3918857"/>
              <a:gd name="connsiteY51" fmla="*/ 1854925 h 2913017"/>
              <a:gd name="connsiteX52" fmla="*/ 2429691 w 3918857"/>
              <a:gd name="connsiteY52" fmla="*/ 1998617 h 2913017"/>
              <a:gd name="connsiteX53" fmla="*/ 2181497 w 3918857"/>
              <a:gd name="connsiteY53" fmla="*/ 2129245 h 2913017"/>
              <a:gd name="connsiteX54" fmla="*/ 1946366 w 3918857"/>
              <a:gd name="connsiteY54" fmla="*/ 2194560 h 2913017"/>
              <a:gd name="connsiteX55" fmla="*/ 1632857 w 3918857"/>
              <a:gd name="connsiteY55" fmla="*/ 2377440 h 2913017"/>
              <a:gd name="connsiteX56" fmla="*/ 1332411 w 3918857"/>
              <a:gd name="connsiteY56" fmla="*/ 2612571 h 2913017"/>
              <a:gd name="connsiteX57" fmla="*/ 1110343 w 3918857"/>
              <a:gd name="connsiteY57" fmla="*/ 2834640 h 2913017"/>
              <a:gd name="connsiteX58" fmla="*/ 1045028 w 3918857"/>
              <a:gd name="connsiteY58" fmla="*/ 2873828 h 2913017"/>
              <a:gd name="connsiteX59" fmla="*/ 52252 w 3918857"/>
              <a:gd name="connsiteY59" fmla="*/ 2913017 h 2913017"/>
              <a:gd name="connsiteX60" fmla="*/ 39188 w 3918857"/>
              <a:gd name="connsiteY60" fmla="*/ 1841862 h 2913017"/>
              <a:gd name="connsiteX0" fmla="*/ 0 w 3918857"/>
              <a:gd name="connsiteY0" fmla="*/ 1894114 h 2913017"/>
              <a:gd name="connsiteX1" fmla="*/ 940526 w 3918857"/>
              <a:gd name="connsiteY1" fmla="*/ 1515291 h 2913017"/>
              <a:gd name="connsiteX2" fmla="*/ 1606731 w 3918857"/>
              <a:gd name="connsiteY2" fmla="*/ 1345474 h 2913017"/>
              <a:gd name="connsiteX3" fmla="*/ 1724297 w 3918857"/>
              <a:gd name="connsiteY3" fmla="*/ 1136468 h 2913017"/>
              <a:gd name="connsiteX4" fmla="*/ 1763486 w 3918857"/>
              <a:gd name="connsiteY4" fmla="*/ 836022 h 2913017"/>
              <a:gd name="connsiteX5" fmla="*/ 1907177 w 3918857"/>
              <a:gd name="connsiteY5" fmla="*/ 600891 h 2913017"/>
              <a:gd name="connsiteX6" fmla="*/ 2116183 w 3918857"/>
              <a:gd name="connsiteY6" fmla="*/ 300445 h 2913017"/>
              <a:gd name="connsiteX7" fmla="*/ 2312126 w 3918857"/>
              <a:gd name="connsiteY7" fmla="*/ 195942 h 2913017"/>
              <a:gd name="connsiteX8" fmla="*/ 2495006 w 3918857"/>
              <a:gd name="connsiteY8" fmla="*/ 0 h 2913017"/>
              <a:gd name="connsiteX9" fmla="*/ 2625634 w 3918857"/>
              <a:gd name="connsiteY9" fmla="*/ 65314 h 2913017"/>
              <a:gd name="connsiteX10" fmla="*/ 2638697 w 3918857"/>
              <a:gd name="connsiteY10" fmla="*/ 261257 h 2913017"/>
              <a:gd name="connsiteX11" fmla="*/ 2521131 w 3918857"/>
              <a:gd name="connsiteY11" fmla="*/ 457200 h 2913017"/>
              <a:gd name="connsiteX12" fmla="*/ 2416628 w 3918857"/>
              <a:gd name="connsiteY12" fmla="*/ 627017 h 2913017"/>
              <a:gd name="connsiteX13" fmla="*/ 2638697 w 3918857"/>
              <a:gd name="connsiteY13" fmla="*/ 483325 h 2913017"/>
              <a:gd name="connsiteX14" fmla="*/ 2926080 w 3918857"/>
              <a:gd name="connsiteY14" fmla="*/ 209005 h 2913017"/>
              <a:gd name="connsiteX15" fmla="*/ 3344091 w 3918857"/>
              <a:gd name="connsiteY15" fmla="*/ 13062 h 2913017"/>
              <a:gd name="connsiteX16" fmla="*/ 3474720 w 3918857"/>
              <a:gd name="connsiteY16" fmla="*/ 78377 h 2913017"/>
              <a:gd name="connsiteX17" fmla="*/ 3500846 w 3918857"/>
              <a:gd name="connsiteY17" fmla="*/ 261257 h 2913017"/>
              <a:gd name="connsiteX18" fmla="*/ 3331028 w 3918857"/>
              <a:gd name="connsiteY18" fmla="*/ 404948 h 2913017"/>
              <a:gd name="connsiteX19" fmla="*/ 3161211 w 3918857"/>
              <a:gd name="connsiteY19" fmla="*/ 496388 h 2913017"/>
              <a:gd name="connsiteX20" fmla="*/ 2978331 w 3918857"/>
              <a:gd name="connsiteY20" fmla="*/ 587828 h 2913017"/>
              <a:gd name="connsiteX21" fmla="*/ 2965268 w 3918857"/>
              <a:gd name="connsiteY21" fmla="*/ 679268 h 2913017"/>
              <a:gd name="connsiteX22" fmla="*/ 3135086 w 3918857"/>
              <a:gd name="connsiteY22" fmla="*/ 613954 h 2913017"/>
              <a:gd name="connsiteX23" fmla="*/ 3422468 w 3918857"/>
              <a:gd name="connsiteY23" fmla="*/ 548640 h 2913017"/>
              <a:gd name="connsiteX24" fmla="*/ 3618411 w 3918857"/>
              <a:gd name="connsiteY24" fmla="*/ 548640 h 2913017"/>
              <a:gd name="connsiteX25" fmla="*/ 3827417 w 3918857"/>
              <a:gd name="connsiteY25" fmla="*/ 587828 h 2913017"/>
              <a:gd name="connsiteX26" fmla="*/ 3827417 w 3918857"/>
              <a:gd name="connsiteY26" fmla="*/ 744582 h 2913017"/>
              <a:gd name="connsiteX27" fmla="*/ 3801291 w 3918857"/>
              <a:gd name="connsiteY27" fmla="*/ 849085 h 2913017"/>
              <a:gd name="connsiteX28" fmla="*/ 3631474 w 3918857"/>
              <a:gd name="connsiteY28" fmla="*/ 862148 h 2913017"/>
              <a:gd name="connsiteX29" fmla="*/ 3409406 w 3918857"/>
              <a:gd name="connsiteY29" fmla="*/ 862148 h 2913017"/>
              <a:gd name="connsiteX30" fmla="*/ 3265714 w 3918857"/>
              <a:gd name="connsiteY30" fmla="*/ 888274 h 2913017"/>
              <a:gd name="connsiteX31" fmla="*/ 3135086 w 3918857"/>
              <a:gd name="connsiteY31" fmla="*/ 914400 h 2913017"/>
              <a:gd name="connsiteX32" fmla="*/ 3122023 w 3918857"/>
              <a:gd name="connsiteY32" fmla="*/ 1005840 h 2913017"/>
              <a:gd name="connsiteX33" fmla="*/ 3265714 w 3918857"/>
              <a:gd name="connsiteY33" fmla="*/ 1018902 h 2913017"/>
              <a:gd name="connsiteX34" fmla="*/ 3513908 w 3918857"/>
              <a:gd name="connsiteY34" fmla="*/ 979714 h 2913017"/>
              <a:gd name="connsiteX35" fmla="*/ 3722914 w 3918857"/>
              <a:gd name="connsiteY35" fmla="*/ 979714 h 2913017"/>
              <a:gd name="connsiteX36" fmla="*/ 3918857 w 3918857"/>
              <a:gd name="connsiteY36" fmla="*/ 1071154 h 2913017"/>
              <a:gd name="connsiteX37" fmla="*/ 3827417 w 3918857"/>
              <a:gd name="connsiteY37" fmla="*/ 1214845 h 2913017"/>
              <a:gd name="connsiteX38" fmla="*/ 3579223 w 3918857"/>
              <a:gd name="connsiteY38" fmla="*/ 1240971 h 2913017"/>
              <a:gd name="connsiteX39" fmla="*/ 3396343 w 3918857"/>
              <a:gd name="connsiteY39" fmla="*/ 1254034 h 2913017"/>
              <a:gd name="connsiteX40" fmla="*/ 3239588 w 3918857"/>
              <a:gd name="connsiteY40" fmla="*/ 1254034 h 2913017"/>
              <a:gd name="connsiteX41" fmla="*/ 3056708 w 3918857"/>
              <a:gd name="connsiteY41" fmla="*/ 1319348 h 2913017"/>
              <a:gd name="connsiteX42" fmla="*/ 2978331 w 3918857"/>
              <a:gd name="connsiteY42" fmla="*/ 1332411 h 2913017"/>
              <a:gd name="connsiteX43" fmla="*/ 3082834 w 3918857"/>
              <a:gd name="connsiteY43" fmla="*/ 1371600 h 2913017"/>
              <a:gd name="connsiteX44" fmla="*/ 3278777 w 3918857"/>
              <a:gd name="connsiteY44" fmla="*/ 1423851 h 2913017"/>
              <a:gd name="connsiteX45" fmla="*/ 3435531 w 3918857"/>
              <a:gd name="connsiteY45" fmla="*/ 1423851 h 2913017"/>
              <a:gd name="connsiteX46" fmla="*/ 3553097 w 3918857"/>
              <a:gd name="connsiteY46" fmla="*/ 1476102 h 2913017"/>
              <a:gd name="connsiteX47" fmla="*/ 3566160 w 3918857"/>
              <a:gd name="connsiteY47" fmla="*/ 1645920 h 2913017"/>
              <a:gd name="connsiteX48" fmla="*/ 3370217 w 3918857"/>
              <a:gd name="connsiteY48" fmla="*/ 1698171 h 2913017"/>
              <a:gd name="connsiteX49" fmla="*/ 3017520 w 3918857"/>
              <a:gd name="connsiteY49" fmla="*/ 1619794 h 2913017"/>
              <a:gd name="connsiteX50" fmla="*/ 2886891 w 3918857"/>
              <a:gd name="connsiteY50" fmla="*/ 1658982 h 2913017"/>
              <a:gd name="connsiteX51" fmla="*/ 2690948 w 3918857"/>
              <a:gd name="connsiteY51" fmla="*/ 1854925 h 2913017"/>
              <a:gd name="connsiteX52" fmla="*/ 2429691 w 3918857"/>
              <a:gd name="connsiteY52" fmla="*/ 1998617 h 2913017"/>
              <a:gd name="connsiteX53" fmla="*/ 2181497 w 3918857"/>
              <a:gd name="connsiteY53" fmla="*/ 2129245 h 2913017"/>
              <a:gd name="connsiteX54" fmla="*/ 1946366 w 3918857"/>
              <a:gd name="connsiteY54" fmla="*/ 2194560 h 2913017"/>
              <a:gd name="connsiteX55" fmla="*/ 1632857 w 3918857"/>
              <a:gd name="connsiteY55" fmla="*/ 2377440 h 2913017"/>
              <a:gd name="connsiteX56" fmla="*/ 1332411 w 3918857"/>
              <a:gd name="connsiteY56" fmla="*/ 2612571 h 2913017"/>
              <a:gd name="connsiteX57" fmla="*/ 1110343 w 3918857"/>
              <a:gd name="connsiteY57" fmla="*/ 2834640 h 2913017"/>
              <a:gd name="connsiteX58" fmla="*/ 1031965 w 3918857"/>
              <a:gd name="connsiteY58" fmla="*/ 2913016 h 2913017"/>
              <a:gd name="connsiteX59" fmla="*/ 52252 w 3918857"/>
              <a:gd name="connsiteY59" fmla="*/ 2913017 h 2913017"/>
              <a:gd name="connsiteX60" fmla="*/ 39188 w 3918857"/>
              <a:gd name="connsiteY60" fmla="*/ 1841862 h 2913017"/>
              <a:gd name="connsiteX0" fmla="*/ 0 w 3918857"/>
              <a:gd name="connsiteY0" fmla="*/ 1894114 h 2913017"/>
              <a:gd name="connsiteX1" fmla="*/ 940526 w 3918857"/>
              <a:gd name="connsiteY1" fmla="*/ 1515291 h 2913017"/>
              <a:gd name="connsiteX2" fmla="*/ 1606731 w 3918857"/>
              <a:gd name="connsiteY2" fmla="*/ 1345474 h 2913017"/>
              <a:gd name="connsiteX3" fmla="*/ 1724297 w 3918857"/>
              <a:gd name="connsiteY3" fmla="*/ 1136468 h 2913017"/>
              <a:gd name="connsiteX4" fmla="*/ 1763486 w 3918857"/>
              <a:gd name="connsiteY4" fmla="*/ 836022 h 2913017"/>
              <a:gd name="connsiteX5" fmla="*/ 1907177 w 3918857"/>
              <a:gd name="connsiteY5" fmla="*/ 600891 h 2913017"/>
              <a:gd name="connsiteX6" fmla="*/ 2116183 w 3918857"/>
              <a:gd name="connsiteY6" fmla="*/ 300445 h 2913017"/>
              <a:gd name="connsiteX7" fmla="*/ 2312126 w 3918857"/>
              <a:gd name="connsiteY7" fmla="*/ 195942 h 2913017"/>
              <a:gd name="connsiteX8" fmla="*/ 2495006 w 3918857"/>
              <a:gd name="connsiteY8" fmla="*/ 0 h 2913017"/>
              <a:gd name="connsiteX9" fmla="*/ 2625634 w 3918857"/>
              <a:gd name="connsiteY9" fmla="*/ 65314 h 2913017"/>
              <a:gd name="connsiteX10" fmla="*/ 2638697 w 3918857"/>
              <a:gd name="connsiteY10" fmla="*/ 261257 h 2913017"/>
              <a:gd name="connsiteX11" fmla="*/ 2521131 w 3918857"/>
              <a:gd name="connsiteY11" fmla="*/ 457200 h 2913017"/>
              <a:gd name="connsiteX12" fmla="*/ 2416628 w 3918857"/>
              <a:gd name="connsiteY12" fmla="*/ 627017 h 2913017"/>
              <a:gd name="connsiteX13" fmla="*/ 2638697 w 3918857"/>
              <a:gd name="connsiteY13" fmla="*/ 483325 h 2913017"/>
              <a:gd name="connsiteX14" fmla="*/ 2926080 w 3918857"/>
              <a:gd name="connsiteY14" fmla="*/ 209005 h 2913017"/>
              <a:gd name="connsiteX15" fmla="*/ 3344091 w 3918857"/>
              <a:gd name="connsiteY15" fmla="*/ 13062 h 2913017"/>
              <a:gd name="connsiteX16" fmla="*/ 3474720 w 3918857"/>
              <a:gd name="connsiteY16" fmla="*/ 78377 h 2913017"/>
              <a:gd name="connsiteX17" fmla="*/ 3500846 w 3918857"/>
              <a:gd name="connsiteY17" fmla="*/ 261257 h 2913017"/>
              <a:gd name="connsiteX18" fmla="*/ 3331028 w 3918857"/>
              <a:gd name="connsiteY18" fmla="*/ 404948 h 2913017"/>
              <a:gd name="connsiteX19" fmla="*/ 3161211 w 3918857"/>
              <a:gd name="connsiteY19" fmla="*/ 496388 h 2913017"/>
              <a:gd name="connsiteX20" fmla="*/ 2978331 w 3918857"/>
              <a:gd name="connsiteY20" fmla="*/ 587828 h 2913017"/>
              <a:gd name="connsiteX21" fmla="*/ 2965268 w 3918857"/>
              <a:gd name="connsiteY21" fmla="*/ 679268 h 2913017"/>
              <a:gd name="connsiteX22" fmla="*/ 3135086 w 3918857"/>
              <a:gd name="connsiteY22" fmla="*/ 613954 h 2913017"/>
              <a:gd name="connsiteX23" fmla="*/ 3422468 w 3918857"/>
              <a:gd name="connsiteY23" fmla="*/ 548640 h 2913017"/>
              <a:gd name="connsiteX24" fmla="*/ 3618411 w 3918857"/>
              <a:gd name="connsiteY24" fmla="*/ 548640 h 2913017"/>
              <a:gd name="connsiteX25" fmla="*/ 3827417 w 3918857"/>
              <a:gd name="connsiteY25" fmla="*/ 587828 h 2913017"/>
              <a:gd name="connsiteX26" fmla="*/ 3827417 w 3918857"/>
              <a:gd name="connsiteY26" fmla="*/ 744582 h 2913017"/>
              <a:gd name="connsiteX27" fmla="*/ 3801291 w 3918857"/>
              <a:gd name="connsiteY27" fmla="*/ 849085 h 2913017"/>
              <a:gd name="connsiteX28" fmla="*/ 3631474 w 3918857"/>
              <a:gd name="connsiteY28" fmla="*/ 862148 h 2913017"/>
              <a:gd name="connsiteX29" fmla="*/ 3409406 w 3918857"/>
              <a:gd name="connsiteY29" fmla="*/ 862148 h 2913017"/>
              <a:gd name="connsiteX30" fmla="*/ 3265714 w 3918857"/>
              <a:gd name="connsiteY30" fmla="*/ 888274 h 2913017"/>
              <a:gd name="connsiteX31" fmla="*/ 3135086 w 3918857"/>
              <a:gd name="connsiteY31" fmla="*/ 914400 h 2913017"/>
              <a:gd name="connsiteX32" fmla="*/ 3122023 w 3918857"/>
              <a:gd name="connsiteY32" fmla="*/ 1005840 h 2913017"/>
              <a:gd name="connsiteX33" fmla="*/ 3265714 w 3918857"/>
              <a:gd name="connsiteY33" fmla="*/ 1018902 h 2913017"/>
              <a:gd name="connsiteX34" fmla="*/ 3513908 w 3918857"/>
              <a:gd name="connsiteY34" fmla="*/ 979714 h 2913017"/>
              <a:gd name="connsiteX35" fmla="*/ 3722914 w 3918857"/>
              <a:gd name="connsiteY35" fmla="*/ 979714 h 2913017"/>
              <a:gd name="connsiteX36" fmla="*/ 3918857 w 3918857"/>
              <a:gd name="connsiteY36" fmla="*/ 1071154 h 2913017"/>
              <a:gd name="connsiteX37" fmla="*/ 3827417 w 3918857"/>
              <a:gd name="connsiteY37" fmla="*/ 1214845 h 2913017"/>
              <a:gd name="connsiteX38" fmla="*/ 3579223 w 3918857"/>
              <a:gd name="connsiteY38" fmla="*/ 1240971 h 2913017"/>
              <a:gd name="connsiteX39" fmla="*/ 3396343 w 3918857"/>
              <a:gd name="connsiteY39" fmla="*/ 1254034 h 2913017"/>
              <a:gd name="connsiteX40" fmla="*/ 3239588 w 3918857"/>
              <a:gd name="connsiteY40" fmla="*/ 1254034 h 2913017"/>
              <a:gd name="connsiteX41" fmla="*/ 3056708 w 3918857"/>
              <a:gd name="connsiteY41" fmla="*/ 1319348 h 2913017"/>
              <a:gd name="connsiteX42" fmla="*/ 2978331 w 3918857"/>
              <a:gd name="connsiteY42" fmla="*/ 1332411 h 2913017"/>
              <a:gd name="connsiteX43" fmla="*/ 3082834 w 3918857"/>
              <a:gd name="connsiteY43" fmla="*/ 1371600 h 2913017"/>
              <a:gd name="connsiteX44" fmla="*/ 3278777 w 3918857"/>
              <a:gd name="connsiteY44" fmla="*/ 1423851 h 2913017"/>
              <a:gd name="connsiteX45" fmla="*/ 3435531 w 3918857"/>
              <a:gd name="connsiteY45" fmla="*/ 1423851 h 2913017"/>
              <a:gd name="connsiteX46" fmla="*/ 3553097 w 3918857"/>
              <a:gd name="connsiteY46" fmla="*/ 1476102 h 2913017"/>
              <a:gd name="connsiteX47" fmla="*/ 3566160 w 3918857"/>
              <a:gd name="connsiteY47" fmla="*/ 1645920 h 2913017"/>
              <a:gd name="connsiteX48" fmla="*/ 3370217 w 3918857"/>
              <a:gd name="connsiteY48" fmla="*/ 1698171 h 2913017"/>
              <a:gd name="connsiteX49" fmla="*/ 3017520 w 3918857"/>
              <a:gd name="connsiteY49" fmla="*/ 1619794 h 2913017"/>
              <a:gd name="connsiteX50" fmla="*/ 2886891 w 3918857"/>
              <a:gd name="connsiteY50" fmla="*/ 1658982 h 2913017"/>
              <a:gd name="connsiteX51" fmla="*/ 2690948 w 3918857"/>
              <a:gd name="connsiteY51" fmla="*/ 1854925 h 2913017"/>
              <a:gd name="connsiteX52" fmla="*/ 2429691 w 3918857"/>
              <a:gd name="connsiteY52" fmla="*/ 1998617 h 2913017"/>
              <a:gd name="connsiteX53" fmla="*/ 2181497 w 3918857"/>
              <a:gd name="connsiteY53" fmla="*/ 2129245 h 2913017"/>
              <a:gd name="connsiteX54" fmla="*/ 1946366 w 3918857"/>
              <a:gd name="connsiteY54" fmla="*/ 2194560 h 2913017"/>
              <a:gd name="connsiteX55" fmla="*/ 1632857 w 3918857"/>
              <a:gd name="connsiteY55" fmla="*/ 2377440 h 2913017"/>
              <a:gd name="connsiteX56" fmla="*/ 1332411 w 3918857"/>
              <a:gd name="connsiteY56" fmla="*/ 2612571 h 2913017"/>
              <a:gd name="connsiteX57" fmla="*/ 1110343 w 3918857"/>
              <a:gd name="connsiteY57" fmla="*/ 2834640 h 2913017"/>
              <a:gd name="connsiteX58" fmla="*/ 1031965 w 3918857"/>
              <a:gd name="connsiteY58" fmla="*/ 2913016 h 2913017"/>
              <a:gd name="connsiteX59" fmla="*/ 52252 w 3918857"/>
              <a:gd name="connsiteY59" fmla="*/ 2913017 h 2913017"/>
              <a:gd name="connsiteX60" fmla="*/ 52387 w 3918857"/>
              <a:gd name="connsiteY60" fmla="*/ 1862886 h 2913017"/>
              <a:gd name="connsiteX61" fmla="*/ 39188 w 3918857"/>
              <a:gd name="connsiteY61" fmla="*/ 1841862 h 2913017"/>
              <a:gd name="connsiteX0" fmla="*/ 15581 w 3879669"/>
              <a:gd name="connsiteY0" fmla="*/ 1867920 h 2913017"/>
              <a:gd name="connsiteX1" fmla="*/ 901338 w 3879669"/>
              <a:gd name="connsiteY1" fmla="*/ 1515291 h 2913017"/>
              <a:gd name="connsiteX2" fmla="*/ 1567543 w 3879669"/>
              <a:gd name="connsiteY2" fmla="*/ 1345474 h 2913017"/>
              <a:gd name="connsiteX3" fmla="*/ 1685109 w 3879669"/>
              <a:gd name="connsiteY3" fmla="*/ 1136468 h 2913017"/>
              <a:gd name="connsiteX4" fmla="*/ 1724298 w 3879669"/>
              <a:gd name="connsiteY4" fmla="*/ 836022 h 2913017"/>
              <a:gd name="connsiteX5" fmla="*/ 1867989 w 3879669"/>
              <a:gd name="connsiteY5" fmla="*/ 600891 h 2913017"/>
              <a:gd name="connsiteX6" fmla="*/ 2076995 w 3879669"/>
              <a:gd name="connsiteY6" fmla="*/ 300445 h 2913017"/>
              <a:gd name="connsiteX7" fmla="*/ 2272938 w 3879669"/>
              <a:gd name="connsiteY7" fmla="*/ 195942 h 2913017"/>
              <a:gd name="connsiteX8" fmla="*/ 2455818 w 3879669"/>
              <a:gd name="connsiteY8" fmla="*/ 0 h 2913017"/>
              <a:gd name="connsiteX9" fmla="*/ 2586446 w 3879669"/>
              <a:gd name="connsiteY9" fmla="*/ 65314 h 2913017"/>
              <a:gd name="connsiteX10" fmla="*/ 2599509 w 3879669"/>
              <a:gd name="connsiteY10" fmla="*/ 261257 h 2913017"/>
              <a:gd name="connsiteX11" fmla="*/ 2481943 w 3879669"/>
              <a:gd name="connsiteY11" fmla="*/ 457200 h 2913017"/>
              <a:gd name="connsiteX12" fmla="*/ 2377440 w 3879669"/>
              <a:gd name="connsiteY12" fmla="*/ 627017 h 2913017"/>
              <a:gd name="connsiteX13" fmla="*/ 2599509 w 3879669"/>
              <a:gd name="connsiteY13" fmla="*/ 483325 h 2913017"/>
              <a:gd name="connsiteX14" fmla="*/ 2886892 w 3879669"/>
              <a:gd name="connsiteY14" fmla="*/ 209005 h 2913017"/>
              <a:gd name="connsiteX15" fmla="*/ 3304903 w 3879669"/>
              <a:gd name="connsiteY15" fmla="*/ 13062 h 2913017"/>
              <a:gd name="connsiteX16" fmla="*/ 3435532 w 3879669"/>
              <a:gd name="connsiteY16" fmla="*/ 78377 h 2913017"/>
              <a:gd name="connsiteX17" fmla="*/ 3461658 w 3879669"/>
              <a:gd name="connsiteY17" fmla="*/ 261257 h 2913017"/>
              <a:gd name="connsiteX18" fmla="*/ 3291840 w 3879669"/>
              <a:gd name="connsiteY18" fmla="*/ 404948 h 2913017"/>
              <a:gd name="connsiteX19" fmla="*/ 3122023 w 3879669"/>
              <a:gd name="connsiteY19" fmla="*/ 496388 h 2913017"/>
              <a:gd name="connsiteX20" fmla="*/ 2939143 w 3879669"/>
              <a:gd name="connsiteY20" fmla="*/ 587828 h 2913017"/>
              <a:gd name="connsiteX21" fmla="*/ 2926080 w 3879669"/>
              <a:gd name="connsiteY21" fmla="*/ 679268 h 2913017"/>
              <a:gd name="connsiteX22" fmla="*/ 3095898 w 3879669"/>
              <a:gd name="connsiteY22" fmla="*/ 613954 h 2913017"/>
              <a:gd name="connsiteX23" fmla="*/ 3383280 w 3879669"/>
              <a:gd name="connsiteY23" fmla="*/ 548640 h 2913017"/>
              <a:gd name="connsiteX24" fmla="*/ 3579223 w 3879669"/>
              <a:gd name="connsiteY24" fmla="*/ 548640 h 2913017"/>
              <a:gd name="connsiteX25" fmla="*/ 3788229 w 3879669"/>
              <a:gd name="connsiteY25" fmla="*/ 587828 h 2913017"/>
              <a:gd name="connsiteX26" fmla="*/ 3788229 w 3879669"/>
              <a:gd name="connsiteY26" fmla="*/ 744582 h 2913017"/>
              <a:gd name="connsiteX27" fmla="*/ 3762103 w 3879669"/>
              <a:gd name="connsiteY27" fmla="*/ 849085 h 2913017"/>
              <a:gd name="connsiteX28" fmla="*/ 3592286 w 3879669"/>
              <a:gd name="connsiteY28" fmla="*/ 862148 h 2913017"/>
              <a:gd name="connsiteX29" fmla="*/ 3370218 w 3879669"/>
              <a:gd name="connsiteY29" fmla="*/ 862148 h 2913017"/>
              <a:gd name="connsiteX30" fmla="*/ 3226526 w 3879669"/>
              <a:gd name="connsiteY30" fmla="*/ 888274 h 2913017"/>
              <a:gd name="connsiteX31" fmla="*/ 3095898 w 3879669"/>
              <a:gd name="connsiteY31" fmla="*/ 914400 h 2913017"/>
              <a:gd name="connsiteX32" fmla="*/ 3082835 w 3879669"/>
              <a:gd name="connsiteY32" fmla="*/ 1005840 h 2913017"/>
              <a:gd name="connsiteX33" fmla="*/ 3226526 w 3879669"/>
              <a:gd name="connsiteY33" fmla="*/ 1018902 h 2913017"/>
              <a:gd name="connsiteX34" fmla="*/ 3474720 w 3879669"/>
              <a:gd name="connsiteY34" fmla="*/ 979714 h 2913017"/>
              <a:gd name="connsiteX35" fmla="*/ 3683726 w 3879669"/>
              <a:gd name="connsiteY35" fmla="*/ 979714 h 2913017"/>
              <a:gd name="connsiteX36" fmla="*/ 3879669 w 3879669"/>
              <a:gd name="connsiteY36" fmla="*/ 1071154 h 2913017"/>
              <a:gd name="connsiteX37" fmla="*/ 3788229 w 3879669"/>
              <a:gd name="connsiteY37" fmla="*/ 1214845 h 2913017"/>
              <a:gd name="connsiteX38" fmla="*/ 3540035 w 3879669"/>
              <a:gd name="connsiteY38" fmla="*/ 1240971 h 2913017"/>
              <a:gd name="connsiteX39" fmla="*/ 3357155 w 3879669"/>
              <a:gd name="connsiteY39" fmla="*/ 1254034 h 2913017"/>
              <a:gd name="connsiteX40" fmla="*/ 3200400 w 3879669"/>
              <a:gd name="connsiteY40" fmla="*/ 1254034 h 2913017"/>
              <a:gd name="connsiteX41" fmla="*/ 3017520 w 3879669"/>
              <a:gd name="connsiteY41" fmla="*/ 1319348 h 2913017"/>
              <a:gd name="connsiteX42" fmla="*/ 2939143 w 3879669"/>
              <a:gd name="connsiteY42" fmla="*/ 1332411 h 2913017"/>
              <a:gd name="connsiteX43" fmla="*/ 3043646 w 3879669"/>
              <a:gd name="connsiteY43" fmla="*/ 1371600 h 2913017"/>
              <a:gd name="connsiteX44" fmla="*/ 3239589 w 3879669"/>
              <a:gd name="connsiteY44" fmla="*/ 1423851 h 2913017"/>
              <a:gd name="connsiteX45" fmla="*/ 3396343 w 3879669"/>
              <a:gd name="connsiteY45" fmla="*/ 1423851 h 2913017"/>
              <a:gd name="connsiteX46" fmla="*/ 3513909 w 3879669"/>
              <a:gd name="connsiteY46" fmla="*/ 1476102 h 2913017"/>
              <a:gd name="connsiteX47" fmla="*/ 3526972 w 3879669"/>
              <a:gd name="connsiteY47" fmla="*/ 1645920 h 2913017"/>
              <a:gd name="connsiteX48" fmla="*/ 3331029 w 3879669"/>
              <a:gd name="connsiteY48" fmla="*/ 1698171 h 2913017"/>
              <a:gd name="connsiteX49" fmla="*/ 2978332 w 3879669"/>
              <a:gd name="connsiteY49" fmla="*/ 1619794 h 2913017"/>
              <a:gd name="connsiteX50" fmla="*/ 2847703 w 3879669"/>
              <a:gd name="connsiteY50" fmla="*/ 1658982 h 2913017"/>
              <a:gd name="connsiteX51" fmla="*/ 2651760 w 3879669"/>
              <a:gd name="connsiteY51" fmla="*/ 1854925 h 2913017"/>
              <a:gd name="connsiteX52" fmla="*/ 2390503 w 3879669"/>
              <a:gd name="connsiteY52" fmla="*/ 1998617 h 2913017"/>
              <a:gd name="connsiteX53" fmla="*/ 2142309 w 3879669"/>
              <a:gd name="connsiteY53" fmla="*/ 2129245 h 2913017"/>
              <a:gd name="connsiteX54" fmla="*/ 1907178 w 3879669"/>
              <a:gd name="connsiteY54" fmla="*/ 2194560 h 2913017"/>
              <a:gd name="connsiteX55" fmla="*/ 1593669 w 3879669"/>
              <a:gd name="connsiteY55" fmla="*/ 2377440 h 2913017"/>
              <a:gd name="connsiteX56" fmla="*/ 1293223 w 3879669"/>
              <a:gd name="connsiteY56" fmla="*/ 2612571 h 2913017"/>
              <a:gd name="connsiteX57" fmla="*/ 1071155 w 3879669"/>
              <a:gd name="connsiteY57" fmla="*/ 2834640 h 2913017"/>
              <a:gd name="connsiteX58" fmla="*/ 992777 w 3879669"/>
              <a:gd name="connsiteY58" fmla="*/ 2913016 h 2913017"/>
              <a:gd name="connsiteX59" fmla="*/ 13064 w 3879669"/>
              <a:gd name="connsiteY59" fmla="*/ 2913017 h 2913017"/>
              <a:gd name="connsiteX60" fmla="*/ 13199 w 3879669"/>
              <a:gd name="connsiteY60" fmla="*/ 1862886 h 2913017"/>
              <a:gd name="connsiteX61" fmla="*/ 0 w 3879669"/>
              <a:gd name="connsiteY61" fmla="*/ 1841862 h 2913017"/>
              <a:gd name="connsiteX0" fmla="*/ 3864 w 3867952"/>
              <a:gd name="connsiteY0" fmla="*/ 1867920 h 2913017"/>
              <a:gd name="connsiteX1" fmla="*/ 889621 w 3867952"/>
              <a:gd name="connsiteY1" fmla="*/ 1515291 h 2913017"/>
              <a:gd name="connsiteX2" fmla="*/ 1555826 w 3867952"/>
              <a:gd name="connsiteY2" fmla="*/ 1345474 h 2913017"/>
              <a:gd name="connsiteX3" fmla="*/ 1673392 w 3867952"/>
              <a:gd name="connsiteY3" fmla="*/ 1136468 h 2913017"/>
              <a:gd name="connsiteX4" fmla="*/ 1712581 w 3867952"/>
              <a:gd name="connsiteY4" fmla="*/ 836022 h 2913017"/>
              <a:gd name="connsiteX5" fmla="*/ 1856272 w 3867952"/>
              <a:gd name="connsiteY5" fmla="*/ 600891 h 2913017"/>
              <a:gd name="connsiteX6" fmla="*/ 2065278 w 3867952"/>
              <a:gd name="connsiteY6" fmla="*/ 300445 h 2913017"/>
              <a:gd name="connsiteX7" fmla="*/ 2261221 w 3867952"/>
              <a:gd name="connsiteY7" fmla="*/ 195942 h 2913017"/>
              <a:gd name="connsiteX8" fmla="*/ 2444101 w 3867952"/>
              <a:gd name="connsiteY8" fmla="*/ 0 h 2913017"/>
              <a:gd name="connsiteX9" fmla="*/ 2574729 w 3867952"/>
              <a:gd name="connsiteY9" fmla="*/ 65314 h 2913017"/>
              <a:gd name="connsiteX10" fmla="*/ 2587792 w 3867952"/>
              <a:gd name="connsiteY10" fmla="*/ 261257 h 2913017"/>
              <a:gd name="connsiteX11" fmla="*/ 2470226 w 3867952"/>
              <a:gd name="connsiteY11" fmla="*/ 457200 h 2913017"/>
              <a:gd name="connsiteX12" fmla="*/ 2365723 w 3867952"/>
              <a:gd name="connsiteY12" fmla="*/ 627017 h 2913017"/>
              <a:gd name="connsiteX13" fmla="*/ 2587792 w 3867952"/>
              <a:gd name="connsiteY13" fmla="*/ 483325 h 2913017"/>
              <a:gd name="connsiteX14" fmla="*/ 2875175 w 3867952"/>
              <a:gd name="connsiteY14" fmla="*/ 209005 h 2913017"/>
              <a:gd name="connsiteX15" fmla="*/ 3293186 w 3867952"/>
              <a:gd name="connsiteY15" fmla="*/ 13062 h 2913017"/>
              <a:gd name="connsiteX16" fmla="*/ 3423815 w 3867952"/>
              <a:gd name="connsiteY16" fmla="*/ 78377 h 2913017"/>
              <a:gd name="connsiteX17" fmla="*/ 3449941 w 3867952"/>
              <a:gd name="connsiteY17" fmla="*/ 261257 h 2913017"/>
              <a:gd name="connsiteX18" fmla="*/ 3280123 w 3867952"/>
              <a:gd name="connsiteY18" fmla="*/ 404948 h 2913017"/>
              <a:gd name="connsiteX19" fmla="*/ 3110306 w 3867952"/>
              <a:gd name="connsiteY19" fmla="*/ 496388 h 2913017"/>
              <a:gd name="connsiteX20" fmla="*/ 2927426 w 3867952"/>
              <a:gd name="connsiteY20" fmla="*/ 587828 h 2913017"/>
              <a:gd name="connsiteX21" fmla="*/ 2914363 w 3867952"/>
              <a:gd name="connsiteY21" fmla="*/ 679268 h 2913017"/>
              <a:gd name="connsiteX22" fmla="*/ 3084181 w 3867952"/>
              <a:gd name="connsiteY22" fmla="*/ 613954 h 2913017"/>
              <a:gd name="connsiteX23" fmla="*/ 3371563 w 3867952"/>
              <a:gd name="connsiteY23" fmla="*/ 548640 h 2913017"/>
              <a:gd name="connsiteX24" fmla="*/ 3567506 w 3867952"/>
              <a:gd name="connsiteY24" fmla="*/ 548640 h 2913017"/>
              <a:gd name="connsiteX25" fmla="*/ 3776512 w 3867952"/>
              <a:gd name="connsiteY25" fmla="*/ 587828 h 2913017"/>
              <a:gd name="connsiteX26" fmla="*/ 3776512 w 3867952"/>
              <a:gd name="connsiteY26" fmla="*/ 744582 h 2913017"/>
              <a:gd name="connsiteX27" fmla="*/ 3750386 w 3867952"/>
              <a:gd name="connsiteY27" fmla="*/ 849085 h 2913017"/>
              <a:gd name="connsiteX28" fmla="*/ 3580569 w 3867952"/>
              <a:gd name="connsiteY28" fmla="*/ 862148 h 2913017"/>
              <a:gd name="connsiteX29" fmla="*/ 3358501 w 3867952"/>
              <a:gd name="connsiteY29" fmla="*/ 862148 h 2913017"/>
              <a:gd name="connsiteX30" fmla="*/ 3214809 w 3867952"/>
              <a:gd name="connsiteY30" fmla="*/ 888274 h 2913017"/>
              <a:gd name="connsiteX31" fmla="*/ 3084181 w 3867952"/>
              <a:gd name="connsiteY31" fmla="*/ 914400 h 2913017"/>
              <a:gd name="connsiteX32" fmla="*/ 3071118 w 3867952"/>
              <a:gd name="connsiteY32" fmla="*/ 1005840 h 2913017"/>
              <a:gd name="connsiteX33" fmla="*/ 3214809 w 3867952"/>
              <a:gd name="connsiteY33" fmla="*/ 1018902 h 2913017"/>
              <a:gd name="connsiteX34" fmla="*/ 3463003 w 3867952"/>
              <a:gd name="connsiteY34" fmla="*/ 979714 h 2913017"/>
              <a:gd name="connsiteX35" fmla="*/ 3672009 w 3867952"/>
              <a:gd name="connsiteY35" fmla="*/ 979714 h 2913017"/>
              <a:gd name="connsiteX36" fmla="*/ 3867952 w 3867952"/>
              <a:gd name="connsiteY36" fmla="*/ 1071154 h 2913017"/>
              <a:gd name="connsiteX37" fmla="*/ 3776512 w 3867952"/>
              <a:gd name="connsiteY37" fmla="*/ 1214845 h 2913017"/>
              <a:gd name="connsiteX38" fmla="*/ 3528318 w 3867952"/>
              <a:gd name="connsiteY38" fmla="*/ 1240971 h 2913017"/>
              <a:gd name="connsiteX39" fmla="*/ 3345438 w 3867952"/>
              <a:gd name="connsiteY39" fmla="*/ 1254034 h 2913017"/>
              <a:gd name="connsiteX40" fmla="*/ 3188683 w 3867952"/>
              <a:gd name="connsiteY40" fmla="*/ 1254034 h 2913017"/>
              <a:gd name="connsiteX41" fmla="*/ 3005803 w 3867952"/>
              <a:gd name="connsiteY41" fmla="*/ 1319348 h 2913017"/>
              <a:gd name="connsiteX42" fmla="*/ 2927426 w 3867952"/>
              <a:gd name="connsiteY42" fmla="*/ 1332411 h 2913017"/>
              <a:gd name="connsiteX43" fmla="*/ 3031929 w 3867952"/>
              <a:gd name="connsiteY43" fmla="*/ 1371600 h 2913017"/>
              <a:gd name="connsiteX44" fmla="*/ 3227872 w 3867952"/>
              <a:gd name="connsiteY44" fmla="*/ 1423851 h 2913017"/>
              <a:gd name="connsiteX45" fmla="*/ 3384626 w 3867952"/>
              <a:gd name="connsiteY45" fmla="*/ 1423851 h 2913017"/>
              <a:gd name="connsiteX46" fmla="*/ 3502192 w 3867952"/>
              <a:gd name="connsiteY46" fmla="*/ 1476102 h 2913017"/>
              <a:gd name="connsiteX47" fmla="*/ 3515255 w 3867952"/>
              <a:gd name="connsiteY47" fmla="*/ 1645920 h 2913017"/>
              <a:gd name="connsiteX48" fmla="*/ 3319312 w 3867952"/>
              <a:gd name="connsiteY48" fmla="*/ 1698171 h 2913017"/>
              <a:gd name="connsiteX49" fmla="*/ 2966615 w 3867952"/>
              <a:gd name="connsiteY49" fmla="*/ 1619794 h 2913017"/>
              <a:gd name="connsiteX50" fmla="*/ 2835986 w 3867952"/>
              <a:gd name="connsiteY50" fmla="*/ 1658982 h 2913017"/>
              <a:gd name="connsiteX51" fmla="*/ 2640043 w 3867952"/>
              <a:gd name="connsiteY51" fmla="*/ 1854925 h 2913017"/>
              <a:gd name="connsiteX52" fmla="*/ 2378786 w 3867952"/>
              <a:gd name="connsiteY52" fmla="*/ 1998617 h 2913017"/>
              <a:gd name="connsiteX53" fmla="*/ 2130592 w 3867952"/>
              <a:gd name="connsiteY53" fmla="*/ 2129245 h 2913017"/>
              <a:gd name="connsiteX54" fmla="*/ 1895461 w 3867952"/>
              <a:gd name="connsiteY54" fmla="*/ 2194560 h 2913017"/>
              <a:gd name="connsiteX55" fmla="*/ 1581952 w 3867952"/>
              <a:gd name="connsiteY55" fmla="*/ 2377440 h 2913017"/>
              <a:gd name="connsiteX56" fmla="*/ 1281506 w 3867952"/>
              <a:gd name="connsiteY56" fmla="*/ 2612571 h 2913017"/>
              <a:gd name="connsiteX57" fmla="*/ 1059438 w 3867952"/>
              <a:gd name="connsiteY57" fmla="*/ 2834640 h 2913017"/>
              <a:gd name="connsiteX58" fmla="*/ 981060 w 3867952"/>
              <a:gd name="connsiteY58" fmla="*/ 2913016 h 2913017"/>
              <a:gd name="connsiteX59" fmla="*/ 1347 w 3867952"/>
              <a:gd name="connsiteY59" fmla="*/ 2913017 h 2913017"/>
              <a:gd name="connsiteX60" fmla="*/ 1482 w 3867952"/>
              <a:gd name="connsiteY60" fmla="*/ 1862886 h 2913017"/>
              <a:gd name="connsiteX0" fmla="*/ 3484 w 3867572"/>
              <a:gd name="connsiteY0" fmla="*/ 1867920 h 2913017"/>
              <a:gd name="connsiteX1" fmla="*/ 889241 w 3867572"/>
              <a:gd name="connsiteY1" fmla="*/ 1515291 h 2913017"/>
              <a:gd name="connsiteX2" fmla="*/ 1555446 w 3867572"/>
              <a:gd name="connsiteY2" fmla="*/ 1345474 h 2913017"/>
              <a:gd name="connsiteX3" fmla="*/ 1673012 w 3867572"/>
              <a:gd name="connsiteY3" fmla="*/ 1136468 h 2913017"/>
              <a:gd name="connsiteX4" fmla="*/ 1712201 w 3867572"/>
              <a:gd name="connsiteY4" fmla="*/ 836022 h 2913017"/>
              <a:gd name="connsiteX5" fmla="*/ 1855892 w 3867572"/>
              <a:gd name="connsiteY5" fmla="*/ 600891 h 2913017"/>
              <a:gd name="connsiteX6" fmla="*/ 2064898 w 3867572"/>
              <a:gd name="connsiteY6" fmla="*/ 300445 h 2913017"/>
              <a:gd name="connsiteX7" fmla="*/ 2260841 w 3867572"/>
              <a:gd name="connsiteY7" fmla="*/ 195942 h 2913017"/>
              <a:gd name="connsiteX8" fmla="*/ 2443721 w 3867572"/>
              <a:gd name="connsiteY8" fmla="*/ 0 h 2913017"/>
              <a:gd name="connsiteX9" fmla="*/ 2574349 w 3867572"/>
              <a:gd name="connsiteY9" fmla="*/ 65314 h 2913017"/>
              <a:gd name="connsiteX10" fmla="*/ 2587412 w 3867572"/>
              <a:gd name="connsiteY10" fmla="*/ 261257 h 2913017"/>
              <a:gd name="connsiteX11" fmla="*/ 2469846 w 3867572"/>
              <a:gd name="connsiteY11" fmla="*/ 457200 h 2913017"/>
              <a:gd name="connsiteX12" fmla="*/ 2365343 w 3867572"/>
              <a:gd name="connsiteY12" fmla="*/ 627017 h 2913017"/>
              <a:gd name="connsiteX13" fmla="*/ 2587412 w 3867572"/>
              <a:gd name="connsiteY13" fmla="*/ 483325 h 2913017"/>
              <a:gd name="connsiteX14" fmla="*/ 2874795 w 3867572"/>
              <a:gd name="connsiteY14" fmla="*/ 209005 h 2913017"/>
              <a:gd name="connsiteX15" fmla="*/ 3292806 w 3867572"/>
              <a:gd name="connsiteY15" fmla="*/ 13062 h 2913017"/>
              <a:gd name="connsiteX16" fmla="*/ 3423435 w 3867572"/>
              <a:gd name="connsiteY16" fmla="*/ 78377 h 2913017"/>
              <a:gd name="connsiteX17" fmla="*/ 3449561 w 3867572"/>
              <a:gd name="connsiteY17" fmla="*/ 261257 h 2913017"/>
              <a:gd name="connsiteX18" fmla="*/ 3279743 w 3867572"/>
              <a:gd name="connsiteY18" fmla="*/ 404948 h 2913017"/>
              <a:gd name="connsiteX19" fmla="*/ 3109926 w 3867572"/>
              <a:gd name="connsiteY19" fmla="*/ 496388 h 2913017"/>
              <a:gd name="connsiteX20" fmla="*/ 2927046 w 3867572"/>
              <a:gd name="connsiteY20" fmla="*/ 587828 h 2913017"/>
              <a:gd name="connsiteX21" fmla="*/ 2913983 w 3867572"/>
              <a:gd name="connsiteY21" fmla="*/ 679268 h 2913017"/>
              <a:gd name="connsiteX22" fmla="*/ 3083801 w 3867572"/>
              <a:gd name="connsiteY22" fmla="*/ 613954 h 2913017"/>
              <a:gd name="connsiteX23" fmla="*/ 3371183 w 3867572"/>
              <a:gd name="connsiteY23" fmla="*/ 548640 h 2913017"/>
              <a:gd name="connsiteX24" fmla="*/ 3567126 w 3867572"/>
              <a:gd name="connsiteY24" fmla="*/ 548640 h 2913017"/>
              <a:gd name="connsiteX25" fmla="*/ 3776132 w 3867572"/>
              <a:gd name="connsiteY25" fmla="*/ 587828 h 2913017"/>
              <a:gd name="connsiteX26" fmla="*/ 3776132 w 3867572"/>
              <a:gd name="connsiteY26" fmla="*/ 744582 h 2913017"/>
              <a:gd name="connsiteX27" fmla="*/ 3750006 w 3867572"/>
              <a:gd name="connsiteY27" fmla="*/ 849085 h 2913017"/>
              <a:gd name="connsiteX28" fmla="*/ 3580189 w 3867572"/>
              <a:gd name="connsiteY28" fmla="*/ 862148 h 2913017"/>
              <a:gd name="connsiteX29" fmla="*/ 3358121 w 3867572"/>
              <a:gd name="connsiteY29" fmla="*/ 862148 h 2913017"/>
              <a:gd name="connsiteX30" fmla="*/ 3214429 w 3867572"/>
              <a:gd name="connsiteY30" fmla="*/ 888274 h 2913017"/>
              <a:gd name="connsiteX31" fmla="*/ 3083801 w 3867572"/>
              <a:gd name="connsiteY31" fmla="*/ 914400 h 2913017"/>
              <a:gd name="connsiteX32" fmla="*/ 3070738 w 3867572"/>
              <a:gd name="connsiteY32" fmla="*/ 1005840 h 2913017"/>
              <a:gd name="connsiteX33" fmla="*/ 3214429 w 3867572"/>
              <a:gd name="connsiteY33" fmla="*/ 1018902 h 2913017"/>
              <a:gd name="connsiteX34" fmla="*/ 3462623 w 3867572"/>
              <a:gd name="connsiteY34" fmla="*/ 979714 h 2913017"/>
              <a:gd name="connsiteX35" fmla="*/ 3671629 w 3867572"/>
              <a:gd name="connsiteY35" fmla="*/ 979714 h 2913017"/>
              <a:gd name="connsiteX36" fmla="*/ 3867572 w 3867572"/>
              <a:gd name="connsiteY36" fmla="*/ 1071154 h 2913017"/>
              <a:gd name="connsiteX37" fmla="*/ 3776132 w 3867572"/>
              <a:gd name="connsiteY37" fmla="*/ 1214845 h 2913017"/>
              <a:gd name="connsiteX38" fmla="*/ 3527938 w 3867572"/>
              <a:gd name="connsiteY38" fmla="*/ 1240971 h 2913017"/>
              <a:gd name="connsiteX39" fmla="*/ 3345058 w 3867572"/>
              <a:gd name="connsiteY39" fmla="*/ 1254034 h 2913017"/>
              <a:gd name="connsiteX40" fmla="*/ 3188303 w 3867572"/>
              <a:gd name="connsiteY40" fmla="*/ 1254034 h 2913017"/>
              <a:gd name="connsiteX41" fmla="*/ 3005423 w 3867572"/>
              <a:gd name="connsiteY41" fmla="*/ 1319348 h 2913017"/>
              <a:gd name="connsiteX42" fmla="*/ 2927046 w 3867572"/>
              <a:gd name="connsiteY42" fmla="*/ 1332411 h 2913017"/>
              <a:gd name="connsiteX43" fmla="*/ 3031549 w 3867572"/>
              <a:gd name="connsiteY43" fmla="*/ 1371600 h 2913017"/>
              <a:gd name="connsiteX44" fmla="*/ 3227492 w 3867572"/>
              <a:gd name="connsiteY44" fmla="*/ 1423851 h 2913017"/>
              <a:gd name="connsiteX45" fmla="*/ 3384246 w 3867572"/>
              <a:gd name="connsiteY45" fmla="*/ 1423851 h 2913017"/>
              <a:gd name="connsiteX46" fmla="*/ 3501812 w 3867572"/>
              <a:gd name="connsiteY46" fmla="*/ 1476102 h 2913017"/>
              <a:gd name="connsiteX47" fmla="*/ 3514875 w 3867572"/>
              <a:gd name="connsiteY47" fmla="*/ 1645920 h 2913017"/>
              <a:gd name="connsiteX48" fmla="*/ 3318932 w 3867572"/>
              <a:gd name="connsiteY48" fmla="*/ 1698171 h 2913017"/>
              <a:gd name="connsiteX49" fmla="*/ 2966235 w 3867572"/>
              <a:gd name="connsiteY49" fmla="*/ 1619794 h 2913017"/>
              <a:gd name="connsiteX50" fmla="*/ 2835606 w 3867572"/>
              <a:gd name="connsiteY50" fmla="*/ 1658982 h 2913017"/>
              <a:gd name="connsiteX51" fmla="*/ 2639663 w 3867572"/>
              <a:gd name="connsiteY51" fmla="*/ 1854925 h 2913017"/>
              <a:gd name="connsiteX52" fmla="*/ 2378406 w 3867572"/>
              <a:gd name="connsiteY52" fmla="*/ 1998617 h 2913017"/>
              <a:gd name="connsiteX53" fmla="*/ 2130212 w 3867572"/>
              <a:gd name="connsiteY53" fmla="*/ 2129245 h 2913017"/>
              <a:gd name="connsiteX54" fmla="*/ 1895081 w 3867572"/>
              <a:gd name="connsiteY54" fmla="*/ 2194560 h 2913017"/>
              <a:gd name="connsiteX55" fmla="*/ 1581572 w 3867572"/>
              <a:gd name="connsiteY55" fmla="*/ 2377440 h 2913017"/>
              <a:gd name="connsiteX56" fmla="*/ 1281126 w 3867572"/>
              <a:gd name="connsiteY56" fmla="*/ 2612571 h 2913017"/>
              <a:gd name="connsiteX57" fmla="*/ 1059058 w 3867572"/>
              <a:gd name="connsiteY57" fmla="*/ 2834640 h 2913017"/>
              <a:gd name="connsiteX58" fmla="*/ 980680 w 3867572"/>
              <a:gd name="connsiteY58" fmla="*/ 2913016 h 2913017"/>
              <a:gd name="connsiteX59" fmla="*/ 967 w 3867572"/>
              <a:gd name="connsiteY59" fmla="*/ 2913017 h 2913017"/>
              <a:gd name="connsiteX60" fmla="*/ 5864 w 3867572"/>
              <a:gd name="connsiteY60" fmla="*/ 1867648 h 2913017"/>
              <a:gd name="connsiteX0" fmla="*/ 3484 w 3867572"/>
              <a:gd name="connsiteY0" fmla="*/ 1867920 h 2913017"/>
              <a:gd name="connsiteX1" fmla="*/ 889241 w 3867572"/>
              <a:gd name="connsiteY1" fmla="*/ 1515291 h 2913017"/>
              <a:gd name="connsiteX2" fmla="*/ 1555446 w 3867572"/>
              <a:gd name="connsiteY2" fmla="*/ 1345474 h 2913017"/>
              <a:gd name="connsiteX3" fmla="*/ 1673012 w 3867572"/>
              <a:gd name="connsiteY3" fmla="*/ 1136468 h 2913017"/>
              <a:gd name="connsiteX4" fmla="*/ 1712201 w 3867572"/>
              <a:gd name="connsiteY4" fmla="*/ 836022 h 2913017"/>
              <a:gd name="connsiteX5" fmla="*/ 1855892 w 3867572"/>
              <a:gd name="connsiteY5" fmla="*/ 600891 h 2913017"/>
              <a:gd name="connsiteX6" fmla="*/ 2064898 w 3867572"/>
              <a:gd name="connsiteY6" fmla="*/ 300445 h 2913017"/>
              <a:gd name="connsiteX7" fmla="*/ 2260841 w 3867572"/>
              <a:gd name="connsiteY7" fmla="*/ 195942 h 2913017"/>
              <a:gd name="connsiteX8" fmla="*/ 2443721 w 3867572"/>
              <a:gd name="connsiteY8" fmla="*/ 0 h 2913017"/>
              <a:gd name="connsiteX9" fmla="*/ 2574349 w 3867572"/>
              <a:gd name="connsiteY9" fmla="*/ 65314 h 2913017"/>
              <a:gd name="connsiteX10" fmla="*/ 2587412 w 3867572"/>
              <a:gd name="connsiteY10" fmla="*/ 261257 h 2913017"/>
              <a:gd name="connsiteX11" fmla="*/ 2469846 w 3867572"/>
              <a:gd name="connsiteY11" fmla="*/ 457200 h 2913017"/>
              <a:gd name="connsiteX12" fmla="*/ 2365343 w 3867572"/>
              <a:gd name="connsiteY12" fmla="*/ 627017 h 2913017"/>
              <a:gd name="connsiteX13" fmla="*/ 2587412 w 3867572"/>
              <a:gd name="connsiteY13" fmla="*/ 483325 h 2913017"/>
              <a:gd name="connsiteX14" fmla="*/ 2874795 w 3867572"/>
              <a:gd name="connsiteY14" fmla="*/ 209005 h 2913017"/>
              <a:gd name="connsiteX15" fmla="*/ 3292806 w 3867572"/>
              <a:gd name="connsiteY15" fmla="*/ 13062 h 2913017"/>
              <a:gd name="connsiteX16" fmla="*/ 3423435 w 3867572"/>
              <a:gd name="connsiteY16" fmla="*/ 78377 h 2913017"/>
              <a:gd name="connsiteX17" fmla="*/ 3449561 w 3867572"/>
              <a:gd name="connsiteY17" fmla="*/ 261257 h 2913017"/>
              <a:gd name="connsiteX18" fmla="*/ 3279743 w 3867572"/>
              <a:gd name="connsiteY18" fmla="*/ 404948 h 2913017"/>
              <a:gd name="connsiteX19" fmla="*/ 3109926 w 3867572"/>
              <a:gd name="connsiteY19" fmla="*/ 496388 h 2913017"/>
              <a:gd name="connsiteX20" fmla="*/ 2927046 w 3867572"/>
              <a:gd name="connsiteY20" fmla="*/ 587828 h 2913017"/>
              <a:gd name="connsiteX21" fmla="*/ 2913983 w 3867572"/>
              <a:gd name="connsiteY21" fmla="*/ 679268 h 2913017"/>
              <a:gd name="connsiteX22" fmla="*/ 3083801 w 3867572"/>
              <a:gd name="connsiteY22" fmla="*/ 613954 h 2913017"/>
              <a:gd name="connsiteX23" fmla="*/ 3371183 w 3867572"/>
              <a:gd name="connsiteY23" fmla="*/ 548640 h 2913017"/>
              <a:gd name="connsiteX24" fmla="*/ 3567126 w 3867572"/>
              <a:gd name="connsiteY24" fmla="*/ 548640 h 2913017"/>
              <a:gd name="connsiteX25" fmla="*/ 3776132 w 3867572"/>
              <a:gd name="connsiteY25" fmla="*/ 587828 h 2913017"/>
              <a:gd name="connsiteX26" fmla="*/ 3776132 w 3867572"/>
              <a:gd name="connsiteY26" fmla="*/ 744582 h 2913017"/>
              <a:gd name="connsiteX27" fmla="*/ 3750006 w 3867572"/>
              <a:gd name="connsiteY27" fmla="*/ 849085 h 2913017"/>
              <a:gd name="connsiteX28" fmla="*/ 3580189 w 3867572"/>
              <a:gd name="connsiteY28" fmla="*/ 862148 h 2913017"/>
              <a:gd name="connsiteX29" fmla="*/ 3358121 w 3867572"/>
              <a:gd name="connsiteY29" fmla="*/ 862148 h 2913017"/>
              <a:gd name="connsiteX30" fmla="*/ 3214429 w 3867572"/>
              <a:gd name="connsiteY30" fmla="*/ 888274 h 2913017"/>
              <a:gd name="connsiteX31" fmla="*/ 3083801 w 3867572"/>
              <a:gd name="connsiteY31" fmla="*/ 914400 h 2913017"/>
              <a:gd name="connsiteX32" fmla="*/ 3070738 w 3867572"/>
              <a:gd name="connsiteY32" fmla="*/ 1005840 h 2913017"/>
              <a:gd name="connsiteX33" fmla="*/ 3214429 w 3867572"/>
              <a:gd name="connsiteY33" fmla="*/ 1018902 h 2913017"/>
              <a:gd name="connsiteX34" fmla="*/ 3462623 w 3867572"/>
              <a:gd name="connsiteY34" fmla="*/ 979714 h 2913017"/>
              <a:gd name="connsiteX35" fmla="*/ 3671629 w 3867572"/>
              <a:gd name="connsiteY35" fmla="*/ 979714 h 2913017"/>
              <a:gd name="connsiteX36" fmla="*/ 3867572 w 3867572"/>
              <a:gd name="connsiteY36" fmla="*/ 1071154 h 2913017"/>
              <a:gd name="connsiteX37" fmla="*/ 3776132 w 3867572"/>
              <a:gd name="connsiteY37" fmla="*/ 1214845 h 2913017"/>
              <a:gd name="connsiteX38" fmla="*/ 3527938 w 3867572"/>
              <a:gd name="connsiteY38" fmla="*/ 1240971 h 2913017"/>
              <a:gd name="connsiteX39" fmla="*/ 3345058 w 3867572"/>
              <a:gd name="connsiteY39" fmla="*/ 1254034 h 2913017"/>
              <a:gd name="connsiteX40" fmla="*/ 3188303 w 3867572"/>
              <a:gd name="connsiteY40" fmla="*/ 1254034 h 2913017"/>
              <a:gd name="connsiteX41" fmla="*/ 3005423 w 3867572"/>
              <a:gd name="connsiteY41" fmla="*/ 1319348 h 2913017"/>
              <a:gd name="connsiteX42" fmla="*/ 2927046 w 3867572"/>
              <a:gd name="connsiteY42" fmla="*/ 1332411 h 2913017"/>
              <a:gd name="connsiteX43" fmla="*/ 3031549 w 3867572"/>
              <a:gd name="connsiteY43" fmla="*/ 1371600 h 2913017"/>
              <a:gd name="connsiteX44" fmla="*/ 3227492 w 3867572"/>
              <a:gd name="connsiteY44" fmla="*/ 1423851 h 2913017"/>
              <a:gd name="connsiteX45" fmla="*/ 3384246 w 3867572"/>
              <a:gd name="connsiteY45" fmla="*/ 1423851 h 2913017"/>
              <a:gd name="connsiteX46" fmla="*/ 3501812 w 3867572"/>
              <a:gd name="connsiteY46" fmla="*/ 1476102 h 2913017"/>
              <a:gd name="connsiteX47" fmla="*/ 3514875 w 3867572"/>
              <a:gd name="connsiteY47" fmla="*/ 1645920 h 2913017"/>
              <a:gd name="connsiteX48" fmla="*/ 3318932 w 3867572"/>
              <a:gd name="connsiteY48" fmla="*/ 1698171 h 2913017"/>
              <a:gd name="connsiteX49" fmla="*/ 2966235 w 3867572"/>
              <a:gd name="connsiteY49" fmla="*/ 1619794 h 2913017"/>
              <a:gd name="connsiteX50" fmla="*/ 2835606 w 3867572"/>
              <a:gd name="connsiteY50" fmla="*/ 1658982 h 2913017"/>
              <a:gd name="connsiteX51" fmla="*/ 2639663 w 3867572"/>
              <a:gd name="connsiteY51" fmla="*/ 1854925 h 2913017"/>
              <a:gd name="connsiteX52" fmla="*/ 2378406 w 3867572"/>
              <a:gd name="connsiteY52" fmla="*/ 1998617 h 2913017"/>
              <a:gd name="connsiteX53" fmla="*/ 2130212 w 3867572"/>
              <a:gd name="connsiteY53" fmla="*/ 2129245 h 2913017"/>
              <a:gd name="connsiteX54" fmla="*/ 1895081 w 3867572"/>
              <a:gd name="connsiteY54" fmla="*/ 2194560 h 2913017"/>
              <a:gd name="connsiteX55" fmla="*/ 1581572 w 3867572"/>
              <a:gd name="connsiteY55" fmla="*/ 2377440 h 2913017"/>
              <a:gd name="connsiteX56" fmla="*/ 1281126 w 3867572"/>
              <a:gd name="connsiteY56" fmla="*/ 2612571 h 2913017"/>
              <a:gd name="connsiteX57" fmla="*/ 1059058 w 3867572"/>
              <a:gd name="connsiteY57" fmla="*/ 2834640 h 2913017"/>
              <a:gd name="connsiteX58" fmla="*/ 980680 w 3867572"/>
              <a:gd name="connsiteY58" fmla="*/ 2913016 h 2913017"/>
              <a:gd name="connsiteX59" fmla="*/ 967 w 3867572"/>
              <a:gd name="connsiteY59" fmla="*/ 2913017 h 2913017"/>
              <a:gd name="connsiteX60" fmla="*/ 5864 w 3867572"/>
              <a:gd name="connsiteY60" fmla="*/ 1867648 h 2913017"/>
              <a:gd name="connsiteX61" fmla="*/ 3484 w 3867572"/>
              <a:gd name="connsiteY61" fmla="*/ 1867920 h 2913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867572" h="2913017">
                <a:moveTo>
                  <a:pt x="3484" y="1867920"/>
                </a:moveTo>
                <a:lnTo>
                  <a:pt x="889241" y="1515291"/>
                </a:lnTo>
                <a:lnTo>
                  <a:pt x="1555446" y="1345474"/>
                </a:lnTo>
                <a:lnTo>
                  <a:pt x="1673012" y="1136468"/>
                </a:lnTo>
                <a:lnTo>
                  <a:pt x="1712201" y="836022"/>
                </a:lnTo>
                <a:lnTo>
                  <a:pt x="1855892" y="600891"/>
                </a:lnTo>
                <a:lnTo>
                  <a:pt x="2064898" y="300445"/>
                </a:lnTo>
                <a:lnTo>
                  <a:pt x="2260841" y="195942"/>
                </a:lnTo>
                <a:lnTo>
                  <a:pt x="2443721" y="0"/>
                </a:lnTo>
                <a:lnTo>
                  <a:pt x="2574349" y="65314"/>
                </a:lnTo>
                <a:lnTo>
                  <a:pt x="2587412" y="261257"/>
                </a:lnTo>
                <a:lnTo>
                  <a:pt x="2469846" y="457200"/>
                </a:lnTo>
                <a:lnTo>
                  <a:pt x="2365343" y="627017"/>
                </a:lnTo>
                <a:lnTo>
                  <a:pt x="2587412" y="483325"/>
                </a:lnTo>
                <a:lnTo>
                  <a:pt x="2874795" y="209005"/>
                </a:lnTo>
                <a:lnTo>
                  <a:pt x="3292806" y="13062"/>
                </a:lnTo>
                <a:lnTo>
                  <a:pt x="3423435" y="78377"/>
                </a:lnTo>
                <a:lnTo>
                  <a:pt x="3449561" y="261257"/>
                </a:lnTo>
                <a:lnTo>
                  <a:pt x="3279743" y="404948"/>
                </a:lnTo>
                <a:lnTo>
                  <a:pt x="3109926" y="496388"/>
                </a:lnTo>
                <a:lnTo>
                  <a:pt x="2927046" y="587828"/>
                </a:lnTo>
                <a:lnTo>
                  <a:pt x="2913983" y="679268"/>
                </a:lnTo>
                <a:lnTo>
                  <a:pt x="3083801" y="613954"/>
                </a:lnTo>
                <a:lnTo>
                  <a:pt x="3371183" y="548640"/>
                </a:lnTo>
                <a:lnTo>
                  <a:pt x="3567126" y="548640"/>
                </a:lnTo>
                <a:lnTo>
                  <a:pt x="3776132" y="587828"/>
                </a:lnTo>
                <a:lnTo>
                  <a:pt x="3776132" y="744582"/>
                </a:lnTo>
                <a:lnTo>
                  <a:pt x="3750006" y="849085"/>
                </a:lnTo>
                <a:lnTo>
                  <a:pt x="3580189" y="862148"/>
                </a:lnTo>
                <a:lnTo>
                  <a:pt x="3358121" y="862148"/>
                </a:lnTo>
                <a:lnTo>
                  <a:pt x="3214429" y="888274"/>
                </a:lnTo>
                <a:lnTo>
                  <a:pt x="3083801" y="914400"/>
                </a:lnTo>
                <a:lnTo>
                  <a:pt x="3070738" y="1005840"/>
                </a:lnTo>
                <a:lnTo>
                  <a:pt x="3214429" y="1018902"/>
                </a:lnTo>
                <a:lnTo>
                  <a:pt x="3462623" y="979714"/>
                </a:lnTo>
                <a:lnTo>
                  <a:pt x="3671629" y="979714"/>
                </a:lnTo>
                <a:lnTo>
                  <a:pt x="3867572" y="1071154"/>
                </a:lnTo>
                <a:lnTo>
                  <a:pt x="3776132" y="1214845"/>
                </a:lnTo>
                <a:lnTo>
                  <a:pt x="3527938" y="1240971"/>
                </a:lnTo>
                <a:lnTo>
                  <a:pt x="3345058" y="1254034"/>
                </a:lnTo>
                <a:lnTo>
                  <a:pt x="3188303" y="1254034"/>
                </a:lnTo>
                <a:lnTo>
                  <a:pt x="3005423" y="1319348"/>
                </a:lnTo>
                <a:lnTo>
                  <a:pt x="2927046" y="1332411"/>
                </a:lnTo>
                <a:lnTo>
                  <a:pt x="3031549" y="1371600"/>
                </a:lnTo>
                <a:lnTo>
                  <a:pt x="3227492" y="1423851"/>
                </a:lnTo>
                <a:lnTo>
                  <a:pt x="3384246" y="1423851"/>
                </a:lnTo>
                <a:lnTo>
                  <a:pt x="3501812" y="1476102"/>
                </a:lnTo>
                <a:lnTo>
                  <a:pt x="3514875" y="1645920"/>
                </a:lnTo>
                <a:lnTo>
                  <a:pt x="3318932" y="1698171"/>
                </a:lnTo>
                <a:lnTo>
                  <a:pt x="2966235" y="1619794"/>
                </a:lnTo>
                <a:lnTo>
                  <a:pt x="2835606" y="1658982"/>
                </a:lnTo>
                <a:lnTo>
                  <a:pt x="2639663" y="1854925"/>
                </a:lnTo>
                <a:lnTo>
                  <a:pt x="2378406" y="1998617"/>
                </a:lnTo>
                <a:lnTo>
                  <a:pt x="2130212" y="2129245"/>
                </a:lnTo>
                <a:lnTo>
                  <a:pt x="1895081" y="2194560"/>
                </a:lnTo>
                <a:lnTo>
                  <a:pt x="1581572" y="2377440"/>
                </a:lnTo>
                <a:lnTo>
                  <a:pt x="1281126" y="2612571"/>
                </a:lnTo>
                <a:lnTo>
                  <a:pt x="1059058" y="2834640"/>
                </a:lnTo>
                <a:lnTo>
                  <a:pt x="980680" y="2913016"/>
                </a:lnTo>
                <a:lnTo>
                  <a:pt x="967" y="2913017"/>
                </a:lnTo>
                <a:cubicBezTo>
                  <a:pt x="-3750" y="2559005"/>
                  <a:pt x="10581" y="2221660"/>
                  <a:pt x="5864" y="1867648"/>
                </a:cubicBezTo>
                <a:lnTo>
                  <a:pt x="3484" y="186792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63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811258-4C3E-4805-B66A-2765416DF69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91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123.14.1</a:t>
            </a:r>
          </a:p>
        </p:txBody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We have two gases, each with the same values of n, V and T. One gas is Hydrogen, the other is Nitrogen. For which gas is the rms speed larger?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Hydrogen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Nitrogen</a:t>
            </a:r>
          </a:p>
        </p:txBody>
      </p:sp>
    </p:spTree>
    <p:extLst>
      <p:ext uri="{BB962C8B-B14F-4D97-AF65-F5344CB8AC3E}">
        <p14:creationId xmlns:p14="http://schemas.microsoft.com/office/powerpoint/2010/main" val="596017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7D1039-81FC-40ED-A6C1-7BAC07FF53B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99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123.14.2</a:t>
            </a:r>
          </a:p>
        </p:txBody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If the temperature increases, the peak of the Maxwell-Boltzmann speed distribution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Increases to a higher velocity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Decreases to a lower velocity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Stays the same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Can’t tell</a:t>
            </a:r>
          </a:p>
        </p:txBody>
      </p:sp>
    </p:spTree>
    <p:extLst>
      <p:ext uri="{BB962C8B-B14F-4D97-AF65-F5344CB8AC3E}">
        <p14:creationId xmlns:p14="http://schemas.microsoft.com/office/powerpoint/2010/main" val="3094017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524000" y="1219200"/>
            <a:ext cx="838200" cy="838200"/>
            <a:chOff x="1524000" y="1219200"/>
            <a:chExt cx="838200" cy="838200"/>
          </a:xfrm>
        </p:grpSpPr>
        <p:sp>
          <p:nvSpPr>
            <p:cNvPr id="4" name="Oval 3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 rot="7848833">
            <a:off x="3982830" y="1163430"/>
            <a:ext cx="838200" cy="838200"/>
            <a:chOff x="1524000" y="1219200"/>
            <a:chExt cx="838200" cy="838200"/>
          </a:xfrm>
        </p:grpSpPr>
        <p:sp>
          <p:nvSpPr>
            <p:cNvPr id="10" name="Oval 9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 rot="13393127">
            <a:off x="2535511" y="2383111"/>
            <a:ext cx="838200" cy="838200"/>
            <a:chOff x="1524000" y="1219200"/>
            <a:chExt cx="838200" cy="838200"/>
          </a:xfrm>
        </p:grpSpPr>
        <p:sp>
          <p:nvSpPr>
            <p:cNvPr id="13" name="Oval 12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 rot="9791407">
            <a:off x="4065694" y="2998894"/>
            <a:ext cx="838200" cy="838200"/>
            <a:chOff x="1524000" y="1219200"/>
            <a:chExt cx="838200" cy="838200"/>
          </a:xfrm>
        </p:grpSpPr>
        <p:sp>
          <p:nvSpPr>
            <p:cNvPr id="16" name="Oval 15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676400" y="2895600"/>
            <a:ext cx="228600" cy="914400"/>
            <a:chOff x="2514600" y="4114800"/>
            <a:chExt cx="228600" cy="914400"/>
          </a:xfrm>
        </p:grpSpPr>
        <p:sp>
          <p:nvSpPr>
            <p:cNvPr id="5" name="Oval 4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 rot="9231653">
            <a:off x="3542532" y="3737397"/>
            <a:ext cx="228600" cy="914400"/>
            <a:chOff x="2514600" y="4114800"/>
            <a:chExt cx="228600" cy="914400"/>
          </a:xfrm>
        </p:grpSpPr>
        <p:sp>
          <p:nvSpPr>
            <p:cNvPr id="22" name="Oval 21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 rot="13225376">
            <a:off x="4320645" y="1865233"/>
            <a:ext cx="228600" cy="954099"/>
            <a:chOff x="2514600" y="4114800"/>
            <a:chExt cx="228600" cy="914400"/>
          </a:xfrm>
        </p:grpSpPr>
        <p:sp>
          <p:nvSpPr>
            <p:cNvPr id="25" name="Oval 24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 rot="5400000">
            <a:off x="1658149" y="1999451"/>
            <a:ext cx="228600" cy="954099"/>
            <a:chOff x="2514600" y="4114800"/>
            <a:chExt cx="228600" cy="914400"/>
          </a:xfrm>
        </p:grpSpPr>
        <p:sp>
          <p:nvSpPr>
            <p:cNvPr id="28" name="Oval 27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 rot="10606688">
            <a:off x="172016" y="2915216"/>
            <a:ext cx="838200" cy="838200"/>
            <a:chOff x="1524000" y="1219200"/>
            <a:chExt cx="838200" cy="838200"/>
          </a:xfrm>
        </p:grpSpPr>
        <p:sp>
          <p:nvSpPr>
            <p:cNvPr id="31" name="Oval 30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 rot="4077218">
            <a:off x="137554" y="1269667"/>
            <a:ext cx="838200" cy="838200"/>
            <a:chOff x="1524000" y="1219200"/>
            <a:chExt cx="838200" cy="838200"/>
          </a:xfrm>
        </p:grpSpPr>
        <p:sp>
          <p:nvSpPr>
            <p:cNvPr id="34" name="Oval 33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 rot="17820188">
            <a:off x="2887799" y="677997"/>
            <a:ext cx="838200" cy="838200"/>
            <a:chOff x="1524000" y="1219200"/>
            <a:chExt cx="838200" cy="838200"/>
          </a:xfrm>
        </p:grpSpPr>
        <p:sp>
          <p:nvSpPr>
            <p:cNvPr id="37" name="Oval 36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6858000" y="664030"/>
            <a:ext cx="838200" cy="838200"/>
            <a:chOff x="1524000" y="1219200"/>
            <a:chExt cx="838200" cy="838200"/>
          </a:xfrm>
        </p:grpSpPr>
        <p:sp>
          <p:nvSpPr>
            <p:cNvPr id="73" name="Oval 72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 rot="7848833">
            <a:off x="4820216" y="2686616"/>
            <a:ext cx="838200" cy="838200"/>
            <a:chOff x="1524000" y="1219200"/>
            <a:chExt cx="838200" cy="838200"/>
          </a:xfrm>
        </p:grpSpPr>
        <p:sp>
          <p:nvSpPr>
            <p:cNvPr id="76" name="Oval 75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 rot="13393127">
            <a:off x="7869511" y="1827941"/>
            <a:ext cx="838200" cy="838200"/>
            <a:chOff x="1524000" y="1219200"/>
            <a:chExt cx="838200" cy="838200"/>
          </a:xfrm>
        </p:grpSpPr>
        <p:sp>
          <p:nvSpPr>
            <p:cNvPr id="79" name="Oval 78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/>
          <p:nvPr/>
        </p:nvGrpSpPr>
        <p:grpSpPr>
          <a:xfrm rot="9791407">
            <a:off x="4903080" y="4522080"/>
            <a:ext cx="838200" cy="838200"/>
            <a:chOff x="1524000" y="1219200"/>
            <a:chExt cx="838200" cy="838200"/>
          </a:xfrm>
        </p:grpSpPr>
        <p:sp>
          <p:nvSpPr>
            <p:cNvPr id="82" name="Oval 81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Arrow Connector 82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/>
          <p:cNvGrpSpPr/>
          <p:nvPr/>
        </p:nvGrpSpPr>
        <p:grpSpPr>
          <a:xfrm>
            <a:off x="7010400" y="2340430"/>
            <a:ext cx="228600" cy="914400"/>
            <a:chOff x="2514600" y="4114800"/>
            <a:chExt cx="228600" cy="914400"/>
          </a:xfrm>
        </p:grpSpPr>
        <p:sp>
          <p:nvSpPr>
            <p:cNvPr id="85" name="Oval 84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Arrow Connector 85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 rot="9231653">
            <a:off x="8077200" y="3178630"/>
            <a:ext cx="228600" cy="914400"/>
            <a:chOff x="2514600" y="4114800"/>
            <a:chExt cx="228600" cy="914400"/>
          </a:xfrm>
        </p:grpSpPr>
        <p:sp>
          <p:nvSpPr>
            <p:cNvPr id="88" name="Oval 87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/>
          <p:cNvGrpSpPr/>
          <p:nvPr/>
        </p:nvGrpSpPr>
        <p:grpSpPr>
          <a:xfrm rot="13225376">
            <a:off x="6378045" y="3465433"/>
            <a:ext cx="228600" cy="954099"/>
            <a:chOff x="2514600" y="4114800"/>
            <a:chExt cx="228600" cy="914400"/>
          </a:xfrm>
        </p:grpSpPr>
        <p:sp>
          <p:nvSpPr>
            <p:cNvPr id="91" name="Oval 90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Arrow Connector 91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 rot="5400000">
            <a:off x="6992149" y="1444281"/>
            <a:ext cx="228600" cy="954099"/>
            <a:chOff x="2514600" y="4114800"/>
            <a:chExt cx="228600" cy="914400"/>
          </a:xfrm>
        </p:grpSpPr>
        <p:sp>
          <p:nvSpPr>
            <p:cNvPr id="94" name="Oval 93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Arrow Connector 94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 rot="10606688">
            <a:off x="5506016" y="2360046"/>
            <a:ext cx="838200" cy="838200"/>
            <a:chOff x="1524000" y="1219200"/>
            <a:chExt cx="838200" cy="838200"/>
          </a:xfrm>
        </p:grpSpPr>
        <p:sp>
          <p:nvSpPr>
            <p:cNvPr id="97" name="Oval 96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Arrow Connector 97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/>
          <p:cNvGrpSpPr/>
          <p:nvPr/>
        </p:nvGrpSpPr>
        <p:grpSpPr>
          <a:xfrm rot="4077218">
            <a:off x="5471554" y="714497"/>
            <a:ext cx="838200" cy="838200"/>
            <a:chOff x="1524000" y="1219200"/>
            <a:chExt cx="838200" cy="838200"/>
          </a:xfrm>
        </p:grpSpPr>
        <p:sp>
          <p:nvSpPr>
            <p:cNvPr id="100" name="Oval 99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Arrow Connector 100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/>
          <p:cNvGrpSpPr/>
          <p:nvPr/>
        </p:nvGrpSpPr>
        <p:grpSpPr>
          <a:xfrm rot="17820188">
            <a:off x="8221799" y="122827"/>
            <a:ext cx="838200" cy="838200"/>
            <a:chOff x="1524000" y="1219200"/>
            <a:chExt cx="838200" cy="838200"/>
          </a:xfrm>
        </p:grpSpPr>
        <p:sp>
          <p:nvSpPr>
            <p:cNvPr id="103" name="Oval 102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 rot="13393127">
            <a:off x="2687911" y="4440511"/>
            <a:ext cx="838200" cy="838200"/>
            <a:chOff x="1524000" y="1219200"/>
            <a:chExt cx="838200" cy="838200"/>
          </a:xfrm>
        </p:grpSpPr>
        <p:sp>
          <p:nvSpPr>
            <p:cNvPr id="106" name="Oval 105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 rot="9791407">
            <a:off x="4218094" y="5056294"/>
            <a:ext cx="838200" cy="838200"/>
            <a:chOff x="1524000" y="1219200"/>
            <a:chExt cx="838200" cy="838200"/>
          </a:xfrm>
        </p:grpSpPr>
        <p:sp>
          <p:nvSpPr>
            <p:cNvPr id="109" name="Oval 108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1828800" y="4953000"/>
            <a:ext cx="228600" cy="914400"/>
            <a:chOff x="2514600" y="4114800"/>
            <a:chExt cx="228600" cy="914400"/>
          </a:xfrm>
        </p:grpSpPr>
        <p:sp>
          <p:nvSpPr>
            <p:cNvPr id="112" name="Oval 111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Arrow Connector 112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 rot="9231653">
            <a:off x="2895600" y="5791200"/>
            <a:ext cx="228600" cy="914400"/>
            <a:chOff x="2514600" y="4114800"/>
            <a:chExt cx="228600" cy="914400"/>
          </a:xfrm>
        </p:grpSpPr>
        <p:sp>
          <p:nvSpPr>
            <p:cNvPr id="115" name="Oval 114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Group 116"/>
          <p:cNvGrpSpPr/>
          <p:nvPr/>
        </p:nvGrpSpPr>
        <p:grpSpPr>
          <a:xfrm rot="13225376">
            <a:off x="4473045" y="3922633"/>
            <a:ext cx="228600" cy="954099"/>
            <a:chOff x="2514600" y="4114800"/>
            <a:chExt cx="228600" cy="914400"/>
          </a:xfrm>
        </p:grpSpPr>
        <p:sp>
          <p:nvSpPr>
            <p:cNvPr id="118" name="Oval 117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9" name="Straight Arrow Connector 118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/>
          <p:cNvGrpSpPr/>
          <p:nvPr/>
        </p:nvGrpSpPr>
        <p:grpSpPr>
          <a:xfrm rot="5400000">
            <a:off x="1810549" y="4056851"/>
            <a:ext cx="228600" cy="954099"/>
            <a:chOff x="2514600" y="4114800"/>
            <a:chExt cx="228600" cy="914400"/>
          </a:xfrm>
        </p:grpSpPr>
        <p:sp>
          <p:nvSpPr>
            <p:cNvPr id="121" name="Oval 120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Straight Arrow Connector 121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/>
          <p:cNvGrpSpPr/>
          <p:nvPr/>
        </p:nvGrpSpPr>
        <p:grpSpPr>
          <a:xfrm rot="10606688">
            <a:off x="324416" y="4972616"/>
            <a:ext cx="838200" cy="838200"/>
            <a:chOff x="1524000" y="1219200"/>
            <a:chExt cx="838200" cy="838200"/>
          </a:xfrm>
        </p:grpSpPr>
        <p:sp>
          <p:nvSpPr>
            <p:cNvPr id="124" name="Oval 123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Straight Arrow Connector 124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oup 125"/>
          <p:cNvGrpSpPr/>
          <p:nvPr/>
        </p:nvGrpSpPr>
        <p:grpSpPr>
          <a:xfrm rot="7848833">
            <a:off x="6572816" y="5582216"/>
            <a:ext cx="838200" cy="838200"/>
            <a:chOff x="1524000" y="1219200"/>
            <a:chExt cx="838200" cy="838200"/>
          </a:xfrm>
        </p:grpSpPr>
        <p:sp>
          <p:nvSpPr>
            <p:cNvPr id="127" name="Oval 126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8" name="Straight Arrow Connector 127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/>
          <p:cNvGrpSpPr/>
          <p:nvPr/>
        </p:nvGrpSpPr>
        <p:grpSpPr>
          <a:xfrm>
            <a:off x="7162800" y="4397830"/>
            <a:ext cx="228600" cy="914400"/>
            <a:chOff x="2514600" y="4114800"/>
            <a:chExt cx="228600" cy="914400"/>
          </a:xfrm>
        </p:grpSpPr>
        <p:sp>
          <p:nvSpPr>
            <p:cNvPr id="130" name="Oval 129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1" name="Straight Arrow Connector 130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/>
          <p:cNvGrpSpPr/>
          <p:nvPr/>
        </p:nvGrpSpPr>
        <p:grpSpPr>
          <a:xfrm rot="9231653">
            <a:off x="8229600" y="5236030"/>
            <a:ext cx="228600" cy="914400"/>
            <a:chOff x="2514600" y="4114800"/>
            <a:chExt cx="228600" cy="914400"/>
          </a:xfrm>
        </p:grpSpPr>
        <p:sp>
          <p:nvSpPr>
            <p:cNvPr id="133" name="Oval 132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4" name="Straight Arrow Connector 133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Group 134"/>
          <p:cNvGrpSpPr/>
          <p:nvPr/>
        </p:nvGrpSpPr>
        <p:grpSpPr>
          <a:xfrm rot="13225376">
            <a:off x="5310431" y="5445819"/>
            <a:ext cx="228600" cy="954099"/>
            <a:chOff x="2514600" y="4114800"/>
            <a:chExt cx="228600" cy="914400"/>
          </a:xfrm>
        </p:grpSpPr>
        <p:sp>
          <p:nvSpPr>
            <p:cNvPr id="136" name="Oval 135"/>
            <p:cNvSpPr/>
            <p:nvPr/>
          </p:nvSpPr>
          <p:spPr>
            <a:xfrm>
              <a:off x="2514600" y="48006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7" name="Straight Arrow Connector 136"/>
            <p:cNvCxnSpPr/>
            <p:nvPr/>
          </p:nvCxnSpPr>
          <p:spPr>
            <a:xfrm flipV="1">
              <a:off x="2622421" y="4114800"/>
              <a:ext cx="12958" cy="633088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Group 137"/>
          <p:cNvGrpSpPr/>
          <p:nvPr/>
        </p:nvGrpSpPr>
        <p:grpSpPr>
          <a:xfrm rot="10606688">
            <a:off x="5658416" y="4417446"/>
            <a:ext cx="838200" cy="838200"/>
            <a:chOff x="1524000" y="1219200"/>
            <a:chExt cx="838200" cy="838200"/>
          </a:xfrm>
        </p:grpSpPr>
        <p:sp>
          <p:nvSpPr>
            <p:cNvPr id="139" name="Oval 138"/>
            <p:cNvSpPr/>
            <p:nvPr/>
          </p:nvSpPr>
          <p:spPr>
            <a:xfrm>
              <a:off x="1524000" y="1219200"/>
              <a:ext cx="228600" cy="2286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0" name="Straight Arrow Connector 139"/>
            <p:cNvCxnSpPr/>
            <p:nvPr/>
          </p:nvCxnSpPr>
          <p:spPr>
            <a:xfrm>
              <a:off x="1752600" y="1447800"/>
              <a:ext cx="609600" cy="609600"/>
            </a:xfrm>
            <a:prstGeom prst="straightConnector1">
              <a:avLst/>
            </a:prstGeom>
            <a:ln w="3810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7767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AC845BC-D9AF-EB5D-401A-035E041A1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6" y="1350264"/>
            <a:ext cx="8167238" cy="47244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469B039-97C2-1FED-955F-5E389FE06651}"/>
              </a:ext>
            </a:extLst>
          </p:cNvPr>
          <p:cNvCxnSpPr>
            <a:cxnSpLocks/>
          </p:cNvCxnSpPr>
          <p:nvPr/>
        </p:nvCxnSpPr>
        <p:spPr>
          <a:xfrm>
            <a:off x="4729915" y="3255264"/>
            <a:ext cx="1379099" cy="8415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4B8847C-70C7-1CBB-04CC-0E557642B418}"/>
              </a:ext>
            </a:extLst>
          </p:cNvPr>
          <p:cNvSpPr txBox="1"/>
          <p:nvPr/>
        </p:nvSpPr>
        <p:spPr>
          <a:xfrm>
            <a:off x="3399924" y="2313432"/>
            <a:ext cx="2029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students whose score was between  83 and 87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9D321B-EE50-0EDB-5529-14A06244404A}"/>
              </a:ext>
            </a:extLst>
          </p:cNvPr>
          <p:cNvCxnSpPr>
            <a:cxnSpLocks/>
          </p:cNvCxnSpPr>
          <p:nvPr/>
        </p:nvCxnSpPr>
        <p:spPr>
          <a:xfrm>
            <a:off x="6997627" y="3204972"/>
            <a:ext cx="509597" cy="11932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98D6F5-497E-F464-3580-1DB05C4C766E}"/>
              </a:ext>
            </a:extLst>
          </p:cNvPr>
          <p:cNvSpPr txBox="1"/>
          <p:nvPr/>
        </p:nvSpPr>
        <p:spPr>
          <a:xfrm>
            <a:off x="5815584" y="2054935"/>
            <a:ext cx="2029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students whose score was between  90 and 93</a:t>
            </a:r>
          </a:p>
        </p:txBody>
      </p:sp>
    </p:spTree>
    <p:extLst>
      <p:ext uri="{BB962C8B-B14F-4D97-AF65-F5344CB8AC3E}">
        <p14:creationId xmlns:p14="http://schemas.microsoft.com/office/powerpoint/2010/main" val="3545275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Boltzmann Distribution</a:t>
            </a: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152400" y="1408906"/>
          <a:ext cx="4700588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241200" progId="Equation.3">
                  <p:embed/>
                </p:oleObj>
              </mc:Choice>
              <mc:Fallback>
                <p:oleObj name="Equation" r:id="rId2" imgW="1015920" imgH="241200" progId="Equation.3">
                  <p:embed/>
                  <p:pic>
                    <p:nvPicPr>
                      <p:cNvPr id="205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408906"/>
                        <a:ext cx="4700588" cy="1144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4" name="Picture 4" descr="File:Energy distribution of Boltzmann gas.sv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274277"/>
            <a:ext cx="5715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228600" y="914400"/>
          <a:ext cx="5319935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1905266" imgH="1609524" progId="">
                  <p:embed/>
                </p:oleObj>
              </mc:Choice>
              <mc:Fallback>
                <p:oleObj name="Photo Editor Photo" r:id="rId2" imgW="1905266" imgH="1609524" progId="">
                  <p:embed/>
                  <p:pic>
                    <p:nvPicPr>
                      <p:cNvPr id="307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14400"/>
                        <a:ext cx="5319935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676400" y="5943600"/>
            <a:ext cx="3048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</a:rPr>
              <a:t>James Clerk Maxwell (1831-1879)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67400" y="1371600"/>
            <a:ext cx="2362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Found an expression for the Molecular Speed Distribution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1EF95E7-1716-48A2-8D1A-AD77B96FEE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0821593"/>
              </p:ext>
            </p:extLst>
          </p:nvPr>
        </p:nvGraphicFramePr>
        <p:xfrm>
          <a:off x="2286000" y="1272063"/>
          <a:ext cx="4572000" cy="4313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A64DBA-B0D6-2F26-C844-369D31C5524B}"/>
              </a:ext>
            </a:extLst>
          </p:cNvPr>
          <p:cNvCxnSpPr>
            <a:cxnSpLocks/>
          </p:cNvCxnSpPr>
          <p:nvPr/>
        </p:nvCxnSpPr>
        <p:spPr>
          <a:xfrm>
            <a:off x="3474720" y="4745736"/>
            <a:ext cx="51206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CDBABF-C208-C878-DD9A-023E13892188}"/>
              </a:ext>
            </a:extLst>
          </p:cNvPr>
          <p:cNvCxnSpPr>
            <a:cxnSpLocks/>
          </p:cNvCxnSpPr>
          <p:nvPr/>
        </p:nvCxnSpPr>
        <p:spPr>
          <a:xfrm flipH="1">
            <a:off x="4023360" y="4745736"/>
            <a:ext cx="58521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17EAC1C-5153-DE75-0364-91418C6E3609}"/>
              </a:ext>
            </a:extLst>
          </p:cNvPr>
          <p:cNvSpPr txBox="1"/>
          <p:nvPr/>
        </p:nvSpPr>
        <p:spPr>
          <a:xfrm>
            <a:off x="4029976" y="4303252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7D87C7-24D9-3DF2-88F6-21F6C955592D}"/>
              </a:ext>
            </a:extLst>
          </p:cNvPr>
          <p:cNvSpPr txBox="1"/>
          <p:nvPr/>
        </p:nvSpPr>
        <p:spPr>
          <a:xfrm>
            <a:off x="3867912" y="521208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v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95DF1E-CA30-164F-9AAB-07B09E8D0FF3}"/>
              </a:ext>
            </a:extLst>
          </p:cNvPr>
          <p:cNvCxnSpPr>
            <a:cxnSpLocks/>
          </p:cNvCxnSpPr>
          <p:nvPr/>
        </p:nvCxnSpPr>
        <p:spPr>
          <a:xfrm flipV="1">
            <a:off x="4014216" y="4927568"/>
            <a:ext cx="0" cy="37595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458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914400" y="76200"/>
          <a:ext cx="6934200" cy="183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507960" progId="Equation.3">
                  <p:embed/>
                </p:oleObj>
              </mc:Choice>
              <mc:Fallback>
                <p:oleObj name="Equation" r:id="rId2" imgW="1968480" imgH="507960" progId="Equation.3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76200"/>
                        <a:ext cx="6934200" cy="183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-32657" y="2057400"/>
            <a:ext cx="4267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3600" dirty="0">
                <a:latin typeface="Times New Roman" pitchFamily="18" charset="0"/>
              </a:rPr>
              <a:t>N  - total number of molecules</a:t>
            </a:r>
          </a:p>
        </p:txBody>
      </p:sp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364" y="1905000"/>
            <a:ext cx="5020636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7D1039-81FC-40ED-A6C1-7BAC07FF53B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99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123.14.2</a:t>
            </a:r>
          </a:p>
        </p:txBody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If the temperature increases, the peak of the Maxwell-Boltzmann speed distribution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Increases to a higher velocity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Decreases to a lower velocity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Stays the same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Can’t tell</a:t>
            </a:r>
          </a:p>
        </p:txBody>
      </p:sp>
    </p:spTree>
    <p:extLst>
      <p:ext uri="{BB962C8B-B14F-4D97-AF65-F5344CB8AC3E}">
        <p14:creationId xmlns:p14="http://schemas.microsoft.com/office/powerpoint/2010/main" val="1802529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Maxwell Distribution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3838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A system of gas at a given temperature will exhibit a variety of speeds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Three speeds are of interest: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Most probable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Average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rms</a:t>
            </a:r>
          </a:p>
        </p:txBody>
      </p:sp>
      <p:sp>
        <p:nvSpPr>
          <p:cNvPr id="2" name="Rectangle 1"/>
          <p:cNvSpPr/>
          <p:nvPr/>
        </p:nvSpPr>
        <p:spPr>
          <a:xfrm>
            <a:off x="4648200" y="5377934"/>
            <a:ext cx="4758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/>
              <a:t>Image in the Public Domain couracy Fred Stober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676400"/>
            <a:ext cx="4768613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Molecular Speeds</a:t>
            </a: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533400" y="1219200"/>
          <a:ext cx="257175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444240" progId="Equation.3">
                  <p:embed/>
                </p:oleObj>
              </mc:Choice>
              <mc:Fallback>
                <p:oleObj name="Equation" r:id="rId2" imgW="863280" imgH="444240" progId="Equation.3">
                  <p:embed/>
                  <p:pic>
                    <p:nvPicPr>
                      <p:cNvPr id="51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19200"/>
                        <a:ext cx="2571750" cy="1355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4"/>
          <p:cNvGraphicFramePr>
            <a:graphicFrameLocks noChangeAspect="1"/>
          </p:cNvGraphicFramePr>
          <p:nvPr/>
        </p:nvGraphicFramePr>
        <p:xfrm>
          <a:off x="609600" y="3124200"/>
          <a:ext cx="2155825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444240" progId="Equation.3">
                  <p:embed/>
                </p:oleObj>
              </mc:Choice>
              <mc:Fallback>
                <p:oleObj name="Equation" r:id="rId4" imgW="723600" imgH="444240" progId="Equation.3">
                  <p:embed/>
                  <p:pic>
                    <p:nvPicPr>
                      <p:cNvPr id="512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124200"/>
                        <a:ext cx="2155825" cy="1355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422275" y="4745037"/>
          <a:ext cx="253365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444240" progId="Equation.3">
                  <p:embed/>
                </p:oleObj>
              </mc:Choice>
              <mc:Fallback>
                <p:oleObj name="Equation" r:id="rId6" imgW="850680" imgH="44424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" y="4745037"/>
                        <a:ext cx="2533650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06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447800"/>
            <a:ext cx="4584700" cy="452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6019801" y="2057400"/>
          <a:ext cx="578254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3800" imgH="228600" progId="Equation.3">
                  <p:embed/>
                </p:oleObj>
              </mc:Choice>
              <mc:Fallback>
                <p:oleObj name="Equation" r:id="rId9" imgW="253800" imgH="2286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057400"/>
                        <a:ext cx="578254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943600" y="1905000"/>
          <a:ext cx="255587" cy="340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720" imgH="164880" progId="Equation.3">
                  <p:embed/>
                </p:oleObj>
              </mc:Choice>
              <mc:Fallback>
                <p:oleObj name="Equation" r:id="rId11" imgW="126720" imgH="16488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905000"/>
                        <a:ext cx="255587" cy="340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638800" y="1600200"/>
          <a:ext cx="369887" cy="40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8600" imgH="241200" progId="Equation.3">
                  <p:embed/>
                </p:oleObj>
              </mc:Choice>
              <mc:Fallback>
                <p:oleObj name="Equation" r:id="rId13" imgW="228600" imgH="2412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600200"/>
                        <a:ext cx="369887" cy="400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714F2-685F-D0EF-E846-DA0C5FBB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Thermo</a:t>
            </a:r>
            <a:r>
              <a:rPr lang="en-US" dirty="0"/>
              <a:t> Systems</a:t>
            </a:r>
          </a:p>
        </p:txBody>
      </p:sp>
      <p:grpSp>
        <p:nvGrpSpPr>
          <p:cNvPr id="3" name="Group 89">
            <a:extLst>
              <a:ext uri="{FF2B5EF4-FFF2-40B4-BE49-F238E27FC236}">
                <a16:creationId xmlns:a16="http://schemas.microsoft.com/office/drawing/2014/main" id="{05710022-B1F1-02A6-A237-43AC1047A132}"/>
              </a:ext>
            </a:extLst>
          </p:cNvPr>
          <p:cNvGrpSpPr>
            <a:grpSpLocks/>
          </p:cNvGrpSpPr>
          <p:nvPr/>
        </p:nvGrpSpPr>
        <p:grpSpPr bwMode="auto">
          <a:xfrm>
            <a:off x="523875" y="1795463"/>
            <a:ext cx="8397875" cy="3541712"/>
            <a:chOff x="330" y="1131"/>
            <a:chExt cx="5290" cy="2231"/>
          </a:xfrm>
        </p:grpSpPr>
        <p:sp>
          <p:nvSpPr>
            <p:cNvPr id="4" name="Rectangle 4" descr="Wide upward diagonal">
              <a:extLst>
                <a:ext uri="{FF2B5EF4-FFF2-40B4-BE49-F238E27FC236}">
                  <a16:creationId xmlns:a16="http://schemas.microsoft.com/office/drawing/2014/main" id="{E3CD6857-50F0-1FF6-FD1B-3B85506E9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" y="1949"/>
              <a:ext cx="1417" cy="1335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5848DE35-8176-2297-959B-D0548E7DC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" y="1949"/>
              <a:ext cx="1097" cy="119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F11B275-B9F1-C267-82D6-430244AAC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" y="2145"/>
              <a:ext cx="1069" cy="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759B24F-AD48-FB89-B947-EA26BD2A1B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" y="1286"/>
              <a:ext cx="109" cy="1372"/>
              <a:chOff x="4279" y="1535"/>
              <a:chExt cx="164" cy="1692"/>
            </a:xfrm>
          </p:grpSpPr>
          <p:sp>
            <p:nvSpPr>
              <p:cNvPr id="45" name="Oval 8">
                <a:extLst>
                  <a:ext uri="{FF2B5EF4-FFF2-40B4-BE49-F238E27FC236}">
                    <a16:creationId xmlns:a16="http://schemas.microsoft.com/office/drawing/2014/main" id="{6F39EA8E-79B1-1B87-15EA-3B54838D2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9" y="3035"/>
                <a:ext cx="164" cy="192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grpSp>
            <p:nvGrpSpPr>
              <p:cNvPr id="46" name="Group 9">
                <a:extLst>
                  <a:ext uri="{FF2B5EF4-FFF2-40B4-BE49-F238E27FC236}">
                    <a16:creationId xmlns:a16="http://schemas.microsoft.com/office/drawing/2014/main" id="{23315A17-A9E8-B05C-1065-602F018E81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2" y="1535"/>
                <a:ext cx="65" cy="1591"/>
                <a:chOff x="4917" y="2212"/>
                <a:chExt cx="202" cy="1591"/>
              </a:xfrm>
            </p:grpSpPr>
            <p:sp>
              <p:nvSpPr>
                <p:cNvPr id="49" name="AutoShape 10">
                  <a:extLst>
                    <a:ext uri="{FF2B5EF4-FFF2-40B4-BE49-F238E27FC236}">
                      <a16:creationId xmlns:a16="http://schemas.microsoft.com/office/drawing/2014/main" id="{42FDECAD-4F4E-A832-EACB-2DC9B5943C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222" y="2907"/>
                  <a:ext cx="1591" cy="202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50" name="Line 11">
                  <a:extLst>
                    <a:ext uri="{FF2B5EF4-FFF2-40B4-BE49-F238E27FC236}">
                      <a16:creationId xmlns:a16="http://schemas.microsoft.com/office/drawing/2014/main" id="{E45727E3-F69A-4556-029A-D6B7101780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081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12">
                  <a:extLst>
                    <a:ext uri="{FF2B5EF4-FFF2-40B4-BE49-F238E27FC236}">
                      <a16:creationId xmlns:a16="http://schemas.microsoft.com/office/drawing/2014/main" id="{8EEFA1AF-DD4A-74BD-7269-3C12C0C954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177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13">
                  <a:extLst>
                    <a:ext uri="{FF2B5EF4-FFF2-40B4-BE49-F238E27FC236}">
                      <a16:creationId xmlns:a16="http://schemas.microsoft.com/office/drawing/2014/main" id="{CC213918-4ADF-A434-2E41-490E11D2DD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273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14">
                  <a:extLst>
                    <a:ext uri="{FF2B5EF4-FFF2-40B4-BE49-F238E27FC236}">
                      <a16:creationId xmlns:a16="http://schemas.microsoft.com/office/drawing/2014/main" id="{F7405A2B-F93B-16BD-6441-01EDDED722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369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15">
                  <a:extLst>
                    <a:ext uri="{FF2B5EF4-FFF2-40B4-BE49-F238E27FC236}">
                      <a16:creationId xmlns:a16="http://schemas.microsoft.com/office/drawing/2014/main" id="{679EA82D-1F70-99AF-99C5-9043D5FD0F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465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16">
                  <a:extLst>
                    <a:ext uri="{FF2B5EF4-FFF2-40B4-BE49-F238E27FC236}">
                      <a16:creationId xmlns:a16="http://schemas.microsoft.com/office/drawing/2014/main" id="{4CF00209-D68F-10AE-6F30-607175CFFA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561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17">
                  <a:extLst>
                    <a:ext uri="{FF2B5EF4-FFF2-40B4-BE49-F238E27FC236}">
                      <a16:creationId xmlns:a16="http://schemas.microsoft.com/office/drawing/2014/main" id="{8C8A3D30-867A-9E3D-D638-0F99F3C563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657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18">
                  <a:extLst>
                    <a:ext uri="{FF2B5EF4-FFF2-40B4-BE49-F238E27FC236}">
                      <a16:creationId xmlns:a16="http://schemas.microsoft.com/office/drawing/2014/main" id="{08DC3E96-A2E8-FDCF-8F9F-04449CF173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753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19">
                  <a:extLst>
                    <a:ext uri="{FF2B5EF4-FFF2-40B4-BE49-F238E27FC236}">
                      <a16:creationId xmlns:a16="http://schemas.microsoft.com/office/drawing/2014/main" id="{CF5281E1-006D-BC08-63F4-C86EFA6412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304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20">
                  <a:extLst>
                    <a:ext uri="{FF2B5EF4-FFF2-40B4-BE49-F238E27FC236}">
                      <a16:creationId xmlns:a16="http://schemas.microsoft.com/office/drawing/2014/main" id="{4739F306-839D-E22F-614F-8D65172B9D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400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21">
                  <a:extLst>
                    <a:ext uri="{FF2B5EF4-FFF2-40B4-BE49-F238E27FC236}">
                      <a16:creationId xmlns:a16="http://schemas.microsoft.com/office/drawing/2014/main" id="{93E353FC-6060-9529-0BF3-1CE43822F0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496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22">
                  <a:extLst>
                    <a:ext uri="{FF2B5EF4-FFF2-40B4-BE49-F238E27FC236}">
                      <a16:creationId xmlns:a16="http://schemas.microsoft.com/office/drawing/2014/main" id="{F225B9FA-3A5A-A9A5-22C0-2B626D777B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592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23">
                  <a:extLst>
                    <a:ext uri="{FF2B5EF4-FFF2-40B4-BE49-F238E27FC236}">
                      <a16:creationId xmlns:a16="http://schemas.microsoft.com/office/drawing/2014/main" id="{7D34C672-CB66-D799-E80B-CD34805248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688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24">
                  <a:extLst>
                    <a:ext uri="{FF2B5EF4-FFF2-40B4-BE49-F238E27FC236}">
                      <a16:creationId xmlns:a16="http://schemas.microsoft.com/office/drawing/2014/main" id="{88D23F51-4776-5D5B-1764-0172B5CCC6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784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Line 25">
                  <a:extLst>
                    <a:ext uri="{FF2B5EF4-FFF2-40B4-BE49-F238E27FC236}">
                      <a16:creationId xmlns:a16="http://schemas.microsoft.com/office/drawing/2014/main" id="{957B3A90-988F-A1CE-F36E-0F8B0E2B76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880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Line 26">
                  <a:extLst>
                    <a:ext uri="{FF2B5EF4-FFF2-40B4-BE49-F238E27FC236}">
                      <a16:creationId xmlns:a16="http://schemas.microsoft.com/office/drawing/2014/main" id="{96DF48D3-2A49-963E-A2ED-50B2690A50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976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7" name="Oval 27">
                <a:extLst>
                  <a:ext uri="{FF2B5EF4-FFF2-40B4-BE49-F238E27FC236}">
                    <a16:creationId xmlns:a16="http://schemas.microsoft.com/office/drawing/2014/main" id="{50E553B5-85F2-8E13-B915-9FB9B71F8A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6" y="3063"/>
                <a:ext cx="91" cy="13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8" name="Rectangle 28">
                <a:extLst>
                  <a:ext uri="{FF2B5EF4-FFF2-40B4-BE49-F238E27FC236}">
                    <a16:creationId xmlns:a16="http://schemas.microsoft.com/office/drawing/2014/main" id="{384A587D-BB9E-0553-97E8-67A5F3CA97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2" y="2240"/>
                <a:ext cx="27" cy="85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8" name="Rectangle 29">
              <a:extLst>
                <a:ext uri="{FF2B5EF4-FFF2-40B4-BE49-F238E27FC236}">
                  <a16:creationId xmlns:a16="http://schemas.microsoft.com/office/drawing/2014/main" id="{53C8EDDF-00F9-6D23-ECE9-52D65FBDD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" y="1181"/>
              <a:ext cx="238" cy="366"/>
            </a:xfrm>
            <a:prstGeom prst="rect">
              <a:avLst/>
            </a:prstGeom>
            <a:solidFill>
              <a:srgbClr val="9933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9" name="Text Box 52">
              <a:extLst>
                <a:ext uri="{FF2B5EF4-FFF2-40B4-BE49-F238E27FC236}">
                  <a16:creationId xmlns:a16="http://schemas.microsoft.com/office/drawing/2014/main" id="{A5CE6DEC-9EAE-4B47-86FD-73E82EEAF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8" y="1131"/>
              <a:ext cx="147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Sample at known temperature T</a:t>
              </a:r>
              <a:r>
                <a:rPr lang="en-US" altLang="en-US" sz="1800" baseline="-25000"/>
                <a:t>x</a:t>
              </a:r>
              <a:r>
                <a:rPr lang="en-US" altLang="en-US" sz="1800"/>
                <a:t> </a:t>
              </a:r>
            </a:p>
          </p:txBody>
        </p:sp>
        <p:sp>
          <p:nvSpPr>
            <p:cNvPr id="10" name="Text Box 53">
              <a:extLst>
                <a:ext uri="{FF2B5EF4-FFF2-40B4-BE49-F238E27FC236}">
                  <a16:creationId xmlns:a16="http://schemas.microsoft.com/office/drawing/2014/main" id="{57C03CF5-E82A-EB3C-316E-CE522A9D0F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7" y="1615"/>
              <a:ext cx="147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Water at known temperature T</a:t>
              </a:r>
              <a:r>
                <a:rPr lang="en-US" altLang="en-US" sz="1800" baseline="-25000"/>
                <a:t>w</a:t>
              </a:r>
              <a:r>
                <a:rPr lang="en-US" altLang="en-US" sz="1800"/>
                <a:t> </a:t>
              </a:r>
            </a:p>
          </p:txBody>
        </p:sp>
        <p:sp>
          <p:nvSpPr>
            <p:cNvPr id="11" name="Freeform 54">
              <a:extLst>
                <a:ext uri="{FF2B5EF4-FFF2-40B4-BE49-F238E27FC236}">
                  <a16:creationId xmlns:a16="http://schemas.microsoft.com/office/drawing/2014/main" id="{88D8911C-0DB2-5C0B-A234-ACD54224EC9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23" y="1996"/>
              <a:ext cx="512" cy="334"/>
            </a:xfrm>
            <a:custGeom>
              <a:avLst/>
              <a:gdLst>
                <a:gd name="T0" fmla="*/ 512 w 512"/>
                <a:gd name="T1" fmla="*/ 1344 h 210"/>
                <a:gd name="T2" fmla="*/ 238 w 512"/>
                <a:gd name="T3" fmla="*/ 934 h 210"/>
                <a:gd name="T4" fmla="*/ 293 w 512"/>
                <a:gd name="T5" fmla="*/ 587 h 210"/>
                <a:gd name="T6" fmla="*/ 0 w 512"/>
                <a:gd name="T7" fmla="*/ 0 h 2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2"/>
                <a:gd name="T13" fmla="*/ 0 h 210"/>
                <a:gd name="T14" fmla="*/ 512 w 512"/>
                <a:gd name="T15" fmla="*/ 210 h 2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2" h="210">
                  <a:moveTo>
                    <a:pt x="512" y="210"/>
                  </a:moveTo>
                  <a:cubicBezTo>
                    <a:pt x="393" y="188"/>
                    <a:pt x="275" y="166"/>
                    <a:pt x="238" y="146"/>
                  </a:cubicBezTo>
                  <a:cubicBezTo>
                    <a:pt x="201" y="126"/>
                    <a:pt x="333" y="116"/>
                    <a:pt x="293" y="92"/>
                  </a:cubicBezTo>
                  <a:cubicBezTo>
                    <a:pt x="253" y="68"/>
                    <a:pt x="126" y="34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55">
              <a:extLst>
                <a:ext uri="{FF2B5EF4-FFF2-40B4-BE49-F238E27FC236}">
                  <a16:creationId xmlns:a16="http://schemas.microsoft.com/office/drawing/2014/main" id="{30A6B0DD-438D-5D75-ABFA-0555E8D446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0" y="2957"/>
              <a:ext cx="147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Insulated container</a:t>
              </a:r>
            </a:p>
          </p:txBody>
        </p:sp>
        <p:sp>
          <p:nvSpPr>
            <p:cNvPr id="13" name="Line 56">
              <a:extLst>
                <a:ext uri="{FF2B5EF4-FFF2-40B4-BE49-F238E27FC236}">
                  <a16:creationId xmlns:a16="http://schemas.microsoft.com/office/drawing/2014/main" id="{F3F3ECC9-B36A-ED03-DA60-665FB1E8A2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5" y="3080"/>
              <a:ext cx="2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57" descr="Wide upward diagonal">
              <a:extLst>
                <a:ext uri="{FF2B5EF4-FFF2-40B4-BE49-F238E27FC236}">
                  <a16:creationId xmlns:a16="http://schemas.microsoft.com/office/drawing/2014/main" id="{910EBE08-5292-9898-88CA-D67BF208D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2027"/>
              <a:ext cx="1417" cy="1335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5" name="Rectangle 58">
              <a:extLst>
                <a:ext uri="{FF2B5EF4-FFF2-40B4-BE49-F238E27FC236}">
                  <a16:creationId xmlns:a16="http://schemas.microsoft.com/office/drawing/2014/main" id="{749E73B7-5920-5182-B855-7BBDFF4E2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" y="2027"/>
              <a:ext cx="1097" cy="119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" name="Rectangle 59">
              <a:extLst>
                <a:ext uri="{FF2B5EF4-FFF2-40B4-BE49-F238E27FC236}">
                  <a16:creationId xmlns:a16="http://schemas.microsoft.com/office/drawing/2014/main" id="{46D82C56-1B47-9E83-94CF-D936B0484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0" y="2223"/>
              <a:ext cx="1069" cy="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17" name="Group 84">
              <a:extLst>
                <a:ext uri="{FF2B5EF4-FFF2-40B4-BE49-F238E27FC236}">
                  <a16:creationId xmlns:a16="http://schemas.microsoft.com/office/drawing/2014/main" id="{3CDD292F-A5B2-B5B0-6596-C64098212F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3" y="1364"/>
              <a:ext cx="111" cy="1372"/>
              <a:chOff x="3983" y="1499"/>
              <a:chExt cx="289" cy="1372"/>
            </a:xfrm>
          </p:grpSpPr>
          <p:sp>
            <p:nvSpPr>
              <p:cNvPr id="24" name="Oval 61">
                <a:extLst>
                  <a:ext uri="{FF2B5EF4-FFF2-40B4-BE49-F238E27FC236}">
                    <a16:creationId xmlns:a16="http://schemas.microsoft.com/office/drawing/2014/main" id="{31ECF11B-D8CE-431B-D701-45448410C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3" y="2715"/>
                <a:ext cx="289" cy="156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grpSp>
            <p:nvGrpSpPr>
              <p:cNvPr id="25" name="Group 62">
                <a:extLst>
                  <a:ext uri="{FF2B5EF4-FFF2-40B4-BE49-F238E27FC236}">
                    <a16:creationId xmlns:a16="http://schemas.microsoft.com/office/drawing/2014/main" id="{B59148EE-0AD8-7FCF-A343-F273EAA779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76" y="1499"/>
                <a:ext cx="115" cy="1290"/>
                <a:chOff x="4917" y="2212"/>
                <a:chExt cx="202" cy="1591"/>
              </a:xfrm>
            </p:grpSpPr>
            <p:sp>
              <p:nvSpPr>
                <p:cNvPr id="28" name="AutoShape 63">
                  <a:extLst>
                    <a:ext uri="{FF2B5EF4-FFF2-40B4-BE49-F238E27FC236}">
                      <a16:creationId xmlns:a16="http://schemas.microsoft.com/office/drawing/2014/main" id="{632722E0-D83B-A37E-4C1C-619CB2CF0D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222" y="2907"/>
                  <a:ext cx="1591" cy="202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29" name="Line 64">
                  <a:extLst>
                    <a:ext uri="{FF2B5EF4-FFF2-40B4-BE49-F238E27FC236}">
                      <a16:creationId xmlns:a16="http://schemas.microsoft.com/office/drawing/2014/main" id="{25EDDD37-FD3D-7508-1EAE-0BF9D7E1AC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081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5">
                  <a:extLst>
                    <a:ext uri="{FF2B5EF4-FFF2-40B4-BE49-F238E27FC236}">
                      <a16:creationId xmlns:a16="http://schemas.microsoft.com/office/drawing/2014/main" id="{DBE095FC-AFCF-7529-BDD7-F28DE08315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177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6">
                  <a:extLst>
                    <a:ext uri="{FF2B5EF4-FFF2-40B4-BE49-F238E27FC236}">
                      <a16:creationId xmlns:a16="http://schemas.microsoft.com/office/drawing/2014/main" id="{185D01DA-459D-5752-E306-8FC55EBDA6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273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7">
                  <a:extLst>
                    <a:ext uri="{FF2B5EF4-FFF2-40B4-BE49-F238E27FC236}">
                      <a16:creationId xmlns:a16="http://schemas.microsoft.com/office/drawing/2014/main" id="{2F6B0719-05F7-3875-62DC-3E79C4CDF5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369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68">
                  <a:extLst>
                    <a:ext uri="{FF2B5EF4-FFF2-40B4-BE49-F238E27FC236}">
                      <a16:creationId xmlns:a16="http://schemas.microsoft.com/office/drawing/2014/main" id="{FC553AD2-1A0C-7470-6D85-C9C2D0E66F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465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69">
                  <a:extLst>
                    <a:ext uri="{FF2B5EF4-FFF2-40B4-BE49-F238E27FC236}">
                      <a16:creationId xmlns:a16="http://schemas.microsoft.com/office/drawing/2014/main" id="{76FFA667-870F-2911-5E31-B77F849E4D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561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0">
                  <a:extLst>
                    <a:ext uri="{FF2B5EF4-FFF2-40B4-BE49-F238E27FC236}">
                      <a16:creationId xmlns:a16="http://schemas.microsoft.com/office/drawing/2014/main" id="{4333C5DC-073F-7E05-78DD-6660A6DB74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657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1">
                  <a:extLst>
                    <a:ext uri="{FF2B5EF4-FFF2-40B4-BE49-F238E27FC236}">
                      <a16:creationId xmlns:a16="http://schemas.microsoft.com/office/drawing/2014/main" id="{4187D808-A7E6-6778-3E97-116FAA957C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2" y="3753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2">
                  <a:extLst>
                    <a:ext uri="{FF2B5EF4-FFF2-40B4-BE49-F238E27FC236}">
                      <a16:creationId xmlns:a16="http://schemas.microsoft.com/office/drawing/2014/main" id="{C5272038-6C6D-87C4-DF55-96CEF9CE4C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304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73">
                  <a:extLst>
                    <a:ext uri="{FF2B5EF4-FFF2-40B4-BE49-F238E27FC236}">
                      <a16:creationId xmlns:a16="http://schemas.microsoft.com/office/drawing/2014/main" id="{ECF32835-477F-46C8-90D0-D82E060B10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400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74">
                  <a:extLst>
                    <a:ext uri="{FF2B5EF4-FFF2-40B4-BE49-F238E27FC236}">
                      <a16:creationId xmlns:a16="http://schemas.microsoft.com/office/drawing/2014/main" id="{E7BA7059-6AB3-C82A-C190-D85AB3F04F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496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75">
                  <a:extLst>
                    <a:ext uri="{FF2B5EF4-FFF2-40B4-BE49-F238E27FC236}">
                      <a16:creationId xmlns:a16="http://schemas.microsoft.com/office/drawing/2014/main" id="{57F126CF-6655-C642-4654-ACDF3769E9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592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76">
                  <a:extLst>
                    <a:ext uri="{FF2B5EF4-FFF2-40B4-BE49-F238E27FC236}">
                      <a16:creationId xmlns:a16="http://schemas.microsoft.com/office/drawing/2014/main" id="{B794C538-D39F-059D-00FD-3ADB031AC7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688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77">
                  <a:extLst>
                    <a:ext uri="{FF2B5EF4-FFF2-40B4-BE49-F238E27FC236}">
                      <a16:creationId xmlns:a16="http://schemas.microsoft.com/office/drawing/2014/main" id="{24A2AB96-5E9D-F802-5031-5FCF831C9E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784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78">
                  <a:extLst>
                    <a:ext uri="{FF2B5EF4-FFF2-40B4-BE49-F238E27FC236}">
                      <a16:creationId xmlns:a16="http://schemas.microsoft.com/office/drawing/2014/main" id="{7896996F-9625-0469-5E87-1E00B99ED6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880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79">
                  <a:extLst>
                    <a:ext uri="{FF2B5EF4-FFF2-40B4-BE49-F238E27FC236}">
                      <a16:creationId xmlns:a16="http://schemas.microsoft.com/office/drawing/2014/main" id="{7A589968-72B2-86F3-8EDE-2B1F777B6A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2976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6" name="Oval 80">
                <a:extLst>
                  <a:ext uri="{FF2B5EF4-FFF2-40B4-BE49-F238E27FC236}">
                    <a16:creationId xmlns:a16="http://schemas.microsoft.com/office/drawing/2014/main" id="{9B3EB699-886A-EC44-4FF0-6DCEA8C5E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" y="2738"/>
                <a:ext cx="161" cy="11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7" name="Rectangle 81">
                <a:extLst>
                  <a:ext uri="{FF2B5EF4-FFF2-40B4-BE49-F238E27FC236}">
                    <a16:creationId xmlns:a16="http://schemas.microsoft.com/office/drawing/2014/main" id="{79B2FC05-D8F6-C3D8-5FED-EE18E1FAC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2" y="1609"/>
                <a:ext cx="47" cy="115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18" name="Rectangle 82">
              <a:extLst>
                <a:ext uri="{FF2B5EF4-FFF2-40B4-BE49-F238E27FC236}">
                  <a16:creationId xmlns:a16="http://schemas.microsoft.com/office/drawing/2014/main" id="{73A3B249-DBF3-74BD-BC73-53F80C43D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603"/>
              <a:ext cx="238" cy="366"/>
            </a:xfrm>
            <a:prstGeom prst="rect">
              <a:avLst/>
            </a:prstGeom>
            <a:solidFill>
              <a:srgbClr val="9933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" name="AutoShape 83">
              <a:extLst>
                <a:ext uri="{FF2B5EF4-FFF2-40B4-BE49-F238E27FC236}">
                  <a16:creationId xmlns:a16="http://schemas.microsoft.com/office/drawing/2014/main" id="{D8437497-3907-C498-C2FE-1F3FEEB97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" y="1217"/>
              <a:ext cx="265" cy="741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" name="Line 85">
              <a:extLst>
                <a:ext uri="{FF2B5EF4-FFF2-40B4-BE49-F238E27FC236}">
                  <a16:creationId xmlns:a16="http://schemas.microsoft.com/office/drawing/2014/main" id="{3AD4D726-9D46-8A08-0B18-9BEED5EFB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2" y="3088"/>
              <a:ext cx="7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86">
              <a:extLst>
                <a:ext uri="{FF2B5EF4-FFF2-40B4-BE49-F238E27FC236}">
                  <a16:creationId xmlns:a16="http://schemas.microsoft.com/office/drawing/2014/main" id="{4CC3D9C2-6460-DF66-FE32-A50A3D02C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1865"/>
              <a:ext cx="1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Text Box 87">
              <a:extLst>
                <a:ext uri="{FF2B5EF4-FFF2-40B4-BE49-F238E27FC236}">
                  <a16:creationId xmlns:a16="http://schemas.microsoft.com/office/drawing/2014/main" id="{F9056321-7BBC-91D2-CBF7-4F70D6A3B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5" y="1151"/>
              <a:ext cx="1155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Water temperature rises </a:t>
              </a:r>
            </a:p>
          </p:txBody>
        </p:sp>
        <p:sp>
          <p:nvSpPr>
            <p:cNvPr id="23" name="Line 88">
              <a:extLst>
                <a:ext uri="{FF2B5EF4-FFF2-40B4-BE49-F238E27FC236}">
                  <a16:creationId xmlns:a16="http://schemas.microsoft.com/office/drawing/2014/main" id="{4FC01B9C-1AB6-418C-BE8B-41A9105F40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84" y="148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1320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35AB-4C9A-8F3F-28B9-2C65B998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D312F-5F00-E916-AED5-A69BE2A3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Thermo</a:t>
            </a:r>
            <a:r>
              <a:rPr lang="en-US" dirty="0"/>
              <a:t> Systems</a:t>
            </a:r>
          </a:p>
        </p:txBody>
      </p:sp>
      <p:sp>
        <p:nvSpPr>
          <p:cNvPr id="12" name="Text Box 55">
            <a:extLst>
              <a:ext uri="{FF2B5EF4-FFF2-40B4-BE49-F238E27FC236}">
                <a16:creationId xmlns:a16="http://schemas.microsoft.com/office/drawing/2014/main" id="{A3DF9AF5-A31E-DF4A-FC53-C2E6BE0BB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6859" y="4368722"/>
            <a:ext cx="16063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Insulated container</a:t>
            </a:r>
          </a:p>
        </p:txBody>
      </p:sp>
      <p:sp>
        <p:nvSpPr>
          <p:cNvPr id="15" name="Rectangle 58">
            <a:extLst>
              <a:ext uri="{FF2B5EF4-FFF2-40B4-BE49-F238E27FC236}">
                <a16:creationId xmlns:a16="http://schemas.microsoft.com/office/drawing/2014/main" id="{B366631D-D575-0DF7-18B4-3E0F0AA26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606" y="3007551"/>
            <a:ext cx="1741488" cy="1901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" name="Rectangle 59">
            <a:extLst>
              <a:ext uri="{FF2B5EF4-FFF2-40B4-BE49-F238E27FC236}">
                <a16:creationId xmlns:a16="http://schemas.microsoft.com/office/drawing/2014/main" id="{3B09B1E6-5081-9328-AC36-E17A7A6C7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131" y="3318701"/>
            <a:ext cx="1697038" cy="15827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17" name="Group 84">
            <a:extLst>
              <a:ext uri="{FF2B5EF4-FFF2-40B4-BE49-F238E27FC236}">
                <a16:creationId xmlns:a16="http://schemas.microsoft.com/office/drawing/2014/main" id="{BF401577-B2DD-0001-46F2-82E141546799}"/>
              </a:ext>
            </a:extLst>
          </p:cNvPr>
          <p:cNvGrpSpPr>
            <a:grpSpLocks/>
          </p:cNvGrpSpPr>
          <p:nvPr/>
        </p:nvGrpSpPr>
        <p:grpSpPr bwMode="auto">
          <a:xfrm>
            <a:off x="3864769" y="1955038"/>
            <a:ext cx="176213" cy="2178050"/>
            <a:chOff x="3983" y="1499"/>
            <a:chExt cx="289" cy="1372"/>
          </a:xfrm>
        </p:grpSpPr>
        <p:sp>
          <p:nvSpPr>
            <p:cNvPr id="24" name="Oval 61">
              <a:extLst>
                <a:ext uri="{FF2B5EF4-FFF2-40B4-BE49-F238E27FC236}">
                  <a16:creationId xmlns:a16="http://schemas.microsoft.com/office/drawing/2014/main" id="{95B9BBB0-EACA-44EF-5A2B-8D1868A77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2715"/>
              <a:ext cx="289" cy="156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25" name="Group 62">
              <a:extLst>
                <a:ext uri="{FF2B5EF4-FFF2-40B4-BE49-F238E27FC236}">
                  <a16:creationId xmlns:a16="http://schemas.microsoft.com/office/drawing/2014/main" id="{E08C2642-3F66-0DD5-80F9-3FF066F16F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6" y="1499"/>
              <a:ext cx="115" cy="1290"/>
              <a:chOff x="4917" y="2212"/>
              <a:chExt cx="202" cy="1591"/>
            </a:xfrm>
          </p:grpSpPr>
          <p:sp>
            <p:nvSpPr>
              <p:cNvPr id="28" name="AutoShape 63">
                <a:extLst>
                  <a:ext uri="{FF2B5EF4-FFF2-40B4-BE49-F238E27FC236}">
                    <a16:creationId xmlns:a16="http://schemas.microsoft.com/office/drawing/2014/main" id="{A6CFAEB0-E49A-B222-170F-E018CE65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222" y="2907"/>
                <a:ext cx="1591" cy="20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9" name="Line 64">
                <a:extLst>
                  <a:ext uri="{FF2B5EF4-FFF2-40B4-BE49-F238E27FC236}">
                    <a16:creationId xmlns:a16="http://schemas.microsoft.com/office/drawing/2014/main" id="{8B0632A4-14DB-9413-CCBF-F3EF17645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08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65">
                <a:extLst>
                  <a:ext uri="{FF2B5EF4-FFF2-40B4-BE49-F238E27FC236}">
                    <a16:creationId xmlns:a16="http://schemas.microsoft.com/office/drawing/2014/main" id="{35CFA825-36E8-883D-4287-5A45D98A02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17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66">
                <a:extLst>
                  <a:ext uri="{FF2B5EF4-FFF2-40B4-BE49-F238E27FC236}">
                    <a16:creationId xmlns:a16="http://schemas.microsoft.com/office/drawing/2014/main" id="{BB78EB5E-B7C7-6C47-54C2-9F0A6F04B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27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67">
                <a:extLst>
                  <a:ext uri="{FF2B5EF4-FFF2-40B4-BE49-F238E27FC236}">
                    <a16:creationId xmlns:a16="http://schemas.microsoft.com/office/drawing/2014/main" id="{B4D9792A-4750-C159-73CD-A09B1688D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369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Line 68">
                <a:extLst>
                  <a:ext uri="{FF2B5EF4-FFF2-40B4-BE49-F238E27FC236}">
                    <a16:creationId xmlns:a16="http://schemas.microsoft.com/office/drawing/2014/main" id="{7EFBE1A3-2526-FC35-D439-99DCFBBBCE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465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Line 69">
                <a:extLst>
                  <a:ext uri="{FF2B5EF4-FFF2-40B4-BE49-F238E27FC236}">
                    <a16:creationId xmlns:a16="http://schemas.microsoft.com/office/drawing/2014/main" id="{B55DDB1B-01FE-C656-9E4A-313CB8D6AB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56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70">
                <a:extLst>
                  <a:ext uri="{FF2B5EF4-FFF2-40B4-BE49-F238E27FC236}">
                    <a16:creationId xmlns:a16="http://schemas.microsoft.com/office/drawing/2014/main" id="{3952F842-D543-CDB1-F1D2-62204CC0C4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657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71">
                <a:extLst>
                  <a:ext uri="{FF2B5EF4-FFF2-40B4-BE49-F238E27FC236}">
                    <a16:creationId xmlns:a16="http://schemas.microsoft.com/office/drawing/2014/main" id="{AB10DEBF-1BD3-9338-957A-160274051E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753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Line 72">
                <a:extLst>
                  <a:ext uri="{FF2B5EF4-FFF2-40B4-BE49-F238E27FC236}">
                    <a16:creationId xmlns:a16="http://schemas.microsoft.com/office/drawing/2014/main" id="{DD6DE350-328B-32B9-AF09-CEB07D7B9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30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Line 73">
                <a:extLst>
                  <a:ext uri="{FF2B5EF4-FFF2-40B4-BE49-F238E27FC236}">
                    <a16:creationId xmlns:a16="http://schemas.microsoft.com/office/drawing/2014/main" id="{1554D297-817D-0613-E968-53B63ECFC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0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Line 74">
                <a:extLst>
                  <a:ext uri="{FF2B5EF4-FFF2-40B4-BE49-F238E27FC236}">
                    <a16:creationId xmlns:a16="http://schemas.microsoft.com/office/drawing/2014/main" id="{D3597258-4FB4-83BD-D81E-1C3CFCB3AD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49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Line 75">
                <a:extLst>
                  <a:ext uri="{FF2B5EF4-FFF2-40B4-BE49-F238E27FC236}">
                    <a16:creationId xmlns:a16="http://schemas.microsoft.com/office/drawing/2014/main" id="{72DC5C56-B745-65DE-8127-892516753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592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Line 76">
                <a:extLst>
                  <a:ext uri="{FF2B5EF4-FFF2-40B4-BE49-F238E27FC236}">
                    <a16:creationId xmlns:a16="http://schemas.microsoft.com/office/drawing/2014/main" id="{F93A6E31-F602-71A4-D524-0D27BDB1C0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688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77">
                <a:extLst>
                  <a:ext uri="{FF2B5EF4-FFF2-40B4-BE49-F238E27FC236}">
                    <a16:creationId xmlns:a16="http://schemas.microsoft.com/office/drawing/2014/main" id="{3451A104-47BD-9DA9-7003-AC3B76B449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784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78">
                <a:extLst>
                  <a:ext uri="{FF2B5EF4-FFF2-40B4-BE49-F238E27FC236}">
                    <a16:creationId xmlns:a16="http://schemas.microsoft.com/office/drawing/2014/main" id="{A6F84820-A153-6FEE-1D79-393EA85DC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88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79">
                <a:extLst>
                  <a:ext uri="{FF2B5EF4-FFF2-40B4-BE49-F238E27FC236}">
                    <a16:creationId xmlns:a16="http://schemas.microsoft.com/office/drawing/2014/main" id="{3EF2CCF8-8742-DA73-A47F-1652CA812B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976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" name="Oval 80">
              <a:extLst>
                <a:ext uri="{FF2B5EF4-FFF2-40B4-BE49-F238E27FC236}">
                  <a16:creationId xmlns:a16="http://schemas.microsoft.com/office/drawing/2014/main" id="{652573DC-A29F-1C18-15F4-CB22F172D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" y="2738"/>
              <a:ext cx="161" cy="1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" name="Rectangle 81">
              <a:extLst>
                <a:ext uri="{FF2B5EF4-FFF2-40B4-BE49-F238E27FC236}">
                  <a16:creationId xmlns:a16="http://schemas.microsoft.com/office/drawing/2014/main" id="{9641691F-74BB-ED3D-4595-7C9933CA9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2" y="1609"/>
              <a:ext cx="47" cy="115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8" name="Rectangle 82">
            <a:extLst>
              <a:ext uri="{FF2B5EF4-FFF2-40B4-BE49-F238E27FC236}">
                <a16:creationId xmlns:a16="http://schemas.microsoft.com/office/drawing/2014/main" id="{5FA40594-0168-A262-9628-473470D51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5206" y="3921951"/>
            <a:ext cx="377825" cy="581025"/>
          </a:xfrm>
          <a:prstGeom prst="rect">
            <a:avLst/>
          </a:prstGeom>
          <a:solidFill>
            <a:srgbClr val="9933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" name="Line 85">
            <a:extLst>
              <a:ext uri="{FF2B5EF4-FFF2-40B4-BE49-F238E27FC236}">
                <a16:creationId xmlns:a16="http://schemas.microsoft.com/office/drawing/2014/main" id="{D3E6CA5F-90D4-449B-566F-FF6E43F9E8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0931" y="4691888"/>
            <a:ext cx="1147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54AFEA-DFDE-77C5-738C-D3803945C67A}"/>
              </a:ext>
            </a:extLst>
          </p:cNvPr>
          <p:cNvSpPr txBox="1"/>
          <p:nvPr/>
        </p:nvSpPr>
        <p:spPr>
          <a:xfrm>
            <a:off x="3832566" y="4103652"/>
            <a:ext cx="1616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System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CDF48E-AD82-7944-059B-FAF3B2A45254}"/>
              </a:ext>
            </a:extLst>
          </p:cNvPr>
          <p:cNvSpPr txBox="1"/>
          <p:nvPr/>
        </p:nvSpPr>
        <p:spPr>
          <a:xfrm>
            <a:off x="6250781" y="3843131"/>
            <a:ext cx="14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Surroundings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B88A93-9C09-6B26-15C7-B3B5C03E6FD0}"/>
              </a:ext>
            </a:extLst>
          </p:cNvPr>
          <p:cNvSpPr txBox="1"/>
          <p:nvPr/>
        </p:nvSpPr>
        <p:spPr>
          <a:xfrm>
            <a:off x="3925986" y="5635419"/>
            <a:ext cx="14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Surroundings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5C0BE2-DBB4-A7E2-C730-08D590498270}"/>
              </a:ext>
            </a:extLst>
          </p:cNvPr>
          <p:cNvSpPr txBox="1"/>
          <p:nvPr/>
        </p:nvSpPr>
        <p:spPr>
          <a:xfrm>
            <a:off x="1274460" y="3598656"/>
            <a:ext cx="14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Surroundings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855B36-8520-2A24-394A-3DFAEB9E7F7B}"/>
              </a:ext>
            </a:extLst>
          </p:cNvPr>
          <p:cNvSpPr txBox="1"/>
          <p:nvPr/>
        </p:nvSpPr>
        <p:spPr>
          <a:xfrm>
            <a:off x="4437738" y="2221066"/>
            <a:ext cx="14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Surroundings</a:t>
            </a:r>
          </a:p>
        </p:txBody>
      </p:sp>
    </p:spTree>
    <p:extLst>
      <p:ext uri="{BB962C8B-B14F-4D97-AF65-F5344CB8AC3E}">
        <p14:creationId xmlns:p14="http://schemas.microsoft.com/office/powerpoint/2010/main" val="3617555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14B7F-4F82-DB4D-1F47-7C13F0189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870A9-D41E-CE87-B84C-3EDE1C73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Thermo</a:t>
            </a:r>
            <a:r>
              <a:rPr lang="en-US" dirty="0"/>
              <a:t> Systems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C47FC5F-5FA6-B452-B3FA-1BDE805CEBC3}"/>
              </a:ext>
            </a:extLst>
          </p:cNvPr>
          <p:cNvSpPr txBox="1"/>
          <p:nvPr/>
        </p:nvSpPr>
        <p:spPr>
          <a:xfrm>
            <a:off x="6250781" y="3843131"/>
            <a:ext cx="14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Surroundings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82FED84-2F4E-E02A-8DA6-1A2921DB815A}"/>
              </a:ext>
            </a:extLst>
          </p:cNvPr>
          <p:cNvSpPr txBox="1"/>
          <p:nvPr/>
        </p:nvSpPr>
        <p:spPr>
          <a:xfrm>
            <a:off x="3925986" y="5635419"/>
            <a:ext cx="14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Surroundings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A1D8FEF-3A24-01E0-0FB4-A118C5980106}"/>
              </a:ext>
            </a:extLst>
          </p:cNvPr>
          <p:cNvSpPr txBox="1"/>
          <p:nvPr/>
        </p:nvSpPr>
        <p:spPr>
          <a:xfrm>
            <a:off x="1504373" y="3550743"/>
            <a:ext cx="14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Surroundings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526BF1-ABE3-4042-2A93-1066D1A77756}"/>
              </a:ext>
            </a:extLst>
          </p:cNvPr>
          <p:cNvSpPr txBox="1"/>
          <p:nvPr/>
        </p:nvSpPr>
        <p:spPr>
          <a:xfrm>
            <a:off x="4437738" y="2221066"/>
            <a:ext cx="14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Surroundings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48EAAA5D-EFFB-6DCD-91AC-6E3C2C9CDDFF}"/>
              </a:ext>
            </a:extLst>
          </p:cNvPr>
          <p:cNvSpPr/>
          <p:nvPr/>
        </p:nvSpPr>
        <p:spPr>
          <a:xfrm>
            <a:off x="3585042" y="2994228"/>
            <a:ext cx="2111574" cy="2067138"/>
          </a:xfrm>
          <a:custGeom>
            <a:avLst/>
            <a:gdLst>
              <a:gd name="connsiteX0" fmla="*/ 465184 w 2111574"/>
              <a:gd name="connsiteY0" fmla="*/ 23 h 2067138"/>
              <a:gd name="connsiteX1" fmla="*/ 1727056 w 2111574"/>
              <a:gd name="connsiteY1" fmla="*/ 310919 h 2067138"/>
              <a:gd name="connsiteX2" fmla="*/ 2074528 w 2111574"/>
              <a:gd name="connsiteY2" fmla="*/ 1435631 h 2067138"/>
              <a:gd name="connsiteX3" fmla="*/ 986392 w 2111574"/>
              <a:gd name="connsiteY3" fmla="*/ 2066567 h 2067138"/>
              <a:gd name="connsiteX4" fmla="*/ 136000 w 2111574"/>
              <a:gd name="connsiteY4" fmla="*/ 1335047 h 2067138"/>
              <a:gd name="connsiteX5" fmla="*/ 35416 w 2111574"/>
              <a:gd name="connsiteY5" fmla="*/ 320063 h 2067138"/>
              <a:gd name="connsiteX6" fmla="*/ 465184 w 2111574"/>
              <a:gd name="connsiteY6" fmla="*/ 23 h 2067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1574" h="2067138">
                <a:moveTo>
                  <a:pt x="465184" y="23"/>
                </a:moveTo>
                <a:cubicBezTo>
                  <a:pt x="747124" y="-1501"/>
                  <a:pt x="1458832" y="71651"/>
                  <a:pt x="1727056" y="310919"/>
                </a:cubicBezTo>
                <a:cubicBezTo>
                  <a:pt x="1995280" y="550187"/>
                  <a:pt x="2197972" y="1143023"/>
                  <a:pt x="2074528" y="1435631"/>
                </a:cubicBezTo>
                <a:cubicBezTo>
                  <a:pt x="1951084" y="1728239"/>
                  <a:pt x="1309480" y="2083331"/>
                  <a:pt x="986392" y="2066567"/>
                </a:cubicBezTo>
                <a:cubicBezTo>
                  <a:pt x="663304" y="2049803"/>
                  <a:pt x="294496" y="1626131"/>
                  <a:pt x="136000" y="1335047"/>
                </a:cubicBezTo>
                <a:cubicBezTo>
                  <a:pt x="-22496" y="1043963"/>
                  <a:pt x="-22496" y="542567"/>
                  <a:pt x="35416" y="320063"/>
                </a:cubicBezTo>
                <a:cubicBezTo>
                  <a:pt x="93328" y="97559"/>
                  <a:pt x="183244" y="1547"/>
                  <a:pt x="465184" y="23"/>
                </a:cubicBez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7F55B2-4F9F-FCE6-C675-DA5E25BD8557}"/>
              </a:ext>
            </a:extLst>
          </p:cNvPr>
          <p:cNvSpPr txBox="1"/>
          <p:nvPr/>
        </p:nvSpPr>
        <p:spPr>
          <a:xfrm>
            <a:off x="3925986" y="3627688"/>
            <a:ext cx="1616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System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9BD5E4D-64DB-CDC3-A5B8-957D3CD62172}"/>
              </a:ext>
            </a:extLst>
          </p:cNvPr>
          <p:cNvCxnSpPr/>
          <p:nvPr/>
        </p:nvCxnSpPr>
        <p:spPr>
          <a:xfrm>
            <a:off x="2935224" y="2590398"/>
            <a:ext cx="777240" cy="545994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 Box 55">
            <a:extLst>
              <a:ext uri="{FF2B5EF4-FFF2-40B4-BE49-F238E27FC236}">
                <a16:creationId xmlns:a16="http://schemas.microsoft.com/office/drawing/2014/main" id="{8BE5746B-1206-503E-2EC8-27D57F187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9407" y="2056959"/>
            <a:ext cx="16063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System Boundary</a:t>
            </a:r>
          </a:p>
        </p:txBody>
      </p:sp>
    </p:spTree>
    <p:extLst>
      <p:ext uri="{BB962C8B-B14F-4D97-AF65-F5344CB8AC3E}">
        <p14:creationId xmlns:p14="http://schemas.microsoft.com/office/powerpoint/2010/main" val="1355674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828800"/>
            <a:ext cx="1869243" cy="182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19200" y="3519487"/>
            <a:ext cx="2511425" cy="18716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Gas at T</a:t>
            </a:r>
            <a:r>
              <a:rPr lang="en-US" baseline="-25000"/>
              <a:t>i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19200" y="1676400"/>
            <a:ext cx="2511425" cy="3730625"/>
          </a:xfrm>
          <a:prstGeom prst="rect">
            <a:avLst/>
          </a:prstGeom>
          <a:noFill/>
          <a:ln w="53975" algn="ctr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1204912" y="3533775"/>
            <a:ext cx="25257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914525" y="2147887"/>
            <a:ext cx="11366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Vacuum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095375" y="2954337"/>
            <a:ext cx="192087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Membrane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>
            <a:off x="1843087" y="3243262"/>
            <a:ext cx="115888" cy="276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105400" y="1676400"/>
            <a:ext cx="2511425" cy="3730625"/>
          </a:xfrm>
          <a:prstGeom prst="rect">
            <a:avLst/>
          </a:prstGeom>
          <a:noFill/>
          <a:ln w="53975" algn="ctr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6"/>
          <p:cNvSpPr>
            <a:spLocks noChangeShapeType="1"/>
          </p:cNvSpPr>
          <p:nvPr/>
        </p:nvSpPr>
        <p:spPr bwMode="auto">
          <a:xfrm>
            <a:off x="5091112" y="3533775"/>
            <a:ext cx="25257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4981575" y="2954337"/>
            <a:ext cx="192087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Membrane</a:t>
            </a:r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 flipH="1">
            <a:off x="5729287" y="3243262"/>
            <a:ext cx="115888" cy="276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05400" y="3519487"/>
            <a:ext cx="2511425" cy="18716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Gas at T</a:t>
            </a:r>
            <a:r>
              <a:rPr lang="en-US" baseline="-25000"/>
              <a:t>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505200"/>
            <a:ext cx="1524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533400"/>
            <a:ext cx="5181600" cy="5252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B29F-EF60-0E73-477B-FEA20BD0C4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F587B-EA61-2BE5-BB72-26381C9EC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91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986" name="Picture 2" descr="http://classic.mormonchannel.org/sites/default/files/PER-10-elder-neal-a-maxwell-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38862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71600" y="5715000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dirty="0"/>
              <a:t>Neal A. Maxwell</a:t>
            </a:r>
          </a:p>
          <a:p>
            <a:pPr eaLnBrk="0" hangingPunct="0"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</a:rPr>
              <a:t>(1926-2004)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400" y="1371600"/>
            <a:ext cx="2362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Not the same guy</a:t>
            </a:r>
          </a:p>
        </p:txBody>
      </p:sp>
    </p:spTree>
    <p:extLst>
      <p:ext uri="{BB962C8B-B14F-4D97-AF65-F5344CB8AC3E}">
        <p14:creationId xmlns:p14="http://schemas.microsoft.com/office/powerpoint/2010/main" val="2282245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75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The useful work that comes from and engine is equal to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-W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Q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sym typeface="Symbol"/>
              </a:rPr>
              <a:t></a:t>
            </a:r>
            <a:r>
              <a:rPr lang="en-US" dirty="0" err="1">
                <a:sym typeface="Symbol"/>
              </a:rPr>
              <a:t>E</a:t>
            </a:r>
            <a:r>
              <a:rPr lang="en-US" baseline="-25000" dirty="0" err="1">
                <a:sym typeface="Symbol"/>
              </a:rPr>
              <a:t>int</a:t>
            </a:r>
            <a:endParaRPr lang="en-US" dirty="0">
              <a:sym typeface="Symbol"/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PV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778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6880485" y="2908092"/>
            <a:ext cx="1379095" cy="1094282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6370820" y="1813805"/>
            <a:ext cx="14990" cy="22035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6403298" y="4002374"/>
            <a:ext cx="2081135" cy="24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01075" y="1399081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ym typeface="Symbol"/>
              </a:rPr>
              <a:t>P</a:t>
            </a:r>
            <a:endParaRPr lang="en-US" sz="2800" i="1" baseline="-25000" dirty="0"/>
          </a:p>
        </p:txBody>
      </p:sp>
      <p:sp>
        <p:nvSpPr>
          <p:cNvPr id="29" name="TextBox 28"/>
          <p:cNvSpPr txBox="1"/>
          <p:nvPr/>
        </p:nvSpPr>
        <p:spPr>
          <a:xfrm>
            <a:off x="8551902" y="3770025"/>
            <a:ext cx="388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ym typeface="Symbol"/>
              </a:rPr>
              <a:t>V</a:t>
            </a:r>
            <a:endParaRPr lang="en-US" sz="2800" i="1" baseline="-25000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6880485" y="2908092"/>
            <a:ext cx="140907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7480083" y="2833116"/>
            <a:ext cx="119921" cy="16489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850501" y="2848110"/>
            <a:ext cx="104932" cy="10493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8202101" y="2850610"/>
            <a:ext cx="104932" cy="10493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6680630" y="4027357"/>
            <a:ext cx="369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ym typeface="Symbol"/>
              </a:rPr>
              <a:t>V</a:t>
            </a:r>
            <a:r>
              <a:rPr lang="en-US" sz="2000" i="1" baseline="-25000" dirty="0">
                <a:sym typeface="Symbol"/>
              </a:rPr>
              <a:t>i</a:t>
            </a:r>
            <a:endParaRPr lang="en-US" sz="2000" i="1" baseline="-25000" dirty="0"/>
          </a:p>
        </p:txBody>
      </p:sp>
      <p:sp>
        <p:nvSpPr>
          <p:cNvPr id="39" name="TextBox 38"/>
          <p:cNvSpPr txBox="1"/>
          <p:nvPr/>
        </p:nvSpPr>
        <p:spPr>
          <a:xfrm>
            <a:off x="8032230" y="4029857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sym typeface="Symbol"/>
              </a:rPr>
              <a:t>V</a:t>
            </a:r>
            <a:r>
              <a:rPr lang="en-US" sz="2000" i="1" baseline="-25000" dirty="0" err="1">
                <a:sym typeface="Symbol"/>
              </a:rPr>
              <a:t>f</a:t>
            </a:r>
            <a:endParaRPr lang="en-US" sz="2000" i="1" baseline="-250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944379" y="1244183"/>
            <a:ext cx="4364651" cy="3072983"/>
            <a:chOff x="254833" y="781986"/>
            <a:chExt cx="5249070" cy="3580152"/>
          </a:xfrm>
        </p:grpSpPr>
        <p:grpSp>
          <p:nvGrpSpPr>
            <p:cNvPr id="9" name="Group 8"/>
            <p:cNvGrpSpPr/>
            <p:nvPr/>
          </p:nvGrpSpPr>
          <p:grpSpPr>
            <a:xfrm>
              <a:off x="479700" y="1603947"/>
              <a:ext cx="5024203" cy="2758191"/>
              <a:chOff x="1813810" y="1588957"/>
              <a:chExt cx="5024203" cy="2758191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1813810" y="1588957"/>
                <a:ext cx="4586990" cy="275819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2251023" y="2024921"/>
                <a:ext cx="4586990" cy="18862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2253523" y="2027421"/>
                <a:ext cx="2903093" cy="188626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tint val="66000"/>
                      <a:satMod val="160000"/>
                    </a:schemeClr>
                  </a:gs>
                  <a:gs pos="50000">
                    <a:schemeClr val="accent6">
                      <a:tint val="44500"/>
                      <a:satMod val="160000"/>
                    </a:schemeClr>
                  </a:gs>
                  <a:gs pos="100000">
                    <a:schemeClr val="accent6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4976734" y="2029919"/>
                <a:ext cx="347272" cy="188626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Straight Arrow Connector 10"/>
            <p:cNvCxnSpPr>
              <a:endCxn id="7" idx="1"/>
            </p:cNvCxnSpPr>
            <p:nvPr/>
          </p:nvCxnSpPr>
          <p:spPr>
            <a:xfrm>
              <a:off x="2938087" y="2983042"/>
              <a:ext cx="704537" cy="499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>
              <a:off x="3989897" y="2970550"/>
              <a:ext cx="704537" cy="499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893116" y="2278504"/>
              <a:ext cx="6846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err="1">
                  <a:solidFill>
                    <a:srgbClr val="FF0000"/>
                  </a:solidFill>
                </a:rPr>
                <a:t>F</a:t>
              </a:r>
              <a:r>
                <a:rPr lang="en-US" sz="2800" i="1" baseline="-25000" dirty="0" err="1">
                  <a:solidFill>
                    <a:srgbClr val="FF0000"/>
                  </a:solidFill>
                </a:rPr>
                <a:t>gas</a:t>
              </a:r>
              <a:endParaRPr lang="en-US" sz="28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049857" y="2281003"/>
              <a:ext cx="1132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err="1">
                  <a:solidFill>
                    <a:srgbClr val="FF0000"/>
                  </a:solidFill>
                </a:rPr>
                <a:t>F</a:t>
              </a:r>
              <a:r>
                <a:rPr lang="en-US" sz="2800" i="1" baseline="-25000" dirty="0" err="1">
                  <a:solidFill>
                    <a:srgbClr val="FF0000"/>
                  </a:solidFill>
                </a:rPr>
                <a:t>external</a:t>
              </a:r>
              <a:endParaRPr lang="en-US" sz="28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370959" y="2032417"/>
              <a:ext cx="347272" cy="188626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2713234" y="1439056"/>
              <a:ext cx="94438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2850644" y="781986"/>
              <a:ext cx="5597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>
                  <a:sym typeface="Symbol"/>
                </a:rPr>
                <a:t>x</a:t>
              </a:r>
              <a:endParaRPr lang="en-US" sz="2800" i="1" baseline="-25000" dirty="0"/>
            </a:p>
          </p:txBody>
        </p:sp>
        <p:sp>
          <p:nvSpPr>
            <p:cNvPr id="40" name="Right Arrow 39"/>
            <p:cNvSpPr/>
            <p:nvPr/>
          </p:nvSpPr>
          <p:spPr>
            <a:xfrm>
              <a:off x="254833" y="2473377"/>
              <a:ext cx="929390" cy="1049312"/>
            </a:xfrm>
            <a:prstGeom prst="rightArrow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347128" y="2850630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ym typeface="Symbol"/>
              </a:rPr>
              <a:t>Q</a:t>
            </a:r>
            <a:endParaRPr lang="en-US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3786113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754360" y="182880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sz="2800" dirty="0"/>
          </a:p>
        </p:txBody>
      </p:sp>
      <p:sp>
        <p:nvSpPr>
          <p:cNvPr id="14" name="Down Arrow 13"/>
          <p:cNvSpPr/>
          <p:nvPr/>
        </p:nvSpPr>
        <p:spPr>
          <a:xfrm>
            <a:off x="4259060" y="182880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414353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>
            <a:off x="4259060" y="41435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85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028" y="1295400"/>
            <a:ext cx="3098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 picture shows the Anderson Ranch Dam and Reservoir.</a:t>
            </a:r>
          </a:p>
          <a:p>
            <a:pPr marL="0" indent="0">
              <a:buNone/>
            </a:pPr>
            <a:r>
              <a:rPr lang="en-US" sz="2400" dirty="0"/>
              <a:t>If I take out a cup of water out of the reservoir, how much do the volume and the pressure of the water change?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10158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171" y="1408567"/>
            <a:ext cx="5244280" cy="3520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88686" y="5123543"/>
            <a:ext cx="39043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sz="2400" dirty="0"/>
              <a:t>Volume goes up, pressure down</a:t>
            </a:r>
          </a:p>
          <a:p>
            <a:pPr marL="342900" indent="-342900">
              <a:buAutoNum type="alphaLcParenR"/>
            </a:pPr>
            <a:r>
              <a:rPr lang="en-US" sz="2400" dirty="0"/>
              <a:t>Volume goes down pressure goes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4729" y="5087257"/>
            <a:ext cx="42299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c)  Volume goes down pressure goes down</a:t>
            </a:r>
          </a:p>
          <a:p>
            <a:r>
              <a:rPr lang="en-US" sz="2400" dirty="0"/>
              <a:t>d)  You wouldn’t notice any difference</a:t>
            </a:r>
          </a:p>
        </p:txBody>
      </p:sp>
    </p:spTree>
    <p:extLst>
      <p:ext uri="{BB962C8B-B14F-4D97-AF65-F5344CB8AC3E}">
        <p14:creationId xmlns:p14="http://schemas.microsoft.com/office/powerpoint/2010/main" val="36531967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66343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By how much does the temperature of the hot reservoir change as </a:t>
            </a:r>
            <a:r>
              <a:rPr lang="en-US" dirty="0" err="1"/>
              <a:t>Q</a:t>
            </a:r>
            <a:r>
              <a:rPr lang="en-US" baseline="-25000" dirty="0" err="1"/>
              <a:t>h</a:t>
            </a:r>
            <a:r>
              <a:rPr lang="en-US" dirty="0"/>
              <a:t> leaves?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0K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10K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100K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1000K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48073" y="1604424"/>
            <a:ext cx="2926669" cy="4177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892658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50114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What would you call the process shown in the energy transfer diagram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Adiabatic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Isobaric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Isothermal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Impossible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1559" y="1816903"/>
            <a:ext cx="2699489" cy="3852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52344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38914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dirty="0"/>
              <a:t>What does the energy transfer diagram mean?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Heat is turned into useful work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Work is turned into waste energy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Energy is turned into useful work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This is an impossible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pic>
        <p:nvPicPr>
          <p:cNvPr id="816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0474" y="1422399"/>
            <a:ext cx="3652611" cy="4669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748108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123.17.4.5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What would you call the process shown in the energy transfer diagram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Adiabatic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Isobaric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Isothermal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Impossible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87D1FB-7ED3-4D53-B026-4508F19EE3B8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463" y="2459851"/>
            <a:ext cx="2264367" cy="2940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8448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0150" y="1308100"/>
            <a:ext cx="67437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858720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945932" y="1565615"/>
            <a:ext cx="36958" cy="35928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2011016" y="5134003"/>
            <a:ext cx="5131018" cy="40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69044" y="934392"/>
            <a:ext cx="4491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>
                <a:sym typeface="Symbol"/>
              </a:rPr>
              <a:t>P</a:t>
            </a:r>
            <a:endParaRPr lang="en-US" sz="4000" i="1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7278397" y="4920058"/>
            <a:ext cx="445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>
                <a:sym typeface="Symbol"/>
              </a:rPr>
              <a:t>V</a:t>
            </a:r>
            <a:endParaRPr lang="en-US" sz="3600" i="1" baseline="-25000" dirty="0"/>
          </a:p>
        </p:txBody>
      </p:sp>
      <p:sp>
        <p:nvSpPr>
          <p:cNvPr id="17" name="Freeform 16"/>
          <p:cNvSpPr/>
          <p:nvPr/>
        </p:nvSpPr>
        <p:spPr>
          <a:xfrm>
            <a:off x="3192904" y="2041154"/>
            <a:ext cx="2710728" cy="2291003"/>
          </a:xfrm>
          <a:custGeom>
            <a:avLst/>
            <a:gdLst>
              <a:gd name="connsiteX0" fmla="*/ 334780 w 2266013"/>
              <a:gd name="connsiteY0" fmla="*/ 507167 h 2023672"/>
              <a:gd name="connsiteX1" fmla="*/ 769495 w 2266013"/>
              <a:gd name="connsiteY1" fmla="*/ 132413 h 2023672"/>
              <a:gd name="connsiteX2" fmla="*/ 1504013 w 2266013"/>
              <a:gd name="connsiteY2" fmla="*/ 147403 h 2023672"/>
              <a:gd name="connsiteX3" fmla="*/ 2223541 w 2266013"/>
              <a:gd name="connsiteY3" fmla="*/ 1016832 h 2023672"/>
              <a:gd name="connsiteX4" fmla="*/ 1758846 w 2266013"/>
              <a:gd name="connsiteY4" fmla="*/ 1901252 h 2023672"/>
              <a:gd name="connsiteX5" fmla="*/ 259829 w 2266013"/>
              <a:gd name="connsiteY5" fmla="*/ 1751350 h 2023672"/>
              <a:gd name="connsiteX6" fmla="*/ 199869 w 2266013"/>
              <a:gd name="connsiteY6" fmla="*/ 776990 h 2023672"/>
              <a:gd name="connsiteX7" fmla="*/ 334780 w 2266013"/>
              <a:gd name="connsiteY7" fmla="*/ 507167 h 202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6013" h="2023672">
                <a:moveTo>
                  <a:pt x="334780" y="507167"/>
                </a:moveTo>
                <a:cubicBezTo>
                  <a:pt x="429718" y="399738"/>
                  <a:pt x="574623" y="192374"/>
                  <a:pt x="769495" y="132413"/>
                </a:cubicBezTo>
                <a:cubicBezTo>
                  <a:pt x="964367" y="72452"/>
                  <a:pt x="1261672" y="0"/>
                  <a:pt x="1504013" y="147403"/>
                </a:cubicBezTo>
                <a:cubicBezTo>
                  <a:pt x="1746354" y="294806"/>
                  <a:pt x="2181069" y="724524"/>
                  <a:pt x="2223541" y="1016832"/>
                </a:cubicBezTo>
                <a:cubicBezTo>
                  <a:pt x="2266013" y="1309140"/>
                  <a:pt x="2086131" y="1778832"/>
                  <a:pt x="1758846" y="1901252"/>
                </a:cubicBezTo>
                <a:cubicBezTo>
                  <a:pt x="1431561" y="2023672"/>
                  <a:pt x="519658" y="1938727"/>
                  <a:pt x="259829" y="1751350"/>
                </a:cubicBezTo>
                <a:cubicBezTo>
                  <a:pt x="0" y="1563973"/>
                  <a:pt x="179882" y="984354"/>
                  <a:pt x="199869" y="776990"/>
                </a:cubicBezTo>
                <a:cubicBezTo>
                  <a:pt x="219856" y="569626"/>
                  <a:pt x="239842" y="614596"/>
                  <a:pt x="334780" y="507167"/>
                </a:cubicBezTo>
                <a:close/>
              </a:path>
            </a:pathLst>
          </a:custGeom>
          <a:solidFill>
            <a:srgbClr val="FFFF66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 rot="5400000">
            <a:off x="4536917" y="2003570"/>
            <a:ext cx="258461" cy="23144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338451" y="2712361"/>
            <a:ext cx="184244" cy="1957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687580" y="3027994"/>
            <a:ext cx="18675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W</a:t>
            </a:r>
            <a:r>
              <a:rPr lang="en-US" sz="2800" baseline="-25000" dirty="0" err="1"/>
              <a:t>eng</a:t>
            </a:r>
            <a:r>
              <a:rPr lang="en-US" sz="2800" dirty="0"/>
              <a:t> = Area</a:t>
            </a:r>
          </a:p>
        </p:txBody>
      </p:sp>
    </p:spTree>
    <p:extLst>
      <p:ext uri="{BB962C8B-B14F-4D97-AF65-F5344CB8AC3E}">
        <p14:creationId xmlns:p14="http://schemas.microsoft.com/office/powerpoint/2010/main" val="27745099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ECEF9B3-9161-46FB-86BC-7899ECBE4F1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202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123.17.5</a:t>
            </a:r>
          </a:p>
        </p:txBody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Suppose I tell you I have an engine that has and efficiency e=1, what is Q</a:t>
            </a:r>
            <a:r>
              <a:rPr lang="en-US" baseline="-25000" dirty="0"/>
              <a:t>c</a:t>
            </a:r>
            <a:r>
              <a:rPr lang="en-US" dirty="0"/>
              <a:t> for this engine?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0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 err="1"/>
              <a:t>W</a:t>
            </a:r>
            <a:r>
              <a:rPr lang="en-US" baseline="-25000" dirty="0" err="1"/>
              <a:t>eng</a:t>
            </a:r>
            <a:r>
              <a:rPr lang="en-US" dirty="0"/>
              <a:t>+ </a:t>
            </a:r>
            <a:r>
              <a:rPr lang="en-US" dirty="0" err="1"/>
              <a:t>Q</a:t>
            </a:r>
            <a:r>
              <a:rPr lang="en-US" baseline="-25000" dirty="0" err="1"/>
              <a:t>h</a:t>
            </a:r>
            <a:endParaRPr lang="en-US" baseline="-25000" dirty="0"/>
          </a:p>
          <a:p>
            <a:pPr marL="609600" indent="-609600" eaLnBrk="1" hangingPunct="1">
              <a:buFontTx/>
              <a:buAutoNum type="alphaLcParenR"/>
            </a:pPr>
            <a:r>
              <a:rPr lang="en-US" dirty="0" err="1"/>
              <a:t>W</a:t>
            </a:r>
            <a:r>
              <a:rPr lang="en-US" baseline="-25000" dirty="0" err="1"/>
              <a:t>eng</a:t>
            </a:r>
            <a:r>
              <a:rPr lang="en-US" dirty="0"/>
              <a:t>- </a:t>
            </a:r>
            <a:r>
              <a:rPr lang="en-US" dirty="0" err="1"/>
              <a:t>Q</a:t>
            </a:r>
            <a:r>
              <a:rPr lang="en-US" baseline="-25000" dirty="0" err="1"/>
              <a:t>h</a:t>
            </a:r>
            <a:endParaRPr lang="en-US" baseline="-25000" dirty="0"/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 </a:t>
            </a:r>
            <a:r>
              <a:rPr lang="en-US" dirty="0" err="1"/>
              <a:t>W</a:t>
            </a:r>
            <a:r>
              <a:rPr lang="en-US" baseline="-25000" dirty="0" err="1"/>
              <a:t>eng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59620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74AA1F-8560-4DAC-BC73-994692E9795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03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123.17.6</a:t>
            </a:r>
          </a:p>
        </p:txBody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dirty="0"/>
              <a:t>If I tell you I have a heat engine which operates with Q</a:t>
            </a:r>
            <a:r>
              <a:rPr lang="en-US" baseline="-25000" dirty="0"/>
              <a:t>c</a:t>
            </a:r>
            <a:r>
              <a:rPr lang="en-US" dirty="0"/>
              <a:t> = 0, what should you do?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Buy Stock in my company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See if you can get your hands on the secret plans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Applaud the wonderful engineering achievement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dirty="0"/>
              <a:t>Tell me I am lying (Kindly, this is BYU-I)</a:t>
            </a:r>
          </a:p>
        </p:txBody>
      </p:sp>
    </p:spTree>
    <p:extLst>
      <p:ext uri="{BB962C8B-B14F-4D97-AF65-F5344CB8AC3E}">
        <p14:creationId xmlns:p14="http://schemas.microsoft.com/office/powerpoint/2010/main" val="30805449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9D08FD7-F674-478A-8D42-6C695335457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201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123.17.7</a:t>
            </a:r>
            <a:endParaRPr lang="en-US" dirty="0"/>
          </a:p>
        </p:txBody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It is a hot day. You don’t have and air conditioner, but you have a refrigerator. You open the door of the fridge. The air in your apartment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Gets cooler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Gets hotter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Stays the same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Can’t tell</a:t>
            </a:r>
          </a:p>
        </p:txBody>
      </p:sp>
    </p:spTree>
    <p:extLst>
      <p:ext uri="{BB962C8B-B14F-4D97-AF65-F5344CB8AC3E}">
        <p14:creationId xmlns:p14="http://schemas.microsoft.com/office/powerpoint/2010/main" val="6050557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954310" y="292433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611360" y="2543330"/>
            <a:ext cx="1676400" cy="1600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687560" y="2619530"/>
            <a:ext cx="1524000" cy="1447800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Refrigerator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360" y="182880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4830560" y="414353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grpSp>
        <p:nvGrpSpPr>
          <p:cNvPr id="20" name="Group 19"/>
          <p:cNvGrpSpPr/>
          <p:nvPr/>
        </p:nvGrpSpPr>
        <p:grpSpPr>
          <a:xfrm flipV="1">
            <a:off x="4259060" y="2128600"/>
            <a:ext cx="381000" cy="2771930"/>
            <a:chOff x="4259060" y="1828800"/>
            <a:chExt cx="381000" cy="2771930"/>
          </a:xfrm>
        </p:grpSpPr>
        <p:sp>
          <p:nvSpPr>
            <p:cNvPr id="14" name="Down Arrow 13"/>
            <p:cNvSpPr/>
            <p:nvPr/>
          </p:nvSpPr>
          <p:spPr>
            <a:xfrm>
              <a:off x="4259060" y="1828800"/>
              <a:ext cx="381000" cy="457200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Down Arrow 16"/>
            <p:cNvSpPr/>
            <p:nvPr/>
          </p:nvSpPr>
          <p:spPr>
            <a:xfrm>
              <a:off x="4259060" y="4143530"/>
              <a:ext cx="381000" cy="457200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Down Arrow 17"/>
          <p:cNvSpPr/>
          <p:nvPr/>
        </p:nvSpPr>
        <p:spPr>
          <a:xfrm rot="16200000">
            <a:off x="2970557" y="2987413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68490" y="303051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291625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754360" y="182880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sz="2800" dirty="0"/>
          </a:p>
        </p:txBody>
      </p:sp>
      <p:sp>
        <p:nvSpPr>
          <p:cNvPr id="14" name="Down Arrow 13"/>
          <p:cNvSpPr/>
          <p:nvPr/>
        </p:nvSpPr>
        <p:spPr>
          <a:xfrm flipV="1">
            <a:off x="4259060" y="182880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414353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 flipV="1">
            <a:off x="4259060" y="41435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754360" y="182880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sz="2800" dirty="0"/>
          </a:p>
        </p:txBody>
      </p:sp>
      <p:sp>
        <p:nvSpPr>
          <p:cNvPr id="14" name="Down Arrow 13"/>
          <p:cNvSpPr/>
          <p:nvPr/>
        </p:nvSpPr>
        <p:spPr>
          <a:xfrm flipV="1">
            <a:off x="4259060" y="182880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414353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 flipV="1">
            <a:off x="4259060" y="41435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&quot;No&quot; Symbol 11"/>
          <p:cNvSpPr/>
          <p:nvPr/>
        </p:nvSpPr>
        <p:spPr>
          <a:xfrm>
            <a:off x="1798820" y="644577"/>
            <a:ext cx="5546360" cy="5516380"/>
          </a:xfrm>
          <a:prstGeom prst="noSmoking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984290" y="293932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2938072"/>
            <a:ext cx="685800" cy="201492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414353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>
            <a:off x="4259060" y="41435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6200000">
            <a:off x="2985521" y="2987413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178549" y="303051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</a:t>
            </a:r>
            <a:endParaRPr lang="en-US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678160" y="293932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13"/>
            <a:ext cx="685800" cy="187375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1924986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>
            <a:off x="4244070" y="1880015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6200000">
            <a:off x="5563830" y="2987414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165932" y="309047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</a:t>
            </a:r>
            <a:endParaRPr lang="en-US" sz="2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678160" y="293932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13"/>
            <a:ext cx="685800" cy="187375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1924986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/>
              <a:t>h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>
            <a:off x="4244070" y="1880015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6200000">
            <a:off x="5563830" y="2987414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165932" y="309047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</a:t>
            </a:r>
            <a:endParaRPr lang="en-US" sz="2800" dirty="0"/>
          </a:p>
        </p:txBody>
      </p:sp>
      <p:sp>
        <p:nvSpPr>
          <p:cNvPr id="13" name="&quot;No&quot; Symbol 12"/>
          <p:cNvSpPr/>
          <p:nvPr/>
        </p:nvSpPr>
        <p:spPr>
          <a:xfrm>
            <a:off x="1774060" y="642237"/>
            <a:ext cx="5546360" cy="5516380"/>
          </a:xfrm>
          <a:prstGeom prst="noSmoking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678160" y="292433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00"/>
            <a:ext cx="685800" cy="3124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611360" y="2543330"/>
            <a:ext cx="1676400" cy="1600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687560" y="2619530"/>
            <a:ext cx="1524000" cy="1447800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360" y="182880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sz="2800" dirty="0"/>
          </a:p>
        </p:txBody>
      </p:sp>
      <p:sp>
        <p:nvSpPr>
          <p:cNvPr id="14" name="Down Arrow 13"/>
          <p:cNvSpPr/>
          <p:nvPr/>
        </p:nvSpPr>
        <p:spPr>
          <a:xfrm>
            <a:off x="4259060" y="182880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30560" y="414353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800" baseline="-25000" dirty="0"/>
              <a:t>c</a:t>
            </a:r>
            <a:endParaRPr lang="en-US" sz="2800" dirty="0"/>
          </a:p>
        </p:txBody>
      </p:sp>
      <p:sp>
        <p:nvSpPr>
          <p:cNvPr id="17" name="Down Arrow 16"/>
          <p:cNvSpPr/>
          <p:nvPr/>
        </p:nvSpPr>
        <p:spPr>
          <a:xfrm>
            <a:off x="4259060" y="414353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6200000">
            <a:off x="5413927" y="2987413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881119" y="3030510"/>
            <a:ext cx="1144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W</a:t>
            </a:r>
            <a:r>
              <a:rPr lang="en-US" sz="2800" baseline="-25000" dirty="0" err="1"/>
              <a:t>engine</a:t>
            </a:r>
            <a:endParaRPr lang="en-US" sz="2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678160" y="2924330"/>
            <a:ext cx="1143000" cy="76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0830" y="6096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Hot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5820" y="1783081"/>
            <a:ext cx="3886200" cy="4571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0830" y="4953000"/>
            <a:ext cx="3886200" cy="121920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Cold Reservoir at </a:t>
            </a:r>
            <a:r>
              <a:rPr lang="en-US" sz="2800" dirty="0" err="1">
                <a:solidFill>
                  <a:schemeClr val="tx1"/>
                </a:solidFill>
              </a:rPr>
              <a:t>T</a:t>
            </a:r>
            <a:r>
              <a:rPr lang="en-US" sz="2800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5820" y="4953000"/>
            <a:ext cx="38862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06660" y="1828800"/>
            <a:ext cx="685800" cy="191874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611360" y="2543330"/>
            <a:ext cx="1676400" cy="1600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687560" y="2619530"/>
            <a:ext cx="1524000" cy="1447800"/>
          </a:xfrm>
          <a:prstGeom prst="ellipse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360" y="182880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Q</a:t>
            </a:r>
            <a:r>
              <a:rPr lang="en-US" sz="2800" baseline="-25000" dirty="0" err="1">
                <a:solidFill>
                  <a:schemeClr val="tx1"/>
                </a:solidFill>
              </a:rPr>
              <a:t>h</a:t>
            </a:r>
            <a:endParaRPr lang="en-US" sz="2800" dirty="0"/>
          </a:p>
        </p:txBody>
      </p:sp>
      <p:sp>
        <p:nvSpPr>
          <p:cNvPr id="14" name="Down Arrow 13"/>
          <p:cNvSpPr/>
          <p:nvPr/>
        </p:nvSpPr>
        <p:spPr>
          <a:xfrm>
            <a:off x="4259060" y="1828800"/>
            <a:ext cx="381000" cy="4572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6200000">
            <a:off x="5413927" y="2987413"/>
            <a:ext cx="381000" cy="663315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881119" y="3030510"/>
            <a:ext cx="1144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W</a:t>
            </a:r>
            <a:r>
              <a:rPr lang="en-US" sz="2800" baseline="-25000" dirty="0" err="1"/>
              <a:t>engine</a:t>
            </a:r>
            <a:endParaRPr lang="en-US" sz="2800" dirty="0"/>
          </a:p>
        </p:txBody>
      </p:sp>
      <p:sp>
        <p:nvSpPr>
          <p:cNvPr id="20" name="&quot;No&quot; Symbol 19"/>
          <p:cNvSpPr/>
          <p:nvPr/>
        </p:nvSpPr>
        <p:spPr>
          <a:xfrm>
            <a:off x="1798820" y="644577"/>
            <a:ext cx="5546360" cy="5516380"/>
          </a:xfrm>
          <a:prstGeom prst="noSmoking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834</Words>
  <Application>Microsoft Office PowerPoint</Application>
  <PresentationFormat>On-screen Show (4:3)</PresentationFormat>
  <Paragraphs>237</Paragraphs>
  <Slides>52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Aptos</vt:lpstr>
      <vt:lpstr>Arial</vt:lpstr>
      <vt:lpstr>Calibri</vt:lpstr>
      <vt:lpstr>Symbol</vt:lpstr>
      <vt:lpstr>Times New Roman</vt:lpstr>
      <vt:lpstr>Office Theme</vt:lpstr>
      <vt:lpstr>Equation</vt:lpstr>
      <vt:lpstr>Photo Editor Photo</vt:lpstr>
      <vt:lpstr>Lecture 33</vt:lpstr>
      <vt:lpstr>Question 123.15.4</vt:lpstr>
      <vt:lpstr>Diatomic Molecule</vt:lpstr>
      <vt:lpstr>Rotational Degrees of Freedom</vt:lpstr>
      <vt:lpstr>Vibrational Degrees of Freedom</vt:lpstr>
      <vt:lpstr>Cv vs Temperature </vt:lpstr>
      <vt:lpstr>Energy States of a Diatomic Molecule</vt:lpstr>
      <vt:lpstr>Model of a Solid</vt:lpstr>
      <vt:lpstr>PowerPoint Presentation</vt:lpstr>
      <vt:lpstr>Dulong and Petit Law</vt:lpstr>
      <vt:lpstr>PowerPoint Presentation</vt:lpstr>
      <vt:lpstr>Question 123.14.1.5</vt:lpstr>
      <vt:lpstr>PowerPoint Presentation</vt:lpstr>
      <vt:lpstr>Question 123.14.1</vt:lpstr>
      <vt:lpstr>Question 123.14.2</vt:lpstr>
      <vt:lpstr>PowerPoint Presentation</vt:lpstr>
      <vt:lpstr>PowerPoint Presentation</vt:lpstr>
      <vt:lpstr>Boltzmann Distribution</vt:lpstr>
      <vt:lpstr>PowerPoint Presentation</vt:lpstr>
      <vt:lpstr>PowerPoint Presentation</vt:lpstr>
      <vt:lpstr>PowerPoint Presentation</vt:lpstr>
      <vt:lpstr>Question 123.14.2</vt:lpstr>
      <vt:lpstr>Maxwell Distribution</vt:lpstr>
      <vt:lpstr>Molecular Speeds</vt:lpstr>
      <vt:lpstr>Thermo Systems</vt:lpstr>
      <vt:lpstr>Thermo Systems</vt:lpstr>
      <vt:lpstr>Thermo Systems</vt:lpstr>
      <vt:lpstr>PowerPoint Presentation</vt:lpstr>
      <vt:lpstr>PowerPoint Presentation</vt:lpstr>
      <vt:lpstr>END</vt:lpstr>
      <vt:lpstr>PowerPoint Presentation</vt:lpstr>
      <vt:lpstr>Question 123.17.1</vt:lpstr>
      <vt:lpstr>PowerPoint Presentation</vt:lpstr>
      <vt:lpstr>PowerPoint Presentation</vt:lpstr>
      <vt:lpstr>PowerPoint Presentation</vt:lpstr>
      <vt:lpstr>Question 123.17.2</vt:lpstr>
      <vt:lpstr>Question 123.17.3</vt:lpstr>
      <vt:lpstr>Question 123.17.4</vt:lpstr>
      <vt:lpstr>Question 123.17.4.5</vt:lpstr>
      <vt:lpstr>PowerPoint Presentation</vt:lpstr>
      <vt:lpstr>PowerPoint Presentation</vt:lpstr>
      <vt:lpstr>Question 123.17.5</vt:lpstr>
      <vt:lpstr>Question 123.17.6</vt:lpstr>
      <vt:lpstr>Question 123.17.7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rtlines</dc:creator>
  <cp:lastModifiedBy>Lines, Todd</cp:lastModifiedBy>
  <cp:revision>10</cp:revision>
  <dcterms:created xsi:type="dcterms:W3CDTF">2011-10-20T02:27:08Z</dcterms:created>
  <dcterms:modified xsi:type="dcterms:W3CDTF">2026-07-01T00:04:39Z</dcterms:modified>
</cp:coreProperties>
</file>