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302" r:id="rId2"/>
    <p:sldId id="330" r:id="rId3"/>
    <p:sldId id="1443" r:id="rId4"/>
    <p:sldId id="1439" r:id="rId5"/>
    <p:sldId id="1441" r:id="rId6"/>
    <p:sldId id="1071" r:id="rId7"/>
    <p:sldId id="1072" r:id="rId8"/>
    <p:sldId id="1138" r:id="rId9"/>
    <p:sldId id="1139" r:id="rId10"/>
    <p:sldId id="1140" r:id="rId11"/>
    <p:sldId id="1141" r:id="rId12"/>
    <p:sldId id="304" r:id="rId13"/>
    <p:sldId id="305" r:id="rId14"/>
    <p:sldId id="306" r:id="rId15"/>
    <p:sldId id="307" r:id="rId16"/>
    <p:sldId id="308" r:id="rId17"/>
    <p:sldId id="309" r:id="rId18"/>
    <p:sldId id="310" r:id="rId19"/>
    <p:sldId id="313" r:id="rId20"/>
    <p:sldId id="327" r:id="rId21"/>
    <p:sldId id="328" r:id="rId22"/>
    <p:sldId id="329" r:id="rId23"/>
    <p:sldId id="314" r:id="rId24"/>
    <p:sldId id="311" r:id="rId25"/>
    <p:sldId id="312" r:id="rId26"/>
    <p:sldId id="315" r:id="rId27"/>
    <p:sldId id="316" r:id="rId28"/>
    <p:sldId id="317" r:id="rId29"/>
    <p:sldId id="318" r:id="rId30"/>
    <p:sldId id="319" r:id="rId31"/>
    <p:sldId id="320" r:id="rId32"/>
    <p:sldId id="321" r:id="rId33"/>
    <p:sldId id="322" r:id="rId34"/>
    <p:sldId id="323" r:id="rId35"/>
    <p:sldId id="324" r:id="rId36"/>
    <p:sldId id="325" r:id="rId37"/>
    <p:sldId id="326" r:id="rId38"/>
    <p:sldId id="256" r:id="rId39"/>
    <p:sldId id="303" r:id="rId40"/>
    <p:sldId id="295" r:id="rId41"/>
    <p:sldId id="296" r:id="rId42"/>
    <p:sldId id="297" r:id="rId43"/>
    <p:sldId id="293" r:id="rId44"/>
    <p:sldId id="294" r:id="rId45"/>
    <p:sldId id="258" r:id="rId46"/>
    <p:sldId id="265" r:id="rId47"/>
    <p:sldId id="261" r:id="rId48"/>
    <p:sldId id="263" r:id="rId49"/>
    <p:sldId id="259" r:id="rId50"/>
    <p:sldId id="264" r:id="rId51"/>
    <p:sldId id="298" r:id="rId52"/>
    <p:sldId id="299" r:id="rId53"/>
    <p:sldId id="266" r:id="rId54"/>
    <p:sldId id="267" r:id="rId55"/>
    <p:sldId id="268" r:id="rId56"/>
    <p:sldId id="300" r:id="rId57"/>
    <p:sldId id="301"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 id="281" r:id="rId71"/>
    <p:sldId id="282" r:id="rId72"/>
    <p:sldId id="283" r:id="rId73"/>
    <p:sldId id="284" r:id="rId74"/>
    <p:sldId id="285" r:id="rId75"/>
    <p:sldId id="286" r:id="rId76"/>
    <p:sldId id="287" r:id="rId77"/>
    <p:sldId id="288" r:id="rId78"/>
    <p:sldId id="289" r:id="rId79"/>
    <p:sldId id="290" r:id="rId80"/>
    <p:sldId id="291" r:id="rId81"/>
    <p:sldId id="292" r:id="rId8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744D36-2554-49F6-B5E0-F0E388FEF39C}" v="8" dt="2026-01-23T20:46:59.9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11" autoAdjust="0"/>
    <p:restoredTop sz="86322" autoAdjust="0"/>
  </p:normalViewPr>
  <p:slideViewPr>
    <p:cSldViewPr snapToGrid="0">
      <p:cViewPr varScale="1">
        <p:scale>
          <a:sx n="111" d="100"/>
          <a:sy n="111" d="100"/>
        </p:scale>
        <p:origin x="1536" y="108"/>
      </p:cViewPr>
      <p:guideLst>
        <p:guide orient="horz" pos="2160"/>
        <p:guide pos="2880"/>
      </p:guideLst>
    </p:cSldViewPr>
  </p:slideViewPr>
  <p:outlineViewPr>
    <p:cViewPr>
      <p:scale>
        <a:sx n="33" d="100"/>
        <a:sy n="33" d="100"/>
      </p:scale>
      <p:origin x="264"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addSld modSld sldOrd">
      <pc:chgData name="Lines, Todd" userId="afaf7c3a-e8aa-4568-882a-02ad8f9e19b0" providerId="ADAL" clId="{5FF5AC1B-ABA9-43D7-A1E3-2D92732CD6E2}" dt="2026-01-23T20:46:59.993" v="119"/>
      <pc:docMkLst>
        <pc:docMk/>
      </pc:docMkLst>
      <pc:sldChg chg="ord">
        <pc:chgData name="Lines, Todd" userId="afaf7c3a-e8aa-4568-882a-02ad8f9e19b0" providerId="ADAL" clId="{5FF5AC1B-ABA9-43D7-A1E3-2D92732CD6E2}" dt="2026-01-23T20:18:34.444" v="1"/>
        <pc:sldMkLst>
          <pc:docMk/>
          <pc:sldMk cId="1663821783" sldId="313"/>
        </pc:sldMkLst>
      </pc:sldChg>
      <pc:sldChg chg="ord">
        <pc:chgData name="Lines, Todd" userId="afaf7c3a-e8aa-4568-882a-02ad8f9e19b0" providerId="ADAL" clId="{5FF5AC1B-ABA9-43D7-A1E3-2D92732CD6E2}" dt="2026-01-23T20:18:34.444" v="1"/>
        <pc:sldMkLst>
          <pc:docMk/>
          <pc:sldMk cId="2099550903" sldId="314"/>
        </pc:sldMkLst>
      </pc:sldChg>
      <pc:sldChg chg="delSp mod">
        <pc:chgData name="Lines, Todd" userId="afaf7c3a-e8aa-4568-882a-02ad8f9e19b0" providerId="ADAL" clId="{5FF5AC1B-ABA9-43D7-A1E3-2D92732CD6E2}" dt="2026-01-23T20:44:04.833" v="118" actId="478"/>
        <pc:sldMkLst>
          <pc:docMk/>
          <pc:sldMk cId="309204014" sldId="323"/>
        </pc:sldMkLst>
        <pc:picChg chg="del">
          <ac:chgData name="Lines, Todd" userId="afaf7c3a-e8aa-4568-882a-02ad8f9e19b0" providerId="ADAL" clId="{5FF5AC1B-ABA9-43D7-A1E3-2D92732CD6E2}" dt="2026-01-23T20:44:04.833" v="118" actId="478"/>
          <ac:picMkLst>
            <pc:docMk/>
            <pc:sldMk cId="309204014" sldId="323"/>
            <ac:picMk id="2" creationId="{93F80031-8052-854F-9761-CA7BB59621BF}"/>
          </ac:picMkLst>
        </pc:picChg>
      </pc:sldChg>
      <pc:sldChg chg="delSp modSp add mod">
        <pc:chgData name="Lines, Todd" userId="afaf7c3a-e8aa-4568-882a-02ad8f9e19b0" providerId="ADAL" clId="{5FF5AC1B-ABA9-43D7-A1E3-2D92732CD6E2}" dt="2026-01-23T20:21:51.762" v="110" actId="21"/>
        <pc:sldMkLst>
          <pc:docMk/>
          <pc:sldMk cId="1208928519" sldId="327"/>
        </pc:sldMkLst>
        <pc:spChg chg="mod">
          <ac:chgData name="Lines, Todd" userId="afaf7c3a-e8aa-4568-882a-02ad8f9e19b0" providerId="ADAL" clId="{5FF5AC1B-ABA9-43D7-A1E3-2D92732CD6E2}" dt="2026-01-23T20:21:17.118" v="108" actId="108"/>
          <ac:spMkLst>
            <pc:docMk/>
            <pc:sldMk cId="1208928519" sldId="327"/>
            <ac:spMk id="327" creationId="{DEF80C5B-F74F-8511-9D52-57A098B88F5C}"/>
          </ac:spMkLst>
        </pc:spChg>
        <pc:grpChg chg="del">
          <ac:chgData name="Lines, Todd" userId="afaf7c3a-e8aa-4568-882a-02ad8f9e19b0" providerId="ADAL" clId="{5FF5AC1B-ABA9-43D7-A1E3-2D92732CD6E2}" dt="2026-01-23T20:18:53.630" v="3" actId="478"/>
          <ac:grpSpMkLst>
            <pc:docMk/>
            <pc:sldMk cId="1208928519" sldId="327"/>
            <ac:grpSpMk id="4" creationId="{3045A119-E5EC-A28C-80EC-670071E1F635}"/>
          </ac:grpSpMkLst>
        </pc:grpChg>
        <pc:grpChg chg="del">
          <ac:chgData name="Lines, Todd" userId="afaf7c3a-e8aa-4568-882a-02ad8f9e19b0" providerId="ADAL" clId="{5FF5AC1B-ABA9-43D7-A1E3-2D92732CD6E2}" dt="2026-01-23T20:18:53.630" v="3" actId="478"/>
          <ac:grpSpMkLst>
            <pc:docMk/>
            <pc:sldMk cId="1208928519" sldId="327"/>
            <ac:grpSpMk id="5" creationId="{6A05986B-F379-B963-F0D4-38574A3EDD32}"/>
          </ac:grpSpMkLst>
        </pc:grpChg>
        <pc:graphicFrameChg chg="del">
          <ac:chgData name="Lines, Todd" userId="afaf7c3a-e8aa-4568-882a-02ad8f9e19b0" providerId="ADAL" clId="{5FF5AC1B-ABA9-43D7-A1E3-2D92732CD6E2}" dt="2026-01-23T20:18:53.630" v="3" actId="478"/>
          <ac:graphicFrameMkLst>
            <pc:docMk/>
            <pc:sldMk cId="1208928519" sldId="327"/>
            <ac:graphicFrameMk id="66563" creationId="{72446842-917B-F69A-A0B6-70C330843715}"/>
          </ac:graphicFrameMkLst>
        </pc:graphicFrameChg>
        <pc:graphicFrameChg chg="del">
          <ac:chgData name="Lines, Todd" userId="afaf7c3a-e8aa-4568-882a-02ad8f9e19b0" providerId="ADAL" clId="{5FF5AC1B-ABA9-43D7-A1E3-2D92732CD6E2}" dt="2026-01-23T20:20:42.427" v="103" actId="478"/>
          <ac:graphicFrameMkLst>
            <pc:docMk/>
            <pc:sldMk cId="1208928519" sldId="327"/>
            <ac:graphicFrameMk id="66564" creationId="{3108F9C1-43FF-9D91-6DC1-76495DC7A68B}"/>
          </ac:graphicFrameMkLst>
        </pc:graphicFrameChg>
        <pc:graphicFrameChg chg="del">
          <ac:chgData name="Lines, Todd" userId="afaf7c3a-e8aa-4568-882a-02ad8f9e19b0" providerId="ADAL" clId="{5FF5AC1B-ABA9-43D7-A1E3-2D92732CD6E2}" dt="2026-01-23T20:18:53.630" v="3" actId="478"/>
          <ac:graphicFrameMkLst>
            <pc:docMk/>
            <pc:sldMk cId="1208928519" sldId="327"/>
            <ac:graphicFrameMk id="66565" creationId="{4D00AF41-B670-896F-0353-41FD1D9CF020}"/>
          </ac:graphicFrameMkLst>
        </pc:graphicFrameChg>
        <pc:graphicFrameChg chg="del">
          <ac:chgData name="Lines, Todd" userId="afaf7c3a-e8aa-4568-882a-02ad8f9e19b0" providerId="ADAL" clId="{5FF5AC1B-ABA9-43D7-A1E3-2D92732CD6E2}" dt="2026-01-23T20:18:53.630" v="3" actId="478"/>
          <ac:graphicFrameMkLst>
            <pc:docMk/>
            <pc:sldMk cId="1208928519" sldId="327"/>
            <ac:graphicFrameMk id="66566" creationId="{70767D33-C806-DD99-C68F-8999935A1D76}"/>
          </ac:graphicFrameMkLst>
        </pc:graphicFrameChg>
        <pc:graphicFrameChg chg="del">
          <ac:chgData name="Lines, Todd" userId="afaf7c3a-e8aa-4568-882a-02ad8f9e19b0" providerId="ADAL" clId="{5FF5AC1B-ABA9-43D7-A1E3-2D92732CD6E2}" dt="2026-01-23T20:18:53.630" v="3" actId="478"/>
          <ac:graphicFrameMkLst>
            <pc:docMk/>
            <pc:sldMk cId="1208928519" sldId="327"/>
            <ac:graphicFrameMk id="66567" creationId="{B471A8E9-8DA7-EA86-91BC-A62A88E3ED26}"/>
          </ac:graphicFrameMkLst>
        </pc:graphicFrameChg>
        <pc:graphicFrameChg chg="del">
          <ac:chgData name="Lines, Todd" userId="afaf7c3a-e8aa-4568-882a-02ad8f9e19b0" providerId="ADAL" clId="{5FF5AC1B-ABA9-43D7-A1E3-2D92732CD6E2}" dt="2026-01-23T20:18:53.630" v="3" actId="478"/>
          <ac:graphicFrameMkLst>
            <pc:docMk/>
            <pc:sldMk cId="1208928519" sldId="327"/>
            <ac:graphicFrameMk id="66568" creationId="{F204F5CA-3608-3D45-7C1B-A2B82F5AFBDB}"/>
          </ac:graphicFrameMkLst>
        </pc:graphicFrameChg>
        <pc:picChg chg="del mod">
          <ac:chgData name="Lines, Todd" userId="afaf7c3a-e8aa-4568-882a-02ad8f9e19b0" providerId="ADAL" clId="{5FF5AC1B-ABA9-43D7-A1E3-2D92732CD6E2}" dt="2026-01-23T20:21:51.762" v="110" actId="21"/>
          <ac:picMkLst>
            <pc:docMk/>
            <pc:sldMk cId="1208928519" sldId="327"/>
            <ac:picMk id="6" creationId="{2FFA2992-F447-8FDA-0531-E58E13E5698D}"/>
          </ac:picMkLst>
        </pc:picChg>
        <pc:picChg chg="del">
          <ac:chgData name="Lines, Todd" userId="afaf7c3a-e8aa-4568-882a-02ad8f9e19b0" providerId="ADAL" clId="{5FF5AC1B-ABA9-43D7-A1E3-2D92732CD6E2}" dt="2026-01-23T20:18:53.630" v="3" actId="478"/>
          <ac:picMkLst>
            <pc:docMk/>
            <pc:sldMk cId="1208928519" sldId="327"/>
            <ac:picMk id="66570" creationId="{37AEF4AC-BB39-8EB5-1708-037526E018A8}"/>
          </ac:picMkLst>
        </pc:picChg>
        <pc:picChg chg="del">
          <ac:chgData name="Lines, Todd" userId="afaf7c3a-e8aa-4568-882a-02ad8f9e19b0" providerId="ADAL" clId="{5FF5AC1B-ABA9-43D7-A1E3-2D92732CD6E2}" dt="2026-01-23T20:18:53.630" v="3" actId="478"/>
          <ac:picMkLst>
            <pc:docMk/>
            <pc:sldMk cId="1208928519" sldId="327"/>
            <ac:picMk id="66572" creationId="{E4B689F7-9C9E-E031-B25D-301481E9FDAB}"/>
          </ac:picMkLst>
        </pc:picChg>
        <pc:cxnChg chg="del">
          <ac:chgData name="Lines, Todd" userId="afaf7c3a-e8aa-4568-882a-02ad8f9e19b0" providerId="ADAL" clId="{5FF5AC1B-ABA9-43D7-A1E3-2D92732CD6E2}" dt="2026-01-23T20:18:53.630" v="3" actId="478"/>
          <ac:cxnSpMkLst>
            <pc:docMk/>
            <pc:sldMk cId="1208928519" sldId="327"/>
            <ac:cxnSpMk id="317" creationId="{4DDD42EA-0729-61DD-950F-08C8CB0DD8B6}"/>
          </ac:cxnSpMkLst>
        </pc:cxnChg>
      </pc:sldChg>
      <pc:sldChg chg="delSp modSp add mod">
        <pc:chgData name="Lines, Todd" userId="afaf7c3a-e8aa-4568-882a-02ad8f9e19b0" providerId="ADAL" clId="{5FF5AC1B-ABA9-43D7-A1E3-2D92732CD6E2}" dt="2026-01-23T20:21:13.689" v="107" actId="108"/>
        <pc:sldMkLst>
          <pc:docMk/>
          <pc:sldMk cId="4060957612" sldId="328"/>
        </pc:sldMkLst>
        <pc:spChg chg="mod">
          <ac:chgData name="Lines, Todd" userId="afaf7c3a-e8aa-4568-882a-02ad8f9e19b0" providerId="ADAL" clId="{5FF5AC1B-ABA9-43D7-A1E3-2D92732CD6E2}" dt="2026-01-23T20:21:13.689" v="107" actId="108"/>
          <ac:spMkLst>
            <pc:docMk/>
            <pc:sldMk cId="4060957612" sldId="328"/>
            <ac:spMk id="327" creationId="{8B1DB4A9-2247-D015-DF6F-4B0CEA579C34}"/>
          </ac:spMkLst>
        </pc:spChg>
        <pc:grpChg chg="del">
          <ac:chgData name="Lines, Todd" userId="afaf7c3a-e8aa-4568-882a-02ad8f9e19b0" providerId="ADAL" clId="{5FF5AC1B-ABA9-43D7-A1E3-2D92732CD6E2}" dt="2026-01-23T20:19:04.428" v="5" actId="478"/>
          <ac:grpSpMkLst>
            <pc:docMk/>
            <pc:sldMk cId="4060957612" sldId="328"/>
            <ac:grpSpMk id="3" creationId="{C1CBDDEF-A72F-B5B6-467B-1FF20E5E60B3}"/>
          </ac:grpSpMkLst>
        </pc:grpChg>
        <pc:grpChg chg="mod">
          <ac:chgData name="Lines, Todd" userId="afaf7c3a-e8aa-4568-882a-02ad8f9e19b0" providerId="ADAL" clId="{5FF5AC1B-ABA9-43D7-A1E3-2D92732CD6E2}" dt="2026-01-23T20:19:16.783" v="40" actId="1035"/>
          <ac:grpSpMkLst>
            <pc:docMk/>
            <pc:sldMk cId="4060957612" sldId="328"/>
            <ac:grpSpMk id="4" creationId="{4B9421A7-57D7-2B6E-CD35-4E903FD4933A}"/>
          </ac:grpSpMkLst>
        </pc:grpChg>
        <pc:grpChg chg="del">
          <ac:chgData name="Lines, Todd" userId="afaf7c3a-e8aa-4568-882a-02ad8f9e19b0" providerId="ADAL" clId="{5FF5AC1B-ABA9-43D7-A1E3-2D92732CD6E2}" dt="2026-01-23T20:19:10.238" v="6" actId="478"/>
          <ac:grpSpMkLst>
            <pc:docMk/>
            <pc:sldMk cId="4060957612" sldId="328"/>
            <ac:grpSpMk id="5" creationId="{0CA7FC6F-28CB-F20B-D550-75FCD687261E}"/>
          </ac:grpSpMkLst>
        </pc:grpChg>
        <pc:graphicFrameChg chg="del">
          <ac:chgData name="Lines, Todd" userId="afaf7c3a-e8aa-4568-882a-02ad8f9e19b0" providerId="ADAL" clId="{5FF5AC1B-ABA9-43D7-A1E3-2D92732CD6E2}" dt="2026-01-23T20:19:04.428" v="5" actId="478"/>
          <ac:graphicFrameMkLst>
            <pc:docMk/>
            <pc:sldMk cId="4060957612" sldId="328"/>
            <ac:graphicFrameMk id="66562" creationId="{94FD7440-C1AB-6D38-F866-8A72D1BBB7D9}"/>
          </ac:graphicFrameMkLst>
        </pc:graphicFrameChg>
        <pc:graphicFrameChg chg="mod">
          <ac:chgData name="Lines, Todd" userId="afaf7c3a-e8aa-4568-882a-02ad8f9e19b0" providerId="ADAL" clId="{5FF5AC1B-ABA9-43D7-A1E3-2D92732CD6E2}" dt="2026-01-23T20:19:16.783" v="40" actId="1035"/>
          <ac:graphicFrameMkLst>
            <pc:docMk/>
            <pc:sldMk cId="4060957612" sldId="328"/>
            <ac:graphicFrameMk id="66563" creationId="{A55D0367-B7FD-474B-62C1-50A735168B94}"/>
          </ac:graphicFrameMkLst>
        </pc:graphicFrameChg>
        <pc:graphicFrameChg chg="del">
          <ac:chgData name="Lines, Todd" userId="afaf7c3a-e8aa-4568-882a-02ad8f9e19b0" providerId="ADAL" clId="{5FF5AC1B-ABA9-43D7-A1E3-2D92732CD6E2}" dt="2026-01-23T20:19:10.238" v="6" actId="478"/>
          <ac:graphicFrameMkLst>
            <pc:docMk/>
            <pc:sldMk cId="4060957612" sldId="328"/>
            <ac:graphicFrameMk id="66564" creationId="{A851455C-769A-B60F-994D-6E1D44DDD52D}"/>
          </ac:graphicFrameMkLst>
        </pc:graphicFrameChg>
        <pc:graphicFrameChg chg="mod">
          <ac:chgData name="Lines, Todd" userId="afaf7c3a-e8aa-4568-882a-02ad8f9e19b0" providerId="ADAL" clId="{5FF5AC1B-ABA9-43D7-A1E3-2D92732CD6E2}" dt="2026-01-23T20:19:16.783" v="40" actId="1035"/>
          <ac:graphicFrameMkLst>
            <pc:docMk/>
            <pc:sldMk cId="4060957612" sldId="328"/>
            <ac:graphicFrameMk id="66565" creationId="{FAEB4E45-879A-0A79-3857-5C5F5453E730}"/>
          </ac:graphicFrameMkLst>
        </pc:graphicFrameChg>
        <pc:graphicFrameChg chg="mod">
          <ac:chgData name="Lines, Todd" userId="afaf7c3a-e8aa-4568-882a-02ad8f9e19b0" providerId="ADAL" clId="{5FF5AC1B-ABA9-43D7-A1E3-2D92732CD6E2}" dt="2026-01-23T20:19:16.783" v="40" actId="1035"/>
          <ac:graphicFrameMkLst>
            <pc:docMk/>
            <pc:sldMk cId="4060957612" sldId="328"/>
            <ac:graphicFrameMk id="66566" creationId="{39C491D0-060C-DD69-5E14-AB98FFF2B2F9}"/>
          </ac:graphicFrameMkLst>
        </pc:graphicFrameChg>
        <pc:graphicFrameChg chg="del">
          <ac:chgData name="Lines, Todd" userId="afaf7c3a-e8aa-4568-882a-02ad8f9e19b0" providerId="ADAL" clId="{5FF5AC1B-ABA9-43D7-A1E3-2D92732CD6E2}" dt="2026-01-23T20:19:10.238" v="6" actId="478"/>
          <ac:graphicFrameMkLst>
            <pc:docMk/>
            <pc:sldMk cId="4060957612" sldId="328"/>
            <ac:graphicFrameMk id="66567" creationId="{29B105E6-F4ED-B3EC-69D7-9103DA2B096A}"/>
          </ac:graphicFrameMkLst>
        </pc:graphicFrameChg>
        <pc:graphicFrameChg chg="del">
          <ac:chgData name="Lines, Todd" userId="afaf7c3a-e8aa-4568-882a-02ad8f9e19b0" providerId="ADAL" clId="{5FF5AC1B-ABA9-43D7-A1E3-2D92732CD6E2}" dt="2026-01-23T20:19:10.238" v="6" actId="478"/>
          <ac:graphicFrameMkLst>
            <pc:docMk/>
            <pc:sldMk cId="4060957612" sldId="328"/>
            <ac:graphicFrameMk id="66568" creationId="{64E7AFD5-352E-0F7D-671B-F6DD2C8FF3A6}"/>
          </ac:graphicFrameMkLst>
        </pc:graphicFrameChg>
        <pc:picChg chg="mod">
          <ac:chgData name="Lines, Todd" userId="afaf7c3a-e8aa-4568-882a-02ad8f9e19b0" providerId="ADAL" clId="{5FF5AC1B-ABA9-43D7-A1E3-2D92732CD6E2}" dt="2026-01-23T20:19:16.783" v="40" actId="1035"/>
          <ac:picMkLst>
            <pc:docMk/>
            <pc:sldMk cId="4060957612" sldId="328"/>
            <ac:picMk id="66570" creationId="{5F6EF48B-93E7-AB02-E898-79EE1D9A6A34}"/>
          </ac:picMkLst>
        </pc:picChg>
        <pc:picChg chg="del">
          <ac:chgData name="Lines, Todd" userId="afaf7c3a-e8aa-4568-882a-02ad8f9e19b0" providerId="ADAL" clId="{5FF5AC1B-ABA9-43D7-A1E3-2D92732CD6E2}" dt="2026-01-23T20:19:04.428" v="5" actId="478"/>
          <ac:picMkLst>
            <pc:docMk/>
            <pc:sldMk cId="4060957612" sldId="328"/>
            <ac:picMk id="66571" creationId="{A497A52A-6270-FB2C-98F8-2911405546E6}"/>
          </ac:picMkLst>
        </pc:picChg>
        <pc:picChg chg="del">
          <ac:chgData name="Lines, Todd" userId="afaf7c3a-e8aa-4568-882a-02ad8f9e19b0" providerId="ADAL" clId="{5FF5AC1B-ABA9-43D7-A1E3-2D92732CD6E2}" dt="2026-01-23T20:19:10.238" v="6" actId="478"/>
          <ac:picMkLst>
            <pc:docMk/>
            <pc:sldMk cId="4060957612" sldId="328"/>
            <ac:picMk id="66572" creationId="{72B78017-18AD-149D-4671-9118D1FF9D54}"/>
          </ac:picMkLst>
        </pc:picChg>
        <pc:cxnChg chg="del">
          <ac:chgData name="Lines, Todd" userId="afaf7c3a-e8aa-4568-882a-02ad8f9e19b0" providerId="ADAL" clId="{5FF5AC1B-ABA9-43D7-A1E3-2D92732CD6E2}" dt="2026-01-23T20:19:04.428" v="5" actId="478"/>
          <ac:cxnSpMkLst>
            <pc:docMk/>
            <pc:sldMk cId="4060957612" sldId="328"/>
            <ac:cxnSpMk id="311" creationId="{7CC886C1-EB10-BD79-D85F-450A4F77B840}"/>
          </ac:cxnSpMkLst>
        </pc:cxnChg>
        <pc:cxnChg chg="mod">
          <ac:chgData name="Lines, Todd" userId="afaf7c3a-e8aa-4568-882a-02ad8f9e19b0" providerId="ADAL" clId="{5FF5AC1B-ABA9-43D7-A1E3-2D92732CD6E2}" dt="2026-01-23T20:19:16.783" v="40" actId="1035"/>
          <ac:cxnSpMkLst>
            <pc:docMk/>
            <pc:sldMk cId="4060957612" sldId="328"/>
            <ac:cxnSpMk id="314" creationId="{55EF3D92-6B6C-4923-F887-ACE940C4F6C5}"/>
          </ac:cxnSpMkLst>
        </pc:cxnChg>
        <pc:cxnChg chg="mod">
          <ac:chgData name="Lines, Todd" userId="afaf7c3a-e8aa-4568-882a-02ad8f9e19b0" providerId="ADAL" clId="{5FF5AC1B-ABA9-43D7-A1E3-2D92732CD6E2}" dt="2026-01-23T20:19:16.783" v="40" actId="1035"/>
          <ac:cxnSpMkLst>
            <pc:docMk/>
            <pc:sldMk cId="4060957612" sldId="328"/>
            <ac:cxnSpMk id="317" creationId="{B3AB59C8-59D4-74C9-1D7A-FB57726EDC3F}"/>
          </ac:cxnSpMkLst>
        </pc:cxnChg>
        <pc:cxnChg chg="mod">
          <ac:chgData name="Lines, Todd" userId="afaf7c3a-e8aa-4568-882a-02ad8f9e19b0" providerId="ADAL" clId="{5FF5AC1B-ABA9-43D7-A1E3-2D92732CD6E2}" dt="2026-01-23T20:19:16.783" v="40" actId="1035"/>
          <ac:cxnSpMkLst>
            <pc:docMk/>
            <pc:sldMk cId="4060957612" sldId="328"/>
            <ac:cxnSpMk id="320" creationId="{E14E6405-29D9-ECC2-95A3-5AED33194FD0}"/>
          </ac:cxnSpMkLst>
        </pc:cxnChg>
        <pc:cxnChg chg="del">
          <ac:chgData name="Lines, Todd" userId="afaf7c3a-e8aa-4568-882a-02ad8f9e19b0" providerId="ADAL" clId="{5FF5AC1B-ABA9-43D7-A1E3-2D92732CD6E2}" dt="2026-01-23T20:19:10.238" v="6" actId="478"/>
          <ac:cxnSpMkLst>
            <pc:docMk/>
            <pc:sldMk cId="4060957612" sldId="328"/>
            <ac:cxnSpMk id="324" creationId="{B3E7D4ED-5476-F75D-1347-48304C6B33F8}"/>
          </ac:cxnSpMkLst>
        </pc:cxnChg>
        <pc:cxnChg chg="del">
          <ac:chgData name="Lines, Todd" userId="afaf7c3a-e8aa-4568-882a-02ad8f9e19b0" providerId="ADAL" clId="{5FF5AC1B-ABA9-43D7-A1E3-2D92732CD6E2}" dt="2026-01-23T20:19:10.238" v="6" actId="478"/>
          <ac:cxnSpMkLst>
            <pc:docMk/>
            <pc:sldMk cId="4060957612" sldId="328"/>
            <ac:cxnSpMk id="325" creationId="{4EB91E20-16F8-D08B-7891-FF0D37A81471}"/>
          </ac:cxnSpMkLst>
        </pc:cxnChg>
        <pc:cxnChg chg="del">
          <ac:chgData name="Lines, Todd" userId="afaf7c3a-e8aa-4568-882a-02ad8f9e19b0" providerId="ADAL" clId="{5FF5AC1B-ABA9-43D7-A1E3-2D92732CD6E2}" dt="2026-01-23T20:19:10.238" v="6" actId="478"/>
          <ac:cxnSpMkLst>
            <pc:docMk/>
            <pc:sldMk cId="4060957612" sldId="328"/>
            <ac:cxnSpMk id="328" creationId="{19C267EA-1C59-395E-B7E1-B1AA07EB4F48}"/>
          </ac:cxnSpMkLst>
        </pc:cxnChg>
      </pc:sldChg>
      <pc:sldChg chg="delSp modSp add mod">
        <pc:chgData name="Lines, Todd" userId="afaf7c3a-e8aa-4568-882a-02ad8f9e19b0" providerId="ADAL" clId="{5FF5AC1B-ABA9-43D7-A1E3-2D92732CD6E2}" dt="2026-01-23T20:23:15.173" v="117" actId="21"/>
        <pc:sldMkLst>
          <pc:docMk/>
          <pc:sldMk cId="282488105" sldId="329"/>
        </pc:sldMkLst>
        <pc:spChg chg="mod">
          <ac:chgData name="Lines, Todd" userId="afaf7c3a-e8aa-4568-882a-02ad8f9e19b0" providerId="ADAL" clId="{5FF5AC1B-ABA9-43D7-A1E3-2D92732CD6E2}" dt="2026-01-23T20:21:07.624" v="106" actId="2085"/>
          <ac:spMkLst>
            <pc:docMk/>
            <pc:sldMk cId="282488105" sldId="329"/>
            <ac:spMk id="327" creationId="{6E60F919-31D0-CEB1-3C99-0D614EC0C890}"/>
          </ac:spMkLst>
        </pc:spChg>
        <pc:spChg chg="mod">
          <ac:chgData name="Lines, Todd" userId="afaf7c3a-e8aa-4568-882a-02ad8f9e19b0" providerId="ADAL" clId="{5FF5AC1B-ABA9-43D7-A1E3-2D92732CD6E2}" dt="2026-01-23T20:22:16.702" v="113" actId="1035"/>
          <ac:spMkLst>
            <pc:docMk/>
            <pc:sldMk cId="282488105" sldId="329"/>
            <ac:spMk id="66583" creationId="{7537D070-1CDC-A1FC-E76A-712B7DB35925}"/>
          </ac:spMkLst>
        </pc:spChg>
        <pc:grpChg chg="del">
          <ac:chgData name="Lines, Todd" userId="afaf7c3a-e8aa-4568-882a-02ad8f9e19b0" providerId="ADAL" clId="{5FF5AC1B-ABA9-43D7-A1E3-2D92732CD6E2}" dt="2026-01-23T20:19:29.485" v="42" actId="478"/>
          <ac:grpSpMkLst>
            <pc:docMk/>
            <pc:sldMk cId="282488105" sldId="329"/>
            <ac:grpSpMk id="3" creationId="{B08C716D-5569-611F-73DB-5CAD34A57719}"/>
          </ac:grpSpMkLst>
        </pc:grpChg>
        <pc:grpChg chg="del">
          <ac:chgData name="Lines, Todd" userId="afaf7c3a-e8aa-4568-882a-02ad8f9e19b0" providerId="ADAL" clId="{5FF5AC1B-ABA9-43D7-A1E3-2D92732CD6E2}" dt="2026-01-23T20:19:29.485" v="42" actId="478"/>
          <ac:grpSpMkLst>
            <pc:docMk/>
            <pc:sldMk cId="282488105" sldId="329"/>
            <ac:grpSpMk id="4" creationId="{D3CD0ADF-84CE-CE90-2421-12F3F9244C48}"/>
          </ac:grpSpMkLst>
        </pc:grpChg>
        <pc:grpChg chg="mod">
          <ac:chgData name="Lines, Todd" userId="afaf7c3a-e8aa-4568-882a-02ad8f9e19b0" providerId="ADAL" clId="{5FF5AC1B-ABA9-43D7-A1E3-2D92732CD6E2}" dt="2026-01-23T20:20:13.071" v="99" actId="14100"/>
          <ac:grpSpMkLst>
            <pc:docMk/>
            <pc:sldMk cId="282488105" sldId="329"/>
            <ac:grpSpMk id="5" creationId="{93F5D392-FD7C-F962-DF44-9625C972B663}"/>
          </ac:grpSpMkLst>
        </pc:grpChg>
        <pc:graphicFrameChg chg="del">
          <ac:chgData name="Lines, Todd" userId="afaf7c3a-e8aa-4568-882a-02ad8f9e19b0" providerId="ADAL" clId="{5FF5AC1B-ABA9-43D7-A1E3-2D92732CD6E2}" dt="2026-01-23T20:19:29.485" v="42" actId="478"/>
          <ac:graphicFrameMkLst>
            <pc:docMk/>
            <pc:sldMk cId="282488105" sldId="329"/>
            <ac:graphicFrameMk id="66562" creationId="{D94844DC-8B67-7FDD-C1EC-8BCA46369D2E}"/>
          </ac:graphicFrameMkLst>
        </pc:graphicFrameChg>
        <pc:graphicFrameChg chg="del">
          <ac:chgData name="Lines, Todd" userId="afaf7c3a-e8aa-4568-882a-02ad8f9e19b0" providerId="ADAL" clId="{5FF5AC1B-ABA9-43D7-A1E3-2D92732CD6E2}" dt="2026-01-23T20:19:29.485" v="42" actId="478"/>
          <ac:graphicFrameMkLst>
            <pc:docMk/>
            <pc:sldMk cId="282488105" sldId="329"/>
            <ac:graphicFrameMk id="66563" creationId="{C35BFEDE-5C95-971E-9ABE-58383CDF9949}"/>
          </ac:graphicFrameMkLst>
        </pc:graphicFrameChg>
        <pc:graphicFrameChg chg="mod">
          <ac:chgData name="Lines, Todd" userId="afaf7c3a-e8aa-4568-882a-02ad8f9e19b0" providerId="ADAL" clId="{5FF5AC1B-ABA9-43D7-A1E3-2D92732CD6E2}" dt="2026-01-23T20:19:37.325" v="92" actId="1035"/>
          <ac:graphicFrameMkLst>
            <pc:docMk/>
            <pc:sldMk cId="282488105" sldId="329"/>
            <ac:graphicFrameMk id="66564" creationId="{4BE1A04F-0102-C9CF-E55A-72356AC942D5}"/>
          </ac:graphicFrameMkLst>
        </pc:graphicFrameChg>
        <pc:graphicFrameChg chg="del">
          <ac:chgData name="Lines, Todd" userId="afaf7c3a-e8aa-4568-882a-02ad8f9e19b0" providerId="ADAL" clId="{5FF5AC1B-ABA9-43D7-A1E3-2D92732CD6E2}" dt="2026-01-23T20:19:29.485" v="42" actId="478"/>
          <ac:graphicFrameMkLst>
            <pc:docMk/>
            <pc:sldMk cId="282488105" sldId="329"/>
            <ac:graphicFrameMk id="66565" creationId="{1DC0D837-B409-4279-7EEC-98832ED56CE1}"/>
          </ac:graphicFrameMkLst>
        </pc:graphicFrameChg>
        <pc:graphicFrameChg chg="del">
          <ac:chgData name="Lines, Todd" userId="afaf7c3a-e8aa-4568-882a-02ad8f9e19b0" providerId="ADAL" clId="{5FF5AC1B-ABA9-43D7-A1E3-2D92732CD6E2}" dt="2026-01-23T20:19:29.485" v="42" actId="478"/>
          <ac:graphicFrameMkLst>
            <pc:docMk/>
            <pc:sldMk cId="282488105" sldId="329"/>
            <ac:graphicFrameMk id="66566" creationId="{63EA0CB3-AF63-9E71-6BF8-B0B4DAE5A858}"/>
          </ac:graphicFrameMkLst>
        </pc:graphicFrameChg>
        <pc:graphicFrameChg chg="mod">
          <ac:chgData name="Lines, Todd" userId="afaf7c3a-e8aa-4568-882a-02ad8f9e19b0" providerId="ADAL" clId="{5FF5AC1B-ABA9-43D7-A1E3-2D92732CD6E2}" dt="2026-01-23T20:19:49.566" v="94" actId="1076"/>
          <ac:graphicFrameMkLst>
            <pc:docMk/>
            <pc:sldMk cId="282488105" sldId="329"/>
            <ac:graphicFrameMk id="66567" creationId="{C0945236-E854-7C11-E59D-B5EA56851726}"/>
          </ac:graphicFrameMkLst>
        </pc:graphicFrameChg>
        <pc:graphicFrameChg chg="mod">
          <ac:chgData name="Lines, Todd" userId="afaf7c3a-e8aa-4568-882a-02ad8f9e19b0" providerId="ADAL" clId="{5FF5AC1B-ABA9-43D7-A1E3-2D92732CD6E2}" dt="2026-01-23T20:19:37.325" v="92" actId="1035"/>
          <ac:graphicFrameMkLst>
            <pc:docMk/>
            <pc:sldMk cId="282488105" sldId="329"/>
            <ac:graphicFrameMk id="66568" creationId="{9CB65748-DECE-25D7-2338-1D5430C8B382}"/>
          </ac:graphicFrameMkLst>
        </pc:graphicFrameChg>
        <pc:picChg chg="del mod">
          <ac:chgData name="Lines, Todd" userId="afaf7c3a-e8aa-4568-882a-02ad8f9e19b0" providerId="ADAL" clId="{5FF5AC1B-ABA9-43D7-A1E3-2D92732CD6E2}" dt="2026-01-23T20:22:33.659" v="115" actId="21"/>
          <ac:picMkLst>
            <pc:docMk/>
            <pc:sldMk cId="282488105" sldId="329"/>
            <ac:picMk id="6" creationId="{2C16A590-F809-7531-8C8D-3EDCF6456D32}"/>
          </ac:picMkLst>
        </pc:picChg>
        <pc:picChg chg="del mod">
          <ac:chgData name="Lines, Todd" userId="afaf7c3a-e8aa-4568-882a-02ad8f9e19b0" providerId="ADAL" clId="{5FF5AC1B-ABA9-43D7-A1E3-2D92732CD6E2}" dt="2026-01-23T20:23:15.173" v="117" actId="21"/>
          <ac:picMkLst>
            <pc:docMk/>
            <pc:sldMk cId="282488105" sldId="329"/>
            <ac:picMk id="7" creationId="{292259E6-3093-3A5C-B0F2-FAE6286B3A8B}"/>
          </ac:picMkLst>
        </pc:picChg>
        <pc:picChg chg="del">
          <ac:chgData name="Lines, Todd" userId="afaf7c3a-e8aa-4568-882a-02ad8f9e19b0" providerId="ADAL" clId="{5FF5AC1B-ABA9-43D7-A1E3-2D92732CD6E2}" dt="2026-01-23T20:19:29.485" v="42" actId="478"/>
          <ac:picMkLst>
            <pc:docMk/>
            <pc:sldMk cId="282488105" sldId="329"/>
            <ac:picMk id="66570" creationId="{B6E7E2F5-F123-2BC6-1F2B-7759BC08CE61}"/>
          </ac:picMkLst>
        </pc:picChg>
        <pc:picChg chg="del">
          <ac:chgData name="Lines, Todd" userId="afaf7c3a-e8aa-4568-882a-02ad8f9e19b0" providerId="ADAL" clId="{5FF5AC1B-ABA9-43D7-A1E3-2D92732CD6E2}" dt="2026-01-23T20:19:29.485" v="42" actId="478"/>
          <ac:picMkLst>
            <pc:docMk/>
            <pc:sldMk cId="282488105" sldId="329"/>
            <ac:picMk id="66571" creationId="{8DCF9FD7-DD71-21F9-9326-BDDF12BE247F}"/>
          </ac:picMkLst>
        </pc:picChg>
        <pc:picChg chg="mod">
          <ac:chgData name="Lines, Todd" userId="afaf7c3a-e8aa-4568-882a-02ad8f9e19b0" providerId="ADAL" clId="{5FF5AC1B-ABA9-43D7-A1E3-2D92732CD6E2}" dt="2026-01-23T20:19:56.871" v="96" actId="14100"/>
          <ac:picMkLst>
            <pc:docMk/>
            <pc:sldMk cId="282488105" sldId="329"/>
            <ac:picMk id="66572" creationId="{0ADA3A07-0C0F-C9CA-54C5-56A223620D41}"/>
          </ac:picMkLst>
        </pc:picChg>
        <pc:cxnChg chg="del">
          <ac:chgData name="Lines, Todd" userId="afaf7c3a-e8aa-4568-882a-02ad8f9e19b0" providerId="ADAL" clId="{5FF5AC1B-ABA9-43D7-A1E3-2D92732CD6E2}" dt="2026-01-23T20:19:29.485" v="42" actId="478"/>
          <ac:cxnSpMkLst>
            <pc:docMk/>
            <pc:sldMk cId="282488105" sldId="329"/>
            <ac:cxnSpMk id="311" creationId="{093D9730-D598-BF7E-C6BC-9E0F835DAA9C}"/>
          </ac:cxnSpMkLst>
        </pc:cxnChg>
        <pc:cxnChg chg="del">
          <ac:chgData name="Lines, Todd" userId="afaf7c3a-e8aa-4568-882a-02ad8f9e19b0" providerId="ADAL" clId="{5FF5AC1B-ABA9-43D7-A1E3-2D92732CD6E2}" dt="2026-01-23T20:19:29.485" v="42" actId="478"/>
          <ac:cxnSpMkLst>
            <pc:docMk/>
            <pc:sldMk cId="282488105" sldId="329"/>
            <ac:cxnSpMk id="320" creationId="{687419C3-390A-1FCB-8321-D0503548FB04}"/>
          </ac:cxnSpMkLst>
        </pc:cxnChg>
        <pc:cxnChg chg="mod">
          <ac:chgData name="Lines, Todd" userId="afaf7c3a-e8aa-4568-882a-02ad8f9e19b0" providerId="ADAL" clId="{5FF5AC1B-ABA9-43D7-A1E3-2D92732CD6E2}" dt="2026-01-23T20:19:37.325" v="92" actId="1035"/>
          <ac:cxnSpMkLst>
            <pc:docMk/>
            <pc:sldMk cId="282488105" sldId="329"/>
            <ac:cxnSpMk id="324" creationId="{058F0555-1472-275E-55B0-F0FB350F8256}"/>
          </ac:cxnSpMkLst>
        </pc:cxnChg>
        <pc:cxnChg chg="mod">
          <ac:chgData name="Lines, Todd" userId="afaf7c3a-e8aa-4568-882a-02ad8f9e19b0" providerId="ADAL" clId="{5FF5AC1B-ABA9-43D7-A1E3-2D92732CD6E2}" dt="2026-01-23T20:20:00.413" v="97" actId="1076"/>
          <ac:cxnSpMkLst>
            <pc:docMk/>
            <pc:sldMk cId="282488105" sldId="329"/>
            <ac:cxnSpMk id="325" creationId="{2FE987C1-FFCB-F0C3-9EEB-5AE45E13A51E}"/>
          </ac:cxnSpMkLst>
        </pc:cxnChg>
        <pc:cxnChg chg="mod">
          <ac:chgData name="Lines, Todd" userId="afaf7c3a-e8aa-4568-882a-02ad8f9e19b0" providerId="ADAL" clId="{5FF5AC1B-ABA9-43D7-A1E3-2D92732CD6E2}" dt="2026-01-23T20:19:37.325" v="92" actId="1035"/>
          <ac:cxnSpMkLst>
            <pc:docMk/>
            <pc:sldMk cId="282488105" sldId="329"/>
            <ac:cxnSpMk id="328" creationId="{4F2594F1-B9EE-ACC5-F361-C96D5FBE501F}"/>
          </ac:cxnSpMkLst>
        </pc:cxnChg>
      </pc:sldChg>
      <pc:sldChg chg="add">
        <pc:chgData name="Lines, Todd" userId="afaf7c3a-e8aa-4568-882a-02ad8f9e19b0" providerId="ADAL" clId="{5FF5AC1B-ABA9-43D7-A1E3-2D92732CD6E2}" dt="2026-01-23T20:46:59.993" v="119"/>
        <pc:sldMkLst>
          <pc:docMk/>
          <pc:sldMk cId="0" sldId="330"/>
        </pc:sldMkLst>
      </pc:sldChg>
      <pc:sldChg chg="add">
        <pc:chgData name="Lines, Todd" userId="afaf7c3a-e8aa-4568-882a-02ad8f9e19b0" providerId="ADAL" clId="{5FF5AC1B-ABA9-43D7-A1E3-2D92732CD6E2}" dt="2026-01-23T20:46:59.993" v="119"/>
        <pc:sldMkLst>
          <pc:docMk/>
          <pc:sldMk cId="0" sldId="1071"/>
        </pc:sldMkLst>
      </pc:sldChg>
      <pc:sldChg chg="add">
        <pc:chgData name="Lines, Todd" userId="afaf7c3a-e8aa-4568-882a-02ad8f9e19b0" providerId="ADAL" clId="{5FF5AC1B-ABA9-43D7-A1E3-2D92732CD6E2}" dt="2026-01-23T20:46:59.993" v="119"/>
        <pc:sldMkLst>
          <pc:docMk/>
          <pc:sldMk cId="0" sldId="1072"/>
        </pc:sldMkLst>
      </pc:sldChg>
      <pc:sldChg chg="add">
        <pc:chgData name="Lines, Todd" userId="afaf7c3a-e8aa-4568-882a-02ad8f9e19b0" providerId="ADAL" clId="{5FF5AC1B-ABA9-43D7-A1E3-2D92732CD6E2}" dt="2026-01-23T20:46:59.993" v="119"/>
        <pc:sldMkLst>
          <pc:docMk/>
          <pc:sldMk cId="0" sldId="1138"/>
        </pc:sldMkLst>
      </pc:sldChg>
      <pc:sldChg chg="add">
        <pc:chgData name="Lines, Todd" userId="afaf7c3a-e8aa-4568-882a-02ad8f9e19b0" providerId="ADAL" clId="{5FF5AC1B-ABA9-43D7-A1E3-2D92732CD6E2}" dt="2026-01-23T20:46:59.993" v="119"/>
        <pc:sldMkLst>
          <pc:docMk/>
          <pc:sldMk cId="0" sldId="1139"/>
        </pc:sldMkLst>
      </pc:sldChg>
      <pc:sldChg chg="add">
        <pc:chgData name="Lines, Todd" userId="afaf7c3a-e8aa-4568-882a-02ad8f9e19b0" providerId="ADAL" clId="{5FF5AC1B-ABA9-43D7-A1E3-2D92732CD6E2}" dt="2026-01-23T20:46:59.993" v="119"/>
        <pc:sldMkLst>
          <pc:docMk/>
          <pc:sldMk cId="0" sldId="1140"/>
        </pc:sldMkLst>
      </pc:sldChg>
      <pc:sldChg chg="add">
        <pc:chgData name="Lines, Todd" userId="afaf7c3a-e8aa-4568-882a-02ad8f9e19b0" providerId="ADAL" clId="{5FF5AC1B-ABA9-43D7-A1E3-2D92732CD6E2}" dt="2026-01-23T20:46:59.993" v="119"/>
        <pc:sldMkLst>
          <pc:docMk/>
          <pc:sldMk cId="0" sldId="1141"/>
        </pc:sldMkLst>
      </pc:sldChg>
      <pc:sldChg chg="add">
        <pc:chgData name="Lines, Todd" userId="afaf7c3a-e8aa-4568-882a-02ad8f9e19b0" providerId="ADAL" clId="{5FF5AC1B-ABA9-43D7-A1E3-2D92732CD6E2}" dt="2026-01-23T20:46:59.993" v="119"/>
        <pc:sldMkLst>
          <pc:docMk/>
          <pc:sldMk cId="3891747274" sldId="1439"/>
        </pc:sldMkLst>
      </pc:sldChg>
      <pc:sldChg chg="add">
        <pc:chgData name="Lines, Todd" userId="afaf7c3a-e8aa-4568-882a-02ad8f9e19b0" providerId="ADAL" clId="{5FF5AC1B-ABA9-43D7-A1E3-2D92732CD6E2}" dt="2026-01-23T20:46:59.993" v="119"/>
        <pc:sldMkLst>
          <pc:docMk/>
          <pc:sldMk cId="2287922219" sldId="1441"/>
        </pc:sldMkLst>
      </pc:sldChg>
      <pc:sldChg chg="add">
        <pc:chgData name="Lines, Todd" userId="afaf7c3a-e8aa-4568-882a-02ad8f9e19b0" providerId="ADAL" clId="{5FF5AC1B-ABA9-43D7-A1E3-2D92732CD6E2}" dt="2026-01-23T20:46:59.993" v="119"/>
        <pc:sldMkLst>
          <pc:docMk/>
          <pc:sldMk cId="0" sldId="144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DC20DDF-410A-4A2E-BE2B-BF9258AB4EBC}" type="datetimeFigureOut">
              <a:rPr lang="en-US" smtClean="0"/>
              <a:t>1/23/2026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7D45037-B36C-428B-80E4-B5F1332A92C9}" type="slidenum">
              <a:rPr lang="en-US" smtClean="0"/>
              <a:t>‹#›</a:t>
            </a:fld>
            <a:endParaRPr lang="en-US"/>
          </a:p>
        </p:txBody>
      </p:sp>
    </p:spTree>
    <p:extLst>
      <p:ext uri="{BB962C8B-B14F-4D97-AF65-F5344CB8AC3E}">
        <p14:creationId xmlns:p14="http://schemas.microsoft.com/office/powerpoint/2010/main" val="629805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689" name="Slide Image Placeholder 1"/>
          <p:cNvSpPr>
            <a:spLocks noGrp="1" noRot="1" noChangeAspect="1"/>
          </p:cNvSpPr>
          <p:nvPr>
            <p:ph type="sldImg"/>
          </p:nvPr>
        </p:nvSpPr>
        <p:spPr bwMode="auto">
          <a:noFill/>
          <a:ln>
            <a:solidFill>
              <a:srgbClr val="000000"/>
            </a:solidFill>
            <a:miter lim="800000"/>
            <a:headEnd/>
            <a:tailEnd/>
          </a:ln>
        </p:spPr>
      </p:sp>
      <p:sp>
        <p:nvSpPr>
          <p:cNvPr id="62669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2669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D4F8A5F3-0208-4830-9EE2-D4C6CC4F1569}" type="slidenum">
              <a:rPr lang="en-US"/>
              <a:pPr fontAlgn="base">
                <a:spcBef>
                  <a:spcPct val="0"/>
                </a:spcBef>
                <a:spcAft>
                  <a:spcPct val="0"/>
                </a:spcAft>
              </a:pPr>
              <a:t>19</a:t>
            </a:fld>
            <a:endParaRPr lang="en-US" dirty="0"/>
          </a:p>
        </p:txBody>
      </p:sp>
    </p:spTree>
    <p:extLst>
      <p:ext uri="{BB962C8B-B14F-4D97-AF65-F5344CB8AC3E}">
        <p14:creationId xmlns:p14="http://schemas.microsoft.com/office/powerpoint/2010/main" val="24964167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0785" name="Slide Image Placeholder 1"/>
          <p:cNvSpPr>
            <a:spLocks noGrp="1" noRot="1" noChangeAspect="1"/>
          </p:cNvSpPr>
          <p:nvPr>
            <p:ph type="sldImg"/>
          </p:nvPr>
        </p:nvSpPr>
        <p:spPr bwMode="auto">
          <a:noFill/>
          <a:ln>
            <a:solidFill>
              <a:srgbClr val="000000"/>
            </a:solidFill>
            <a:miter lim="800000"/>
            <a:headEnd/>
            <a:tailEnd/>
          </a:ln>
        </p:spPr>
      </p:sp>
      <p:sp>
        <p:nvSpPr>
          <p:cNvPr id="6307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307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AAD429F3-ED27-46E8-8F2C-5E6075FC71E0}" type="slidenum">
              <a:rPr lang="en-US"/>
              <a:pPr fontAlgn="base">
                <a:spcBef>
                  <a:spcPct val="0"/>
                </a:spcBef>
                <a:spcAft>
                  <a:spcPct val="0"/>
                </a:spcAft>
              </a:pPr>
              <a:t>24</a:t>
            </a:fld>
            <a:endParaRPr lang="en-US" dirty="0"/>
          </a:p>
        </p:txBody>
      </p:sp>
    </p:spTree>
    <p:extLst>
      <p:ext uri="{BB962C8B-B14F-4D97-AF65-F5344CB8AC3E}">
        <p14:creationId xmlns:p14="http://schemas.microsoft.com/office/powerpoint/2010/main" val="23871502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AFECFA9-DC3E-4562-9E83-FF802A3C38DE}" type="slidenum">
              <a:rPr lang="en-US" smtClean="0"/>
              <a:pPr/>
              <a:t>34</a:t>
            </a:fld>
            <a:endParaRPr lang="en-US"/>
          </a:p>
        </p:txBody>
      </p:sp>
    </p:spTree>
    <p:extLst>
      <p:ext uri="{BB962C8B-B14F-4D97-AF65-F5344CB8AC3E}">
        <p14:creationId xmlns:p14="http://schemas.microsoft.com/office/powerpoint/2010/main" val="24101712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bwMode="auto">
          <a:noFill/>
          <a:ln>
            <a:solidFill>
              <a:srgbClr val="000000"/>
            </a:solidFill>
            <a:miter lim="800000"/>
            <a:headEnd/>
            <a:tailEnd/>
          </a:ln>
        </p:spPr>
      </p:sp>
      <p:sp>
        <p:nvSpPr>
          <p:cNvPr id="3072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3072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A5995E9-268A-47CD-8EB6-6898CE55DF23}" type="slidenum">
              <a:rPr lang="en-US" smtClean="0"/>
              <a:pPr/>
              <a:t>55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70D32CF-726D-406C-8E04-892C32375105}" type="datetimeFigureOut">
              <a:rPr lang="en-US" smtClean="0"/>
              <a:pPr/>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70D32CF-726D-406C-8E04-892C32375105}" type="datetimeFigureOut">
              <a:rPr lang="en-US" smtClean="0"/>
              <a:pPr/>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70D32CF-726D-406C-8E04-892C32375105}" type="datetimeFigureOut">
              <a:rPr lang="en-US" smtClean="0"/>
              <a:pPr/>
              <a:t>1/23/2026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70D32CF-726D-406C-8E04-892C32375105}" type="datetimeFigureOut">
              <a:rPr lang="en-US" smtClean="0"/>
              <a:pPr/>
              <a:t>1/23/2026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70D32CF-726D-406C-8E04-892C32375105}" type="datetimeFigureOut">
              <a:rPr lang="en-US" smtClean="0"/>
              <a:pPr/>
              <a:t>1/23/2026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0D32CF-726D-406C-8E04-892C32375105}" type="datetimeFigureOut">
              <a:rPr lang="en-US" smtClean="0"/>
              <a:pPr/>
              <a:t>1/23/2026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0D32CF-726D-406C-8E04-892C32375105}" type="datetimeFigureOut">
              <a:rPr lang="en-US" smtClean="0"/>
              <a:pPr/>
              <a:t>1/23/2026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0D32CF-726D-406C-8E04-892C32375105}" type="datetimeFigureOut">
              <a:rPr lang="en-US" smtClean="0"/>
              <a:pPr/>
              <a:t>1/23/2026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70D32CF-726D-406C-8E04-892C32375105}" type="datetimeFigureOut">
              <a:rPr lang="en-US" smtClean="0"/>
              <a:pPr/>
              <a:t>1/23/2026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EA76A9-D8C5-4554-9094-501E768039D7}"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6.xml"/><Relationship Id="rId1" Type="http://schemas.openxmlformats.org/officeDocument/2006/relationships/video" Target="https://www.youtube.com/embed/PAsMlDptjx8?start=35&amp;feature=oembed"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Layout" Target="../slideLayouts/slideLayout6.xml"/><Relationship Id="rId1" Type="http://schemas.openxmlformats.org/officeDocument/2006/relationships/video" Target="https://www.youtube.com/embed/qNf9nzvnd1k?feature=oembed"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6.jpeg"/></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8.wmf"/></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9.emf"/><Relationship Id="rId1" Type="http://schemas.openxmlformats.org/officeDocument/2006/relationships/slideLayout" Target="../slideLayouts/slideLayout7.xml"/><Relationship Id="rId6" Type="http://schemas.openxmlformats.org/officeDocument/2006/relationships/image" Target="../media/image11.wmf"/><Relationship Id="rId5" Type="http://schemas.openxmlformats.org/officeDocument/2006/relationships/oleObject" Target="../embeddings/oleObject4.bin"/><Relationship Id="rId4" Type="http://schemas.openxmlformats.org/officeDocument/2006/relationships/image" Target="../media/image10.wmf"/></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image" Target="../media/image12.emf"/><Relationship Id="rId1" Type="http://schemas.openxmlformats.org/officeDocument/2006/relationships/slideLayout" Target="../slideLayouts/slideLayout7.xml"/><Relationship Id="rId6" Type="http://schemas.openxmlformats.org/officeDocument/2006/relationships/image" Target="../media/image11.wmf"/><Relationship Id="rId5" Type="http://schemas.openxmlformats.org/officeDocument/2006/relationships/oleObject" Target="../embeddings/oleObject4.bin"/><Relationship Id="rId4" Type="http://schemas.openxmlformats.org/officeDocument/2006/relationships/image" Target="../media/image13.wmf"/></Relationships>
</file>

<file path=ppt/slides/_rels/slide23.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image" Target="../media/image7.emf"/><Relationship Id="rId7" Type="http://schemas.openxmlformats.org/officeDocument/2006/relationships/oleObject" Target="../embeddings/oleObject3.bin"/><Relationship Id="rId12" Type="http://schemas.openxmlformats.org/officeDocument/2006/relationships/image" Target="../media/image11.wmf"/><Relationship Id="rId2" Type="http://schemas.openxmlformats.org/officeDocument/2006/relationships/image" Target="../media/image9.emf"/><Relationship Id="rId1" Type="http://schemas.openxmlformats.org/officeDocument/2006/relationships/slideLayout" Target="../slideLayouts/slideLayout7.xml"/><Relationship Id="rId6" Type="http://schemas.openxmlformats.org/officeDocument/2006/relationships/image" Target="../media/image8.wmf"/><Relationship Id="rId11" Type="http://schemas.openxmlformats.org/officeDocument/2006/relationships/oleObject" Target="../embeddings/oleObject4.bin"/><Relationship Id="rId5" Type="http://schemas.openxmlformats.org/officeDocument/2006/relationships/oleObject" Target="../embeddings/oleObject2.bin"/><Relationship Id="rId10" Type="http://schemas.openxmlformats.org/officeDocument/2006/relationships/image" Target="../media/image13.wmf"/><Relationship Id="rId4" Type="http://schemas.openxmlformats.org/officeDocument/2006/relationships/image" Target="../media/image12.emf"/><Relationship Id="rId9" Type="http://schemas.openxmlformats.org/officeDocument/2006/relationships/oleObject" Target="../embeddings/oleObject5.bin"/></Relationships>
</file>

<file path=ppt/slides/_rels/slide24.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image" Target="../media/image15.wmf"/><Relationship Id="rId7" Type="http://schemas.openxmlformats.org/officeDocument/2006/relationships/image" Target="../media/image11.wmf"/><Relationship Id="rId12" Type="http://schemas.openxmlformats.org/officeDocument/2006/relationships/image" Target="../media/image20.wmf"/><Relationship Id="rId2" Type="http://schemas.openxmlformats.org/officeDocument/2006/relationships/oleObject" Target="../embeddings/oleObject6.bin"/><Relationship Id="rId1" Type="http://schemas.openxmlformats.org/officeDocument/2006/relationships/slideLayout" Target="../slideLayouts/slideLayout7.xml"/><Relationship Id="rId6" Type="http://schemas.openxmlformats.org/officeDocument/2006/relationships/oleObject" Target="../embeddings/oleObject8.bin"/><Relationship Id="rId11" Type="http://schemas.openxmlformats.org/officeDocument/2006/relationships/oleObject" Target="../embeddings/oleObject9.bin"/><Relationship Id="rId5" Type="http://schemas.openxmlformats.org/officeDocument/2006/relationships/image" Target="../media/image16.wmf"/><Relationship Id="rId10" Type="http://schemas.openxmlformats.org/officeDocument/2006/relationships/image" Target="../media/image19.emf"/><Relationship Id="rId4" Type="http://schemas.openxmlformats.org/officeDocument/2006/relationships/oleObject" Target="../embeddings/oleObject7.bin"/><Relationship Id="rId9" Type="http://schemas.openxmlformats.org/officeDocument/2006/relationships/image" Target="../media/image18.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28.gif"/><Relationship Id="rId3" Type="http://schemas.openxmlformats.org/officeDocument/2006/relationships/image" Target="../media/image23.gif"/><Relationship Id="rId7" Type="http://schemas.openxmlformats.org/officeDocument/2006/relationships/image" Target="../media/image27.gi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6.gif"/><Relationship Id="rId5" Type="http://schemas.openxmlformats.org/officeDocument/2006/relationships/image" Target="../media/image25.gif"/><Relationship Id="rId4" Type="http://schemas.openxmlformats.org/officeDocument/2006/relationships/image" Target="../media/image24.gi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8" Type="http://schemas.openxmlformats.org/officeDocument/2006/relationships/image" Target="../media/image36.wmf"/><Relationship Id="rId3" Type="http://schemas.openxmlformats.org/officeDocument/2006/relationships/oleObject" Target="../embeddings/oleObject10.bin"/><Relationship Id="rId7" Type="http://schemas.openxmlformats.org/officeDocument/2006/relationships/oleObject" Target="../embeddings/oleObject12.bin"/><Relationship Id="rId2" Type="http://schemas.openxmlformats.org/officeDocument/2006/relationships/image" Target="../media/image33.emf"/><Relationship Id="rId1" Type="http://schemas.openxmlformats.org/officeDocument/2006/relationships/slideLayout" Target="../slideLayouts/slideLayout2.xml"/><Relationship Id="rId6" Type="http://schemas.openxmlformats.org/officeDocument/2006/relationships/image" Target="../media/image35.emf"/><Relationship Id="rId5" Type="http://schemas.openxmlformats.org/officeDocument/2006/relationships/oleObject" Target="../embeddings/oleObject11.bin"/><Relationship Id="rId4" Type="http://schemas.openxmlformats.org/officeDocument/2006/relationships/image" Target="../media/image34.emf"/><Relationship Id="rId9" Type="http://schemas.openxmlformats.org/officeDocument/2006/relationships/image" Target="../media/image37.emf"/></Relationships>
</file>

<file path=ppt/slides/_rels/slide55.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39.emf"/><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hyperlink" Target="Anamations/bamboo%20six%20hole%20flute.wma" TargetMode="Externa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hyperlink" Target="Anamations/recorder.wma" TargetMode="External"/><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7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1.wmf"/><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3.wmf"/><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image" Target="../media/image55.wmf"/><Relationship Id="rId1" Type="http://schemas.openxmlformats.org/officeDocument/2006/relationships/slideLayout" Target="../slideLayouts/slideLayout2.xml"/><Relationship Id="rId6" Type="http://schemas.openxmlformats.org/officeDocument/2006/relationships/image" Target="../media/image57.wmf"/><Relationship Id="rId5" Type="http://schemas.openxmlformats.org/officeDocument/2006/relationships/oleObject" Target="../embeddings/oleObject14.bin"/><Relationship Id="rId4" Type="http://schemas.openxmlformats.org/officeDocument/2006/relationships/image" Target="../media/image56.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C0A0E9-AC12-D017-8ECF-474E70FAB23A}"/>
              </a:ext>
            </a:extLst>
          </p:cNvPr>
          <p:cNvSpPr>
            <a:spLocks noGrp="1"/>
          </p:cNvSpPr>
          <p:nvPr>
            <p:ph type="ctrTitle"/>
          </p:nvPr>
        </p:nvSpPr>
        <p:spPr/>
        <p:txBody>
          <a:bodyPr/>
          <a:lstStyle/>
          <a:p>
            <a:r>
              <a:rPr lang="en-US" dirty="0"/>
              <a:t>Lecture 9</a:t>
            </a:r>
          </a:p>
        </p:txBody>
      </p:sp>
      <p:sp>
        <p:nvSpPr>
          <p:cNvPr id="3" name="Subtitle 2">
            <a:extLst>
              <a:ext uri="{FF2B5EF4-FFF2-40B4-BE49-F238E27FC236}">
                <a16:creationId xmlns:a16="http://schemas.microsoft.com/office/drawing/2014/main" id="{EEA104DE-86AC-0B05-61A5-06494D7252A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587679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117882"/>
            <a:ext cx="8229600" cy="483008"/>
          </a:xfrm>
        </p:spPr>
        <p:txBody>
          <a:bodyPr>
            <a:normAutofit fontScale="90000"/>
          </a:bodyPr>
          <a:lstStyle/>
          <a:p>
            <a:r>
              <a:rPr lang="en-US" dirty="0"/>
              <a:t>Frequency Response</a:t>
            </a:r>
          </a:p>
        </p:txBody>
      </p:sp>
      <p:pic>
        <p:nvPicPr>
          <p:cNvPr id="21505" name="Picture 1"/>
          <p:cNvPicPr>
            <a:picLocks noChangeAspect="1" noChangeArrowheads="1"/>
          </p:cNvPicPr>
          <p:nvPr/>
        </p:nvPicPr>
        <p:blipFill>
          <a:blip r:embed="rId2" cstate="print"/>
          <a:srcRect/>
          <a:stretch>
            <a:fillRect/>
          </a:stretch>
        </p:blipFill>
        <p:spPr bwMode="auto">
          <a:xfrm>
            <a:off x="1143000" y="0"/>
            <a:ext cx="6496050" cy="6591300"/>
          </a:xfrm>
          <a:prstGeom prst="rect">
            <a:avLst/>
          </a:prstGeom>
          <a:noFill/>
          <a:ln w="9525">
            <a:noFill/>
            <a:miter lim="800000"/>
            <a:headEnd/>
            <a:tailEnd/>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1745" name="Object 1"/>
          <p:cNvGraphicFramePr>
            <a:graphicFrameLocks noChangeAspect="1"/>
          </p:cNvGraphicFramePr>
          <p:nvPr/>
        </p:nvGraphicFramePr>
        <p:xfrm>
          <a:off x="519113" y="685800"/>
          <a:ext cx="8183562" cy="5257800"/>
        </p:xfrm>
        <a:graphic>
          <a:graphicData uri="http://schemas.openxmlformats.org/presentationml/2006/ole">
            <mc:AlternateContent xmlns:mc="http://schemas.openxmlformats.org/markup-compatibility/2006">
              <mc:Choice xmlns:v="urn:schemas-microsoft-com:vml" Requires="v">
                <p:oleObj name="Equation" r:id="rId2" imgW="3632040" imgH="2336760" progId="Equation.3">
                  <p:embed/>
                </p:oleObj>
              </mc:Choice>
              <mc:Fallback>
                <p:oleObj name="Equation" r:id="rId2" imgW="3632040" imgH="2336760" progId="Equation.3">
                  <p:embed/>
                  <p:pic>
                    <p:nvPicPr>
                      <p:cNvPr id="3174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9113" y="685800"/>
                        <a:ext cx="8183562" cy="525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922B-74CE-0FC3-2C32-DF3B2D2DD93B}"/>
              </a:ext>
            </a:extLst>
          </p:cNvPr>
          <p:cNvSpPr>
            <a:spLocks noGrp="1"/>
          </p:cNvSpPr>
          <p:nvPr>
            <p:ph type="title"/>
          </p:nvPr>
        </p:nvSpPr>
        <p:spPr/>
        <p:txBody>
          <a:bodyPr/>
          <a:lstStyle/>
          <a:p>
            <a:endParaRPr lang="en-US"/>
          </a:p>
        </p:txBody>
      </p:sp>
      <p:pic>
        <p:nvPicPr>
          <p:cNvPr id="4" name="Online Media 3" title="20 - 20,000 Hz Audio Sweep | Range of Human Hearing">
            <a:hlinkClick r:id="" action="ppaction://media"/>
            <a:extLst>
              <a:ext uri="{FF2B5EF4-FFF2-40B4-BE49-F238E27FC236}">
                <a16:creationId xmlns:a16="http://schemas.microsoft.com/office/drawing/2014/main" id="{DAE2A153-1463-CA84-1DAF-92C73B41B839}"/>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3891747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A7BF2-A4B1-C5BA-E446-A723CFB1643C}"/>
              </a:ext>
            </a:extLst>
          </p:cNvPr>
          <p:cNvSpPr>
            <a:spLocks noGrp="1"/>
          </p:cNvSpPr>
          <p:nvPr>
            <p:ph type="title"/>
          </p:nvPr>
        </p:nvSpPr>
        <p:spPr/>
        <p:txBody>
          <a:bodyPr/>
          <a:lstStyle/>
          <a:p>
            <a:endParaRPr lang="en-US"/>
          </a:p>
        </p:txBody>
      </p:sp>
      <p:pic>
        <p:nvPicPr>
          <p:cNvPr id="3" name="Online Media 2" title="20Hz to 20kHz (Human Audio Spectrum)">
            <a:hlinkClick r:id="" action="ppaction://media"/>
            <a:extLst>
              <a:ext uri="{FF2B5EF4-FFF2-40B4-BE49-F238E27FC236}">
                <a16:creationId xmlns:a16="http://schemas.microsoft.com/office/drawing/2014/main" id="{54F8483C-4599-61F7-AADE-B5A17726C974}"/>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2287922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5793" name="Title 1"/>
          <p:cNvSpPr>
            <a:spLocks noGrp="1"/>
          </p:cNvSpPr>
          <p:nvPr>
            <p:ph type="title"/>
          </p:nvPr>
        </p:nvSpPr>
        <p:spPr/>
        <p:txBody>
          <a:bodyPr/>
          <a:lstStyle/>
          <a:p>
            <a:r>
              <a:rPr lang="en-US" dirty="0"/>
              <a:t>Question 223.4.11  123.22.7</a:t>
            </a:r>
          </a:p>
        </p:txBody>
      </p:sp>
      <p:sp>
        <p:nvSpPr>
          <p:cNvPr id="545794" name="Content Placeholder 2"/>
          <p:cNvSpPr>
            <a:spLocks noGrp="1"/>
          </p:cNvSpPr>
          <p:nvPr>
            <p:ph idx="1"/>
          </p:nvPr>
        </p:nvSpPr>
        <p:spPr/>
        <p:txBody>
          <a:bodyPr/>
          <a:lstStyle/>
          <a:p>
            <a:pPr>
              <a:buFontTx/>
              <a:buNone/>
            </a:pPr>
            <a:r>
              <a:rPr lang="en-US" b="1" dirty="0"/>
              <a:t>Suppose I have a loud speaker and 1m away from that loud speaker I measure an intensity of 1W /m². What is the sound level? </a:t>
            </a:r>
          </a:p>
          <a:p>
            <a:pPr>
              <a:buFontTx/>
              <a:buNone/>
            </a:pPr>
            <a:r>
              <a:rPr lang="en-US" b="1" dirty="0"/>
              <a:t>a)  3dB</a:t>
            </a:r>
          </a:p>
          <a:p>
            <a:pPr>
              <a:buFontTx/>
              <a:buNone/>
            </a:pPr>
            <a:r>
              <a:rPr lang="en-US" b="1" dirty="0"/>
              <a:t>b) 10dB</a:t>
            </a:r>
          </a:p>
          <a:p>
            <a:pPr>
              <a:buFontTx/>
              <a:buNone/>
            </a:pPr>
            <a:r>
              <a:rPr lang="en-US" b="1" dirty="0"/>
              <a:t>c) 120dB</a:t>
            </a:r>
          </a:p>
          <a:p>
            <a:pPr>
              <a:buFontTx/>
              <a:buNone/>
            </a:pPr>
            <a:r>
              <a:rPr lang="en-US" b="1" dirty="0"/>
              <a:t>d) 150dB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7" name="Title 1"/>
          <p:cNvSpPr>
            <a:spLocks noGrp="1"/>
          </p:cNvSpPr>
          <p:nvPr>
            <p:ph type="title"/>
          </p:nvPr>
        </p:nvSpPr>
        <p:spPr/>
        <p:txBody>
          <a:bodyPr/>
          <a:lstStyle/>
          <a:p>
            <a:r>
              <a:rPr lang="en-US" dirty="0"/>
              <a:t>Question 223.4.12 123.22.8</a:t>
            </a:r>
          </a:p>
        </p:txBody>
      </p:sp>
      <p:sp>
        <p:nvSpPr>
          <p:cNvPr id="546818" name="Content Placeholder 2"/>
          <p:cNvSpPr>
            <a:spLocks noGrp="1"/>
          </p:cNvSpPr>
          <p:nvPr>
            <p:ph idx="1"/>
          </p:nvPr>
        </p:nvSpPr>
        <p:spPr/>
        <p:txBody>
          <a:bodyPr/>
          <a:lstStyle/>
          <a:p>
            <a:pPr>
              <a:buFontTx/>
              <a:buNone/>
            </a:pPr>
            <a:r>
              <a:rPr lang="en-US" b="1" dirty="0"/>
              <a:t>Suppose I have a loud speaker and 10m away from that loud speaker I measure an intensity of 0.01 W /m². What is the sound level? </a:t>
            </a:r>
          </a:p>
          <a:p>
            <a:pPr>
              <a:buFontTx/>
              <a:buNone/>
            </a:pPr>
            <a:r>
              <a:rPr lang="en-US" b="1" dirty="0"/>
              <a:t>a)  30dB</a:t>
            </a:r>
          </a:p>
          <a:p>
            <a:pPr>
              <a:buFontTx/>
              <a:buNone/>
            </a:pPr>
            <a:r>
              <a:rPr lang="en-US" b="1" dirty="0"/>
              <a:t>b) 100dB</a:t>
            </a:r>
          </a:p>
          <a:p>
            <a:pPr>
              <a:buFontTx/>
              <a:buNone/>
            </a:pPr>
            <a:r>
              <a:rPr lang="en-US" b="1" dirty="0"/>
              <a:t>c) 120dB</a:t>
            </a:r>
          </a:p>
          <a:p>
            <a:pPr>
              <a:buFontTx/>
              <a:buNone/>
            </a:pPr>
            <a:r>
              <a:rPr lang="en-US" b="1" dirty="0"/>
              <a:t>d) 150dB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1" name="Title 1"/>
          <p:cNvSpPr>
            <a:spLocks noGrp="1"/>
          </p:cNvSpPr>
          <p:nvPr>
            <p:ph type="title"/>
          </p:nvPr>
        </p:nvSpPr>
        <p:spPr/>
        <p:txBody>
          <a:bodyPr/>
          <a:lstStyle/>
          <a:p>
            <a:r>
              <a:rPr lang="en-US" dirty="0"/>
              <a:t>Question 223.4.13 123.22.9</a:t>
            </a:r>
          </a:p>
        </p:txBody>
      </p:sp>
      <p:sp>
        <p:nvSpPr>
          <p:cNvPr id="547842" name="Content Placeholder 2"/>
          <p:cNvSpPr>
            <a:spLocks noGrp="1"/>
          </p:cNvSpPr>
          <p:nvPr>
            <p:ph idx="1"/>
          </p:nvPr>
        </p:nvSpPr>
        <p:spPr/>
        <p:txBody>
          <a:bodyPr>
            <a:normAutofit lnSpcReduction="10000"/>
          </a:bodyPr>
          <a:lstStyle/>
          <a:p>
            <a:pPr>
              <a:buFontTx/>
              <a:buNone/>
            </a:pPr>
            <a:r>
              <a:rPr lang="en-US" b="1" dirty="0"/>
              <a:t>Suppose I have two French horn players both playing the same note at the same time.  I stand a meter away and find that they are each playing with an intensity of  0.00001 W/m</a:t>
            </a:r>
            <a:r>
              <a:rPr lang="en-US" b="1" baseline="30000" dirty="0"/>
              <a:t>2</a:t>
            </a:r>
            <a:r>
              <a:rPr lang="en-US" b="1" dirty="0"/>
              <a:t>. What is the sound level? </a:t>
            </a:r>
          </a:p>
          <a:p>
            <a:pPr>
              <a:buFontTx/>
              <a:buNone/>
            </a:pPr>
            <a:r>
              <a:rPr lang="en-US" b="1" dirty="0"/>
              <a:t>a) 0.00001</a:t>
            </a:r>
          </a:p>
          <a:p>
            <a:pPr>
              <a:buFontTx/>
              <a:buNone/>
            </a:pPr>
            <a:r>
              <a:rPr lang="en-US" b="1" dirty="0"/>
              <a:t>b) 70dB</a:t>
            </a:r>
          </a:p>
          <a:p>
            <a:pPr>
              <a:buFontTx/>
              <a:buNone/>
            </a:pPr>
            <a:r>
              <a:rPr lang="en-US" b="1" dirty="0"/>
              <a:t>c) 73dB</a:t>
            </a:r>
          </a:p>
          <a:p>
            <a:pPr>
              <a:buFontTx/>
              <a:buNone/>
            </a:pPr>
            <a:r>
              <a:rPr lang="en-US" b="1" dirty="0"/>
              <a:t>d) 1400dB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865" name="Title 1"/>
          <p:cNvSpPr>
            <a:spLocks noGrp="1"/>
          </p:cNvSpPr>
          <p:nvPr>
            <p:ph type="title"/>
          </p:nvPr>
        </p:nvSpPr>
        <p:spPr/>
        <p:txBody>
          <a:bodyPr>
            <a:normAutofit/>
          </a:bodyPr>
          <a:lstStyle/>
          <a:p>
            <a:r>
              <a:rPr lang="en-US" dirty="0"/>
              <a:t>Question 223.4.14  123.22.10</a:t>
            </a:r>
          </a:p>
        </p:txBody>
      </p:sp>
      <p:sp>
        <p:nvSpPr>
          <p:cNvPr id="548866" name="Content Placeholder 2"/>
          <p:cNvSpPr>
            <a:spLocks noGrp="1"/>
          </p:cNvSpPr>
          <p:nvPr>
            <p:ph idx="1"/>
          </p:nvPr>
        </p:nvSpPr>
        <p:spPr/>
        <p:txBody>
          <a:bodyPr>
            <a:normAutofit lnSpcReduction="10000"/>
          </a:bodyPr>
          <a:lstStyle/>
          <a:p>
            <a:pPr>
              <a:buFontTx/>
              <a:buNone/>
            </a:pPr>
            <a:r>
              <a:rPr lang="en-US" dirty="0"/>
              <a:t>You are sitting in church. The speaker is talking into a microphone. The sound system radiates sound with a power of 50W . You are 20m  from the sound system output. What is the sound level? </a:t>
            </a:r>
          </a:p>
          <a:p>
            <a:pPr>
              <a:buFontTx/>
              <a:buNone/>
            </a:pPr>
            <a:r>
              <a:rPr lang="en-US" b="1" dirty="0"/>
              <a:t>a) 78dB</a:t>
            </a:r>
          </a:p>
          <a:p>
            <a:pPr>
              <a:buFontTx/>
              <a:buNone/>
            </a:pPr>
            <a:r>
              <a:rPr lang="en-US" b="1" dirty="0"/>
              <a:t>b) 80dB</a:t>
            </a:r>
          </a:p>
          <a:p>
            <a:pPr>
              <a:buFontTx/>
              <a:buNone/>
            </a:pPr>
            <a:r>
              <a:rPr lang="en-US" b="1" dirty="0"/>
              <a:t>c) 100dB</a:t>
            </a:r>
          </a:p>
          <a:p>
            <a:pPr>
              <a:buFontTx/>
              <a:buNone/>
            </a:pPr>
            <a:r>
              <a:rPr lang="en-US" b="1" dirty="0"/>
              <a:t>d) 120dB</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889" name="Title 1"/>
          <p:cNvSpPr>
            <a:spLocks noGrp="1"/>
          </p:cNvSpPr>
          <p:nvPr>
            <p:ph type="title"/>
          </p:nvPr>
        </p:nvSpPr>
        <p:spPr/>
        <p:txBody>
          <a:bodyPr>
            <a:normAutofit fontScale="90000"/>
          </a:bodyPr>
          <a:lstStyle/>
          <a:p>
            <a:r>
              <a:rPr lang="en-US" dirty="0"/>
              <a:t>Question 223.4.15 GR 123.22.11 GR</a:t>
            </a:r>
          </a:p>
        </p:txBody>
      </p:sp>
      <p:sp>
        <p:nvSpPr>
          <p:cNvPr id="549890" name="Content Placeholder 2"/>
          <p:cNvSpPr>
            <a:spLocks noGrp="1"/>
          </p:cNvSpPr>
          <p:nvPr>
            <p:ph idx="1"/>
          </p:nvPr>
        </p:nvSpPr>
        <p:spPr/>
        <p:txBody>
          <a:bodyPr>
            <a:normAutofit fontScale="92500" lnSpcReduction="20000"/>
          </a:bodyPr>
          <a:lstStyle/>
          <a:p>
            <a:pPr>
              <a:buFontTx/>
              <a:buNone/>
            </a:pPr>
            <a:r>
              <a:rPr lang="en-US" dirty="0"/>
              <a:t>You are standing outside a Guns &amp; Roses Concert. The concert is in a stadium. You are 40 m from the stadium. You have a sound level meter with you and find that where you stand the sound level is 120dB. How much acoustic power are the “musicians” creating at their output location?</a:t>
            </a:r>
          </a:p>
          <a:p>
            <a:pPr>
              <a:buFontTx/>
              <a:buNone/>
            </a:pPr>
            <a:r>
              <a:rPr lang="en-US" b="1" dirty="0"/>
              <a:t>a) 78W</a:t>
            </a:r>
          </a:p>
          <a:p>
            <a:pPr>
              <a:buFontTx/>
              <a:buNone/>
            </a:pPr>
            <a:r>
              <a:rPr lang="en-US" b="1" dirty="0"/>
              <a:t>b) 134W</a:t>
            </a:r>
          </a:p>
          <a:p>
            <a:pPr>
              <a:buFontTx/>
              <a:buNone/>
            </a:pPr>
            <a:r>
              <a:rPr lang="en-US" b="1" dirty="0"/>
              <a:t>c) 545W</a:t>
            </a:r>
          </a:p>
          <a:p>
            <a:pPr>
              <a:buFontTx/>
              <a:buNone/>
            </a:pPr>
            <a:r>
              <a:rPr lang="en-US" b="1" dirty="0"/>
              <a:t>d) 20106W</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913" name="Title 1"/>
          <p:cNvSpPr>
            <a:spLocks noGrp="1"/>
          </p:cNvSpPr>
          <p:nvPr>
            <p:ph type="title"/>
          </p:nvPr>
        </p:nvSpPr>
        <p:spPr/>
        <p:txBody>
          <a:bodyPr/>
          <a:lstStyle/>
          <a:p>
            <a:r>
              <a:rPr lang="en-US" dirty="0"/>
              <a:t>Question 223.4.16  123.22.12</a:t>
            </a:r>
          </a:p>
        </p:txBody>
      </p:sp>
      <p:sp>
        <p:nvSpPr>
          <p:cNvPr id="550914" name="Content Placeholder 2"/>
          <p:cNvSpPr>
            <a:spLocks noGrp="1"/>
          </p:cNvSpPr>
          <p:nvPr>
            <p:ph idx="1"/>
          </p:nvPr>
        </p:nvSpPr>
        <p:spPr/>
        <p:txBody>
          <a:bodyPr>
            <a:normAutofit fontScale="92500" lnSpcReduction="20000"/>
          </a:bodyPr>
          <a:lstStyle/>
          <a:p>
            <a:pPr>
              <a:buFontTx/>
              <a:buNone/>
            </a:pPr>
            <a:r>
              <a:rPr lang="en-US" dirty="0"/>
              <a:t>You are sitting in church. The speaker is talking into a microphone. The sound system radiates sound with a power of 100W . You are 10m  from the sound system output. What is the sound level? We can find this using our new SIL equation that includes power and distance.</a:t>
            </a:r>
          </a:p>
          <a:p>
            <a:pPr>
              <a:buFontTx/>
              <a:buNone/>
            </a:pPr>
            <a:r>
              <a:rPr lang="en-US" b="1" dirty="0"/>
              <a:t>a)50dB</a:t>
            </a:r>
          </a:p>
          <a:p>
            <a:pPr>
              <a:buFontTx/>
              <a:buNone/>
            </a:pPr>
            <a:r>
              <a:rPr lang="en-US" b="1" dirty="0"/>
              <a:t>b) 78dB</a:t>
            </a:r>
          </a:p>
          <a:p>
            <a:pPr>
              <a:buFontTx/>
              <a:buNone/>
            </a:pPr>
            <a:r>
              <a:rPr lang="en-US" b="1" dirty="0"/>
              <a:t>c) 109dB</a:t>
            </a:r>
          </a:p>
          <a:p>
            <a:pPr>
              <a:buFontTx/>
              <a:buNone/>
            </a:pPr>
            <a:r>
              <a:rPr lang="en-US" b="1" dirty="0"/>
              <a:t>d) 140dB</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fontScale="92500" lnSpcReduction="20000"/>
          </a:bodyPr>
          <a:lstStyle/>
          <a:p>
            <a:pPr marL="0" indent="0">
              <a:buNone/>
            </a:pPr>
            <a:r>
              <a:rPr lang="en-US" dirty="0"/>
              <a:t>A sound wave travels down a pipe. When it reaches the end what will happen?</a:t>
            </a:r>
          </a:p>
          <a:p>
            <a:pPr marL="514350" indent="-514350">
              <a:buFont typeface="+mj-lt"/>
              <a:buAutoNum type="alphaLcParenR"/>
            </a:pPr>
            <a:r>
              <a:rPr lang="en-US" dirty="0"/>
              <a:t>The wave will keep going into the air in the room</a:t>
            </a:r>
          </a:p>
          <a:p>
            <a:pPr marL="514350" indent="-514350">
              <a:buFont typeface="+mj-lt"/>
              <a:buAutoNum type="alphaLcParenR"/>
            </a:pPr>
            <a:r>
              <a:rPr lang="en-US" dirty="0"/>
              <a:t>The wave will stop at the end of the pipe and reflect back.</a:t>
            </a:r>
          </a:p>
          <a:p>
            <a:pPr marL="514350" indent="-514350">
              <a:buFont typeface="+mj-lt"/>
              <a:buAutoNum type="alphaLcParenR"/>
            </a:pPr>
            <a:r>
              <a:rPr lang="en-US" dirty="0"/>
              <a:t>Some of the energy in the wave will keep going into the room air, and some will reflect back.</a:t>
            </a:r>
          </a:p>
          <a:p>
            <a:pPr marL="514350" indent="-514350">
              <a:buFont typeface="+mj-lt"/>
              <a:buAutoNum type="alphaLcParenR"/>
            </a:pPr>
            <a:r>
              <a:rPr lang="en-US" dirty="0"/>
              <a:t>The pipe will explode</a:t>
            </a:r>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289889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a:bodyPr>
          <a:lstStyle/>
          <a:p>
            <a:pPr marL="0" indent="0">
              <a:buNone/>
            </a:pPr>
            <a:r>
              <a:rPr lang="en-US" dirty="0"/>
              <a:t>A sound wave travels down a pipe. When it reaches the end of the pipe, Some of the energy in the wave will keep going into the room air, and some will reflect back. How does it reflect back?</a:t>
            </a:r>
          </a:p>
          <a:p>
            <a:pPr marL="0" indent="0">
              <a:buNone/>
            </a:pPr>
            <a:endParaRPr lang="en-US" dirty="0"/>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16904827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2839657" y="1745488"/>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842582" y="1740726"/>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279269" y="1624838"/>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274507" y="1707388"/>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6" name="Oval 15">
            <a:extLst>
              <a:ext uri="{FF2B5EF4-FFF2-40B4-BE49-F238E27FC236}">
                <a16:creationId xmlns:a16="http://schemas.microsoft.com/office/drawing/2014/main" id="{4E09DCD3-7C8B-449E-AEB8-3D5AAFC53D87}"/>
              </a:ext>
            </a:extLst>
          </p:cNvPr>
          <p:cNvSpPr/>
          <p:nvPr/>
        </p:nvSpPr>
        <p:spPr>
          <a:xfrm>
            <a:off x="2739644" y="17962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44F123F-55F1-4944-9274-473752F783A0}"/>
              </a:ext>
            </a:extLst>
          </p:cNvPr>
          <p:cNvSpPr/>
          <p:nvPr/>
        </p:nvSpPr>
        <p:spPr>
          <a:xfrm>
            <a:off x="2803144" y="2139188"/>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873DC9CF-B919-4F7D-913D-1F881E823B0B}"/>
              </a:ext>
            </a:extLst>
          </p:cNvPr>
          <p:cNvSpPr/>
          <p:nvPr/>
        </p:nvSpPr>
        <p:spPr>
          <a:xfrm>
            <a:off x="2954611" y="2283432"/>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432FE1D-0FAA-46B8-91DE-42C6CC76EB5A}"/>
              </a:ext>
            </a:extLst>
          </p:cNvPr>
          <p:cNvSpPr/>
          <p:nvPr/>
        </p:nvSpPr>
        <p:spPr>
          <a:xfrm>
            <a:off x="3019044" y="197408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A74C96D-D84F-4ACF-9EF6-44DCE5B2C107}"/>
              </a:ext>
            </a:extLst>
          </p:cNvPr>
          <p:cNvSpPr/>
          <p:nvPr/>
        </p:nvSpPr>
        <p:spPr>
          <a:xfrm>
            <a:off x="3679444" y="2050288"/>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AE50F1-8933-47DD-8FAB-D7307BFA2CFD}"/>
              </a:ext>
            </a:extLst>
          </p:cNvPr>
          <p:cNvSpPr/>
          <p:nvPr/>
        </p:nvSpPr>
        <p:spPr>
          <a:xfrm>
            <a:off x="4250944" y="2062988"/>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ED2308BB-3F93-4AD5-B861-B739F8906D54}"/>
              </a:ext>
            </a:extLst>
          </p:cNvPr>
          <p:cNvSpPr/>
          <p:nvPr/>
        </p:nvSpPr>
        <p:spPr>
          <a:xfrm>
            <a:off x="4987544" y="2062988"/>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EA367FDD-BCF8-4FC4-A3E3-02F5BBC6B5FD}"/>
              </a:ext>
            </a:extLst>
          </p:cNvPr>
          <p:cNvSpPr/>
          <p:nvPr/>
        </p:nvSpPr>
        <p:spPr>
          <a:xfrm>
            <a:off x="5711444" y="205028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5739E4D7-6C86-4D2C-9DDB-3534BFC1378C}"/>
              </a:ext>
            </a:extLst>
          </p:cNvPr>
          <p:cNvSpPr/>
          <p:nvPr/>
        </p:nvSpPr>
        <p:spPr>
          <a:xfrm>
            <a:off x="6397244" y="2050288"/>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BE61775-9C12-4EB0-8E2B-177024A0E757}"/>
              </a:ext>
            </a:extLst>
          </p:cNvPr>
          <p:cNvSpPr/>
          <p:nvPr/>
        </p:nvSpPr>
        <p:spPr>
          <a:xfrm>
            <a:off x="6994144" y="2037588"/>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9A391AB-5CE9-42F6-99C7-F9B190354777}"/>
              </a:ext>
            </a:extLst>
          </p:cNvPr>
          <p:cNvCxnSpPr>
            <a:cxnSpLocks/>
          </p:cNvCxnSpPr>
          <p:nvPr/>
        </p:nvCxnSpPr>
        <p:spPr>
          <a:xfrm>
            <a:off x="3236808" y="21085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6B868F9A-B63A-4270-98F0-D0B94907FC35}"/>
              </a:ext>
            </a:extLst>
          </p:cNvPr>
          <p:cNvCxnSpPr>
            <a:cxnSpLocks/>
          </p:cNvCxnSpPr>
          <p:nvPr/>
        </p:nvCxnSpPr>
        <p:spPr>
          <a:xfrm>
            <a:off x="2969758" y="190860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649FC2C-5C14-47FB-BAAB-906C3A37DDC8}"/>
              </a:ext>
            </a:extLst>
          </p:cNvPr>
          <p:cNvCxnSpPr>
            <a:cxnSpLocks/>
          </p:cNvCxnSpPr>
          <p:nvPr/>
        </p:nvCxnSpPr>
        <p:spPr>
          <a:xfrm>
            <a:off x="3038268" y="2270733"/>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2DD5ED6-BC8F-4789-9A5E-86A70D343F01}"/>
              </a:ext>
            </a:extLst>
          </p:cNvPr>
          <p:cNvCxnSpPr>
            <a:cxnSpLocks/>
          </p:cNvCxnSpPr>
          <p:nvPr/>
        </p:nvCxnSpPr>
        <p:spPr>
          <a:xfrm>
            <a:off x="3182279" y="239796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CA333-90D2-4B64-8FE3-714FBFF9863F}"/>
              </a:ext>
            </a:extLst>
          </p:cNvPr>
          <p:cNvCxnSpPr>
            <a:cxnSpLocks/>
          </p:cNvCxnSpPr>
          <p:nvPr/>
        </p:nvCxnSpPr>
        <p:spPr>
          <a:xfrm flipV="1">
            <a:off x="3854796" y="2016266"/>
            <a:ext cx="212522" cy="978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41AE4FE-797C-4C99-9D16-83501E07C8E1}"/>
              </a:ext>
            </a:extLst>
          </p:cNvPr>
          <p:cNvCxnSpPr>
            <a:cxnSpLocks/>
          </p:cNvCxnSpPr>
          <p:nvPr/>
        </p:nvCxnSpPr>
        <p:spPr>
          <a:xfrm flipH="1">
            <a:off x="4142819" y="2234380"/>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CAC3638-78DB-482A-8AF6-6908C1918BA9}"/>
              </a:ext>
            </a:extLst>
          </p:cNvPr>
          <p:cNvCxnSpPr>
            <a:cxnSpLocks/>
          </p:cNvCxnSpPr>
          <p:nvPr/>
        </p:nvCxnSpPr>
        <p:spPr>
          <a:xfrm flipV="1">
            <a:off x="5080987" y="1882042"/>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26BBF2BF-04E5-4F46-B818-F1BD45D4D849}"/>
              </a:ext>
            </a:extLst>
          </p:cNvPr>
          <p:cNvCxnSpPr>
            <a:cxnSpLocks/>
          </p:cNvCxnSpPr>
          <p:nvPr/>
        </p:nvCxnSpPr>
        <p:spPr>
          <a:xfrm flipH="1">
            <a:off x="5636060" y="223438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E3302F2-9641-4F89-86ED-896AFD8386BF}"/>
              </a:ext>
            </a:extLst>
          </p:cNvPr>
          <p:cNvCxnSpPr>
            <a:cxnSpLocks/>
          </p:cNvCxnSpPr>
          <p:nvPr/>
        </p:nvCxnSpPr>
        <p:spPr>
          <a:xfrm flipH="1" flipV="1">
            <a:off x="6323957" y="1907209"/>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816983AD-60EE-4076-835F-89420D8CDC12}"/>
              </a:ext>
            </a:extLst>
          </p:cNvPr>
          <p:cNvCxnSpPr>
            <a:cxnSpLocks/>
          </p:cNvCxnSpPr>
          <p:nvPr/>
        </p:nvCxnSpPr>
        <p:spPr>
          <a:xfrm flipV="1">
            <a:off x="7238358" y="2150490"/>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171823" y="148336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F4D13ACE-7EA0-46B6-97BA-B27BA489A67E}"/>
              </a:ext>
            </a:extLst>
          </p:cNvPr>
          <p:cNvSpPr/>
          <p:nvPr/>
        </p:nvSpPr>
        <p:spPr>
          <a:xfrm>
            <a:off x="7388543" y="1565125"/>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7886D297-2599-46FE-8794-D1C1AA66D924}"/>
              </a:ext>
            </a:extLst>
          </p:cNvPr>
          <p:cNvCxnSpPr>
            <a:cxnSpLocks/>
          </p:cNvCxnSpPr>
          <p:nvPr/>
        </p:nvCxnSpPr>
        <p:spPr>
          <a:xfrm flipH="1">
            <a:off x="8096439" y="166745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0A5F7C08-2B3C-4EB6-9194-76C7B5D1AD0E}"/>
              </a:ext>
            </a:extLst>
          </p:cNvPr>
          <p:cNvCxnSpPr>
            <a:cxnSpLocks/>
          </p:cNvCxnSpPr>
          <p:nvPr/>
        </p:nvCxnSpPr>
        <p:spPr>
          <a:xfrm flipH="1" flipV="1">
            <a:off x="7315256" y="1422046"/>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2" name="Group 71">
            <a:extLst>
              <a:ext uri="{FF2B5EF4-FFF2-40B4-BE49-F238E27FC236}">
                <a16:creationId xmlns:a16="http://schemas.microsoft.com/office/drawing/2014/main" id="{57591A92-11F9-4682-8CDF-2F83288D261A}"/>
              </a:ext>
            </a:extLst>
          </p:cNvPr>
          <p:cNvGrpSpPr/>
          <p:nvPr/>
        </p:nvGrpSpPr>
        <p:grpSpPr>
          <a:xfrm rot="8990946">
            <a:off x="6871105" y="2212010"/>
            <a:ext cx="1764368" cy="853930"/>
            <a:chOff x="5840602" y="3215780"/>
            <a:chExt cx="1764368" cy="853930"/>
          </a:xfrm>
        </p:grpSpPr>
        <p:sp>
          <p:nvSpPr>
            <p:cNvPr id="59" name="Oval 58">
              <a:extLst>
                <a:ext uri="{FF2B5EF4-FFF2-40B4-BE49-F238E27FC236}">
                  <a16:creationId xmlns:a16="http://schemas.microsoft.com/office/drawing/2014/main" id="{243D3014-180A-4B53-96E9-FC64E0C7D852}"/>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1" name="Rectangle 41">
            <a:extLst>
              <a:ext uri="{FF2B5EF4-FFF2-40B4-BE49-F238E27FC236}">
                <a16:creationId xmlns:a16="http://schemas.microsoft.com/office/drawing/2014/main" id="{A50DB616-4DD8-4866-93E4-4C6326305A21}"/>
              </a:ext>
            </a:extLst>
          </p:cNvPr>
          <p:cNvSpPr>
            <a:spLocks noChangeArrowheads="1"/>
          </p:cNvSpPr>
          <p:nvPr/>
        </p:nvSpPr>
        <p:spPr bwMode="auto">
          <a:xfrm>
            <a:off x="2289280" y="4520311"/>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142" name="Rectangle 41">
            <a:extLst>
              <a:ext uri="{FF2B5EF4-FFF2-40B4-BE49-F238E27FC236}">
                <a16:creationId xmlns:a16="http://schemas.microsoft.com/office/drawing/2014/main" id="{B8893645-C80C-406D-B56B-A8609717AC1E}"/>
              </a:ext>
            </a:extLst>
          </p:cNvPr>
          <p:cNvSpPr>
            <a:spLocks noChangeArrowheads="1"/>
          </p:cNvSpPr>
          <p:nvPr/>
        </p:nvSpPr>
        <p:spPr bwMode="auto">
          <a:xfrm>
            <a:off x="277916" y="3416998"/>
            <a:ext cx="8646628" cy="2849690"/>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41">
            <a:extLst>
              <a:ext uri="{FF2B5EF4-FFF2-40B4-BE49-F238E27FC236}">
                <a16:creationId xmlns:a16="http://schemas.microsoft.com/office/drawing/2014/main" id="{F8CFC320-C4B6-4921-BC47-B99057395B28}"/>
              </a:ext>
            </a:extLst>
          </p:cNvPr>
          <p:cNvSpPr>
            <a:spLocks noChangeArrowheads="1"/>
          </p:cNvSpPr>
          <p:nvPr/>
        </p:nvSpPr>
        <p:spPr bwMode="auto">
          <a:xfrm>
            <a:off x="2838555" y="4567936"/>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144" name="Rectangle 39">
            <a:extLst>
              <a:ext uri="{FF2B5EF4-FFF2-40B4-BE49-F238E27FC236}">
                <a16:creationId xmlns:a16="http://schemas.microsoft.com/office/drawing/2014/main" id="{5BCCDE5F-631D-40E7-9CB7-A1864B6796FB}"/>
              </a:ext>
            </a:extLst>
          </p:cNvPr>
          <p:cNvSpPr>
            <a:spLocks noChangeArrowheads="1"/>
          </p:cNvSpPr>
          <p:nvPr/>
        </p:nvSpPr>
        <p:spPr bwMode="auto">
          <a:xfrm>
            <a:off x="5620512" y="4575366"/>
            <a:ext cx="1987296"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145" name="Group 18">
            <a:extLst>
              <a:ext uri="{FF2B5EF4-FFF2-40B4-BE49-F238E27FC236}">
                <a16:creationId xmlns:a16="http://schemas.microsoft.com/office/drawing/2014/main" id="{855AA1CE-D0E6-4DBA-AF01-25C89C3F6EE1}"/>
              </a:ext>
            </a:extLst>
          </p:cNvPr>
          <p:cNvGrpSpPr>
            <a:grpSpLocks/>
          </p:cNvGrpSpPr>
          <p:nvPr/>
        </p:nvGrpSpPr>
        <p:grpSpPr bwMode="auto">
          <a:xfrm>
            <a:off x="2278167" y="4447286"/>
            <a:ext cx="4621213" cy="1028700"/>
            <a:chOff x="1098455" y="1454019"/>
            <a:chExt cx="7727044" cy="1028700"/>
          </a:xfrm>
        </p:grpSpPr>
        <p:sp>
          <p:nvSpPr>
            <p:cNvPr id="146" name="Rectangle 43">
              <a:extLst>
                <a:ext uri="{FF2B5EF4-FFF2-40B4-BE49-F238E27FC236}">
                  <a16:creationId xmlns:a16="http://schemas.microsoft.com/office/drawing/2014/main" id="{FF6DCBFD-5044-4FC9-A4DB-6D378A5CA65F}"/>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47" name="Rectangle 42">
              <a:extLst>
                <a:ext uri="{FF2B5EF4-FFF2-40B4-BE49-F238E27FC236}">
                  <a16:creationId xmlns:a16="http://schemas.microsoft.com/office/drawing/2014/main" id="{FB73BF8E-1B53-4674-A0AA-88D62260DC24}"/>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48" name="Rectangle 45">
            <a:extLst>
              <a:ext uri="{FF2B5EF4-FFF2-40B4-BE49-F238E27FC236}">
                <a16:creationId xmlns:a16="http://schemas.microsoft.com/office/drawing/2014/main" id="{69A0F532-FCB1-49EA-BF3E-0FD9B719811E}"/>
              </a:ext>
            </a:extLst>
          </p:cNvPr>
          <p:cNvSpPr>
            <a:spLocks noChangeArrowheads="1"/>
          </p:cNvSpPr>
          <p:nvPr/>
        </p:nvSpPr>
        <p:spPr bwMode="auto">
          <a:xfrm>
            <a:off x="2273405" y="4529836"/>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49" name="Line 168">
            <a:extLst>
              <a:ext uri="{FF2B5EF4-FFF2-40B4-BE49-F238E27FC236}">
                <a16:creationId xmlns:a16="http://schemas.microsoft.com/office/drawing/2014/main" id="{F9589C23-C936-4096-9B30-44EC3355996F}"/>
              </a:ext>
            </a:extLst>
          </p:cNvPr>
          <p:cNvSpPr>
            <a:spLocks noChangeShapeType="1"/>
          </p:cNvSpPr>
          <p:nvPr/>
        </p:nvSpPr>
        <p:spPr bwMode="auto">
          <a:xfrm>
            <a:off x="4413355" y="5572824"/>
            <a:ext cx="44450" cy="1587"/>
          </a:xfrm>
          <a:prstGeom prst="line">
            <a:avLst/>
          </a:prstGeom>
          <a:noFill/>
          <a:ln w="28">
            <a:solidFill>
              <a:srgbClr val="FF0000"/>
            </a:solidFill>
            <a:round/>
            <a:headEnd/>
            <a:tailEnd/>
          </a:ln>
        </p:spPr>
        <p:txBody>
          <a:bodyPr/>
          <a:lstStyle/>
          <a:p>
            <a:endParaRPr lang="en-US" dirty="0"/>
          </a:p>
        </p:txBody>
      </p:sp>
      <p:sp>
        <p:nvSpPr>
          <p:cNvPr id="150" name="Rectangle 41">
            <a:extLst>
              <a:ext uri="{FF2B5EF4-FFF2-40B4-BE49-F238E27FC236}">
                <a16:creationId xmlns:a16="http://schemas.microsoft.com/office/drawing/2014/main" id="{835F5320-1B8B-49E2-8693-3C19D3BE7887}"/>
              </a:ext>
            </a:extLst>
          </p:cNvPr>
          <p:cNvSpPr>
            <a:spLocks noChangeArrowheads="1"/>
          </p:cNvSpPr>
          <p:nvPr/>
        </p:nvSpPr>
        <p:spPr bwMode="auto">
          <a:xfrm>
            <a:off x="782743" y="3734498"/>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51" name="Oval 150">
            <a:extLst>
              <a:ext uri="{FF2B5EF4-FFF2-40B4-BE49-F238E27FC236}">
                <a16:creationId xmlns:a16="http://schemas.microsoft.com/office/drawing/2014/main" id="{CC5C7426-4375-425A-8376-6B0F4B57BF9D}"/>
              </a:ext>
            </a:extLst>
          </p:cNvPr>
          <p:cNvSpPr/>
          <p:nvPr/>
        </p:nvSpPr>
        <p:spPr>
          <a:xfrm>
            <a:off x="3787054" y="46918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E7CBCE4A-F112-4642-8066-FC7753BF4897}"/>
              </a:ext>
            </a:extLst>
          </p:cNvPr>
          <p:cNvSpPr/>
          <p:nvPr/>
        </p:nvSpPr>
        <p:spPr>
          <a:xfrm>
            <a:off x="3265338" y="4900676"/>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F564C753-896A-44C8-BAAB-B8A1FD854DCD}"/>
              </a:ext>
            </a:extLst>
          </p:cNvPr>
          <p:cNvSpPr/>
          <p:nvPr/>
        </p:nvSpPr>
        <p:spPr>
          <a:xfrm>
            <a:off x="3599685" y="5008344"/>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0AFDD00D-BD55-4E51-BFC2-02CB81AEBF7B}"/>
              </a:ext>
            </a:extLst>
          </p:cNvPr>
          <p:cNvSpPr/>
          <p:nvPr/>
        </p:nvSpPr>
        <p:spPr>
          <a:xfrm>
            <a:off x="3505622" y="4674616"/>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02E7E6D9-EA84-42F4-BA91-AF59430E049B}"/>
              </a:ext>
            </a:extLst>
          </p:cNvPr>
          <p:cNvSpPr/>
          <p:nvPr/>
        </p:nvSpPr>
        <p:spPr>
          <a:xfrm>
            <a:off x="4031910" y="5019040"/>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AAB8AAF5-D502-4110-9756-18CADAA35287}"/>
              </a:ext>
            </a:extLst>
          </p:cNvPr>
          <p:cNvSpPr/>
          <p:nvPr/>
        </p:nvSpPr>
        <p:spPr>
          <a:xfrm>
            <a:off x="6346866" y="5068316"/>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EA126220-90A5-48B5-8BBF-F52EE79C2B24}"/>
              </a:ext>
            </a:extLst>
          </p:cNvPr>
          <p:cNvSpPr/>
          <p:nvPr/>
        </p:nvSpPr>
        <p:spPr>
          <a:xfrm>
            <a:off x="6498250" y="4800092"/>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ADF079A5-27B7-4739-A503-FEE66C747313}"/>
              </a:ext>
            </a:extLst>
          </p:cNvPr>
          <p:cNvSpPr/>
          <p:nvPr/>
        </p:nvSpPr>
        <p:spPr>
          <a:xfrm>
            <a:off x="6710086" y="5031232"/>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6BCEA0D5-714F-4595-967A-A2CF4EC4A3E9}"/>
              </a:ext>
            </a:extLst>
          </p:cNvPr>
          <p:cNvSpPr/>
          <p:nvPr/>
        </p:nvSpPr>
        <p:spPr>
          <a:xfrm>
            <a:off x="6749710" y="465328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91B28832-766A-46F1-ACF2-1CA2A3A4B3A1}"/>
              </a:ext>
            </a:extLst>
          </p:cNvPr>
          <p:cNvSpPr/>
          <p:nvPr/>
        </p:nvSpPr>
        <p:spPr>
          <a:xfrm>
            <a:off x="6993042" y="4860036"/>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Arrow Connector 160">
            <a:extLst>
              <a:ext uri="{FF2B5EF4-FFF2-40B4-BE49-F238E27FC236}">
                <a16:creationId xmlns:a16="http://schemas.microsoft.com/office/drawing/2014/main" id="{58EDD6F1-5198-4C7F-AB55-F407FBD5EEE7}"/>
              </a:ext>
            </a:extLst>
          </p:cNvPr>
          <p:cNvCxnSpPr>
            <a:cxnSpLocks/>
          </p:cNvCxnSpPr>
          <p:nvPr/>
        </p:nvCxnSpPr>
        <p:spPr>
          <a:xfrm>
            <a:off x="6515354" y="519921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A9BB7AC0-261C-47F5-A416-E4C3064F31F2}"/>
              </a:ext>
            </a:extLst>
          </p:cNvPr>
          <p:cNvCxnSpPr>
            <a:cxnSpLocks/>
          </p:cNvCxnSpPr>
          <p:nvPr/>
        </p:nvCxnSpPr>
        <p:spPr>
          <a:xfrm>
            <a:off x="6943248" y="474324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4342E18D-989E-425E-91F9-D997B9999F3C}"/>
              </a:ext>
            </a:extLst>
          </p:cNvPr>
          <p:cNvCxnSpPr>
            <a:cxnSpLocks/>
          </p:cNvCxnSpPr>
          <p:nvPr/>
        </p:nvCxnSpPr>
        <p:spPr>
          <a:xfrm>
            <a:off x="6950798" y="5154141"/>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7F5C45AA-A1E4-4508-A3CB-AAA16CCC44CB}"/>
              </a:ext>
            </a:extLst>
          </p:cNvPr>
          <p:cNvCxnSpPr>
            <a:cxnSpLocks/>
          </p:cNvCxnSpPr>
          <p:nvPr/>
        </p:nvCxnSpPr>
        <p:spPr>
          <a:xfrm>
            <a:off x="6716857" y="493999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689C723B-86B8-45C9-A77B-8F4696760385}"/>
              </a:ext>
            </a:extLst>
          </p:cNvPr>
          <p:cNvCxnSpPr>
            <a:cxnSpLocks/>
          </p:cNvCxnSpPr>
          <p:nvPr/>
        </p:nvCxnSpPr>
        <p:spPr>
          <a:xfrm flipH="1" flipV="1">
            <a:off x="3328416" y="4765900"/>
            <a:ext cx="208286"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45D7636A-88F8-494E-89BF-DA5431551A5C}"/>
              </a:ext>
            </a:extLst>
          </p:cNvPr>
          <p:cNvCxnSpPr>
            <a:cxnSpLocks/>
          </p:cNvCxnSpPr>
          <p:nvPr/>
        </p:nvCxnSpPr>
        <p:spPr>
          <a:xfrm flipH="1">
            <a:off x="6872725" y="492271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98AEB3CB-C81F-40B9-90B0-E24C3697DF07}"/>
              </a:ext>
            </a:extLst>
          </p:cNvPr>
          <p:cNvCxnSpPr>
            <a:cxnSpLocks/>
          </p:cNvCxnSpPr>
          <p:nvPr/>
        </p:nvCxnSpPr>
        <p:spPr>
          <a:xfrm flipH="1">
            <a:off x="3901441" y="5169408"/>
            <a:ext cx="195071" cy="17068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9AA6E7C7-1706-4DF8-8436-4E052D1B1E8E}"/>
              </a:ext>
            </a:extLst>
          </p:cNvPr>
          <p:cNvCxnSpPr>
            <a:cxnSpLocks/>
          </p:cNvCxnSpPr>
          <p:nvPr/>
        </p:nvCxnSpPr>
        <p:spPr>
          <a:xfrm flipH="1">
            <a:off x="3511296" y="5105600"/>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06C026E5-B314-46E7-9B52-B1BE4CB0F9DB}"/>
              </a:ext>
            </a:extLst>
          </p:cNvPr>
          <p:cNvCxnSpPr>
            <a:cxnSpLocks/>
          </p:cNvCxnSpPr>
          <p:nvPr/>
        </p:nvCxnSpPr>
        <p:spPr>
          <a:xfrm flipH="1" flipV="1">
            <a:off x="3689383" y="459554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E09CC0A9-DF3C-4955-BF8F-6751373AC384}"/>
              </a:ext>
            </a:extLst>
          </p:cNvPr>
          <p:cNvCxnSpPr>
            <a:cxnSpLocks/>
          </p:cNvCxnSpPr>
          <p:nvPr/>
        </p:nvCxnSpPr>
        <p:spPr>
          <a:xfrm flipH="1" flipV="1">
            <a:off x="3048000" y="4997323"/>
            <a:ext cx="190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1" name="Line 168">
            <a:extLst>
              <a:ext uri="{FF2B5EF4-FFF2-40B4-BE49-F238E27FC236}">
                <a16:creationId xmlns:a16="http://schemas.microsoft.com/office/drawing/2014/main" id="{16D0D26E-6A0D-44C2-BAA4-DFD5081B298B}"/>
              </a:ext>
            </a:extLst>
          </p:cNvPr>
          <p:cNvSpPr>
            <a:spLocks noChangeShapeType="1"/>
          </p:cNvSpPr>
          <p:nvPr/>
        </p:nvSpPr>
        <p:spPr bwMode="auto">
          <a:xfrm>
            <a:off x="2967708" y="5622095"/>
            <a:ext cx="44450" cy="1587"/>
          </a:xfrm>
          <a:prstGeom prst="line">
            <a:avLst/>
          </a:prstGeom>
          <a:noFill/>
          <a:ln w="28">
            <a:solidFill>
              <a:srgbClr val="FF0000"/>
            </a:solidFill>
            <a:round/>
            <a:headEnd/>
            <a:tailEnd/>
          </a:ln>
        </p:spPr>
        <p:txBody>
          <a:bodyPr/>
          <a:lstStyle/>
          <a:p>
            <a:endParaRPr lang="en-US" dirty="0"/>
          </a:p>
        </p:txBody>
      </p:sp>
      <p:sp>
        <p:nvSpPr>
          <p:cNvPr id="172" name="Oval 171">
            <a:extLst>
              <a:ext uri="{FF2B5EF4-FFF2-40B4-BE49-F238E27FC236}">
                <a16:creationId xmlns:a16="http://schemas.microsoft.com/office/drawing/2014/main" id="{BAB96CCE-D7D0-4767-BE24-5A02A9D6D389}"/>
              </a:ext>
            </a:extLst>
          </p:cNvPr>
          <p:cNvSpPr/>
          <p:nvPr/>
        </p:nvSpPr>
        <p:spPr>
          <a:xfrm>
            <a:off x="7789763" y="393048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Oval 172">
            <a:extLst>
              <a:ext uri="{FF2B5EF4-FFF2-40B4-BE49-F238E27FC236}">
                <a16:creationId xmlns:a16="http://schemas.microsoft.com/office/drawing/2014/main" id="{7E8696B3-3E3A-40D4-8AAB-0A5361EEE4A9}"/>
              </a:ext>
            </a:extLst>
          </p:cNvPr>
          <p:cNvSpPr/>
          <p:nvPr/>
        </p:nvSpPr>
        <p:spPr>
          <a:xfrm>
            <a:off x="8170721" y="430580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Oval 173">
            <a:extLst>
              <a:ext uri="{FF2B5EF4-FFF2-40B4-BE49-F238E27FC236}">
                <a16:creationId xmlns:a16="http://schemas.microsoft.com/office/drawing/2014/main" id="{9EA69D6E-39AD-4430-B2ED-6C644054078A}"/>
              </a:ext>
            </a:extLst>
          </p:cNvPr>
          <p:cNvSpPr/>
          <p:nvPr/>
        </p:nvSpPr>
        <p:spPr>
          <a:xfrm>
            <a:off x="7387441" y="4387573"/>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22ADFF0A-2547-4260-8FBB-C62BC9065FFB}"/>
              </a:ext>
            </a:extLst>
          </p:cNvPr>
          <p:cNvSpPr/>
          <p:nvPr/>
        </p:nvSpPr>
        <p:spPr>
          <a:xfrm>
            <a:off x="6902161" y="37960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6" name="Straight Arrow Connector 175">
            <a:extLst>
              <a:ext uri="{FF2B5EF4-FFF2-40B4-BE49-F238E27FC236}">
                <a16:creationId xmlns:a16="http://schemas.microsoft.com/office/drawing/2014/main" id="{D13E2895-455E-4F48-8A3B-92B5B24FFED2}"/>
              </a:ext>
            </a:extLst>
          </p:cNvPr>
          <p:cNvCxnSpPr>
            <a:cxnSpLocks/>
          </p:cNvCxnSpPr>
          <p:nvPr/>
        </p:nvCxnSpPr>
        <p:spPr>
          <a:xfrm flipV="1">
            <a:off x="7883206" y="374954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572846B6-A5D2-4F71-8D06-4A2CA57BB5E9}"/>
              </a:ext>
            </a:extLst>
          </p:cNvPr>
          <p:cNvCxnSpPr>
            <a:cxnSpLocks/>
          </p:cNvCxnSpPr>
          <p:nvPr/>
        </p:nvCxnSpPr>
        <p:spPr>
          <a:xfrm flipH="1">
            <a:off x="8095337" y="448990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E660FCFA-13B3-44AC-A018-1958A4329659}"/>
              </a:ext>
            </a:extLst>
          </p:cNvPr>
          <p:cNvCxnSpPr>
            <a:cxnSpLocks/>
          </p:cNvCxnSpPr>
          <p:nvPr/>
        </p:nvCxnSpPr>
        <p:spPr>
          <a:xfrm flipH="1" flipV="1">
            <a:off x="7314154" y="4244494"/>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15176580-2F60-4B56-BD2C-BEB0AE8C2B91}"/>
              </a:ext>
            </a:extLst>
          </p:cNvPr>
          <p:cNvCxnSpPr>
            <a:cxnSpLocks/>
          </p:cNvCxnSpPr>
          <p:nvPr/>
        </p:nvCxnSpPr>
        <p:spPr>
          <a:xfrm flipV="1">
            <a:off x="7146375" y="390893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80" name="Group 179">
            <a:extLst>
              <a:ext uri="{FF2B5EF4-FFF2-40B4-BE49-F238E27FC236}">
                <a16:creationId xmlns:a16="http://schemas.microsoft.com/office/drawing/2014/main" id="{1E04A46F-C9DD-4186-A017-61B724202EAC}"/>
              </a:ext>
            </a:extLst>
          </p:cNvPr>
          <p:cNvGrpSpPr/>
          <p:nvPr/>
        </p:nvGrpSpPr>
        <p:grpSpPr>
          <a:xfrm rot="8990946">
            <a:off x="6870003" y="5034458"/>
            <a:ext cx="1764368" cy="853930"/>
            <a:chOff x="5840602" y="3215780"/>
            <a:chExt cx="1764368" cy="853930"/>
          </a:xfrm>
        </p:grpSpPr>
        <p:sp>
          <p:nvSpPr>
            <p:cNvPr id="181" name="Oval 180">
              <a:extLst>
                <a:ext uri="{FF2B5EF4-FFF2-40B4-BE49-F238E27FC236}">
                  <a16:creationId xmlns:a16="http://schemas.microsoft.com/office/drawing/2014/main" id="{6686B539-97E6-481C-8887-1031FA7B5D28}"/>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Oval 181">
              <a:extLst>
                <a:ext uri="{FF2B5EF4-FFF2-40B4-BE49-F238E27FC236}">
                  <a16:creationId xmlns:a16="http://schemas.microsoft.com/office/drawing/2014/main" id="{E4C345DE-47A7-4361-A760-E046314033A9}"/>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E144CD39-A795-4DC5-AF89-8CBA455007BF}"/>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766750A1-D2F4-47A8-B892-941636C6C373}"/>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5" name="Straight Arrow Connector 184">
              <a:extLst>
                <a:ext uri="{FF2B5EF4-FFF2-40B4-BE49-F238E27FC236}">
                  <a16:creationId xmlns:a16="http://schemas.microsoft.com/office/drawing/2014/main" id="{1FD12904-F849-4613-BDE3-051AF2BC171F}"/>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661CFC80-5FA2-49EE-8486-93D1A1B44DDE}"/>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0401C1B0-5F84-47E1-ACD6-C0B5C04E11FB}"/>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14E8D634-46C7-4DBF-8DC6-EA8748DB0988}"/>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9" name="Group 188">
            <a:extLst>
              <a:ext uri="{FF2B5EF4-FFF2-40B4-BE49-F238E27FC236}">
                <a16:creationId xmlns:a16="http://schemas.microsoft.com/office/drawing/2014/main" id="{FAF2ADAA-2138-4BED-89E4-167B3EF7A5C0}"/>
              </a:ext>
            </a:extLst>
          </p:cNvPr>
          <p:cNvGrpSpPr/>
          <p:nvPr/>
        </p:nvGrpSpPr>
        <p:grpSpPr>
          <a:xfrm flipH="1">
            <a:off x="3879589" y="5637178"/>
            <a:ext cx="2457625" cy="869921"/>
            <a:chOff x="4209875" y="3534058"/>
            <a:chExt cx="2457625" cy="869921"/>
          </a:xfrm>
        </p:grpSpPr>
        <p:sp>
          <p:nvSpPr>
            <p:cNvPr id="190" name="Line 168">
              <a:extLst>
                <a:ext uri="{FF2B5EF4-FFF2-40B4-BE49-F238E27FC236}">
                  <a16:creationId xmlns:a16="http://schemas.microsoft.com/office/drawing/2014/main" id="{AB06BAC0-2936-4770-BF7A-2A9CA7320D25}"/>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191" name="Oval 190">
              <a:extLst>
                <a:ext uri="{FF2B5EF4-FFF2-40B4-BE49-F238E27FC236}">
                  <a16:creationId xmlns:a16="http://schemas.microsoft.com/office/drawing/2014/main" id="{266A60F9-0DD7-49CF-A099-8627331523E0}"/>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Oval 191">
              <a:extLst>
                <a:ext uri="{FF2B5EF4-FFF2-40B4-BE49-F238E27FC236}">
                  <a16:creationId xmlns:a16="http://schemas.microsoft.com/office/drawing/2014/main" id="{402A2E4B-4C18-4B3E-9EDE-49500C5A7390}"/>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Oval 192">
              <a:extLst>
                <a:ext uri="{FF2B5EF4-FFF2-40B4-BE49-F238E27FC236}">
                  <a16:creationId xmlns:a16="http://schemas.microsoft.com/office/drawing/2014/main" id="{68A98286-A340-461D-BF4C-88C0F2E781E4}"/>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Oval 193">
              <a:extLst>
                <a:ext uri="{FF2B5EF4-FFF2-40B4-BE49-F238E27FC236}">
                  <a16:creationId xmlns:a16="http://schemas.microsoft.com/office/drawing/2014/main" id="{BF40105F-9130-4B4B-915C-5EF74DD32740}"/>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5" name="Straight Arrow Connector 194">
              <a:extLst>
                <a:ext uri="{FF2B5EF4-FFF2-40B4-BE49-F238E27FC236}">
                  <a16:creationId xmlns:a16="http://schemas.microsoft.com/office/drawing/2014/main" id="{15A21BC7-8D2D-4C24-8D72-5FAB7AE14A73}"/>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F60BF552-9696-433E-8E7D-731DEDDDEB7F}"/>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6DB001A8-3693-4F69-97D9-E2395702A9E0}"/>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3F8342AA-BA03-4ECB-A934-550180B81008}"/>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99" name="Group 198">
            <a:extLst>
              <a:ext uri="{FF2B5EF4-FFF2-40B4-BE49-F238E27FC236}">
                <a16:creationId xmlns:a16="http://schemas.microsoft.com/office/drawing/2014/main" id="{85862AE0-2B4E-47D7-993A-A332A3B92E4C}"/>
              </a:ext>
            </a:extLst>
          </p:cNvPr>
          <p:cNvGrpSpPr/>
          <p:nvPr/>
        </p:nvGrpSpPr>
        <p:grpSpPr>
          <a:xfrm flipH="1" flipV="1">
            <a:off x="3788148" y="3343275"/>
            <a:ext cx="2457625" cy="856869"/>
            <a:chOff x="4209875" y="3534058"/>
            <a:chExt cx="2457625" cy="869921"/>
          </a:xfrm>
        </p:grpSpPr>
        <p:sp>
          <p:nvSpPr>
            <p:cNvPr id="200" name="Line 168">
              <a:extLst>
                <a:ext uri="{FF2B5EF4-FFF2-40B4-BE49-F238E27FC236}">
                  <a16:creationId xmlns:a16="http://schemas.microsoft.com/office/drawing/2014/main" id="{91CD206F-3755-476E-8E53-A230FCCA9F0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201" name="Oval 200">
              <a:extLst>
                <a:ext uri="{FF2B5EF4-FFF2-40B4-BE49-F238E27FC236}">
                  <a16:creationId xmlns:a16="http://schemas.microsoft.com/office/drawing/2014/main" id="{FF143932-CA65-41AE-B0C0-E6CFC62A06A7}"/>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Oval 201">
              <a:extLst>
                <a:ext uri="{FF2B5EF4-FFF2-40B4-BE49-F238E27FC236}">
                  <a16:creationId xmlns:a16="http://schemas.microsoft.com/office/drawing/2014/main" id="{E2822107-5166-4F89-A270-2210FA83D67A}"/>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Oval 202">
              <a:extLst>
                <a:ext uri="{FF2B5EF4-FFF2-40B4-BE49-F238E27FC236}">
                  <a16:creationId xmlns:a16="http://schemas.microsoft.com/office/drawing/2014/main" id="{08B78221-21D8-4C0C-B0E6-115240979589}"/>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Oval 203">
              <a:extLst>
                <a:ext uri="{FF2B5EF4-FFF2-40B4-BE49-F238E27FC236}">
                  <a16:creationId xmlns:a16="http://schemas.microsoft.com/office/drawing/2014/main" id="{A3B03E85-456F-4441-B80D-773FD291ACDD}"/>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 name="Straight Arrow Connector 204">
              <a:extLst>
                <a:ext uri="{FF2B5EF4-FFF2-40B4-BE49-F238E27FC236}">
                  <a16:creationId xmlns:a16="http://schemas.microsoft.com/office/drawing/2014/main" id="{803DF586-0593-46AD-A80E-FA3779A10920}"/>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332F3929-A1F8-44DF-A41D-ACB9CC503382}"/>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9CC12E47-AAA0-434C-A5A3-B3BCE8E5F88A}"/>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A3290B7D-54FC-42AA-A54E-942922FB5242}"/>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9" name="Group 208">
            <a:extLst>
              <a:ext uri="{FF2B5EF4-FFF2-40B4-BE49-F238E27FC236}">
                <a16:creationId xmlns:a16="http://schemas.microsoft.com/office/drawing/2014/main" id="{C803D707-E03C-4DB0-B6B8-0E1C388B1B5B}"/>
              </a:ext>
            </a:extLst>
          </p:cNvPr>
          <p:cNvGrpSpPr/>
          <p:nvPr/>
        </p:nvGrpSpPr>
        <p:grpSpPr>
          <a:xfrm rot="20270269">
            <a:off x="1170244" y="3675050"/>
            <a:ext cx="1764368" cy="853930"/>
            <a:chOff x="5840602" y="3215780"/>
            <a:chExt cx="1764368" cy="853930"/>
          </a:xfrm>
        </p:grpSpPr>
        <p:sp>
          <p:nvSpPr>
            <p:cNvPr id="210" name="Oval 209">
              <a:extLst>
                <a:ext uri="{FF2B5EF4-FFF2-40B4-BE49-F238E27FC236}">
                  <a16:creationId xmlns:a16="http://schemas.microsoft.com/office/drawing/2014/main" id="{08896924-1E6A-4678-874D-E37A8D05303D}"/>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B769853D-4F77-479F-B365-A4F56443BDD2}"/>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Oval 211">
              <a:extLst>
                <a:ext uri="{FF2B5EF4-FFF2-40B4-BE49-F238E27FC236}">
                  <a16:creationId xmlns:a16="http://schemas.microsoft.com/office/drawing/2014/main" id="{98396040-26A9-4072-909C-587A63CFD4ED}"/>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Oval 212">
              <a:extLst>
                <a:ext uri="{FF2B5EF4-FFF2-40B4-BE49-F238E27FC236}">
                  <a16:creationId xmlns:a16="http://schemas.microsoft.com/office/drawing/2014/main" id="{97061D9C-91A3-4CAD-8043-6DC91577129A}"/>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4" name="Straight Arrow Connector 213">
              <a:extLst>
                <a:ext uri="{FF2B5EF4-FFF2-40B4-BE49-F238E27FC236}">
                  <a16:creationId xmlns:a16="http://schemas.microsoft.com/office/drawing/2014/main" id="{C128639A-F85F-48BD-8E1D-D615F56F5532}"/>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A3BB13DB-8E1F-4966-8A5D-AEC003372682}"/>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AC6FE295-90D5-458A-83AF-B77580F3239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CC946281-1602-4FFF-99CF-F1273AE280CA}"/>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8" name="Group 217">
            <a:extLst>
              <a:ext uri="{FF2B5EF4-FFF2-40B4-BE49-F238E27FC236}">
                <a16:creationId xmlns:a16="http://schemas.microsoft.com/office/drawing/2014/main" id="{1B73007D-9081-4C10-AD46-35465A5D8425}"/>
              </a:ext>
            </a:extLst>
          </p:cNvPr>
          <p:cNvGrpSpPr/>
          <p:nvPr/>
        </p:nvGrpSpPr>
        <p:grpSpPr>
          <a:xfrm rot="14390946">
            <a:off x="298516" y="4827194"/>
            <a:ext cx="1764368" cy="853930"/>
            <a:chOff x="5840602" y="3215780"/>
            <a:chExt cx="1764368" cy="853930"/>
          </a:xfrm>
        </p:grpSpPr>
        <p:sp>
          <p:nvSpPr>
            <p:cNvPr id="219" name="Oval 218">
              <a:extLst>
                <a:ext uri="{FF2B5EF4-FFF2-40B4-BE49-F238E27FC236}">
                  <a16:creationId xmlns:a16="http://schemas.microsoft.com/office/drawing/2014/main" id="{A7A811AA-674B-4521-91FF-03B4C3315ED7}"/>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Oval 219">
              <a:extLst>
                <a:ext uri="{FF2B5EF4-FFF2-40B4-BE49-F238E27FC236}">
                  <a16:creationId xmlns:a16="http://schemas.microsoft.com/office/drawing/2014/main" id="{DC8A9022-7DFC-427A-B0F9-7B57EB919E0B}"/>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Oval 220">
              <a:extLst>
                <a:ext uri="{FF2B5EF4-FFF2-40B4-BE49-F238E27FC236}">
                  <a16:creationId xmlns:a16="http://schemas.microsoft.com/office/drawing/2014/main" id="{30908295-39DB-477C-9749-561E1DA16B9C}"/>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Oval 221">
              <a:extLst>
                <a:ext uri="{FF2B5EF4-FFF2-40B4-BE49-F238E27FC236}">
                  <a16:creationId xmlns:a16="http://schemas.microsoft.com/office/drawing/2014/main" id="{EF87F73A-6B98-4104-A721-224C87BF4264}"/>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3" name="Straight Arrow Connector 222">
              <a:extLst>
                <a:ext uri="{FF2B5EF4-FFF2-40B4-BE49-F238E27FC236}">
                  <a16:creationId xmlns:a16="http://schemas.microsoft.com/office/drawing/2014/main" id="{AA8C790B-D95D-4433-8F77-3FBAC3BE5411}"/>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7B2B777E-A31F-4174-9585-E1FC026528E3}"/>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5D8E171D-DF74-4C84-A52F-3C4149797AC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30289542-AEFA-4597-BC65-162F97D0A557}"/>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27" name="Oval 226">
            <a:extLst>
              <a:ext uri="{FF2B5EF4-FFF2-40B4-BE49-F238E27FC236}">
                <a16:creationId xmlns:a16="http://schemas.microsoft.com/office/drawing/2014/main" id="{B0EFD68C-F739-4862-9D7E-540D85382B2B}"/>
              </a:ext>
            </a:extLst>
          </p:cNvPr>
          <p:cNvSpPr/>
          <p:nvPr/>
        </p:nvSpPr>
        <p:spPr>
          <a:xfrm>
            <a:off x="2919059" y="596045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Oval 227">
            <a:extLst>
              <a:ext uri="{FF2B5EF4-FFF2-40B4-BE49-F238E27FC236}">
                <a16:creationId xmlns:a16="http://schemas.microsoft.com/office/drawing/2014/main" id="{D5576BB7-2C6B-4B25-AA5B-C51928F2998E}"/>
              </a:ext>
            </a:extLst>
          </p:cNvPr>
          <p:cNvSpPr/>
          <p:nvPr/>
        </p:nvSpPr>
        <p:spPr>
          <a:xfrm>
            <a:off x="3458513" y="559206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Oval 228">
            <a:extLst>
              <a:ext uri="{FF2B5EF4-FFF2-40B4-BE49-F238E27FC236}">
                <a16:creationId xmlns:a16="http://schemas.microsoft.com/office/drawing/2014/main" id="{055435F4-8B88-4699-867D-F91F2339233A}"/>
              </a:ext>
            </a:extLst>
          </p:cNvPr>
          <p:cNvSpPr/>
          <p:nvPr/>
        </p:nvSpPr>
        <p:spPr>
          <a:xfrm>
            <a:off x="3211681" y="4137637"/>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Oval 229">
            <a:extLst>
              <a:ext uri="{FF2B5EF4-FFF2-40B4-BE49-F238E27FC236}">
                <a16:creationId xmlns:a16="http://schemas.microsoft.com/office/drawing/2014/main" id="{22DDA89C-A9C2-4688-B58D-63B662B9FA8B}"/>
              </a:ext>
            </a:extLst>
          </p:cNvPr>
          <p:cNvSpPr/>
          <p:nvPr/>
        </p:nvSpPr>
        <p:spPr>
          <a:xfrm>
            <a:off x="2031457" y="5826000"/>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 name="Straight Arrow Connector 230">
            <a:extLst>
              <a:ext uri="{FF2B5EF4-FFF2-40B4-BE49-F238E27FC236}">
                <a16:creationId xmlns:a16="http://schemas.microsoft.com/office/drawing/2014/main" id="{045A469F-4B76-4C15-BFC9-B069D85D9D16}"/>
              </a:ext>
            </a:extLst>
          </p:cNvPr>
          <p:cNvCxnSpPr>
            <a:cxnSpLocks/>
          </p:cNvCxnSpPr>
          <p:nvPr/>
        </p:nvCxnSpPr>
        <p:spPr>
          <a:xfrm flipV="1">
            <a:off x="3012502" y="5779511"/>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2" name="Straight Arrow Connector 231">
            <a:extLst>
              <a:ext uri="{FF2B5EF4-FFF2-40B4-BE49-F238E27FC236}">
                <a16:creationId xmlns:a16="http://schemas.microsoft.com/office/drawing/2014/main" id="{9C7106F8-F2F5-4E0C-9408-F6B365E7D0B8}"/>
              </a:ext>
            </a:extLst>
          </p:cNvPr>
          <p:cNvCxnSpPr>
            <a:cxnSpLocks/>
          </p:cNvCxnSpPr>
          <p:nvPr/>
        </p:nvCxnSpPr>
        <p:spPr>
          <a:xfrm flipH="1">
            <a:off x="3383130" y="5772912"/>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6A8558A1-6FB8-4D7F-AFDD-35FD07670153}"/>
              </a:ext>
            </a:extLst>
          </p:cNvPr>
          <p:cNvCxnSpPr>
            <a:cxnSpLocks/>
          </p:cNvCxnSpPr>
          <p:nvPr/>
        </p:nvCxnSpPr>
        <p:spPr>
          <a:xfrm flipH="1" flipV="1">
            <a:off x="3138394" y="3994558"/>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B0575DAA-7539-4160-BDA3-04D0B6ACB072}"/>
              </a:ext>
            </a:extLst>
          </p:cNvPr>
          <p:cNvCxnSpPr>
            <a:cxnSpLocks/>
          </p:cNvCxnSpPr>
          <p:nvPr/>
        </p:nvCxnSpPr>
        <p:spPr>
          <a:xfrm flipV="1">
            <a:off x="2275671" y="5938902"/>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5" name="Line 168">
            <a:extLst>
              <a:ext uri="{FF2B5EF4-FFF2-40B4-BE49-F238E27FC236}">
                <a16:creationId xmlns:a16="http://schemas.microsoft.com/office/drawing/2014/main" id="{1525CFB6-2952-4FD6-90BF-8A9869B9CADB}"/>
              </a:ext>
            </a:extLst>
          </p:cNvPr>
          <p:cNvSpPr>
            <a:spLocks noChangeShapeType="1"/>
          </p:cNvSpPr>
          <p:nvPr/>
        </p:nvSpPr>
        <p:spPr bwMode="auto">
          <a:xfrm>
            <a:off x="194028" y="3775007"/>
            <a:ext cx="44450" cy="1587"/>
          </a:xfrm>
          <a:prstGeom prst="line">
            <a:avLst/>
          </a:prstGeom>
          <a:noFill/>
          <a:ln w="28">
            <a:solidFill>
              <a:srgbClr val="FF0000"/>
            </a:solidFill>
            <a:round/>
            <a:headEnd/>
            <a:tailEnd/>
          </a:ln>
        </p:spPr>
        <p:txBody>
          <a:bodyPr/>
          <a:lstStyle/>
          <a:p>
            <a:endParaRPr lang="en-US" dirty="0"/>
          </a:p>
        </p:txBody>
      </p:sp>
      <p:sp>
        <p:nvSpPr>
          <p:cNvPr id="236" name="Oval 235">
            <a:extLst>
              <a:ext uri="{FF2B5EF4-FFF2-40B4-BE49-F238E27FC236}">
                <a16:creationId xmlns:a16="http://schemas.microsoft.com/office/drawing/2014/main" id="{9B3F70D2-A0E2-4642-A37C-B9DE16F90D56}"/>
              </a:ext>
            </a:extLst>
          </p:cNvPr>
          <p:cNvSpPr/>
          <p:nvPr/>
        </p:nvSpPr>
        <p:spPr>
          <a:xfrm>
            <a:off x="684833" y="374497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7" name="Straight Arrow Connector 236">
            <a:extLst>
              <a:ext uri="{FF2B5EF4-FFF2-40B4-BE49-F238E27FC236}">
                <a16:creationId xmlns:a16="http://schemas.microsoft.com/office/drawing/2014/main" id="{81AC4184-4A1A-41BF-BE50-0F705CC89544}"/>
              </a:ext>
            </a:extLst>
          </p:cNvPr>
          <p:cNvCxnSpPr>
            <a:cxnSpLocks/>
          </p:cNvCxnSpPr>
          <p:nvPr/>
        </p:nvCxnSpPr>
        <p:spPr>
          <a:xfrm flipH="1">
            <a:off x="609450" y="392582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4" name="Rectangle 243">
            <a:extLst>
              <a:ext uri="{FF2B5EF4-FFF2-40B4-BE49-F238E27FC236}">
                <a16:creationId xmlns:a16="http://schemas.microsoft.com/office/drawing/2014/main" id="{6C7C7B11-13F4-4F94-B481-67E36B39E182}"/>
              </a:ext>
            </a:extLst>
          </p:cNvPr>
          <p:cNvSpPr/>
          <p:nvPr/>
        </p:nvSpPr>
        <p:spPr>
          <a:xfrm>
            <a:off x="304800" y="3389376"/>
            <a:ext cx="8619744" cy="170688"/>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4523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518347" y="1731772"/>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037711" y="15687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243D3014-180A-4B53-96E9-FC64E0C7D852}"/>
              </a:ext>
            </a:extLst>
          </p:cNvPr>
          <p:cNvSpPr/>
          <p:nvPr/>
        </p:nvSpPr>
        <p:spPr>
          <a:xfrm rot="8990946">
            <a:off x="7628499" y="270416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rot="8990946">
            <a:off x="6955529" y="288662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rot="8990946">
            <a:off x="7746805" y="210684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rot="8990946">
            <a:off x="8463548" y="237460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rot="8990946" flipV="1">
            <a:off x="7838367" y="28948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rot="8990946" flipH="1">
            <a:off x="7038036" y="2716512"/>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a:off x="7886192" y="2343095"/>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rot="8990946" flipV="1">
            <a:off x="8212519" y="2611005"/>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9" name="Oval 238">
            <a:extLst>
              <a:ext uri="{FF2B5EF4-FFF2-40B4-BE49-F238E27FC236}">
                <a16:creationId xmlns:a16="http://schemas.microsoft.com/office/drawing/2014/main" id="{08744D62-9653-478F-8F74-545F9D811114}"/>
              </a:ext>
            </a:extLst>
          </p:cNvPr>
          <p:cNvSpPr/>
          <p:nvPr/>
        </p:nvSpPr>
        <p:spPr>
          <a:xfrm>
            <a:off x="3244510" y="191820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25D7EA3F-540F-4A7E-829D-14C2902DA495}"/>
              </a:ext>
            </a:extLst>
          </p:cNvPr>
          <p:cNvSpPr/>
          <p:nvPr/>
        </p:nvSpPr>
        <p:spPr>
          <a:xfrm>
            <a:off x="2820330" y="2175764"/>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41475FB2-363A-48E8-8129-C295ECBF20B0}"/>
              </a:ext>
            </a:extLst>
          </p:cNvPr>
          <p:cNvSpPr/>
          <p:nvPr/>
        </p:nvSpPr>
        <p:spPr>
          <a:xfrm>
            <a:off x="3118101" y="2320008"/>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85308AD8-0C76-412E-9523-6999C0B214CF}"/>
              </a:ext>
            </a:extLst>
          </p:cNvPr>
          <p:cNvSpPr/>
          <p:nvPr/>
        </p:nvSpPr>
        <p:spPr>
          <a:xfrm>
            <a:off x="2816774" y="185216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317863D-5219-4698-A048-B39738BDAB79}"/>
              </a:ext>
            </a:extLst>
          </p:cNvPr>
          <p:cNvSpPr/>
          <p:nvPr/>
        </p:nvSpPr>
        <p:spPr>
          <a:xfrm>
            <a:off x="3538134" y="2196592"/>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2ADEA11F-1A40-450F-865D-A32262FCEFF1}"/>
              </a:ext>
            </a:extLst>
          </p:cNvPr>
          <p:cNvSpPr/>
          <p:nvPr/>
        </p:nvSpPr>
        <p:spPr>
          <a:xfrm>
            <a:off x="7182018" y="2440940"/>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B8B48205-38E1-44EB-B8B1-01FEEC18EE71}"/>
              </a:ext>
            </a:extLst>
          </p:cNvPr>
          <p:cNvSpPr/>
          <p:nvPr/>
        </p:nvSpPr>
        <p:spPr>
          <a:xfrm>
            <a:off x="7040794" y="191668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Oval 246">
            <a:extLst>
              <a:ext uri="{FF2B5EF4-FFF2-40B4-BE49-F238E27FC236}">
                <a16:creationId xmlns:a16="http://schemas.microsoft.com/office/drawing/2014/main" id="{AA813BC0-881D-4305-B382-43908FF96D8A}"/>
              </a:ext>
            </a:extLst>
          </p:cNvPr>
          <p:cNvSpPr/>
          <p:nvPr/>
        </p:nvSpPr>
        <p:spPr>
          <a:xfrm>
            <a:off x="7423318" y="230632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Oval 247">
            <a:extLst>
              <a:ext uri="{FF2B5EF4-FFF2-40B4-BE49-F238E27FC236}">
                <a16:creationId xmlns:a16="http://schemas.microsoft.com/office/drawing/2014/main" id="{B0035058-EF1F-4E19-B521-77849CD303DE}"/>
              </a:ext>
            </a:extLst>
          </p:cNvPr>
          <p:cNvSpPr/>
          <p:nvPr/>
        </p:nvSpPr>
        <p:spPr>
          <a:xfrm>
            <a:off x="7462942" y="185521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Oval 248">
            <a:extLst>
              <a:ext uri="{FF2B5EF4-FFF2-40B4-BE49-F238E27FC236}">
                <a16:creationId xmlns:a16="http://schemas.microsoft.com/office/drawing/2014/main" id="{E4E58468-C426-48E2-AE2D-A12D38251D93}"/>
              </a:ext>
            </a:extLst>
          </p:cNvPr>
          <p:cNvSpPr/>
          <p:nvPr/>
        </p:nvSpPr>
        <p:spPr>
          <a:xfrm>
            <a:off x="7157634" y="21229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0" name="Straight Arrow Connector 249">
            <a:extLst>
              <a:ext uri="{FF2B5EF4-FFF2-40B4-BE49-F238E27FC236}">
                <a16:creationId xmlns:a16="http://schemas.microsoft.com/office/drawing/2014/main" id="{7AF4DBCB-CF13-444F-8E3C-C1F68E2CA144}"/>
              </a:ext>
            </a:extLst>
          </p:cNvPr>
          <p:cNvCxnSpPr>
            <a:cxnSpLocks/>
          </p:cNvCxnSpPr>
          <p:nvPr/>
        </p:nvCxnSpPr>
        <p:spPr>
          <a:xfrm>
            <a:off x="7569962" y="24133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DD241EA0-481D-494A-8BF5-019FD2ABD449}"/>
              </a:ext>
            </a:extLst>
          </p:cNvPr>
          <p:cNvCxnSpPr>
            <a:cxnSpLocks/>
          </p:cNvCxnSpPr>
          <p:nvPr/>
        </p:nvCxnSpPr>
        <p:spPr>
          <a:xfrm>
            <a:off x="7656480" y="1945184"/>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25243D54-675C-467E-8D69-2BC657C76945}"/>
              </a:ext>
            </a:extLst>
          </p:cNvPr>
          <p:cNvCxnSpPr>
            <a:cxnSpLocks/>
          </p:cNvCxnSpPr>
          <p:nvPr/>
        </p:nvCxnSpPr>
        <p:spPr>
          <a:xfrm>
            <a:off x="7310462" y="2624301"/>
            <a:ext cx="151042" cy="14328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4B21151B-4C2E-4CE9-88DE-B81655002BAF}"/>
              </a:ext>
            </a:extLst>
          </p:cNvPr>
          <p:cNvCxnSpPr>
            <a:cxnSpLocks/>
          </p:cNvCxnSpPr>
          <p:nvPr/>
        </p:nvCxnSpPr>
        <p:spPr>
          <a:xfrm flipH="1">
            <a:off x="6851904" y="2251662"/>
            <a:ext cx="34653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E5080E96-5995-4411-A1A7-A35107841729}"/>
              </a:ext>
            </a:extLst>
          </p:cNvPr>
          <p:cNvCxnSpPr>
            <a:cxnSpLocks/>
          </p:cNvCxnSpPr>
          <p:nvPr/>
        </p:nvCxnSpPr>
        <p:spPr>
          <a:xfrm flipV="1">
            <a:off x="2994158" y="1755648"/>
            <a:ext cx="126994" cy="15123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0E0E36C8-DF2B-43FD-B31F-DF01DCEB4238}"/>
              </a:ext>
            </a:extLst>
          </p:cNvPr>
          <p:cNvCxnSpPr>
            <a:cxnSpLocks/>
          </p:cNvCxnSpPr>
          <p:nvPr/>
        </p:nvCxnSpPr>
        <p:spPr>
          <a:xfrm flipH="1" flipV="1">
            <a:off x="6888480" y="1853184"/>
            <a:ext cx="161143" cy="10078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5FD20E8A-9D2F-4E2E-ACDF-FC06425E38C0}"/>
              </a:ext>
            </a:extLst>
          </p:cNvPr>
          <p:cNvCxnSpPr>
            <a:cxnSpLocks/>
          </p:cNvCxnSpPr>
          <p:nvPr/>
        </p:nvCxnSpPr>
        <p:spPr>
          <a:xfrm flipH="1" flipV="1">
            <a:off x="3352800" y="2182368"/>
            <a:ext cx="201169" cy="11582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D8BB8D1B-11B8-49D4-9CA9-03656E864F6D}"/>
              </a:ext>
            </a:extLst>
          </p:cNvPr>
          <p:cNvCxnSpPr>
            <a:cxnSpLocks/>
          </p:cNvCxnSpPr>
          <p:nvPr/>
        </p:nvCxnSpPr>
        <p:spPr>
          <a:xfrm flipH="1">
            <a:off x="3041904" y="2417264"/>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9420AB44-BF72-4EF6-A90D-6A97A843818A}"/>
              </a:ext>
            </a:extLst>
          </p:cNvPr>
          <p:cNvCxnSpPr>
            <a:cxnSpLocks/>
          </p:cNvCxnSpPr>
          <p:nvPr/>
        </p:nvCxnSpPr>
        <p:spPr>
          <a:xfrm flipH="1" flipV="1">
            <a:off x="3108960" y="2072810"/>
            <a:ext cx="145537"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9" name="Straight Arrow Connector 258">
            <a:extLst>
              <a:ext uri="{FF2B5EF4-FFF2-40B4-BE49-F238E27FC236}">
                <a16:creationId xmlns:a16="http://schemas.microsoft.com/office/drawing/2014/main" id="{C9B269CC-0CC3-48DD-8214-34074C31F76A}"/>
              </a:ext>
            </a:extLst>
          </p:cNvPr>
          <p:cNvCxnSpPr>
            <a:cxnSpLocks/>
          </p:cNvCxnSpPr>
          <p:nvPr/>
        </p:nvCxnSpPr>
        <p:spPr>
          <a:xfrm flipV="1">
            <a:off x="2963960" y="2284604"/>
            <a:ext cx="3278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DF52A239-06CA-424C-9C9D-12F35868276C}"/>
              </a:ext>
            </a:extLst>
          </p:cNvPr>
          <p:cNvCxnSpPr>
            <a:cxnSpLocks/>
          </p:cNvCxnSpPr>
          <p:nvPr/>
        </p:nvCxnSpPr>
        <p:spPr>
          <a:xfrm flipH="1">
            <a:off x="7967321" y="172841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261" name="Group 18">
            <a:extLst>
              <a:ext uri="{FF2B5EF4-FFF2-40B4-BE49-F238E27FC236}">
                <a16:creationId xmlns:a16="http://schemas.microsoft.com/office/drawing/2014/main" id="{FE057A1D-A4A3-4A54-86F6-83EDFA08D9C9}"/>
              </a:ext>
            </a:extLst>
          </p:cNvPr>
          <p:cNvGrpSpPr>
            <a:grpSpLocks/>
          </p:cNvGrpSpPr>
          <p:nvPr/>
        </p:nvGrpSpPr>
        <p:grpSpPr bwMode="auto">
          <a:xfrm>
            <a:off x="2515911" y="1624838"/>
            <a:ext cx="4621213" cy="1028700"/>
            <a:chOff x="1098455" y="1454019"/>
            <a:chExt cx="7727044" cy="1028700"/>
          </a:xfrm>
        </p:grpSpPr>
        <p:sp>
          <p:nvSpPr>
            <p:cNvPr id="262" name="Rectangle 43">
              <a:extLst>
                <a:ext uri="{FF2B5EF4-FFF2-40B4-BE49-F238E27FC236}">
                  <a16:creationId xmlns:a16="http://schemas.microsoft.com/office/drawing/2014/main" id="{7729751C-0907-4633-B3B5-1ADE3113CB1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263" name="Rectangle 42">
              <a:extLst>
                <a:ext uri="{FF2B5EF4-FFF2-40B4-BE49-F238E27FC236}">
                  <a16:creationId xmlns:a16="http://schemas.microsoft.com/office/drawing/2014/main" id="{D39A8741-B38F-40F6-B555-C78F22717166}"/>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30" name="TextBox 29">
            <a:extLst>
              <a:ext uri="{FF2B5EF4-FFF2-40B4-BE49-F238E27FC236}">
                <a16:creationId xmlns:a16="http://schemas.microsoft.com/office/drawing/2014/main" id="{E9DA2188-6F2A-4248-A863-9BDB8163AEF1}"/>
              </a:ext>
            </a:extLst>
          </p:cNvPr>
          <p:cNvSpPr txBox="1"/>
          <p:nvPr/>
        </p:nvSpPr>
        <p:spPr>
          <a:xfrm>
            <a:off x="5218176" y="3755136"/>
            <a:ext cx="1856342" cy="369332"/>
          </a:xfrm>
          <a:prstGeom prst="rect">
            <a:avLst/>
          </a:prstGeom>
          <a:noFill/>
        </p:spPr>
        <p:txBody>
          <a:bodyPr wrap="none" rtlCol="0">
            <a:spAutoFit/>
          </a:bodyPr>
          <a:lstStyle/>
          <a:p>
            <a:r>
              <a:rPr lang="en-US" dirty="0"/>
              <a:t>Some reflect back</a:t>
            </a:r>
          </a:p>
        </p:txBody>
      </p:sp>
      <p:cxnSp>
        <p:nvCxnSpPr>
          <p:cNvPr id="37" name="Straight Arrow Connector 36">
            <a:extLst>
              <a:ext uri="{FF2B5EF4-FFF2-40B4-BE49-F238E27FC236}">
                <a16:creationId xmlns:a16="http://schemas.microsoft.com/office/drawing/2014/main" id="{2B40F373-AC44-4A05-945E-2BD4E589F13B}"/>
              </a:ext>
            </a:extLst>
          </p:cNvPr>
          <p:cNvCxnSpPr/>
          <p:nvPr/>
        </p:nvCxnSpPr>
        <p:spPr>
          <a:xfrm flipV="1">
            <a:off x="5815584" y="2414016"/>
            <a:ext cx="1121664" cy="126796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14D38712-6AA8-4EAF-8132-B2FFF78D7991}"/>
              </a:ext>
            </a:extLst>
          </p:cNvPr>
          <p:cNvCxnSpPr>
            <a:cxnSpLocks/>
          </p:cNvCxnSpPr>
          <p:nvPr/>
        </p:nvCxnSpPr>
        <p:spPr>
          <a:xfrm flipH="1" flipV="1">
            <a:off x="7687056" y="2590800"/>
            <a:ext cx="323088" cy="148132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65" name="TextBox 264">
            <a:extLst>
              <a:ext uri="{FF2B5EF4-FFF2-40B4-BE49-F238E27FC236}">
                <a16:creationId xmlns:a16="http://schemas.microsoft.com/office/drawing/2014/main" id="{CA434055-D620-4E4A-88CF-BD0A895B7A04}"/>
              </a:ext>
            </a:extLst>
          </p:cNvPr>
          <p:cNvSpPr txBox="1"/>
          <p:nvPr/>
        </p:nvSpPr>
        <p:spPr>
          <a:xfrm>
            <a:off x="6943344" y="4139184"/>
            <a:ext cx="1838004" cy="369332"/>
          </a:xfrm>
          <a:prstGeom prst="rect">
            <a:avLst/>
          </a:prstGeom>
          <a:noFill/>
        </p:spPr>
        <p:txBody>
          <a:bodyPr wrap="none" rtlCol="0">
            <a:spAutoFit/>
          </a:bodyPr>
          <a:lstStyle/>
          <a:p>
            <a:r>
              <a:rPr lang="en-US" dirty="0"/>
              <a:t>Some Keep Going</a:t>
            </a:r>
          </a:p>
        </p:txBody>
      </p:sp>
    </p:spTree>
    <p:extLst>
      <p:ext uri="{BB962C8B-B14F-4D97-AF65-F5344CB8AC3E}">
        <p14:creationId xmlns:p14="http://schemas.microsoft.com/office/powerpoint/2010/main" val="146563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223.7.1</a:t>
            </a:r>
          </a:p>
        </p:txBody>
      </p:sp>
      <p:sp>
        <p:nvSpPr>
          <p:cNvPr id="77828" name="Rectangle 3"/>
          <p:cNvSpPr>
            <a:spLocks noGrp="1" noChangeArrowheads="1"/>
          </p:cNvSpPr>
          <p:nvPr>
            <p:ph idx="1"/>
          </p:nvPr>
        </p:nvSpPr>
        <p:spPr/>
        <p:txBody>
          <a:bodyPr/>
          <a:lstStyle/>
          <a:p>
            <a:pPr marL="609600" indent="-609600" eaLnBrk="1" hangingPunct="1">
              <a:buFontTx/>
              <a:buNone/>
            </a:pPr>
            <a:r>
              <a:rPr lang="en-US" dirty="0"/>
              <a:t>A pipe, closed at one end, has a displacement node at one end. Why?</a:t>
            </a:r>
          </a:p>
          <a:p>
            <a:pPr marL="609600" indent="-609600" eaLnBrk="1" hangingPunct="1">
              <a:buFontTx/>
              <a:buAutoNum type="alphaLcParenR"/>
            </a:pPr>
            <a:r>
              <a:rPr lang="en-US" dirty="0"/>
              <a:t>The pressure there must match atmospheric pressure</a:t>
            </a:r>
          </a:p>
          <a:p>
            <a:pPr marL="609600" indent="-609600" eaLnBrk="1" hangingPunct="1">
              <a:buFontTx/>
              <a:buAutoNum type="alphaLcParenR"/>
            </a:pPr>
            <a:r>
              <a:rPr lang="en-US" dirty="0"/>
              <a:t>The molecules experience a 3</a:t>
            </a:r>
            <a:r>
              <a:rPr lang="en-US" baseline="30000" dirty="0"/>
              <a:t>rd</a:t>
            </a:r>
            <a:r>
              <a:rPr lang="en-US" dirty="0"/>
              <a:t> law reaction force</a:t>
            </a:r>
          </a:p>
          <a:p>
            <a:pPr marL="609600" indent="-609600" eaLnBrk="1" hangingPunct="1">
              <a:buFontTx/>
              <a:buAutoNum type="alphaLcParenR"/>
            </a:pPr>
            <a:r>
              <a:rPr lang="en-US" dirty="0"/>
              <a:t>The end prevents the molecules from moving in a longitudinal direction</a:t>
            </a: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16</a:t>
            </a:fld>
            <a:endParaRPr lang="en-US"/>
          </a:p>
        </p:txBody>
      </p:sp>
    </p:spTree>
    <p:extLst>
      <p:ext uri="{BB962C8B-B14F-4D97-AF65-F5344CB8AC3E}">
        <p14:creationId xmlns:p14="http://schemas.microsoft.com/office/powerpoint/2010/main" val="5819129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1" name="Rectangle 2"/>
          <p:cNvSpPr>
            <a:spLocks noGrp="1" noChangeArrowheads="1"/>
          </p:cNvSpPr>
          <p:nvPr>
            <p:ph type="title"/>
          </p:nvPr>
        </p:nvSpPr>
        <p:spPr/>
        <p:txBody>
          <a:bodyPr/>
          <a:lstStyle/>
          <a:p>
            <a:r>
              <a:rPr lang="en-US" dirty="0"/>
              <a:t>Question 223.7.2</a:t>
            </a:r>
          </a:p>
        </p:txBody>
      </p:sp>
      <p:sp>
        <p:nvSpPr>
          <p:cNvPr id="78852" name="Rectangle 3"/>
          <p:cNvSpPr>
            <a:spLocks noGrp="1" noChangeArrowheads="1"/>
          </p:cNvSpPr>
          <p:nvPr>
            <p:ph idx="1"/>
          </p:nvPr>
        </p:nvSpPr>
        <p:spPr/>
        <p:txBody>
          <a:bodyPr/>
          <a:lstStyle/>
          <a:p>
            <a:pPr marL="609600" indent="-609600" eaLnBrk="1" hangingPunct="1">
              <a:buFontTx/>
              <a:buNone/>
            </a:pPr>
            <a:r>
              <a:rPr lang="en-US" dirty="0"/>
              <a:t>A pipe that is open at both ends has a standing sound wave generated in it. The pipe will have a pressure ____________ at both ends.</a:t>
            </a:r>
          </a:p>
          <a:p>
            <a:pPr marL="609600" indent="-609600" eaLnBrk="1" hangingPunct="1">
              <a:buFontTx/>
              <a:buNone/>
            </a:pPr>
            <a:endParaRPr lang="en-US" dirty="0"/>
          </a:p>
          <a:p>
            <a:pPr marL="609600" indent="-609600" eaLnBrk="1" hangingPunct="1">
              <a:buFontTx/>
              <a:buAutoNum type="alphaLcParenR"/>
            </a:pPr>
            <a:r>
              <a:rPr lang="en-US" dirty="0"/>
              <a:t>Node</a:t>
            </a:r>
          </a:p>
          <a:p>
            <a:pPr marL="609600" indent="-609600" eaLnBrk="1" hangingPunct="1">
              <a:buFontTx/>
              <a:buAutoNum type="alphaLcParenR"/>
            </a:pPr>
            <a:r>
              <a:rPr lang="en-US" dirty="0" err="1"/>
              <a:t>Antinode</a:t>
            </a:r>
            <a:endParaRPr lang="en-US" dirty="0"/>
          </a:p>
          <a:p>
            <a:pPr marL="609600" indent="-609600" eaLnBrk="1" hangingPunct="1">
              <a:buFontTx/>
              <a:buAutoNum type="alphaLcParenR"/>
            </a:pPr>
            <a:r>
              <a:rPr lang="en-US" dirty="0"/>
              <a:t>Neither</a:t>
            </a:r>
          </a:p>
        </p:txBody>
      </p:sp>
      <p:sp>
        <p:nvSpPr>
          <p:cNvPr id="78850" name="Slide Number Placeholder 5"/>
          <p:cNvSpPr>
            <a:spLocks noGrp="1"/>
          </p:cNvSpPr>
          <p:nvPr>
            <p:ph type="sldNum" sz="quarter" idx="12"/>
          </p:nvPr>
        </p:nvSpPr>
        <p:spPr>
          <a:noFill/>
        </p:spPr>
        <p:txBody>
          <a:bodyPr/>
          <a:lstStyle/>
          <a:p>
            <a:fld id="{065A0839-7BAF-41EB-A70B-3F1C3D56D995}" type="slidenum">
              <a:rPr lang="en-US" smtClean="0"/>
              <a:pPr/>
              <a:t>17</a:t>
            </a:fld>
            <a:endParaRPr lang="en-US"/>
          </a:p>
        </p:txBody>
      </p:sp>
    </p:spTree>
    <p:extLst>
      <p:ext uri="{BB962C8B-B14F-4D97-AF65-F5344CB8AC3E}">
        <p14:creationId xmlns:p14="http://schemas.microsoft.com/office/powerpoint/2010/main" val="2428795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223.7.2.5</a:t>
            </a:r>
          </a:p>
        </p:txBody>
      </p:sp>
      <p:sp>
        <p:nvSpPr>
          <p:cNvPr id="77828" name="Rectangle 3"/>
          <p:cNvSpPr>
            <a:spLocks noGrp="1" noChangeArrowheads="1"/>
          </p:cNvSpPr>
          <p:nvPr>
            <p:ph idx="1"/>
          </p:nvPr>
        </p:nvSpPr>
        <p:spPr/>
        <p:txBody>
          <a:bodyPr>
            <a:normAutofit/>
          </a:bodyPr>
          <a:lstStyle/>
          <a:p>
            <a:pPr marL="609600" indent="-609600" eaLnBrk="1" hangingPunct="1">
              <a:buFontTx/>
              <a:buNone/>
            </a:pPr>
            <a:r>
              <a:rPr lang="en-US" dirty="0"/>
              <a:t>A pipe, open on both ends has a tuning fork next to it which is oscillating at the pipe’s second harmonic frequency, How big is the wavelength compared to the pipe length?</a:t>
            </a:r>
          </a:p>
          <a:p>
            <a:pPr marL="609600" indent="-609600" eaLnBrk="1" hangingPunct="1">
              <a:buFontTx/>
              <a:buAutoNum type="alphaLcParenR"/>
            </a:pPr>
            <a:r>
              <a:rPr lang="en-US" dirty="0">
                <a:sym typeface="Symbol"/>
              </a:rPr>
              <a:t> = L/2</a:t>
            </a:r>
          </a:p>
          <a:p>
            <a:pPr marL="609600" indent="-609600">
              <a:buFontTx/>
              <a:buAutoNum type="alphaLcParenR"/>
            </a:pPr>
            <a:r>
              <a:rPr lang="en-US" dirty="0">
                <a:sym typeface="Symbol"/>
              </a:rPr>
              <a:t> = L</a:t>
            </a:r>
          </a:p>
          <a:p>
            <a:pPr marL="609600" indent="-609600">
              <a:buFontTx/>
              <a:buAutoNum type="alphaLcParenR"/>
            </a:pPr>
            <a:r>
              <a:rPr lang="en-US" dirty="0">
                <a:sym typeface="Symbol"/>
              </a:rPr>
              <a:t> = 2L</a:t>
            </a:r>
          </a:p>
          <a:p>
            <a:pPr marL="609600" indent="-609600">
              <a:buFontTx/>
              <a:buAutoNum type="alphaLcParenR"/>
            </a:pPr>
            <a:r>
              <a:rPr lang="en-US" dirty="0">
                <a:sym typeface="Symbol"/>
              </a:rPr>
              <a:t> = (3/2)L</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18</a:t>
            </a:fld>
            <a:endParaRPr lang="en-US"/>
          </a:p>
        </p:txBody>
      </p:sp>
    </p:spTree>
    <p:extLst>
      <p:ext uri="{BB962C8B-B14F-4D97-AF65-F5344CB8AC3E}">
        <p14:creationId xmlns:p14="http://schemas.microsoft.com/office/powerpoint/2010/main" val="31423062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88"/>
          <p:cNvGrpSpPr>
            <a:grpSpLocks/>
          </p:cNvGrpSpPr>
          <p:nvPr/>
        </p:nvGrpSpPr>
        <p:grpSpPr bwMode="auto">
          <a:xfrm>
            <a:off x="958850" y="1258888"/>
            <a:ext cx="6192838" cy="4930775"/>
            <a:chOff x="130632" y="293908"/>
            <a:chExt cx="7021281" cy="5895414"/>
          </a:xfrm>
        </p:grpSpPr>
        <p:sp>
          <p:nvSpPr>
            <p:cNvPr id="625668" name="Rectangle 41"/>
            <p:cNvSpPr>
              <a:spLocks noChangeArrowheads="1"/>
            </p:cNvSpPr>
            <p:nvPr/>
          </p:nvSpPr>
          <p:spPr bwMode="auto">
            <a:xfrm>
              <a:off x="2509128" y="15264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69" name="Rectangle 41"/>
            <p:cNvSpPr>
              <a:spLocks noChangeArrowheads="1"/>
            </p:cNvSpPr>
            <p:nvPr/>
          </p:nvSpPr>
          <p:spPr bwMode="auto">
            <a:xfrm>
              <a:off x="4512099" y="155362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70" name="TextBox 242"/>
            <p:cNvSpPr txBox="1">
              <a:spLocks noChangeArrowheads="1"/>
            </p:cNvSpPr>
            <p:nvPr/>
          </p:nvSpPr>
          <p:spPr bwMode="auto">
            <a:xfrm>
              <a:off x="163280" y="4800684"/>
              <a:ext cx="1742849" cy="369332"/>
            </a:xfrm>
            <a:prstGeom prst="rect">
              <a:avLst/>
            </a:prstGeom>
            <a:noFill/>
            <a:ln w="9525">
              <a:noFill/>
              <a:miter lim="800000"/>
              <a:headEnd/>
              <a:tailEnd/>
            </a:ln>
          </p:spPr>
          <p:txBody>
            <a:bodyPr wrap="none">
              <a:spAutoFit/>
            </a:bodyPr>
            <a:lstStyle/>
            <a:p>
              <a:r>
                <a:rPr lang="en-US" dirty="0"/>
                <a:t>Pressure Change</a:t>
              </a:r>
            </a:p>
          </p:txBody>
        </p:sp>
        <p:sp>
          <p:nvSpPr>
            <p:cNvPr id="625671" name="Rectangle 41"/>
            <p:cNvSpPr>
              <a:spLocks noChangeArrowheads="1"/>
            </p:cNvSpPr>
            <p:nvPr/>
          </p:nvSpPr>
          <p:spPr bwMode="auto">
            <a:xfrm>
              <a:off x="3058903" y="1575416"/>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2580251" y="1569413"/>
              <a:ext cx="4571662" cy="8009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3" name="Group 18"/>
            <p:cNvGrpSpPr>
              <a:grpSpLocks/>
            </p:cNvGrpSpPr>
            <p:nvPr/>
          </p:nvGrpSpPr>
          <p:grpSpPr bwMode="auto">
            <a:xfrm>
              <a:off x="2498271" y="1454019"/>
              <a:ext cx="4620986" cy="1028700"/>
              <a:chOff x="1098455" y="1454019"/>
              <a:chExt cx="7727044" cy="1028700"/>
            </a:xfrm>
          </p:grpSpPr>
          <p:sp>
            <p:nvSpPr>
              <p:cNvPr id="625851"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5852"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5674" name="TextBox 405"/>
            <p:cNvSpPr txBox="1">
              <a:spLocks noChangeArrowheads="1"/>
            </p:cNvSpPr>
            <p:nvPr/>
          </p:nvSpPr>
          <p:spPr bwMode="auto">
            <a:xfrm>
              <a:off x="130632" y="2863067"/>
              <a:ext cx="1972391" cy="1104107"/>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49" y="971519"/>
              <a:ext cx="4470869" cy="1899"/>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5676" name="TextBox 181"/>
            <p:cNvSpPr txBox="1">
              <a:spLocks noChangeArrowheads="1"/>
            </p:cNvSpPr>
            <p:nvPr/>
          </p:nvSpPr>
          <p:spPr bwMode="auto">
            <a:xfrm>
              <a:off x="4604582" y="293908"/>
              <a:ext cx="424618" cy="584775"/>
            </a:xfrm>
            <a:prstGeom prst="rect">
              <a:avLst/>
            </a:prstGeom>
            <a:noFill/>
            <a:ln w="9525">
              <a:noFill/>
              <a:miter lim="800000"/>
              <a:headEnd/>
              <a:tailEnd/>
            </a:ln>
          </p:spPr>
          <p:txBody>
            <a:bodyPr>
              <a:spAutoFit/>
            </a:bodyPr>
            <a:lstStyle/>
            <a:p>
              <a:r>
                <a:rPr lang="en-US" sz="3200" dirty="0"/>
                <a:t>L</a:t>
              </a:r>
            </a:p>
          </p:txBody>
        </p:sp>
        <p:pic>
          <p:nvPicPr>
            <p:cNvPr id="625677" name="Picture 2"/>
            <p:cNvPicPr>
              <a:picLocks noChangeAspect="1" noChangeArrowheads="1"/>
            </p:cNvPicPr>
            <p:nvPr/>
          </p:nvPicPr>
          <p:blipFill>
            <a:blip r:embed="rId3" cstate="print"/>
            <a:srcRect/>
            <a:stretch>
              <a:fillRect/>
            </a:stretch>
          </p:blipFill>
          <p:spPr bwMode="auto">
            <a:xfrm>
              <a:off x="2400299" y="2941637"/>
              <a:ext cx="4572001" cy="973137"/>
            </a:xfrm>
            <a:prstGeom prst="rect">
              <a:avLst/>
            </a:prstGeom>
            <a:noFill/>
            <a:ln w="9525">
              <a:noFill/>
              <a:miter lim="800000"/>
              <a:headEnd/>
              <a:tailEnd/>
            </a:ln>
          </p:spPr>
        </p:pic>
        <p:cxnSp>
          <p:nvCxnSpPr>
            <p:cNvPr id="211" name="Straight Connector 210"/>
            <p:cNvCxnSpPr/>
            <p:nvPr/>
          </p:nvCxnSpPr>
          <p:spPr>
            <a:xfrm rot="5400000">
              <a:off x="645511" y="4416571"/>
              <a:ext cx="3543702" cy="1800"/>
            </a:xfrm>
            <a:prstGeom prst="line">
              <a:avLst/>
            </a:prstGeom>
          </p:spPr>
          <p:style>
            <a:lnRef idx="1">
              <a:schemeClr val="accent1"/>
            </a:lnRef>
            <a:fillRef idx="0">
              <a:schemeClr val="accent1"/>
            </a:fillRef>
            <a:effectRef idx="0">
              <a:schemeClr val="accent1"/>
            </a:effectRef>
            <a:fontRef idx="minor">
              <a:schemeClr val="tx1"/>
            </a:fontRef>
          </p:style>
        </p:cxnSp>
        <p:grpSp>
          <p:nvGrpSpPr>
            <p:cNvPr id="4" name="Group 197"/>
            <p:cNvGrpSpPr>
              <a:grpSpLocks/>
            </p:cNvGrpSpPr>
            <p:nvPr/>
          </p:nvGrpSpPr>
          <p:grpSpPr bwMode="auto">
            <a:xfrm>
              <a:off x="2538413" y="4981575"/>
              <a:ext cx="4357687" cy="776287"/>
              <a:chOff x="2538413" y="4981575"/>
              <a:chExt cx="4357687" cy="776287"/>
            </a:xfrm>
          </p:grpSpPr>
          <p:sp>
            <p:nvSpPr>
              <p:cNvPr id="38921" name="Line 9"/>
              <p:cNvSpPr>
                <a:spLocks noChangeShapeType="1"/>
              </p:cNvSpPr>
              <p:nvPr/>
            </p:nvSpPr>
            <p:spPr bwMode="auto">
              <a:xfrm flipV="1">
                <a:off x="2538854" y="5356067"/>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2" name="Line 10"/>
              <p:cNvSpPr>
                <a:spLocks noChangeShapeType="1"/>
              </p:cNvSpPr>
              <p:nvPr/>
            </p:nvSpPr>
            <p:spPr bwMode="auto">
              <a:xfrm flipV="1">
                <a:off x="2582051" y="5346578"/>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3" name="Line 11"/>
              <p:cNvSpPr>
                <a:spLocks noChangeShapeType="1"/>
              </p:cNvSpPr>
              <p:nvPr/>
            </p:nvSpPr>
            <p:spPr bwMode="auto">
              <a:xfrm flipV="1">
                <a:off x="2627048"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4" name="Line 12"/>
              <p:cNvSpPr>
                <a:spLocks noChangeShapeType="1"/>
              </p:cNvSpPr>
              <p:nvPr/>
            </p:nvSpPr>
            <p:spPr bwMode="auto">
              <a:xfrm flipV="1">
                <a:off x="2670245" y="5320005"/>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5" name="Line 13"/>
              <p:cNvSpPr>
                <a:spLocks noChangeShapeType="1"/>
              </p:cNvSpPr>
              <p:nvPr/>
            </p:nvSpPr>
            <p:spPr bwMode="auto">
              <a:xfrm flipV="1">
                <a:off x="2713442" y="5306717"/>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6" name="Line 14"/>
              <p:cNvSpPr>
                <a:spLocks noChangeShapeType="1"/>
              </p:cNvSpPr>
              <p:nvPr/>
            </p:nvSpPr>
            <p:spPr bwMode="auto">
              <a:xfrm flipV="1">
                <a:off x="2758438"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7" name="Line 15"/>
              <p:cNvSpPr>
                <a:spLocks noChangeShapeType="1"/>
              </p:cNvSpPr>
              <p:nvPr/>
            </p:nvSpPr>
            <p:spPr bwMode="auto">
              <a:xfrm flipV="1">
                <a:off x="2801635" y="5283941"/>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8" name="Line 16"/>
              <p:cNvSpPr>
                <a:spLocks noChangeShapeType="1"/>
              </p:cNvSpPr>
              <p:nvPr/>
            </p:nvSpPr>
            <p:spPr bwMode="auto">
              <a:xfrm flipV="1">
                <a:off x="2846632" y="5272552"/>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9" name="Line 17"/>
              <p:cNvSpPr>
                <a:spLocks noChangeShapeType="1"/>
              </p:cNvSpPr>
              <p:nvPr/>
            </p:nvSpPr>
            <p:spPr bwMode="auto">
              <a:xfrm flipV="1">
                <a:off x="2889829" y="5259266"/>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0" name="Line 18"/>
              <p:cNvSpPr>
                <a:spLocks noChangeShapeType="1"/>
              </p:cNvSpPr>
              <p:nvPr/>
            </p:nvSpPr>
            <p:spPr bwMode="auto">
              <a:xfrm flipV="1">
                <a:off x="293482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1" name="Line 19"/>
              <p:cNvSpPr>
                <a:spLocks noChangeShapeType="1"/>
              </p:cNvSpPr>
              <p:nvPr/>
            </p:nvSpPr>
            <p:spPr bwMode="auto">
              <a:xfrm flipV="1">
                <a:off x="2978022"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2" name="Line 20"/>
              <p:cNvSpPr>
                <a:spLocks noChangeShapeType="1"/>
              </p:cNvSpPr>
              <p:nvPr/>
            </p:nvSpPr>
            <p:spPr bwMode="auto">
              <a:xfrm flipV="1">
                <a:off x="3023019" y="5225101"/>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3" name="Line 21"/>
              <p:cNvSpPr>
                <a:spLocks noChangeShapeType="1"/>
              </p:cNvSpPr>
              <p:nvPr/>
            </p:nvSpPr>
            <p:spPr bwMode="auto">
              <a:xfrm flipV="1">
                <a:off x="3066216" y="5213713"/>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4" name="Line 22"/>
              <p:cNvSpPr>
                <a:spLocks noChangeShapeType="1"/>
              </p:cNvSpPr>
              <p:nvPr/>
            </p:nvSpPr>
            <p:spPr bwMode="auto">
              <a:xfrm flipV="1">
                <a:off x="3111212"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5" name="Line 23"/>
              <p:cNvSpPr>
                <a:spLocks noChangeShapeType="1"/>
              </p:cNvSpPr>
              <p:nvPr/>
            </p:nvSpPr>
            <p:spPr bwMode="auto">
              <a:xfrm flipV="1">
                <a:off x="3154409" y="519093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6" name="Line 24"/>
              <p:cNvSpPr>
                <a:spLocks noChangeShapeType="1"/>
              </p:cNvSpPr>
              <p:nvPr/>
            </p:nvSpPr>
            <p:spPr bwMode="auto">
              <a:xfrm flipV="1">
                <a:off x="3197605" y="5181445"/>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7" name="Line 25"/>
              <p:cNvSpPr>
                <a:spLocks noChangeShapeType="1"/>
              </p:cNvSpPr>
              <p:nvPr/>
            </p:nvSpPr>
            <p:spPr bwMode="auto">
              <a:xfrm flipV="1">
                <a:off x="3242603"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8" name="Line 26"/>
              <p:cNvSpPr>
                <a:spLocks noChangeShapeType="1"/>
              </p:cNvSpPr>
              <p:nvPr/>
            </p:nvSpPr>
            <p:spPr bwMode="auto">
              <a:xfrm flipV="1">
                <a:off x="3285799" y="5160566"/>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9" name="Line 27"/>
              <p:cNvSpPr>
                <a:spLocks noChangeShapeType="1"/>
              </p:cNvSpPr>
              <p:nvPr/>
            </p:nvSpPr>
            <p:spPr bwMode="auto">
              <a:xfrm flipV="1">
                <a:off x="3330795" y="514917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0" name="Line 28"/>
              <p:cNvSpPr>
                <a:spLocks noChangeShapeType="1"/>
              </p:cNvSpPr>
              <p:nvPr/>
            </p:nvSpPr>
            <p:spPr bwMode="auto">
              <a:xfrm flipV="1">
                <a:off x="3373992" y="5139687"/>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1" name="Line 29"/>
              <p:cNvSpPr>
                <a:spLocks noChangeShapeType="1"/>
              </p:cNvSpPr>
              <p:nvPr/>
            </p:nvSpPr>
            <p:spPr bwMode="auto">
              <a:xfrm flipV="1">
                <a:off x="3418990" y="513019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2" name="Line 30"/>
              <p:cNvSpPr>
                <a:spLocks noChangeShapeType="1"/>
              </p:cNvSpPr>
              <p:nvPr/>
            </p:nvSpPr>
            <p:spPr bwMode="auto">
              <a:xfrm flipV="1">
                <a:off x="3462186" y="5120706"/>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3" name="Line 31"/>
              <p:cNvSpPr>
                <a:spLocks noChangeShapeType="1"/>
              </p:cNvSpPr>
              <p:nvPr/>
            </p:nvSpPr>
            <p:spPr bwMode="auto">
              <a:xfrm flipV="1">
                <a:off x="3507182" y="511121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4" name="Line 32"/>
              <p:cNvSpPr>
                <a:spLocks noChangeShapeType="1"/>
              </p:cNvSpPr>
              <p:nvPr/>
            </p:nvSpPr>
            <p:spPr bwMode="auto">
              <a:xfrm flipV="1">
                <a:off x="3550379" y="5101726"/>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5" name="Line 33"/>
              <p:cNvSpPr>
                <a:spLocks noChangeShapeType="1"/>
              </p:cNvSpPr>
              <p:nvPr/>
            </p:nvSpPr>
            <p:spPr bwMode="auto">
              <a:xfrm flipV="1">
                <a:off x="3595376"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6" name="Line 34"/>
              <p:cNvSpPr>
                <a:spLocks noChangeShapeType="1"/>
              </p:cNvSpPr>
              <p:nvPr/>
            </p:nvSpPr>
            <p:spPr bwMode="auto">
              <a:xfrm flipV="1">
                <a:off x="3638573"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7" name="Line 35"/>
              <p:cNvSpPr>
                <a:spLocks noChangeShapeType="1"/>
              </p:cNvSpPr>
              <p:nvPr/>
            </p:nvSpPr>
            <p:spPr bwMode="auto">
              <a:xfrm flipV="1">
                <a:off x="3683569" y="507515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8" name="Line 36"/>
              <p:cNvSpPr>
                <a:spLocks noChangeShapeType="1"/>
              </p:cNvSpPr>
              <p:nvPr/>
            </p:nvSpPr>
            <p:spPr bwMode="auto">
              <a:xfrm flipV="1">
                <a:off x="3726766"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9" name="Line 37"/>
              <p:cNvSpPr>
                <a:spLocks noChangeShapeType="1"/>
              </p:cNvSpPr>
              <p:nvPr/>
            </p:nvSpPr>
            <p:spPr bwMode="auto">
              <a:xfrm flipV="1">
                <a:off x="3769963" y="5059968"/>
                <a:ext cx="449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0" name="Line 38"/>
              <p:cNvSpPr>
                <a:spLocks noChangeShapeType="1"/>
              </p:cNvSpPr>
              <p:nvPr/>
            </p:nvSpPr>
            <p:spPr bwMode="auto">
              <a:xfrm flipV="1">
                <a:off x="3814960" y="5054274"/>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1" name="Line 39"/>
              <p:cNvSpPr>
                <a:spLocks noChangeShapeType="1"/>
              </p:cNvSpPr>
              <p:nvPr/>
            </p:nvSpPr>
            <p:spPr bwMode="auto">
              <a:xfrm flipV="1">
                <a:off x="3858157" y="5044783"/>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2" name="Line 40"/>
              <p:cNvSpPr>
                <a:spLocks noChangeShapeType="1"/>
              </p:cNvSpPr>
              <p:nvPr/>
            </p:nvSpPr>
            <p:spPr bwMode="auto">
              <a:xfrm flipV="1">
                <a:off x="3903153" y="5039090"/>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3" name="Line 41"/>
              <p:cNvSpPr>
                <a:spLocks noChangeShapeType="1"/>
              </p:cNvSpPr>
              <p:nvPr/>
            </p:nvSpPr>
            <p:spPr bwMode="auto">
              <a:xfrm flipV="1">
                <a:off x="3946350" y="5033395"/>
                <a:ext cx="44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4" name="Line 42"/>
              <p:cNvSpPr>
                <a:spLocks noChangeShapeType="1"/>
              </p:cNvSpPr>
              <p:nvPr/>
            </p:nvSpPr>
            <p:spPr bwMode="auto">
              <a:xfrm flipV="1">
                <a:off x="3991347" y="502580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5" name="Line 43"/>
              <p:cNvSpPr>
                <a:spLocks noChangeShapeType="1"/>
              </p:cNvSpPr>
              <p:nvPr/>
            </p:nvSpPr>
            <p:spPr bwMode="auto">
              <a:xfrm flipV="1">
                <a:off x="4034544" y="5022007"/>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6" name="Line 44"/>
              <p:cNvSpPr>
                <a:spLocks noChangeShapeType="1"/>
              </p:cNvSpPr>
              <p:nvPr/>
            </p:nvSpPr>
            <p:spPr bwMode="auto">
              <a:xfrm flipV="1">
                <a:off x="407954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7" name="Line 45"/>
              <p:cNvSpPr>
                <a:spLocks noChangeShapeType="1"/>
              </p:cNvSpPr>
              <p:nvPr/>
            </p:nvSpPr>
            <p:spPr bwMode="auto">
              <a:xfrm flipV="1">
                <a:off x="4122737"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8" name="Line 46"/>
              <p:cNvSpPr>
                <a:spLocks noChangeShapeType="1"/>
              </p:cNvSpPr>
              <p:nvPr/>
            </p:nvSpPr>
            <p:spPr bwMode="auto">
              <a:xfrm flipV="1">
                <a:off x="4167734" y="5006822"/>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9" name="Line 47"/>
              <p:cNvSpPr>
                <a:spLocks noChangeShapeType="1"/>
              </p:cNvSpPr>
              <p:nvPr/>
            </p:nvSpPr>
            <p:spPr bwMode="auto">
              <a:xfrm flipV="1">
                <a:off x="4210931"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0" name="Line 48"/>
              <p:cNvSpPr>
                <a:spLocks noChangeShapeType="1"/>
              </p:cNvSpPr>
              <p:nvPr/>
            </p:nvSpPr>
            <p:spPr bwMode="auto">
              <a:xfrm flipV="1">
                <a:off x="4254128" y="4999230"/>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1" name="Line 49"/>
              <p:cNvSpPr>
                <a:spLocks noChangeShapeType="1"/>
              </p:cNvSpPr>
              <p:nvPr/>
            </p:nvSpPr>
            <p:spPr bwMode="auto">
              <a:xfrm flipV="1">
                <a:off x="4299124" y="4995434"/>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2" name="Line 50"/>
              <p:cNvSpPr>
                <a:spLocks noChangeShapeType="1"/>
              </p:cNvSpPr>
              <p:nvPr/>
            </p:nvSpPr>
            <p:spPr bwMode="auto">
              <a:xfrm flipV="1">
                <a:off x="4342321" y="499163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3" name="Line 51"/>
              <p:cNvSpPr>
                <a:spLocks noChangeShapeType="1"/>
              </p:cNvSpPr>
              <p:nvPr/>
            </p:nvSpPr>
            <p:spPr bwMode="auto">
              <a:xfrm flipV="1">
                <a:off x="4387318" y="4989740"/>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4" name="Line 52"/>
              <p:cNvSpPr>
                <a:spLocks noChangeShapeType="1"/>
              </p:cNvSpPr>
              <p:nvPr/>
            </p:nvSpPr>
            <p:spPr bwMode="auto">
              <a:xfrm flipV="1">
                <a:off x="4430515" y="4987841"/>
                <a:ext cx="449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5" name="Line 53"/>
              <p:cNvSpPr>
                <a:spLocks noChangeShapeType="1"/>
              </p:cNvSpPr>
              <p:nvPr/>
            </p:nvSpPr>
            <p:spPr bwMode="auto">
              <a:xfrm flipV="1">
                <a:off x="4475511" y="4985944"/>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6" name="Line 54"/>
              <p:cNvSpPr>
                <a:spLocks noChangeShapeType="1"/>
              </p:cNvSpPr>
              <p:nvPr/>
            </p:nvSpPr>
            <p:spPr bwMode="auto">
              <a:xfrm flipV="1">
                <a:off x="4518708" y="4984045"/>
                <a:ext cx="449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7" name="Line 55"/>
              <p:cNvSpPr>
                <a:spLocks noChangeShapeType="1"/>
              </p:cNvSpPr>
              <p:nvPr/>
            </p:nvSpPr>
            <p:spPr bwMode="auto">
              <a:xfrm flipV="1">
                <a:off x="456370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8" name="Line 56"/>
              <p:cNvSpPr>
                <a:spLocks noChangeShapeType="1"/>
              </p:cNvSpPr>
              <p:nvPr/>
            </p:nvSpPr>
            <p:spPr bwMode="auto">
              <a:xfrm flipV="1">
                <a:off x="4606902"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9" name="Line 57"/>
              <p:cNvSpPr>
                <a:spLocks noChangeShapeType="1"/>
              </p:cNvSpPr>
              <p:nvPr/>
            </p:nvSpPr>
            <p:spPr bwMode="auto">
              <a:xfrm flipV="1">
                <a:off x="4651898"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0" name="Line 58"/>
              <p:cNvSpPr>
                <a:spLocks noChangeShapeType="1"/>
              </p:cNvSpPr>
              <p:nvPr/>
            </p:nvSpPr>
            <p:spPr bwMode="auto">
              <a:xfrm>
                <a:off x="469509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1" name="Line 59"/>
              <p:cNvSpPr>
                <a:spLocks noChangeShapeType="1"/>
              </p:cNvSpPr>
              <p:nvPr/>
            </p:nvSpPr>
            <p:spPr bwMode="auto">
              <a:xfrm>
                <a:off x="4738291" y="4982148"/>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2" name="Line 60"/>
              <p:cNvSpPr>
                <a:spLocks noChangeShapeType="1"/>
              </p:cNvSpPr>
              <p:nvPr/>
            </p:nvSpPr>
            <p:spPr bwMode="auto">
              <a:xfrm>
                <a:off x="4783289"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3" name="Line 61"/>
              <p:cNvSpPr>
                <a:spLocks noChangeShapeType="1"/>
              </p:cNvSpPr>
              <p:nvPr/>
            </p:nvSpPr>
            <p:spPr bwMode="auto">
              <a:xfrm>
                <a:off x="4826485"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4" name="Line 62"/>
              <p:cNvSpPr>
                <a:spLocks noChangeShapeType="1"/>
              </p:cNvSpPr>
              <p:nvPr/>
            </p:nvSpPr>
            <p:spPr bwMode="auto">
              <a:xfrm>
                <a:off x="4871482" y="4984045"/>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5" name="Line 63"/>
              <p:cNvSpPr>
                <a:spLocks noChangeShapeType="1"/>
              </p:cNvSpPr>
              <p:nvPr/>
            </p:nvSpPr>
            <p:spPr bwMode="auto">
              <a:xfrm>
                <a:off x="4914678" y="4985944"/>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6" name="Line 64"/>
              <p:cNvSpPr>
                <a:spLocks noChangeShapeType="1"/>
              </p:cNvSpPr>
              <p:nvPr/>
            </p:nvSpPr>
            <p:spPr bwMode="auto">
              <a:xfrm>
                <a:off x="4959676" y="4987841"/>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7" name="Line 65"/>
              <p:cNvSpPr>
                <a:spLocks noChangeShapeType="1"/>
              </p:cNvSpPr>
              <p:nvPr/>
            </p:nvSpPr>
            <p:spPr bwMode="auto">
              <a:xfrm>
                <a:off x="5002872" y="4989740"/>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8" name="Line 66"/>
              <p:cNvSpPr>
                <a:spLocks noChangeShapeType="1"/>
              </p:cNvSpPr>
              <p:nvPr/>
            </p:nvSpPr>
            <p:spPr bwMode="auto">
              <a:xfrm>
                <a:off x="5047869" y="499163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9" name="Line 67"/>
              <p:cNvSpPr>
                <a:spLocks noChangeShapeType="1"/>
              </p:cNvSpPr>
              <p:nvPr/>
            </p:nvSpPr>
            <p:spPr bwMode="auto">
              <a:xfrm>
                <a:off x="5091065" y="4995434"/>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0" name="Line 68"/>
              <p:cNvSpPr>
                <a:spLocks noChangeShapeType="1"/>
              </p:cNvSpPr>
              <p:nvPr/>
            </p:nvSpPr>
            <p:spPr bwMode="auto">
              <a:xfrm>
                <a:off x="5136063" y="4999230"/>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1" name="Line 69"/>
              <p:cNvSpPr>
                <a:spLocks noChangeShapeType="1"/>
              </p:cNvSpPr>
              <p:nvPr/>
            </p:nvSpPr>
            <p:spPr bwMode="auto">
              <a:xfrm>
                <a:off x="5179259"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2" name="Line 70"/>
              <p:cNvSpPr>
                <a:spLocks noChangeShapeType="1"/>
              </p:cNvSpPr>
              <p:nvPr/>
            </p:nvSpPr>
            <p:spPr bwMode="auto">
              <a:xfrm>
                <a:off x="5222456" y="5006822"/>
                <a:ext cx="44996"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3" name="Line 71"/>
              <p:cNvSpPr>
                <a:spLocks noChangeShapeType="1"/>
              </p:cNvSpPr>
              <p:nvPr/>
            </p:nvSpPr>
            <p:spPr bwMode="auto">
              <a:xfrm>
                <a:off x="5267452"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4" name="Line 72"/>
              <p:cNvSpPr>
                <a:spLocks noChangeShapeType="1"/>
              </p:cNvSpPr>
              <p:nvPr/>
            </p:nvSpPr>
            <p:spPr bwMode="auto">
              <a:xfrm>
                <a:off x="531245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5" name="Line 73"/>
              <p:cNvSpPr>
                <a:spLocks noChangeShapeType="1"/>
              </p:cNvSpPr>
              <p:nvPr/>
            </p:nvSpPr>
            <p:spPr bwMode="auto">
              <a:xfrm>
                <a:off x="5355646" y="502200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6" name="Line 74"/>
              <p:cNvSpPr>
                <a:spLocks noChangeShapeType="1"/>
              </p:cNvSpPr>
              <p:nvPr/>
            </p:nvSpPr>
            <p:spPr bwMode="auto">
              <a:xfrm>
                <a:off x="5398843" y="5025803"/>
                <a:ext cx="44996"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7" name="Line 75"/>
              <p:cNvSpPr>
                <a:spLocks noChangeShapeType="1"/>
              </p:cNvSpPr>
              <p:nvPr/>
            </p:nvSpPr>
            <p:spPr bwMode="auto">
              <a:xfrm>
                <a:off x="5443839" y="5033395"/>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8" name="Line 76"/>
              <p:cNvSpPr>
                <a:spLocks noChangeShapeType="1"/>
              </p:cNvSpPr>
              <p:nvPr/>
            </p:nvSpPr>
            <p:spPr bwMode="auto">
              <a:xfrm>
                <a:off x="5487036" y="5039090"/>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9" name="Line 77"/>
              <p:cNvSpPr>
                <a:spLocks noChangeShapeType="1"/>
              </p:cNvSpPr>
              <p:nvPr/>
            </p:nvSpPr>
            <p:spPr bwMode="auto">
              <a:xfrm>
                <a:off x="5532033" y="504478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0" name="Line 78"/>
              <p:cNvSpPr>
                <a:spLocks noChangeShapeType="1"/>
              </p:cNvSpPr>
              <p:nvPr/>
            </p:nvSpPr>
            <p:spPr bwMode="auto">
              <a:xfrm>
                <a:off x="5575230" y="5054274"/>
                <a:ext cx="44996"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1" name="Line 79"/>
              <p:cNvSpPr>
                <a:spLocks noChangeShapeType="1"/>
              </p:cNvSpPr>
              <p:nvPr/>
            </p:nvSpPr>
            <p:spPr bwMode="auto">
              <a:xfrm>
                <a:off x="5620226" y="5059968"/>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2" name="Line 80"/>
              <p:cNvSpPr>
                <a:spLocks noChangeShapeType="1"/>
              </p:cNvSpPr>
              <p:nvPr/>
            </p:nvSpPr>
            <p:spPr bwMode="auto">
              <a:xfrm>
                <a:off x="5663423"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3" name="Line 81"/>
              <p:cNvSpPr>
                <a:spLocks noChangeShapeType="1"/>
              </p:cNvSpPr>
              <p:nvPr/>
            </p:nvSpPr>
            <p:spPr bwMode="auto">
              <a:xfrm>
                <a:off x="5706620" y="5075153"/>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4" name="Line 82"/>
              <p:cNvSpPr>
                <a:spLocks noChangeShapeType="1"/>
              </p:cNvSpPr>
              <p:nvPr/>
            </p:nvSpPr>
            <p:spPr bwMode="auto">
              <a:xfrm>
                <a:off x="5751617"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5" name="Line 83"/>
              <p:cNvSpPr>
                <a:spLocks noChangeShapeType="1"/>
              </p:cNvSpPr>
              <p:nvPr/>
            </p:nvSpPr>
            <p:spPr bwMode="auto">
              <a:xfrm>
                <a:off x="5796613"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6" name="Line 84"/>
              <p:cNvSpPr>
                <a:spLocks noChangeShapeType="1"/>
              </p:cNvSpPr>
              <p:nvPr/>
            </p:nvSpPr>
            <p:spPr bwMode="auto">
              <a:xfrm>
                <a:off x="5839810" y="510172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7" name="Line 85"/>
              <p:cNvSpPr>
                <a:spLocks noChangeShapeType="1"/>
              </p:cNvSpPr>
              <p:nvPr/>
            </p:nvSpPr>
            <p:spPr bwMode="auto">
              <a:xfrm>
                <a:off x="5883007" y="5111217"/>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8" name="Line 86"/>
              <p:cNvSpPr>
                <a:spLocks noChangeShapeType="1"/>
              </p:cNvSpPr>
              <p:nvPr/>
            </p:nvSpPr>
            <p:spPr bwMode="auto">
              <a:xfrm>
                <a:off x="5928004" y="512070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9" name="Line 87"/>
              <p:cNvSpPr>
                <a:spLocks noChangeShapeType="1"/>
              </p:cNvSpPr>
              <p:nvPr/>
            </p:nvSpPr>
            <p:spPr bwMode="auto">
              <a:xfrm>
                <a:off x="5971201" y="5130197"/>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0" name="Line 88"/>
              <p:cNvSpPr>
                <a:spLocks noChangeShapeType="1"/>
              </p:cNvSpPr>
              <p:nvPr/>
            </p:nvSpPr>
            <p:spPr bwMode="auto">
              <a:xfrm>
                <a:off x="6016197" y="5139687"/>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1" name="Line 89"/>
              <p:cNvSpPr>
                <a:spLocks noChangeShapeType="1"/>
              </p:cNvSpPr>
              <p:nvPr/>
            </p:nvSpPr>
            <p:spPr bwMode="auto">
              <a:xfrm>
                <a:off x="6059394" y="5149178"/>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2" name="Line 90"/>
              <p:cNvSpPr>
                <a:spLocks noChangeShapeType="1"/>
              </p:cNvSpPr>
              <p:nvPr/>
            </p:nvSpPr>
            <p:spPr bwMode="auto">
              <a:xfrm>
                <a:off x="6104391" y="5160566"/>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3" name="Line 91"/>
              <p:cNvSpPr>
                <a:spLocks noChangeShapeType="1"/>
              </p:cNvSpPr>
              <p:nvPr/>
            </p:nvSpPr>
            <p:spPr bwMode="auto">
              <a:xfrm>
                <a:off x="6147588"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4" name="Line 92"/>
              <p:cNvSpPr>
                <a:spLocks noChangeShapeType="1"/>
              </p:cNvSpPr>
              <p:nvPr/>
            </p:nvSpPr>
            <p:spPr bwMode="auto">
              <a:xfrm>
                <a:off x="6190785" y="5181445"/>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5" name="Line 93"/>
              <p:cNvSpPr>
                <a:spLocks noChangeShapeType="1"/>
              </p:cNvSpPr>
              <p:nvPr/>
            </p:nvSpPr>
            <p:spPr bwMode="auto">
              <a:xfrm>
                <a:off x="6235781" y="5190936"/>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6" name="Line 94"/>
              <p:cNvSpPr>
                <a:spLocks noChangeShapeType="1"/>
              </p:cNvSpPr>
              <p:nvPr/>
            </p:nvSpPr>
            <p:spPr bwMode="auto">
              <a:xfrm>
                <a:off x="6280778"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7" name="Line 95"/>
              <p:cNvSpPr>
                <a:spLocks noChangeShapeType="1"/>
              </p:cNvSpPr>
              <p:nvPr/>
            </p:nvSpPr>
            <p:spPr bwMode="auto">
              <a:xfrm>
                <a:off x="6323975" y="5213713"/>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8" name="Line 96"/>
              <p:cNvSpPr>
                <a:spLocks noChangeShapeType="1"/>
              </p:cNvSpPr>
              <p:nvPr/>
            </p:nvSpPr>
            <p:spPr bwMode="auto">
              <a:xfrm>
                <a:off x="6367172" y="5225101"/>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9" name="Line 97"/>
              <p:cNvSpPr>
                <a:spLocks noChangeShapeType="1"/>
              </p:cNvSpPr>
              <p:nvPr/>
            </p:nvSpPr>
            <p:spPr bwMode="auto">
              <a:xfrm>
                <a:off x="6412168"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0" name="Line 98"/>
              <p:cNvSpPr>
                <a:spLocks noChangeShapeType="1"/>
              </p:cNvSpPr>
              <p:nvPr/>
            </p:nvSpPr>
            <p:spPr bwMode="auto">
              <a:xfrm>
                <a:off x="645716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1" name="Line 99"/>
              <p:cNvSpPr>
                <a:spLocks noChangeShapeType="1"/>
              </p:cNvSpPr>
              <p:nvPr/>
            </p:nvSpPr>
            <p:spPr bwMode="auto">
              <a:xfrm>
                <a:off x="6500362" y="5259266"/>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2" name="Line 100"/>
              <p:cNvSpPr>
                <a:spLocks noChangeShapeType="1"/>
              </p:cNvSpPr>
              <p:nvPr/>
            </p:nvSpPr>
            <p:spPr bwMode="auto">
              <a:xfrm>
                <a:off x="6543559" y="5272552"/>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3" name="Line 101"/>
              <p:cNvSpPr>
                <a:spLocks noChangeShapeType="1"/>
              </p:cNvSpPr>
              <p:nvPr/>
            </p:nvSpPr>
            <p:spPr bwMode="auto">
              <a:xfrm>
                <a:off x="6588555" y="5283941"/>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4" name="Line 102"/>
              <p:cNvSpPr>
                <a:spLocks noChangeShapeType="1"/>
              </p:cNvSpPr>
              <p:nvPr/>
            </p:nvSpPr>
            <p:spPr bwMode="auto">
              <a:xfrm>
                <a:off x="6631751"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5" name="Line 103"/>
              <p:cNvSpPr>
                <a:spLocks noChangeShapeType="1"/>
              </p:cNvSpPr>
              <p:nvPr/>
            </p:nvSpPr>
            <p:spPr bwMode="auto">
              <a:xfrm>
                <a:off x="6674948" y="530671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6" name="Line 104"/>
              <p:cNvSpPr>
                <a:spLocks noChangeShapeType="1"/>
              </p:cNvSpPr>
              <p:nvPr/>
            </p:nvSpPr>
            <p:spPr bwMode="auto">
              <a:xfrm>
                <a:off x="6719945" y="5320005"/>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7" name="Line 105"/>
              <p:cNvSpPr>
                <a:spLocks noChangeShapeType="1"/>
              </p:cNvSpPr>
              <p:nvPr/>
            </p:nvSpPr>
            <p:spPr bwMode="auto">
              <a:xfrm>
                <a:off x="6764942"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8" name="Line 106"/>
              <p:cNvSpPr>
                <a:spLocks noChangeShapeType="1"/>
              </p:cNvSpPr>
              <p:nvPr/>
            </p:nvSpPr>
            <p:spPr bwMode="auto">
              <a:xfrm>
                <a:off x="6808138" y="534657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9" name="Line 107"/>
              <p:cNvSpPr>
                <a:spLocks noChangeShapeType="1"/>
              </p:cNvSpPr>
              <p:nvPr/>
            </p:nvSpPr>
            <p:spPr bwMode="auto">
              <a:xfrm>
                <a:off x="6851335" y="535606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0" name="Line 108"/>
              <p:cNvSpPr>
                <a:spLocks noChangeShapeType="1"/>
              </p:cNvSpPr>
              <p:nvPr/>
            </p:nvSpPr>
            <p:spPr bwMode="auto">
              <a:xfrm>
                <a:off x="2538854" y="536935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1" name="Line 109"/>
              <p:cNvSpPr>
                <a:spLocks noChangeShapeType="1"/>
              </p:cNvSpPr>
              <p:nvPr/>
            </p:nvSpPr>
            <p:spPr bwMode="auto">
              <a:xfrm>
                <a:off x="2582051" y="5382640"/>
                <a:ext cx="37798"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2" name="Line 110"/>
              <p:cNvSpPr>
                <a:spLocks noChangeShapeType="1"/>
              </p:cNvSpPr>
              <p:nvPr/>
            </p:nvSpPr>
            <p:spPr bwMode="auto">
              <a:xfrm>
                <a:off x="2700842" y="5414908"/>
                <a:ext cx="12600"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3" name="Line 111"/>
              <p:cNvSpPr>
                <a:spLocks noChangeShapeType="1"/>
              </p:cNvSpPr>
              <p:nvPr/>
            </p:nvSpPr>
            <p:spPr bwMode="auto">
              <a:xfrm>
                <a:off x="2713442" y="5418704"/>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4" name="Line 112"/>
              <p:cNvSpPr>
                <a:spLocks noChangeShapeType="1"/>
              </p:cNvSpPr>
              <p:nvPr/>
            </p:nvSpPr>
            <p:spPr bwMode="auto">
              <a:xfrm>
                <a:off x="2758438" y="5431990"/>
                <a:ext cx="23399"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5" name="Line 113"/>
              <p:cNvSpPr>
                <a:spLocks noChangeShapeType="1"/>
              </p:cNvSpPr>
              <p:nvPr/>
            </p:nvSpPr>
            <p:spPr bwMode="auto">
              <a:xfrm>
                <a:off x="2862830" y="5460462"/>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6" name="Line 114"/>
              <p:cNvSpPr>
                <a:spLocks noChangeShapeType="1"/>
              </p:cNvSpPr>
              <p:nvPr/>
            </p:nvSpPr>
            <p:spPr bwMode="auto">
              <a:xfrm>
                <a:off x="2889829" y="5466156"/>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7" name="Line 115"/>
              <p:cNvSpPr>
                <a:spLocks noChangeShapeType="1"/>
              </p:cNvSpPr>
              <p:nvPr/>
            </p:nvSpPr>
            <p:spPr bwMode="auto">
              <a:xfrm>
                <a:off x="2934825" y="5479443"/>
                <a:ext cx="107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8" name="Line 116"/>
              <p:cNvSpPr>
                <a:spLocks noChangeShapeType="1"/>
              </p:cNvSpPr>
              <p:nvPr/>
            </p:nvSpPr>
            <p:spPr bwMode="auto">
              <a:xfrm>
                <a:off x="3028418" y="5502219"/>
                <a:ext cx="37798"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9" name="Line 117"/>
              <p:cNvSpPr>
                <a:spLocks noChangeShapeType="1"/>
              </p:cNvSpPr>
              <p:nvPr/>
            </p:nvSpPr>
            <p:spPr bwMode="auto">
              <a:xfrm>
                <a:off x="3066216" y="5513608"/>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0" name="Line 118"/>
              <p:cNvSpPr>
                <a:spLocks noChangeShapeType="1"/>
              </p:cNvSpPr>
              <p:nvPr/>
            </p:nvSpPr>
            <p:spPr bwMode="auto">
              <a:xfrm>
                <a:off x="3192206" y="5545875"/>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1" name="Line 119"/>
              <p:cNvSpPr>
                <a:spLocks noChangeShapeType="1"/>
              </p:cNvSpPr>
              <p:nvPr/>
            </p:nvSpPr>
            <p:spPr bwMode="auto">
              <a:xfrm>
                <a:off x="3197605" y="5547773"/>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2" name="Line 120"/>
              <p:cNvSpPr>
                <a:spLocks noChangeShapeType="1"/>
              </p:cNvSpPr>
              <p:nvPr/>
            </p:nvSpPr>
            <p:spPr bwMode="auto">
              <a:xfrm>
                <a:off x="3242603" y="5559162"/>
                <a:ext cx="34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3" name="Line 121"/>
              <p:cNvSpPr>
                <a:spLocks noChangeShapeType="1"/>
              </p:cNvSpPr>
              <p:nvPr/>
            </p:nvSpPr>
            <p:spPr bwMode="auto">
              <a:xfrm>
                <a:off x="3363193" y="5587632"/>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4" name="Line 122"/>
              <p:cNvSpPr>
                <a:spLocks noChangeShapeType="1"/>
              </p:cNvSpPr>
              <p:nvPr/>
            </p:nvSpPr>
            <p:spPr bwMode="auto">
              <a:xfrm>
                <a:off x="3373992" y="5589531"/>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5" name="Line 123"/>
              <p:cNvSpPr>
                <a:spLocks noChangeShapeType="1"/>
              </p:cNvSpPr>
              <p:nvPr/>
            </p:nvSpPr>
            <p:spPr bwMode="auto">
              <a:xfrm>
                <a:off x="3418990" y="5599021"/>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6" name="Line 124"/>
              <p:cNvSpPr>
                <a:spLocks noChangeShapeType="1"/>
              </p:cNvSpPr>
              <p:nvPr/>
            </p:nvSpPr>
            <p:spPr bwMode="auto">
              <a:xfrm>
                <a:off x="3535980" y="5625594"/>
                <a:ext cx="14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7" name="Line 125"/>
              <p:cNvSpPr>
                <a:spLocks noChangeShapeType="1"/>
              </p:cNvSpPr>
              <p:nvPr/>
            </p:nvSpPr>
            <p:spPr bwMode="auto">
              <a:xfrm>
                <a:off x="3550379" y="5627492"/>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8" name="Line 126"/>
              <p:cNvSpPr>
                <a:spLocks noChangeShapeType="1"/>
              </p:cNvSpPr>
              <p:nvPr/>
            </p:nvSpPr>
            <p:spPr bwMode="auto">
              <a:xfrm>
                <a:off x="3595376" y="5636982"/>
                <a:ext cx="26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9" name="Line 127"/>
              <p:cNvSpPr>
                <a:spLocks noChangeShapeType="1"/>
              </p:cNvSpPr>
              <p:nvPr/>
            </p:nvSpPr>
            <p:spPr bwMode="auto">
              <a:xfrm>
                <a:off x="3712367" y="5659759"/>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0" name="Line 128"/>
              <p:cNvSpPr>
                <a:spLocks noChangeShapeType="1"/>
              </p:cNvSpPr>
              <p:nvPr/>
            </p:nvSpPr>
            <p:spPr bwMode="auto">
              <a:xfrm>
                <a:off x="3726766"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1" name="Line 129"/>
              <p:cNvSpPr>
                <a:spLocks noChangeShapeType="1"/>
              </p:cNvSpPr>
              <p:nvPr/>
            </p:nvSpPr>
            <p:spPr bwMode="auto">
              <a:xfrm>
                <a:off x="3769963" y="5671147"/>
                <a:ext cx="323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2" name="Line 130"/>
              <p:cNvSpPr>
                <a:spLocks noChangeShapeType="1"/>
              </p:cNvSpPr>
              <p:nvPr/>
            </p:nvSpPr>
            <p:spPr bwMode="auto">
              <a:xfrm>
                <a:off x="3894154" y="5692027"/>
                <a:ext cx="8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3" name="Line 131"/>
              <p:cNvSpPr>
                <a:spLocks noChangeShapeType="1"/>
              </p:cNvSpPr>
              <p:nvPr/>
            </p:nvSpPr>
            <p:spPr bwMode="auto">
              <a:xfrm>
                <a:off x="3903153" y="5693924"/>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4" name="Line 132"/>
              <p:cNvSpPr>
                <a:spLocks noChangeShapeType="1"/>
              </p:cNvSpPr>
              <p:nvPr/>
            </p:nvSpPr>
            <p:spPr bwMode="auto">
              <a:xfrm>
                <a:off x="3946350" y="5699619"/>
                <a:ext cx="37798"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5" name="Line 133"/>
              <p:cNvSpPr>
                <a:spLocks noChangeShapeType="1"/>
              </p:cNvSpPr>
              <p:nvPr/>
            </p:nvSpPr>
            <p:spPr bwMode="auto">
              <a:xfrm>
                <a:off x="4079540" y="5716701"/>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6" name="Line 134"/>
              <p:cNvSpPr>
                <a:spLocks noChangeShapeType="1"/>
              </p:cNvSpPr>
              <p:nvPr/>
            </p:nvSpPr>
            <p:spPr bwMode="auto">
              <a:xfrm>
                <a:off x="4122737"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7" name="Line 135"/>
              <p:cNvSpPr>
                <a:spLocks noChangeShapeType="1"/>
              </p:cNvSpPr>
              <p:nvPr/>
            </p:nvSpPr>
            <p:spPr bwMode="auto">
              <a:xfrm>
                <a:off x="4167734" y="5728089"/>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8" name="Line 136"/>
              <p:cNvSpPr>
                <a:spLocks noChangeShapeType="1"/>
              </p:cNvSpPr>
              <p:nvPr/>
            </p:nvSpPr>
            <p:spPr bwMode="auto">
              <a:xfrm>
                <a:off x="4268527" y="5737580"/>
                <a:ext cx="305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9" name="Line 137"/>
              <p:cNvSpPr>
                <a:spLocks noChangeShapeType="1"/>
              </p:cNvSpPr>
              <p:nvPr/>
            </p:nvSpPr>
            <p:spPr bwMode="auto">
              <a:xfrm>
                <a:off x="4299124" y="5739478"/>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0" name="Line 138"/>
              <p:cNvSpPr>
                <a:spLocks noChangeShapeType="1"/>
              </p:cNvSpPr>
              <p:nvPr/>
            </p:nvSpPr>
            <p:spPr bwMode="auto">
              <a:xfrm>
                <a:off x="4342321" y="5743274"/>
                <a:ext cx="23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1" name="Line 139"/>
              <p:cNvSpPr>
                <a:spLocks noChangeShapeType="1"/>
              </p:cNvSpPr>
              <p:nvPr/>
            </p:nvSpPr>
            <p:spPr bwMode="auto">
              <a:xfrm>
                <a:off x="4462912" y="5750866"/>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2" name="Line 140"/>
              <p:cNvSpPr>
                <a:spLocks noChangeShapeType="1"/>
              </p:cNvSpPr>
              <p:nvPr/>
            </p:nvSpPr>
            <p:spPr bwMode="auto">
              <a:xfrm>
                <a:off x="4475511" y="5752765"/>
                <a:ext cx="43197"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3" name="Line 141"/>
              <p:cNvSpPr>
                <a:spLocks noChangeShapeType="1"/>
              </p:cNvSpPr>
              <p:nvPr/>
            </p:nvSpPr>
            <p:spPr bwMode="auto">
              <a:xfrm>
                <a:off x="4518708"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4" name="Line 142"/>
              <p:cNvSpPr>
                <a:spLocks noChangeShapeType="1"/>
              </p:cNvSpPr>
              <p:nvPr/>
            </p:nvSpPr>
            <p:spPr bwMode="auto">
              <a:xfrm>
                <a:off x="4657298" y="5756561"/>
                <a:ext cx="377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5" name="Line 143"/>
              <p:cNvSpPr>
                <a:spLocks noChangeShapeType="1"/>
              </p:cNvSpPr>
              <p:nvPr/>
            </p:nvSpPr>
            <p:spPr bwMode="auto">
              <a:xfrm>
                <a:off x="4695095" y="5756561"/>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6" name="Line 144"/>
              <p:cNvSpPr>
                <a:spLocks noChangeShapeType="1"/>
              </p:cNvSpPr>
              <p:nvPr/>
            </p:nvSpPr>
            <p:spPr bwMode="auto">
              <a:xfrm flipV="1">
                <a:off x="4738291" y="5756561"/>
                <a:ext cx="17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7" name="Line 145"/>
              <p:cNvSpPr>
                <a:spLocks noChangeShapeType="1"/>
              </p:cNvSpPr>
              <p:nvPr/>
            </p:nvSpPr>
            <p:spPr bwMode="auto">
              <a:xfrm flipV="1">
                <a:off x="4855283" y="5754662"/>
                <a:ext cx="16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8" name="Line 146"/>
              <p:cNvSpPr>
                <a:spLocks noChangeShapeType="1"/>
              </p:cNvSpPr>
              <p:nvPr/>
            </p:nvSpPr>
            <p:spPr bwMode="auto">
              <a:xfrm flipV="1">
                <a:off x="4871482"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9" name="Line 147"/>
              <p:cNvSpPr>
                <a:spLocks noChangeShapeType="1"/>
              </p:cNvSpPr>
              <p:nvPr/>
            </p:nvSpPr>
            <p:spPr bwMode="auto">
              <a:xfrm flipV="1">
                <a:off x="4914678" y="5752765"/>
                <a:ext cx="37798"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0" name="Line 148"/>
              <p:cNvSpPr>
                <a:spLocks noChangeShapeType="1"/>
              </p:cNvSpPr>
              <p:nvPr/>
            </p:nvSpPr>
            <p:spPr bwMode="auto">
              <a:xfrm flipV="1">
                <a:off x="5049669" y="5743274"/>
                <a:ext cx="413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1" name="Line 149"/>
              <p:cNvSpPr>
                <a:spLocks noChangeShapeType="1"/>
              </p:cNvSpPr>
              <p:nvPr/>
            </p:nvSpPr>
            <p:spPr bwMode="auto">
              <a:xfrm flipV="1">
                <a:off x="5091065" y="5739478"/>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2" name="Line 150"/>
              <p:cNvSpPr>
                <a:spLocks noChangeShapeType="1"/>
              </p:cNvSpPr>
              <p:nvPr/>
            </p:nvSpPr>
            <p:spPr bwMode="auto">
              <a:xfrm flipV="1">
                <a:off x="5136063" y="5739478"/>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3" name="Line 151"/>
              <p:cNvSpPr>
                <a:spLocks noChangeShapeType="1"/>
              </p:cNvSpPr>
              <p:nvPr/>
            </p:nvSpPr>
            <p:spPr bwMode="auto">
              <a:xfrm flipV="1">
                <a:off x="5242254" y="5728089"/>
                <a:ext cx="25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4" name="Line 152"/>
              <p:cNvSpPr>
                <a:spLocks noChangeShapeType="1"/>
              </p:cNvSpPr>
              <p:nvPr/>
            </p:nvSpPr>
            <p:spPr bwMode="auto">
              <a:xfrm flipV="1">
                <a:off x="5267452"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5" name="Line 153"/>
              <p:cNvSpPr>
                <a:spLocks noChangeShapeType="1"/>
              </p:cNvSpPr>
              <p:nvPr/>
            </p:nvSpPr>
            <p:spPr bwMode="auto">
              <a:xfrm flipV="1">
                <a:off x="5312450" y="5718600"/>
                <a:ext cx="25198"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6" name="Line 154"/>
              <p:cNvSpPr>
                <a:spLocks noChangeShapeType="1"/>
              </p:cNvSpPr>
              <p:nvPr/>
            </p:nvSpPr>
            <p:spPr bwMode="auto">
              <a:xfrm flipV="1">
                <a:off x="5431241" y="5705313"/>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7" name="Line 155"/>
              <p:cNvSpPr>
                <a:spLocks noChangeShapeType="1"/>
              </p:cNvSpPr>
              <p:nvPr/>
            </p:nvSpPr>
            <p:spPr bwMode="auto">
              <a:xfrm flipV="1">
                <a:off x="5443839" y="5699619"/>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8" name="Line 156"/>
              <p:cNvSpPr>
                <a:spLocks noChangeShapeType="1"/>
              </p:cNvSpPr>
              <p:nvPr/>
            </p:nvSpPr>
            <p:spPr bwMode="auto">
              <a:xfrm flipV="1">
                <a:off x="5487036" y="5693924"/>
                <a:ext cx="35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9" name="Line 157"/>
              <p:cNvSpPr>
                <a:spLocks noChangeShapeType="1"/>
              </p:cNvSpPr>
              <p:nvPr/>
            </p:nvSpPr>
            <p:spPr bwMode="auto">
              <a:xfrm flipV="1">
                <a:off x="5614827" y="5678740"/>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0" name="Line 158"/>
              <p:cNvSpPr>
                <a:spLocks noChangeShapeType="1"/>
              </p:cNvSpPr>
              <p:nvPr/>
            </p:nvSpPr>
            <p:spPr bwMode="auto">
              <a:xfrm flipV="1">
                <a:off x="5620226" y="5671147"/>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1" name="Line 159"/>
              <p:cNvSpPr>
                <a:spLocks noChangeShapeType="1"/>
              </p:cNvSpPr>
              <p:nvPr/>
            </p:nvSpPr>
            <p:spPr bwMode="auto">
              <a:xfrm flipV="1">
                <a:off x="5663423"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2" name="Line 160"/>
              <p:cNvSpPr>
                <a:spLocks noChangeShapeType="1"/>
              </p:cNvSpPr>
              <p:nvPr/>
            </p:nvSpPr>
            <p:spPr bwMode="auto">
              <a:xfrm flipV="1">
                <a:off x="5794814" y="5646473"/>
                <a:ext cx="1799"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3" name="Line 161"/>
              <p:cNvSpPr>
                <a:spLocks noChangeShapeType="1"/>
              </p:cNvSpPr>
              <p:nvPr/>
            </p:nvSpPr>
            <p:spPr bwMode="auto">
              <a:xfrm flipV="1">
                <a:off x="5796613" y="5636982"/>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4" name="Line 162"/>
              <p:cNvSpPr>
                <a:spLocks noChangeShapeType="1"/>
              </p:cNvSpPr>
              <p:nvPr/>
            </p:nvSpPr>
            <p:spPr bwMode="auto">
              <a:xfrm flipV="1">
                <a:off x="5839810" y="5627492"/>
                <a:ext cx="41398"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5" name="Line 163"/>
              <p:cNvSpPr>
                <a:spLocks noChangeShapeType="1"/>
              </p:cNvSpPr>
              <p:nvPr/>
            </p:nvSpPr>
            <p:spPr bwMode="auto">
              <a:xfrm flipV="1">
                <a:off x="5969400" y="5608512"/>
                <a:ext cx="1800"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6" name="Line 164"/>
              <p:cNvSpPr>
                <a:spLocks noChangeShapeType="1"/>
              </p:cNvSpPr>
              <p:nvPr/>
            </p:nvSpPr>
            <p:spPr bwMode="auto">
              <a:xfrm flipV="1">
                <a:off x="5971201" y="5599021"/>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7" name="Line 165"/>
              <p:cNvSpPr>
                <a:spLocks noChangeShapeType="1"/>
              </p:cNvSpPr>
              <p:nvPr/>
            </p:nvSpPr>
            <p:spPr bwMode="auto">
              <a:xfrm flipV="1">
                <a:off x="6016197" y="5589531"/>
                <a:ext cx="395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8" name="Line 166"/>
              <p:cNvSpPr>
                <a:spLocks noChangeShapeType="1"/>
              </p:cNvSpPr>
              <p:nvPr/>
            </p:nvSpPr>
            <p:spPr bwMode="auto">
              <a:xfrm flipV="1">
                <a:off x="6140388" y="5568651"/>
                <a:ext cx="71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9" name="Line 167"/>
              <p:cNvSpPr>
                <a:spLocks noChangeShapeType="1"/>
              </p:cNvSpPr>
              <p:nvPr/>
            </p:nvSpPr>
            <p:spPr bwMode="auto">
              <a:xfrm flipV="1">
                <a:off x="6147588" y="5559162"/>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0" name="Line 168"/>
              <p:cNvSpPr>
                <a:spLocks noChangeShapeType="1"/>
              </p:cNvSpPr>
              <p:nvPr/>
            </p:nvSpPr>
            <p:spPr bwMode="auto">
              <a:xfrm flipV="1">
                <a:off x="6190785" y="5549671"/>
                <a:ext cx="34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1" name="Line 169"/>
              <p:cNvSpPr>
                <a:spLocks noChangeShapeType="1"/>
              </p:cNvSpPr>
              <p:nvPr/>
            </p:nvSpPr>
            <p:spPr bwMode="auto">
              <a:xfrm flipV="1">
                <a:off x="6309576" y="5524996"/>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2" name="Line 170"/>
              <p:cNvSpPr>
                <a:spLocks noChangeShapeType="1"/>
              </p:cNvSpPr>
              <p:nvPr/>
            </p:nvSpPr>
            <p:spPr bwMode="auto">
              <a:xfrm flipV="1">
                <a:off x="6323975" y="551360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3" name="Line 171"/>
              <p:cNvSpPr>
                <a:spLocks noChangeShapeType="1"/>
              </p:cNvSpPr>
              <p:nvPr/>
            </p:nvSpPr>
            <p:spPr bwMode="auto">
              <a:xfrm flipV="1">
                <a:off x="6367172" y="5507913"/>
                <a:ext cx="251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4" name="Line 172"/>
              <p:cNvSpPr>
                <a:spLocks noChangeShapeType="1"/>
              </p:cNvSpPr>
              <p:nvPr/>
            </p:nvSpPr>
            <p:spPr bwMode="auto">
              <a:xfrm flipV="1">
                <a:off x="6473363" y="5479443"/>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5" name="Line 173"/>
              <p:cNvSpPr>
                <a:spLocks noChangeShapeType="1"/>
              </p:cNvSpPr>
              <p:nvPr/>
            </p:nvSpPr>
            <p:spPr bwMode="auto">
              <a:xfrm flipV="1">
                <a:off x="6500362" y="5466156"/>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6" name="Line 174"/>
              <p:cNvSpPr>
                <a:spLocks noChangeShapeType="1"/>
              </p:cNvSpPr>
              <p:nvPr/>
            </p:nvSpPr>
            <p:spPr bwMode="auto">
              <a:xfrm flipV="1">
                <a:off x="6543559" y="5462359"/>
                <a:ext cx="125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7" name="Line 175"/>
              <p:cNvSpPr>
                <a:spLocks noChangeShapeType="1"/>
              </p:cNvSpPr>
              <p:nvPr/>
            </p:nvSpPr>
            <p:spPr bwMode="auto">
              <a:xfrm flipV="1">
                <a:off x="6637152" y="5431990"/>
                <a:ext cx="377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8" name="Line 176"/>
              <p:cNvSpPr>
                <a:spLocks noChangeShapeType="1"/>
              </p:cNvSpPr>
              <p:nvPr/>
            </p:nvSpPr>
            <p:spPr bwMode="auto">
              <a:xfrm flipV="1">
                <a:off x="6674948" y="541870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9" name="Line 177"/>
              <p:cNvSpPr>
                <a:spLocks noChangeShapeType="1"/>
              </p:cNvSpPr>
              <p:nvPr/>
            </p:nvSpPr>
            <p:spPr bwMode="auto">
              <a:xfrm flipV="1">
                <a:off x="6799140" y="5394029"/>
                <a:ext cx="89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0" name="Line 178"/>
              <p:cNvSpPr>
                <a:spLocks noChangeShapeType="1"/>
              </p:cNvSpPr>
              <p:nvPr/>
            </p:nvSpPr>
            <p:spPr bwMode="auto">
              <a:xfrm flipV="1">
                <a:off x="6808138" y="5382640"/>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1" name="Line 179"/>
              <p:cNvSpPr>
                <a:spLocks noChangeShapeType="1"/>
              </p:cNvSpPr>
              <p:nvPr/>
            </p:nvSpPr>
            <p:spPr bwMode="auto">
              <a:xfrm flipV="1">
                <a:off x="6851335" y="5375048"/>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grpSp>
      <p:pic>
        <p:nvPicPr>
          <p:cNvPr id="94209" name="Picture 1"/>
          <p:cNvPicPr>
            <a:picLocks noChangeAspect="1" noChangeArrowheads="1"/>
          </p:cNvPicPr>
          <p:nvPr/>
        </p:nvPicPr>
        <p:blipFill>
          <a:blip r:embed="rId4" cstate="print"/>
          <a:srcRect/>
          <a:stretch>
            <a:fillRect/>
          </a:stretch>
        </p:blipFill>
        <p:spPr bwMode="auto">
          <a:xfrm>
            <a:off x="468313" y="917575"/>
            <a:ext cx="8207375" cy="5021263"/>
          </a:xfrm>
          <a:prstGeom prst="rect">
            <a:avLst/>
          </a:prstGeom>
          <a:noFill/>
          <a:ln w="9525">
            <a:noFill/>
            <a:miter lim="800000"/>
            <a:headEnd/>
            <a:tailEnd/>
          </a:ln>
          <a:effectLst/>
        </p:spPr>
      </p:pic>
    </p:spTree>
    <p:extLst>
      <p:ext uri="{BB962C8B-B14F-4D97-AF65-F5344CB8AC3E}">
        <p14:creationId xmlns:p14="http://schemas.microsoft.com/office/powerpoint/2010/main" val="1663821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94368-3DEB-432C-C5B0-68A3426A24F9}"/>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DEF80C5B-F74F-8511-9D52-57A098B88F5C}"/>
              </a:ext>
            </a:extLst>
          </p:cNvPr>
          <p:cNvSpPr/>
          <p:nvPr/>
        </p:nvSpPr>
        <p:spPr>
          <a:xfrm>
            <a:off x="0" y="0"/>
            <a:ext cx="9144000" cy="3848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en-US" dirty="0"/>
          </a:p>
        </p:txBody>
      </p:sp>
      <p:pic>
        <p:nvPicPr>
          <p:cNvPr id="66571" name="Picture 3">
            <a:extLst>
              <a:ext uri="{FF2B5EF4-FFF2-40B4-BE49-F238E27FC236}">
                <a16:creationId xmlns:a16="http://schemas.microsoft.com/office/drawing/2014/main" id="{2B696C22-E379-810C-ED15-B3D5052440AE}"/>
              </a:ext>
            </a:extLst>
          </p:cNvPr>
          <p:cNvPicPr>
            <a:picLocks noChangeAspect="1" noChangeArrowheads="1"/>
          </p:cNvPicPr>
          <p:nvPr/>
        </p:nvPicPr>
        <p:blipFill>
          <a:blip r:embed="rId2" cstate="print"/>
          <a:srcRect/>
          <a:stretch>
            <a:fillRect/>
          </a:stretch>
        </p:blipFill>
        <p:spPr bwMode="auto">
          <a:xfrm>
            <a:off x="2471738" y="1798638"/>
            <a:ext cx="4679950" cy="973137"/>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558DB27A-D3C0-E5DB-DF5A-73245E7941FA}"/>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3852E7FF-5EC9-CFC6-19F1-5F1E1473BD47}"/>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565DC25A-D7E8-7C4A-24D0-F715825B04D5}"/>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D2C4ACCB-9540-9520-13E8-F9B6903B446E}"/>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B9DFE247-10CD-578B-DD00-CEB648B2355C}"/>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0AE3E79D-B467-9484-45FC-C7C69A71757B}"/>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470659DC-AFDD-89C0-30E2-5838E359678A}"/>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02E90108-3C48-8D53-2EB9-41868EFB60BE}"/>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13">
            <a:extLst>
              <a:ext uri="{FF2B5EF4-FFF2-40B4-BE49-F238E27FC236}">
                <a16:creationId xmlns:a16="http://schemas.microsoft.com/office/drawing/2014/main" id="{39E13480-BE21-9C5D-49FE-5B19CD6C1F1E}"/>
              </a:ext>
            </a:extLst>
          </p:cNvPr>
          <p:cNvGrpSpPr>
            <a:grpSpLocks/>
          </p:cNvGrpSpPr>
          <p:nvPr/>
        </p:nvGrpSpPr>
        <p:grpSpPr bwMode="auto">
          <a:xfrm>
            <a:off x="1109663" y="1992313"/>
            <a:ext cx="7429500" cy="603250"/>
            <a:chOff x="5281613" y="5646738"/>
            <a:chExt cx="1438276" cy="628649"/>
          </a:xfrm>
        </p:grpSpPr>
        <p:sp>
          <p:nvSpPr>
            <p:cNvPr id="66786" name="Line 9">
              <a:extLst>
                <a:ext uri="{FF2B5EF4-FFF2-40B4-BE49-F238E27FC236}">
                  <a16:creationId xmlns:a16="http://schemas.microsoft.com/office/drawing/2014/main" id="{B58D7EE4-FA02-9057-0B80-A0266B18ED35}"/>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787" name="Line 10">
              <a:extLst>
                <a:ext uri="{FF2B5EF4-FFF2-40B4-BE49-F238E27FC236}">
                  <a16:creationId xmlns:a16="http://schemas.microsoft.com/office/drawing/2014/main" id="{141C7427-F3F2-7334-D2FE-F9372C87672F}"/>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788" name="Line 11">
              <a:extLst>
                <a:ext uri="{FF2B5EF4-FFF2-40B4-BE49-F238E27FC236}">
                  <a16:creationId xmlns:a16="http://schemas.microsoft.com/office/drawing/2014/main" id="{365E1C68-D0EF-9EF6-0163-CECF0C712215}"/>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789" name="Line 12">
              <a:extLst>
                <a:ext uri="{FF2B5EF4-FFF2-40B4-BE49-F238E27FC236}">
                  <a16:creationId xmlns:a16="http://schemas.microsoft.com/office/drawing/2014/main" id="{250E63D2-5DD1-DD40-33EF-B6A65D14F029}"/>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790" name="Line 13">
              <a:extLst>
                <a:ext uri="{FF2B5EF4-FFF2-40B4-BE49-F238E27FC236}">
                  <a16:creationId xmlns:a16="http://schemas.microsoft.com/office/drawing/2014/main" id="{24D93FB9-AB01-F3F7-001D-A2EC64398103}"/>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791" name="Line 14">
              <a:extLst>
                <a:ext uri="{FF2B5EF4-FFF2-40B4-BE49-F238E27FC236}">
                  <a16:creationId xmlns:a16="http://schemas.microsoft.com/office/drawing/2014/main" id="{4407CC92-2F49-AFCE-0B39-BB3ADF2B0C7F}"/>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792" name="Line 15">
              <a:extLst>
                <a:ext uri="{FF2B5EF4-FFF2-40B4-BE49-F238E27FC236}">
                  <a16:creationId xmlns:a16="http://schemas.microsoft.com/office/drawing/2014/main" id="{466ECBE6-A43E-2EA2-2060-229720905FEC}"/>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793" name="Line 16">
              <a:extLst>
                <a:ext uri="{FF2B5EF4-FFF2-40B4-BE49-F238E27FC236}">
                  <a16:creationId xmlns:a16="http://schemas.microsoft.com/office/drawing/2014/main" id="{8A6DCEAE-FB83-2B8E-C476-99141A25EC2F}"/>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794" name="Line 17">
              <a:extLst>
                <a:ext uri="{FF2B5EF4-FFF2-40B4-BE49-F238E27FC236}">
                  <a16:creationId xmlns:a16="http://schemas.microsoft.com/office/drawing/2014/main" id="{DA34128F-8ED7-C60C-8400-E16E69301975}"/>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795" name="Line 18">
              <a:extLst>
                <a:ext uri="{FF2B5EF4-FFF2-40B4-BE49-F238E27FC236}">
                  <a16:creationId xmlns:a16="http://schemas.microsoft.com/office/drawing/2014/main" id="{1AD85BB6-8F38-56EC-19E9-2B229E102F9C}"/>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796" name="Line 19">
              <a:extLst>
                <a:ext uri="{FF2B5EF4-FFF2-40B4-BE49-F238E27FC236}">
                  <a16:creationId xmlns:a16="http://schemas.microsoft.com/office/drawing/2014/main" id="{F1B9340C-9262-2480-E3BA-66C08715CB33}"/>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797" name="Line 20">
              <a:extLst>
                <a:ext uri="{FF2B5EF4-FFF2-40B4-BE49-F238E27FC236}">
                  <a16:creationId xmlns:a16="http://schemas.microsoft.com/office/drawing/2014/main" id="{71E2915C-CEEE-514B-CF76-93F072DA3F14}"/>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98" name="Line 21">
              <a:extLst>
                <a:ext uri="{FF2B5EF4-FFF2-40B4-BE49-F238E27FC236}">
                  <a16:creationId xmlns:a16="http://schemas.microsoft.com/office/drawing/2014/main" id="{82A4E336-0D45-43F8-E83D-6B379A4DE4AF}"/>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99" name="Line 22">
              <a:extLst>
                <a:ext uri="{FF2B5EF4-FFF2-40B4-BE49-F238E27FC236}">
                  <a16:creationId xmlns:a16="http://schemas.microsoft.com/office/drawing/2014/main" id="{EA2AE553-9ABF-B821-AA48-D95D290488D2}"/>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800" name="Line 23">
              <a:extLst>
                <a:ext uri="{FF2B5EF4-FFF2-40B4-BE49-F238E27FC236}">
                  <a16:creationId xmlns:a16="http://schemas.microsoft.com/office/drawing/2014/main" id="{C4D61551-1745-2133-00D5-9A98532B7A1F}"/>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801" name="Line 24">
              <a:extLst>
                <a:ext uri="{FF2B5EF4-FFF2-40B4-BE49-F238E27FC236}">
                  <a16:creationId xmlns:a16="http://schemas.microsoft.com/office/drawing/2014/main" id="{0368C401-B2B5-598C-32DC-5ACA9B45A509}"/>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802" name="Line 25">
              <a:extLst>
                <a:ext uri="{FF2B5EF4-FFF2-40B4-BE49-F238E27FC236}">
                  <a16:creationId xmlns:a16="http://schemas.microsoft.com/office/drawing/2014/main" id="{159DC972-D719-CBD5-03E7-A749F4CF20D2}"/>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803" name="Line 26">
              <a:extLst>
                <a:ext uri="{FF2B5EF4-FFF2-40B4-BE49-F238E27FC236}">
                  <a16:creationId xmlns:a16="http://schemas.microsoft.com/office/drawing/2014/main" id="{AF4B1546-8BEF-AB2E-7018-930B235F6176}"/>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804" name="Line 27">
              <a:extLst>
                <a:ext uri="{FF2B5EF4-FFF2-40B4-BE49-F238E27FC236}">
                  <a16:creationId xmlns:a16="http://schemas.microsoft.com/office/drawing/2014/main" id="{AC42BBC0-0CB4-B85E-5A54-63F58F1DCB17}"/>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805" name="Line 28">
              <a:extLst>
                <a:ext uri="{FF2B5EF4-FFF2-40B4-BE49-F238E27FC236}">
                  <a16:creationId xmlns:a16="http://schemas.microsoft.com/office/drawing/2014/main" id="{0D75D1BE-74E6-5742-A557-2F13CF6D08B4}"/>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806" name="Line 29">
              <a:extLst>
                <a:ext uri="{FF2B5EF4-FFF2-40B4-BE49-F238E27FC236}">
                  <a16:creationId xmlns:a16="http://schemas.microsoft.com/office/drawing/2014/main" id="{1FB9A411-73A2-C7A3-9ED3-9617BFA3C11F}"/>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807" name="Line 30">
              <a:extLst>
                <a:ext uri="{FF2B5EF4-FFF2-40B4-BE49-F238E27FC236}">
                  <a16:creationId xmlns:a16="http://schemas.microsoft.com/office/drawing/2014/main" id="{DB5E3DD8-D416-4A6A-5A0D-A55DAE1E2C04}"/>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808" name="Line 31">
              <a:extLst>
                <a:ext uri="{FF2B5EF4-FFF2-40B4-BE49-F238E27FC236}">
                  <a16:creationId xmlns:a16="http://schemas.microsoft.com/office/drawing/2014/main" id="{B2B3D503-C046-20E2-DBAE-0E2BBEFE1A32}"/>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809" name="Line 32">
              <a:extLst>
                <a:ext uri="{FF2B5EF4-FFF2-40B4-BE49-F238E27FC236}">
                  <a16:creationId xmlns:a16="http://schemas.microsoft.com/office/drawing/2014/main" id="{CEE7A8AF-C794-1C33-07A9-60AC7AD0014C}"/>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810" name="Line 33">
              <a:extLst>
                <a:ext uri="{FF2B5EF4-FFF2-40B4-BE49-F238E27FC236}">
                  <a16:creationId xmlns:a16="http://schemas.microsoft.com/office/drawing/2014/main" id="{C521640E-FFED-679D-133B-03F76E047758}"/>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811" name="Line 34">
              <a:extLst>
                <a:ext uri="{FF2B5EF4-FFF2-40B4-BE49-F238E27FC236}">
                  <a16:creationId xmlns:a16="http://schemas.microsoft.com/office/drawing/2014/main" id="{4378A032-203C-1B34-BDF4-6DD63DA9F208}"/>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812" name="Line 35">
              <a:extLst>
                <a:ext uri="{FF2B5EF4-FFF2-40B4-BE49-F238E27FC236}">
                  <a16:creationId xmlns:a16="http://schemas.microsoft.com/office/drawing/2014/main" id="{6CEE23F9-E875-2B30-8736-935B67FFFA0D}"/>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813" name="Line 36">
              <a:extLst>
                <a:ext uri="{FF2B5EF4-FFF2-40B4-BE49-F238E27FC236}">
                  <a16:creationId xmlns:a16="http://schemas.microsoft.com/office/drawing/2014/main" id="{54B3A7BD-2958-D6E6-8747-E51DB2C9E180}"/>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814" name="Line 37">
              <a:extLst>
                <a:ext uri="{FF2B5EF4-FFF2-40B4-BE49-F238E27FC236}">
                  <a16:creationId xmlns:a16="http://schemas.microsoft.com/office/drawing/2014/main" id="{193E6CCF-B4EC-4583-2010-19E272D82430}"/>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815" name="Line 38">
              <a:extLst>
                <a:ext uri="{FF2B5EF4-FFF2-40B4-BE49-F238E27FC236}">
                  <a16:creationId xmlns:a16="http://schemas.microsoft.com/office/drawing/2014/main" id="{44BC43CA-EBD9-2355-F238-C1CB987243E4}"/>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816" name="Line 39">
              <a:extLst>
                <a:ext uri="{FF2B5EF4-FFF2-40B4-BE49-F238E27FC236}">
                  <a16:creationId xmlns:a16="http://schemas.microsoft.com/office/drawing/2014/main" id="{1725C3E2-33BC-BD27-F89C-75EBD7865CC7}"/>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817" name="Line 40">
              <a:extLst>
                <a:ext uri="{FF2B5EF4-FFF2-40B4-BE49-F238E27FC236}">
                  <a16:creationId xmlns:a16="http://schemas.microsoft.com/office/drawing/2014/main" id="{0C109F40-F277-7CE3-3C1B-15C3EC70C34D}"/>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818" name="Line 41">
              <a:extLst>
                <a:ext uri="{FF2B5EF4-FFF2-40B4-BE49-F238E27FC236}">
                  <a16:creationId xmlns:a16="http://schemas.microsoft.com/office/drawing/2014/main" id="{515DF9DC-8CAD-AFAA-7279-A16D6C27AF37}"/>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819" name="Line 42">
              <a:extLst>
                <a:ext uri="{FF2B5EF4-FFF2-40B4-BE49-F238E27FC236}">
                  <a16:creationId xmlns:a16="http://schemas.microsoft.com/office/drawing/2014/main" id="{7978063A-0E10-36ED-AE7E-DAD21F94ED0B}"/>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820" name="Line 43">
              <a:extLst>
                <a:ext uri="{FF2B5EF4-FFF2-40B4-BE49-F238E27FC236}">
                  <a16:creationId xmlns:a16="http://schemas.microsoft.com/office/drawing/2014/main" id="{69856C79-5BDB-2911-BB9B-1EA499EF4899}"/>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821" name="Line 44">
              <a:extLst>
                <a:ext uri="{FF2B5EF4-FFF2-40B4-BE49-F238E27FC236}">
                  <a16:creationId xmlns:a16="http://schemas.microsoft.com/office/drawing/2014/main" id="{C2057DF0-C8DA-1E89-6B06-3221A5B5EA4C}"/>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822" name="Line 45">
              <a:extLst>
                <a:ext uri="{FF2B5EF4-FFF2-40B4-BE49-F238E27FC236}">
                  <a16:creationId xmlns:a16="http://schemas.microsoft.com/office/drawing/2014/main" id="{4332DEB1-8ECE-F313-64F8-6E88220D8438}"/>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823" name="Line 46">
              <a:extLst>
                <a:ext uri="{FF2B5EF4-FFF2-40B4-BE49-F238E27FC236}">
                  <a16:creationId xmlns:a16="http://schemas.microsoft.com/office/drawing/2014/main" id="{B720BBF8-8CCA-395B-3C73-C2E98692CDD5}"/>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824" name="Line 47">
              <a:extLst>
                <a:ext uri="{FF2B5EF4-FFF2-40B4-BE49-F238E27FC236}">
                  <a16:creationId xmlns:a16="http://schemas.microsoft.com/office/drawing/2014/main" id="{52ACA84F-9ADA-3331-0E95-C47B2E229D87}"/>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825" name="Line 48">
              <a:extLst>
                <a:ext uri="{FF2B5EF4-FFF2-40B4-BE49-F238E27FC236}">
                  <a16:creationId xmlns:a16="http://schemas.microsoft.com/office/drawing/2014/main" id="{2401B921-83CE-3CA9-9D4B-2A24C54C0539}"/>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826" name="Line 49">
              <a:extLst>
                <a:ext uri="{FF2B5EF4-FFF2-40B4-BE49-F238E27FC236}">
                  <a16:creationId xmlns:a16="http://schemas.microsoft.com/office/drawing/2014/main" id="{8B06F576-D18A-0D92-E96A-2AC5A2573699}"/>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827" name="Line 50">
              <a:extLst>
                <a:ext uri="{FF2B5EF4-FFF2-40B4-BE49-F238E27FC236}">
                  <a16:creationId xmlns:a16="http://schemas.microsoft.com/office/drawing/2014/main" id="{F115E882-1B42-BBAE-B44A-15ACA97B8DCB}"/>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828" name="Line 51">
              <a:extLst>
                <a:ext uri="{FF2B5EF4-FFF2-40B4-BE49-F238E27FC236}">
                  <a16:creationId xmlns:a16="http://schemas.microsoft.com/office/drawing/2014/main" id="{AB4D74B1-4064-EBBB-BC5F-1A01C58EF634}"/>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829" name="Line 52">
              <a:extLst>
                <a:ext uri="{FF2B5EF4-FFF2-40B4-BE49-F238E27FC236}">
                  <a16:creationId xmlns:a16="http://schemas.microsoft.com/office/drawing/2014/main" id="{3A7DCB44-1C8E-F56D-CC69-A337E2514804}"/>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830" name="Line 53">
              <a:extLst>
                <a:ext uri="{FF2B5EF4-FFF2-40B4-BE49-F238E27FC236}">
                  <a16:creationId xmlns:a16="http://schemas.microsoft.com/office/drawing/2014/main" id="{868694DF-B396-EC81-2B8C-76F9E00AE446}"/>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831" name="Line 54">
              <a:extLst>
                <a:ext uri="{FF2B5EF4-FFF2-40B4-BE49-F238E27FC236}">
                  <a16:creationId xmlns:a16="http://schemas.microsoft.com/office/drawing/2014/main" id="{4218953F-E2D1-A433-8311-59B1512C550E}"/>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832" name="Line 55">
              <a:extLst>
                <a:ext uri="{FF2B5EF4-FFF2-40B4-BE49-F238E27FC236}">
                  <a16:creationId xmlns:a16="http://schemas.microsoft.com/office/drawing/2014/main" id="{C3E177AD-6BCC-C4AB-E54B-953331DC0010}"/>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833" name="Line 56">
              <a:extLst>
                <a:ext uri="{FF2B5EF4-FFF2-40B4-BE49-F238E27FC236}">
                  <a16:creationId xmlns:a16="http://schemas.microsoft.com/office/drawing/2014/main" id="{1EEC9D62-8BB6-463D-F6DD-C6872F6BC32A}"/>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834" name="Line 57">
              <a:extLst>
                <a:ext uri="{FF2B5EF4-FFF2-40B4-BE49-F238E27FC236}">
                  <a16:creationId xmlns:a16="http://schemas.microsoft.com/office/drawing/2014/main" id="{DFE8B3CD-1A65-B7DC-4714-EE415573CF1E}"/>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835" name="Line 58">
              <a:extLst>
                <a:ext uri="{FF2B5EF4-FFF2-40B4-BE49-F238E27FC236}">
                  <a16:creationId xmlns:a16="http://schemas.microsoft.com/office/drawing/2014/main" id="{22A2DB90-BDF5-4857-A8F4-B99CFF493B38}"/>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836" name="Line 59">
              <a:extLst>
                <a:ext uri="{FF2B5EF4-FFF2-40B4-BE49-F238E27FC236}">
                  <a16:creationId xmlns:a16="http://schemas.microsoft.com/office/drawing/2014/main" id="{745BA694-813E-F25C-9603-B65C0CB6BCB9}"/>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837" name="Line 60">
              <a:extLst>
                <a:ext uri="{FF2B5EF4-FFF2-40B4-BE49-F238E27FC236}">
                  <a16:creationId xmlns:a16="http://schemas.microsoft.com/office/drawing/2014/main" id="{73F9C416-ABF3-8295-D480-8570FB0710E6}"/>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838" name="Line 61">
              <a:extLst>
                <a:ext uri="{FF2B5EF4-FFF2-40B4-BE49-F238E27FC236}">
                  <a16:creationId xmlns:a16="http://schemas.microsoft.com/office/drawing/2014/main" id="{5D1B2B65-F9A9-D786-18D2-E20B48584A75}"/>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839" name="Line 62">
              <a:extLst>
                <a:ext uri="{FF2B5EF4-FFF2-40B4-BE49-F238E27FC236}">
                  <a16:creationId xmlns:a16="http://schemas.microsoft.com/office/drawing/2014/main" id="{0DF0432F-C4AD-2E15-0066-C397281CCB4A}"/>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840" name="Line 63">
              <a:extLst>
                <a:ext uri="{FF2B5EF4-FFF2-40B4-BE49-F238E27FC236}">
                  <a16:creationId xmlns:a16="http://schemas.microsoft.com/office/drawing/2014/main" id="{1C499FED-C0BC-CA86-98F4-324D3449E3B4}"/>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841" name="Line 64">
              <a:extLst>
                <a:ext uri="{FF2B5EF4-FFF2-40B4-BE49-F238E27FC236}">
                  <a16:creationId xmlns:a16="http://schemas.microsoft.com/office/drawing/2014/main" id="{50983F66-A895-6919-6F35-CF83C7FB3AED}"/>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842" name="Line 65">
              <a:extLst>
                <a:ext uri="{FF2B5EF4-FFF2-40B4-BE49-F238E27FC236}">
                  <a16:creationId xmlns:a16="http://schemas.microsoft.com/office/drawing/2014/main" id="{DEF57782-9807-E3A4-3A3B-AA8BC93D644C}"/>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843" name="Line 66">
              <a:extLst>
                <a:ext uri="{FF2B5EF4-FFF2-40B4-BE49-F238E27FC236}">
                  <a16:creationId xmlns:a16="http://schemas.microsoft.com/office/drawing/2014/main" id="{CBE31EEE-0879-E0B3-8722-044BD3EA26F8}"/>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844" name="Line 67">
              <a:extLst>
                <a:ext uri="{FF2B5EF4-FFF2-40B4-BE49-F238E27FC236}">
                  <a16:creationId xmlns:a16="http://schemas.microsoft.com/office/drawing/2014/main" id="{8B43D7DE-C51F-E012-D471-DC00088A70CD}"/>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845" name="Line 68">
              <a:extLst>
                <a:ext uri="{FF2B5EF4-FFF2-40B4-BE49-F238E27FC236}">
                  <a16:creationId xmlns:a16="http://schemas.microsoft.com/office/drawing/2014/main" id="{CB9AA3F6-0736-B5F5-1A63-A42B5219CA6F}"/>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846" name="Line 69">
              <a:extLst>
                <a:ext uri="{FF2B5EF4-FFF2-40B4-BE49-F238E27FC236}">
                  <a16:creationId xmlns:a16="http://schemas.microsoft.com/office/drawing/2014/main" id="{A572153F-D600-C489-B80D-ACC142D39FB1}"/>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847" name="Line 70">
              <a:extLst>
                <a:ext uri="{FF2B5EF4-FFF2-40B4-BE49-F238E27FC236}">
                  <a16:creationId xmlns:a16="http://schemas.microsoft.com/office/drawing/2014/main" id="{1BB680E7-027D-B6F4-5CAE-01F9833FFE0F}"/>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848" name="Line 71">
              <a:extLst>
                <a:ext uri="{FF2B5EF4-FFF2-40B4-BE49-F238E27FC236}">
                  <a16:creationId xmlns:a16="http://schemas.microsoft.com/office/drawing/2014/main" id="{F8F7381A-A668-FA00-B66D-A93F1673A799}"/>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849" name="Line 72">
              <a:extLst>
                <a:ext uri="{FF2B5EF4-FFF2-40B4-BE49-F238E27FC236}">
                  <a16:creationId xmlns:a16="http://schemas.microsoft.com/office/drawing/2014/main" id="{4662E26C-9D00-C3B8-D7E2-6843BA5BB718}"/>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850" name="Line 73">
              <a:extLst>
                <a:ext uri="{FF2B5EF4-FFF2-40B4-BE49-F238E27FC236}">
                  <a16:creationId xmlns:a16="http://schemas.microsoft.com/office/drawing/2014/main" id="{425D41C5-3F7F-2F9F-1DCD-4997950D6488}"/>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851" name="Line 74">
              <a:extLst>
                <a:ext uri="{FF2B5EF4-FFF2-40B4-BE49-F238E27FC236}">
                  <a16:creationId xmlns:a16="http://schemas.microsoft.com/office/drawing/2014/main" id="{F43504C7-3CAD-77CB-F805-5777520469D0}"/>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852" name="Line 75">
              <a:extLst>
                <a:ext uri="{FF2B5EF4-FFF2-40B4-BE49-F238E27FC236}">
                  <a16:creationId xmlns:a16="http://schemas.microsoft.com/office/drawing/2014/main" id="{034E9B75-0D66-B249-BE0F-B561C5241852}"/>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853" name="Line 76">
              <a:extLst>
                <a:ext uri="{FF2B5EF4-FFF2-40B4-BE49-F238E27FC236}">
                  <a16:creationId xmlns:a16="http://schemas.microsoft.com/office/drawing/2014/main" id="{1E42FA74-C781-FEF9-7496-04B8E71DF77D}"/>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854" name="Line 77">
              <a:extLst>
                <a:ext uri="{FF2B5EF4-FFF2-40B4-BE49-F238E27FC236}">
                  <a16:creationId xmlns:a16="http://schemas.microsoft.com/office/drawing/2014/main" id="{A8683A61-3192-AD5E-084E-D678057656D5}"/>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855" name="Line 78">
              <a:extLst>
                <a:ext uri="{FF2B5EF4-FFF2-40B4-BE49-F238E27FC236}">
                  <a16:creationId xmlns:a16="http://schemas.microsoft.com/office/drawing/2014/main" id="{4C958554-7CC4-3D1D-6F0B-BFF055359227}"/>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856" name="Line 79">
              <a:extLst>
                <a:ext uri="{FF2B5EF4-FFF2-40B4-BE49-F238E27FC236}">
                  <a16:creationId xmlns:a16="http://schemas.microsoft.com/office/drawing/2014/main" id="{BD0D6BAC-AB02-6F1B-7E95-CD852EED03AF}"/>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857" name="Line 80">
              <a:extLst>
                <a:ext uri="{FF2B5EF4-FFF2-40B4-BE49-F238E27FC236}">
                  <a16:creationId xmlns:a16="http://schemas.microsoft.com/office/drawing/2014/main" id="{27791C2D-2705-A6B5-B60B-3D3DA8330790}"/>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858" name="Line 81">
              <a:extLst>
                <a:ext uri="{FF2B5EF4-FFF2-40B4-BE49-F238E27FC236}">
                  <a16:creationId xmlns:a16="http://schemas.microsoft.com/office/drawing/2014/main" id="{CB340DC1-956A-FC2C-4E0B-0C932E08F846}"/>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859" name="Line 82">
              <a:extLst>
                <a:ext uri="{FF2B5EF4-FFF2-40B4-BE49-F238E27FC236}">
                  <a16:creationId xmlns:a16="http://schemas.microsoft.com/office/drawing/2014/main" id="{81EE893A-6DC5-0EBF-3BA3-FBD622EDA1EC}"/>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860" name="Line 83">
              <a:extLst>
                <a:ext uri="{FF2B5EF4-FFF2-40B4-BE49-F238E27FC236}">
                  <a16:creationId xmlns:a16="http://schemas.microsoft.com/office/drawing/2014/main" id="{1393EF5B-8FCA-1F01-D9E3-12C2A4457DA1}"/>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861" name="Line 84">
              <a:extLst>
                <a:ext uri="{FF2B5EF4-FFF2-40B4-BE49-F238E27FC236}">
                  <a16:creationId xmlns:a16="http://schemas.microsoft.com/office/drawing/2014/main" id="{0144BB44-4A0D-7B86-F874-3B1A9E51B812}"/>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862" name="Line 85">
              <a:extLst>
                <a:ext uri="{FF2B5EF4-FFF2-40B4-BE49-F238E27FC236}">
                  <a16:creationId xmlns:a16="http://schemas.microsoft.com/office/drawing/2014/main" id="{CA5C18FD-EE06-E2C9-1959-FFD7F4B2F4F0}"/>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863" name="Line 86">
              <a:extLst>
                <a:ext uri="{FF2B5EF4-FFF2-40B4-BE49-F238E27FC236}">
                  <a16:creationId xmlns:a16="http://schemas.microsoft.com/office/drawing/2014/main" id="{5A8F5975-DA66-FBF5-D2FC-0C5877EEB6D0}"/>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864" name="Line 87">
              <a:extLst>
                <a:ext uri="{FF2B5EF4-FFF2-40B4-BE49-F238E27FC236}">
                  <a16:creationId xmlns:a16="http://schemas.microsoft.com/office/drawing/2014/main" id="{2E131492-90F5-B0E1-D6E3-35C3EBBB50C9}"/>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865" name="Line 88">
              <a:extLst>
                <a:ext uri="{FF2B5EF4-FFF2-40B4-BE49-F238E27FC236}">
                  <a16:creationId xmlns:a16="http://schemas.microsoft.com/office/drawing/2014/main" id="{2C19F14D-18B0-ABEB-378C-F730DC9DB320}"/>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866" name="Line 89">
              <a:extLst>
                <a:ext uri="{FF2B5EF4-FFF2-40B4-BE49-F238E27FC236}">
                  <a16:creationId xmlns:a16="http://schemas.microsoft.com/office/drawing/2014/main" id="{7808FE27-1075-ECBA-7D4C-602CBBD22F85}"/>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867" name="Line 90">
              <a:extLst>
                <a:ext uri="{FF2B5EF4-FFF2-40B4-BE49-F238E27FC236}">
                  <a16:creationId xmlns:a16="http://schemas.microsoft.com/office/drawing/2014/main" id="{2E2B6226-D8C5-A05A-A472-E597411D537D}"/>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868" name="Line 91">
              <a:extLst>
                <a:ext uri="{FF2B5EF4-FFF2-40B4-BE49-F238E27FC236}">
                  <a16:creationId xmlns:a16="http://schemas.microsoft.com/office/drawing/2014/main" id="{4199DC7D-8F05-A8E2-AA35-5B4FFF38BB53}"/>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869" name="Line 92">
              <a:extLst>
                <a:ext uri="{FF2B5EF4-FFF2-40B4-BE49-F238E27FC236}">
                  <a16:creationId xmlns:a16="http://schemas.microsoft.com/office/drawing/2014/main" id="{7AFFC4CF-90F8-6D90-EC3B-5BEC690F13AB}"/>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870" name="Line 93">
              <a:extLst>
                <a:ext uri="{FF2B5EF4-FFF2-40B4-BE49-F238E27FC236}">
                  <a16:creationId xmlns:a16="http://schemas.microsoft.com/office/drawing/2014/main" id="{BA9C4323-B8B1-C362-8807-092D1CB1F5C1}"/>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871" name="Line 94">
              <a:extLst>
                <a:ext uri="{FF2B5EF4-FFF2-40B4-BE49-F238E27FC236}">
                  <a16:creationId xmlns:a16="http://schemas.microsoft.com/office/drawing/2014/main" id="{D96939A2-A975-C4CA-F2E4-7E748472D1D5}"/>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872" name="Line 95">
              <a:extLst>
                <a:ext uri="{FF2B5EF4-FFF2-40B4-BE49-F238E27FC236}">
                  <a16:creationId xmlns:a16="http://schemas.microsoft.com/office/drawing/2014/main" id="{776C8886-789D-65E1-EFBE-EFAE521D7A4C}"/>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873" name="Line 96">
              <a:extLst>
                <a:ext uri="{FF2B5EF4-FFF2-40B4-BE49-F238E27FC236}">
                  <a16:creationId xmlns:a16="http://schemas.microsoft.com/office/drawing/2014/main" id="{109F24C4-A772-C362-53EE-F715FAA49DB4}"/>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874" name="Line 97">
              <a:extLst>
                <a:ext uri="{FF2B5EF4-FFF2-40B4-BE49-F238E27FC236}">
                  <a16:creationId xmlns:a16="http://schemas.microsoft.com/office/drawing/2014/main" id="{531821FD-A1F1-E512-FB8E-BA6885ABF205}"/>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875" name="Line 98">
              <a:extLst>
                <a:ext uri="{FF2B5EF4-FFF2-40B4-BE49-F238E27FC236}">
                  <a16:creationId xmlns:a16="http://schemas.microsoft.com/office/drawing/2014/main" id="{7A0E8EE1-532D-6B34-9D99-C1F047A25F80}"/>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876" name="Line 99">
              <a:extLst>
                <a:ext uri="{FF2B5EF4-FFF2-40B4-BE49-F238E27FC236}">
                  <a16:creationId xmlns:a16="http://schemas.microsoft.com/office/drawing/2014/main" id="{3C6D5C85-F43E-CAF6-2DD3-02DDE26FE0AC}"/>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877" name="Line 100">
              <a:extLst>
                <a:ext uri="{FF2B5EF4-FFF2-40B4-BE49-F238E27FC236}">
                  <a16:creationId xmlns:a16="http://schemas.microsoft.com/office/drawing/2014/main" id="{FFC27101-BFF4-0172-9703-7594417C9C57}"/>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878" name="Line 101">
              <a:extLst>
                <a:ext uri="{FF2B5EF4-FFF2-40B4-BE49-F238E27FC236}">
                  <a16:creationId xmlns:a16="http://schemas.microsoft.com/office/drawing/2014/main" id="{6AFA3F34-4B7D-CEB6-69D6-E60706656F96}"/>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879" name="Line 102">
              <a:extLst>
                <a:ext uri="{FF2B5EF4-FFF2-40B4-BE49-F238E27FC236}">
                  <a16:creationId xmlns:a16="http://schemas.microsoft.com/office/drawing/2014/main" id="{4B191474-F959-DE97-7B5D-5B335181E4F5}"/>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880" name="Line 103">
              <a:extLst>
                <a:ext uri="{FF2B5EF4-FFF2-40B4-BE49-F238E27FC236}">
                  <a16:creationId xmlns:a16="http://schemas.microsoft.com/office/drawing/2014/main" id="{0FCED5B8-DC6A-71B9-0DD1-FF460DAF71F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881" name="Line 104">
              <a:extLst>
                <a:ext uri="{FF2B5EF4-FFF2-40B4-BE49-F238E27FC236}">
                  <a16:creationId xmlns:a16="http://schemas.microsoft.com/office/drawing/2014/main" id="{21C0F216-02CC-0469-C40F-9FF04F8AAA65}"/>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882" name="Line 105">
              <a:extLst>
                <a:ext uri="{FF2B5EF4-FFF2-40B4-BE49-F238E27FC236}">
                  <a16:creationId xmlns:a16="http://schemas.microsoft.com/office/drawing/2014/main" id="{BDD77A99-8255-AEC1-6C37-DEA92F72BE42}"/>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883" name="Line 106">
              <a:extLst>
                <a:ext uri="{FF2B5EF4-FFF2-40B4-BE49-F238E27FC236}">
                  <a16:creationId xmlns:a16="http://schemas.microsoft.com/office/drawing/2014/main" id="{7AFEC6CB-B86D-8CF7-86FE-7D08B00B226A}"/>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a:extLst>
              <a:ext uri="{FF2B5EF4-FFF2-40B4-BE49-F238E27FC236}">
                <a16:creationId xmlns:a16="http://schemas.microsoft.com/office/drawing/2014/main" id="{4DADC6C5-ACAD-3656-CDA3-23855611A76D}"/>
              </a:ext>
            </a:extLst>
          </p:cNvPr>
          <p:cNvCxnSpPr/>
          <p:nvPr/>
        </p:nvCxnSpPr>
        <p:spPr>
          <a:xfrm flipV="1">
            <a:off x="2628900" y="2673350"/>
            <a:ext cx="4273550"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2" name="Object 2">
            <a:extLst>
              <a:ext uri="{FF2B5EF4-FFF2-40B4-BE49-F238E27FC236}">
                <a16:creationId xmlns:a16="http://schemas.microsoft.com/office/drawing/2014/main" id="{7FAB9110-9C58-E5D6-EEC1-80D0F6928E51}"/>
              </a:ext>
            </a:extLst>
          </p:cNvPr>
          <p:cNvGraphicFramePr>
            <a:graphicFrameLocks noChangeAspect="1"/>
          </p:cNvGraphicFramePr>
          <p:nvPr/>
        </p:nvGraphicFramePr>
        <p:xfrm>
          <a:off x="4689475" y="2776538"/>
          <a:ext cx="277813" cy="681037"/>
        </p:xfrm>
        <a:graphic>
          <a:graphicData uri="http://schemas.openxmlformats.org/presentationml/2006/ole">
            <mc:AlternateContent xmlns:mc="http://schemas.openxmlformats.org/markup-compatibility/2006">
              <mc:Choice xmlns:v="urn:schemas-microsoft-com:vml" Requires="v">
                <p:oleObj name="Equation" r:id="rId3" imgW="266400" imgH="393480" progId="Equation.3">
                  <p:embed/>
                </p:oleObj>
              </mc:Choice>
              <mc:Fallback>
                <p:oleObj name="Equation" r:id="rId3" imgW="266400" imgH="393480" progId="Equation.3">
                  <p:embed/>
                  <p:pic>
                    <p:nvPicPr>
                      <p:cNvPr id="66562" name="Object 2">
                        <a:extLst>
                          <a:ext uri="{FF2B5EF4-FFF2-40B4-BE49-F238E27FC236}">
                            <a16:creationId xmlns:a16="http://schemas.microsoft.com/office/drawing/2014/main" id="{7FAB9110-9C58-E5D6-EEC1-80D0F6928E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89475" y="2776538"/>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6583" name="TextBox 312">
            <a:extLst>
              <a:ext uri="{FF2B5EF4-FFF2-40B4-BE49-F238E27FC236}">
                <a16:creationId xmlns:a16="http://schemas.microsoft.com/office/drawing/2014/main" id="{1504ED85-AE71-529C-2EA5-8CC57523892F}"/>
              </a:ext>
            </a:extLst>
          </p:cNvPr>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spTree>
    <p:extLst>
      <p:ext uri="{BB962C8B-B14F-4D97-AF65-F5344CB8AC3E}">
        <p14:creationId xmlns:p14="http://schemas.microsoft.com/office/powerpoint/2010/main" val="1208928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5BE30-015B-CBCC-31B9-0ACC5091DC6D}"/>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8B1DB4A9-2247-D015-DF6F-4B0CEA579C34}"/>
              </a:ext>
            </a:extLst>
          </p:cNvPr>
          <p:cNvSpPr/>
          <p:nvPr/>
        </p:nvSpPr>
        <p:spPr>
          <a:xfrm>
            <a:off x="0" y="-33338"/>
            <a:ext cx="9144000" cy="38814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en-US" dirty="0"/>
          </a:p>
        </p:txBody>
      </p:sp>
      <p:pic>
        <p:nvPicPr>
          <p:cNvPr id="66570" name="Picture 2">
            <a:extLst>
              <a:ext uri="{FF2B5EF4-FFF2-40B4-BE49-F238E27FC236}">
                <a16:creationId xmlns:a16="http://schemas.microsoft.com/office/drawing/2014/main" id="{5F6EF48B-93E7-AB02-E898-79EE1D9A6A34}"/>
              </a:ext>
            </a:extLst>
          </p:cNvPr>
          <p:cNvPicPr>
            <a:picLocks noChangeAspect="1" noChangeArrowheads="1"/>
          </p:cNvPicPr>
          <p:nvPr/>
        </p:nvPicPr>
        <p:blipFill>
          <a:blip r:embed="rId2" cstate="print"/>
          <a:srcRect/>
          <a:stretch>
            <a:fillRect/>
          </a:stretch>
        </p:blipFill>
        <p:spPr bwMode="auto">
          <a:xfrm>
            <a:off x="2498725" y="1987550"/>
            <a:ext cx="4718050" cy="1042988"/>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233A31C9-FCAF-6029-6CE3-E16EDBCA6F8F}"/>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6854E9FE-7E7B-714A-A74F-C396B827CB75}"/>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BE19C061-46A0-9768-F3BE-43DB89BDA3E5}"/>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6D638CF7-0C63-C197-CEAD-27752BAC9157}"/>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985C7C08-F343-EFB5-CD68-5FD5B89DD450}"/>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641AD1F6-0F28-159B-4E42-2A0E2723087B}"/>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D5D313F9-7D95-287B-4593-3993B728326B}"/>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E851480C-F6A5-3E87-DC82-82DF0C962CC3}"/>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4" name="Group 112">
            <a:extLst>
              <a:ext uri="{FF2B5EF4-FFF2-40B4-BE49-F238E27FC236}">
                <a16:creationId xmlns:a16="http://schemas.microsoft.com/office/drawing/2014/main" id="{4B9421A7-57D7-2B6E-CD35-4E903FD4933A}"/>
              </a:ext>
            </a:extLst>
          </p:cNvPr>
          <p:cNvGrpSpPr>
            <a:grpSpLocks/>
          </p:cNvGrpSpPr>
          <p:nvPr/>
        </p:nvGrpSpPr>
        <p:grpSpPr bwMode="auto">
          <a:xfrm>
            <a:off x="1404938" y="2166938"/>
            <a:ext cx="4619625" cy="652462"/>
            <a:chOff x="5281613" y="5646738"/>
            <a:chExt cx="1438276" cy="628649"/>
          </a:xfrm>
        </p:grpSpPr>
        <p:sp>
          <p:nvSpPr>
            <p:cNvPr id="66688" name="Line 9">
              <a:extLst>
                <a:ext uri="{FF2B5EF4-FFF2-40B4-BE49-F238E27FC236}">
                  <a16:creationId xmlns:a16="http://schemas.microsoft.com/office/drawing/2014/main" id="{8DBEF914-4FCF-64D0-5EEB-8E3256E9B253}"/>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689" name="Line 10">
              <a:extLst>
                <a:ext uri="{FF2B5EF4-FFF2-40B4-BE49-F238E27FC236}">
                  <a16:creationId xmlns:a16="http://schemas.microsoft.com/office/drawing/2014/main" id="{3F8F805F-3E2A-167C-2A34-C1802A0D841A}"/>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690" name="Line 11">
              <a:extLst>
                <a:ext uri="{FF2B5EF4-FFF2-40B4-BE49-F238E27FC236}">
                  <a16:creationId xmlns:a16="http://schemas.microsoft.com/office/drawing/2014/main" id="{1ABA71CC-15C8-9783-BB60-4668899063DB}"/>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691" name="Line 12">
              <a:extLst>
                <a:ext uri="{FF2B5EF4-FFF2-40B4-BE49-F238E27FC236}">
                  <a16:creationId xmlns:a16="http://schemas.microsoft.com/office/drawing/2014/main" id="{9F301882-917F-648F-E517-899F5B728A5B}"/>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692" name="Line 13">
              <a:extLst>
                <a:ext uri="{FF2B5EF4-FFF2-40B4-BE49-F238E27FC236}">
                  <a16:creationId xmlns:a16="http://schemas.microsoft.com/office/drawing/2014/main" id="{C0CB47E4-08D1-97E6-095A-54B13732ED77}"/>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693" name="Line 14">
              <a:extLst>
                <a:ext uri="{FF2B5EF4-FFF2-40B4-BE49-F238E27FC236}">
                  <a16:creationId xmlns:a16="http://schemas.microsoft.com/office/drawing/2014/main" id="{7EEC7A8C-F486-26D7-D9CB-F67DA1FEADE4}"/>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694" name="Line 15">
              <a:extLst>
                <a:ext uri="{FF2B5EF4-FFF2-40B4-BE49-F238E27FC236}">
                  <a16:creationId xmlns:a16="http://schemas.microsoft.com/office/drawing/2014/main" id="{390A62F4-5802-4964-68FF-8AC2704146CE}"/>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695" name="Line 16">
              <a:extLst>
                <a:ext uri="{FF2B5EF4-FFF2-40B4-BE49-F238E27FC236}">
                  <a16:creationId xmlns:a16="http://schemas.microsoft.com/office/drawing/2014/main" id="{32F73023-E22C-1BF8-EE40-97886CD6DA54}"/>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696" name="Line 17">
              <a:extLst>
                <a:ext uri="{FF2B5EF4-FFF2-40B4-BE49-F238E27FC236}">
                  <a16:creationId xmlns:a16="http://schemas.microsoft.com/office/drawing/2014/main" id="{467C13E6-9508-C769-1799-F31FD2765F9F}"/>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697" name="Line 18">
              <a:extLst>
                <a:ext uri="{FF2B5EF4-FFF2-40B4-BE49-F238E27FC236}">
                  <a16:creationId xmlns:a16="http://schemas.microsoft.com/office/drawing/2014/main" id="{42919C0B-5AA0-F67D-ABBD-178D0BB86037}"/>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98" name="Line 19">
              <a:extLst>
                <a:ext uri="{FF2B5EF4-FFF2-40B4-BE49-F238E27FC236}">
                  <a16:creationId xmlns:a16="http://schemas.microsoft.com/office/drawing/2014/main" id="{630359E9-5EB5-0DA9-58A1-2E8A53F90F74}"/>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99" name="Line 20">
              <a:extLst>
                <a:ext uri="{FF2B5EF4-FFF2-40B4-BE49-F238E27FC236}">
                  <a16:creationId xmlns:a16="http://schemas.microsoft.com/office/drawing/2014/main" id="{76C3D707-3387-4F2F-AC6B-335B42C1AF28}"/>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00" name="Line 21">
              <a:extLst>
                <a:ext uri="{FF2B5EF4-FFF2-40B4-BE49-F238E27FC236}">
                  <a16:creationId xmlns:a16="http://schemas.microsoft.com/office/drawing/2014/main" id="{38919428-E55B-1C41-DDDF-3DF83E2461EC}"/>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01" name="Line 22">
              <a:extLst>
                <a:ext uri="{FF2B5EF4-FFF2-40B4-BE49-F238E27FC236}">
                  <a16:creationId xmlns:a16="http://schemas.microsoft.com/office/drawing/2014/main" id="{86E1F6DF-8CA9-9C88-3200-1376201190F5}"/>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702" name="Line 23">
              <a:extLst>
                <a:ext uri="{FF2B5EF4-FFF2-40B4-BE49-F238E27FC236}">
                  <a16:creationId xmlns:a16="http://schemas.microsoft.com/office/drawing/2014/main" id="{73448281-F99A-799A-554E-125B8B4A597F}"/>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703" name="Line 24">
              <a:extLst>
                <a:ext uri="{FF2B5EF4-FFF2-40B4-BE49-F238E27FC236}">
                  <a16:creationId xmlns:a16="http://schemas.microsoft.com/office/drawing/2014/main" id="{6572D4EB-B9B1-BD3F-992D-0F67ACABBA13}"/>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704" name="Line 25">
              <a:extLst>
                <a:ext uri="{FF2B5EF4-FFF2-40B4-BE49-F238E27FC236}">
                  <a16:creationId xmlns:a16="http://schemas.microsoft.com/office/drawing/2014/main" id="{7664406C-C402-6230-F971-470A5BF01B79}"/>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705" name="Line 26">
              <a:extLst>
                <a:ext uri="{FF2B5EF4-FFF2-40B4-BE49-F238E27FC236}">
                  <a16:creationId xmlns:a16="http://schemas.microsoft.com/office/drawing/2014/main" id="{3E59D15C-CC47-F9F3-D8BE-DB18C3B7BE76}"/>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706" name="Line 27">
              <a:extLst>
                <a:ext uri="{FF2B5EF4-FFF2-40B4-BE49-F238E27FC236}">
                  <a16:creationId xmlns:a16="http://schemas.microsoft.com/office/drawing/2014/main" id="{F18A3309-0804-E493-3201-F2199417E1E8}"/>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707" name="Line 28">
              <a:extLst>
                <a:ext uri="{FF2B5EF4-FFF2-40B4-BE49-F238E27FC236}">
                  <a16:creationId xmlns:a16="http://schemas.microsoft.com/office/drawing/2014/main" id="{B9BF8E07-E8DF-14A8-D311-BBB0F194BF96}"/>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708" name="Line 29">
              <a:extLst>
                <a:ext uri="{FF2B5EF4-FFF2-40B4-BE49-F238E27FC236}">
                  <a16:creationId xmlns:a16="http://schemas.microsoft.com/office/drawing/2014/main" id="{E076ABF7-04CB-A75A-F4BC-A03AB31D43BA}"/>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709" name="Line 30">
              <a:extLst>
                <a:ext uri="{FF2B5EF4-FFF2-40B4-BE49-F238E27FC236}">
                  <a16:creationId xmlns:a16="http://schemas.microsoft.com/office/drawing/2014/main" id="{3A790B0D-F18D-EFAA-40AC-43331D5CCB4A}"/>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710" name="Line 31">
              <a:extLst>
                <a:ext uri="{FF2B5EF4-FFF2-40B4-BE49-F238E27FC236}">
                  <a16:creationId xmlns:a16="http://schemas.microsoft.com/office/drawing/2014/main" id="{E53F4871-EB6B-7020-05F3-1E6AC50CCF43}"/>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711" name="Line 32">
              <a:extLst>
                <a:ext uri="{FF2B5EF4-FFF2-40B4-BE49-F238E27FC236}">
                  <a16:creationId xmlns:a16="http://schemas.microsoft.com/office/drawing/2014/main" id="{BCC7553B-85CE-4C78-7828-81661399BF57}"/>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712" name="Line 33">
              <a:extLst>
                <a:ext uri="{FF2B5EF4-FFF2-40B4-BE49-F238E27FC236}">
                  <a16:creationId xmlns:a16="http://schemas.microsoft.com/office/drawing/2014/main" id="{D6E2BE2E-F522-7B92-A083-D7E75FDE647D}"/>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713" name="Line 34">
              <a:extLst>
                <a:ext uri="{FF2B5EF4-FFF2-40B4-BE49-F238E27FC236}">
                  <a16:creationId xmlns:a16="http://schemas.microsoft.com/office/drawing/2014/main" id="{84E6B683-E373-6F86-F50C-5EBC16CDB60E}"/>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714" name="Line 35">
              <a:extLst>
                <a:ext uri="{FF2B5EF4-FFF2-40B4-BE49-F238E27FC236}">
                  <a16:creationId xmlns:a16="http://schemas.microsoft.com/office/drawing/2014/main" id="{C2DF3231-40D6-D4AE-C804-C2684F660150}"/>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715" name="Line 36">
              <a:extLst>
                <a:ext uri="{FF2B5EF4-FFF2-40B4-BE49-F238E27FC236}">
                  <a16:creationId xmlns:a16="http://schemas.microsoft.com/office/drawing/2014/main" id="{6916C33A-1344-21DD-7919-31B980B3EC22}"/>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716" name="Line 37">
              <a:extLst>
                <a:ext uri="{FF2B5EF4-FFF2-40B4-BE49-F238E27FC236}">
                  <a16:creationId xmlns:a16="http://schemas.microsoft.com/office/drawing/2014/main" id="{391E3221-0C6C-5785-07A8-1DD0B42FE13A}"/>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717" name="Line 38">
              <a:extLst>
                <a:ext uri="{FF2B5EF4-FFF2-40B4-BE49-F238E27FC236}">
                  <a16:creationId xmlns:a16="http://schemas.microsoft.com/office/drawing/2014/main" id="{2A3D8189-ED58-07AC-A535-C27A44D58D7B}"/>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718" name="Line 39">
              <a:extLst>
                <a:ext uri="{FF2B5EF4-FFF2-40B4-BE49-F238E27FC236}">
                  <a16:creationId xmlns:a16="http://schemas.microsoft.com/office/drawing/2014/main" id="{EEDD129F-733B-805B-2C98-F0AA1D31C6BE}"/>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719" name="Line 40">
              <a:extLst>
                <a:ext uri="{FF2B5EF4-FFF2-40B4-BE49-F238E27FC236}">
                  <a16:creationId xmlns:a16="http://schemas.microsoft.com/office/drawing/2014/main" id="{26C58CDF-A115-041D-B8A9-6DD80B8822AD}"/>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720" name="Line 41">
              <a:extLst>
                <a:ext uri="{FF2B5EF4-FFF2-40B4-BE49-F238E27FC236}">
                  <a16:creationId xmlns:a16="http://schemas.microsoft.com/office/drawing/2014/main" id="{2FA6A6AE-C8E7-6FD6-01BB-FA67BCD3741A}"/>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721" name="Line 42">
              <a:extLst>
                <a:ext uri="{FF2B5EF4-FFF2-40B4-BE49-F238E27FC236}">
                  <a16:creationId xmlns:a16="http://schemas.microsoft.com/office/drawing/2014/main" id="{459A95D8-C1B1-0E7F-8953-21BCA2C2BCD9}"/>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722" name="Line 43">
              <a:extLst>
                <a:ext uri="{FF2B5EF4-FFF2-40B4-BE49-F238E27FC236}">
                  <a16:creationId xmlns:a16="http://schemas.microsoft.com/office/drawing/2014/main" id="{27C3E003-9BB5-F099-C0FC-43D4C35DAAA1}"/>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723" name="Line 44">
              <a:extLst>
                <a:ext uri="{FF2B5EF4-FFF2-40B4-BE49-F238E27FC236}">
                  <a16:creationId xmlns:a16="http://schemas.microsoft.com/office/drawing/2014/main" id="{45F886D7-4869-7297-6656-37C68B2DC121}"/>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724" name="Line 45">
              <a:extLst>
                <a:ext uri="{FF2B5EF4-FFF2-40B4-BE49-F238E27FC236}">
                  <a16:creationId xmlns:a16="http://schemas.microsoft.com/office/drawing/2014/main" id="{F4A289B3-6191-427A-4FFB-90E57654B6B2}"/>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725" name="Line 46">
              <a:extLst>
                <a:ext uri="{FF2B5EF4-FFF2-40B4-BE49-F238E27FC236}">
                  <a16:creationId xmlns:a16="http://schemas.microsoft.com/office/drawing/2014/main" id="{5986FA53-E20A-D5AB-F982-723CDBDE966D}"/>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726" name="Line 47">
              <a:extLst>
                <a:ext uri="{FF2B5EF4-FFF2-40B4-BE49-F238E27FC236}">
                  <a16:creationId xmlns:a16="http://schemas.microsoft.com/office/drawing/2014/main" id="{CD0F21D8-CB8B-1C70-F449-24181328B84E}"/>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727" name="Line 48">
              <a:extLst>
                <a:ext uri="{FF2B5EF4-FFF2-40B4-BE49-F238E27FC236}">
                  <a16:creationId xmlns:a16="http://schemas.microsoft.com/office/drawing/2014/main" id="{24CB79BA-51F7-C0B0-ECE3-1388050747C9}"/>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728" name="Line 49">
              <a:extLst>
                <a:ext uri="{FF2B5EF4-FFF2-40B4-BE49-F238E27FC236}">
                  <a16:creationId xmlns:a16="http://schemas.microsoft.com/office/drawing/2014/main" id="{BA627181-2DAF-D772-F666-4AE66FA8E0B2}"/>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729" name="Line 50">
              <a:extLst>
                <a:ext uri="{FF2B5EF4-FFF2-40B4-BE49-F238E27FC236}">
                  <a16:creationId xmlns:a16="http://schemas.microsoft.com/office/drawing/2014/main" id="{ECA04750-8543-78B5-5DF1-4836F86E05DD}"/>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730" name="Line 51">
              <a:extLst>
                <a:ext uri="{FF2B5EF4-FFF2-40B4-BE49-F238E27FC236}">
                  <a16:creationId xmlns:a16="http://schemas.microsoft.com/office/drawing/2014/main" id="{8044E785-3BB2-01DA-31DE-80873FFCD44C}"/>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731" name="Line 52">
              <a:extLst>
                <a:ext uri="{FF2B5EF4-FFF2-40B4-BE49-F238E27FC236}">
                  <a16:creationId xmlns:a16="http://schemas.microsoft.com/office/drawing/2014/main" id="{58737D8A-05F8-0F38-7962-C1AA00A7CA79}"/>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732" name="Line 53">
              <a:extLst>
                <a:ext uri="{FF2B5EF4-FFF2-40B4-BE49-F238E27FC236}">
                  <a16:creationId xmlns:a16="http://schemas.microsoft.com/office/drawing/2014/main" id="{9EAD39AB-16D7-A9EB-5168-41139FD3CD42}"/>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733" name="Line 54">
              <a:extLst>
                <a:ext uri="{FF2B5EF4-FFF2-40B4-BE49-F238E27FC236}">
                  <a16:creationId xmlns:a16="http://schemas.microsoft.com/office/drawing/2014/main" id="{904BC188-E5C1-25A8-7AD3-C8721DBA70AD}"/>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734" name="Line 55">
              <a:extLst>
                <a:ext uri="{FF2B5EF4-FFF2-40B4-BE49-F238E27FC236}">
                  <a16:creationId xmlns:a16="http://schemas.microsoft.com/office/drawing/2014/main" id="{3CCDCD64-57FE-68EC-CF98-74189594A15E}"/>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735" name="Line 56">
              <a:extLst>
                <a:ext uri="{FF2B5EF4-FFF2-40B4-BE49-F238E27FC236}">
                  <a16:creationId xmlns:a16="http://schemas.microsoft.com/office/drawing/2014/main" id="{6D8DE785-CD18-4055-2E79-24B346FD1580}"/>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736" name="Line 57">
              <a:extLst>
                <a:ext uri="{FF2B5EF4-FFF2-40B4-BE49-F238E27FC236}">
                  <a16:creationId xmlns:a16="http://schemas.microsoft.com/office/drawing/2014/main" id="{41BCA0C2-555E-0CC4-C310-36470AEF71CC}"/>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737" name="Line 58">
              <a:extLst>
                <a:ext uri="{FF2B5EF4-FFF2-40B4-BE49-F238E27FC236}">
                  <a16:creationId xmlns:a16="http://schemas.microsoft.com/office/drawing/2014/main" id="{86E157E6-75CF-7F8F-2957-3CECE524E4FB}"/>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738" name="Line 59">
              <a:extLst>
                <a:ext uri="{FF2B5EF4-FFF2-40B4-BE49-F238E27FC236}">
                  <a16:creationId xmlns:a16="http://schemas.microsoft.com/office/drawing/2014/main" id="{CBE660F4-9790-359D-BE25-15CC91E32C11}"/>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739" name="Line 60">
              <a:extLst>
                <a:ext uri="{FF2B5EF4-FFF2-40B4-BE49-F238E27FC236}">
                  <a16:creationId xmlns:a16="http://schemas.microsoft.com/office/drawing/2014/main" id="{A7BACD8F-02E1-1631-D7ED-32A2885551AF}"/>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740" name="Line 61">
              <a:extLst>
                <a:ext uri="{FF2B5EF4-FFF2-40B4-BE49-F238E27FC236}">
                  <a16:creationId xmlns:a16="http://schemas.microsoft.com/office/drawing/2014/main" id="{60350ACB-4DC5-DF26-4A0E-912DDCB241D2}"/>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741" name="Line 62">
              <a:extLst>
                <a:ext uri="{FF2B5EF4-FFF2-40B4-BE49-F238E27FC236}">
                  <a16:creationId xmlns:a16="http://schemas.microsoft.com/office/drawing/2014/main" id="{FB810604-F041-35FD-2BD9-83A596DABF5E}"/>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742" name="Line 63">
              <a:extLst>
                <a:ext uri="{FF2B5EF4-FFF2-40B4-BE49-F238E27FC236}">
                  <a16:creationId xmlns:a16="http://schemas.microsoft.com/office/drawing/2014/main" id="{677BB09D-A4FC-AFEB-70CA-7FB2F4FC2D41}"/>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743" name="Line 64">
              <a:extLst>
                <a:ext uri="{FF2B5EF4-FFF2-40B4-BE49-F238E27FC236}">
                  <a16:creationId xmlns:a16="http://schemas.microsoft.com/office/drawing/2014/main" id="{F12EE4D6-2813-FBF2-EAED-E0A7BCB3C759}"/>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744" name="Line 65">
              <a:extLst>
                <a:ext uri="{FF2B5EF4-FFF2-40B4-BE49-F238E27FC236}">
                  <a16:creationId xmlns:a16="http://schemas.microsoft.com/office/drawing/2014/main" id="{93745B35-918E-EBCC-AFA8-9BBCD8A05206}"/>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745" name="Line 66">
              <a:extLst>
                <a:ext uri="{FF2B5EF4-FFF2-40B4-BE49-F238E27FC236}">
                  <a16:creationId xmlns:a16="http://schemas.microsoft.com/office/drawing/2014/main" id="{8EFE2880-4AE0-80D5-1401-91250111A671}"/>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746" name="Line 67">
              <a:extLst>
                <a:ext uri="{FF2B5EF4-FFF2-40B4-BE49-F238E27FC236}">
                  <a16:creationId xmlns:a16="http://schemas.microsoft.com/office/drawing/2014/main" id="{D94EFEC7-725C-EB57-A895-A8495CB2E368}"/>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747" name="Line 68">
              <a:extLst>
                <a:ext uri="{FF2B5EF4-FFF2-40B4-BE49-F238E27FC236}">
                  <a16:creationId xmlns:a16="http://schemas.microsoft.com/office/drawing/2014/main" id="{F3A7C9DF-AB30-89DD-7BC2-FAE90887D66D}"/>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748" name="Line 69">
              <a:extLst>
                <a:ext uri="{FF2B5EF4-FFF2-40B4-BE49-F238E27FC236}">
                  <a16:creationId xmlns:a16="http://schemas.microsoft.com/office/drawing/2014/main" id="{0B78EBA1-0C91-4B69-7A3C-63CB13A510DD}"/>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749" name="Line 70">
              <a:extLst>
                <a:ext uri="{FF2B5EF4-FFF2-40B4-BE49-F238E27FC236}">
                  <a16:creationId xmlns:a16="http://schemas.microsoft.com/office/drawing/2014/main" id="{1A1DC55B-E187-9F4A-D059-AAE04E0FF10E}"/>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750" name="Line 71">
              <a:extLst>
                <a:ext uri="{FF2B5EF4-FFF2-40B4-BE49-F238E27FC236}">
                  <a16:creationId xmlns:a16="http://schemas.microsoft.com/office/drawing/2014/main" id="{DE2ACF4B-AC75-0A08-071E-1429CC19CBFB}"/>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751" name="Line 72">
              <a:extLst>
                <a:ext uri="{FF2B5EF4-FFF2-40B4-BE49-F238E27FC236}">
                  <a16:creationId xmlns:a16="http://schemas.microsoft.com/office/drawing/2014/main" id="{1E674A6D-D094-C4AA-0F9C-E366A8CE21B9}"/>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752" name="Line 73">
              <a:extLst>
                <a:ext uri="{FF2B5EF4-FFF2-40B4-BE49-F238E27FC236}">
                  <a16:creationId xmlns:a16="http://schemas.microsoft.com/office/drawing/2014/main" id="{48E966AD-9238-4D7F-9732-D094528804D1}"/>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753" name="Line 74">
              <a:extLst>
                <a:ext uri="{FF2B5EF4-FFF2-40B4-BE49-F238E27FC236}">
                  <a16:creationId xmlns:a16="http://schemas.microsoft.com/office/drawing/2014/main" id="{E90D02C0-FA56-79F5-7322-8414735D33BF}"/>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754" name="Line 75">
              <a:extLst>
                <a:ext uri="{FF2B5EF4-FFF2-40B4-BE49-F238E27FC236}">
                  <a16:creationId xmlns:a16="http://schemas.microsoft.com/office/drawing/2014/main" id="{9A8E2B06-4C97-078F-C44E-38CE74C5D60B}"/>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755" name="Line 76">
              <a:extLst>
                <a:ext uri="{FF2B5EF4-FFF2-40B4-BE49-F238E27FC236}">
                  <a16:creationId xmlns:a16="http://schemas.microsoft.com/office/drawing/2014/main" id="{265BD631-F3BB-0912-B7CC-9656657AB4E3}"/>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756" name="Line 77">
              <a:extLst>
                <a:ext uri="{FF2B5EF4-FFF2-40B4-BE49-F238E27FC236}">
                  <a16:creationId xmlns:a16="http://schemas.microsoft.com/office/drawing/2014/main" id="{91343DB4-341C-42E7-5EFB-D5C28894A67F}"/>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757" name="Line 78">
              <a:extLst>
                <a:ext uri="{FF2B5EF4-FFF2-40B4-BE49-F238E27FC236}">
                  <a16:creationId xmlns:a16="http://schemas.microsoft.com/office/drawing/2014/main" id="{1F3CDDD0-3CA9-5D15-739C-89FC8BEBC320}"/>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758" name="Line 79">
              <a:extLst>
                <a:ext uri="{FF2B5EF4-FFF2-40B4-BE49-F238E27FC236}">
                  <a16:creationId xmlns:a16="http://schemas.microsoft.com/office/drawing/2014/main" id="{3055AFDC-727C-3590-6A04-4217067C8D4C}"/>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759" name="Line 80">
              <a:extLst>
                <a:ext uri="{FF2B5EF4-FFF2-40B4-BE49-F238E27FC236}">
                  <a16:creationId xmlns:a16="http://schemas.microsoft.com/office/drawing/2014/main" id="{C0F65AD5-C868-5647-61BA-23E9EE301DE8}"/>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760" name="Line 81">
              <a:extLst>
                <a:ext uri="{FF2B5EF4-FFF2-40B4-BE49-F238E27FC236}">
                  <a16:creationId xmlns:a16="http://schemas.microsoft.com/office/drawing/2014/main" id="{460DA8A6-B624-8452-337E-8A412EC15E9F}"/>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761" name="Line 82">
              <a:extLst>
                <a:ext uri="{FF2B5EF4-FFF2-40B4-BE49-F238E27FC236}">
                  <a16:creationId xmlns:a16="http://schemas.microsoft.com/office/drawing/2014/main" id="{3470BF32-8C9A-2C68-372C-757A25092972}"/>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762" name="Line 83">
              <a:extLst>
                <a:ext uri="{FF2B5EF4-FFF2-40B4-BE49-F238E27FC236}">
                  <a16:creationId xmlns:a16="http://schemas.microsoft.com/office/drawing/2014/main" id="{CFB1837A-DE4C-D7A5-8547-28FD73004DD9}"/>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763" name="Line 84">
              <a:extLst>
                <a:ext uri="{FF2B5EF4-FFF2-40B4-BE49-F238E27FC236}">
                  <a16:creationId xmlns:a16="http://schemas.microsoft.com/office/drawing/2014/main" id="{8F86132B-5531-8CA5-0992-7610469ADF80}"/>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764" name="Line 85">
              <a:extLst>
                <a:ext uri="{FF2B5EF4-FFF2-40B4-BE49-F238E27FC236}">
                  <a16:creationId xmlns:a16="http://schemas.microsoft.com/office/drawing/2014/main" id="{D70EE7E2-0041-34A6-DD2F-69949ABD8A60}"/>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765" name="Line 86">
              <a:extLst>
                <a:ext uri="{FF2B5EF4-FFF2-40B4-BE49-F238E27FC236}">
                  <a16:creationId xmlns:a16="http://schemas.microsoft.com/office/drawing/2014/main" id="{8E36295A-DC2A-A4B0-0BF3-70B38F2442E6}"/>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766" name="Line 87">
              <a:extLst>
                <a:ext uri="{FF2B5EF4-FFF2-40B4-BE49-F238E27FC236}">
                  <a16:creationId xmlns:a16="http://schemas.microsoft.com/office/drawing/2014/main" id="{2336E533-7BBC-7FF7-0285-52728A9AD493}"/>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767" name="Line 88">
              <a:extLst>
                <a:ext uri="{FF2B5EF4-FFF2-40B4-BE49-F238E27FC236}">
                  <a16:creationId xmlns:a16="http://schemas.microsoft.com/office/drawing/2014/main" id="{31272D57-58BB-4071-4B6C-2D16FCB6297E}"/>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768" name="Line 89">
              <a:extLst>
                <a:ext uri="{FF2B5EF4-FFF2-40B4-BE49-F238E27FC236}">
                  <a16:creationId xmlns:a16="http://schemas.microsoft.com/office/drawing/2014/main" id="{D758720B-1274-49FB-7553-127B01DF38B6}"/>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769" name="Line 90">
              <a:extLst>
                <a:ext uri="{FF2B5EF4-FFF2-40B4-BE49-F238E27FC236}">
                  <a16:creationId xmlns:a16="http://schemas.microsoft.com/office/drawing/2014/main" id="{023E7348-A4FA-E0A5-3756-C9CD7A66F0EC}"/>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770" name="Line 91">
              <a:extLst>
                <a:ext uri="{FF2B5EF4-FFF2-40B4-BE49-F238E27FC236}">
                  <a16:creationId xmlns:a16="http://schemas.microsoft.com/office/drawing/2014/main" id="{B9B5CF2C-9212-DE29-5224-93962E7F71C7}"/>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771" name="Line 92">
              <a:extLst>
                <a:ext uri="{FF2B5EF4-FFF2-40B4-BE49-F238E27FC236}">
                  <a16:creationId xmlns:a16="http://schemas.microsoft.com/office/drawing/2014/main" id="{58102EA4-9F58-46D0-FC11-1AA7A16CD219}"/>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772" name="Line 93">
              <a:extLst>
                <a:ext uri="{FF2B5EF4-FFF2-40B4-BE49-F238E27FC236}">
                  <a16:creationId xmlns:a16="http://schemas.microsoft.com/office/drawing/2014/main" id="{F78ADC32-C131-5D6A-0DC9-EB951A65BB6F}"/>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773" name="Line 94">
              <a:extLst>
                <a:ext uri="{FF2B5EF4-FFF2-40B4-BE49-F238E27FC236}">
                  <a16:creationId xmlns:a16="http://schemas.microsoft.com/office/drawing/2014/main" id="{DE33BC69-5CD9-E161-65B2-5A71C78BA9B6}"/>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774" name="Line 95">
              <a:extLst>
                <a:ext uri="{FF2B5EF4-FFF2-40B4-BE49-F238E27FC236}">
                  <a16:creationId xmlns:a16="http://schemas.microsoft.com/office/drawing/2014/main" id="{CF4A3F33-6456-F583-F312-1429A46C5AFA}"/>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775" name="Line 96">
              <a:extLst>
                <a:ext uri="{FF2B5EF4-FFF2-40B4-BE49-F238E27FC236}">
                  <a16:creationId xmlns:a16="http://schemas.microsoft.com/office/drawing/2014/main" id="{45BF10D4-366D-52E2-BDF5-BC98BB280D3C}"/>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776" name="Line 97">
              <a:extLst>
                <a:ext uri="{FF2B5EF4-FFF2-40B4-BE49-F238E27FC236}">
                  <a16:creationId xmlns:a16="http://schemas.microsoft.com/office/drawing/2014/main" id="{F94C57D7-7348-1E60-93DA-FE5D02769060}"/>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777" name="Line 98">
              <a:extLst>
                <a:ext uri="{FF2B5EF4-FFF2-40B4-BE49-F238E27FC236}">
                  <a16:creationId xmlns:a16="http://schemas.microsoft.com/office/drawing/2014/main" id="{63791E87-A9B8-9DE6-7EEA-865D80F5CC23}"/>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778" name="Line 99">
              <a:extLst>
                <a:ext uri="{FF2B5EF4-FFF2-40B4-BE49-F238E27FC236}">
                  <a16:creationId xmlns:a16="http://schemas.microsoft.com/office/drawing/2014/main" id="{26BD2B82-D8F6-9F8D-23B8-A6DAD3B96380}"/>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779" name="Line 100">
              <a:extLst>
                <a:ext uri="{FF2B5EF4-FFF2-40B4-BE49-F238E27FC236}">
                  <a16:creationId xmlns:a16="http://schemas.microsoft.com/office/drawing/2014/main" id="{3A9F21A8-4C13-F71F-58FA-1A44D25CA668}"/>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780" name="Line 101">
              <a:extLst>
                <a:ext uri="{FF2B5EF4-FFF2-40B4-BE49-F238E27FC236}">
                  <a16:creationId xmlns:a16="http://schemas.microsoft.com/office/drawing/2014/main" id="{B74C34F6-8F14-AAE2-B787-791FE7D0AB63}"/>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781" name="Line 102">
              <a:extLst>
                <a:ext uri="{FF2B5EF4-FFF2-40B4-BE49-F238E27FC236}">
                  <a16:creationId xmlns:a16="http://schemas.microsoft.com/office/drawing/2014/main" id="{4848458D-039B-C2BF-5EAB-648D8FEF6B19}"/>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782" name="Line 103">
              <a:extLst>
                <a:ext uri="{FF2B5EF4-FFF2-40B4-BE49-F238E27FC236}">
                  <a16:creationId xmlns:a16="http://schemas.microsoft.com/office/drawing/2014/main" id="{2440D4BB-BAC6-64ED-B0B0-84B95DDA60F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783" name="Line 104">
              <a:extLst>
                <a:ext uri="{FF2B5EF4-FFF2-40B4-BE49-F238E27FC236}">
                  <a16:creationId xmlns:a16="http://schemas.microsoft.com/office/drawing/2014/main" id="{0807D5DB-37B3-CEBC-226E-53F5CD63F089}"/>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784" name="Line 105">
              <a:extLst>
                <a:ext uri="{FF2B5EF4-FFF2-40B4-BE49-F238E27FC236}">
                  <a16:creationId xmlns:a16="http://schemas.microsoft.com/office/drawing/2014/main" id="{C65AEA12-BEBB-F427-C317-C95CDEBBF2F4}"/>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785" name="Line 106">
              <a:extLst>
                <a:ext uri="{FF2B5EF4-FFF2-40B4-BE49-F238E27FC236}">
                  <a16:creationId xmlns:a16="http://schemas.microsoft.com/office/drawing/2014/main" id="{7A6C9E81-0740-C8B5-5736-3703E06AE65B}"/>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sp>
        <p:nvSpPr>
          <p:cNvPr id="66583" name="TextBox 312">
            <a:extLst>
              <a:ext uri="{FF2B5EF4-FFF2-40B4-BE49-F238E27FC236}">
                <a16:creationId xmlns:a16="http://schemas.microsoft.com/office/drawing/2014/main" id="{46F378A5-2DAC-242F-5A68-8473A4FEFF25}"/>
              </a:ext>
            </a:extLst>
          </p:cNvPr>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cxnSp>
        <p:nvCxnSpPr>
          <p:cNvPr id="314" name="Straight Arrow Connector 313">
            <a:extLst>
              <a:ext uri="{FF2B5EF4-FFF2-40B4-BE49-F238E27FC236}">
                <a16:creationId xmlns:a16="http://schemas.microsoft.com/office/drawing/2014/main" id="{55EF3D92-6B6C-4923-F887-ACE940C4F6C5}"/>
              </a:ext>
            </a:extLst>
          </p:cNvPr>
          <p:cNvCxnSpPr/>
          <p:nvPr/>
        </p:nvCxnSpPr>
        <p:spPr>
          <a:xfrm flipV="1">
            <a:off x="2651125" y="3065463"/>
            <a:ext cx="4271963" cy="25400"/>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3" name="Object 3">
            <a:extLst>
              <a:ext uri="{FF2B5EF4-FFF2-40B4-BE49-F238E27FC236}">
                <a16:creationId xmlns:a16="http://schemas.microsoft.com/office/drawing/2014/main" id="{A55D0367-B7FD-474B-62C1-50A735168B94}"/>
              </a:ext>
            </a:extLst>
          </p:cNvPr>
          <p:cNvGraphicFramePr>
            <a:graphicFrameLocks noChangeAspect="1"/>
          </p:cNvGraphicFramePr>
          <p:nvPr>
            <p:extLst>
              <p:ext uri="{D42A27DB-BD31-4B8C-83A1-F6EECF244321}">
                <p14:modId xmlns:p14="http://schemas.microsoft.com/office/powerpoint/2010/main" val="4038124477"/>
              </p:ext>
            </p:extLst>
          </p:nvPr>
        </p:nvGraphicFramePr>
        <p:xfrm>
          <a:off x="4706938" y="3157538"/>
          <a:ext cx="241300" cy="309562"/>
        </p:xfrm>
        <a:graphic>
          <a:graphicData uri="http://schemas.openxmlformats.org/presentationml/2006/ole">
            <mc:AlternateContent xmlns:mc="http://schemas.openxmlformats.org/markup-compatibility/2006">
              <mc:Choice xmlns:v="urn:schemas-microsoft-com:vml" Requires="v">
                <p:oleObj name="Equation" r:id="rId3" imgW="139680" imgH="177480" progId="Equation.3">
                  <p:embed/>
                </p:oleObj>
              </mc:Choice>
              <mc:Fallback>
                <p:oleObj name="Equation" r:id="rId3" imgW="139680" imgH="177480" progId="Equation.3">
                  <p:embed/>
                  <p:pic>
                    <p:nvPicPr>
                      <p:cNvPr id="66563" name="Object 3">
                        <a:extLst>
                          <a:ext uri="{FF2B5EF4-FFF2-40B4-BE49-F238E27FC236}">
                            <a16:creationId xmlns:a16="http://schemas.microsoft.com/office/drawing/2014/main" id="{A55D0367-B7FD-474B-62C1-50A735168B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06938" y="3157538"/>
                        <a:ext cx="241300"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17" name="Straight Arrow Connector 316">
            <a:extLst>
              <a:ext uri="{FF2B5EF4-FFF2-40B4-BE49-F238E27FC236}">
                <a16:creationId xmlns:a16="http://schemas.microsoft.com/office/drawing/2014/main" id="{B3AB59C8-59D4-74C9-1D7A-FB57726EDC3F}"/>
              </a:ext>
            </a:extLst>
          </p:cNvPr>
          <p:cNvCxnSpPr/>
          <p:nvPr/>
        </p:nvCxnSpPr>
        <p:spPr>
          <a:xfrm flipV="1">
            <a:off x="1398588" y="2754313"/>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E14E6405-29D9-ECC2-95A3-5AED33194FD0}"/>
              </a:ext>
            </a:extLst>
          </p:cNvPr>
          <p:cNvCxnSpPr/>
          <p:nvPr/>
        </p:nvCxnSpPr>
        <p:spPr>
          <a:xfrm flipV="1">
            <a:off x="6057900" y="2530475"/>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5" name="Object 8">
            <a:extLst>
              <a:ext uri="{FF2B5EF4-FFF2-40B4-BE49-F238E27FC236}">
                <a16:creationId xmlns:a16="http://schemas.microsoft.com/office/drawing/2014/main" id="{FAEB4E45-879A-0A79-3857-5C5F5453E730}"/>
              </a:ext>
            </a:extLst>
          </p:cNvPr>
          <p:cNvGraphicFramePr>
            <a:graphicFrameLocks noChangeAspect="1"/>
          </p:cNvGraphicFramePr>
          <p:nvPr>
            <p:extLst>
              <p:ext uri="{D42A27DB-BD31-4B8C-83A1-F6EECF244321}">
                <p14:modId xmlns:p14="http://schemas.microsoft.com/office/powerpoint/2010/main" val="3692273000"/>
              </p:ext>
            </p:extLst>
          </p:nvPr>
        </p:nvGraphicFramePr>
        <p:xfrm>
          <a:off x="2022475" y="2214563"/>
          <a:ext cx="214313"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5" name="Object 8">
                        <a:extLst>
                          <a:ext uri="{FF2B5EF4-FFF2-40B4-BE49-F238E27FC236}">
                            <a16:creationId xmlns:a16="http://schemas.microsoft.com/office/drawing/2014/main" id="{FAEB4E45-879A-0A79-3857-5C5F5453E73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22475" y="2214563"/>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6" name="Object 6">
            <a:extLst>
              <a:ext uri="{FF2B5EF4-FFF2-40B4-BE49-F238E27FC236}">
                <a16:creationId xmlns:a16="http://schemas.microsoft.com/office/drawing/2014/main" id="{39C491D0-060C-DD69-5E14-AB98FFF2B2F9}"/>
              </a:ext>
            </a:extLst>
          </p:cNvPr>
          <p:cNvGraphicFramePr>
            <a:graphicFrameLocks noChangeAspect="1"/>
          </p:cNvGraphicFramePr>
          <p:nvPr>
            <p:extLst>
              <p:ext uri="{D42A27DB-BD31-4B8C-83A1-F6EECF244321}">
                <p14:modId xmlns:p14="http://schemas.microsoft.com/office/powerpoint/2010/main" val="539509162"/>
              </p:ext>
            </p:extLst>
          </p:nvPr>
        </p:nvGraphicFramePr>
        <p:xfrm>
          <a:off x="7416800" y="2268538"/>
          <a:ext cx="214313"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6" name="Object 6">
                        <a:extLst>
                          <a:ext uri="{FF2B5EF4-FFF2-40B4-BE49-F238E27FC236}">
                            <a16:creationId xmlns:a16="http://schemas.microsoft.com/office/drawing/2014/main" id="{39C491D0-060C-DD69-5E14-AB98FFF2B2F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416800" y="2268538"/>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609576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F321-0DB3-B658-33A4-DCCA1F62170A}"/>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6E60F919-31D0-CEB1-3C99-0D614EC0C890}"/>
              </a:ext>
            </a:extLst>
          </p:cNvPr>
          <p:cNvSpPr/>
          <p:nvPr/>
        </p:nvSpPr>
        <p:spPr>
          <a:xfrm>
            <a:off x="114300" y="-155574"/>
            <a:ext cx="9144000" cy="43592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6572" name="Picture 4">
            <a:extLst>
              <a:ext uri="{FF2B5EF4-FFF2-40B4-BE49-F238E27FC236}">
                <a16:creationId xmlns:a16="http://schemas.microsoft.com/office/drawing/2014/main" id="{0ADA3A07-0C0F-C9CA-54C5-56A223620D41}"/>
              </a:ext>
            </a:extLst>
          </p:cNvPr>
          <p:cNvPicPr>
            <a:picLocks noChangeAspect="1" noChangeArrowheads="1"/>
          </p:cNvPicPr>
          <p:nvPr/>
        </p:nvPicPr>
        <p:blipFill>
          <a:blip r:embed="rId2" cstate="print"/>
          <a:srcRect/>
          <a:stretch>
            <a:fillRect/>
          </a:stretch>
        </p:blipFill>
        <p:spPr bwMode="auto">
          <a:xfrm>
            <a:off x="2424114" y="1949450"/>
            <a:ext cx="4792661" cy="1165225"/>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72830D0B-5DCA-FD42-FE29-4F4D0F45AE7D}"/>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BBD28C49-B936-9AAD-FC69-81DD7EBAA982}"/>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37199937-7130-EDEA-DF99-77C24C40CB78}"/>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58612BAD-7B56-C837-1937-EE0C5C80B20E}"/>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0C4EBABB-7F70-13F7-E0C9-0C1AEB658E56}"/>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127810D9-CFBF-D08D-DD83-B9D95D5A6C12}"/>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A4225D23-4B58-F58C-FD60-831D006EE9FE}"/>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391496C5-904C-44E2-59BC-3072B574FDC0}"/>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5" name="Group 211">
            <a:extLst>
              <a:ext uri="{FF2B5EF4-FFF2-40B4-BE49-F238E27FC236}">
                <a16:creationId xmlns:a16="http://schemas.microsoft.com/office/drawing/2014/main" id="{93F5D392-FD7C-F962-DF44-9625C972B663}"/>
              </a:ext>
            </a:extLst>
          </p:cNvPr>
          <p:cNvGrpSpPr>
            <a:grpSpLocks/>
          </p:cNvGrpSpPr>
          <p:nvPr/>
        </p:nvGrpSpPr>
        <p:grpSpPr bwMode="auto">
          <a:xfrm>
            <a:off x="3286125" y="2179638"/>
            <a:ext cx="3038476" cy="695325"/>
            <a:chOff x="5281613" y="5646738"/>
            <a:chExt cx="1438276" cy="628649"/>
          </a:xfrm>
        </p:grpSpPr>
        <p:sp>
          <p:nvSpPr>
            <p:cNvPr id="66590" name="Line 9">
              <a:extLst>
                <a:ext uri="{FF2B5EF4-FFF2-40B4-BE49-F238E27FC236}">
                  <a16:creationId xmlns:a16="http://schemas.microsoft.com/office/drawing/2014/main" id="{95CB6578-315B-9685-52C6-C536166A8997}"/>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591" name="Line 10">
              <a:extLst>
                <a:ext uri="{FF2B5EF4-FFF2-40B4-BE49-F238E27FC236}">
                  <a16:creationId xmlns:a16="http://schemas.microsoft.com/office/drawing/2014/main" id="{5FD184E3-062F-4CD4-6A4E-7AB68C5D6178}"/>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592" name="Line 11">
              <a:extLst>
                <a:ext uri="{FF2B5EF4-FFF2-40B4-BE49-F238E27FC236}">
                  <a16:creationId xmlns:a16="http://schemas.microsoft.com/office/drawing/2014/main" id="{1C70F4E2-03BA-1FF4-2A39-D4D8593F9974}"/>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593" name="Line 12">
              <a:extLst>
                <a:ext uri="{FF2B5EF4-FFF2-40B4-BE49-F238E27FC236}">
                  <a16:creationId xmlns:a16="http://schemas.microsoft.com/office/drawing/2014/main" id="{6DEDEE70-0ED9-6630-1FB8-F95F83FFF597}"/>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594" name="Line 13">
              <a:extLst>
                <a:ext uri="{FF2B5EF4-FFF2-40B4-BE49-F238E27FC236}">
                  <a16:creationId xmlns:a16="http://schemas.microsoft.com/office/drawing/2014/main" id="{4487DB32-140B-2EAC-72F0-9E0F60EEC05E}"/>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595" name="Line 14">
              <a:extLst>
                <a:ext uri="{FF2B5EF4-FFF2-40B4-BE49-F238E27FC236}">
                  <a16:creationId xmlns:a16="http://schemas.microsoft.com/office/drawing/2014/main" id="{47ED2F07-335D-7E93-BB0A-53B53E622D5F}"/>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596" name="Line 15">
              <a:extLst>
                <a:ext uri="{FF2B5EF4-FFF2-40B4-BE49-F238E27FC236}">
                  <a16:creationId xmlns:a16="http://schemas.microsoft.com/office/drawing/2014/main" id="{BCFAEB1B-2678-EA4C-3B75-AD44EE540EF3}"/>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597" name="Line 16">
              <a:extLst>
                <a:ext uri="{FF2B5EF4-FFF2-40B4-BE49-F238E27FC236}">
                  <a16:creationId xmlns:a16="http://schemas.microsoft.com/office/drawing/2014/main" id="{E29CE088-729A-6ED1-EE97-090A97D4AA37}"/>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598" name="Line 17">
              <a:extLst>
                <a:ext uri="{FF2B5EF4-FFF2-40B4-BE49-F238E27FC236}">
                  <a16:creationId xmlns:a16="http://schemas.microsoft.com/office/drawing/2014/main" id="{FBE43DC1-9B54-BDE2-4CA6-B62E70D3A334}"/>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599" name="Line 18">
              <a:extLst>
                <a:ext uri="{FF2B5EF4-FFF2-40B4-BE49-F238E27FC236}">
                  <a16:creationId xmlns:a16="http://schemas.microsoft.com/office/drawing/2014/main" id="{9A67ABFE-1EDF-9981-71E9-560F53470E98}"/>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00" name="Line 19">
              <a:extLst>
                <a:ext uri="{FF2B5EF4-FFF2-40B4-BE49-F238E27FC236}">
                  <a16:creationId xmlns:a16="http://schemas.microsoft.com/office/drawing/2014/main" id="{497EF609-FFFB-68A8-9DBD-3E906C64B19E}"/>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01" name="Line 20">
              <a:extLst>
                <a:ext uri="{FF2B5EF4-FFF2-40B4-BE49-F238E27FC236}">
                  <a16:creationId xmlns:a16="http://schemas.microsoft.com/office/drawing/2014/main" id="{542BDFA0-5D37-1AF8-AD4F-10FCB962E8FD}"/>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602" name="Line 21">
              <a:extLst>
                <a:ext uri="{FF2B5EF4-FFF2-40B4-BE49-F238E27FC236}">
                  <a16:creationId xmlns:a16="http://schemas.microsoft.com/office/drawing/2014/main" id="{86C13DF5-060C-6BA2-43F1-BDF539421DE8}"/>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603" name="Line 22">
              <a:extLst>
                <a:ext uri="{FF2B5EF4-FFF2-40B4-BE49-F238E27FC236}">
                  <a16:creationId xmlns:a16="http://schemas.microsoft.com/office/drawing/2014/main" id="{1C5BE771-B5E3-D71F-67EE-3578B671D60F}"/>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604" name="Line 23">
              <a:extLst>
                <a:ext uri="{FF2B5EF4-FFF2-40B4-BE49-F238E27FC236}">
                  <a16:creationId xmlns:a16="http://schemas.microsoft.com/office/drawing/2014/main" id="{5686A030-6E38-A546-4969-25AEAFB57768}"/>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605" name="Line 24">
              <a:extLst>
                <a:ext uri="{FF2B5EF4-FFF2-40B4-BE49-F238E27FC236}">
                  <a16:creationId xmlns:a16="http://schemas.microsoft.com/office/drawing/2014/main" id="{A6680C35-C19C-53A1-ED6C-8647CD0D3757}"/>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606" name="Line 25">
              <a:extLst>
                <a:ext uri="{FF2B5EF4-FFF2-40B4-BE49-F238E27FC236}">
                  <a16:creationId xmlns:a16="http://schemas.microsoft.com/office/drawing/2014/main" id="{EF91A510-7210-3322-A4B0-1014C96728D8}"/>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607" name="Line 26">
              <a:extLst>
                <a:ext uri="{FF2B5EF4-FFF2-40B4-BE49-F238E27FC236}">
                  <a16:creationId xmlns:a16="http://schemas.microsoft.com/office/drawing/2014/main" id="{774A6C80-FAEF-0B04-6B35-BFFA0BB51B9E}"/>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608" name="Line 27">
              <a:extLst>
                <a:ext uri="{FF2B5EF4-FFF2-40B4-BE49-F238E27FC236}">
                  <a16:creationId xmlns:a16="http://schemas.microsoft.com/office/drawing/2014/main" id="{3F3F6054-E0CB-772D-BE10-49C82EB1325A}"/>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609" name="Line 28">
              <a:extLst>
                <a:ext uri="{FF2B5EF4-FFF2-40B4-BE49-F238E27FC236}">
                  <a16:creationId xmlns:a16="http://schemas.microsoft.com/office/drawing/2014/main" id="{B963F994-6C05-A101-C9AE-0359F403AA13}"/>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610" name="Line 29">
              <a:extLst>
                <a:ext uri="{FF2B5EF4-FFF2-40B4-BE49-F238E27FC236}">
                  <a16:creationId xmlns:a16="http://schemas.microsoft.com/office/drawing/2014/main" id="{380CBF87-351D-45E0-5FF7-6BCEC385CE3C}"/>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611" name="Line 30">
              <a:extLst>
                <a:ext uri="{FF2B5EF4-FFF2-40B4-BE49-F238E27FC236}">
                  <a16:creationId xmlns:a16="http://schemas.microsoft.com/office/drawing/2014/main" id="{473B0A98-3B34-F8CE-A6F0-40EEECEC543C}"/>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612" name="Line 31">
              <a:extLst>
                <a:ext uri="{FF2B5EF4-FFF2-40B4-BE49-F238E27FC236}">
                  <a16:creationId xmlns:a16="http://schemas.microsoft.com/office/drawing/2014/main" id="{37683B7F-88D5-7659-6142-AD893D6430B9}"/>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613" name="Line 32">
              <a:extLst>
                <a:ext uri="{FF2B5EF4-FFF2-40B4-BE49-F238E27FC236}">
                  <a16:creationId xmlns:a16="http://schemas.microsoft.com/office/drawing/2014/main" id="{A7EF7A44-1FA8-EC1D-3D23-ACB7997BD823}"/>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614" name="Line 33">
              <a:extLst>
                <a:ext uri="{FF2B5EF4-FFF2-40B4-BE49-F238E27FC236}">
                  <a16:creationId xmlns:a16="http://schemas.microsoft.com/office/drawing/2014/main" id="{8B464FBD-F106-0157-7F2E-4B504907B0D2}"/>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615" name="Line 34">
              <a:extLst>
                <a:ext uri="{FF2B5EF4-FFF2-40B4-BE49-F238E27FC236}">
                  <a16:creationId xmlns:a16="http://schemas.microsoft.com/office/drawing/2014/main" id="{26E9FAB6-E9F8-AF7B-6BE2-0A58C1367D82}"/>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616" name="Line 35">
              <a:extLst>
                <a:ext uri="{FF2B5EF4-FFF2-40B4-BE49-F238E27FC236}">
                  <a16:creationId xmlns:a16="http://schemas.microsoft.com/office/drawing/2014/main" id="{E02203A0-E7E0-9A54-D2EC-D3CE8AF31D3B}"/>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617" name="Line 36">
              <a:extLst>
                <a:ext uri="{FF2B5EF4-FFF2-40B4-BE49-F238E27FC236}">
                  <a16:creationId xmlns:a16="http://schemas.microsoft.com/office/drawing/2014/main" id="{869C43D2-0907-923B-1189-AAC468F66BF6}"/>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618" name="Line 37">
              <a:extLst>
                <a:ext uri="{FF2B5EF4-FFF2-40B4-BE49-F238E27FC236}">
                  <a16:creationId xmlns:a16="http://schemas.microsoft.com/office/drawing/2014/main" id="{B13F9EAD-6D25-2AFF-FD70-90AB1AE8023D}"/>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619" name="Line 38">
              <a:extLst>
                <a:ext uri="{FF2B5EF4-FFF2-40B4-BE49-F238E27FC236}">
                  <a16:creationId xmlns:a16="http://schemas.microsoft.com/office/drawing/2014/main" id="{6440E3D2-12B0-E36F-096C-746CA13ED663}"/>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620" name="Line 39">
              <a:extLst>
                <a:ext uri="{FF2B5EF4-FFF2-40B4-BE49-F238E27FC236}">
                  <a16:creationId xmlns:a16="http://schemas.microsoft.com/office/drawing/2014/main" id="{78911D9B-50DB-C7C8-3897-7E0534A652C0}"/>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621" name="Line 40">
              <a:extLst>
                <a:ext uri="{FF2B5EF4-FFF2-40B4-BE49-F238E27FC236}">
                  <a16:creationId xmlns:a16="http://schemas.microsoft.com/office/drawing/2014/main" id="{DE64941F-4416-E795-D7BE-FF16945B498A}"/>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622" name="Line 41">
              <a:extLst>
                <a:ext uri="{FF2B5EF4-FFF2-40B4-BE49-F238E27FC236}">
                  <a16:creationId xmlns:a16="http://schemas.microsoft.com/office/drawing/2014/main" id="{64B01615-BBA8-2BB1-793C-3DE0611AFBCE}"/>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623" name="Line 42">
              <a:extLst>
                <a:ext uri="{FF2B5EF4-FFF2-40B4-BE49-F238E27FC236}">
                  <a16:creationId xmlns:a16="http://schemas.microsoft.com/office/drawing/2014/main" id="{E504F567-0ABF-9306-0AD8-DD89CA3536CE}"/>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624" name="Line 43">
              <a:extLst>
                <a:ext uri="{FF2B5EF4-FFF2-40B4-BE49-F238E27FC236}">
                  <a16:creationId xmlns:a16="http://schemas.microsoft.com/office/drawing/2014/main" id="{2BD43A42-1004-A8A8-7B08-1C03D72590ED}"/>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625" name="Line 44">
              <a:extLst>
                <a:ext uri="{FF2B5EF4-FFF2-40B4-BE49-F238E27FC236}">
                  <a16:creationId xmlns:a16="http://schemas.microsoft.com/office/drawing/2014/main" id="{8F75A8CE-F18C-8F55-B6A9-BA68546F5442}"/>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626" name="Line 45">
              <a:extLst>
                <a:ext uri="{FF2B5EF4-FFF2-40B4-BE49-F238E27FC236}">
                  <a16:creationId xmlns:a16="http://schemas.microsoft.com/office/drawing/2014/main" id="{4FB25530-B968-DD56-3955-1A2285299F2A}"/>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627" name="Line 46">
              <a:extLst>
                <a:ext uri="{FF2B5EF4-FFF2-40B4-BE49-F238E27FC236}">
                  <a16:creationId xmlns:a16="http://schemas.microsoft.com/office/drawing/2014/main" id="{CE2DF0C1-F3DF-AE18-CD45-B6AA416B01A1}"/>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628" name="Line 47">
              <a:extLst>
                <a:ext uri="{FF2B5EF4-FFF2-40B4-BE49-F238E27FC236}">
                  <a16:creationId xmlns:a16="http://schemas.microsoft.com/office/drawing/2014/main" id="{89068E0C-109E-4D5C-646B-B7DA38F3BFFA}"/>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629" name="Line 48">
              <a:extLst>
                <a:ext uri="{FF2B5EF4-FFF2-40B4-BE49-F238E27FC236}">
                  <a16:creationId xmlns:a16="http://schemas.microsoft.com/office/drawing/2014/main" id="{6E2BA2B7-B346-6957-8629-FC61DCA0CC94}"/>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630" name="Line 49">
              <a:extLst>
                <a:ext uri="{FF2B5EF4-FFF2-40B4-BE49-F238E27FC236}">
                  <a16:creationId xmlns:a16="http://schemas.microsoft.com/office/drawing/2014/main" id="{EC176513-E75E-E108-8C8E-1975FE527B53}"/>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631" name="Line 50">
              <a:extLst>
                <a:ext uri="{FF2B5EF4-FFF2-40B4-BE49-F238E27FC236}">
                  <a16:creationId xmlns:a16="http://schemas.microsoft.com/office/drawing/2014/main" id="{E7F59EE9-3AD4-D5DC-9CC1-DCB5A0FACEDA}"/>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632" name="Line 51">
              <a:extLst>
                <a:ext uri="{FF2B5EF4-FFF2-40B4-BE49-F238E27FC236}">
                  <a16:creationId xmlns:a16="http://schemas.microsoft.com/office/drawing/2014/main" id="{073A887E-2A8C-37F1-74CF-EAC9C2D028B3}"/>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633" name="Line 52">
              <a:extLst>
                <a:ext uri="{FF2B5EF4-FFF2-40B4-BE49-F238E27FC236}">
                  <a16:creationId xmlns:a16="http://schemas.microsoft.com/office/drawing/2014/main" id="{D8C3D79A-BA41-3E19-3B3A-84D6C195AEFD}"/>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634" name="Line 53">
              <a:extLst>
                <a:ext uri="{FF2B5EF4-FFF2-40B4-BE49-F238E27FC236}">
                  <a16:creationId xmlns:a16="http://schemas.microsoft.com/office/drawing/2014/main" id="{D91D12D9-272A-F579-7AA5-9ED3496775BD}"/>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635" name="Line 54">
              <a:extLst>
                <a:ext uri="{FF2B5EF4-FFF2-40B4-BE49-F238E27FC236}">
                  <a16:creationId xmlns:a16="http://schemas.microsoft.com/office/drawing/2014/main" id="{78C06789-029F-8CF3-3018-64AC14C892F0}"/>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636" name="Line 55">
              <a:extLst>
                <a:ext uri="{FF2B5EF4-FFF2-40B4-BE49-F238E27FC236}">
                  <a16:creationId xmlns:a16="http://schemas.microsoft.com/office/drawing/2014/main" id="{BC21DAB1-A305-B84A-41A1-CD0D20C1D5AD}"/>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637" name="Line 56">
              <a:extLst>
                <a:ext uri="{FF2B5EF4-FFF2-40B4-BE49-F238E27FC236}">
                  <a16:creationId xmlns:a16="http://schemas.microsoft.com/office/drawing/2014/main" id="{7CA8C982-3373-02BB-144C-0F970F63E006}"/>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638" name="Line 57">
              <a:extLst>
                <a:ext uri="{FF2B5EF4-FFF2-40B4-BE49-F238E27FC236}">
                  <a16:creationId xmlns:a16="http://schemas.microsoft.com/office/drawing/2014/main" id="{0A655983-C546-2062-CF1E-9E1FE74A8F9F}"/>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639" name="Line 58">
              <a:extLst>
                <a:ext uri="{FF2B5EF4-FFF2-40B4-BE49-F238E27FC236}">
                  <a16:creationId xmlns:a16="http://schemas.microsoft.com/office/drawing/2014/main" id="{BF724434-A270-E910-2FAB-B181CCCD0510}"/>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640" name="Line 59">
              <a:extLst>
                <a:ext uri="{FF2B5EF4-FFF2-40B4-BE49-F238E27FC236}">
                  <a16:creationId xmlns:a16="http://schemas.microsoft.com/office/drawing/2014/main" id="{C33E31E1-6942-9197-89E6-9EEAFF29A5A8}"/>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641" name="Line 60">
              <a:extLst>
                <a:ext uri="{FF2B5EF4-FFF2-40B4-BE49-F238E27FC236}">
                  <a16:creationId xmlns:a16="http://schemas.microsoft.com/office/drawing/2014/main" id="{9A6FD5E1-835B-5C2F-2B18-9201C2BC15D4}"/>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642" name="Line 61">
              <a:extLst>
                <a:ext uri="{FF2B5EF4-FFF2-40B4-BE49-F238E27FC236}">
                  <a16:creationId xmlns:a16="http://schemas.microsoft.com/office/drawing/2014/main" id="{34847982-3636-E82B-49AE-357E0A9FD9F4}"/>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643" name="Line 62">
              <a:extLst>
                <a:ext uri="{FF2B5EF4-FFF2-40B4-BE49-F238E27FC236}">
                  <a16:creationId xmlns:a16="http://schemas.microsoft.com/office/drawing/2014/main" id="{92BF92E5-D34D-99B4-6E94-8B4D49440445}"/>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644" name="Line 63">
              <a:extLst>
                <a:ext uri="{FF2B5EF4-FFF2-40B4-BE49-F238E27FC236}">
                  <a16:creationId xmlns:a16="http://schemas.microsoft.com/office/drawing/2014/main" id="{B676987B-4989-3229-0E88-BD48376BECEC}"/>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645" name="Line 64">
              <a:extLst>
                <a:ext uri="{FF2B5EF4-FFF2-40B4-BE49-F238E27FC236}">
                  <a16:creationId xmlns:a16="http://schemas.microsoft.com/office/drawing/2014/main" id="{7830486C-2FF6-F89A-1F09-18996E150CA5}"/>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646" name="Line 65">
              <a:extLst>
                <a:ext uri="{FF2B5EF4-FFF2-40B4-BE49-F238E27FC236}">
                  <a16:creationId xmlns:a16="http://schemas.microsoft.com/office/drawing/2014/main" id="{19AE7FAD-DCBF-54AB-E30F-CB6261B2CBD7}"/>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647" name="Line 66">
              <a:extLst>
                <a:ext uri="{FF2B5EF4-FFF2-40B4-BE49-F238E27FC236}">
                  <a16:creationId xmlns:a16="http://schemas.microsoft.com/office/drawing/2014/main" id="{CB7CF2C2-C842-486A-119B-7796B0C1C919}"/>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648" name="Line 67">
              <a:extLst>
                <a:ext uri="{FF2B5EF4-FFF2-40B4-BE49-F238E27FC236}">
                  <a16:creationId xmlns:a16="http://schemas.microsoft.com/office/drawing/2014/main" id="{85B80D88-19C6-DD96-5BC5-811FA5E62F44}"/>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649" name="Line 68">
              <a:extLst>
                <a:ext uri="{FF2B5EF4-FFF2-40B4-BE49-F238E27FC236}">
                  <a16:creationId xmlns:a16="http://schemas.microsoft.com/office/drawing/2014/main" id="{279C1C12-C53A-1A58-D612-7CCEFC731EB2}"/>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650" name="Line 69">
              <a:extLst>
                <a:ext uri="{FF2B5EF4-FFF2-40B4-BE49-F238E27FC236}">
                  <a16:creationId xmlns:a16="http://schemas.microsoft.com/office/drawing/2014/main" id="{D9FEF290-60EF-E95C-FBF9-E21D8ACE6088}"/>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651" name="Line 70">
              <a:extLst>
                <a:ext uri="{FF2B5EF4-FFF2-40B4-BE49-F238E27FC236}">
                  <a16:creationId xmlns:a16="http://schemas.microsoft.com/office/drawing/2014/main" id="{D206586E-41B4-0C7B-4346-5D32EED8192A}"/>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652" name="Line 71">
              <a:extLst>
                <a:ext uri="{FF2B5EF4-FFF2-40B4-BE49-F238E27FC236}">
                  <a16:creationId xmlns:a16="http://schemas.microsoft.com/office/drawing/2014/main" id="{FAA437EA-E053-7CC8-5AD1-5EBF42BAE7A2}"/>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653" name="Line 72">
              <a:extLst>
                <a:ext uri="{FF2B5EF4-FFF2-40B4-BE49-F238E27FC236}">
                  <a16:creationId xmlns:a16="http://schemas.microsoft.com/office/drawing/2014/main" id="{B888421A-934E-448A-C6BB-99815D8AE97E}"/>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654" name="Line 73">
              <a:extLst>
                <a:ext uri="{FF2B5EF4-FFF2-40B4-BE49-F238E27FC236}">
                  <a16:creationId xmlns:a16="http://schemas.microsoft.com/office/drawing/2014/main" id="{68DBE6D8-92FC-27AA-4CB1-93C4DE5DD439}"/>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655" name="Line 74">
              <a:extLst>
                <a:ext uri="{FF2B5EF4-FFF2-40B4-BE49-F238E27FC236}">
                  <a16:creationId xmlns:a16="http://schemas.microsoft.com/office/drawing/2014/main" id="{18BAC85C-3F87-F192-5569-C47C3561822E}"/>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656" name="Line 75">
              <a:extLst>
                <a:ext uri="{FF2B5EF4-FFF2-40B4-BE49-F238E27FC236}">
                  <a16:creationId xmlns:a16="http://schemas.microsoft.com/office/drawing/2014/main" id="{24729166-49D1-460E-A7A4-16CC7685526C}"/>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657" name="Line 76">
              <a:extLst>
                <a:ext uri="{FF2B5EF4-FFF2-40B4-BE49-F238E27FC236}">
                  <a16:creationId xmlns:a16="http://schemas.microsoft.com/office/drawing/2014/main" id="{3B95E6ED-C0B5-E474-E7F7-0BDEE65D4333}"/>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658" name="Line 77">
              <a:extLst>
                <a:ext uri="{FF2B5EF4-FFF2-40B4-BE49-F238E27FC236}">
                  <a16:creationId xmlns:a16="http://schemas.microsoft.com/office/drawing/2014/main" id="{C44CE150-CCBD-040F-04A1-4EA579E5EBAE}"/>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659" name="Line 78">
              <a:extLst>
                <a:ext uri="{FF2B5EF4-FFF2-40B4-BE49-F238E27FC236}">
                  <a16:creationId xmlns:a16="http://schemas.microsoft.com/office/drawing/2014/main" id="{AB310923-DBD1-6B52-772E-8C774EFBC2DE}"/>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660" name="Line 79">
              <a:extLst>
                <a:ext uri="{FF2B5EF4-FFF2-40B4-BE49-F238E27FC236}">
                  <a16:creationId xmlns:a16="http://schemas.microsoft.com/office/drawing/2014/main" id="{E0662791-F318-1467-7A93-409747F8C18C}"/>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661" name="Line 80">
              <a:extLst>
                <a:ext uri="{FF2B5EF4-FFF2-40B4-BE49-F238E27FC236}">
                  <a16:creationId xmlns:a16="http://schemas.microsoft.com/office/drawing/2014/main" id="{59D5BA40-BF67-8C74-8FBD-8A6B2C9BE69C}"/>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662" name="Line 81">
              <a:extLst>
                <a:ext uri="{FF2B5EF4-FFF2-40B4-BE49-F238E27FC236}">
                  <a16:creationId xmlns:a16="http://schemas.microsoft.com/office/drawing/2014/main" id="{77AB51F4-4D21-7577-F37D-1E5578C4A0F2}"/>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663" name="Line 82">
              <a:extLst>
                <a:ext uri="{FF2B5EF4-FFF2-40B4-BE49-F238E27FC236}">
                  <a16:creationId xmlns:a16="http://schemas.microsoft.com/office/drawing/2014/main" id="{D09AFE8C-E3F1-3CAB-C905-4E5332DEECEF}"/>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664" name="Line 83">
              <a:extLst>
                <a:ext uri="{FF2B5EF4-FFF2-40B4-BE49-F238E27FC236}">
                  <a16:creationId xmlns:a16="http://schemas.microsoft.com/office/drawing/2014/main" id="{16126CEC-9D3E-9CD4-A68E-C8F90A4424A6}"/>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665" name="Line 84">
              <a:extLst>
                <a:ext uri="{FF2B5EF4-FFF2-40B4-BE49-F238E27FC236}">
                  <a16:creationId xmlns:a16="http://schemas.microsoft.com/office/drawing/2014/main" id="{4956D5E4-3FA0-60DC-320B-5F42A96DC1E2}"/>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666" name="Line 85">
              <a:extLst>
                <a:ext uri="{FF2B5EF4-FFF2-40B4-BE49-F238E27FC236}">
                  <a16:creationId xmlns:a16="http://schemas.microsoft.com/office/drawing/2014/main" id="{740F628E-9150-64D7-218E-23509BCBE445}"/>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667" name="Line 86">
              <a:extLst>
                <a:ext uri="{FF2B5EF4-FFF2-40B4-BE49-F238E27FC236}">
                  <a16:creationId xmlns:a16="http://schemas.microsoft.com/office/drawing/2014/main" id="{C0635079-3BA8-CCE3-FBFF-EB81D7A5263F}"/>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668" name="Line 87">
              <a:extLst>
                <a:ext uri="{FF2B5EF4-FFF2-40B4-BE49-F238E27FC236}">
                  <a16:creationId xmlns:a16="http://schemas.microsoft.com/office/drawing/2014/main" id="{01470F4C-9BFA-4D01-B902-E9A407E0803D}"/>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669" name="Line 88">
              <a:extLst>
                <a:ext uri="{FF2B5EF4-FFF2-40B4-BE49-F238E27FC236}">
                  <a16:creationId xmlns:a16="http://schemas.microsoft.com/office/drawing/2014/main" id="{2B401065-6DB8-F633-C3F2-0BFE10ECC345}"/>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670" name="Line 89">
              <a:extLst>
                <a:ext uri="{FF2B5EF4-FFF2-40B4-BE49-F238E27FC236}">
                  <a16:creationId xmlns:a16="http://schemas.microsoft.com/office/drawing/2014/main" id="{15F95BC2-F85B-F92E-521A-7405C19C17E9}"/>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671" name="Line 90">
              <a:extLst>
                <a:ext uri="{FF2B5EF4-FFF2-40B4-BE49-F238E27FC236}">
                  <a16:creationId xmlns:a16="http://schemas.microsoft.com/office/drawing/2014/main" id="{1D745E41-1126-5E31-E07B-70361FEDDEC1}"/>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672" name="Line 91">
              <a:extLst>
                <a:ext uri="{FF2B5EF4-FFF2-40B4-BE49-F238E27FC236}">
                  <a16:creationId xmlns:a16="http://schemas.microsoft.com/office/drawing/2014/main" id="{8A03C0AD-AC1F-08A6-6602-C22DEC5D5328}"/>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673" name="Line 92">
              <a:extLst>
                <a:ext uri="{FF2B5EF4-FFF2-40B4-BE49-F238E27FC236}">
                  <a16:creationId xmlns:a16="http://schemas.microsoft.com/office/drawing/2014/main" id="{68A70A36-EFDD-7E42-5FCF-58B1AB9BC798}"/>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674" name="Line 93">
              <a:extLst>
                <a:ext uri="{FF2B5EF4-FFF2-40B4-BE49-F238E27FC236}">
                  <a16:creationId xmlns:a16="http://schemas.microsoft.com/office/drawing/2014/main" id="{D9C69190-1068-9897-9066-4FD7DA3FB78B}"/>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675" name="Line 94">
              <a:extLst>
                <a:ext uri="{FF2B5EF4-FFF2-40B4-BE49-F238E27FC236}">
                  <a16:creationId xmlns:a16="http://schemas.microsoft.com/office/drawing/2014/main" id="{548DFD16-B0D9-7227-0B64-BD6A85234F03}"/>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676" name="Line 95">
              <a:extLst>
                <a:ext uri="{FF2B5EF4-FFF2-40B4-BE49-F238E27FC236}">
                  <a16:creationId xmlns:a16="http://schemas.microsoft.com/office/drawing/2014/main" id="{63C3D5F7-B84E-40C0-BD99-D01D72F02936}"/>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677" name="Line 96">
              <a:extLst>
                <a:ext uri="{FF2B5EF4-FFF2-40B4-BE49-F238E27FC236}">
                  <a16:creationId xmlns:a16="http://schemas.microsoft.com/office/drawing/2014/main" id="{3DF1E713-039E-8B67-3DEA-281B3D62C085}"/>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678" name="Line 97">
              <a:extLst>
                <a:ext uri="{FF2B5EF4-FFF2-40B4-BE49-F238E27FC236}">
                  <a16:creationId xmlns:a16="http://schemas.microsoft.com/office/drawing/2014/main" id="{7C315B59-0DB4-CBA6-33BD-522E217C1862}"/>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679" name="Line 98">
              <a:extLst>
                <a:ext uri="{FF2B5EF4-FFF2-40B4-BE49-F238E27FC236}">
                  <a16:creationId xmlns:a16="http://schemas.microsoft.com/office/drawing/2014/main" id="{387EEDA7-8FFA-5416-3D83-60C6ADD026F4}"/>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680" name="Line 99">
              <a:extLst>
                <a:ext uri="{FF2B5EF4-FFF2-40B4-BE49-F238E27FC236}">
                  <a16:creationId xmlns:a16="http://schemas.microsoft.com/office/drawing/2014/main" id="{941557C2-3433-D6EF-C1D4-C81846055F63}"/>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681" name="Line 100">
              <a:extLst>
                <a:ext uri="{FF2B5EF4-FFF2-40B4-BE49-F238E27FC236}">
                  <a16:creationId xmlns:a16="http://schemas.microsoft.com/office/drawing/2014/main" id="{415AF2A7-4B0C-5061-73C4-2DB285D6788D}"/>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682" name="Line 101">
              <a:extLst>
                <a:ext uri="{FF2B5EF4-FFF2-40B4-BE49-F238E27FC236}">
                  <a16:creationId xmlns:a16="http://schemas.microsoft.com/office/drawing/2014/main" id="{B6FC55C1-6FF8-9761-0391-7FE573F2A75F}"/>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683" name="Line 102">
              <a:extLst>
                <a:ext uri="{FF2B5EF4-FFF2-40B4-BE49-F238E27FC236}">
                  <a16:creationId xmlns:a16="http://schemas.microsoft.com/office/drawing/2014/main" id="{ED34C1AC-5130-22AD-714B-429A65C8E49A}"/>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684" name="Line 103">
              <a:extLst>
                <a:ext uri="{FF2B5EF4-FFF2-40B4-BE49-F238E27FC236}">
                  <a16:creationId xmlns:a16="http://schemas.microsoft.com/office/drawing/2014/main" id="{554559E5-E592-05AB-6666-06664EBF972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685" name="Line 104">
              <a:extLst>
                <a:ext uri="{FF2B5EF4-FFF2-40B4-BE49-F238E27FC236}">
                  <a16:creationId xmlns:a16="http://schemas.microsoft.com/office/drawing/2014/main" id="{59629E65-C235-22C4-4F67-E59C55F6381D}"/>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686" name="Line 105">
              <a:extLst>
                <a:ext uri="{FF2B5EF4-FFF2-40B4-BE49-F238E27FC236}">
                  <a16:creationId xmlns:a16="http://schemas.microsoft.com/office/drawing/2014/main" id="{87EB72F7-56AE-59E4-FCAD-81E5AB3218B3}"/>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687" name="Line 106">
              <a:extLst>
                <a:ext uri="{FF2B5EF4-FFF2-40B4-BE49-F238E27FC236}">
                  <a16:creationId xmlns:a16="http://schemas.microsoft.com/office/drawing/2014/main" id="{819C7F78-E3FA-5C0C-AF7D-0818BE8F95E3}"/>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sp>
        <p:nvSpPr>
          <p:cNvPr id="66583" name="TextBox 312">
            <a:extLst>
              <a:ext uri="{FF2B5EF4-FFF2-40B4-BE49-F238E27FC236}">
                <a16:creationId xmlns:a16="http://schemas.microsoft.com/office/drawing/2014/main" id="{7537D070-1CDC-A1FC-E76A-712B7DB35925}"/>
              </a:ext>
            </a:extLst>
          </p:cNvPr>
          <p:cNvSpPr txBox="1">
            <a:spLocks noChangeArrowheads="1"/>
          </p:cNvSpPr>
          <p:nvPr/>
        </p:nvSpPr>
        <p:spPr bwMode="auto">
          <a:xfrm>
            <a:off x="4686300" y="-59216"/>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graphicFrame>
        <p:nvGraphicFramePr>
          <p:cNvPr id="66564" name="Object 4">
            <a:extLst>
              <a:ext uri="{FF2B5EF4-FFF2-40B4-BE49-F238E27FC236}">
                <a16:creationId xmlns:a16="http://schemas.microsoft.com/office/drawing/2014/main" id="{4BE1A04F-0102-C9CF-E55A-72356AC942D5}"/>
              </a:ext>
            </a:extLst>
          </p:cNvPr>
          <p:cNvGraphicFramePr>
            <a:graphicFrameLocks noChangeAspect="1"/>
          </p:cNvGraphicFramePr>
          <p:nvPr>
            <p:extLst>
              <p:ext uri="{D42A27DB-BD31-4B8C-83A1-F6EECF244321}">
                <p14:modId xmlns:p14="http://schemas.microsoft.com/office/powerpoint/2010/main" val="3226856221"/>
              </p:ext>
            </p:extLst>
          </p:nvPr>
        </p:nvGraphicFramePr>
        <p:xfrm>
          <a:off x="4787900" y="3078163"/>
          <a:ext cx="277813" cy="681037"/>
        </p:xfrm>
        <a:graphic>
          <a:graphicData uri="http://schemas.openxmlformats.org/presentationml/2006/ole">
            <mc:AlternateContent xmlns:mc="http://schemas.openxmlformats.org/markup-compatibility/2006">
              <mc:Choice xmlns:v="urn:schemas-microsoft-com:vml" Requires="v">
                <p:oleObj name="Equation" r:id="rId3" imgW="266400" imgH="393480" progId="Equation.3">
                  <p:embed/>
                </p:oleObj>
              </mc:Choice>
              <mc:Fallback>
                <p:oleObj name="Equation" r:id="rId3" imgW="266400" imgH="393480" progId="Equation.3">
                  <p:embed/>
                  <p:pic>
                    <p:nvPicPr>
                      <p:cNvPr id="66564" name="Object 4">
                        <a:extLst>
                          <a:ext uri="{FF2B5EF4-FFF2-40B4-BE49-F238E27FC236}">
                            <a16:creationId xmlns:a16="http://schemas.microsoft.com/office/drawing/2014/main" id="{4BE1A04F-0102-C9CF-E55A-72356AC942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7900" y="3078163"/>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a:extLst>
              <a:ext uri="{FF2B5EF4-FFF2-40B4-BE49-F238E27FC236}">
                <a16:creationId xmlns:a16="http://schemas.microsoft.com/office/drawing/2014/main" id="{058F0555-1472-275E-55B0-F0FB350F8256}"/>
              </a:ext>
            </a:extLst>
          </p:cNvPr>
          <p:cNvCxnSpPr/>
          <p:nvPr/>
        </p:nvCxnSpPr>
        <p:spPr>
          <a:xfrm flipV="1">
            <a:off x="2803525" y="3044825"/>
            <a:ext cx="4271963"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2FE987C1-FFCB-F0C3-9EEB-5AE45E13A51E}"/>
              </a:ext>
            </a:extLst>
          </p:cNvPr>
          <p:cNvCxnSpPr/>
          <p:nvPr/>
        </p:nvCxnSpPr>
        <p:spPr>
          <a:xfrm flipV="1">
            <a:off x="2509838" y="2525714"/>
            <a:ext cx="690562" cy="11112"/>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7" name="Object 7">
            <a:extLst>
              <a:ext uri="{FF2B5EF4-FFF2-40B4-BE49-F238E27FC236}">
                <a16:creationId xmlns:a16="http://schemas.microsoft.com/office/drawing/2014/main" id="{C0945236-E854-7C11-E59D-B5EA56851726}"/>
              </a:ext>
            </a:extLst>
          </p:cNvPr>
          <p:cNvGraphicFramePr>
            <a:graphicFrameLocks noChangeAspect="1"/>
          </p:cNvGraphicFramePr>
          <p:nvPr>
            <p:extLst>
              <p:ext uri="{D42A27DB-BD31-4B8C-83A1-F6EECF244321}">
                <p14:modId xmlns:p14="http://schemas.microsoft.com/office/powerpoint/2010/main" val="2030950992"/>
              </p:ext>
            </p:extLst>
          </p:nvPr>
        </p:nvGraphicFramePr>
        <p:xfrm>
          <a:off x="2208214" y="2263775"/>
          <a:ext cx="215900" cy="527050"/>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7" name="Object 7">
                        <a:extLst>
                          <a:ext uri="{FF2B5EF4-FFF2-40B4-BE49-F238E27FC236}">
                            <a16:creationId xmlns:a16="http://schemas.microsoft.com/office/drawing/2014/main" id="{C0945236-E854-7C11-E59D-B5EA5685172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8214" y="2263775"/>
                        <a:ext cx="215900" cy="527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8" name="Straight Arrow Connector 327">
            <a:extLst>
              <a:ext uri="{FF2B5EF4-FFF2-40B4-BE49-F238E27FC236}">
                <a16:creationId xmlns:a16="http://schemas.microsoft.com/office/drawing/2014/main" id="{4F2594F1-B9EE-ACC5-F361-C96D5FBE501F}"/>
              </a:ext>
            </a:extLst>
          </p:cNvPr>
          <p:cNvCxnSpPr/>
          <p:nvPr/>
        </p:nvCxnSpPr>
        <p:spPr>
          <a:xfrm flipV="1">
            <a:off x="6519863" y="2527300"/>
            <a:ext cx="692150" cy="11113"/>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8" name="Object 8">
            <a:extLst>
              <a:ext uri="{FF2B5EF4-FFF2-40B4-BE49-F238E27FC236}">
                <a16:creationId xmlns:a16="http://schemas.microsoft.com/office/drawing/2014/main" id="{9CB65748-DECE-25D7-2338-1D5430C8B382}"/>
              </a:ext>
            </a:extLst>
          </p:cNvPr>
          <p:cNvGraphicFramePr>
            <a:graphicFrameLocks noChangeAspect="1"/>
          </p:cNvGraphicFramePr>
          <p:nvPr>
            <p:extLst>
              <p:ext uri="{D42A27DB-BD31-4B8C-83A1-F6EECF244321}">
                <p14:modId xmlns:p14="http://schemas.microsoft.com/office/powerpoint/2010/main" val="65638952"/>
              </p:ext>
            </p:extLst>
          </p:nvPr>
        </p:nvGraphicFramePr>
        <p:xfrm>
          <a:off x="7273925" y="2265363"/>
          <a:ext cx="215900"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8" name="Object 8">
                        <a:extLst>
                          <a:ext uri="{FF2B5EF4-FFF2-40B4-BE49-F238E27FC236}">
                            <a16:creationId xmlns:a16="http://schemas.microsoft.com/office/drawing/2014/main" id="{9CB65748-DECE-25D7-2338-1D5430C8B38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73925" y="2265363"/>
                        <a:ext cx="215900"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824881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Rectangle 326"/>
          <p:cNvSpPr/>
          <p:nvPr/>
        </p:nvSpPr>
        <p:spPr>
          <a:xfrm>
            <a:off x="0" y="0"/>
            <a:ext cx="9144000" cy="68580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6570" name="Picture 2"/>
          <p:cNvPicPr>
            <a:picLocks noChangeAspect="1" noChangeArrowheads="1"/>
          </p:cNvPicPr>
          <p:nvPr/>
        </p:nvPicPr>
        <p:blipFill>
          <a:blip r:embed="rId2" cstate="print"/>
          <a:srcRect/>
          <a:stretch>
            <a:fillRect/>
          </a:stretch>
        </p:blipFill>
        <p:spPr bwMode="auto">
          <a:xfrm>
            <a:off x="2498725" y="3397250"/>
            <a:ext cx="4718050" cy="1042988"/>
          </a:xfrm>
          <a:prstGeom prst="rect">
            <a:avLst/>
          </a:prstGeom>
          <a:noFill/>
          <a:ln w="9525">
            <a:noFill/>
            <a:miter lim="800000"/>
            <a:headEnd/>
            <a:tailEnd/>
          </a:ln>
        </p:spPr>
      </p:pic>
      <p:pic>
        <p:nvPicPr>
          <p:cNvPr id="66571" name="Picture 3"/>
          <p:cNvPicPr>
            <a:picLocks noChangeAspect="1" noChangeArrowheads="1"/>
          </p:cNvPicPr>
          <p:nvPr/>
        </p:nvPicPr>
        <p:blipFill>
          <a:blip r:embed="rId3" cstate="print"/>
          <a:srcRect/>
          <a:stretch>
            <a:fillRect/>
          </a:stretch>
        </p:blipFill>
        <p:spPr bwMode="auto">
          <a:xfrm>
            <a:off x="2471738" y="1798638"/>
            <a:ext cx="4679950" cy="973137"/>
          </a:xfrm>
          <a:prstGeom prst="rect">
            <a:avLst/>
          </a:prstGeom>
          <a:noFill/>
          <a:ln w="9525">
            <a:noFill/>
            <a:miter lim="800000"/>
            <a:headEnd/>
            <a:tailEnd/>
          </a:ln>
        </p:spPr>
      </p:pic>
      <p:pic>
        <p:nvPicPr>
          <p:cNvPr id="66572" name="Picture 4"/>
          <p:cNvPicPr>
            <a:picLocks noChangeAspect="1" noChangeArrowheads="1"/>
          </p:cNvPicPr>
          <p:nvPr/>
        </p:nvPicPr>
        <p:blipFill>
          <a:blip r:embed="rId4" cstate="print"/>
          <a:srcRect/>
          <a:stretch>
            <a:fillRect/>
          </a:stretch>
        </p:blipFill>
        <p:spPr bwMode="auto">
          <a:xfrm>
            <a:off x="2776538" y="4870450"/>
            <a:ext cx="4440237" cy="1165225"/>
          </a:xfrm>
          <a:prstGeom prst="rect">
            <a:avLst/>
          </a:prstGeom>
          <a:noFill/>
          <a:ln w="9525">
            <a:noFill/>
            <a:miter lim="800000"/>
            <a:headEnd/>
            <a:tailEnd/>
          </a:ln>
        </p:spPr>
      </p:pic>
      <p:sp>
        <p:nvSpPr>
          <p:cNvPr id="66573" name="Rectangle 41"/>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p:cNvGrpSpPr>
            <a:grpSpLocks/>
          </p:cNvGrpSpPr>
          <p:nvPr/>
        </p:nvGrpSpPr>
        <p:grpSpPr bwMode="auto">
          <a:xfrm>
            <a:off x="2498725" y="523875"/>
            <a:ext cx="4621213" cy="1028700"/>
            <a:chOff x="1098455" y="1454019"/>
            <a:chExt cx="7727044" cy="1028700"/>
          </a:xfrm>
        </p:grpSpPr>
        <p:sp>
          <p:nvSpPr>
            <p:cNvPr id="66884"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13"/>
          <p:cNvGrpSpPr>
            <a:grpSpLocks/>
          </p:cNvGrpSpPr>
          <p:nvPr/>
        </p:nvGrpSpPr>
        <p:grpSpPr bwMode="auto">
          <a:xfrm>
            <a:off x="1109663" y="1992313"/>
            <a:ext cx="7429500" cy="603250"/>
            <a:chOff x="5281613" y="5646738"/>
            <a:chExt cx="1438276" cy="628649"/>
          </a:xfrm>
        </p:grpSpPr>
        <p:sp>
          <p:nvSpPr>
            <p:cNvPr id="66786"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787"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788"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789"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790"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791"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792"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793"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794"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795"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796"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797"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98"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99"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800"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801"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802"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803"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804"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805"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806"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807"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808"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809"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810"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811"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812"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813"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814"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815"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816"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817"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818"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819"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820"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821"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822"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823"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824"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825"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826"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827"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828"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829"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830"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831"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832"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833"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834"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835"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836"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837"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838"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839"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840"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841"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842"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843"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844"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845"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846"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847"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848"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849"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850"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851"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852"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853"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854"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855"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856"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857"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858"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859"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860"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861"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862"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863"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864"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865"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866"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867"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868"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869"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870"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871"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872"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873"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874"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875"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876"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877"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878"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879"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880"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881"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882"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883"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4" name="Group 112"/>
          <p:cNvGrpSpPr>
            <a:grpSpLocks/>
          </p:cNvGrpSpPr>
          <p:nvPr/>
        </p:nvGrpSpPr>
        <p:grpSpPr bwMode="auto">
          <a:xfrm>
            <a:off x="1404938" y="3576638"/>
            <a:ext cx="4619625" cy="652462"/>
            <a:chOff x="5281613" y="5646738"/>
            <a:chExt cx="1438276" cy="628649"/>
          </a:xfrm>
        </p:grpSpPr>
        <p:sp>
          <p:nvSpPr>
            <p:cNvPr id="66688"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689"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690"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691"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692"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693"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694"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695"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696"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697"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98"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99"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00"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01"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702"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703"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704"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705"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706"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707"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708"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709"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710"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711"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712"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713"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714"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715"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716"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717"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718"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719"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720"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721"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722"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723"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724"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725"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726"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727"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728"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729"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730"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731"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732"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733"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734"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735"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736"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737"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738"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739"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740"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741"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742"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743"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744"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745"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746"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747"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748"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749"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750"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751"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752"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753"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754"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755"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756"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757"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758"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759"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760"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761"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762"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763"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764"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765"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766"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767"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768"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769"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770"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771"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772"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773"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774"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775"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776"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777"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778"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779"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780"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781"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782"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783"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784"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785"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5" name="Group 211"/>
          <p:cNvGrpSpPr>
            <a:grpSpLocks/>
          </p:cNvGrpSpPr>
          <p:nvPr/>
        </p:nvGrpSpPr>
        <p:grpSpPr bwMode="auto">
          <a:xfrm>
            <a:off x="3608388" y="5100638"/>
            <a:ext cx="2776537" cy="695325"/>
            <a:chOff x="5281613" y="5646738"/>
            <a:chExt cx="1438276" cy="628649"/>
          </a:xfrm>
        </p:grpSpPr>
        <p:sp>
          <p:nvSpPr>
            <p:cNvPr id="66590"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591"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592"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593"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594"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595"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596"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597"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598"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599"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00"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01"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602"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603"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604"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605"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60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60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60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60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61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61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61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61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61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61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61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61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61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61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62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62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62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62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62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62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62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62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62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62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63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63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63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63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63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63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63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63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63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63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64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64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64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64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64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64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64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64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64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64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65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65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65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65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65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65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65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65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65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65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66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66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66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66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66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66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66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66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66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66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67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67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67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67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67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67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67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67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67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67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68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68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68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68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68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68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68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68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8900" y="2673350"/>
            <a:ext cx="4273550"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2" name="Object 2"/>
          <p:cNvGraphicFramePr>
            <a:graphicFrameLocks noChangeAspect="1"/>
          </p:cNvGraphicFramePr>
          <p:nvPr/>
        </p:nvGraphicFramePr>
        <p:xfrm>
          <a:off x="4689475" y="2776538"/>
          <a:ext cx="277813" cy="6810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2" name="Object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89475" y="2776538"/>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6583"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cxnSp>
        <p:nvCxnSpPr>
          <p:cNvPr id="314" name="Straight Arrow Connector 313"/>
          <p:cNvCxnSpPr/>
          <p:nvPr/>
        </p:nvCxnSpPr>
        <p:spPr>
          <a:xfrm flipV="1">
            <a:off x="2651125" y="4475163"/>
            <a:ext cx="4271963" cy="25400"/>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3" name="Object 3"/>
          <p:cNvGraphicFramePr>
            <a:graphicFrameLocks noChangeAspect="1"/>
          </p:cNvGraphicFramePr>
          <p:nvPr/>
        </p:nvGraphicFramePr>
        <p:xfrm>
          <a:off x="4706938" y="4567238"/>
          <a:ext cx="241300" cy="309562"/>
        </p:xfrm>
        <a:graphic>
          <a:graphicData uri="http://schemas.openxmlformats.org/presentationml/2006/ole">
            <mc:AlternateContent xmlns:mc="http://schemas.openxmlformats.org/markup-compatibility/2006">
              <mc:Choice xmlns:v="urn:schemas-microsoft-com:vml" Requires="v">
                <p:oleObj name="Equation" r:id="rId7" imgW="139680" imgH="177480" progId="Equation.3">
                  <p:embed/>
                </p:oleObj>
              </mc:Choice>
              <mc:Fallback>
                <p:oleObj name="Equation" r:id="rId7" imgW="139680" imgH="177480" progId="Equation.3">
                  <p:embed/>
                  <p:pic>
                    <p:nvPicPr>
                      <p:cNvPr id="66563" name="Object 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06938" y="4567238"/>
                        <a:ext cx="241300"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4" name="Object 4"/>
          <p:cNvGraphicFramePr>
            <a:graphicFrameLocks noChangeAspect="1"/>
          </p:cNvGraphicFramePr>
          <p:nvPr/>
        </p:nvGraphicFramePr>
        <p:xfrm>
          <a:off x="4787900" y="5999163"/>
          <a:ext cx="277813" cy="681037"/>
        </p:xfrm>
        <a:graphic>
          <a:graphicData uri="http://schemas.openxmlformats.org/presentationml/2006/ole">
            <mc:AlternateContent xmlns:mc="http://schemas.openxmlformats.org/markup-compatibility/2006">
              <mc:Choice xmlns:v="urn:schemas-microsoft-com:vml" Requires="v">
                <p:oleObj name="Equation" r:id="rId9" imgW="266400" imgH="393480" progId="Equation.3">
                  <p:embed/>
                </p:oleObj>
              </mc:Choice>
              <mc:Fallback>
                <p:oleObj name="Equation" r:id="rId9" imgW="266400" imgH="393480" progId="Equation.3">
                  <p:embed/>
                  <p:pic>
                    <p:nvPicPr>
                      <p:cNvPr id="66564" name="Object 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787900" y="5999163"/>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17" name="Straight Arrow Connector 316"/>
          <p:cNvCxnSpPr/>
          <p:nvPr/>
        </p:nvCxnSpPr>
        <p:spPr>
          <a:xfrm flipV="1">
            <a:off x="1398588" y="4164013"/>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0" name="Straight Arrow Connector 319"/>
          <p:cNvCxnSpPr/>
          <p:nvPr/>
        </p:nvCxnSpPr>
        <p:spPr>
          <a:xfrm flipV="1">
            <a:off x="6057900" y="3940175"/>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5" name="Object 8"/>
          <p:cNvGraphicFramePr>
            <a:graphicFrameLocks noChangeAspect="1"/>
          </p:cNvGraphicFramePr>
          <p:nvPr/>
        </p:nvGraphicFramePr>
        <p:xfrm>
          <a:off x="2022475" y="3624263"/>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5"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022475" y="3624263"/>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6" name="Object 6"/>
          <p:cNvGraphicFramePr>
            <a:graphicFrameLocks noChangeAspect="1"/>
          </p:cNvGraphicFramePr>
          <p:nvPr/>
        </p:nvGraphicFramePr>
        <p:xfrm>
          <a:off x="7416800" y="3678238"/>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6" name="Object 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16800" y="3678238"/>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flipV="1">
            <a:off x="2803525" y="5965825"/>
            <a:ext cx="4271963"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5" name="Straight Arrow Connector 324"/>
          <p:cNvCxnSpPr/>
          <p:nvPr/>
        </p:nvCxnSpPr>
        <p:spPr>
          <a:xfrm flipV="1">
            <a:off x="2792413" y="5459413"/>
            <a:ext cx="690562" cy="11112"/>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7" name="Object 7"/>
          <p:cNvGraphicFramePr>
            <a:graphicFrameLocks noChangeAspect="1"/>
          </p:cNvGraphicFramePr>
          <p:nvPr/>
        </p:nvGraphicFramePr>
        <p:xfrm>
          <a:off x="2484438" y="5165725"/>
          <a:ext cx="215900" cy="527050"/>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7" name="Object 7"/>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484438" y="5165725"/>
                        <a:ext cx="215900" cy="527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8" name="Straight Arrow Connector 327"/>
          <p:cNvCxnSpPr/>
          <p:nvPr/>
        </p:nvCxnSpPr>
        <p:spPr>
          <a:xfrm flipV="1">
            <a:off x="6519863" y="5448300"/>
            <a:ext cx="692150" cy="11113"/>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8" name="Object 8"/>
          <p:cNvGraphicFramePr>
            <a:graphicFrameLocks noChangeAspect="1"/>
          </p:cNvGraphicFramePr>
          <p:nvPr/>
        </p:nvGraphicFramePr>
        <p:xfrm>
          <a:off x="7273925" y="5186363"/>
          <a:ext cx="215900"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8"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273925" y="5186363"/>
                        <a:ext cx="215900"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0995509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9761" name="Picture 2"/>
          <p:cNvPicPr>
            <a:picLocks noChangeAspect="1" noChangeArrowheads="1"/>
          </p:cNvPicPr>
          <p:nvPr/>
        </p:nvPicPr>
        <p:blipFill>
          <a:blip r:embed="rId3" cstate="print"/>
          <a:srcRect/>
          <a:stretch>
            <a:fillRect/>
          </a:stretch>
        </p:blipFill>
        <p:spPr bwMode="auto">
          <a:xfrm>
            <a:off x="2357438" y="2925763"/>
            <a:ext cx="4892675" cy="973137"/>
          </a:xfrm>
          <a:prstGeom prst="rect">
            <a:avLst/>
          </a:prstGeom>
          <a:noFill/>
          <a:ln w="9525">
            <a:noFill/>
            <a:miter lim="800000"/>
            <a:headEnd/>
            <a:tailEnd/>
          </a:ln>
        </p:spPr>
      </p:pic>
      <p:sp>
        <p:nvSpPr>
          <p:cNvPr id="629762" name="Rectangle 41"/>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629763" name="Rectangle 41"/>
          <p:cNvSpPr>
            <a:spLocks noChangeArrowheads="1"/>
          </p:cNvSpPr>
          <p:nvPr/>
        </p:nvSpPr>
        <p:spPr bwMode="auto">
          <a:xfrm>
            <a:off x="4511675" y="1554163"/>
            <a:ext cx="2635250" cy="830262"/>
          </a:xfrm>
          <a:prstGeom prst="rect">
            <a:avLst/>
          </a:prstGeom>
          <a:solidFill>
            <a:schemeClr val="accent1"/>
          </a:solidFill>
          <a:ln w="9525">
            <a:noFill/>
            <a:miter lim="800000"/>
            <a:headEnd/>
            <a:tailEnd/>
          </a:ln>
        </p:spPr>
        <p:txBody>
          <a:bodyPr wrap="none" anchor="ctr"/>
          <a:lstStyle/>
          <a:p>
            <a:endParaRPr lang="en-US" dirty="0"/>
          </a:p>
        </p:txBody>
      </p:sp>
      <p:sp>
        <p:nvSpPr>
          <p:cNvPr id="629764" name="TextBox 242"/>
          <p:cNvSpPr txBox="1">
            <a:spLocks noChangeArrowheads="1"/>
          </p:cNvSpPr>
          <p:nvPr/>
        </p:nvSpPr>
        <p:spPr bwMode="auto">
          <a:xfrm>
            <a:off x="163513" y="4800600"/>
            <a:ext cx="1743075" cy="369888"/>
          </a:xfrm>
          <a:prstGeom prst="rect">
            <a:avLst/>
          </a:prstGeom>
          <a:noFill/>
          <a:ln w="9525">
            <a:noFill/>
            <a:miter lim="800000"/>
            <a:headEnd/>
            <a:tailEnd/>
          </a:ln>
        </p:spPr>
        <p:txBody>
          <a:bodyPr wrap="none">
            <a:spAutoFit/>
          </a:bodyPr>
          <a:lstStyle/>
          <a:p>
            <a:r>
              <a:rPr lang="en-US" dirty="0"/>
              <a:t>Pressure Change</a:t>
            </a:r>
          </a:p>
        </p:txBody>
      </p:sp>
      <p:sp>
        <p:nvSpPr>
          <p:cNvPr id="629765" name="Rectangle 41"/>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629767" name="TextBox 405"/>
          <p:cNvSpPr txBox="1">
            <a:spLocks noChangeArrowheads="1"/>
          </p:cNvSpPr>
          <p:nvPr/>
        </p:nvSpPr>
        <p:spPr bwMode="auto">
          <a:xfrm>
            <a:off x="130175" y="2863850"/>
            <a:ext cx="1682750" cy="922338"/>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00" y="971550"/>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9769" name="TextBox 181"/>
          <p:cNvSpPr txBox="1">
            <a:spLocks noChangeArrowheads="1"/>
          </p:cNvSpPr>
          <p:nvPr/>
        </p:nvSpPr>
        <p:spPr bwMode="auto">
          <a:xfrm>
            <a:off x="4605338" y="293688"/>
            <a:ext cx="423862" cy="585787"/>
          </a:xfrm>
          <a:prstGeom prst="rect">
            <a:avLst/>
          </a:prstGeom>
          <a:noFill/>
          <a:ln w="9525">
            <a:noFill/>
            <a:miter lim="800000"/>
            <a:headEnd/>
            <a:tailEnd/>
          </a:ln>
        </p:spPr>
        <p:txBody>
          <a:bodyPr>
            <a:spAutoFit/>
          </a:bodyPr>
          <a:lstStyle/>
          <a:p>
            <a:r>
              <a:rPr lang="en-US" sz="3200" dirty="0"/>
              <a:t>L</a:t>
            </a:r>
          </a:p>
        </p:txBody>
      </p:sp>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1" name="Straight Connector 210"/>
          <p:cNvCxnSpPr/>
          <p:nvPr/>
        </p:nvCxnSpPr>
        <p:spPr>
          <a:xfrm rot="5400000">
            <a:off x="645319" y="4417219"/>
            <a:ext cx="35433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191" name="Rectangle 190"/>
          <p:cNvSpPr/>
          <p:nvPr/>
        </p:nvSpPr>
        <p:spPr>
          <a:xfrm>
            <a:off x="881063" y="1338263"/>
            <a:ext cx="1666875" cy="1257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18"/>
          <p:cNvGrpSpPr>
            <a:grpSpLocks/>
          </p:cNvGrpSpPr>
          <p:nvPr/>
        </p:nvGrpSpPr>
        <p:grpSpPr bwMode="auto">
          <a:xfrm>
            <a:off x="2498725" y="1454150"/>
            <a:ext cx="4621213" cy="1028700"/>
            <a:chOff x="1098455" y="1454019"/>
            <a:chExt cx="7727044" cy="1028700"/>
          </a:xfrm>
        </p:grpSpPr>
        <p:sp>
          <p:nvSpPr>
            <p:cNvPr id="629937"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9938"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9775" name="Rectangle 45"/>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3" name="Group 357"/>
          <p:cNvGrpSpPr>
            <a:grpSpLocks/>
          </p:cNvGrpSpPr>
          <p:nvPr/>
        </p:nvGrpSpPr>
        <p:grpSpPr bwMode="auto">
          <a:xfrm flipH="1">
            <a:off x="2460625" y="5070475"/>
            <a:ext cx="4537075" cy="579438"/>
            <a:chOff x="2460626" y="5070475"/>
            <a:chExt cx="4537075" cy="579438"/>
          </a:xfrm>
        </p:grpSpPr>
        <p:sp>
          <p:nvSpPr>
            <p:cNvPr id="40969" name="Line 9"/>
            <p:cNvSpPr>
              <a:spLocks noChangeShapeType="1"/>
            </p:cNvSpPr>
            <p:nvPr/>
          </p:nvSpPr>
          <p:spPr bwMode="auto">
            <a:xfrm flipV="1">
              <a:off x="2460626" y="53546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0" name="Line 10"/>
            <p:cNvSpPr>
              <a:spLocks noChangeShapeType="1"/>
            </p:cNvSpPr>
            <p:nvPr/>
          </p:nvSpPr>
          <p:spPr bwMode="auto">
            <a:xfrm flipV="1">
              <a:off x="2505076" y="5349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1" name="Line 11"/>
            <p:cNvSpPr>
              <a:spLocks noChangeShapeType="1"/>
            </p:cNvSpPr>
            <p:nvPr/>
          </p:nvSpPr>
          <p:spPr bwMode="auto">
            <a:xfrm flipV="1">
              <a:off x="2551113" y="53451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2" name="Line 12"/>
            <p:cNvSpPr>
              <a:spLocks noChangeShapeType="1"/>
            </p:cNvSpPr>
            <p:nvPr/>
          </p:nvSpPr>
          <p:spPr bwMode="auto">
            <a:xfrm flipV="1">
              <a:off x="2598738" y="53403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3" name="Line 13"/>
            <p:cNvSpPr>
              <a:spLocks noChangeShapeType="1"/>
            </p:cNvSpPr>
            <p:nvPr/>
          </p:nvSpPr>
          <p:spPr bwMode="auto">
            <a:xfrm flipV="1">
              <a:off x="2643188" y="53371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4" name="Line 14"/>
            <p:cNvSpPr>
              <a:spLocks noChangeShapeType="1"/>
            </p:cNvSpPr>
            <p:nvPr/>
          </p:nvSpPr>
          <p:spPr bwMode="auto">
            <a:xfrm flipV="1">
              <a:off x="2689226" y="53324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5" name="Line 15"/>
            <p:cNvSpPr>
              <a:spLocks noChangeShapeType="1"/>
            </p:cNvSpPr>
            <p:nvPr/>
          </p:nvSpPr>
          <p:spPr bwMode="auto">
            <a:xfrm flipV="1">
              <a:off x="2735263" y="53276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6" name="Line 16"/>
            <p:cNvSpPr>
              <a:spLocks noChangeShapeType="1"/>
            </p:cNvSpPr>
            <p:nvPr/>
          </p:nvSpPr>
          <p:spPr bwMode="auto">
            <a:xfrm flipV="1">
              <a:off x="2781301" y="532288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7" name="Line 17"/>
            <p:cNvSpPr>
              <a:spLocks noChangeShapeType="1"/>
            </p:cNvSpPr>
            <p:nvPr/>
          </p:nvSpPr>
          <p:spPr bwMode="auto">
            <a:xfrm flipV="1">
              <a:off x="2827338" y="53181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8" name="Line 18"/>
            <p:cNvSpPr>
              <a:spLocks noChangeShapeType="1"/>
            </p:cNvSpPr>
            <p:nvPr/>
          </p:nvSpPr>
          <p:spPr bwMode="auto">
            <a:xfrm flipV="1">
              <a:off x="2873376" y="53133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9" name="Line 19"/>
            <p:cNvSpPr>
              <a:spLocks noChangeShapeType="1"/>
            </p:cNvSpPr>
            <p:nvPr/>
          </p:nvSpPr>
          <p:spPr bwMode="auto">
            <a:xfrm flipV="1">
              <a:off x="2917826" y="53086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0" name="Line 20"/>
            <p:cNvSpPr>
              <a:spLocks noChangeShapeType="1"/>
            </p:cNvSpPr>
            <p:nvPr/>
          </p:nvSpPr>
          <p:spPr bwMode="auto">
            <a:xfrm flipV="1">
              <a:off x="2963863" y="53054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1" name="Line 21"/>
            <p:cNvSpPr>
              <a:spLocks noChangeShapeType="1"/>
            </p:cNvSpPr>
            <p:nvPr/>
          </p:nvSpPr>
          <p:spPr bwMode="auto">
            <a:xfrm flipV="1">
              <a:off x="3009901" y="53006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2" name="Line 22"/>
            <p:cNvSpPr>
              <a:spLocks noChangeShapeType="1"/>
            </p:cNvSpPr>
            <p:nvPr/>
          </p:nvSpPr>
          <p:spPr bwMode="auto">
            <a:xfrm flipV="1">
              <a:off x="3055938" y="529590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3" name="Line 23"/>
            <p:cNvSpPr>
              <a:spLocks noChangeShapeType="1"/>
            </p:cNvSpPr>
            <p:nvPr/>
          </p:nvSpPr>
          <p:spPr bwMode="auto">
            <a:xfrm flipV="1">
              <a:off x="3101976" y="52911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4" name="Line 24"/>
            <p:cNvSpPr>
              <a:spLocks noChangeShapeType="1"/>
            </p:cNvSpPr>
            <p:nvPr/>
          </p:nvSpPr>
          <p:spPr bwMode="auto">
            <a:xfrm flipV="1">
              <a:off x="3146426" y="5287963"/>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5" name="Line 25"/>
            <p:cNvSpPr>
              <a:spLocks noChangeShapeType="1"/>
            </p:cNvSpPr>
            <p:nvPr/>
          </p:nvSpPr>
          <p:spPr bwMode="auto">
            <a:xfrm flipV="1">
              <a:off x="3194051" y="52832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6" name="Line 26"/>
            <p:cNvSpPr>
              <a:spLocks noChangeShapeType="1"/>
            </p:cNvSpPr>
            <p:nvPr/>
          </p:nvSpPr>
          <p:spPr bwMode="auto">
            <a:xfrm flipV="1">
              <a:off x="3240088" y="52784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7" name="Line 27"/>
            <p:cNvSpPr>
              <a:spLocks noChangeShapeType="1"/>
            </p:cNvSpPr>
            <p:nvPr/>
          </p:nvSpPr>
          <p:spPr bwMode="auto">
            <a:xfrm flipV="1">
              <a:off x="3284538" y="52736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8" name="Line 28"/>
            <p:cNvSpPr>
              <a:spLocks noChangeShapeType="1"/>
            </p:cNvSpPr>
            <p:nvPr/>
          </p:nvSpPr>
          <p:spPr bwMode="auto">
            <a:xfrm flipV="1">
              <a:off x="3330576" y="52689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9" name="Line 29"/>
            <p:cNvSpPr>
              <a:spLocks noChangeShapeType="1"/>
            </p:cNvSpPr>
            <p:nvPr/>
          </p:nvSpPr>
          <p:spPr bwMode="auto">
            <a:xfrm flipV="1">
              <a:off x="3378201" y="52657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0" name="Line 30"/>
            <p:cNvSpPr>
              <a:spLocks noChangeShapeType="1"/>
            </p:cNvSpPr>
            <p:nvPr/>
          </p:nvSpPr>
          <p:spPr bwMode="auto">
            <a:xfrm flipV="1">
              <a:off x="3422651" y="52609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1" name="Line 31"/>
            <p:cNvSpPr>
              <a:spLocks noChangeShapeType="1"/>
            </p:cNvSpPr>
            <p:nvPr/>
          </p:nvSpPr>
          <p:spPr bwMode="auto">
            <a:xfrm flipV="1">
              <a:off x="3468688" y="52562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2" name="Line 32"/>
            <p:cNvSpPr>
              <a:spLocks noChangeShapeType="1"/>
            </p:cNvSpPr>
            <p:nvPr/>
          </p:nvSpPr>
          <p:spPr bwMode="auto">
            <a:xfrm flipV="1">
              <a:off x="3514726" y="52530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3" name="Line 33"/>
            <p:cNvSpPr>
              <a:spLocks noChangeShapeType="1"/>
            </p:cNvSpPr>
            <p:nvPr/>
          </p:nvSpPr>
          <p:spPr bwMode="auto">
            <a:xfrm flipV="1">
              <a:off x="3559176" y="524827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4" name="Line 34"/>
            <p:cNvSpPr>
              <a:spLocks noChangeShapeType="1"/>
            </p:cNvSpPr>
            <p:nvPr/>
          </p:nvSpPr>
          <p:spPr bwMode="auto">
            <a:xfrm flipV="1">
              <a:off x="3606801" y="524351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5" name="Line 35"/>
            <p:cNvSpPr>
              <a:spLocks noChangeShapeType="1"/>
            </p:cNvSpPr>
            <p:nvPr/>
          </p:nvSpPr>
          <p:spPr bwMode="auto">
            <a:xfrm flipV="1">
              <a:off x="3651251" y="52403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6" name="Line 36"/>
            <p:cNvSpPr>
              <a:spLocks noChangeShapeType="1"/>
            </p:cNvSpPr>
            <p:nvPr/>
          </p:nvSpPr>
          <p:spPr bwMode="auto">
            <a:xfrm flipV="1">
              <a:off x="3697288" y="52355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7" name="Line 37"/>
            <p:cNvSpPr>
              <a:spLocks noChangeShapeType="1"/>
            </p:cNvSpPr>
            <p:nvPr/>
          </p:nvSpPr>
          <p:spPr bwMode="auto">
            <a:xfrm flipV="1">
              <a:off x="3743326" y="52308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8" name="Line 38"/>
            <p:cNvSpPr>
              <a:spLocks noChangeShapeType="1"/>
            </p:cNvSpPr>
            <p:nvPr/>
          </p:nvSpPr>
          <p:spPr bwMode="auto">
            <a:xfrm flipV="1">
              <a:off x="3789363" y="522763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9" name="Line 39"/>
            <p:cNvSpPr>
              <a:spLocks noChangeShapeType="1"/>
            </p:cNvSpPr>
            <p:nvPr/>
          </p:nvSpPr>
          <p:spPr bwMode="auto">
            <a:xfrm flipV="1">
              <a:off x="3835401" y="5222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0" name="Line 40"/>
            <p:cNvSpPr>
              <a:spLocks noChangeShapeType="1"/>
            </p:cNvSpPr>
            <p:nvPr/>
          </p:nvSpPr>
          <p:spPr bwMode="auto">
            <a:xfrm flipV="1">
              <a:off x="3881438" y="5219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1" name="Line 41"/>
            <p:cNvSpPr>
              <a:spLocks noChangeShapeType="1"/>
            </p:cNvSpPr>
            <p:nvPr/>
          </p:nvSpPr>
          <p:spPr bwMode="auto">
            <a:xfrm flipV="1">
              <a:off x="3925888" y="5214938"/>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2" name="Line 42"/>
            <p:cNvSpPr>
              <a:spLocks noChangeShapeType="1"/>
            </p:cNvSpPr>
            <p:nvPr/>
          </p:nvSpPr>
          <p:spPr bwMode="auto">
            <a:xfrm flipV="1">
              <a:off x="3973513" y="52117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3" name="Line 43"/>
            <p:cNvSpPr>
              <a:spLocks noChangeShapeType="1"/>
            </p:cNvSpPr>
            <p:nvPr/>
          </p:nvSpPr>
          <p:spPr bwMode="auto">
            <a:xfrm flipV="1">
              <a:off x="4019551" y="52070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4" name="Line 44"/>
            <p:cNvSpPr>
              <a:spLocks noChangeShapeType="1"/>
            </p:cNvSpPr>
            <p:nvPr/>
          </p:nvSpPr>
          <p:spPr bwMode="auto">
            <a:xfrm flipV="1">
              <a:off x="4064001" y="520382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5" name="Line 45"/>
            <p:cNvSpPr>
              <a:spLocks noChangeShapeType="1"/>
            </p:cNvSpPr>
            <p:nvPr/>
          </p:nvSpPr>
          <p:spPr bwMode="auto">
            <a:xfrm flipV="1">
              <a:off x="4110038" y="51990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6" name="Line 46"/>
            <p:cNvSpPr>
              <a:spLocks noChangeShapeType="1"/>
            </p:cNvSpPr>
            <p:nvPr/>
          </p:nvSpPr>
          <p:spPr bwMode="auto">
            <a:xfrm flipV="1">
              <a:off x="4154488" y="519588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7" name="Line 47"/>
            <p:cNvSpPr>
              <a:spLocks noChangeShapeType="1"/>
            </p:cNvSpPr>
            <p:nvPr/>
          </p:nvSpPr>
          <p:spPr bwMode="auto">
            <a:xfrm flipV="1">
              <a:off x="4202113" y="51927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8" name="Line 48"/>
            <p:cNvSpPr>
              <a:spLocks noChangeShapeType="1"/>
            </p:cNvSpPr>
            <p:nvPr/>
          </p:nvSpPr>
          <p:spPr bwMode="auto">
            <a:xfrm flipV="1">
              <a:off x="4248151" y="51879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9" name="Line 49"/>
            <p:cNvSpPr>
              <a:spLocks noChangeShapeType="1"/>
            </p:cNvSpPr>
            <p:nvPr/>
          </p:nvSpPr>
          <p:spPr bwMode="auto">
            <a:xfrm flipV="1">
              <a:off x="4292601" y="51847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0" name="Line 50"/>
            <p:cNvSpPr>
              <a:spLocks noChangeShapeType="1"/>
            </p:cNvSpPr>
            <p:nvPr/>
          </p:nvSpPr>
          <p:spPr bwMode="auto">
            <a:xfrm flipV="1">
              <a:off x="4338638" y="5181600"/>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1" name="Line 51"/>
            <p:cNvSpPr>
              <a:spLocks noChangeShapeType="1"/>
            </p:cNvSpPr>
            <p:nvPr/>
          </p:nvSpPr>
          <p:spPr bwMode="auto">
            <a:xfrm flipV="1">
              <a:off x="4386263" y="51784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2" name="Line 52"/>
            <p:cNvSpPr>
              <a:spLocks noChangeShapeType="1"/>
            </p:cNvSpPr>
            <p:nvPr/>
          </p:nvSpPr>
          <p:spPr bwMode="auto">
            <a:xfrm flipV="1">
              <a:off x="4430713" y="517366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3" name="Line 53"/>
            <p:cNvSpPr>
              <a:spLocks noChangeShapeType="1"/>
            </p:cNvSpPr>
            <p:nvPr/>
          </p:nvSpPr>
          <p:spPr bwMode="auto">
            <a:xfrm flipV="1">
              <a:off x="4476751" y="51704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4" name="Line 54"/>
            <p:cNvSpPr>
              <a:spLocks noChangeShapeType="1"/>
            </p:cNvSpPr>
            <p:nvPr/>
          </p:nvSpPr>
          <p:spPr bwMode="auto">
            <a:xfrm flipV="1">
              <a:off x="4522788" y="51673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5" name="Line 55"/>
            <p:cNvSpPr>
              <a:spLocks noChangeShapeType="1"/>
            </p:cNvSpPr>
            <p:nvPr/>
          </p:nvSpPr>
          <p:spPr bwMode="auto">
            <a:xfrm flipV="1">
              <a:off x="4568826" y="51641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6" name="Line 56"/>
            <p:cNvSpPr>
              <a:spLocks noChangeShapeType="1"/>
            </p:cNvSpPr>
            <p:nvPr/>
          </p:nvSpPr>
          <p:spPr bwMode="auto">
            <a:xfrm flipV="1">
              <a:off x="4614863" y="51609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7" name="Line 57"/>
            <p:cNvSpPr>
              <a:spLocks noChangeShapeType="1"/>
            </p:cNvSpPr>
            <p:nvPr/>
          </p:nvSpPr>
          <p:spPr bwMode="auto">
            <a:xfrm flipV="1">
              <a:off x="4660901" y="51577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8" name="Line 58"/>
            <p:cNvSpPr>
              <a:spLocks noChangeShapeType="1"/>
            </p:cNvSpPr>
            <p:nvPr/>
          </p:nvSpPr>
          <p:spPr bwMode="auto">
            <a:xfrm flipV="1">
              <a:off x="4705351" y="515461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9" name="Line 59"/>
            <p:cNvSpPr>
              <a:spLocks noChangeShapeType="1"/>
            </p:cNvSpPr>
            <p:nvPr/>
          </p:nvSpPr>
          <p:spPr bwMode="auto">
            <a:xfrm flipV="1">
              <a:off x="4751388" y="51498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0" name="Line 60"/>
            <p:cNvSpPr>
              <a:spLocks noChangeShapeType="1"/>
            </p:cNvSpPr>
            <p:nvPr/>
          </p:nvSpPr>
          <p:spPr bwMode="auto">
            <a:xfrm flipV="1">
              <a:off x="4797426" y="51482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1" name="Line 61"/>
            <p:cNvSpPr>
              <a:spLocks noChangeShapeType="1"/>
            </p:cNvSpPr>
            <p:nvPr/>
          </p:nvSpPr>
          <p:spPr bwMode="auto">
            <a:xfrm flipV="1">
              <a:off x="4843463" y="51450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2" name="Line 62"/>
            <p:cNvSpPr>
              <a:spLocks noChangeShapeType="1"/>
            </p:cNvSpPr>
            <p:nvPr/>
          </p:nvSpPr>
          <p:spPr bwMode="auto">
            <a:xfrm flipV="1">
              <a:off x="4889501" y="51419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3" name="Line 63"/>
            <p:cNvSpPr>
              <a:spLocks noChangeShapeType="1"/>
            </p:cNvSpPr>
            <p:nvPr/>
          </p:nvSpPr>
          <p:spPr bwMode="auto">
            <a:xfrm flipV="1">
              <a:off x="4933951" y="513873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4" name="Line 64"/>
            <p:cNvSpPr>
              <a:spLocks noChangeShapeType="1"/>
            </p:cNvSpPr>
            <p:nvPr/>
          </p:nvSpPr>
          <p:spPr bwMode="auto">
            <a:xfrm flipV="1">
              <a:off x="4981576" y="513556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5" name="Line 65"/>
            <p:cNvSpPr>
              <a:spLocks noChangeShapeType="1"/>
            </p:cNvSpPr>
            <p:nvPr/>
          </p:nvSpPr>
          <p:spPr bwMode="auto">
            <a:xfrm flipV="1">
              <a:off x="5027613" y="51323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6" name="Line 66"/>
            <p:cNvSpPr>
              <a:spLocks noChangeShapeType="1"/>
            </p:cNvSpPr>
            <p:nvPr/>
          </p:nvSpPr>
          <p:spPr bwMode="auto">
            <a:xfrm flipV="1">
              <a:off x="5072063" y="51308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7" name="Line 67"/>
            <p:cNvSpPr>
              <a:spLocks noChangeShapeType="1"/>
            </p:cNvSpPr>
            <p:nvPr/>
          </p:nvSpPr>
          <p:spPr bwMode="auto">
            <a:xfrm flipV="1">
              <a:off x="5118101" y="5127625"/>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8" name="Line 68"/>
            <p:cNvSpPr>
              <a:spLocks noChangeShapeType="1"/>
            </p:cNvSpPr>
            <p:nvPr/>
          </p:nvSpPr>
          <p:spPr bwMode="auto">
            <a:xfrm flipV="1">
              <a:off x="5165726" y="51244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9" name="Line 69"/>
            <p:cNvSpPr>
              <a:spLocks noChangeShapeType="1"/>
            </p:cNvSpPr>
            <p:nvPr/>
          </p:nvSpPr>
          <p:spPr bwMode="auto">
            <a:xfrm flipV="1">
              <a:off x="5210176" y="51212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0" name="Line 70"/>
            <p:cNvSpPr>
              <a:spLocks noChangeShapeType="1"/>
            </p:cNvSpPr>
            <p:nvPr/>
          </p:nvSpPr>
          <p:spPr bwMode="auto">
            <a:xfrm flipV="1">
              <a:off x="5256213" y="5119688"/>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1" name="Line 71"/>
            <p:cNvSpPr>
              <a:spLocks noChangeShapeType="1"/>
            </p:cNvSpPr>
            <p:nvPr/>
          </p:nvSpPr>
          <p:spPr bwMode="auto">
            <a:xfrm flipV="1">
              <a:off x="5302251" y="51165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2" name="Line 72"/>
            <p:cNvSpPr>
              <a:spLocks noChangeShapeType="1"/>
            </p:cNvSpPr>
            <p:nvPr/>
          </p:nvSpPr>
          <p:spPr bwMode="auto">
            <a:xfrm flipV="1">
              <a:off x="5346701" y="51149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3" name="Line 73"/>
            <p:cNvSpPr>
              <a:spLocks noChangeShapeType="1"/>
            </p:cNvSpPr>
            <p:nvPr/>
          </p:nvSpPr>
          <p:spPr bwMode="auto">
            <a:xfrm flipV="1">
              <a:off x="5394326" y="51117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4" name="Line 74"/>
            <p:cNvSpPr>
              <a:spLocks noChangeShapeType="1"/>
            </p:cNvSpPr>
            <p:nvPr/>
          </p:nvSpPr>
          <p:spPr bwMode="auto">
            <a:xfrm flipV="1">
              <a:off x="5438776" y="51101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5" name="Line 75"/>
            <p:cNvSpPr>
              <a:spLocks noChangeShapeType="1"/>
            </p:cNvSpPr>
            <p:nvPr/>
          </p:nvSpPr>
          <p:spPr bwMode="auto">
            <a:xfrm flipV="1">
              <a:off x="5484813" y="5106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6" name="Line 76"/>
            <p:cNvSpPr>
              <a:spLocks noChangeShapeType="1"/>
            </p:cNvSpPr>
            <p:nvPr/>
          </p:nvSpPr>
          <p:spPr bwMode="auto">
            <a:xfrm flipV="1">
              <a:off x="5530851" y="510540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7" name="Line 77"/>
            <p:cNvSpPr>
              <a:spLocks noChangeShapeType="1"/>
            </p:cNvSpPr>
            <p:nvPr/>
          </p:nvSpPr>
          <p:spPr bwMode="auto">
            <a:xfrm flipV="1">
              <a:off x="5576888" y="51038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8" name="Line 78"/>
            <p:cNvSpPr>
              <a:spLocks noChangeShapeType="1"/>
            </p:cNvSpPr>
            <p:nvPr/>
          </p:nvSpPr>
          <p:spPr bwMode="auto">
            <a:xfrm flipV="1">
              <a:off x="5622926" y="51006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9" name="Line 79"/>
            <p:cNvSpPr>
              <a:spLocks noChangeShapeType="1"/>
            </p:cNvSpPr>
            <p:nvPr/>
          </p:nvSpPr>
          <p:spPr bwMode="auto">
            <a:xfrm flipV="1">
              <a:off x="5668963" y="50990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0" name="Line 80"/>
            <p:cNvSpPr>
              <a:spLocks noChangeShapeType="1"/>
            </p:cNvSpPr>
            <p:nvPr/>
          </p:nvSpPr>
          <p:spPr bwMode="auto">
            <a:xfrm flipV="1">
              <a:off x="5713413" y="50974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1" name="Line 81"/>
            <p:cNvSpPr>
              <a:spLocks noChangeShapeType="1"/>
            </p:cNvSpPr>
            <p:nvPr/>
          </p:nvSpPr>
          <p:spPr bwMode="auto">
            <a:xfrm flipV="1">
              <a:off x="5761038" y="50958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2" name="Line 82"/>
            <p:cNvSpPr>
              <a:spLocks noChangeShapeType="1"/>
            </p:cNvSpPr>
            <p:nvPr/>
          </p:nvSpPr>
          <p:spPr bwMode="auto">
            <a:xfrm flipV="1">
              <a:off x="5807076" y="5092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3" name="Line 83"/>
            <p:cNvSpPr>
              <a:spLocks noChangeShapeType="1"/>
            </p:cNvSpPr>
            <p:nvPr/>
          </p:nvSpPr>
          <p:spPr bwMode="auto">
            <a:xfrm flipV="1">
              <a:off x="5851526" y="50911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4" name="Line 84"/>
            <p:cNvSpPr>
              <a:spLocks noChangeShapeType="1"/>
            </p:cNvSpPr>
            <p:nvPr/>
          </p:nvSpPr>
          <p:spPr bwMode="auto">
            <a:xfrm flipV="1">
              <a:off x="5897563" y="50895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5" name="Line 85"/>
            <p:cNvSpPr>
              <a:spLocks noChangeShapeType="1"/>
            </p:cNvSpPr>
            <p:nvPr/>
          </p:nvSpPr>
          <p:spPr bwMode="auto">
            <a:xfrm flipV="1">
              <a:off x="5943601" y="50879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6" name="Line 86"/>
            <p:cNvSpPr>
              <a:spLocks noChangeShapeType="1"/>
            </p:cNvSpPr>
            <p:nvPr/>
          </p:nvSpPr>
          <p:spPr bwMode="auto">
            <a:xfrm flipV="1">
              <a:off x="5989638" y="508635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7" name="Line 87"/>
            <p:cNvSpPr>
              <a:spLocks noChangeShapeType="1"/>
            </p:cNvSpPr>
            <p:nvPr/>
          </p:nvSpPr>
          <p:spPr bwMode="auto">
            <a:xfrm flipV="1">
              <a:off x="6035676" y="50863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8" name="Line 88"/>
            <p:cNvSpPr>
              <a:spLocks noChangeShapeType="1"/>
            </p:cNvSpPr>
            <p:nvPr/>
          </p:nvSpPr>
          <p:spPr bwMode="auto">
            <a:xfrm flipV="1">
              <a:off x="6080126" y="50847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9" name="Line 89"/>
            <p:cNvSpPr>
              <a:spLocks noChangeShapeType="1"/>
            </p:cNvSpPr>
            <p:nvPr/>
          </p:nvSpPr>
          <p:spPr bwMode="auto">
            <a:xfrm flipV="1">
              <a:off x="6126163" y="50831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0" name="Line 90"/>
            <p:cNvSpPr>
              <a:spLocks noChangeShapeType="1"/>
            </p:cNvSpPr>
            <p:nvPr/>
          </p:nvSpPr>
          <p:spPr bwMode="auto">
            <a:xfrm flipV="1">
              <a:off x="6173788" y="508158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1" name="Line 91"/>
            <p:cNvSpPr>
              <a:spLocks noChangeShapeType="1"/>
            </p:cNvSpPr>
            <p:nvPr/>
          </p:nvSpPr>
          <p:spPr bwMode="auto">
            <a:xfrm flipV="1">
              <a:off x="6218238" y="50800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2" name="Line 92"/>
            <p:cNvSpPr>
              <a:spLocks noChangeShapeType="1"/>
            </p:cNvSpPr>
            <p:nvPr/>
          </p:nvSpPr>
          <p:spPr bwMode="auto">
            <a:xfrm flipV="1">
              <a:off x="6264276" y="50784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3" name="Line 93"/>
            <p:cNvSpPr>
              <a:spLocks noChangeShapeType="1"/>
            </p:cNvSpPr>
            <p:nvPr/>
          </p:nvSpPr>
          <p:spPr bwMode="auto">
            <a:xfrm flipV="1">
              <a:off x="6310313" y="50784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4" name="Line 94"/>
            <p:cNvSpPr>
              <a:spLocks noChangeShapeType="1"/>
            </p:cNvSpPr>
            <p:nvPr/>
          </p:nvSpPr>
          <p:spPr bwMode="auto">
            <a:xfrm flipV="1">
              <a:off x="6356351" y="507682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5" name="Line 95"/>
            <p:cNvSpPr>
              <a:spLocks noChangeShapeType="1"/>
            </p:cNvSpPr>
            <p:nvPr/>
          </p:nvSpPr>
          <p:spPr bwMode="auto">
            <a:xfrm flipV="1">
              <a:off x="6402388" y="50768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6" name="Line 96"/>
            <p:cNvSpPr>
              <a:spLocks noChangeShapeType="1"/>
            </p:cNvSpPr>
            <p:nvPr/>
          </p:nvSpPr>
          <p:spPr bwMode="auto">
            <a:xfrm flipV="1">
              <a:off x="6448426" y="50752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7" name="Line 97"/>
            <p:cNvSpPr>
              <a:spLocks noChangeShapeType="1"/>
            </p:cNvSpPr>
            <p:nvPr/>
          </p:nvSpPr>
          <p:spPr bwMode="auto">
            <a:xfrm flipV="1">
              <a:off x="6492876" y="507523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8" name="Line 98"/>
            <p:cNvSpPr>
              <a:spLocks noChangeShapeType="1"/>
            </p:cNvSpPr>
            <p:nvPr/>
          </p:nvSpPr>
          <p:spPr bwMode="auto">
            <a:xfrm flipV="1">
              <a:off x="6540501" y="50736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9" name="Line 99"/>
            <p:cNvSpPr>
              <a:spLocks noChangeShapeType="1"/>
            </p:cNvSpPr>
            <p:nvPr/>
          </p:nvSpPr>
          <p:spPr bwMode="auto">
            <a:xfrm flipV="1">
              <a:off x="6584951" y="507365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0" name="Line 100"/>
            <p:cNvSpPr>
              <a:spLocks noChangeShapeType="1"/>
            </p:cNvSpPr>
            <p:nvPr/>
          </p:nvSpPr>
          <p:spPr bwMode="auto">
            <a:xfrm flipV="1">
              <a:off x="66309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1" name="Line 101"/>
            <p:cNvSpPr>
              <a:spLocks noChangeShapeType="1"/>
            </p:cNvSpPr>
            <p:nvPr/>
          </p:nvSpPr>
          <p:spPr bwMode="auto">
            <a:xfrm flipV="1">
              <a:off x="6677026"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2" name="Line 102"/>
            <p:cNvSpPr>
              <a:spLocks noChangeShapeType="1"/>
            </p:cNvSpPr>
            <p:nvPr/>
          </p:nvSpPr>
          <p:spPr bwMode="auto">
            <a:xfrm flipV="1">
              <a:off x="6721476" y="50720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3" name="Line 103"/>
            <p:cNvSpPr>
              <a:spLocks noChangeShapeType="1"/>
            </p:cNvSpPr>
            <p:nvPr/>
          </p:nvSpPr>
          <p:spPr bwMode="auto">
            <a:xfrm>
              <a:off x="6769101" y="50720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4" name="Line 104"/>
            <p:cNvSpPr>
              <a:spLocks noChangeShapeType="1"/>
            </p:cNvSpPr>
            <p:nvPr/>
          </p:nvSpPr>
          <p:spPr bwMode="auto">
            <a:xfrm flipV="1">
              <a:off x="6815138"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5" name="Line 105"/>
            <p:cNvSpPr>
              <a:spLocks noChangeShapeType="1"/>
            </p:cNvSpPr>
            <p:nvPr/>
          </p:nvSpPr>
          <p:spPr bwMode="auto">
            <a:xfrm>
              <a:off x="68595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6" name="Line 106"/>
            <p:cNvSpPr>
              <a:spLocks noChangeShapeType="1"/>
            </p:cNvSpPr>
            <p:nvPr/>
          </p:nvSpPr>
          <p:spPr bwMode="auto">
            <a:xfrm flipV="1">
              <a:off x="6905626" y="50704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7" name="Line 107"/>
            <p:cNvSpPr>
              <a:spLocks noChangeShapeType="1"/>
            </p:cNvSpPr>
            <p:nvPr/>
          </p:nvSpPr>
          <p:spPr bwMode="auto">
            <a:xfrm>
              <a:off x="6953251" y="5070475"/>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8" name="Line 108"/>
            <p:cNvSpPr>
              <a:spLocks noChangeShapeType="1"/>
            </p:cNvSpPr>
            <p:nvPr/>
          </p:nvSpPr>
          <p:spPr bwMode="auto">
            <a:xfrm>
              <a:off x="2460626" y="53594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9" name="Line 109"/>
            <p:cNvSpPr>
              <a:spLocks noChangeShapeType="1"/>
            </p:cNvSpPr>
            <p:nvPr/>
          </p:nvSpPr>
          <p:spPr bwMode="auto">
            <a:xfrm>
              <a:off x="2505076" y="5364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0" name="Line 110"/>
            <p:cNvSpPr>
              <a:spLocks noChangeShapeType="1"/>
            </p:cNvSpPr>
            <p:nvPr/>
          </p:nvSpPr>
          <p:spPr bwMode="auto">
            <a:xfrm>
              <a:off x="2551113" y="53689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1" name="Line 111"/>
            <p:cNvSpPr>
              <a:spLocks noChangeShapeType="1"/>
            </p:cNvSpPr>
            <p:nvPr/>
          </p:nvSpPr>
          <p:spPr bwMode="auto">
            <a:xfrm>
              <a:off x="2598738" y="537368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2" name="Line 112"/>
            <p:cNvSpPr>
              <a:spLocks noChangeShapeType="1"/>
            </p:cNvSpPr>
            <p:nvPr/>
          </p:nvSpPr>
          <p:spPr bwMode="auto">
            <a:xfrm>
              <a:off x="2643188" y="5378450"/>
              <a:ext cx="2857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3" name="Line 113"/>
            <p:cNvSpPr>
              <a:spLocks noChangeShapeType="1"/>
            </p:cNvSpPr>
            <p:nvPr/>
          </p:nvSpPr>
          <p:spPr bwMode="auto">
            <a:xfrm>
              <a:off x="2884488" y="5402263"/>
              <a:ext cx="333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4" name="Line 114"/>
            <p:cNvSpPr>
              <a:spLocks noChangeShapeType="1"/>
            </p:cNvSpPr>
            <p:nvPr/>
          </p:nvSpPr>
          <p:spPr bwMode="auto">
            <a:xfrm>
              <a:off x="2917826" y="540543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5" name="Line 115"/>
            <p:cNvSpPr>
              <a:spLocks noChangeShapeType="1"/>
            </p:cNvSpPr>
            <p:nvPr/>
          </p:nvSpPr>
          <p:spPr bwMode="auto">
            <a:xfrm>
              <a:off x="2963863" y="5410200"/>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6" name="Line 116"/>
            <p:cNvSpPr>
              <a:spLocks noChangeShapeType="1"/>
            </p:cNvSpPr>
            <p:nvPr/>
          </p:nvSpPr>
          <p:spPr bwMode="auto">
            <a:xfrm>
              <a:off x="3009901" y="54133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7" name="Line 117"/>
            <p:cNvSpPr>
              <a:spLocks noChangeShapeType="1"/>
            </p:cNvSpPr>
            <p:nvPr/>
          </p:nvSpPr>
          <p:spPr bwMode="auto">
            <a:xfrm>
              <a:off x="3055938" y="5418138"/>
              <a:ext cx="4127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8" name="Line 118"/>
            <p:cNvSpPr>
              <a:spLocks noChangeShapeType="1"/>
            </p:cNvSpPr>
            <p:nvPr/>
          </p:nvSpPr>
          <p:spPr bwMode="auto">
            <a:xfrm>
              <a:off x="3309938" y="5443538"/>
              <a:ext cx="206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9" name="Line 119"/>
            <p:cNvSpPr>
              <a:spLocks noChangeShapeType="1"/>
            </p:cNvSpPr>
            <p:nvPr/>
          </p:nvSpPr>
          <p:spPr bwMode="auto">
            <a:xfrm>
              <a:off x="3330576" y="54451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0" name="Line 120"/>
            <p:cNvSpPr>
              <a:spLocks noChangeShapeType="1"/>
            </p:cNvSpPr>
            <p:nvPr/>
          </p:nvSpPr>
          <p:spPr bwMode="auto">
            <a:xfrm>
              <a:off x="3378201" y="54498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1" name="Line 121"/>
            <p:cNvSpPr>
              <a:spLocks noChangeShapeType="1"/>
            </p:cNvSpPr>
            <p:nvPr/>
          </p:nvSpPr>
          <p:spPr bwMode="auto">
            <a:xfrm>
              <a:off x="3422651" y="54530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2" name="Line 122"/>
            <p:cNvSpPr>
              <a:spLocks noChangeShapeType="1"/>
            </p:cNvSpPr>
            <p:nvPr/>
          </p:nvSpPr>
          <p:spPr bwMode="auto">
            <a:xfrm>
              <a:off x="3468688" y="54578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3" name="Line 123"/>
            <p:cNvSpPr>
              <a:spLocks noChangeShapeType="1"/>
            </p:cNvSpPr>
            <p:nvPr/>
          </p:nvSpPr>
          <p:spPr bwMode="auto">
            <a:xfrm>
              <a:off x="3514726" y="5462588"/>
              <a:ext cx="95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4" name="Line 124"/>
            <p:cNvSpPr>
              <a:spLocks noChangeShapeType="1"/>
            </p:cNvSpPr>
            <p:nvPr/>
          </p:nvSpPr>
          <p:spPr bwMode="auto">
            <a:xfrm>
              <a:off x="3736976" y="5483225"/>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5" name="Line 125"/>
            <p:cNvSpPr>
              <a:spLocks noChangeShapeType="1"/>
            </p:cNvSpPr>
            <p:nvPr/>
          </p:nvSpPr>
          <p:spPr bwMode="auto">
            <a:xfrm>
              <a:off x="3743326" y="548322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6" name="Line 126"/>
            <p:cNvSpPr>
              <a:spLocks noChangeShapeType="1"/>
            </p:cNvSpPr>
            <p:nvPr/>
          </p:nvSpPr>
          <p:spPr bwMode="auto">
            <a:xfrm>
              <a:off x="3789363" y="5487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7" name="Line 127"/>
            <p:cNvSpPr>
              <a:spLocks noChangeShapeType="1"/>
            </p:cNvSpPr>
            <p:nvPr/>
          </p:nvSpPr>
          <p:spPr bwMode="auto">
            <a:xfrm>
              <a:off x="3835401" y="5491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8" name="Line 128"/>
            <p:cNvSpPr>
              <a:spLocks noChangeShapeType="1"/>
            </p:cNvSpPr>
            <p:nvPr/>
          </p:nvSpPr>
          <p:spPr bwMode="auto">
            <a:xfrm>
              <a:off x="3881438" y="54959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9" name="Line 129"/>
            <p:cNvSpPr>
              <a:spLocks noChangeShapeType="1"/>
            </p:cNvSpPr>
            <p:nvPr/>
          </p:nvSpPr>
          <p:spPr bwMode="auto">
            <a:xfrm>
              <a:off x="3925888" y="5499100"/>
              <a:ext cx="2698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0" name="Line 130"/>
            <p:cNvSpPr>
              <a:spLocks noChangeShapeType="1"/>
            </p:cNvSpPr>
            <p:nvPr/>
          </p:nvSpPr>
          <p:spPr bwMode="auto">
            <a:xfrm>
              <a:off x="4168776" y="55197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1" name="Line 131"/>
            <p:cNvSpPr>
              <a:spLocks noChangeShapeType="1"/>
            </p:cNvSpPr>
            <p:nvPr/>
          </p:nvSpPr>
          <p:spPr bwMode="auto">
            <a:xfrm>
              <a:off x="4202113" y="55229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2" name="Line 132"/>
            <p:cNvSpPr>
              <a:spLocks noChangeShapeType="1"/>
            </p:cNvSpPr>
            <p:nvPr/>
          </p:nvSpPr>
          <p:spPr bwMode="auto">
            <a:xfrm>
              <a:off x="4248151" y="55276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3" name="Line 133"/>
            <p:cNvSpPr>
              <a:spLocks noChangeShapeType="1"/>
            </p:cNvSpPr>
            <p:nvPr/>
          </p:nvSpPr>
          <p:spPr bwMode="auto">
            <a:xfrm>
              <a:off x="4292601" y="55308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4" name="Line 134"/>
            <p:cNvSpPr>
              <a:spLocks noChangeShapeType="1"/>
            </p:cNvSpPr>
            <p:nvPr/>
          </p:nvSpPr>
          <p:spPr bwMode="auto">
            <a:xfrm>
              <a:off x="4338638" y="55340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5" name="Line 135"/>
            <p:cNvSpPr>
              <a:spLocks noChangeShapeType="1"/>
            </p:cNvSpPr>
            <p:nvPr/>
          </p:nvSpPr>
          <p:spPr bwMode="auto">
            <a:xfrm>
              <a:off x="4602163" y="5554663"/>
              <a:ext cx="1270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6" name="Line 136"/>
            <p:cNvSpPr>
              <a:spLocks noChangeShapeType="1"/>
            </p:cNvSpPr>
            <p:nvPr/>
          </p:nvSpPr>
          <p:spPr bwMode="auto">
            <a:xfrm>
              <a:off x="4614863" y="55546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7" name="Line 137"/>
            <p:cNvSpPr>
              <a:spLocks noChangeShapeType="1"/>
            </p:cNvSpPr>
            <p:nvPr/>
          </p:nvSpPr>
          <p:spPr bwMode="auto">
            <a:xfrm>
              <a:off x="4660901" y="55578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8" name="Line 138"/>
            <p:cNvSpPr>
              <a:spLocks noChangeShapeType="1"/>
            </p:cNvSpPr>
            <p:nvPr/>
          </p:nvSpPr>
          <p:spPr bwMode="auto">
            <a:xfrm>
              <a:off x="4705351" y="55610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9" name="Line 139"/>
            <p:cNvSpPr>
              <a:spLocks noChangeShapeType="1"/>
            </p:cNvSpPr>
            <p:nvPr/>
          </p:nvSpPr>
          <p:spPr bwMode="auto">
            <a:xfrm>
              <a:off x="4751388" y="55657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0" name="Line 140"/>
            <p:cNvSpPr>
              <a:spLocks noChangeShapeType="1"/>
            </p:cNvSpPr>
            <p:nvPr/>
          </p:nvSpPr>
          <p:spPr bwMode="auto">
            <a:xfrm>
              <a:off x="4797426" y="5568950"/>
              <a:ext cx="222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1" name="Line 141"/>
            <p:cNvSpPr>
              <a:spLocks noChangeShapeType="1"/>
            </p:cNvSpPr>
            <p:nvPr/>
          </p:nvSpPr>
          <p:spPr bwMode="auto">
            <a:xfrm>
              <a:off x="5038726" y="55832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2" name="Line 142"/>
            <p:cNvSpPr>
              <a:spLocks noChangeShapeType="1"/>
            </p:cNvSpPr>
            <p:nvPr/>
          </p:nvSpPr>
          <p:spPr bwMode="auto">
            <a:xfrm>
              <a:off x="5072063" y="55864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3" name="Line 143"/>
            <p:cNvSpPr>
              <a:spLocks noChangeShapeType="1"/>
            </p:cNvSpPr>
            <p:nvPr/>
          </p:nvSpPr>
          <p:spPr bwMode="auto">
            <a:xfrm>
              <a:off x="5118101" y="558958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4" name="Line 144"/>
            <p:cNvSpPr>
              <a:spLocks noChangeShapeType="1"/>
            </p:cNvSpPr>
            <p:nvPr/>
          </p:nvSpPr>
          <p:spPr bwMode="auto">
            <a:xfrm>
              <a:off x="5165726" y="55911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5" name="Line 145"/>
            <p:cNvSpPr>
              <a:spLocks noChangeShapeType="1"/>
            </p:cNvSpPr>
            <p:nvPr/>
          </p:nvSpPr>
          <p:spPr bwMode="auto">
            <a:xfrm>
              <a:off x="5210176" y="55943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6" name="Line 146"/>
            <p:cNvSpPr>
              <a:spLocks noChangeShapeType="1"/>
            </p:cNvSpPr>
            <p:nvPr/>
          </p:nvSpPr>
          <p:spPr bwMode="auto">
            <a:xfrm>
              <a:off x="5256213" y="5597525"/>
              <a:ext cx="158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7" name="Line 147"/>
            <p:cNvSpPr>
              <a:spLocks noChangeShapeType="1"/>
            </p:cNvSpPr>
            <p:nvPr/>
          </p:nvSpPr>
          <p:spPr bwMode="auto">
            <a:xfrm>
              <a:off x="5478463" y="5608638"/>
              <a:ext cx="63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8" name="Line 148"/>
            <p:cNvSpPr>
              <a:spLocks noChangeShapeType="1"/>
            </p:cNvSpPr>
            <p:nvPr/>
          </p:nvSpPr>
          <p:spPr bwMode="auto">
            <a:xfrm>
              <a:off x="5484813" y="56102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9" name="Line 149"/>
            <p:cNvSpPr>
              <a:spLocks noChangeShapeType="1"/>
            </p:cNvSpPr>
            <p:nvPr/>
          </p:nvSpPr>
          <p:spPr bwMode="auto">
            <a:xfrm>
              <a:off x="5530851" y="56118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0" name="Line 150"/>
            <p:cNvSpPr>
              <a:spLocks noChangeShapeType="1"/>
            </p:cNvSpPr>
            <p:nvPr/>
          </p:nvSpPr>
          <p:spPr bwMode="auto">
            <a:xfrm>
              <a:off x="5576888" y="56134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1" name="Line 151"/>
            <p:cNvSpPr>
              <a:spLocks noChangeShapeType="1"/>
            </p:cNvSpPr>
            <p:nvPr/>
          </p:nvSpPr>
          <p:spPr bwMode="auto">
            <a:xfrm>
              <a:off x="5622926" y="56149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2" name="Line 152"/>
            <p:cNvSpPr>
              <a:spLocks noChangeShapeType="1"/>
            </p:cNvSpPr>
            <p:nvPr/>
          </p:nvSpPr>
          <p:spPr bwMode="auto">
            <a:xfrm>
              <a:off x="5668963" y="5618163"/>
              <a:ext cx="30163"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3" name="Line 153"/>
            <p:cNvSpPr>
              <a:spLocks noChangeShapeType="1"/>
            </p:cNvSpPr>
            <p:nvPr/>
          </p:nvSpPr>
          <p:spPr bwMode="auto">
            <a:xfrm>
              <a:off x="5921376" y="5627688"/>
              <a:ext cx="222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4" name="Line 154"/>
            <p:cNvSpPr>
              <a:spLocks noChangeShapeType="1"/>
            </p:cNvSpPr>
            <p:nvPr/>
          </p:nvSpPr>
          <p:spPr bwMode="auto">
            <a:xfrm>
              <a:off x="5943601" y="562927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5" name="Line 155"/>
            <p:cNvSpPr>
              <a:spLocks noChangeShapeType="1"/>
            </p:cNvSpPr>
            <p:nvPr/>
          </p:nvSpPr>
          <p:spPr bwMode="auto">
            <a:xfrm>
              <a:off x="5989638" y="56308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6" name="Line 156"/>
            <p:cNvSpPr>
              <a:spLocks noChangeShapeType="1"/>
            </p:cNvSpPr>
            <p:nvPr/>
          </p:nvSpPr>
          <p:spPr bwMode="auto">
            <a:xfrm>
              <a:off x="6035676" y="56324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7" name="Line 157"/>
            <p:cNvSpPr>
              <a:spLocks noChangeShapeType="1"/>
            </p:cNvSpPr>
            <p:nvPr/>
          </p:nvSpPr>
          <p:spPr bwMode="auto">
            <a:xfrm>
              <a:off x="6080126" y="56340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8" name="Line 158"/>
            <p:cNvSpPr>
              <a:spLocks noChangeShapeType="1"/>
            </p:cNvSpPr>
            <p:nvPr/>
          </p:nvSpPr>
          <p:spPr bwMode="auto">
            <a:xfrm>
              <a:off x="6126163" y="5634038"/>
              <a:ext cx="190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9" name="Line 159"/>
            <p:cNvSpPr>
              <a:spLocks noChangeShapeType="1"/>
            </p:cNvSpPr>
            <p:nvPr/>
          </p:nvSpPr>
          <p:spPr bwMode="auto">
            <a:xfrm>
              <a:off x="6369051" y="5640388"/>
              <a:ext cx="333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0" name="Line 160"/>
            <p:cNvSpPr>
              <a:spLocks noChangeShapeType="1"/>
            </p:cNvSpPr>
            <p:nvPr/>
          </p:nvSpPr>
          <p:spPr bwMode="auto">
            <a:xfrm>
              <a:off x="6402388" y="56419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1" name="Line 161"/>
            <p:cNvSpPr>
              <a:spLocks noChangeShapeType="1"/>
            </p:cNvSpPr>
            <p:nvPr/>
          </p:nvSpPr>
          <p:spPr bwMode="auto">
            <a:xfrm>
              <a:off x="6448426"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2" name="Line 162"/>
            <p:cNvSpPr>
              <a:spLocks noChangeShapeType="1"/>
            </p:cNvSpPr>
            <p:nvPr/>
          </p:nvSpPr>
          <p:spPr bwMode="auto">
            <a:xfrm>
              <a:off x="6492876" y="56435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3" name="Line 163"/>
            <p:cNvSpPr>
              <a:spLocks noChangeShapeType="1"/>
            </p:cNvSpPr>
            <p:nvPr/>
          </p:nvSpPr>
          <p:spPr bwMode="auto">
            <a:xfrm>
              <a:off x="6540501"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4" name="Line 164"/>
            <p:cNvSpPr>
              <a:spLocks noChangeShapeType="1"/>
            </p:cNvSpPr>
            <p:nvPr/>
          </p:nvSpPr>
          <p:spPr bwMode="auto">
            <a:xfrm>
              <a:off x="6584951" y="5645150"/>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5" name="Line 165"/>
            <p:cNvSpPr>
              <a:spLocks noChangeShapeType="1"/>
            </p:cNvSpPr>
            <p:nvPr/>
          </p:nvSpPr>
          <p:spPr bwMode="auto">
            <a:xfrm>
              <a:off x="6815138" y="56467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6" name="Line 166"/>
            <p:cNvSpPr>
              <a:spLocks noChangeShapeType="1"/>
            </p:cNvSpPr>
            <p:nvPr/>
          </p:nvSpPr>
          <p:spPr bwMode="auto">
            <a:xfrm>
              <a:off x="6859588" y="56483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7" name="Line 167"/>
            <p:cNvSpPr>
              <a:spLocks noChangeShapeType="1"/>
            </p:cNvSpPr>
            <p:nvPr/>
          </p:nvSpPr>
          <p:spPr bwMode="auto">
            <a:xfrm>
              <a:off x="6905626" y="56483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sp>
        <p:nvSpPr>
          <p:cNvPr id="629777" name="Line 168"/>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Tree>
    <p:extLst>
      <p:ext uri="{BB962C8B-B14F-4D97-AF65-F5344CB8AC3E}">
        <p14:creationId xmlns:p14="http://schemas.microsoft.com/office/powerpoint/2010/main" val="23339947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91"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grpSp>
        <p:nvGrpSpPr>
          <p:cNvPr id="2" name="Group 548"/>
          <p:cNvGrpSpPr>
            <a:grpSpLocks/>
          </p:cNvGrpSpPr>
          <p:nvPr/>
        </p:nvGrpSpPr>
        <p:grpSpPr bwMode="auto">
          <a:xfrm>
            <a:off x="-482600" y="2070100"/>
            <a:ext cx="9877425" cy="3857625"/>
            <a:chOff x="-3386667" y="155109"/>
            <a:chExt cx="13264233" cy="6643624"/>
          </a:xfrm>
        </p:grpSpPr>
        <p:cxnSp>
          <p:nvCxnSpPr>
            <p:cNvPr id="12" name="Straight Arrow Connector 11"/>
            <p:cNvCxnSpPr/>
            <p:nvPr/>
          </p:nvCxnSpPr>
          <p:spPr>
            <a:xfrm rot="10800000" flipH="1">
              <a:off x="2614429" y="155109"/>
              <a:ext cx="4472575" cy="273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211"/>
            <p:cNvGrpSpPr>
              <a:grpSpLocks/>
            </p:cNvGrpSpPr>
            <p:nvPr/>
          </p:nvGrpSpPr>
          <p:grpSpPr bwMode="auto">
            <a:xfrm>
              <a:off x="3608614" y="5218489"/>
              <a:ext cx="2775857" cy="696685"/>
              <a:chOff x="5281613" y="5646738"/>
              <a:chExt cx="1438276" cy="628649"/>
            </a:xfrm>
          </p:grpSpPr>
          <p:sp>
            <p:nvSpPr>
              <p:cNvPr id="679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9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9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9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9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9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9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9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9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9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9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9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9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9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9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926"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927"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928"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929"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930"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931"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932"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933"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934"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935"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936"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937"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938"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939"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940"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941"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942"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943"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944"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945"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946"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947"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948"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949"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950"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951"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952"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953"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954"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955"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956"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957"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958"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959"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960"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961"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962"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963"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964"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965"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966"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967"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968"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969"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970"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971"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972"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973"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974"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975"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976"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977"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978"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979"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980"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981"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982"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983"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984"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985"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986"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987"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988"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989"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990"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991"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992"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993"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994"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995"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996"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997"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998"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999"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8000"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8001"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8002"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8003"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8004"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8005"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8006"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8007"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8008"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9351" y="2692263"/>
              <a:ext cx="4261525" cy="820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6" name="Object 2"/>
            <p:cNvGraphicFramePr>
              <a:graphicFrameLocks noChangeAspect="1"/>
            </p:cNvGraphicFramePr>
            <p:nvPr/>
          </p:nvGraphicFramePr>
          <p:xfrm>
            <a:off x="4858559" y="2775826"/>
            <a:ext cx="278306" cy="682401"/>
          </p:xfrm>
          <a:graphic>
            <a:graphicData uri="http://schemas.openxmlformats.org/presentationml/2006/ole">
              <mc:AlternateContent xmlns:mc="http://schemas.openxmlformats.org/markup-compatibility/2006">
                <mc:Choice xmlns:v="urn:schemas-microsoft-com:vml" Requires="v">
                  <p:oleObj name="Equation" r:id="rId2" imgW="266400" imgH="393480" progId="Equation.3">
                    <p:embed/>
                  </p:oleObj>
                </mc:Choice>
                <mc:Fallback>
                  <p:oleObj name="Equation" r:id="rId2" imgW="266400" imgH="393480" progId="Equation.3">
                    <p:embed/>
                    <p:pic>
                      <p:nvPicPr>
                        <p:cNvPr id="675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8559" y="2775826"/>
                          <a:ext cx="278306" cy="68240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8" name="Object 4"/>
            <p:cNvGraphicFramePr>
              <a:graphicFrameLocks noChangeAspect="1"/>
            </p:cNvGraphicFramePr>
            <p:nvPr/>
          </p:nvGraphicFramePr>
          <p:xfrm>
            <a:off x="4787447" y="6117696"/>
            <a:ext cx="277813" cy="681037"/>
          </p:xfrm>
          <a:graphic>
            <a:graphicData uri="http://schemas.openxmlformats.org/presentationml/2006/ole">
              <mc:AlternateContent xmlns:mc="http://schemas.openxmlformats.org/markup-compatibility/2006">
                <mc:Choice xmlns:v="urn:schemas-microsoft-com:vml" Requires="v">
                  <p:oleObj name="Equation" r:id="rId4" imgW="266400" imgH="393480" progId="Equation.3">
                    <p:embed/>
                  </p:oleObj>
                </mc:Choice>
                <mc:Fallback>
                  <p:oleObj name="Equation" r:id="rId4" imgW="266400" imgH="393480" progId="Equation.3">
                    <p:embed/>
                    <p:pic>
                      <p:nvPicPr>
                        <p:cNvPr id="6758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87447" y="6117696"/>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9" name="Object 5"/>
            <p:cNvGraphicFramePr>
              <a:graphicFrameLocks noChangeAspect="1"/>
            </p:cNvGraphicFramePr>
            <p:nvPr/>
          </p:nvGraphicFramePr>
          <p:xfrm>
            <a:off x="7314749" y="3187634"/>
            <a:ext cx="214313" cy="528637"/>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89"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14749" y="3187634"/>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5" name="Straight Arrow Connector 324"/>
            <p:cNvCxnSpPr/>
            <p:nvPr/>
          </p:nvCxnSpPr>
          <p:spPr>
            <a:xfrm flipV="1">
              <a:off x="2791370" y="5576635"/>
              <a:ext cx="692845" cy="10936"/>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90" name="Object 6"/>
            <p:cNvGraphicFramePr>
              <a:graphicFrameLocks noChangeAspect="1"/>
            </p:cNvGraphicFramePr>
            <p:nvPr/>
          </p:nvGraphicFramePr>
          <p:xfrm>
            <a:off x="7071030" y="5288669"/>
            <a:ext cx="215165" cy="527461"/>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9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71030" y="5288669"/>
                          <a:ext cx="215165" cy="52746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597" name="Rectangle 41"/>
            <p:cNvSpPr>
              <a:spLocks noChangeArrowheads="1"/>
            </p:cNvSpPr>
            <p:nvPr/>
          </p:nvSpPr>
          <p:spPr bwMode="auto">
            <a:xfrm>
              <a:off x="2390196" y="45839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8" name="Rectangle 41"/>
            <p:cNvSpPr>
              <a:spLocks noChangeArrowheads="1"/>
            </p:cNvSpPr>
            <p:nvPr/>
          </p:nvSpPr>
          <p:spPr bwMode="auto">
            <a:xfrm>
              <a:off x="4393167" y="4856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9" name="Rectangle 41"/>
            <p:cNvSpPr>
              <a:spLocks noChangeArrowheads="1"/>
            </p:cNvSpPr>
            <p:nvPr/>
          </p:nvSpPr>
          <p:spPr bwMode="auto">
            <a:xfrm>
              <a:off x="2939971" y="507401"/>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67600" name="Line 168"/>
            <p:cNvSpPr>
              <a:spLocks noChangeShapeType="1"/>
            </p:cNvSpPr>
            <p:nvPr/>
          </p:nvSpPr>
          <p:spPr bwMode="auto">
            <a:xfrm>
              <a:off x="4514981" y="1511671"/>
              <a:ext cx="44450" cy="1588"/>
            </a:xfrm>
            <a:prstGeom prst="line">
              <a:avLst/>
            </a:prstGeom>
            <a:noFill/>
            <a:ln w="28">
              <a:solidFill>
                <a:srgbClr val="FF0000"/>
              </a:solidFill>
              <a:round/>
              <a:headEnd/>
              <a:tailEnd/>
            </a:ln>
          </p:spPr>
          <p:txBody>
            <a:bodyPr/>
            <a:lstStyle/>
            <a:p>
              <a:endParaRPr lang="en-US" dirty="0"/>
            </a:p>
          </p:txBody>
        </p:sp>
        <p:sp>
          <p:nvSpPr>
            <p:cNvPr id="338" name="Rectangle 39"/>
            <p:cNvSpPr>
              <a:spLocks noChangeArrowheads="1"/>
            </p:cNvSpPr>
            <p:nvPr/>
          </p:nvSpPr>
          <p:spPr bwMode="auto">
            <a:xfrm>
              <a:off x="1060326" y="491392"/>
              <a:ext cx="4604748" cy="8010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332" name="Rectangle 331"/>
            <p:cNvSpPr/>
            <p:nvPr/>
          </p:nvSpPr>
          <p:spPr>
            <a:xfrm>
              <a:off x="761870" y="269937"/>
              <a:ext cx="1667089" cy="12576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7603" name="Rectangle 45"/>
            <p:cNvSpPr>
              <a:spLocks noChangeArrowheads="1"/>
            </p:cNvSpPr>
            <p:nvPr/>
          </p:nvSpPr>
          <p:spPr bwMode="auto">
            <a:xfrm>
              <a:off x="2374315" y="469281"/>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4" name="Group 18"/>
            <p:cNvGrpSpPr>
              <a:grpSpLocks/>
            </p:cNvGrpSpPr>
            <p:nvPr/>
          </p:nvGrpSpPr>
          <p:grpSpPr bwMode="auto">
            <a:xfrm>
              <a:off x="2379339" y="386004"/>
              <a:ext cx="4620986" cy="1028700"/>
              <a:chOff x="1098455" y="1454019"/>
              <a:chExt cx="7727044" cy="1028700"/>
            </a:xfrm>
          </p:grpSpPr>
          <p:sp>
            <p:nvSpPr>
              <p:cNvPr id="67909"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7910"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pic>
          <p:nvPicPr>
            <p:cNvPr id="67605" name="Picture 9"/>
            <p:cNvPicPr>
              <a:picLocks noChangeAspect="1" noChangeArrowheads="1"/>
            </p:cNvPicPr>
            <p:nvPr/>
          </p:nvPicPr>
          <p:blipFill>
            <a:blip r:embed="rId8" cstate="print"/>
            <a:srcRect/>
            <a:stretch>
              <a:fillRect/>
            </a:stretch>
          </p:blipFill>
          <p:spPr bwMode="auto">
            <a:xfrm>
              <a:off x="2628901" y="1651681"/>
              <a:ext cx="4278086" cy="973137"/>
            </a:xfrm>
            <a:prstGeom prst="rect">
              <a:avLst/>
            </a:prstGeom>
            <a:noFill/>
            <a:ln w="9525">
              <a:noFill/>
              <a:miter lim="800000"/>
              <a:headEnd/>
              <a:tailEnd/>
            </a:ln>
          </p:spPr>
        </p:pic>
        <p:pic>
          <p:nvPicPr>
            <p:cNvPr id="67606" name="Picture 10"/>
            <p:cNvPicPr>
              <a:picLocks noChangeAspect="1" noChangeArrowheads="1"/>
            </p:cNvPicPr>
            <p:nvPr/>
          </p:nvPicPr>
          <p:blipFill>
            <a:blip r:embed="rId9" cstate="print"/>
            <a:srcRect/>
            <a:stretch>
              <a:fillRect/>
            </a:stretch>
          </p:blipFill>
          <p:spPr bwMode="auto">
            <a:xfrm>
              <a:off x="2664279" y="3380241"/>
              <a:ext cx="4226378" cy="1044575"/>
            </a:xfrm>
            <a:prstGeom prst="rect">
              <a:avLst/>
            </a:prstGeom>
            <a:noFill/>
            <a:ln w="9525">
              <a:noFill/>
              <a:miter lim="800000"/>
              <a:headEnd/>
              <a:tailEnd/>
            </a:ln>
          </p:spPr>
        </p:pic>
        <p:pic>
          <p:nvPicPr>
            <p:cNvPr id="67607" name="Picture 11"/>
            <p:cNvPicPr>
              <a:picLocks noChangeAspect="1" noChangeArrowheads="1"/>
            </p:cNvPicPr>
            <p:nvPr/>
          </p:nvPicPr>
          <p:blipFill>
            <a:blip r:embed="rId10" cstate="print"/>
            <a:srcRect/>
            <a:stretch>
              <a:fillRect/>
            </a:stretch>
          </p:blipFill>
          <p:spPr bwMode="auto">
            <a:xfrm>
              <a:off x="2717573" y="4941281"/>
              <a:ext cx="4320041" cy="1165225"/>
            </a:xfrm>
            <a:prstGeom prst="rect">
              <a:avLst/>
            </a:prstGeom>
            <a:noFill/>
            <a:ln w="9525">
              <a:noFill/>
              <a:miter lim="800000"/>
              <a:headEnd/>
              <a:tailEnd/>
            </a:ln>
          </p:spPr>
        </p:pic>
        <p:grpSp>
          <p:nvGrpSpPr>
            <p:cNvPr id="5" name="Group 13"/>
            <p:cNvGrpSpPr>
              <a:grpSpLocks/>
            </p:cNvGrpSpPr>
            <p:nvPr/>
          </p:nvGrpSpPr>
          <p:grpSpPr bwMode="auto">
            <a:xfrm>
              <a:off x="-3386667" y="1894716"/>
              <a:ext cx="13264233" cy="577552"/>
              <a:chOff x="5281613" y="5646738"/>
              <a:chExt cx="1438276" cy="628649"/>
            </a:xfrm>
          </p:grpSpPr>
          <p:sp>
            <p:nvSpPr>
              <p:cNvPr id="678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8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8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8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8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8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8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8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8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8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8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8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8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8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8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82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82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82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82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83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83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83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83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83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83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83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83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83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83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84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84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84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84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84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84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84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84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84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84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85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85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85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85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85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85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85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85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85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85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86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86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86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86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86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86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86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86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86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86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87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87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87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87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87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87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87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87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87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87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88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88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88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88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88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88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88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88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88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88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89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89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89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89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89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89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89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9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9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9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90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90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90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90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90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90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90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90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sp>
            <p:nvSpPr>
              <p:cNvPr id="6790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grpSp>
        <p:grpSp>
          <p:nvGrpSpPr>
            <p:cNvPr id="6" name="Group 112"/>
            <p:cNvGrpSpPr>
              <a:grpSpLocks/>
            </p:cNvGrpSpPr>
            <p:nvPr/>
          </p:nvGrpSpPr>
          <p:grpSpPr bwMode="auto">
            <a:xfrm>
              <a:off x="2775857" y="3575964"/>
              <a:ext cx="5301343" cy="653141"/>
              <a:chOff x="5281613" y="5646738"/>
              <a:chExt cx="1438276" cy="628649"/>
            </a:xfrm>
          </p:grpSpPr>
          <p:sp>
            <p:nvSpPr>
              <p:cNvPr id="67713"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714"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715"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716"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717"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718"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719"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720"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721"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722"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723"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724"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725"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726"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727"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72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729"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730"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731"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732"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733"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734"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735"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736"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737"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738"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739"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740"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741"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742"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743"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744"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745"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746"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747"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748"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749"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750"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751"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752"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753"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754"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755"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756"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757"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758"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759"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760"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761"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762"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763"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764"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765"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766"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767"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768"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769"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770"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771"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772"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773"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774"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775"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776"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777"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778"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779"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780"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781"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782"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783"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784"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785"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786"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787"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788"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789"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790"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791"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792"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793"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794"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795"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796"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797"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98"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99"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00"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01"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02"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803"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804"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805"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806"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807"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808"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809"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810"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7" name="Group 112"/>
            <p:cNvGrpSpPr>
              <a:grpSpLocks/>
            </p:cNvGrpSpPr>
            <p:nvPr/>
          </p:nvGrpSpPr>
          <p:grpSpPr bwMode="auto">
            <a:xfrm>
              <a:off x="2843590" y="5201561"/>
              <a:ext cx="3235477" cy="653141"/>
              <a:chOff x="5281613" y="5646738"/>
              <a:chExt cx="1438276" cy="628649"/>
            </a:xfrm>
          </p:grpSpPr>
          <p:sp>
            <p:nvSpPr>
              <p:cNvPr id="67615"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616"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617"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618"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619"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620"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621"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622"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623"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624"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625"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626"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627"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628"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629"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630"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631"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632"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633"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634"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635"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636"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637"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638"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639"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640"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641"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642"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643"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644"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645"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646"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647"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648"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649"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650"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651"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652"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653"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654"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655"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656"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657"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658"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659"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660"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661"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662"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663"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664"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665"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666"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667"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668"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669"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670"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671"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672"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673"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674"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675"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676"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677"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678"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679"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680"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681"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682"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683"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684"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685"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686"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687"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688"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689"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690"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691"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692"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693"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694"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695"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696"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697"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698"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699"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00"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01"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702"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703"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704"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705"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706"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707"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708"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709"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710"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711"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712"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20" name="Straight Arrow Connector 319"/>
            <p:cNvCxnSpPr/>
            <p:nvPr/>
          </p:nvCxnSpPr>
          <p:spPr>
            <a:xfrm flipV="1">
              <a:off x="6803470" y="3859682"/>
              <a:ext cx="1240724" cy="13669"/>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8" name="Straight Arrow Connector 327"/>
            <p:cNvCxnSpPr/>
            <p:nvPr/>
          </p:nvCxnSpPr>
          <p:spPr>
            <a:xfrm flipV="1">
              <a:off x="6215086" y="5535624"/>
              <a:ext cx="744009"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7" name="Object 3"/>
            <p:cNvGraphicFramePr>
              <a:graphicFrameLocks noChangeAspect="1"/>
            </p:cNvGraphicFramePr>
            <p:nvPr/>
          </p:nvGraphicFramePr>
          <p:xfrm>
            <a:off x="4597400" y="4379913"/>
            <a:ext cx="461963" cy="684212"/>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7587" name="Object 3"/>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597400" y="4379913"/>
                          <a:ext cx="461963" cy="684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a:off x="2804161" y="6109765"/>
              <a:ext cx="4308425" cy="19139"/>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4" name="Straight Arrow Connector 313"/>
            <p:cNvCxnSpPr/>
            <p:nvPr/>
          </p:nvCxnSpPr>
          <p:spPr>
            <a:xfrm flipV="1">
              <a:off x="2650670" y="4384610"/>
              <a:ext cx="4240206" cy="3007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88385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223.7.2.6</a:t>
            </a:r>
          </a:p>
        </p:txBody>
      </p:sp>
      <p:sp>
        <p:nvSpPr>
          <p:cNvPr id="77828" name="Rectangle 3"/>
          <p:cNvSpPr>
            <a:spLocks noGrp="1" noChangeArrowheads="1"/>
          </p:cNvSpPr>
          <p:nvPr>
            <p:ph idx="1"/>
          </p:nvPr>
        </p:nvSpPr>
        <p:spPr/>
        <p:txBody>
          <a:bodyPr>
            <a:normAutofit fontScale="92500" lnSpcReduction="20000"/>
          </a:bodyPr>
          <a:lstStyle/>
          <a:p>
            <a:pPr marL="609600" indent="-609600" eaLnBrk="1" hangingPunct="1">
              <a:buFontTx/>
              <a:buNone/>
            </a:pPr>
            <a:r>
              <a:rPr lang="en-US" dirty="0"/>
              <a:t>A pipe, open on both ends has a tuning fork next to it which is oscillating at the pipe’s second harmonic frequency. The pipe is 30cm long? The speed of sound is 343m/s. What is the frequency we will hear?</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26</a:t>
            </a:fld>
            <a:endParaRPr lang="en-US"/>
          </a:p>
        </p:txBody>
      </p:sp>
    </p:spTree>
    <p:extLst>
      <p:ext uri="{BB962C8B-B14F-4D97-AF65-F5344CB8AC3E}">
        <p14:creationId xmlns:p14="http://schemas.microsoft.com/office/powerpoint/2010/main" val="315584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223.7.2.7</a:t>
            </a:r>
          </a:p>
        </p:txBody>
      </p:sp>
      <p:sp>
        <p:nvSpPr>
          <p:cNvPr id="77828" name="Rectangle 3"/>
          <p:cNvSpPr>
            <a:spLocks noGrp="1" noChangeArrowheads="1"/>
          </p:cNvSpPr>
          <p:nvPr>
            <p:ph idx="1"/>
          </p:nvPr>
        </p:nvSpPr>
        <p:spPr/>
        <p:txBody>
          <a:bodyPr>
            <a:normAutofit fontScale="92500" lnSpcReduction="10000"/>
          </a:bodyPr>
          <a:lstStyle/>
          <a:p>
            <a:pPr marL="609600" indent="-609600" eaLnBrk="1" hangingPunct="1">
              <a:buFontTx/>
              <a:buNone/>
            </a:pPr>
            <a:r>
              <a:rPr lang="en-US" dirty="0"/>
              <a:t>A pipe,  closed on one end has a tuning fork next to it which is oscillating at the pipe’s second harmonic frequency, How big is the wavelength compared to the pipe length?</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27</a:t>
            </a:fld>
            <a:endParaRPr lang="en-US"/>
          </a:p>
        </p:txBody>
      </p:sp>
    </p:spTree>
    <p:extLst>
      <p:ext uri="{BB962C8B-B14F-4D97-AF65-F5344CB8AC3E}">
        <p14:creationId xmlns:p14="http://schemas.microsoft.com/office/powerpoint/2010/main" val="740414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9" name="Rectangle 2"/>
          <p:cNvSpPr>
            <a:spLocks noGrp="1" noChangeArrowheads="1"/>
          </p:cNvSpPr>
          <p:nvPr>
            <p:ph type="title"/>
          </p:nvPr>
        </p:nvSpPr>
        <p:spPr/>
        <p:txBody>
          <a:bodyPr/>
          <a:lstStyle/>
          <a:p>
            <a:r>
              <a:rPr lang="en-US" dirty="0"/>
              <a:t>Question 223.7.4</a:t>
            </a:r>
          </a:p>
        </p:txBody>
      </p:sp>
      <p:sp>
        <p:nvSpPr>
          <p:cNvPr id="80900" name="Rectangle 3"/>
          <p:cNvSpPr>
            <a:spLocks noGrp="1" noChangeArrowheads="1"/>
          </p:cNvSpPr>
          <p:nvPr>
            <p:ph idx="1"/>
          </p:nvPr>
        </p:nvSpPr>
        <p:spPr/>
        <p:txBody>
          <a:bodyPr/>
          <a:lstStyle/>
          <a:p>
            <a:pPr marL="533400" indent="-533400" eaLnBrk="1" hangingPunct="1">
              <a:lnSpc>
                <a:spcPct val="90000"/>
              </a:lnSpc>
              <a:buFontTx/>
              <a:buNone/>
            </a:pPr>
            <a:r>
              <a:rPr lang="en-US" sz="2800"/>
              <a:t>You have designed a support structure, but you find you have a device placed on the structure that excites a longitudinal natural frequency of a support strut. To dampen this effect you could</a:t>
            </a:r>
          </a:p>
          <a:p>
            <a:pPr marL="533400" indent="-533400" eaLnBrk="1" hangingPunct="1">
              <a:lnSpc>
                <a:spcPct val="90000"/>
              </a:lnSpc>
              <a:buFontTx/>
              <a:buAutoNum type="arabicPeriod"/>
            </a:pPr>
            <a:r>
              <a:rPr lang="en-US" sz="2800"/>
              <a:t>Clamp the strut at a non resonant point</a:t>
            </a:r>
          </a:p>
          <a:p>
            <a:pPr marL="533400" indent="-533400" eaLnBrk="1" hangingPunct="1">
              <a:lnSpc>
                <a:spcPct val="90000"/>
              </a:lnSpc>
              <a:buFontTx/>
              <a:buAutoNum type="arabicPeriod"/>
            </a:pPr>
            <a:r>
              <a:rPr lang="en-US" sz="2800"/>
              <a:t>Apply glue to the end where the struts fastens</a:t>
            </a:r>
          </a:p>
          <a:p>
            <a:pPr marL="533400" indent="-533400" eaLnBrk="1" hangingPunct="1">
              <a:lnSpc>
                <a:spcPct val="90000"/>
              </a:lnSpc>
              <a:buFontTx/>
              <a:buAutoNum type="arabicPeriod"/>
            </a:pPr>
            <a:r>
              <a:rPr lang="en-US" sz="2800"/>
              <a:t>Add a device that superposes another frequency on the strut</a:t>
            </a:r>
          </a:p>
          <a:p>
            <a:pPr marL="533400" indent="-533400" eaLnBrk="1" hangingPunct="1">
              <a:lnSpc>
                <a:spcPct val="90000"/>
              </a:lnSpc>
              <a:buFontTx/>
              <a:buAutoNum type="arabicPeriod"/>
            </a:pPr>
            <a:r>
              <a:rPr lang="en-US" sz="2800"/>
              <a:t>Can’t tell</a:t>
            </a:r>
          </a:p>
          <a:p>
            <a:pPr marL="533400" indent="-533400" eaLnBrk="1" hangingPunct="1">
              <a:lnSpc>
                <a:spcPct val="90000"/>
              </a:lnSpc>
            </a:pPr>
            <a:endParaRPr lang="en-US" sz="2800"/>
          </a:p>
        </p:txBody>
      </p:sp>
      <p:sp>
        <p:nvSpPr>
          <p:cNvPr id="80898" name="Slide Number Placeholder 5"/>
          <p:cNvSpPr>
            <a:spLocks noGrp="1"/>
          </p:cNvSpPr>
          <p:nvPr>
            <p:ph type="sldNum" sz="quarter" idx="12"/>
          </p:nvPr>
        </p:nvSpPr>
        <p:spPr>
          <a:noFill/>
        </p:spPr>
        <p:txBody>
          <a:bodyPr/>
          <a:lstStyle/>
          <a:p>
            <a:fld id="{56DE3A01-1A34-4F53-9F3D-35C41E47E61D}" type="slidenum">
              <a:rPr lang="en-US" smtClean="0"/>
              <a:pPr/>
              <a:t>28</a:t>
            </a:fld>
            <a:endParaRPr lang="en-US"/>
          </a:p>
        </p:txBody>
      </p:sp>
    </p:spTree>
    <p:extLst>
      <p:ext uri="{BB962C8B-B14F-4D97-AF65-F5344CB8AC3E}">
        <p14:creationId xmlns:p14="http://schemas.microsoft.com/office/powerpoint/2010/main" val="11871657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3" name="Rectangle 2"/>
          <p:cNvSpPr>
            <a:spLocks noGrp="1" noChangeArrowheads="1"/>
          </p:cNvSpPr>
          <p:nvPr>
            <p:ph type="title"/>
          </p:nvPr>
        </p:nvSpPr>
        <p:spPr/>
        <p:txBody>
          <a:bodyPr/>
          <a:lstStyle/>
          <a:p>
            <a:r>
              <a:rPr lang="en-US" dirty="0"/>
              <a:t>Question </a:t>
            </a:r>
            <a:r>
              <a:rPr lang="en-US"/>
              <a:t>223.7.5 </a:t>
            </a:r>
            <a:endParaRPr lang="en-US" dirty="0"/>
          </a:p>
        </p:txBody>
      </p:sp>
      <p:sp>
        <p:nvSpPr>
          <p:cNvPr id="81924" name="Rectangle 3"/>
          <p:cNvSpPr>
            <a:spLocks noGrp="1" noChangeArrowheads="1"/>
          </p:cNvSpPr>
          <p:nvPr>
            <p:ph idx="1"/>
          </p:nvPr>
        </p:nvSpPr>
        <p:spPr/>
        <p:txBody>
          <a:bodyPr/>
          <a:lstStyle/>
          <a:p>
            <a:pPr marL="609600" indent="-609600" eaLnBrk="1" hangingPunct="1">
              <a:lnSpc>
                <a:spcPct val="90000"/>
              </a:lnSpc>
              <a:buFontTx/>
              <a:buNone/>
            </a:pPr>
            <a:r>
              <a:rPr lang="en-US" sz="2400"/>
              <a:t>Suppose you have designed a large telescope with a whopping 6m diameter primary mirror. The telescope will be mounted on a motorized platform. Should you be concerned about vibration ruining your imagery?</a:t>
            </a:r>
          </a:p>
          <a:p>
            <a:pPr marL="609600" indent="-609600" eaLnBrk="1" hangingPunct="1">
              <a:lnSpc>
                <a:spcPct val="90000"/>
              </a:lnSpc>
              <a:buFontTx/>
              <a:buAutoNum type="alphaLcParenR"/>
            </a:pPr>
            <a:r>
              <a:rPr lang="en-US" sz="2400"/>
              <a:t>No, the curved circular shape of the mirror precludes any longitudinal or transverse waves.</a:t>
            </a:r>
          </a:p>
          <a:p>
            <a:pPr marL="609600" indent="-609600" eaLnBrk="1" hangingPunct="1">
              <a:lnSpc>
                <a:spcPct val="90000"/>
              </a:lnSpc>
              <a:buFontTx/>
              <a:buAutoNum type="alphaLcParenR"/>
            </a:pPr>
            <a:r>
              <a:rPr lang="en-US" sz="2400"/>
              <a:t>Yes there are normal modes of oscillation in any structure</a:t>
            </a:r>
          </a:p>
          <a:p>
            <a:pPr marL="609600" indent="-609600" eaLnBrk="1" hangingPunct="1">
              <a:lnSpc>
                <a:spcPct val="90000"/>
              </a:lnSpc>
              <a:buFontTx/>
              <a:buAutoNum type="alphaLcParenR"/>
            </a:pPr>
            <a:r>
              <a:rPr lang="en-US" sz="2400"/>
              <a:t>No. the motor will produce longitudinal waves, such as a long thin structure like a rod can support.</a:t>
            </a:r>
          </a:p>
        </p:txBody>
      </p:sp>
      <p:sp>
        <p:nvSpPr>
          <p:cNvPr id="81922" name="Slide Number Placeholder 5"/>
          <p:cNvSpPr>
            <a:spLocks noGrp="1"/>
          </p:cNvSpPr>
          <p:nvPr>
            <p:ph type="sldNum" sz="quarter" idx="12"/>
          </p:nvPr>
        </p:nvSpPr>
        <p:spPr>
          <a:noFill/>
        </p:spPr>
        <p:txBody>
          <a:bodyPr/>
          <a:lstStyle/>
          <a:p>
            <a:fld id="{B1E063D5-32A5-4E0B-81C5-339BFC6521C2}" type="slidenum">
              <a:rPr lang="en-US" smtClean="0"/>
              <a:pPr/>
              <a:t>29</a:t>
            </a:fld>
            <a:endParaRPr lang="en-US"/>
          </a:p>
        </p:txBody>
      </p:sp>
    </p:spTree>
    <p:extLst>
      <p:ext uri="{BB962C8B-B14F-4D97-AF65-F5344CB8AC3E}">
        <p14:creationId xmlns:p14="http://schemas.microsoft.com/office/powerpoint/2010/main" val="6440853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4"/>
          <p:cNvSpPr>
            <a:spLocks noGrp="1" noChangeArrowheads="1"/>
          </p:cNvSpPr>
          <p:nvPr>
            <p:ph type="title"/>
          </p:nvPr>
        </p:nvSpPr>
        <p:spPr/>
        <p:txBody>
          <a:bodyPr/>
          <a:lstStyle/>
          <a:p>
            <a:pPr eaLnBrk="1" hangingPunct="1"/>
            <a:r>
              <a:rPr lang="en-US"/>
              <a:t>Clamped Rod</a:t>
            </a:r>
          </a:p>
        </p:txBody>
      </p:sp>
      <p:grpSp>
        <p:nvGrpSpPr>
          <p:cNvPr id="2" name="Group 14"/>
          <p:cNvGrpSpPr>
            <a:grpSpLocks/>
          </p:cNvGrpSpPr>
          <p:nvPr/>
        </p:nvGrpSpPr>
        <p:grpSpPr bwMode="auto">
          <a:xfrm>
            <a:off x="0" y="1654175"/>
            <a:ext cx="9144000" cy="2586038"/>
            <a:chOff x="0" y="1042"/>
            <a:chExt cx="5760" cy="1629"/>
          </a:xfrm>
        </p:grpSpPr>
        <p:sp>
          <p:nvSpPr>
            <p:cNvPr id="22532" name="AutoShape 5"/>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2533" name="Rectangle 6"/>
            <p:cNvSpPr>
              <a:spLocks noChangeArrowheads="1"/>
            </p:cNvSpPr>
            <p:nvPr/>
          </p:nvSpPr>
          <p:spPr bwMode="auto">
            <a:xfrm>
              <a:off x="2939"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2534" name="Rectangle 7"/>
            <p:cNvSpPr>
              <a:spLocks noChangeArrowheads="1"/>
            </p:cNvSpPr>
            <p:nvPr/>
          </p:nvSpPr>
          <p:spPr bwMode="auto">
            <a:xfrm>
              <a:off x="2834"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2535" name="Rectangle 8"/>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2536" name="Line 9"/>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37" name="Text Box 10"/>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2538" name="Text Box 11"/>
            <p:cNvSpPr txBox="1">
              <a:spLocks noChangeArrowheads="1"/>
            </p:cNvSpPr>
            <p:nvPr/>
          </p:nvSpPr>
          <p:spPr bwMode="auto">
            <a:xfrm>
              <a:off x="2345"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2539" name="Line 12"/>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40" name="Text Box 13"/>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23719761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a:t>Clamped Rod: Center Clamp</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2105025" y="2298700"/>
            <a:ext cx="4514850" cy="2981325"/>
          </a:xfrm>
          <a:prstGeom prst="rect">
            <a:avLst/>
          </a:prstGeom>
          <a:noFill/>
          <a:ln w="9525" algn="ctr">
            <a:noFill/>
            <a:miter lim="800000"/>
            <a:headEnd/>
            <a:tailEnd/>
          </a:ln>
        </p:spPr>
      </p:pic>
    </p:spTree>
    <p:extLst>
      <p:ext uri="{BB962C8B-B14F-4D97-AF65-F5344CB8AC3E}">
        <p14:creationId xmlns:p14="http://schemas.microsoft.com/office/powerpoint/2010/main" val="9743205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t>Clamped Rod</a:t>
            </a:r>
          </a:p>
        </p:txBody>
      </p:sp>
      <p:grpSp>
        <p:nvGrpSpPr>
          <p:cNvPr id="2" name="Group 13"/>
          <p:cNvGrpSpPr>
            <a:grpSpLocks/>
          </p:cNvGrpSpPr>
          <p:nvPr/>
        </p:nvGrpSpPr>
        <p:grpSpPr bwMode="auto">
          <a:xfrm>
            <a:off x="0" y="1654175"/>
            <a:ext cx="9144000" cy="2586038"/>
            <a:chOff x="0" y="1042"/>
            <a:chExt cx="5760" cy="1629"/>
          </a:xfrm>
        </p:grpSpPr>
        <p:sp>
          <p:nvSpPr>
            <p:cNvPr id="24580" name="AutoShape 4"/>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4581" name="Rectangle 5"/>
            <p:cNvSpPr>
              <a:spLocks noChangeArrowheads="1"/>
            </p:cNvSpPr>
            <p:nvPr/>
          </p:nvSpPr>
          <p:spPr bwMode="auto">
            <a:xfrm>
              <a:off x="2075"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4582" name="Rectangle 6"/>
            <p:cNvSpPr>
              <a:spLocks noChangeArrowheads="1"/>
            </p:cNvSpPr>
            <p:nvPr/>
          </p:nvSpPr>
          <p:spPr bwMode="auto">
            <a:xfrm>
              <a:off x="1970"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4583" name="Rectangle 7"/>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4584" name="Line 8"/>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5" name="Text Box 9"/>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4586" name="Text Box 10"/>
            <p:cNvSpPr txBox="1">
              <a:spLocks noChangeArrowheads="1"/>
            </p:cNvSpPr>
            <p:nvPr/>
          </p:nvSpPr>
          <p:spPr bwMode="auto">
            <a:xfrm>
              <a:off x="1650"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4587" name="Line 11"/>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8" name="Text Box 12"/>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13663881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pPr eaLnBrk="1" hangingPunct="1"/>
            <a:r>
              <a:rPr lang="en-US"/>
              <a:t>Clamped Rod: L/4 Clamp</a:t>
            </a:r>
          </a:p>
        </p:txBody>
      </p:sp>
      <p:sp>
        <p:nvSpPr>
          <p:cNvPr id="25603" name="Rectangle 3"/>
          <p:cNvSpPr>
            <a:spLocks noGrp="1" noChangeArrowheads="1"/>
          </p:cNvSpPr>
          <p:nvPr>
            <p:ph type="body" idx="1"/>
          </p:nvPr>
        </p:nvSpPr>
        <p:spPr/>
        <p:txBody>
          <a:bodyPr/>
          <a:lstStyle/>
          <a:p>
            <a:pPr eaLnBrk="1" hangingPunct="1"/>
            <a:endParaRPr lang="en-US"/>
          </a:p>
        </p:txBody>
      </p:sp>
      <p:pic>
        <p:nvPicPr>
          <p:cNvPr id="25604" name="Picture 4"/>
          <p:cNvPicPr>
            <a:picLocks noChangeAspect="1" noChangeArrowheads="1"/>
          </p:cNvPicPr>
          <p:nvPr/>
        </p:nvPicPr>
        <p:blipFill>
          <a:blip r:embed="rId2" cstate="print"/>
          <a:srcRect/>
          <a:stretch>
            <a:fillRect/>
          </a:stretch>
        </p:blipFill>
        <p:spPr bwMode="auto">
          <a:xfrm>
            <a:off x="1554163" y="1739900"/>
            <a:ext cx="5930900" cy="3916363"/>
          </a:xfrm>
          <a:prstGeom prst="rect">
            <a:avLst/>
          </a:prstGeom>
          <a:noFill/>
          <a:ln w="9525" algn="ctr">
            <a:noFill/>
            <a:miter lim="800000"/>
            <a:headEnd/>
            <a:tailEnd/>
          </a:ln>
        </p:spPr>
      </p:pic>
    </p:spTree>
    <p:extLst>
      <p:ext uri="{BB962C8B-B14F-4D97-AF65-F5344CB8AC3E}">
        <p14:creationId xmlns:p14="http://schemas.microsoft.com/office/powerpoint/2010/main" val="30845180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a:t>Drum Head</a:t>
            </a:r>
          </a:p>
        </p:txBody>
      </p:sp>
      <p:pic>
        <p:nvPicPr>
          <p:cNvPr id="10" name="Picture 9" descr="Drum_vibration_mode01.gif"/>
          <p:cNvPicPr>
            <a:picLocks noChangeAspect="1"/>
          </p:cNvPicPr>
          <p:nvPr/>
        </p:nvPicPr>
        <p:blipFill>
          <a:blip r:embed="rId3" cstate="print"/>
          <a:stretch>
            <a:fillRect/>
          </a:stretch>
        </p:blipFill>
        <p:spPr>
          <a:xfrm>
            <a:off x="914400" y="1943100"/>
            <a:ext cx="2362200" cy="1238250"/>
          </a:xfrm>
          <a:prstGeom prst="rect">
            <a:avLst/>
          </a:prstGeom>
        </p:spPr>
      </p:pic>
      <p:pic>
        <p:nvPicPr>
          <p:cNvPr id="12" name="Picture 11" descr="Drum_vibration_mode03.gif"/>
          <p:cNvPicPr>
            <a:picLocks noChangeAspect="1"/>
          </p:cNvPicPr>
          <p:nvPr/>
        </p:nvPicPr>
        <p:blipFill>
          <a:blip r:embed="rId4" cstate="print"/>
          <a:stretch>
            <a:fillRect/>
          </a:stretch>
        </p:blipFill>
        <p:spPr>
          <a:xfrm>
            <a:off x="3771900" y="1943100"/>
            <a:ext cx="2381250" cy="1238250"/>
          </a:xfrm>
          <a:prstGeom prst="rect">
            <a:avLst/>
          </a:prstGeom>
        </p:spPr>
      </p:pic>
      <p:pic>
        <p:nvPicPr>
          <p:cNvPr id="13" name="Picture 12" descr="Drum_vibration_mode11.gif"/>
          <p:cNvPicPr>
            <a:picLocks noChangeAspect="1"/>
          </p:cNvPicPr>
          <p:nvPr/>
        </p:nvPicPr>
        <p:blipFill>
          <a:blip r:embed="rId5" cstate="print"/>
          <a:stretch>
            <a:fillRect/>
          </a:stretch>
        </p:blipFill>
        <p:spPr>
          <a:xfrm>
            <a:off x="6477000" y="1943100"/>
            <a:ext cx="2362200" cy="1238250"/>
          </a:xfrm>
          <a:prstGeom prst="rect">
            <a:avLst/>
          </a:prstGeom>
        </p:spPr>
      </p:pic>
      <p:pic>
        <p:nvPicPr>
          <p:cNvPr id="14" name="Picture 13" descr="Drum_vibration_mode21.gif"/>
          <p:cNvPicPr>
            <a:picLocks noChangeAspect="1"/>
          </p:cNvPicPr>
          <p:nvPr/>
        </p:nvPicPr>
        <p:blipFill>
          <a:blip r:embed="rId6" cstate="print"/>
          <a:stretch>
            <a:fillRect/>
          </a:stretch>
        </p:blipFill>
        <p:spPr>
          <a:xfrm>
            <a:off x="914400" y="4343400"/>
            <a:ext cx="2362200" cy="1238250"/>
          </a:xfrm>
          <a:prstGeom prst="rect">
            <a:avLst/>
          </a:prstGeom>
        </p:spPr>
      </p:pic>
      <p:pic>
        <p:nvPicPr>
          <p:cNvPr id="15" name="Picture 14" descr="Drum_vibration_mode22.gif"/>
          <p:cNvPicPr>
            <a:picLocks noChangeAspect="1"/>
          </p:cNvPicPr>
          <p:nvPr/>
        </p:nvPicPr>
        <p:blipFill>
          <a:blip r:embed="rId7" cstate="print"/>
          <a:stretch>
            <a:fillRect/>
          </a:stretch>
        </p:blipFill>
        <p:spPr>
          <a:xfrm>
            <a:off x="3781425" y="4343400"/>
            <a:ext cx="2362200" cy="1238250"/>
          </a:xfrm>
          <a:prstGeom prst="rect">
            <a:avLst/>
          </a:prstGeom>
        </p:spPr>
      </p:pic>
      <p:pic>
        <p:nvPicPr>
          <p:cNvPr id="16" name="Picture 15" descr="Drum_vibration_mode23.gif"/>
          <p:cNvPicPr>
            <a:picLocks noChangeAspect="1"/>
          </p:cNvPicPr>
          <p:nvPr/>
        </p:nvPicPr>
        <p:blipFill>
          <a:blip r:embed="rId8" cstate="print"/>
          <a:stretch>
            <a:fillRect/>
          </a:stretch>
        </p:blipFill>
        <p:spPr>
          <a:xfrm>
            <a:off x="6467475" y="4343400"/>
            <a:ext cx="2381250" cy="1238250"/>
          </a:xfrm>
          <a:prstGeom prst="rect">
            <a:avLst/>
          </a:prstGeom>
        </p:spPr>
      </p:pic>
    </p:spTree>
    <p:extLst>
      <p:ext uri="{BB962C8B-B14F-4D97-AF65-F5344CB8AC3E}">
        <p14:creationId xmlns:p14="http://schemas.microsoft.com/office/powerpoint/2010/main" val="3092040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5" name="Rectangle 2"/>
          <p:cNvSpPr>
            <a:spLocks noGrp="1" noChangeArrowheads="1"/>
          </p:cNvSpPr>
          <p:nvPr>
            <p:ph type="title"/>
          </p:nvPr>
        </p:nvSpPr>
        <p:spPr/>
        <p:txBody>
          <a:bodyPr/>
          <a:lstStyle/>
          <a:p>
            <a:r>
              <a:rPr lang="en-US" dirty="0"/>
              <a:t>Question 223.7.3</a:t>
            </a:r>
          </a:p>
        </p:txBody>
      </p:sp>
      <p:sp>
        <p:nvSpPr>
          <p:cNvPr id="79876" name="Rectangle 3"/>
          <p:cNvSpPr>
            <a:spLocks noGrp="1" noChangeArrowheads="1"/>
          </p:cNvSpPr>
          <p:nvPr>
            <p:ph idx="1"/>
          </p:nvPr>
        </p:nvSpPr>
        <p:spPr/>
        <p:txBody>
          <a:bodyPr/>
          <a:lstStyle/>
          <a:p>
            <a:pPr marL="609600" indent="-609600" eaLnBrk="1" hangingPunct="1">
              <a:buFontTx/>
              <a:buNone/>
            </a:pPr>
            <a:r>
              <a:rPr lang="en-US" dirty="0"/>
              <a:t>Sound that produces standing wave frequencies that are not related by integer multiples is called</a:t>
            </a:r>
          </a:p>
          <a:p>
            <a:pPr marL="990600" lvl="1" indent="-533400" eaLnBrk="1" hangingPunct="1">
              <a:buFontTx/>
              <a:buAutoNum type="alphaLcParenR"/>
            </a:pPr>
            <a:r>
              <a:rPr lang="en-US" dirty="0"/>
              <a:t>Atonal</a:t>
            </a:r>
          </a:p>
          <a:p>
            <a:pPr marL="990600" lvl="1" indent="-533400" eaLnBrk="1" hangingPunct="1">
              <a:buFontTx/>
              <a:buAutoNum type="alphaLcParenR"/>
            </a:pPr>
            <a:r>
              <a:rPr lang="en-US" dirty="0"/>
              <a:t>Noise</a:t>
            </a:r>
          </a:p>
          <a:p>
            <a:pPr marL="990600" lvl="1" indent="-533400" eaLnBrk="1" hangingPunct="1">
              <a:buFontTx/>
              <a:buAutoNum type="alphaLcParenR"/>
            </a:pPr>
            <a:r>
              <a:rPr lang="en-US" dirty="0"/>
              <a:t>Circle of 5ths</a:t>
            </a:r>
          </a:p>
          <a:p>
            <a:pPr marL="990600" lvl="1" indent="-533400" eaLnBrk="1" hangingPunct="1">
              <a:buFontTx/>
              <a:buAutoNum type="alphaLcParenR"/>
            </a:pPr>
            <a:r>
              <a:rPr lang="en-US" dirty="0"/>
              <a:t>Guns n Roses</a:t>
            </a:r>
          </a:p>
          <a:p>
            <a:pPr marL="990600" lvl="1" indent="-533400" eaLnBrk="1" hangingPunct="1">
              <a:buFontTx/>
              <a:buAutoNum type="alphaLcParenR"/>
            </a:pPr>
            <a:r>
              <a:rPr lang="en-US" dirty="0"/>
              <a:t>Can’t tell</a:t>
            </a:r>
          </a:p>
        </p:txBody>
      </p:sp>
      <p:sp>
        <p:nvSpPr>
          <p:cNvPr id="79874" name="Slide Number Placeholder 5"/>
          <p:cNvSpPr>
            <a:spLocks noGrp="1"/>
          </p:cNvSpPr>
          <p:nvPr>
            <p:ph type="sldNum" sz="quarter" idx="12"/>
          </p:nvPr>
        </p:nvSpPr>
        <p:spPr>
          <a:noFill/>
        </p:spPr>
        <p:txBody>
          <a:bodyPr/>
          <a:lstStyle/>
          <a:p>
            <a:fld id="{B67075D8-6D99-4CDD-B335-536597771E2C}" type="slidenum">
              <a:rPr lang="en-US" smtClean="0"/>
              <a:pPr/>
              <a:t>35</a:t>
            </a:fld>
            <a:endParaRPr lang="en-US"/>
          </a:p>
        </p:txBody>
      </p:sp>
    </p:spTree>
    <p:extLst>
      <p:ext uri="{BB962C8B-B14F-4D97-AF65-F5344CB8AC3E}">
        <p14:creationId xmlns:p14="http://schemas.microsoft.com/office/powerpoint/2010/main" val="25853217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6" name="Rectangle 1735"/>
          <p:cNvSpPr/>
          <p:nvPr/>
        </p:nvSpPr>
        <p:spPr>
          <a:xfrm>
            <a:off x="2589213" y="3433763"/>
            <a:ext cx="3935412"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Rectangle 1"/>
          <p:cNvSpPr/>
          <p:nvPr/>
        </p:nvSpPr>
        <p:spPr>
          <a:xfrm>
            <a:off x="1611313" y="2735263"/>
            <a:ext cx="217487"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21550" y="2733675"/>
            <a:ext cx="220663"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5908" name="Rectangle 5"/>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09" name="Rectangle 6"/>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10" name="Rectangle 7"/>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cxnSp>
        <p:nvCxnSpPr>
          <p:cNvPr id="1738" name="Straight Arrow Connector 1737"/>
          <p:cNvCxnSpPr/>
          <p:nvPr/>
        </p:nvCxnSpPr>
        <p:spPr>
          <a:xfrm rot="5400000">
            <a:off x="1650207" y="3177381"/>
            <a:ext cx="1441450" cy="18573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5912" name="TextBox 1740"/>
          <p:cNvSpPr txBox="1">
            <a:spLocks noChangeArrowheads="1"/>
          </p:cNvSpPr>
          <p:nvPr/>
        </p:nvSpPr>
        <p:spPr bwMode="auto">
          <a:xfrm>
            <a:off x="4181475"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60550" y="5556250"/>
            <a:ext cx="2293938"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62575" y="5554663"/>
            <a:ext cx="1890713"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5915" name="TextBox 1745"/>
          <p:cNvSpPr txBox="1">
            <a:spLocks noChangeArrowheads="1"/>
          </p:cNvSpPr>
          <p:nvPr/>
        </p:nvSpPr>
        <p:spPr bwMode="auto">
          <a:xfrm>
            <a:off x="1408113" y="1633538"/>
            <a:ext cx="3225800" cy="830262"/>
          </a:xfrm>
          <a:prstGeom prst="rect">
            <a:avLst/>
          </a:prstGeom>
          <a:noFill/>
          <a:ln w="9525">
            <a:noFill/>
            <a:miter lim="800000"/>
            <a:headEnd/>
            <a:tailEnd/>
          </a:ln>
        </p:spPr>
        <p:txBody>
          <a:bodyPr>
            <a:spAutoFit/>
          </a:bodyPr>
          <a:lstStyle/>
          <a:p>
            <a:r>
              <a:rPr lang="en-US" sz="2400" i="1"/>
              <a:t>A flash from a light bulb gets the wave started</a:t>
            </a:r>
          </a:p>
        </p:txBody>
      </p:sp>
      <p:sp>
        <p:nvSpPr>
          <p:cNvPr id="1751" name="Explosion 1 1750"/>
          <p:cNvSpPr/>
          <p:nvPr/>
        </p:nvSpPr>
        <p:spPr>
          <a:xfrm>
            <a:off x="1890713" y="3821113"/>
            <a:ext cx="650875" cy="681037"/>
          </a:xfrm>
          <a:prstGeom prst="irregularSeal1">
            <a:avLst/>
          </a:prstGeom>
          <a:solidFill>
            <a:srgbClr val="F6684C"/>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7" name="Group 1751"/>
          <p:cNvGrpSpPr>
            <a:grpSpLocks/>
          </p:cNvGrpSpPr>
          <p:nvPr/>
        </p:nvGrpSpPr>
        <p:grpSpPr bwMode="auto">
          <a:xfrm>
            <a:off x="2400300" y="4003675"/>
            <a:ext cx="1830388" cy="279400"/>
            <a:chOff x="3441733" y="5039131"/>
            <a:chExt cx="1828999" cy="741977"/>
          </a:xfrm>
        </p:grpSpPr>
        <p:sp>
          <p:nvSpPr>
            <p:cNvPr id="636481"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482"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483"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484"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485"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486"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487"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488"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489"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490"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491"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492"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493"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494"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495"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496"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497"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498"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499"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500"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501"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502"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503"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504"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505"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506"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507"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508"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509"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510"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511"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512"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513"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514"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515"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516"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517"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518"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519"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520"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521"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522"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523"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524"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525"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526"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527"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528"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529"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530"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531"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532"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533"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534"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535"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536"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537"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538"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539"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540"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541"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542"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543"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544"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545"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546"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547"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548"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549"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550"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551"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552"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553"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554"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555"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556"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557"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558"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559"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560"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561"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562"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563"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564"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565"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566"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567"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568"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569"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570"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571"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572"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573"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574"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575"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576"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577"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578"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579"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580"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581"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582"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583"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584"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585"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586"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587"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588"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589"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590"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591"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592"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593"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594"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595"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596"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597"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598"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599"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600"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601"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602"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603"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604"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605"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606"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607"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608"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609"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610"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611"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612"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613"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614"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615"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616"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617"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618"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619"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620"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621"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622"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623"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624"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625"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626"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627"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628"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629"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630"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631"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632"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633"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634"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635"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636"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637"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638"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639"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640"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641"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642"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643"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644"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645"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646"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647"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648"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649"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650"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651"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652"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653"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654"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655"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656"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657"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658"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659"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660"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661"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662"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663"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664"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665"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666"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667"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668"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669"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670"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671"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672"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673"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674"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675"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676"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677"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678"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679"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grpSp>
        <p:nvGrpSpPr>
          <p:cNvPr id="8" name="Group 1951"/>
          <p:cNvGrpSpPr>
            <a:grpSpLocks/>
          </p:cNvGrpSpPr>
          <p:nvPr/>
        </p:nvGrpSpPr>
        <p:grpSpPr bwMode="auto">
          <a:xfrm>
            <a:off x="4227513" y="4016375"/>
            <a:ext cx="1828800" cy="279400"/>
            <a:chOff x="3441733" y="5039131"/>
            <a:chExt cx="1828999" cy="741977"/>
          </a:xfrm>
        </p:grpSpPr>
        <p:sp>
          <p:nvSpPr>
            <p:cNvPr id="636282"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283"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284"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285"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286"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287"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288"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289"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290"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291"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292"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293"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294"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295"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296"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297"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298"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299"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300"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301"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302"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303"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304"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305"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306"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307"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308"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309"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310"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311"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312"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313"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314"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315"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316"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317"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318"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319"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320"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321"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322"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323"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324"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325"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326"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327"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328"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329"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330"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331"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332"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333"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334"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335"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336"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337"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338"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339"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340"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341"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342"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343"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344"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345"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346"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347"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348"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349"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350"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351"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352"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353"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354"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355"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356"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357"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358"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359"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360"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361"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362"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363"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364"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365"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366"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367"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368"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369"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370"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371"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372"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373"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374"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375"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376"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377"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378"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379"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380"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381"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382"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383"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384"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385"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386"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387"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388"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389"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390"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391"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392"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393"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394"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395"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396"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397"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398"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399"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400"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401"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402"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403"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404"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405"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406"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407"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408"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409"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410"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411"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412"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413"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414"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415"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416"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417"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418"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419"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420"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421"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422"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423"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424"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425"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426"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427"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428"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429"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430"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431"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432"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433"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434"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435"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436"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437"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438"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439"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440"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441"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442"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443"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444"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445"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446"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447"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448"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449"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450"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451"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452"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453"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454"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455"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456"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457"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458"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459"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460"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461"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462"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463"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464"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465"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466"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467"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468"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469"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470"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471"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472"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473"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474"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475"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476"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477"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478"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479"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480"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cxnSp>
        <p:nvCxnSpPr>
          <p:cNvPr id="2153" name="Straight Arrow Connector 2152"/>
          <p:cNvCxnSpPr/>
          <p:nvPr/>
        </p:nvCxnSpPr>
        <p:spPr>
          <a:xfrm rot="16200000" flipH="1">
            <a:off x="6385719" y="3169444"/>
            <a:ext cx="1038225" cy="63658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grpSp>
        <p:nvGrpSpPr>
          <p:cNvPr id="9" name="Group 1951"/>
          <p:cNvGrpSpPr>
            <a:grpSpLocks/>
          </p:cNvGrpSpPr>
          <p:nvPr/>
        </p:nvGrpSpPr>
        <p:grpSpPr bwMode="auto">
          <a:xfrm>
            <a:off x="5448300" y="4014788"/>
            <a:ext cx="1830388" cy="279400"/>
            <a:chOff x="3441733" y="5039131"/>
            <a:chExt cx="1828999" cy="741977"/>
          </a:xfrm>
        </p:grpSpPr>
        <p:sp>
          <p:nvSpPr>
            <p:cNvPr id="636083"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084"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085"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086"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087"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088"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089"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090"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091"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092"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093"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094"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095"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096"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097"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098"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099"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100"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101"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102"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103"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104"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105"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106"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107"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108"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109"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110"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111"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112"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113"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114"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115"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116"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117"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118"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119"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120"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121"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122"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123"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124"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125"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126"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127"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128"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129"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130"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131"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132"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133"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134"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135"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136"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137"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138"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139"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140"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141"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142"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143"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144"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145"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146"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147"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148"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149"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150"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151"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152"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153"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154"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155"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156"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157"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158"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159"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160"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161"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162"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163"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164"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165"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166"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167"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168"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169"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170"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171"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172"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173"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174"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175"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176"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177"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178"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179"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180"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181"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182"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183"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184"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185"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186"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187"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188"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189"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190"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191"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192"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193"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194"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195"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196"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197"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198"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199"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200"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201"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202"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203"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204"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205"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206"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207"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208"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209"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210"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211"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212"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213"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214"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215"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216"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217"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218"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219"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220"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221"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222"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223"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224"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225"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226"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227"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228"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229"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230"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231"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232"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233"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234"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235"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236"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237"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238"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239"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240"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241"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242"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243"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244"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245"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246"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247"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248"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249"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250"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251"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252"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253"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254"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255"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256"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257"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258"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259"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260"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261"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262"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263"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264"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265"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266"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267"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268"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269"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270"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271"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272"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273"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274"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275"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276"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277"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278"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279"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280"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281"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635921" name="TextBox 2356"/>
          <p:cNvSpPr txBox="1">
            <a:spLocks noChangeArrowheads="1"/>
          </p:cNvSpPr>
          <p:nvPr/>
        </p:nvSpPr>
        <p:spPr bwMode="auto">
          <a:xfrm>
            <a:off x="5032375" y="1708150"/>
            <a:ext cx="3225800" cy="1200150"/>
          </a:xfrm>
          <a:prstGeom prst="rect">
            <a:avLst/>
          </a:prstGeom>
          <a:noFill/>
          <a:ln w="9525">
            <a:noFill/>
            <a:miter lim="800000"/>
            <a:headEnd/>
            <a:tailEnd/>
          </a:ln>
        </p:spPr>
        <p:txBody>
          <a:bodyPr>
            <a:spAutoFit/>
          </a:bodyPr>
          <a:lstStyle/>
          <a:p>
            <a:r>
              <a:rPr lang="en-US" sz="2400" i="1"/>
              <a:t>Reflected wave is inverted and forms a standing wave</a:t>
            </a:r>
          </a:p>
        </p:txBody>
      </p:sp>
      <p:sp>
        <p:nvSpPr>
          <p:cNvPr id="635922" name="Line 126"/>
          <p:cNvSpPr>
            <a:spLocks noChangeShapeType="1"/>
          </p:cNvSpPr>
          <p:nvPr/>
        </p:nvSpPr>
        <p:spPr bwMode="auto">
          <a:xfrm flipV="1">
            <a:off x="5667375" y="4283075"/>
            <a:ext cx="1588" cy="0"/>
          </a:xfrm>
          <a:prstGeom prst="line">
            <a:avLst/>
          </a:prstGeom>
          <a:noFill/>
          <a:ln w="28575">
            <a:solidFill>
              <a:srgbClr val="FF0000"/>
            </a:solidFill>
            <a:round/>
            <a:headEnd/>
            <a:tailEnd/>
          </a:ln>
        </p:spPr>
        <p:txBody>
          <a:bodyPr/>
          <a:lstStyle/>
          <a:p>
            <a:endParaRPr lang="en-US"/>
          </a:p>
        </p:txBody>
      </p:sp>
      <p:sp>
        <p:nvSpPr>
          <p:cNvPr id="635923" name="Line 127"/>
          <p:cNvSpPr>
            <a:spLocks noChangeShapeType="1"/>
          </p:cNvSpPr>
          <p:nvPr/>
        </p:nvSpPr>
        <p:spPr bwMode="auto">
          <a:xfrm flipV="1">
            <a:off x="5668963" y="4273550"/>
            <a:ext cx="9525" cy="9525"/>
          </a:xfrm>
          <a:prstGeom prst="line">
            <a:avLst/>
          </a:prstGeom>
          <a:noFill/>
          <a:ln w="28575">
            <a:solidFill>
              <a:srgbClr val="FF0000"/>
            </a:solidFill>
            <a:round/>
            <a:headEnd/>
            <a:tailEnd/>
          </a:ln>
        </p:spPr>
        <p:txBody>
          <a:bodyPr/>
          <a:lstStyle/>
          <a:p>
            <a:endParaRPr lang="en-US"/>
          </a:p>
        </p:txBody>
      </p:sp>
      <p:sp>
        <p:nvSpPr>
          <p:cNvPr id="635924" name="Line 128"/>
          <p:cNvSpPr>
            <a:spLocks noChangeShapeType="1"/>
          </p:cNvSpPr>
          <p:nvPr/>
        </p:nvSpPr>
        <p:spPr bwMode="auto">
          <a:xfrm flipV="1">
            <a:off x="5678488" y="4271963"/>
            <a:ext cx="1587" cy="1587"/>
          </a:xfrm>
          <a:prstGeom prst="line">
            <a:avLst/>
          </a:prstGeom>
          <a:noFill/>
          <a:ln w="28575">
            <a:solidFill>
              <a:srgbClr val="FF0000"/>
            </a:solidFill>
            <a:round/>
            <a:headEnd/>
            <a:tailEnd/>
          </a:ln>
        </p:spPr>
        <p:txBody>
          <a:bodyPr/>
          <a:lstStyle/>
          <a:p>
            <a:endParaRPr lang="en-US"/>
          </a:p>
        </p:txBody>
      </p:sp>
      <p:sp>
        <p:nvSpPr>
          <p:cNvPr id="635925" name="Line 129"/>
          <p:cNvSpPr>
            <a:spLocks noChangeShapeType="1"/>
          </p:cNvSpPr>
          <p:nvPr/>
        </p:nvSpPr>
        <p:spPr bwMode="auto">
          <a:xfrm flipV="1">
            <a:off x="5691188" y="4252913"/>
            <a:ext cx="6350" cy="6350"/>
          </a:xfrm>
          <a:prstGeom prst="line">
            <a:avLst/>
          </a:prstGeom>
          <a:noFill/>
          <a:ln w="28575">
            <a:solidFill>
              <a:srgbClr val="FF0000"/>
            </a:solidFill>
            <a:round/>
            <a:headEnd/>
            <a:tailEnd/>
          </a:ln>
        </p:spPr>
        <p:txBody>
          <a:bodyPr/>
          <a:lstStyle/>
          <a:p>
            <a:endParaRPr lang="en-US"/>
          </a:p>
        </p:txBody>
      </p:sp>
      <p:sp>
        <p:nvSpPr>
          <p:cNvPr id="635926" name="Line 130"/>
          <p:cNvSpPr>
            <a:spLocks noChangeShapeType="1"/>
          </p:cNvSpPr>
          <p:nvPr/>
        </p:nvSpPr>
        <p:spPr bwMode="auto">
          <a:xfrm flipV="1">
            <a:off x="5697538" y="4246563"/>
            <a:ext cx="4762" cy="6350"/>
          </a:xfrm>
          <a:prstGeom prst="line">
            <a:avLst/>
          </a:prstGeom>
          <a:noFill/>
          <a:ln w="28575">
            <a:solidFill>
              <a:srgbClr val="FF0000"/>
            </a:solidFill>
            <a:round/>
            <a:headEnd/>
            <a:tailEnd/>
          </a:ln>
        </p:spPr>
        <p:txBody>
          <a:bodyPr/>
          <a:lstStyle/>
          <a:p>
            <a:endParaRPr lang="en-US"/>
          </a:p>
        </p:txBody>
      </p:sp>
      <p:sp>
        <p:nvSpPr>
          <p:cNvPr id="635927" name="Line 131"/>
          <p:cNvSpPr>
            <a:spLocks noChangeShapeType="1"/>
          </p:cNvSpPr>
          <p:nvPr/>
        </p:nvSpPr>
        <p:spPr bwMode="auto">
          <a:xfrm flipV="1">
            <a:off x="5713413" y="4229100"/>
            <a:ext cx="1587" cy="4763"/>
          </a:xfrm>
          <a:prstGeom prst="line">
            <a:avLst/>
          </a:prstGeom>
          <a:noFill/>
          <a:ln w="28575">
            <a:solidFill>
              <a:srgbClr val="FF0000"/>
            </a:solidFill>
            <a:round/>
            <a:headEnd/>
            <a:tailEnd/>
          </a:ln>
        </p:spPr>
        <p:txBody>
          <a:bodyPr/>
          <a:lstStyle/>
          <a:p>
            <a:endParaRPr lang="en-US"/>
          </a:p>
        </p:txBody>
      </p:sp>
      <p:sp>
        <p:nvSpPr>
          <p:cNvPr id="635928" name="Line 132"/>
          <p:cNvSpPr>
            <a:spLocks noChangeShapeType="1"/>
          </p:cNvSpPr>
          <p:nvPr/>
        </p:nvSpPr>
        <p:spPr bwMode="auto">
          <a:xfrm flipV="1">
            <a:off x="5715000" y="4219575"/>
            <a:ext cx="7938" cy="9525"/>
          </a:xfrm>
          <a:prstGeom prst="line">
            <a:avLst/>
          </a:prstGeom>
          <a:noFill/>
          <a:ln w="28575">
            <a:solidFill>
              <a:srgbClr val="FF0000"/>
            </a:solidFill>
            <a:round/>
            <a:headEnd/>
            <a:tailEnd/>
          </a:ln>
        </p:spPr>
        <p:txBody>
          <a:bodyPr/>
          <a:lstStyle/>
          <a:p>
            <a:endParaRPr lang="en-US"/>
          </a:p>
        </p:txBody>
      </p:sp>
      <p:sp>
        <p:nvSpPr>
          <p:cNvPr id="635929" name="Line 133"/>
          <p:cNvSpPr>
            <a:spLocks noChangeShapeType="1"/>
          </p:cNvSpPr>
          <p:nvPr/>
        </p:nvSpPr>
        <p:spPr bwMode="auto">
          <a:xfrm flipV="1">
            <a:off x="5732463" y="4203700"/>
            <a:ext cx="1587" cy="1588"/>
          </a:xfrm>
          <a:prstGeom prst="line">
            <a:avLst/>
          </a:prstGeom>
          <a:noFill/>
          <a:ln w="28575">
            <a:solidFill>
              <a:srgbClr val="FF0000"/>
            </a:solidFill>
            <a:round/>
            <a:headEnd/>
            <a:tailEnd/>
          </a:ln>
        </p:spPr>
        <p:txBody>
          <a:bodyPr/>
          <a:lstStyle/>
          <a:p>
            <a:endParaRPr lang="en-US"/>
          </a:p>
        </p:txBody>
      </p:sp>
      <p:sp>
        <p:nvSpPr>
          <p:cNvPr id="635930" name="Line 134"/>
          <p:cNvSpPr>
            <a:spLocks noChangeShapeType="1"/>
          </p:cNvSpPr>
          <p:nvPr/>
        </p:nvSpPr>
        <p:spPr bwMode="auto">
          <a:xfrm flipV="1">
            <a:off x="5734050" y="4192588"/>
            <a:ext cx="7938" cy="11112"/>
          </a:xfrm>
          <a:prstGeom prst="line">
            <a:avLst/>
          </a:prstGeom>
          <a:noFill/>
          <a:ln w="28575">
            <a:solidFill>
              <a:srgbClr val="FF0000"/>
            </a:solidFill>
            <a:round/>
            <a:headEnd/>
            <a:tailEnd/>
          </a:ln>
        </p:spPr>
        <p:txBody>
          <a:bodyPr/>
          <a:lstStyle/>
          <a:p>
            <a:endParaRPr lang="en-US"/>
          </a:p>
        </p:txBody>
      </p:sp>
      <p:sp>
        <p:nvSpPr>
          <p:cNvPr id="635931" name="Line 135"/>
          <p:cNvSpPr>
            <a:spLocks noChangeShapeType="1"/>
          </p:cNvSpPr>
          <p:nvPr/>
        </p:nvSpPr>
        <p:spPr bwMode="auto">
          <a:xfrm flipV="1">
            <a:off x="5749925" y="4175125"/>
            <a:ext cx="3175" cy="3175"/>
          </a:xfrm>
          <a:prstGeom prst="line">
            <a:avLst/>
          </a:prstGeom>
          <a:noFill/>
          <a:ln w="28575">
            <a:solidFill>
              <a:srgbClr val="FF0000"/>
            </a:solidFill>
            <a:round/>
            <a:headEnd/>
            <a:tailEnd/>
          </a:ln>
        </p:spPr>
        <p:txBody>
          <a:bodyPr/>
          <a:lstStyle/>
          <a:p>
            <a:endParaRPr lang="en-US"/>
          </a:p>
        </p:txBody>
      </p:sp>
      <p:sp>
        <p:nvSpPr>
          <p:cNvPr id="635932" name="Line 136"/>
          <p:cNvSpPr>
            <a:spLocks noChangeShapeType="1"/>
          </p:cNvSpPr>
          <p:nvPr/>
        </p:nvSpPr>
        <p:spPr bwMode="auto">
          <a:xfrm flipV="1">
            <a:off x="5753100" y="4165600"/>
            <a:ext cx="6350" cy="9525"/>
          </a:xfrm>
          <a:prstGeom prst="line">
            <a:avLst/>
          </a:prstGeom>
          <a:noFill/>
          <a:ln w="28575">
            <a:solidFill>
              <a:srgbClr val="FF0000"/>
            </a:solidFill>
            <a:round/>
            <a:headEnd/>
            <a:tailEnd/>
          </a:ln>
        </p:spPr>
        <p:txBody>
          <a:bodyPr/>
          <a:lstStyle/>
          <a:p>
            <a:endParaRPr lang="en-US"/>
          </a:p>
        </p:txBody>
      </p:sp>
      <p:sp>
        <p:nvSpPr>
          <p:cNvPr id="635933" name="Line 137"/>
          <p:cNvSpPr>
            <a:spLocks noChangeShapeType="1"/>
          </p:cNvSpPr>
          <p:nvPr/>
        </p:nvSpPr>
        <p:spPr bwMode="auto">
          <a:xfrm flipV="1">
            <a:off x="5768975" y="4148138"/>
            <a:ext cx="1588" cy="3175"/>
          </a:xfrm>
          <a:prstGeom prst="line">
            <a:avLst/>
          </a:prstGeom>
          <a:noFill/>
          <a:ln w="28575">
            <a:solidFill>
              <a:srgbClr val="FF0000"/>
            </a:solidFill>
            <a:round/>
            <a:headEnd/>
            <a:tailEnd/>
          </a:ln>
        </p:spPr>
        <p:txBody>
          <a:bodyPr/>
          <a:lstStyle/>
          <a:p>
            <a:endParaRPr lang="en-US"/>
          </a:p>
        </p:txBody>
      </p:sp>
      <p:sp>
        <p:nvSpPr>
          <p:cNvPr id="635934" name="Line 138"/>
          <p:cNvSpPr>
            <a:spLocks noChangeShapeType="1"/>
          </p:cNvSpPr>
          <p:nvPr/>
        </p:nvSpPr>
        <p:spPr bwMode="auto">
          <a:xfrm flipV="1">
            <a:off x="5770563" y="4138613"/>
            <a:ext cx="7937" cy="9525"/>
          </a:xfrm>
          <a:prstGeom prst="line">
            <a:avLst/>
          </a:prstGeom>
          <a:noFill/>
          <a:ln w="28575">
            <a:solidFill>
              <a:srgbClr val="FF0000"/>
            </a:solidFill>
            <a:round/>
            <a:headEnd/>
            <a:tailEnd/>
          </a:ln>
        </p:spPr>
        <p:txBody>
          <a:bodyPr/>
          <a:lstStyle/>
          <a:p>
            <a:endParaRPr lang="en-US"/>
          </a:p>
        </p:txBody>
      </p:sp>
      <p:sp>
        <p:nvSpPr>
          <p:cNvPr id="635935" name="Line 139"/>
          <p:cNvSpPr>
            <a:spLocks noChangeShapeType="1"/>
          </p:cNvSpPr>
          <p:nvPr/>
        </p:nvSpPr>
        <p:spPr bwMode="auto">
          <a:xfrm flipV="1">
            <a:off x="5786438" y="4119563"/>
            <a:ext cx="3175" cy="4762"/>
          </a:xfrm>
          <a:prstGeom prst="line">
            <a:avLst/>
          </a:prstGeom>
          <a:noFill/>
          <a:ln w="28575">
            <a:solidFill>
              <a:srgbClr val="FF0000"/>
            </a:solidFill>
            <a:round/>
            <a:headEnd/>
            <a:tailEnd/>
          </a:ln>
        </p:spPr>
        <p:txBody>
          <a:bodyPr/>
          <a:lstStyle/>
          <a:p>
            <a:endParaRPr lang="en-US"/>
          </a:p>
        </p:txBody>
      </p:sp>
      <p:sp>
        <p:nvSpPr>
          <p:cNvPr id="635936" name="Line 140"/>
          <p:cNvSpPr>
            <a:spLocks noChangeShapeType="1"/>
          </p:cNvSpPr>
          <p:nvPr/>
        </p:nvSpPr>
        <p:spPr bwMode="auto">
          <a:xfrm flipV="1">
            <a:off x="5789613" y="4110038"/>
            <a:ext cx="6350" cy="9525"/>
          </a:xfrm>
          <a:prstGeom prst="line">
            <a:avLst/>
          </a:prstGeom>
          <a:noFill/>
          <a:ln w="28575">
            <a:solidFill>
              <a:srgbClr val="FF0000"/>
            </a:solidFill>
            <a:round/>
            <a:headEnd/>
            <a:tailEnd/>
          </a:ln>
        </p:spPr>
        <p:txBody>
          <a:bodyPr/>
          <a:lstStyle/>
          <a:p>
            <a:endParaRPr lang="en-US"/>
          </a:p>
        </p:txBody>
      </p:sp>
      <p:sp>
        <p:nvSpPr>
          <p:cNvPr id="635937" name="Line 141"/>
          <p:cNvSpPr>
            <a:spLocks noChangeShapeType="1"/>
          </p:cNvSpPr>
          <p:nvPr/>
        </p:nvSpPr>
        <p:spPr bwMode="auto">
          <a:xfrm flipV="1">
            <a:off x="5805488" y="4094163"/>
            <a:ext cx="3175" cy="3175"/>
          </a:xfrm>
          <a:prstGeom prst="line">
            <a:avLst/>
          </a:prstGeom>
          <a:noFill/>
          <a:ln w="28575">
            <a:solidFill>
              <a:srgbClr val="FF0000"/>
            </a:solidFill>
            <a:round/>
            <a:headEnd/>
            <a:tailEnd/>
          </a:ln>
        </p:spPr>
        <p:txBody>
          <a:bodyPr/>
          <a:lstStyle/>
          <a:p>
            <a:endParaRPr lang="en-US"/>
          </a:p>
        </p:txBody>
      </p:sp>
      <p:sp>
        <p:nvSpPr>
          <p:cNvPr id="635938" name="Line 142"/>
          <p:cNvSpPr>
            <a:spLocks noChangeShapeType="1"/>
          </p:cNvSpPr>
          <p:nvPr/>
        </p:nvSpPr>
        <p:spPr bwMode="auto">
          <a:xfrm flipV="1">
            <a:off x="5808663" y="4084638"/>
            <a:ext cx="7937" cy="9525"/>
          </a:xfrm>
          <a:prstGeom prst="line">
            <a:avLst/>
          </a:prstGeom>
          <a:noFill/>
          <a:ln w="28575">
            <a:solidFill>
              <a:srgbClr val="FF0000"/>
            </a:solidFill>
            <a:round/>
            <a:headEnd/>
            <a:tailEnd/>
          </a:ln>
        </p:spPr>
        <p:txBody>
          <a:bodyPr/>
          <a:lstStyle/>
          <a:p>
            <a:endParaRPr lang="en-US"/>
          </a:p>
        </p:txBody>
      </p:sp>
      <p:sp>
        <p:nvSpPr>
          <p:cNvPr id="635939" name="Line 143"/>
          <p:cNvSpPr>
            <a:spLocks noChangeShapeType="1"/>
          </p:cNvSpPr>
          <p:nvPr/>
        </p:nvSpPr>
        <p:spPr bwMode="auto">
          <a:xfrm flipV="1">
            <a:off x="5826125" y="4060825"/>
            <a:ext cx="9525" cy="9525"/>
          </a:xfrm>
          <a:prstGeom prst="line">
            <a:avLst/>
          </a:prstGeom>
          <a:noFill/>
          <a:ln w="28575">
            <a:solidFill>
              <a:srgbClr val="FF0000"/>
            </a:solidFill>
            <a:round/>
            <a:headEnd/>
            <a:tailEnd/>
          </a:ln>
        </p:spPr>
        <p:txBody>
          <a:bodyPr/>
          <a:lstStyle/>
          <a:p>
            <a:endParaRPr lang="en-US"/>
          </a:p>
        </p:txBody>
      </p:sp>
      <p:sp>
        <p:nvSpPr>
          <p:cNvPr id="635940" name="Line 144"/>
          <p:cNvSpPr>
            <a:spLocks noChangeShapeType="1"/>
          </p:cNvSpPr>
          <p:nvPr/>
        </p:nvSpPr>
        <p:spPr bwMode="auto">
          <a:xfrm flipV="1">
            <a:off x="5835650" y="4057650"/>
            <a:ext cx="1588" cy="3175"/>
          </a:xfrm>
          <a:prstGeom prst="line">
            <a:avLst/>
          </a:prstGeom>
          <a:noFill/>
          <a:ln w="28575">
            <a:solidFill>
              <a:srgbClr val="FF0000"/>
            </a:solidFill>
            <a:round/>
            <a:headEnd/>
            <a:tailEnd/>
          </a:ln>
        </p:spPr>
        <p:txBody>
          <a:bodyPr/>
          <a:lstStyle/>
          <a:p>
            <a:endParaRPr lang="en-US"/>
          </a:p>
        </p:txBody>
      </p:sp>
      <p:sp>
        <p:nvSpPr>
          <p:cNvPr id="635941" name="Line 145"/>
          <p:cNvSpPr>
            <a:spLocks noChangeShapeType="1"/>
          </p:cNvSpPr>
          <p:nvPr/>
        </p:nvSpPr>
        <p:spPr bwMode="auto">
          <a:xfrm flipV="1">
            <a:off x="5849938" y="4041775"/>
            <a:ext cx="4762" cy="3175"/>
          </a:xfrm>
          <a:prstGeom prst="line">
            <a:avLst/>
          </a:prstGeom>
          <a:noFill/>
          <a:ln w="28575">
            <a:solidFill>
              <a:srgbClr val="FF0000"/>
            </a:solidFill>
            <a:round/>
            <a:headEnd/>
            <a:tailEnd/>
          </a:ln>
        </p:spPr>
        <p:txBody>
          <a:bodyPr/>
          <a:lstStyle/>
          <a:p>
            <a:endParaRPr lang="en-US"/>
          </a:p>
        </p:txBody>
      </p:sp>
      <p:sp>
        <p:nvSpPr>
          <p:cNvPr id="635942" name="Line 146"/>
          <p:cNvSpPr>
            <a:spLocks noChangeShapeType="1"/>
          </p:cNvSpPr>
          <p:nvPr/>
        </p:nvSpPr>
        <p:spPr bwMode="auto">
          <a:xfrm flipV="1">
            <a:off x="5854700" y="4033838"/>
            <a:ext cx="7938" cy="7937"/>
          </a:xfrm>
          <a:prstGeom prst="line">
            <a:avLst/>
          </a:prstGeom>
          <a:noFill/>
          <a:ln w="28575">
            <a:solidFill>
              <a:srgbClr val="FF0000"/>
            </a:solidFill>
            <a:round/>
            <a:headEnd/>
            <a:tailEnd/>
          </a:ln>
        </p:spPr>
        <p:txBody>
          <a:bodyPr/>
          <a:lstStyle/>
          <a:p>
            <a:endParaRPr lang="en-US"/>
          </a:p>
        </p:txBody>
      </p:sp>
      <p:sp>
        <p:nvSpPr>
          <p:cNvPr id="635943" name="Line 147"/>
          <p:cNvSpPr>
            <a:spLocks noChangeShapeType="1"/>
          </p:cNvSpPr>
          <p:nvPr/>
        </p:nvSpPr>
        <p:spPr bwMode="auto">
          <a:xfrm flipV="1">
            <a:off x="5862638" y="4033838"/>
            <a:ext cx="1587" cy="1587"/>
          </a:xfrm>
          <a:prstGeom prst="line">
            <a:avLst/>
          </a:prstGeom>
          <a:noFill/>
          <a:ln w="28575">
            <a:solidFill>
              <a:srgbClr val="FF0000"/>
            </a:solidFill>
            <a:round/>
            <a:headEnd/>
            <a:tailEnd/>
          </a:ln>
        </p:spPr>
        <p:txBody>
          <a:bodyPr/>
          <a:lstStyle/>
          <a:p>
            <a:endParaRPr lang="en-US"/>
          </a:p>
        </p:txBody>
      </p:sp>
      <p:sp>
        <p:nvSpPr>
          <p:cNvPr id="635944" name="Line 148"/>
          <p:cNvSpPr>
            <a:spLocks noChangeShapeType="1"/>
          </p:cNvSpPr>
          <p:nvPr/>
        </p:nvSpPr>
        <p:spPr bwMode="auto">
          <a:xfrm flipV="1">
            <a:off x="5878513" y="4022725"/>
            <a:ext cx="3175" cy="1588"/>
          </a:xfrm>
          <a:prstGeom prst="line">
            <a:avLst/>
          </a:prstGeom>
          <a:noFill/>
          <a:ln w="28575">
            <a:solidFill>
              <a:srgbClr val="FF0000"/>
            </a:solidFill>
            <a:round/>
            <a:headEnd/>
            <a:tailEnd/>
          </a:ln>
        </p:spPr>
        <p:txBody>
          <a:bodyPr/>
          <a:lstStyle/>
          <a:p>
            <a:endParaRPr lang="en-US"/>
          </a:p>
        </p:txBody>
      </p:sp>
      <p:sp>
        <p:nvSpPr>
          <p:cNvPr id="635945" name="Line 149"/>
          <p:cNvSpPr>
            <a:spLocks noChangeShapeType="1"/>
          </p:cNvSpPr>
          <p:nvPr/>
        </p:nvSpPr>
        <p:spPr bwMode="auto">
          <a:xfrm flipV="1">
            <a:off x="5881688" y="4019550"/>
            <a:ext cx="9525" cy="3175"/>
          </a:xfrm>
          <a:prstGeom prst="line">
            <a:avLst/>
          </a:prstGeom>
          <a:noFill/>
          <a:ln w="28575">
            <a:solidFill>
              <a:srgbClr val="FF0000"/>
            </a:solidFill>
            <a:round/>
            <a:headEnd/>
            <a:tailEnd/>
          </a:ln>
        </p:spPr>
        <p:txBody>
          <a:bodyPr/>
          <a:lstStyle/>
          <a:p>
            <a:endParaRPr lang="en-US"/>
          </a:p>
        </p:txBody>
      </p:sp>
      <p:sp>
        <p:nvSpPr>
          <p:cNvPr id="635946" name="Line 150"/>
          <p:cNvSpPr>
            <a:spLocks noChangeShapeType="1"/>
          </p:cNvSpPr>
          <p:nvPr/>
        </p:nvSpPr>
        <p:spPr bwMode="auto">
          <a:xfrm flipV="1">
            <a:off x="5891213" y="4016375"/>
            <a:ext cx="6350" cy="3175"/>
          </a:xfrm>
          <a:prstGeom prst="line">
            <a:avLst/>
          </a:prstGeom>
          <a:noFill/>
          <a:ln w="28575">
            <a:solidFill>
              <a:srgbClr val="FF0000"/>
            </a:solidFill>
            <a:round/>
            <a:headEnd/>
            <a:tailEnd/>
          </a:ln>
        </p:spPr>
        <p:txBody>
          <a:bodyPr/>
          <a:lstStyle/>
          <a:p>
            <a:endParaRPr lang="en-US"/>
          </a:p>
        </p:txBody>
      </p:sp>
      <p:sp>
        <p:nvSpPr>
          <p:cNvPr id="635947" name="Line 151"/>
          <p:cNvSpPr>
            <a:spLocks noChangeShapeType="1"/>
          </p:cNvSpPr>
          <p:nvPr/>
        </p:nvSpPr>
        <p:spPr bwMode="auto">
          <a:xfrm>
            <a:off x="5916613" y="4014788"/>
            <a:ext cx="1587" cy="1587"/>
          </a:xfrm>
          <a:prstGeom prst="line">
            <a:avLst/>
          </a:prstGeom>
          <a:noFill/>
          <a:ln w="28575">
            <a:solidFill>
              <a:srgbClr val="FF0000"/>
            </a:solidFill>
            <a:round/>
            <a:headEnd/>
            <a:tailEnd/>
          </a:ln>
        </p:spPr>
        <p:txBody>
          <a:bodyPr/>
          <a:lstStyle/>
          <a:p>
            <a:endParaRPr lang="en-US"/>
          </a:p>
        </p:txBody>
      </p:sp>
      <p:sp>
        <p:nvSpPr>
          <p:cNvPr id="635948" name="Line 152"/>
          <p:cNvSpPr>
            <a:spLocks noChangeShapeType="1"/>
          </p:cNvSpPr>
          <p:nvPr/>
        </p:nvSpPr>
        <p:spPr bwMode="auto">
          <a:xfrm>
            <a:off x="5918200" y="4014788"/>
            <a:ext cx="9525" cy="1587"/>
          </a:xfrm>
          <a:prstGeom prst="line">
            <a:avLst/>
          </a:prstGeom>
          <a:noFill/>
          <a:ln w="28575">
            <a:solidFill>
              <a:srgbClr val="FF0000"/>
            </a:solidFill>
            <a:round/>
            <a:headEnd/>
            <a:tailEnd/>
          </a:ln>
        </p:spPr>
        <p:txBody>
          <a:bodyPr/>
          <a:lstStyle/>
          <a:p>
            <a:endParaRPr lang="en-US"/>
          </a:p>
        </p:txBody>
      </p:sp>
      <p:sp>
        <p:nvSpPr>
          <p:cNvPr id="635949" name="Line 153"/>
          <p:cNvSpPr>
            <a:spLocks noChangeShapeType="1"/>
          </p:cNvSpPr>
          <p:nvPr/>
        </p:nvSpPr>
        <p:spPr bwMode="auto">
          <a:xfrm>
            <a:off x="5927725" y="4016375"/>
            <a:ext cx="9525" cy="3175"/>
          </a:xfrm>
          <a:prstGeom prst="line">
            <a:avLst/>
          </a:prstGeom>
          <a:noFill/>
          <a:ln w="28575">
            <a:solidFill>
              <a:srgbClr val="FF0000"/>
            </a:solidFill>
            <a:round/>
            <a:headEnd/>
            <a:tailEnd/>
          </a:ln>
        </p:spPr>
        <p:txBody>
          <a:bodyPr/>
          <a:lstStyle/>
          <a:p>
            <a:endParaRPr lang="en-US"/>
          </a:p>
        </p:txBody>
      </p:sp>
      <p:sp>
        <p:nvSpPr>
          <p:cNvPr id="635950" name="Line 154"/>
          <p:cNvSpPr>
            <a:spLocks noChangeShapeType="1"/>
          </p:cNvSpPr>
          <p:nvPr/>
        </p:nvSpPr>
        <p:spPr bwMode="auto">
          <a:xfrm>
            <a:off x="5954713" y="4027488"/>
            <a:ext cx="1587" cy="0"/>
          </a:xfrm>
          <a:prstGeom prst="line">
            <a:avLst/>
          </a:prstGeom>
          <a:noFill/>
          <a:ln w="28575">
            <a:solidFill>
              <a:srgbClr val="FF0000"/>
            </a:solidFill>
            <a:round/>
            <a:headEnd/>
            <a:tailEnd/>
          </a:ln>
        </p:spPr>
        <p:txBody>
          <a:bodyPr/>
          <a:lstStyle/>
          <a:p>
            <a:endParaRPr lang="en-US"/>
          </a:p>
        </p:txBody>
      </p:sp>
      <p:sp>
        <p:nvSpPr>
          <p:cNvPr id="635951" name="Line 155"/>
          <p:cNvSpPr>
            <a:spLocks noChangeShapeType="1"/>
          </p:cNvSpPr>
          <p:nvPr/>
        </p:nvSpPr>
        <p:spPr bwMode="auto">
          <a:xfrm>
            <a:off x="5956300" y="4027488"/>
            <a:ext cx="9525" cy="6350"/>
          </a:xfrm>
          <a:prstGeom prst="line">
            <a:avLst/>
          </a:prstGeom>
          <a:noFill/>
          <a:ln w="28575">
            <a:solidFill>
              <a:srgbClr val="FF0000"/>
            </a:solidFill>
            <a:round/>
            <a:headEnd/>
            <a:tailEnd/>
          </a:ln>
        </p:spPr>
        <p:txBody>
          <a:bodyPr/>
          <a:lstStyle/>
          <a:p>
            <a:endParaRPr lang="en-US"/>
          </a:p>
        </p:txBody>
      </p:sp>
      <p:sp>
        <p:nvSpPr>
          <p:cNvPr id="635952" name="Line 156"/>
          <p:cNvSpPr>
            <a:spLocks noChangeShapeType="1"/>
          </p:cNvSpPr>
          <p:nvPr/>
        </p:nvSpPr>
        <p:spPr bwMode="auto">
          <a:xfrm>
            <a:off x="5965825" y="4033838"/>
            <a:ext cx="3175" cy="4762"/>
          </a:xfrm>
          <a:prstGeom prst="line">
            <a:avLst/>
          </a:prstGeom>
          <a:noFill/>
          <a:ln w="28575">
            <a:solidFill>
              <a:srgbClr val="FF0000"/>
            </a:solidFill>
            <a:round/>
            <a:headEnd/>
            <a:tailEnd/>
          </a:ln>
        </p:spPr>
        <p:txBody>
          <a:bodyPr/>
          <a:lstStyle/>
          <a:p>
            <a:endParaRPr lang="en-US"/>
          </a:p>
        </p:txBody>
      </p:sp>
      <p:sp>
        <p:nvSpPr>
          <p:cNvPr id="635953" name="Line 157"/>
          <p:cNvSpPr>
            <a:spLocks noChangeShapeType="1"/>
          </p:cNvSpPr>
          <p:nvPr/>
        </p:nvSpPr>
        <p:spPr bwMode="auto">
          <a:xfrm>
            <a:off x="5981700" y="4049713"/>
            <a:ext cx="1588" cy="1587"/>
          </a:xfrm>
          <a:prstGeom prst="line">
            <a:avLst/>
          </a:prstGeom>
          <a:noFill/>
          <a:ln w="28575">
            <a:solidFill>
              <a:srgbClr val="FF0000"/>
            </a:solidFill>
            <a:round/>
            <a:headEnd/>
            <a:tailEnd/>
          </a:ln>
        </p:spPr>
        <p:txBody>
          <a:bodyPr/>
          <a:lstStyle/>
          <a:p>
            <a:endParaRPr lang="en-US"/>
          </a:p>
        </p:txBody>
      </p:sp>
      <p:sp>
        <p:nvSpPr>
          <p:cNvPr id="635954" name="Line 158"/>
          <p:cNvSpPr>
            <a:spLocks noChangeShapeType="1"/>
          </p:cNvSpPr>
          <p:nvPr/>
        </p:nvSpPr>
        <p:spPr bwMode="auto">
          <a:xfrm>
            <a:off x="5983288" y="4051300"/>
            <a:ext cx="9525" cy="9525"/>
          </a:xfrm>
          <a:prstGeom prst="line">
            <a:avLst/>
          </a:prstGeom>
          <a:noFill/>
          <a:ln w="28575">
            <a:solidFill>
              <a:srgbClr val="FF0000"/>
            </a:solidFill>
            <a:round/>
            <a:headEnd/>
            <a:tailEnd/>
          </a:ln>
        </p:spPr>
        <p:txBody>
          <a:bodyPr/>
          <a:lstStyle/>
          <a:p>
            <a:endParaRPr lang="en-US"/>
          </a:p>
        </p:txBody>
      </p:sp>
      <p:sp>
        <p:nvSpPr>
          <p:cNvPr id="635955" name="Line 159"/>
          <p:cNvSpPr>
            <a:spLocks noChangeShapeType="1"/>
          </p:cNvSpPr>
          <p:nvPr/>
        </p:nvSpPr>
        <p:spPr bwMode="auto">
          <a:xfrm>
            <a:off x="5992813" y="4060825"/>
            <a:ext cx="1587" cy="0"/>
          </a:xfrm>
          <a:prstGeom prst="line">
            <a:avLst/>
          </a:prstGeom>
          <a:noFill/>
          <a:ln w="28575">
            <a:solidFill>
              <a:srgbClr val="FF0000"/>
            </a:solidFill>
            <a:round/>
            <a:headEnd/>
            <a:tailEnd/>
          </a:ln>
        </p:spPr>
        <p:txBody>
          <a:bodyPr/>
          <a:lstStyle/>
          <a:p>
            <a:endParaRPr lang="en-US"/>
          </a:p>
        </p:txBody>
      </p:sp>
      <p:sp>
        <p:nvSpPr>
          <p:cNvPr id="635956" name="Line 160"/>
          <p:cNvSpPr>
            <a:spLocks noChangeShapeType="1"/>
          </p:cNvSpPr>
          <p:nvPr/>
        </p:nvSpPr>
        <p:spPr bwMode="auto">
          <a:xfrm>
            <a:off x="6005513" y="4075113"/>
            <a:ext cx="6350" cy="7937"/>
          </a:xfrm>
          <a:prstGeom prst="line">
            <a:avLst/>
          </a:prstGeom>
          <a:noFill/>
          <a:ln w="28575">
            <a:solidFill>
              <a:srgbClr val="FF0000"/>
            </a:solidFill>
            <a:round/>
            <a:headEnd/>
            <a:tailEnd/>
          </a:ln>
        </p:spPr>
        <p:txBody>
          <a:bodyPr/>
          <a:lstStyle/>
          <a:p>
            <a:endParaRPr lang="en-US"/>
          </a:p>
        </p:txBody>
      </p:sp>
      <p:sp>
        <p:nvSpPr>
          <p:cNvPr id="635957" name="Line 161"/>
          <p:cNvSpPr>
            <a:spLocks noChangeShapeType="1"/>
          </p:cNvSpPr>
          <p:nvPr/>
        </p:nvSpPr>
        <p:spPr bwMode="auto">
          <a:xfrm>
            <a:off x="6011863" y="4083050"/>
            <a:ext cx="3175" cy="4763"/>
          </a:xfrm>
          <a:prstGeom prst="line">
            <a:avLst/>
          </a:prstGeom>
          <a:noFill/>
          <a:ln w="28575">
            <a:solidFill>
              <a:srgbClr val="FF0000"/>
            </a:solidFill>
            <a:round/>
            <a:headEnd/>
            <a:tailEnd/>
          </a:ln>
        </p:spPr>
        <p:txBody>
          <a:bodyPr/>
          <a:lstStyle/>
          <a:p>
            <a:endParaRPr lang="en-US"/>
          </a:p>
        </p:txBody>
      </p:sp>
      <p:sp>
        <p:nvSpPr>
          <p:cNvPr id="635958" name="Line 162"/>
          <p:cNvSpPr>
            <a:spLocks noChangeShapeType="1"/>
          </p:cNvSpPr>
          <p:nvPr/>
        </p:nvSpPr>
        <p:spPr bwMode="auto">
          <a:xfrm>
            <a:off x="6026150" y="4100513"/>
            <a:ext cx="3175" cy="6350"/>
          </a:xfrm>
          <a:prstGeom prst="line">
            <a:avLst/>
          </a:prstGeom>
          <a:noFill/>
          <a:ln w="28575">
            <a:solidFill>
              <a:srgbClr val="FF0000"/>
            </a:solidFill>
            <a:round/>
            <a:headEnd/>
            <a:tailEnd/>
          </a:ln>
        </p:spPr>
        <p:txBody>
          <a:bodyPr/>
          <a:lstStyle/>
          <a:p>
            <a:endParaRPr lang="en-US"/>
          </a:p>
        </p:txBody>
      </p:sp>
      <p:sp>
        <p:nvSpPr>
          <p:cNvPr id="635959" name="Line 163"/>
          <p:cNvSpPr>
            <a:spLocks noChangeShapeType="1"/>
          </p:cNvSpPr>
          <p:nvPr/>
        </p:nvSpPr>
        <p:spPr bwMode="auto">
          <a:xfrm>
            <a:off x="6029325" y="4106863"/>
            <a:ext cx="6350" cy="7937"/>
          </a:xfrm>
          <a:prstGeom prst="line">
            <a:avLst/>
          </a:prstGeom>
          <a:noFill/>
          <a:ln w="28575">
            <a:solidFill>
              <a:srgbClr val="FF0000"/>
            </a:solidFill>
            <a:round/>
            <a:headEnd/>
            <a:tailEnd/>
          </a:ln>
        </p:spPr>
        <p:txBody>
          <a:bodyPr/>
          <a:lstStyle/>
          <a:p>
            <a:endParaRPr lang="en-US"/>
          </a:p>
        </p:txBody>
      </p:sp>
      <p:sp>
        <p:nvSpPr>
          <p:cNvPr id="635960" name="Line 164"/>
          <p:cNvSpPr>
            <a:spLocks noChangeShapeType="1"/>
          </p:cNvSpPr>
          <p:nvPr/>
        </p:nvSpPr>
        <p:spPr bwMode="auto">
          <a:xfrm>
            <a:off x="6043613" y="4129088"/>
            <a:ext cx="4762" cy="4762"/>
          </a:xfrm>
          <a:prstGeom prst="line">
            <a:avLst/>
          </a:prstGeom>
          <a:noFill/>
          <a:ln w="28575">
            <a:solidFill>
              <a:srgbClr val="FF0000"/>
            </a:solidFill>
            <a:round/>
            <a:headEnd/>
            <a:tailEnd/>
          </a:ln>
        </p:spPr>
        <p:txBody>
          <a:bodyPr/>
          <a:lstStyle/>
          <a:p>
            <a:endParaRPr lang="en-US"/>
          </a:p>
        </p:txBody>
      </p:sp>
      <p:sp>
        <p:nvSpPr>
          <p:cNvPr id="635961" name="Line 165"/>
          <p:cNvSpPr>
            <a:spLocks noChangeShapeType="1"/>
          </p:cNvSpPr>
          <p:nvPr/>
        </p:nvSpPr>
        <p:spPr bwMode="auto">
          <a:xfrm>
            <a:off x="6048375" y="4133850"/>
            <a:ext cx="4763" cy="7938"/>
          </a:xfrm>
          <a:prstGeom prst="line">
            <a:avLst/>
          </a:prstGeom>
          <a:noFill/>
          <a:ln w="28575">
            <a:solidFill>
              <a:srgbClr val="FF0000"/>
            </a:solidFill>
            <a:round/>
            <a:headEnd/>
            <a:tailEnd/>
          </a:ln>
        </p:spPr>
        <p:txBody>
          <a:bodyPr/>
          <a:lstStyle/>
          <a:p>
            <a:endParaRPr lang="en-US"/>
          </a:p>
        </p:txBody>
      </p:sp>
      <p:sp>
        <p:nvSpPr>
          <p:cNvPr id="635962" name="Line 166"/>
          <p:cNvSpPr>
            <a:spLocks noChangeShapeType="1"/>
          </p:cNvSpPr>
          <p:nvPr/>
        </p:nvSpPr>
        <p:spPr bwMode="auto">
          <a:xfrm>
            <a:off x="6062663" y="4156075"/>
            <a:ext cx="4762" cy="6350"/>
          </a:xfrm>
          <a:prstGeom prst="line">
            <a:avLst/>
          </a:prstGeom>
          <a:noFill/>
          <a:ln w="28575">
            <a:solidFill>
              <a:srgbClr val="FF0000"/>
            </a:solidFill>
            <a:round/>
            <a:headEnd/>
            <a:tailEnd/>
          </a:ln>
        </p:spPr>
        <p:txBody>
          <a:bodyPr/>
          <a:lstStyle/>
          <a:p>
            <a:endParaRPr lang="en-US"/>
          </a:p>
        </p:txBody>
      </p:sp>
      <p:sp>
        <p:nvSpPr>
          <p:cNvPr id="635963" name="Line 167"/>
          <p:cNvSpPr>
            <a:spLocks noChangeShapeType="1"/>
          </p:cNvSpPr>
          <p:nvPr/>
        </p:nvSpPr>
        <p:spPr bwMode="auto">
          <a:xfrm>
            <a:off x="6067425" y="4162425"/>
            <a:ext cx="4763" cy="6350"/>
          </a:xfrm>
          <a:prstGeom prst="line">
            <a:avLst/>
          </a:prstGeom>
          <a:noFill/>
          <a:ln w="28575">
            <a:solidFill>
              <a:srgbClr val="FF0000"/>
            </a:solidFill>
            <a:round/>
            <a:headEnd/>
            <a:tailEnd/>
          </a:ln>
        </p:spPr>
        <p:txBody>
          <a:bodyPr/>
          <a:lstStyle/>
          <a:p>
            <a:endParaRPr lang="en-US"/>
          </a:p>
        </p:txBody>
      </p:sp>
      <p:sp>
        <p:nvSpPr>
          <p:cNvPr id="635964" name="Line 168"/>
          <p:cNvSpPr>
            <a:spLocks noChangeShapeType="1"/>
          </p:cNvSpPr>
          <p:nvPr/>
        </p:nvSpPr>
        <p:spPr bwMode="auto">
          <a:xfrm>
            <a:off x="6080125" y="4183063"/>
            <a:ext cx="4763" cy="6350"/>
          </a:xfrm>
          <a:prstGeom prst="line">
            <a:avLst/>
          </a:prstGeom>
          <a:noFill/>
          <a:ln w="28575">
            <a:solidFill>
              <a:srgbClr val="FF0000"/>
            </a:solidFill>
            <a:round/>
            <a:headEnd/>
            <a:tailEnd/>
          </a:ln>
        </p:spPr>
        <p:txBody>
          <a:bodyPr/>
          <a:lstStyle/>
          <a:p>
            <a:endParaRPr lang="en-US"/>
          </a:p>
        </p:txBody>
      </p:sp>
      <p:sp>
        <p:nvSpPr>
          <p:cNvPr id="635965" name="Line 169"/>
          <p:cNvSpPr>
            <a:spLocks noChangeShapeType="1"/>
          </p:cNvSpPr>
          <p:nvPr/>
        </p:nvSpPr>
        <p:spPr bwMode="auto">
          <a:xfrm>
            <a:off x="6084888" y="4189413"/>
            <a:ext cx="4762" cy="7937"/>
          </a:xfrm>
          <a:prstGeom prst="line">
            <a:avLst/>
          </a:prstGeom>
          <a:noFill/>
          <a:ln w="28575">
            <a:solidFill>
              <a:srgbClr val="FF0000"/>
            </a:solidFill>
            <a:round/>
            <a:headEnd/>
            <a:tailEnd/>
          </a:ln>
        </p:spPr>
        <p:txBody>
          <a:bodyPr/>
          <a:lstStyle/>
          <a:p>
            <a:endParaRPr lang="en-US"/>
          </a:p>
        </p:txBody>
      </p:sp>
      <p:sp>
        <p:nvSpPr>
          <p:cNvPr id="635966" name="Line 170"/>
          <p:cNvSpPr>
            <a:spLocks noChangeShapeType="1"/>
          </p:cNvSpPr>
          <p:nvPr/>
        </p:nvSpPr>
        <p:spPr bwMode="auto">
          <a:xfrm>
            <a:off x="6099175" y="4210050"/>
            <a:ext cx="4763" cy="6350"/>
          </a:xfrm>
          <a:prstGeom prst="line">
            <a:avLst/>
          </a:prstGeom>
          <a:noFill/>
          <a:ln w="28575">
            <a:solidFill>
              <a:srgbClr val="FF0000"/>
            </a:solidFill>
            <a:round/>
            <a:headEnd/>
            <a:tailEnd/>
          </a:ln>
        </p:spPr>
        <p:txBody>
          <a:bodyPr/>
          <a:lstStyle/>
          <a:p>
            <a:endParaRPr lang="en-US"/>
          </a:p>
        </p:txBody>
      </p:sp>
      <p:sp>
        <p:nvSpPr>
          <p:cNvPr id="635967" name="Line 171"/>
          <p:cNvSpPr>
            <a:spLocks noChangeShapeType="1"/>
          </p:cNvSpPr>
          <p:nvPr/>
        </p:nvSpPr>
        <p:spPr bwMode="auto">
          <a:xfrm>
            <a:off x="6103938" y="4216400"/>
            <a:ext cx="4762" cy="7938"/>
          </a:xfrm>
          <a:prstGeom prst="line">
            <a:avLst/>
          </a:prstGeom>
          <a:noFill/>
          <a:ln w="28575">
            <a:solidFill>
              <a:srgbClr val="FF0000"/>
            </a:solidFill>
            <a:round/>
            <a:headEnd/>
            <a:tailEnd/>
          </a:ln>
        </p:spPr>
        <p:txBody>
          <a:bodyPr/>
          <a:lstStyle/>
          <a:p>
            <a:endParaRPr lang="en-US"/>
          </a:p>
        </p:txBody>
      </p:sp>
      <p:sp>
        <p:nvSpPr>
          <p:cNvPr id="635968" name="Line 172"/>
          <p:cNvSpPr>
            <a:spLocks noChangeShapeType="1"/>
          </p:cNvSpPr>
          <p:nvPr/>
        </p:nvSpPr>
        <p:spPr bwMode="auto">
          <a:xfrm>
            <a:off x="6118225" y="4237038"/>
            <a:ext cx="4763" cy="4762"/>
          </a:xfrm>
          <a:prstGeom prst="line">
            <a:avLst/>
          </a:prstGeom>
          <a:noFill/>
          <a:ln w="28575">
            <a:solidFill>
              <a:srgbClr val="FF0000"/>
            </a:solidFill>
            <a:round/>
            <a:headEnd/>
            <a:tailEnd/>
          </a:ln>
        </p:spPr>
        <p:txBody>
          <a:bodyPr/>
          <a:lstStyle/>
          <a:p>
            <a:endParaRPr lang="en-US"/>
          </a:p>
        </p:txBody>
      </p:sp>
      <p:sp>
        <p:nvSpPr>
          <p:cNvPr id="635969" name="Line 173"/>
          <p:cNvSpPr>
            <a:spLocks noChangeShapeType="1"/>
          </p:cNvSpPr>
          <p:nvPr/>
        </p:nvSpPr>
        <p:spPr bwMode="auto">
          <a:xfrm>
            <a:off x="6122988" y="4241800"/>
            <a:ext cx="6350" cy="7938"/>
          </a:xfrm>
          <a:prstGeom prst="line">
            <a:avLst/>
          </a:prstGeom>
          <a:noFill/>
          <a:ln w="28575">
            <a:solidFill>
              <a:srgbClr val="FF0000"/>
            </a:solidFill>
            <a:round/>
            <a:headEnd/>
            <a:tailEnd/>
          </a:ln>
        </p:spPr>
        <p:txBody>
          <a:bodyPr/>
          <a:lstStyle/>
          <a:p>
            <a:endParaRPr lang="en-US"/>
          </a:p>
        </p:txBody>
      </p:sp>
      <p:sp>
        <p:nvSpPr>
          <p:cNvPr id="635970" name="Line 174"/>
          <p:cNvSpPr>
            <a:spLocks noChangeShapeType="1"/>
          </p:cNvSpPr>
          <p:nvPr/>
        </p:nvSpPr>
        <p:spPr bwMode="auto">
          <a:xfrm>
            <a:off x="6140450" y="4262438"/>
            <a:ext cx="1588" cy="1587"/>
          </a:xfrm>
          <a:prstGeom prst="line">
            <a:avLst/>
          </a:prstGeom>
          <a:noFill/>
          <a:ln w="28575">
            <a:solidFill>
              <a:srgbClr val="FF0000"/>
            </a:solidFill>
            <a:round/>
            <a:headEnd/>
            <a:tailEnd/>
          </a:ln>
        </p:spPr>
        <p:txBody>
          <a:bodyPr/>
          <a:lstStyle/>
          <a:p>
            <a:endParaRPr lang="en-US"/>
          </a:p>
        </p:txBody>
      </p:sp>
      <p:sp>
        <p:nvSpPr>
          <p:cNvPr id="635971" name="Line 175"/>
          <p:cNvSpPr>
            <a:spLocks noChangeShapeType="1"/>
          </p:cNvSpPr>
          <p:nvPr/>
        </p:nvSpPr>
        <p:spPr bwMode="auto">
          <a:xfrm>
            <a:off x="6140450" y="4264025"/>
            <a:ext cx="9525" cy="9525"/>
          </a:xfrm>
          <a:prstGeom prst="line">
            <a:avLst/>
          </a:prstGeom>
          <a:noFill/>
          <a:ln w="28575">
            <a:solidFill>
              <a:srgbClr val="FF0000"/>
            </a:solidFill>
            <a:round/>
            <a:headEnd/>
            <a:tailEnd/>
          </a:ln>
        </p:spPr>
        <p:txBody>
          <a:bodyPr/>
          <a:lstStyle/>
          <a:p>
            <a:endParaRPr lang="en-US"/>
          </a:p>
        </p:txBody>
      </p:sp>
      <p:sp>
        <p:nvSpPr>
          <p:cNvPr id="635972" name="Line 176"/>
          <p:cNvSpPr>
            <a:spLocks noChangeShapeType="1"/>
          </p:cNvSpPr>
          <p:nvPr/>
        </p:nvSpPr>
        <p:spPr bwMode="auto">
          <a:xfrm>
            <a:off x="6149975" y="4273550"/>
            <a:ext cx="1588" cy="1588"/>
          </a:xfrm>
          <a:prstGeom prst="line">
            <a:avLst/>
          </a:prstGeom>
          <a:noFill/>
          <a:ln w="28575">
            <a:solidFill>
              <a:srgbClr val="FF0000"/>
            </a:solidFill>
            <a:round/>
            <a:headEnd/>
            <a:tailEnd/>
          </a:ln>
        </p:spPr>
        <p:txBody>
          <a:bodyPr/>
          <a:lstStyle/>
          <a:p>
            <a:endParaRPr lang="en-US"/>
          </a:p>
        </p:txBody>
      </p:sp>
      <p:sp>
        <p:nvSpPr>
          <p:cNvPr id="635973" name="Line 177"/>
          <p:cNvSpPr>
            <a:spLocks noChangeShapeType="1"/>
          </p:cNvSpPr>
          <p:nvPr/>
        </p:nvSpPr>
        <p:spPr bwMode="auto">
          <a:xfrm>
            <a:off x="6165850" y="4286250"/>
            <a:ext cx="3175" cy="3175"/>
          </a:xfrm>
          <a:prstGeom prst="line">
            <a:avLst/>
          </a:prstGeom>
          <a:noFill/>
          <a:ln w="28575">
            <a:solidFill>
              <a:srgbClr val="FF0000"/>
            </a:solidFill>
            <a:round/>
            <a:headEnd/>
            <a:tailEnd/>
          </a:ln>
        </p:spPr>
        <p:txBody>
          <a:bodyPr/>
          <a:lstStyle/>
          <a:p>
            <a:endParaRPr lang="en-US"/>
          </a:p>
        </p:txBody>
      </p:sp>
      <p:sp>
        <p:nvSpPr>
          <p:cNvPr id="635974" name="Line 178"/>
          <p:cNvSpPr>
            <a:spLocks noChangeShapeType="1"/>
          </p:cNvSpPr>
          <p:nvPr/>
        </p:nvSpPr>
        <p:spPr bwMode="auto">
          <a:xfrm>
            <a:off x="6169025" y="4289425"/>
            <a:ext cx="7938" cy="6350"/>
          </a:xfrm>
          <a:prstGeom prst="line">
            <a:avLst/>
          </a:prstGeom>
          <a:noFill/>
          <a:ln w="28575">
            <a:solidFill>
              <a:srgbClr val="FF0000"/>
            </a:solidFill>
            <a:round/>
            <a:headEnd/>
            <a:tailEnd/>
          </a:ln>
        </p:spPr>
        <p:txBody>
          <a:bodyPr/>
          <a:lstStyle/>
          <a:p>
            <a:endParaRPr lang="en-US"/>
          </a:p>
        </p:txBody>
      </p:sp>
      <p:sp>
        <p:nvSpPr>
          <p:cNvPr id="635975" name="Line 179"/>
          <p:cNvSpPr>
            <a:spLocks noChangeShapeType="1"/>
          </p:cNvSpPr>
          <p:nvPr/>
        </p:nvSpPr>
        <p:spPr bwMode="auto">
          <a:xfrm>
            <a:off x="6176963" y="4295775"/>
            <a:ext cx="3175" cy="1588"/>
          </a:xfrm>
          <a:prstGeom prst="line">
            <a:avLst/>
          </a:prstGeom>
          <a:noFill/>
          <a:ln w="28575">
            <a:solidFill>
              <a:srgbClr val="FF0000"/>
            </a:solidFill>
            <a:round/>
            <a:headEnd/>
            <a:tailEnd/>
          </a:ln>
        </p:spPr>
        <p:txBody>
          <a:bodyPr/>
          <a:lstStyle/>
          <a:p>
            <a:endParaRPr lang="en-US"/>
          </a:p>
        </p:txBody>
      </p:sp>
      <p:sp>
        <p:nvSpPr>
          <p:cNvPr id="635976" name="Line 180"/>
          <p:cNvSpPr>
            <a:spLocks noChangeShapeType="1"/>
          </p:cNvSpPr>
          <p:nvPr/>
        </p:nvSpPr>
        <p:spPr bwMode="auto">
          <a:xfrm>
            <a:off x="6197600" y="4305300"/>
            <a:ext cx="7938" cy="3175"/>
          </a:xfrm>
          <a:prstGeom prst="line">
            <a:avLst/>
          </a:prstGeom>
          <a:noFill/>
          <a:ln w="28575">
            <a:solidFill>
              <a:srgbClr val="FF0000"/>
            </a:solidFill>
            <a:round/>
            <a:headEnd/>
            <a:tailEnd/>
          </a:ln>
        </p:spPr>
        <p:txBody>
          <a:bodyPr/>
          <a:lstStyle/>
          <a:p>
            <a:endParaRPr lang="en-US"/>
          </a:p>
        </p:txBody>
      </p:sp>
      <p:sp>
        <p:nvSpPr>
          <p:cNvPr id="635977" name="Line 181"/>
          <p:cNvSpPr>
            <a:spLocks noChangeShapeType="1"/>
          </p:cNvSpPr>
          <p:nvPr/>
        </p:nvSpPr>
        <p:spPr bwMode="auto">
          <a:xfrm>
            <a:off x="6205538" y="4308475"/>
            <a:ext cx="9525" cy="0"/>
          </a:xfrm>
          <a:prstGeom prst="line">
            <a:avLst/>
          </a:prstGeom>
          <a:noFill/>
          <a:ln w="28575">
            <a:solidFill>
              <a:srgbClr val="FF0000"/>
            </a:solidFill>
            <a:round/>
            <a:headEnd/>
            <a:tailEnd/>
          </a:ln>
        </p:spPr>
        <p:txBody>
          <a:bodyPr/>
          <a:lstStyle/>
          <a:p>
            <a:endParaRPr lang="en-US"/>
          </a:p>
        </p:txBody>
      </p:sp>
      <p:sp>
        <p:nvSpPr>
          <p:cNvPr id="635978" name="Line 182"/>
          <p:cNvSpPr>
            <a:spLocks noChangeShapeType="1"/>
          </p:cNvSpPr>
          <p:nvPr/>
        </p:nvSpPr>
        <p:spPr bwMode="auto">
          <a:xfrm>
            <a:off x="6215063" y="4308475"/>
            <a:ext cx="3175" cy="1588"/>
          </a:xfrm>
          <a:prstGeom prst="line">
            <a:avLst/>
          </a:prstGeom>
          <a:noFill/>
          <a:ln w="28575">
            <a:solidFill>
              <a:srgbClr val="FF0000"/>
            </a:solidFill>
            <a:round/>
            <a:headEnd/>
            <a:tailEnd/>
          </a:ln>
        </p:spPr>
        <p:txBody>
          <a:bodyPr/>
          <a:lstStyle/>
          <a:p>
            <a:endParaRPr lang="en-US"/>
          </a:p>
        </p:txBody>
      </p:sp>
      <p:sp>
        <p:nvSpPr>
          <p:cNvPr id="635979" name="Line 183"/>
          <p:cNvSpPr>
            <a:spLocks noChangeShapeType="1"/>
          </p:cNvSpPr>
          <p:nvPr/>
        </p:nvSpPr>
        <p:spPr bwMode="auto">
          <a:xfrm flipV="1">
            <a:off x="6237288" y="4305300"/>
            <a:ext cx="4762" cy="1588"/>
          </a:xfrm>
          <a:prstGeom prst="line">
            <a:avLst/>
          </a:prstGeom>
          <a:noFill/>
          <a:ln w="28575">
            <a:solidFill>
              <a:srgbClr val="FF0000"/>
            </a:solidFill>
            <a:round/>
            <a:headEnd/>
            <a:tailEnd/>
          </a:ln>
        </p:spPr>
        <p:txBody>
          <a:bodyPr/>
          <a:lstStyle/>
          <a:p>
            <a:endParaRPr lang="en-US"/>
          </a:p>
        </p:txBody>
      </p:sp>
      <p:sp>
        <p:nvSpPr>
          <p:cNvPr id="635980" name="Line 184"/>
          <p:cNvSpPr>
            <a:spLocks noChangeShapeType="1"/>
          </p:cNvSpPr>
          <p:nvPr/>
        </p:nvSpPr>
        <p:spPr bwMode="auto">
          <a:xfrm flipV="1">
            <a:off x="6242050" y="4302125"/>
            <a:ext cx="9525" cy="3175"/>
          </a:xfrm>
          <a:prstGeom prst="line">
            <a:avLst/>
          </a:prstGeom>
          <a:noFill/>
          <a:ln w="28575">
            <a:solidFill>
              <a:srgbClr val="FF0000"/>
            </a:solidFill>
            <a:round/>
            <a:headEnd/>
            <a:tailEnd/>
          </a:ln>
        </p:spPr>
        <p:txBody>
          <a:bodyPr/>
          <a:lstStyle/>
          <a:p>
            <a:endParaRPr lang="en-US"/>
          </a:p>
        </p:txBody>
      </p:sp>
      <p:sp>
        <p:nvSpPr>
          <p:cNvPr id="635981" name="Line 185"/>
          <p:cNvSpPr>
            <a:spLocks noChangeShapeType="1"/>
          </p:cNvSpPr>
          <p:nvPr/>
        </p:nvSpPr>
        <p:spPr bwMode="auto">
          <a:xfrm flipV="1">
            <a:off x="6251575" y="4298950"/>
            <a:ext cx="3175" cy="3175"/>
          </a:xfrm>
          <a:prstGeom prst="line">
            <a:avLst/>
          </a:prstGeom>
          <a:noFill/>
          <a:ln w="28575">
            <a:solidFill>
              <a:srgbClr val="FF0000"/>
            </a:solidFill>
            <a:round/>
            <a:headEnd/>
            <a:tailEnd/>
          </a:ln>
        </p:spPr>
        <p:txBody>
          <a:bodyPr/>
          <a:lstStyle/>
          <a:p>
            <a:endParaRPr lang="en-US"/>
          </a:p>
        </p:txBody>
      </p:sp>
      <p:sp>
        <p:nvSpPr>
          <p:cNvPr id="635982" name="Line 186"/>
          <p:cNvSpPr>
            <a:spLocks noChangeShapeType="1"/>
          </p:cNvSpPr>
          <p:nvPr/>
        </p:nvSpPr>
        <p:spPr bwMode="auto">
          <a:xfrm flipV="1">
            <a:off x="6270625" y="4283075"/>
            <a:ext cx="9525" cy="6350"/>
          </a:xfrm>
          <a:prstGeom prst="line">
            <a:avLst/>
          </a:prstGeom>
          <a:noFill/>
          <a:ln w="28575">
            <a:solidFill>
              <a:srgbClr val="FF0000"/>
            </a:solidFill>
            <a:round/>
            <a:headEnd/>
            <a:tailEnd/>
          </a:ln>
        </p:spPr>
        <p:txBody>
          <a:bodyPr/>
          <a:lstStyle/>
          <a:p>
            <a:endParaRPr lang="en-US"/>
          </a:p>
        </p:txBody>
      </p:sp>
      <p:sp>
        <p:nvSpPr>
          <p:cNvPr id="635983" name="Line 187"/>
          <p:cNvSpPr>
            <a:spLocks noChangeShapeType="1"/>
          </p:cNvSpPr>
          <p:nvPr/>
        </p:nvSpPr>
        <p:spPr bwMode="auto">
          <a:xfrm flipV="1">
            <a:off x="6280150" y="4276725"/>
            <a:ext cx="4763" cy="6350"/>
          </a:xfrm>
          <a:prstGeom prst="line">
            <a:avLst/>
          </a:prstGeom>
          <a:noFill/>
          <a:ln w="28575">
            <a:solidFill>
              <a:srgbClr val="FF0000"/>
            </a:solidFill>
            <a:round/>
            <a:headEnd/>
            <a:tailEnd/>
          </a:ln>
        </p:spPr>
        <p:txBody>
          <a:bodyPr/>
          <a:lstStyle/>
          <a:p>
            <a:endParaRPr lang="en-US"/>
          </a:p>
        </p:txBody>
      </p:sp>
      <p:sp>
        <p:nvSpPr>
          <p:cNvPr id="635984" name="Line 188"/>
          <p:cNvSpPr>
            <a:spLocks noChangeShapeType="1"/>
          </p:cNvSpPr>
          <p:nvPr/>
        </p:nvSpPr>
        <p:spPr bwMode="auto">
          <a:xfrm flipV="1">
            <a:off x="6296025" y="4264025"/>
            <a:ext cx="1588" cy="1588"/>
          </a:xfrm>
          <a:prstGeom prst="line">
            <a:avLst/>
          </a:prstGeom>
          <a:noFill/>
          <a:ln w="28575">
            <a:solidFill>
              <a:srgbClr val="FF0000"/>
            </a:solidFill>
            <a:round/>
            <a:headEnd/>
            <a:tailEnd/>
          </a:ln>
        </p:spPr>
        <p:txBody>
          <a:bodyPr/>
          <a:lstStyle/>
          <a:p>
            <a:endParaRPr lang="en-US"/>
          </a:p>
        </p:txBody>
      </p:sp>
      <p:sp>
        <p:nvSpPr>
          <p:cNvPr id="635985" name="Line 189"/>
          <p:cNvSpPr>
            <a:spLocks noChangeShapeType="1"/>
          </p:cNvSpPr>
          <p:nvPr/>
        </p:nvSpPr>
        <p:spPr bwMode="auto">
          <a:xfrm flipV="1">
            <a:off x="6297613" y="4252913"/>
            <a:ext cx="9525" cy="11112"/>
          </a:xfrm>
          <a:prstGeom prst="line">
            <a:avLst/>
          </a:prstGeom>
          <a:noFill/>
          <a:ln w="28575">
            <a:solidFill>
              <a:srgbClr val="FF0000"/>
            </a:solidFill>
            <a:round/>
            <a:headEnd/>
            <a:tailEnd/>
          </a:ln>
        </p:spPr>
        <p:txBody>
          <a:bodyPr/>
          <a:lstStyle/>
          <a:p>
            <a:endParaRPr lang="en-US"/>
          </a:p>
        </p:txBody>
      </p:sp>
      <p:sp>
        <p:nvSpPr>
          <p:cNvPr id="635986" name="Line 190"/>
          <p:cNvSpPr>
            <a:spLocks noChangeShapeType="1"/>
          </p:cNvSpPr>
          <p:nvPr/>
        </p:nvSpPr>
        <p:spPr bwMode="auto">
          <a:xfrm flipV="1">
            <a:off x="6307138" y="4252913"/>
            <a:ext cx="1587" cy="0"/>
          </a:xfrm>
          <a:prstGeom prst="line">
            <a:avLst/>
          </a:prstGeom>
          <a:noFill/>
          <a:ln w="28575">
            <a:solidFill>
              <a:srgbClr val="FF0000"/>
            </a:solidFill>
            <a:round/>
            <a:headEnd/>
            <a:tailEnd/>
          </a:ln>
        </p:spPr>
        <p:txBody>
          <a:bodyPr/>
          <a:lstStyle/>
          <a:p>
            <a:endParaRPr lang="en-US"/>
          </a:p>
        </p:txBody>
      </p:sp>
      <p:sp>
        <p:nvSpPr>
          <p:cNvPr id="635987" name="Line 191"/>
          <p:cNvSpPr>
            <a:spLocks noChangeShapeType="1"/>
          </p:cNvSpPr>
          <p:nvPr/>
        </p:nvSpPr>
        <p:spPr bwMode="auto">
          <a:xfrm flipV="1">
            <a:off x="6318250" y="4229100"/>
            <a:ext cx="7938" cy="9525"/>
          </a:xfrm>
          <a:prstGeom prst="line">
            <a:avLst/>
          </a:prstGeom>
          <a:noFill/>
          <a:ln w="28575">
            <a:solidFill>
              <a:srgbClr val="FF0000"/>
            </a:solidFill>
            <a:round/>
            <a:headEnd/>
            <a:tailEnd/>
          </a:ln>
        </p:spPr>
        <p:txBody>
          <a:bodyPr/>
          <a:lstStyle/>
          <a:p>
            <a:endParaRPr lang="en-US"/>
          </a:p>
        </p:txBody>
      </p:sp>
      <p:sp>
        <p:nvSpPr>
          <p:cNvPr id="635988" name="Line 192"/>
          <p:cNvSpPr>
            <a:spLocks noChangeShapeType="1"/>
          </p:cNvSpPr>
          <p:nvPr/>
        </p:nvSpPr>
        <p:spPr bwMode="auto">
          <a:xfrm flipV="1">
            <a:off x="6326188" y="4225925"/>
            <a:ext cx="1587" cy="3175"/>
          </a:xfrm>
          <a:prstGeom prst="line">
            <a:avLst/>
          </a:prstGeom>
          <a:noFill/>
          <a:ln w="28575">
            <a:solidFill>
              <a:srgbClr val="FF0000"/>
            </a:solidFill>
            <a:round/>
            <a:headEnd/>
            <a:tailEnd/>
          </a:ln>
        </p:spPr>
        <p:txBody>
          <a:bodyPr/>
          <a:lstStyle/>
          <a:p>
            <a:endParaRPr lang="en-US"/>
          </a:p>
        </p:txBody>
      </p:sp>
      <p:sp>
        <p:nvSpPr>
          <p:cNvPr id="635989" name="Line 193"/>
          <p:cNvSpPr>
            <a:spLocks noChangeShapeType="1"/>
          </p:cNvSpPr>
          <p:nvPr/>
        </p:nvSpPr>
        <p:spPr bwMode="auto">
          <a:xfrm flipV="1">
            <a:off x="6337300" y="4203700"/>
            <a:ext cx="6350" cy="7938"/>
          </a:xfrm>
          <a:prstGeom prst="line">
            <a:avLst/>
          </a:prstGeom>
          <a:noFill/>
          <a:ln w="28575">
            <a:solidFill>
              <a:srgbClr val="FF0000"/>
            </a:solidFill>
            <a:round/>
            <a:headEnd/>
            <a:tailEnd/>
          </a:ln>
        </p:spPr>
        <p:txBody>
          <a:bodyPr/>
          <a:lstStyle/>
          <a:p>
            <a:endParaRPr lang="en-US"/>
          </a:p>
        </p:txBody>
      </p:sp>
      <p:sp>
        <p:nvSpPr>
          <p:cNvPr id="635990" name="Line 194"/>
          <p:cNvSpPr>
            <a:spLocks noChangeShapeType="1"/>
          </p:cNvSpPr>
          <p:nvPr/>
        </p:nvSpPr>
        <p:spPr bwMode="auto">
          <a:xfrm flipV="1">
            <a:off x="6343650" y="4198938"/>
            <a:ext cx="3175" cy="4762"/>
          </a:xfrm>
          <a:prstGeom prst="line">
            <a:avLst/>
          </a:prstGeom>
          <a:noFill/>
          <a:ln w="28575">
            <a:solidFill>
              <a:srgbClr val="FF0000"/>
            </a:solidFill>
            <a:round/>
            <a:headEnd/>
            <a:tailEnd/>
          </a:ln>
        </p:spPr>
        <p:txBody>
          <a:bodyPr/>
          <a:lstStyle/>
          <a:p>
            <a:endParaRPr lang="en-US"/>
          </a:p>
        </p:txBody>
      </p:sp>
      <p:sp>
        <p:nvSpPr>
          <p:cNvPr id="635991" name="Line 195"/>
          <p:cNvSpPr>
            <a:spLocks noChangeShapeType="1"/>
          </p:cNvSpPr>
          <p:nvPr/>
        </p:nvSpPr>
        <p:spPr bwMode="auto">
          <a:xfrm flipV="1">
            <a:off x="6356350" y="4175125"/>
            <a:ext cx="6350" cy="9525"/>
          </a:xfrm>
          <a:prstGeom prst="line">
            <a:avLst/>
          </a:prstGeom>
          <a:noFill/>
          <a:ln w="28575">
            <a:solidFill>
              <a:srgbClr val="FF0000"/>
            </a:solidFill>
            <a:round/>
            <a:headEnd/>
            <a:tailEnd/>
          </a:ln>
        </p:spPr>
        <p:txBody>
          <a:bodyPr/>
          <a:lstStyle/>
          <a:p>
            <a:endParaRPr lang="en-US"/>
          </a:p>
        </p:txBody>
      </p:sp>
      <p:sp>
        <p:nvSpPr>
          <p:cNvPr id="635992" name="Line 196"/>
          <p:cNvSpPr>
            <a:spLocks noChangeShapeType="1"/>
          </p:cNvSpPr>
          <p:nvPr/>
        </p:nvSpPr>
        <p:spPr bwMode="auto">
          <a:xfrm flipV="1">
            <a:off x="6362700" y="4171950"/>
            <a:ext cx="3175" cy="3175"/>
          </a:xfrm>
          <a:prstGeom prst="line">
            <a:avLst/>
          </a:prstGeom>
          <a:noFill/>
          <a:ln w="28575">
            <a:solidFill>
              <a:srgbClr val="FF0000"/>
            </a:solidFill>
            <a:round/>
            <a:headEnd/>
            <a:tailEnd/>
          </a:ln>
        </p:spPr>
        <p:txBody>
          <a:bodyPr/>
          <a:lstStyle/>
          <a:p>
            <a:endParaRPr lang="en-US"/>
          </a:p>
        </p:txBody>
      </p:sp>
      <p:sp>
        <p:nvSpPr>
          <p:cNvPr id="635993" name="Line 107"/>
          <p:cNvSpPr>
            <a:spLocks noChangeShapeType="1"/>
          </p:cNvSpPr>
          <p:nvPr/>
        </p:nvSpPr>
        <p:spPr bwMode="auto">
          <a:xfrm flipV="1">
            <a:off x="6369050" y="4144963"/>
            <a:ext cx="9525" cy="14287"/>
          </a:xfrm>
          <a:prstGeom prst="line">
            <a:avLst/>
          </a:prstGeom>
          <a:noFill/>
          <a:ln w="28575">
            <a:solidFill>
              <a:srgbClr val="FF0000"/>
            </a:solidFill>
            <a:round/>
            <a:headEnd/>
            <a:tailEnd/>
          </a:ln>
        </p:spPr>
        <p:txBody>
          <a:bodyPr/>
          <a:lstStyle/>
          <a:p>
            <a:endParaRPr lang="en-US"/>
          </a:p>
        </p:txBody>
      </p:sp>
      <p:sp>
        <p:nvSpPr>
          <p:cNvPr id="635994" name="Line 108"/>
          <p:cNvSpPr>
            <a:spLocks noChangeShapeType="1"/>
          </p:cNvSpPr>
          <p:nvPr/>
        </p:nvSpPr>
        <p:spPr bwMode="auto">
          <a:xfrm flipV="1">
            <a:off x="6388100" y="4132263"/>
            <a:ext cx="1588" cy="0"/>
          </a:xfrm>
          <a:prstGeom prst="line">
            <a:avLst/>
          </a:prstGeom>
          <a:noFill/>
          <a:ln w="28575">
            <a:solidFill>
              <a:srgbClr val="FF0000"/>
            </a:solidFill>
            <a:round/>
            <a:headEnd/>
            <a:tailEnd/>
          </a:ln>
        </p:spPr>
        <p:txBody>
          <a:bodyPr/>
          <a:lstStyle/>
          <a:p>
            <a:endParaRPr lang="en-US"/>
          </a:p>
        </p:txBody>
      </p:sp>
      <p:sp>
        <p:nvSpPr>
          <p:cNvPr id="635995" name="Line 109"/>
          <p:cNvSpPr>
            <a:spLocks noChangeShapeType="1"/>
          </p:cNvSpPr>
          <p:nvPr/>
        </p:nvSpPr>
        <p:spPr bwMode="auto">
          <a:xfrm flipV="1">
            <a:off x="6388100" y="4117975"/>
            <a:ext cx="9525" cy="14288"/>
          </a:xfrm>
          <a:prstGeom prst="line">
            <a:avLst/>
          </a:prstGeom>
          <a:noFill/>
          <a:ln w="28575">
            <a:solidFill>
              <a:srgbClr val="FF0000"/>
            </a:solidFill>
            <a:round/>
            <a:headEnd/>
            <a:tailEnd/>
          </a:ln>
        </p:spPr>
        <p:txBody>
          <a:bodyPr/>
          <a:lstStyle/>
          <a:p>
            <a:endParaRPr lang="en-US"/>
          </a:p>
        </p:txBody>
      </p:sp>
      <p:sp>
        <p:nvSpPr>
          <p:cNvPr id="635996" name="Line 110"/>
          <p:cNvSpPr>
            <a:spLocks noChangeShapeType="1"/>
          </p:cNvSpPr>
          <p:nvPr/>
        </p:nvSpPr>
        <p:spPr bwMode="auto">
          <a:xfrm flipV="1">
            <a:off x="6407150" y="4103688"/>
            <a:ext cx="1588" cy="1587"/>
          </a:xfrm>
          <a:prstGeom prst="line">
            <a:avLst/>
          </a:prstGeom>
          <a:noFill/>
          <a:ln w="28575">
            <a:solidFill>
              <a:srgbClr val="FF0000"/>
            </a:solidFill>
            <a:round/>
            <a:headEnd/>
            <a:tailEnd/>
          </a:ln>
        </p:spPr>
        <p:txBody>
          <a:bodyPr/>
          <a:lstStyle/>
          <a:p>
            <a:endParaRPr lang="en-US"/>
          </a:p>
        </p:txBody>
      </p:sp>
      <p:sp>
        <p:nvSpPr>
          <p:cNvPr id="635997" name="Line 111"/>
          <p:cNvSpPr>
            <a:spLocks noChangeShapeType="1"/>
          </p:cNvSpPr>
          <p:nvPr/>
        </p:nvSpPr>
        <p:spPr bwMode="auto">
          <a:xfrm flipV="1">
            <a:off x="6407150" y="4092575"/>
            <a:ext cx="9525" cy="12700"/>
          </a:xfrm>
          <a:prstGeom prst="line">
            <a:avLst/>
          </a:prstGeom>
          <a:noFill/>
          <a:ln w="28575">
            <a:solidFill>
              <a:srgbClr val="FF0000"/>
            </a:solidFill>
            <a:round/>
            <a:headEnd/>
            <a:tailEnd/>
          </a:ln>
        </p:spPr>
        <p:txBody>
          <a:bodyPr/>
          <a:lstStyle/>
          <a:p>
            <a:endParaRPr lang="en-US"/>
          </a:p>
        </p:txBody>
      </p:sp>
      <p:sp>
        <p:nvSpPr>
          <p:cNvPr id="635998" name="Line 112"/>
          <p:cNvSpPr>
            <a:spLocks noChangeShapeType="1"/>
          </p:cNvSpPr>
          <p:nvPr/>
        </p:nvSpPr>
        <p:spPr bwMode="auto">
          <a:xfrm flipV="1">
            <a:off x="6416675" y="4090988"/>
            <a:ext cx="1588" cy="1587"/>
          </a:xfrm>
          <a:prstGeom prst="line">
            <a:avLst/>
          </a:prstGeom>
          <a:noFill/>
          <a:ln w="28575">
            <a:solidFill>
              <a:srgbClr val="FF0000"/>
            </a:solidFill>
            <a:round/>
            <a:headEnd/>
            <a:tailEnd/>
          </a:ln>
        </p:spPr>
        <p:txBody>
          <a:bodyPr/>
          <a:lstStyle/>
          <a:p>
            <a:endParaRPr lang="en-US"/>
          </a:p>
        </p:txBody>
      </p:sp>
      <p:sp>
        <p:nvSpPr>
          <p:cNvPr id="635999" name="Line 113"/>
          <p:cNvSpPr>
            <a:spLocks noChangeShapeType="1"/>
          </p:cNvSpPr>
          <p:nvPr/>
        </p:nvSpPr>
        <p:spPr bwMode="auto">
          <a:xfrm flipV="1">
            <a:off x="6426200" y="4068763"/>
            <a:ext cx="7938" cy="9525"/>
          </a:xfrm>
          <a:prstGeom prst="line">
            <a:avLst/>
          </a:prstGeom>
          <a:noFill/>
          <a:ln w="28575">
            <a:solidFill>
              <a:srgbClr val="FF0000"/>
            </a:solidFill>
            <a:round/>
            <a:headEnd/>
            <a:tailEnd/>
          </a:ln>
        </p:spPr>
        <p:txBody>
          <a:bodyPr/>
          <a:lstStyle/>
          <a:p>
            <a:endParaRPr lang="en-US"/>
          </a:p>
        </p:txBody>
      </p:sp>
      <p:sp>
        <p:nvSpPr>
          <p:cNvPr id="636000" name="Line 114"/>
          <p:cNvSpPr>
            <a:spLocks noChangeShapeType="1"/>
          </p:cNvSpPr>
          <p:nvPr/>
        </p:nvSpPr>
        <p:spPr bwMode="auto">
          <a:xfrm flipV="1">
            <a:off x="6434138" y="4065588"/>
            <a:ext cx="3175" cy="3175"/>
          </a:xfrm>
          <a:prstGeom prst="line">
            <a:avLst/>
          </a:prstGeom>
          <a:noFill/>
          <a:ln w="28575">
            <a:solidFill>
              <a:srgbClr val="FF0000"/>
            </a:solidFill>
            <a:round/>
            <a:headEnd/>
            <a:tailEnd/>
          </a:ln>
        </p:spPr>
        <p:txBody>
          <a:bodyPr/>
          <a:lstStyle/>
          <a:p>
            <a:endParaRPr lang="en-US"/>
          </a:p>
        </p:txBody>
      </p:sp>
      <p:sp>
        <p:nvSpPr>
          <p:cNvPr id="636001" name="Line 115"/>
          <p:cNvSpPr>
            <a:spLocks noChangeShapeType="1"/>
          </p:cNvSpPr>
          <p:nvPr/>
        </p:nvSpPr>
        <p:spPr bwMode="auto">
          <a:xfrm flipV="1">
            <a:off x="6448425" y="4048125"/>
            <a:ext cx="4763" cy="4763"/>
          </a:xfrm>
          <a:prstGeom prst="line">
            <a:avLst/>
          </a:prstGeom>
          <a:noFill/>
          <a:ln w="28575">
            <a:solidFill>
              <a:srgbClr val="FF0000"/>
            </a:solidFill>
            <a:round/>
            <a:headEnd/>
            <a:tailEnd/>
          </a:ln>
        </p:spPr>
        <p:txBody>
          <a:bodyPr/>
          <a:lstStyle/>
          <a:p>
            <a:endParaRPr lang="en-US"/>
          </a:p>
        </p:txBody>
      </p:sp>
      <p:sp>
        <p:nvSpPr>
          <p:cNvPr id="636002" name="Line 116"/>
          <p:cNvSpPr>
            <a:spLocks noChangeShapeType="1"/>
          </p:cNvSpPr>
          <p:nvPr/>
        </p:nvSpPr>
        <p:spPr bwMode="auto">
          <a:xfrm flipV="1">
            <a:off x="6453188" y="4040188"/>
            <a:ext cx="7937" cy="7937"/>
          </a:xfrm>
          <a:prstGeom prst="line">
            <a:avLst/>
          </a:prstGeom>
          <a:noFill/>
          <a:ln w="28575">
            <a:solidFill>
              <a:srgbClr val="FF0000"/>
            </a:solidFill>
            <a:round/>
            <a:headEnd/>
            <a:tailEnd/>
          </a:ln>
        </p:spPr>
        <p:txBody>
          <a:bodyPr/>
          <a:lstStyle/>
          <a:p>
            <a:endParaRPr lang="en-US"/>
          </a:p>
        </p:txBody>
      </p:sp>
      <p:sp>
        <p:nvSpPr>
          <p:cNvPr id="636003" name="Line 117"/>
          <p:cNvSpPr>
            <a:spLocks noChangeShapeType="1"/>
          </p:cNvSpPr>
          <p:nvPr/>
        </p:nvSpPr>
        <p:spPr bwMode="auto">
          <a:xfrm flipV="1">
            <a:off x="6475413" y="4024313"/>
            <a:ext cx="4762" cy="4762"/>
          </a:xfrm>
          <a:prstGeom prst="line">
            <a:avLst/>
          </a:prstGeom>
          <a:noFill/>
          <a:ln w="28575">
            <a:solidFill>
              <a:srgbClr val="FF0000"/>
            </a:solidFill>
            <a:round/>
            <a:headEnd/>
            <a:tailEnd/>
          </a:ln>
        </p:spPr>
        <p:txBody>
          <a:bodyPr/>
          <a:lstStyle/>
          <a:p>
            <a:endParaRPr lang="en-US"/>
          </a:p>
        </p:txBody>
      </p:sp>
      <p:sp>
        <p:nvSpPr>
          <p:cNvPr id="636004" name="Line 118"/>
          <p:cNvSpPr>
            <a:spLocks noChangeShapeType="1"/>
          </p:cNvSpPr>
          <p:nvPr/>
        </p:nvSpPr>
        <p:spPr bwMode="auto">
          <a:xfrm flipV="1">
            <a:off x="6480175" y="4019550"/>
            <a:ext cx="9525" cy="4763"/>
          </a:xfrm>
          <a:prstGeom prst="line">
            <a:avLst/>
          </a:prstGeom>
          <a:noFill/>
          <a:ln w="28575">
            <a:solidFill>
              <a:srgbClr val="FF0000"/>
            </a:solidFill>
            <a:round/>
            <a:headEnd/>
            <a:tailEnd/>
          </a:ln>
        </p:spPr>
        <p:txBody>
          <a:bodyPr/>
          <a:lstStyle/>
          <a:p>
            <a:endParaRPr lang="en-US"/>
          </a:p>
        </p:txBody>
      </p:sp>
      <p:sp>
        <p:nvSpPr>
          <p:cNvPr id="636005" name="Line 119"/>
          <p:cNvSpPr>
            <a:spLocks noChangeShapeType="1"/>
          </p:cNvSpPr>
          <p:nvPr/>
        </p:nvSpPr>
        <p:spPr bwMode="auto">
          <a:xfrm flipV="1">
            <a:off x="6489700" y="4019550"/>
            <a:ext cx="1588" cy="0"/>
          </a:xfrm>
          <a:prstGeom prst="line">
            <a:avLst/>
          </a:prstGeom>
          <a:noFill/>
          <a:ln w="28575">
            <a:solidFill>
              <a:srgbClr val="FF0000"/>
            </a:solidFill>
            <a:round/>
            <a:headEnd/>
            <a:tailEnd/>
          </a:ln>
        </p:spPr>
        <p:txBody>
          <a:bodyPr/>
          <a:lstStyle/>
          <a:p>
            <a:endParaRPr lang="en-US"/>
          </a:p>
        </p:txBody>
      </p:sp>
      <p:sp>
        <p:nvSpPr>
          <p:cNvPr id="636006" name="Line 120"/>
          <p:cNvSpPr>
            <a:spLocks noChangeShapeType="1"/>
          </p:cNvSpPr>
          <p:nvPr/>
        </p:nvSpPr>
        <p:spPr bwMode="auto">
          <a:xfrm flipV="1">
            <a:off x="6510338" y="4011613"/>
            <a:ext cx="7937" cy="1587"/>
          </a:xfrm>
          <a:prstGeom prst="line">
            <a:avLst/>
          </a:prstGeom>
          <a:noFill/>
          <a:ln w="28575">
            <a:solidFill>
              <a:srgbClr val="FF0000"/>
            </a:solidFill>
            <a:round/>
            <a:headEnd/>
            <a:tailEnd/>
          </a:ln>
        </p:spPr>
        <p:txBody>
          <a:bodyPr/>
          <a:lstStyle/>
          <a:p>
            <a:endParaRPr lang="en-US"/>
          </a:p>
        </p:txBody>
      </p:sp>
      <p:sp>
        <p:nvSpPr>
          <p:cNvPr id="636007" name="Line 121"/>
          <p:cNvSpPr>
            <a:spLocks noChangeShapeType="1"/>
          </p:cNvSpPr>
          <p:nvPr/>
        </p:nvSpPr>
        <p:spPr bwMode="auto">
          <a:xfrm flipV="1">
            <a:off x="6518275" y="4011613"/>
            <a:ext cx="7938" cy="0"/>
          </a:xfrm>
          <a:prstGeom prst="line">
            <a:avLst/>
          </a:prstGeom>
          <a:noFill/>
          <a:ln w="28575">
            <a:solidFill>
              <a:srgbClr val="FF0000"/>
            </a:solidFill>
            <a:round/>
            <a:headEnd/>
            <a:tailEnd/>
          </a:ln>
        </p:spPr>
        <p:txBody>
          <a:bodyPr/>
          <a:lstStyle/>
          <a:p>
            <a:endParaRPr lang="en-US"/>
          </a:p>
        </p:txBody>
      </p:sp>
      <p:sp>
        <p:nvSpPr>
          <p:cNvPr id="636008" name="Line 122"/>
          <p:cNvSpPr>
            <a:spLocks noChangeShapeType="1"/>
          </p:cNvSpPr>
          <p:nvPr/>
        </p:nvSpPr>
        <p:spPr bwMode="auto">
          <a:xfrm>
            <a:off x="6526213" y="4011613"/>
            <a:ext cx="3175" cy="1587"/>
          </a:xfrm>
          <a:prstGeom prst="line">
            <a:avLst/>
          </a:prstGeom>
          <a:noFill/>
          <a:ln w="28575">
            <a:solidFill>
              <a:srgbClr val="FF0000"/>
            </a:solidFill>
            <a:round/>
            <a:headEnd/>
            <a:tailEnd/>
          </a:ln>
        </p:spPr>
        <p:txBody>
          <a:bodyPr/>
          <a:lstStyle/>
          <a:p>
            <a:endParaRPr lang="en-US"/>
          </a:p>
        </p:txBody>
      </p:sp>
      <p:sp>
        <p:nvSpPr>
          <p:cNvPr id="636009" name="Line 123"/>
          <p:cNvSpPr>
            <a:spLocks noChangeShapeType="1"/>
          </p:cNvSpPr>
          <p:nvPr/>
        </p:nvSpPr>
        <p:spPr bwMode="auto">
          <a:xfrm>
            <a:off x="6548438" y="4017963"/>
            <a:ext cx="6350" cy="1587"/>
          </a:xfrm>
          <a:prstGeom prst="line">
            <a:avLst/>
          </a:prstGeom>
          <a:noFill/>
          <a:ln w="28575">
            <a:solidFill>
              <a:srgbClr val="FF0000"/>
            </a:solidFill>
            <a:round/>
            <a:headEnd/>
            <a:tailEnd/>
          </a:ln>
        </p:spPr>
        <p:txBody>
          <a:bodyPr/>
          <a:lstStyle/>
          <a:p>
            <a:endParaRPr lang="en-US"/>
          </a:p>
        </p:txBody>
      </p:sp>
      <p:sp>
        <p:nvSpPr>
          <p:cNvPr id="636010" name="Line 124"/>
          <p:cNvSpPr>
            <a:spLocks noChangeShapeType="1"/>
          </p:cNvSpPr>
          <p:nvPr/>
        </p:nvSpPr>
        <p:spPr bwMode="auto">
          <a:xfrm>
            <a:off x="6554788" y="4019550"/>
            <a:ext cx="9525" cy="4763"/>
          </a:xfrm>
          <a:prstGeom prst="line">
            <a:avLst/>
          </a:prstGeom>
          <a:noFill/>
          <a:ln w="28575">
            <a:solidFill>
              <a:srgbClr val="FF0000"/>
            </a:solidFill>
            <a:round/>
            <a:headEnd/>
            <a:tailEnd/>
          </a:ln>
        </p:spPr>
        <p:txBody>
          <a:bodyPr/>
          <a:lstStyle/>
          <a:p>
            <a:endParaRPr lang="en-US"/>
          </a:p>
        </p:txBody>
      </p:sp>
      <p:sp>
        <p:nvSpPr>
          <p:cNvPr id="636011" name="Line 125"/>
          <p:cNvSpPr>
            <a:spLocks noChangeShapeType="1"/>
          </p:cNvSpPr>
          <p:nvPr/>
        </p:nvSpPr>
        <p:spPr bwMode="auto">
          <a:xfrm>
            <a:off x="6564313" y="4024313"/>
            <a:ext cx="1587" cy="3175"/>
          </a:xfrm>
          <a:prstGeom prst="line">
            <a:avLst/>
          </a:prstGeom>
          <a:noFill/>
          <a:ln w="28575">
            <a:solidFill>
              <a:srgbClr val="FF0000"/>
            </a:solidFill>
            <a:round/>
            <a:headEnd/>
            <a:tailEnd/>
          </a:ln>
        </p:spPr>
        <p:txBody>
          <a:bodyPr/>
          <a:lstStyle/>
          <a:p>
            <a:endParaRPr lang="en-US"/>
          </a:p>
        </p:txBody>
      </p:sp>
      <p:sp>
        <p:nvSpPr>
          <p:cNvPr id="636012" name="Line 126"/>
          <p:cNvSpPr>
            <a:spLocks noChangeShapeType="1"/>
          </p:cNvSpPr>
          <p:nvPr/>
        </p:nvSpPr>
        <p:spPr bwMode="auto">
          <a:xfrm>
            <a:off x="6580188" y="4037013"/>
            <a:ext cx="1587" cy="1587"/>
          </a:xfrm>
          <a:prstGeom prst="line">
            <a:avLst/>
          </a:prstGeom>
          <a:noFill/>
          <a:ln w="28575">
            <a:solidFill>
              <a:srgbClr val="FF0000"/>
            </a:solidFill>
            <a:round/>
            <a:headEnd/>
            <a:tailEnd/>
          </a:ln>
        </p:spPr>
        <p:txBody>
          <a:bodyPr/>
          <a:lstStyle/>
          <a:p>
            <a:endParaRPr lang="en-US"/>
          </a:p>
        </p:txBody>
      </p:sp>
      <p:sp>
        <p:nvSpPr>
          <p:cNvPr id="636013" name="Line 127"/>
          <p:cNvSpPr>
            <a:spLocks noChangeShapeType="1"/>
          </p:cNvSpPr>
          <p:nvPr/>
        </p:nvSpPr>
        <p:spPr bwMode="auto">
          <a:xfrm>
            <a:off x="6581775" y="4038600"/>
            <a:ext cx="9525" cy="9525"/>
          </a:xfrm>
          <a:prstGeom prst="line">
            <a:avLst/>
          </a:prstGeom>
          <a:noFill/>
          <a:ln w="28575">
            <a:solidFill>
              <a:srgbClr val="FF0000"/>
            </a:solidFill>
            <a:round/>
            <a:headEnd/>
            <a:tailEnd/>
          </a:ln>
        </p:spPr>
        <p:txBody>
          <a:bodyPr/>
          <a:lstStyle/>
          <a:p>
            <a:endParaRPr lang="en-US"/>
          </a:p>
        </p:txBody>
      </p:sp>
      <p:sp>
        <p:nvSpPr>
          <p:cNvPr id="636014" name="Line 128"/>
          <p:cNvSpPr>
            <a:spLocks noChangeShapeType="1"/>
          </p:cNvSpPr>
          <p:nvPr/>
        </p:nvSpPr>
        <p:spPr bwMode="auto">
          <a:xfrm>
            <a:off x="6591300" y="4048125"/>
            <a:ext cx="1588" cy="1588"/>
          </a:xfrm>
          <a:prstGeom prst="line">
            <a:avLst/>
          </a:prstGeom>
          <a:noFill/>
          <a:ln w="28575">
            <a:solidFill>
              <a:srgbClr val="FF0000"/>
            </a:solidFill>
            <a:round/>
            <a:headEnd/>
            <a:tailEnd/>
          </a:ln>
        </p:spPr>
        <p:txBody>
          <a:bodyPr/>
          <a:lstStyle/>
          <a:p>
            <a:endParaRPr lang="en-US"/>
          </a:p>
        </p:txBody>
      </p:sp>
      <p:sp>
        <p:nvSpPr>
          <p:cNvPr id="636015" name="Line 129"/>
          <p:cNvSpPr>
            <a:spLocks noChangeShapeType="1"/>
          </p:cNvSpPr>
          <p:nvPr/>
        </p:nvSpPr>
        <p:spPr bwMode="auto">
          <a:xfrm>
            <a:off x="6604000" y="4062413"/>
            <a:ext cx="6350" cy="6350"/>
          </a:xfrm>
          <a:prstGeom prst="line">
            <a:avLst/>
          </a:prstGeom>
          <a:noFill/>
          <a:ln w="28575">
            <a:solidFill>
              <a:srgbClr val="FF0000"/>
            </a:solidFill>
            <a:round/>
            <a:headEnd/>
            <a:tailEnd/>
          </a:ln>
        </p:spPr>
        <p:txBody>
          <a:bodyPr/>
          <a:lstStyle/>
          <a:p>
            <a:endParaRPr lang="en-US"/>
          </a:p>
        </p:txBody>
      </p:sp>
      <p:sp>
        <p:nvSpPr>
          <p:cNvPr id="636016" name="Line 130"/>
          <p:cNvSpPr>
            <a:spLocks noChangeShapeType="1"/>
          </p:cNvSpPr>
          <p:nvPr/>
        </p:nvSpPr>
        <p:spPr bwMode="auto">
          <a:xfrm>
            <a:off x="6610350" y="4068763"/>
            <a:ext cx="4763" cy="6350"/>
          </a:xfrm>
          <a:prstGeom prst="line">
            <a:avLst/>
          </a:prstGeom>
          <a:noFill/>
          <a:ln w="28575">
            <a:solidFill>
              <a:srgbClr val="FF0000"/>
            </a:solidFill>
            <a:round/>
            <a:headEnd/>
            <a:tailEnd/>
          </a:ln>
        </p:spPr>
        <p:txBody>
          <a:bodyPr/>
          <a:lstStyle/>
          <a:p>
            <a:endParaRPr lang="en-US"/>
          </a:p>
        </p:txBody>
      </p:sp>
      <p:sp>
        <p:nvSpPr>
          <p:cNvPr id="636017" name="Line 131"/>
          <p:cNvSpPr>
            <a:spLocks noChangeShapeType="1"/>
          </p:cNvSpPr>
          <p:nvPr/>
        </p:nvSpPr>
        <p:spPr bwMode="auto">
          <a:xfrm>
            <a:off x="6626225" y="4087813"/>
            <a:ext cx="1588" cy="4762"/>
          </a:xfrm>
          <a:prstGeom prst="line">
            <a:avLst/>
          </a:prstGeom>
          <a:noFill/>
          <a:ln w="28575">
            <a:solidFill>
              <a:srgbClr val="FF0000"/>
            </a:solidFill>
            <a:round/>
            <a:headEnd/>
            <a:tailEnd/>
          </a:ln>
        </p:spPr>
        <p:txBody>
          <a:bodyPr/>
          <a:lstStyle/>
          <a:p>
            <a:endParaRPr lang="en-US"/>
          </a:p>
        </p:txBody>
      </p:sp>
      <p:sp>
        <p:nvSpPr>
          <p:cNvPr id="636018" name="Line 132"/>
          <p:cNvSpPr>
            <a:spLocks noChangeShapeType="1"/>
          </p:cNvSpPr>
          <p:nvPr/>
        </p:nvSpPr>
        <p:spPr bwMode="auto">
          <a:xfrm>
            <a:off x="6627813" y="4092575"/>
            <a:ext cx="7937" cy="9525"/>
          </a:xfrm>
          <a:prstGeom prst="line">
            <a:avLst/>
          </a:prstGeom>
          <a:noFill/>
          <a:ln w="28575">
            <a:solidFill>
              <a:srgbClr val="FF0000"/>
            </a:solidFill>
            <a:round/>
            <a:headEnd/>
            <a:tailEnd/>
          </a:ln>
        </p:spPr>
        <p:txBody>
          <a:bodyPr/>
          <a:lstStyle/>
          <a:p>
            <a:endParaRPr lang="en-US"/>
          </a:p>
        </p:txBody>
      </p:sp>
      <p:sp>
        <p:nvSpPr>
          <p:cNvPr id="636019" name="Line 133"/>
          <p:cNvSpPr>
            <a:spLocks noChangeShapeType="1"/>
          </p:cNvSpPr>
          <p:nvPr/>
        </p:nvSpPr>
        <p:spPr bwMode="auto">
          <a:xfrm>
            <a:off x="6645275" y="4114800"/>
            <a:ext cx="1588" cy="3175"/>
          </a:xfrm>
          <a:prstGeom prst="line">
            <a:avLst/>
          </a:prstGeom>
          <a:noFill/>
          <a:ln w="28575">
            <a:solidFill>
              <a:srgbClr val="FF0000"/>
            </a:solidFill>
            <a:round/>
            <a:headEnd/>
            <a:tailEnd/>
          </a:ln>
        </p:spPr>
        <p:txBody>
          <a:bodyPr/>
          <a:lstStyle/>
          <a:p>
            <a:endParaRPr lang="en-US"/>
          </a:p>
        </p:txBody>
      </p:sp>
      <p:sp>
        <p:nvSpPr>
          <p:cNvPr id="636020" name="Line 134"/>
          <p:cNvSpPr>
            <a:spLocks noChangeShapeType="1"/>
          </p:cNvSpPr>
          <p:nvPr/>
        </p:nvSpPr>
        <p:spPr bwMode="auto">
          <a:xfrm>
            <a:off x="6646863" y="4117975"/>
            <a:ext cx="7937" cy="11113"/>
          </a:xfrm>
          <a:prstGeom prst="line">
            <a:avLst/>
          </a:prstGeom>
          <a:noFill/>
          <a:ln w="28575">
            <a:solidFill>
              <a:srgbClr val="FF0000"/>
            </a:solidFill>
            <a:round/>
            <a:headEnd/>
            <a:tailEnd/>
          </a:ln>
        </p:spPr>
        <p:txBody>
          <a:bodyPr/>
          <a:lstStyle/>
          <a:p>
            <a:endParaRPr lang="en-US"/>
          </a:p>
        </p:txBody>
      </p:sp>
      <p:sp>
        <p:nvSpPr>
          <p:cNvPr id="636021" name="Line 135"/>
          <p:cNvSpPr>
            <a:spLocks noChangeShapeType="1"/>
          </p:cNvSpPr>
          <p:nvPr/>
        </p:nvSpPr>
        <p:spPr bwMode="auto">
          <a:xfrm>
            <a:off x="6662738" y="4141788"/>
            <a:ext cx="3175" cy="3175"/>
          </a:xfrm>
          <a:prstGeom prst="line">
            <a:avLst/>
          </a:prstGeom>
          <a:noFill/>
          <a:ln w="28575">
            <a:solidFill>
              <a:srgbClr val="FF0000"/>
            </a:solidFill>
            <a:round/>
            <a:headEnd/>
            <a:tailEnd/>
          </a:ln>
        </p:spPr>
        <p:txBody>
          <a:bodyPr/>
          <a:lstStyle/>
          <a:p>
            <a:endParaRPr lang="en-US"/>
          </a:p>
        </p:txBody>
      </p:sp>
      <p:sp>
        <p:nvSpPr>
          <p:cNvPr id="636022" name="Line 136"/>
          <p:cNvSpPr>
            <a:spLocks noChangeShapeType="1"/>
          </p:cNvSpPr>
          <p:nvPr/>
        </p:nvSpPr>
        <p:spPr bwMode="auto">
          <a:xfrm>
            <a:off x="6665913" y="4144963"/>
            <a:ext cx="6350" cy="11112"/>
          </a:xfrm>
          <a:prstGeom prst="line">
            <a:avLst/>
          </a:prstGeom>
          <a:noFill/>
          <a:ln w="28575">
            <a:solidFill>
              <a:srgbClr val="FF0000"/>
            </a:solidFill>
            <a:round/>
            <a:headEnd/>
            <a:tailEnd/>
          </a:ln>
        </p:spPr>
        <p:txBody>
          <a:bodyPr/>
          <a:lstStyle/>
          <a:p>
            <a:endParaRPr lang="en-US"/>
          </a:p>
        </p:txBody>
      </p:sp>
      <p:sp>
        <p:nvSpPr>
          <p:cNvPr id="636023" name="Line 137"/>
          <p:cNvSpPr>
            <a:spLocks noChangeShapeType="1"/>
          </p:cNvSpPr>
          <p:nvPr/>
        </p:nvSpPr>
        <p:spPr bwMode="auto">
          <a:xfrm>
            <a:off x="6681788" y="4170363"/>
            <a:ext cx="1587" cy="3175"/>
          </a:xfrm>
          <a:prstGeom prst="line">
            <a:avLst/>
          </a:prstGeom>
          <a:noFill/>
          <a:ln w="28575">
            <a:solidFill>
              <a:srgbClr val="FF0000"/>
            </a:solidFill>
            <a:round/>
            <a:headEnd/>
            <a:tailEnd/>
          </a:ln>
        </p:spPr>
        <p:txBody>
          <a:bodyPr/>
          <a:lstStyle/>
          <a:p>
            <a:endParaRPr lang="en-US"/>
          </a:p>
        </p:txBody>
      </p:sp>
      <p:sp>
        <p:nvSpPr>
          <p:cNvPr id="636024" name="Line 138"/>
          <p:cNvSpPr>
            <a:spLocks noChangeShapeType="1"/>
          </p:cNvSpPr>
          <p:nvPr/>
        </p:nvSpPr>
        <p:spPr bwMode="auto">
          <a:xfrm>
            <a:off x="6683375" y="4173538"/>
            <a:ext cx="7938" cy="9525"/>
          </a:xfrm>
          <a:prstGeom prst="line">
            <a:avLst/>
          </a:prstGeom>
          <a:noFill/>
          <a:ln w="28575">
            <a:solidFill>
              <a:srgbClr val="FF0000"/>
            </a:solidFill>
            <a:round/>
            <a:headEnd/>
            <a:tailEnd/>
          </a:ln>
        </p:spPr>
        <p:txBody>
          <a:bodyPr/>
          <a:lstStyle/>
          <a:p>
            <a:endParaRPr lang="en-US"/>
          </a:p>
        </p:txBody>
      </p:sp>
      <p:sp>
        <p:nvSpPr>
          <p:cNvPr id="636025" name="Line 139"/>
          <p:cNvSpPr>
            <a:spLocks noChangeShapeType="1"/>
          </p:cNvSpPr>
          <p:nvPr/>
        </p:nvSpPr>
        <p:spPr bwMode="auto">
          <a:xfrm>
            <a:off x="6699250" y="4197350"/>
            <a:ext cx="3175" cy="3175"/>
          </a:xfrm>
          <a:prstGeom prst="line">
            <a:avLst/>
          </a:prstGeom>
          <a:noFill/>
          <a:ln w="28575">
            <a:solidFill>
              <a:srgbClr val="FF0000"/>
            </a:solidFill>
            <a:round/>
            <a:headEnd/>
            <a:tailEnd/>
          </a:ln>
        </p:spPr>
        <p:txBody>
          <a:bodyPr/>
          <a:lstStyle/>
          <a:p>
            <a:endParaRPr lang="en-US"/>
          </a:p>
        </p:txBody>
      </p:sp>
      <p:sp>
        <p:nvSpPr>
          <p:cNvPr id="636026" name="Line 140"/>
          <p:cNvSpPr>
            <a:spLocks noChangeShapeType="1"/>
          </p:cNvSpPr>
          <p:nvPr/>
        </p:nvSpPr>
        <p:spPr bwMode="auto">
          <a:xfrm>
            <a:off x="6702425" y="4200525"/>
            <a:ext cx="6350" cy="9525"/>
          </a:xfrm>
          <a:prstGeom prst="line">
            <a:avLst/>
          </a:prstGeom>
          <a:noFill/>
          <a:ln w="28575">
            <a:solidFill>
              <a:srgbClr val="FF0000"/>
            </a:solidFill>
            <a:round/>
            <a:headEnd/>
            <a:tailEnd/>
          </a:ln>
        </p:spPr>
        <p:txBody>
          <a:bodyPr/>
          <a:lstStyle/>
          <a:p>
            <a:endParaRPr lang="en-US"/>
          </a:p>
        </p:txBody>
      </p:sp>
      <p:sp>
        <p:nvSpPr>
          <p:cNvPr id="636027" name="Line 141"/>
          <p:cNvSpPr>
            <a:spLocks noChangeShapeType="1"/>
          </p:cNvSpPr>
          <p:nvPr/>
        </p:nvSpPr>
        <p:spPr bwMode="auto">
          <a:xfrm>
            <a:off x="6718300" y="4224338"/>
            <a:ext cx="3175" cy="1587"/>
          </a:xfrm>
          <a:prstGeom prst="line">
            <a:avLst/>
          </a:prstGeom>
          <a:noFill/>
          <a:ln w="28575">
            <a:solidFill>
              <a:srgbClr val="FF0000"/>
            </a:solidFill>
            <a:round/>
            <a:headEnd/>
            <a:tailEnd/>
          </a:ln>
        </p:spPr>
        <p:txBody>
          <a:bodyPr/>
          <a:lstStyle/>
          <a:p>
            <a:endParaRPr lang="en-US"/>
          </a:p>
        </p:txBody>
      </p:sp>
      <p:sp>
        <p:nvSpPr>
          <p:cNvPr id="636028" name="Line 142"/>
          <p:cNvSpPr>
            <a:spLocks noChangeShapeType="1"/>
          </p:cNvSpPr>
          <p:nvPr/>
        </p:nvSpPr>
        <p:spPr bwMode="auto">
          <a:xfrm>
            <a:off x="6721475" y="4225925"/>
            <a:ext cx="7938" cy="11113"/>
          </a:xfrm>
          <a:prstGeom prst="line">
            <a:avLst/>
          </a:prstGeom>
          <a:noFill/>
          <a:ln w="28575">
            <a:solidFill>
              <a:srgbClr val="FF0000"/>
            </a:solidFill>
            <a:round/>
            <a:headEnd/>
            <a:tailEnd/>
          </a:ln>
        </p:spPr>
        <p:txBody>
          <a:bodyPr/>
          <a:lstStyle/>
          <a:p>
            <a:endParaRPr lang="en-US"/>
          </a:p>
        </p:txBody>
      </p:sp>
      <p:sp>
        <p:nvSpPr>
          <p:cNvPr id="636029" name="Line 143"/>
          <p:cNvSpPr>
            <a:spLocks noChangeShapeType="1"/>
          </p:cNvSpPr>
          <p:nvPr/>
        </p:nvSpPr>
        <p:spPr bwMode="auto">
          <a:xfrm>
            <a:off x="6738938" y="4251325"/>
            <a:ext cx="9525" cy="9525"/>
          </a:xfrm>
          <a:prstGeom prst="line">
            <a:avLst/>
          </a:prstGeom>
          <a:noFill/>
          <a:ln w="28575">
            <a:solidFill>
              <a:srgbClr val="FF0000"/>
            </a:solidFill>
            <a:round/>
            <a:headEnd/>
            <a:tailEnd/>
          </a:ln>
        </p:spPr>
        <p:txBody>
          <a:bodyPr/>
          <a:lstStyle/>
          <a:p>
            <a:endParaRPr lang="en-US"/>
          </a:p>
        </p:txBody>
      </p:sp>
      <p:sp>
        <p:nvSpPr>
          <p:cNvPr id="636030" name="Line 144"/>
          <p:cNvSpPr>
            <a:spLocks noChangeShapeType="1"/>
          </p:cNvSpPr>
          <p:nvPr/>
        </p:nvSpPr>
        <p:spPr bwMode="auto">
          <a:xfrm>
            <a:off x="6748463" y="4260850"/>
            <a:ext cx="1587" cy="3175"/>
          </a:xfrm>
          <a:prstGeom prst="line">
            <a:avLst/>
          </a:prstGeom>
          <a:noFill/>
          <a:ln w="28575">
            <a:solidFill>
              <a:srgbClr val="FF0000"/>
            </a:solidFill>
            <a:round/>
            <a:headEnd/>
            <a:tailEnd/>
          </a:ln>
        </p:spPr>
        <p:txBody>
          <a:bodyPr/>
          <a:lstStyle/>
          <a:p>
            <a:endParaRPr lang="en-US"/>
          </a:p>
        </p:txBody>
      </p:sp>
      <p:sp>
        <p:nvSpPr>
          <p:cNvPr id="636031" name="Line 145"/>
          <p:cNvSpPr>
            <a:spLocks noChangeShapeType="1"/>
          </p:cNvSpPr>
          <p:nvPr/>
        </p:nvSpPr>
        <p:spPr bwMode="auto">
          <a:xfrm>
            <a:off x="6762750" y="4275138"/>
            <a:ext cx="4763" cy="4762"/>
          </a:xfrm>
          <a:prstGeom prst="line">
            <a:avLst/>
          </a:prstGeom>
          <a:noFill/>
          <a:ln w="28575">
            <a:solidFill>
              <a:srgbClr val="FF0000"/>
            </a:solidFill>
            <a:round/>
            <a:headEnd/>
            <a:tailEnd/>
          </a:ln>
        </p:spPr>
        <p:txBody>
          <a:bodyPr/>
          <a:lstStyle/>
          <a:p>
            <a:endParaRPr lang="en-US"/>
          </a:p>
        </p:txBody>
      </p:sp>
      <p:sp>
        <p:nvSpPr>
          <p:cNvPr id="636032" name="Line 146"/>
          <p:cNvSpPr>
            <a:spLocks noChangeShapeType="1"/>
          </p:cNvSpPr>
          <p:nvPr/>
        </p:nvSpPr>
        <p:spPr bwMode="auto">
          <a:xfrm>
            <a:off x="6767513" y="4279900"/>
            <a:ext cx="7937" cy="7938"/>
          </a:xfrm>
          <a:prstGeom prst="line">
            <a:avLst/>
          </a:prstGeom>
          <a:noFill/>
          <a:ln w="28575">
            <a:solidFill>
              <a:srgbClr val="FF0000"/>
            </a:solidFill>
            <a:round/>
            <a:headEnd/>
            <a:tailEnd/>
          </a:ln>
        </p:spPr>
        <p:txBody>
          <a:bodyPr/>
          <a:lstStyle/>
          <a:p>
            <a:endParaRPr lang="en-US"/>
          </a:p>
        </p:txBody>
      </p:sp>
      <p:sp>
        <p:nvSpPr>
          <p:cNvPr id="636033" name="Line 147"/>
          <p:cNvSpPr>
            <a:spLocks noChangeShapeType="1"/>
          </p:cNvSpPr>
          <p:nvPr/>
        </p:nvSpPr>
        <p:spPr bwMode="auto">
          <a:xfrm>
            <a:off x="6775450" y="4286250"/>
            <a:ext cx="1588" cy="1588"/>
          </a:xfrm>
          <a:prstGeom prst="line">
            <a:avLst/>
          </a:prstGeom>
          <a:noFill/>
          <a:ln w="28575">
            <a:solidFill>
              <a:srgbClr val="FF0000"/>
            </a:solidFill>
            <a:round/>
            <a:headEnd/>
            <a:tailEnd/>
          </a:ln>
        </p:spPr>
        <p:txBody>
          <a:bodyPr/>
          <a:lstStyle/>
          <a:p>
            <a:endParaRPr lang="en-US"/>
          </a:p>
        </p:txBody>
      </p:sp>
      <p:sp>
        <p:nvSpPr>
          <p:cNvPr id="636034" name="Line 148"/>
          <p:cNvSpPr>
            <a:spLocks noChangeShapeType="1"/>
          </p:cNvSpPr>
          <p:nvPr/>
        </p:nvSpPr>
        <p:spPr bwMode="auto">
          <a:xfrm>
            <a:off x="6791325" y="4297363"/>
            <a:ext cx="3175" cy="1587"/>
          </a:xfrm>
          <a:prstGeom prst="line">
            <a:avLst/>
          </a:prstGeom>
          <a:noFill/>
          <a:ln w="28575">
            <a:solidFill>
              <a:srgbClr val="FF0000"/>
            </a:solidFill>
            <a:round/>
            <a:headEnd/>
            <a:tailEnd/>
          </a:ln>
        </p:spPr>
        <p:txBody>
          <a:bodyPr/>
          <a:lstStyle/>
          <a:p>
            <a:endParaRPr lang="en-US"/>
          </a:p>
        </p:txBody>
      </p:sp>
      <p:sp>
        <p:nvSpPr>
          <p:cNvPr id="636035" name="Line 149"/>
          <p:cNvSpPr>
            <a:spLocks noChangeShapeType="1"/>
          </p:cNvSpPr>
          <p:nvPr/>
        </p:nvSpPr>
        <p:spPr bwMode="auto">
          <a:xfrm>
            <a:off x="6794500" y="4298950"/>
            <a:ext cx="9525" cy="3175"/>
          </a:xfrm>
          <a:prstGeom prst="line">
            <a:avLst/>
          </a:prstGeom>
          <a:noFill/>
          <a:ln w="28575">
            <a:solidFill>
              <a:srgbClr val="FF0000"/>
            </a:solidFill>
            <a:round/>
            <a:headEnd/>
            <a:tailEnd/>
          </a:ln>
        </p:spPr>
        <p:txBody>
          <a:bodyPr/>
          <a:lstStyle/>
          <a:p>
            <a:endParaRPr lang="en-US"/>
          </a:p>
        </p:txBody>
      </p:sp>
      <p:sp>
        <p:nvSpPr>
          <p:cNvPr id="636036" name="Line 150"/>
          <p:cNvSpPr>
            <a:spLocks noChangeShapeType="1"/>
          </p:cNvSpPr>
          <p:nvPr/>
        </p:nvSpPr>
        <p:spPr bwMode="auto">
          <a:xfrm>
            <a:off x="6804025" y="4302125"/>
            <a:ext cx="6350" cy="1588"/>
          </a:xfrm>
          <a:prstGeom prst="line">
            <a:avLst/>
          </a:prstGeom>
          <a:noFill/>
          <a:ln w="28575">
            <a:solidFill>
              <a:srgbClr val="FF0000"/>
            </a:solidFill>
            <a:round/>
            <a:headEnd/>
            <a:tailEnd/>
          </a:ln>
        </p:spPr>
        <p:txBody>
          <a:bodyPr/>
          <a:lstStyle/>
          <a:p>
            <a:endParaRPr lang="en-US"/>
          </a:p>
        </p:txBody>
      </p:sp>
      <p:sp>
        <p:nvSpPr>
          <p:cNvPr id="636037" name="Line 151"/>
          <p:cNvSpPr>
            <a:spLocks noChangeShapeType="1"/>
          </p:cNvSpPr>
          <p:nvPr/>
        </p:nvSpPr>
        <p:spPr bwMode="auto">
          <a:xfrm flipV="1">
            <a:off x="6829425" y="4305300"/>
            <a:ext cx="1588" cy="1588"/>
          </a:xfrm>
          <a:prstGeom prst="line">
            <a:avLst/>
          </a:prstGeom>
          <a:noFill/>
          <a:ln w="28575">
            <a:solidFill>
              <a:srgbClr val="FF0000"/>
            </a:solidFill>
            <a:round/>
            <a:headEnd/>
            <a:tailEnd/>
          </a:ln>
        </p:spPr>
        <p:txBody>
          <a:bodyPr/>
          <a:lstStyle/>
          <a:p>
            <a:endParaRPr lang="en-US"/>
          </a:p>
        </p:txBody>
      </p:sp>
      <p:sp>
        <p:nvSpPr>
          <p:cNvPr id="636038" name="Line 152"/>
          <p:cNvSpPr>
            <a:spLocks noChangeShapeType="1"/>
          </p:cNvSpPr>
          <p:nvPr/>
        </p:nvSpPr>
        <p:spPr bwMode="auto">
          <a:xfrm flipV="1">
            <a:off x="6831013" y="4305300"/>
            <a:ext cx="9525" cy="1588"/>
          </a:xfrm>
          <a:prstGeom prst="line">
            <a:avLst/>
          </a:prstGeom>
          <a:noFill/>
          <a:ln w="28575">
            <a:solidFill>
              <a:srgbClr val="FF0000"/>
            </a:solidFill>
            <a:round/>
            <a:headEnd/>
            <a:tailEnd/>
          </a:ln>
        </p:spPr>
        <p:txBody>
          <a:bodyPr/>
          <a:lstStyle/>
          <a:p>
            <a:endParaRPr lang="en-US"/>
          </a:p>
        </p:txBody>
      </p:sp>
      <p:sp>
        <p:nvSpPr>
          <p:cNvPr id="636039" name="Line 153"/>
          <p:cNvSpPr>
            <a:spLocks noChangeShapeType="1"/>
          </p:cNvSpPr>
          <p:nvPr/>
        </p:nvSpPr>
        <p:spPr bwMode="auto">
          <a:xfrm flipV="1">
            <a:off x="6840538" y="4302125"/>
            <a:ext cx="9525" cy="3175"/>
          </a:xfrm>
          <a:prstGeom prst="line">
            <a:avLst/>
          </a:prstGeom>
          <a:noFill/>
          <a:ln w="28575">
            <a:solidFill>
              <a:srgbClr val="FF0000"/>
            </a:solidFill>
            <a:round/>
            <a:headEnd/>
            <a:tailEnd/>
          </a:ln>
        </p:spPr>
        <p:txBody>
          <a:bodyPr/>
          <a:lstStyle/>
          <a:p>
            <a:endParaRPr lang="en-US"/>
          </a:p>
        </p:txBody>
      </p:sp>
      <p:sp>
        <p:nvSpPr>
          <p:cNvPr id="636040" name="Line 154"/>
          <p:cNvSpPr>
            <a:spLocks noChangeShapeType="1"/>
          </p:cNvSpPr>
          <p:nvPr/>
        </p:nvSpPr>
        <p:spPr bwMode="auto">
          <a:xfrm flipV="1">
            <a:off x="6867525" y="4294188"/>
            <a:ext cx="1588" cy="0"/>
          </a:xfrm>
          <a:prstGeom prst="line">
            <a:avLst/>
          </a:prstGeom>
          <a:noFill/>
          <a:ln w="28575">
            <a:solidFill>
              <a:srgbClr val="FF0000"/>
            </a:solidFill>
            <a:round/>
            <a:headEnd/>
            <a:tailEnd/>
          </a:ln>
        </p:spPr>
        <p:txBody>
          <a:bodyPr/>
          <a:lstStyle/>
          <a:p>
            <a:endParaRPr lang="en-US"/>
          </a:p>
        </p:txBody>
      </p:sp>
      <p:sp>
        <p:nvSpPr>
          <p:cNvPr id="636041" name="Line 155"/>
          <p:cNvSpPr>
            <a:spLocks noChangeShapeType="1"/>
          </p:cNvSpPr>
          <p:nvPr/>
        </p:nvSpPr>
        <p:spPr bwMode="auto">
          <a:xfrm flipV="1">
            <a:off x="6869113" y="4287838"/>
            <a:ext cx="9525" cy="6350"/>
          </a:xfrm>
          <a:prstGeom prst="line">
            <a:avLst/>
          </a:prstGeom>
          <a:noFill/>
          <a:ln w="28575">
            <a:solidFill>
              <a:srgbClr val="FF0000"/>
            </a:solidFill>
            <a:round/>
            <a:headEnd/>
            <a:tailEnd/>
          </a:ln>
        </p:spPr>
        <p:txBody>
          <a:bodyPr/>
          <a:lstStyle/>
          <a:p>
            <a:endParaRPr lang="en-US"/>
          </a:p>
        </p:txBody>
      </p:sp>
      <p:sp>
        <p:nvSpPr>
          <p:cNvPr id="636042" name="Line 156"/>
          <p:cNvSpPr>
            <a:spLocks noChangeShapeType="1"/>
          </p:cNvSpPr>
          <p:nvPr/>
        </p:nvSpPr>
        <p:spPr bwMode="auto">
          <a:xfrm flipV="1">
            <a:off x="6878638" y="4283075"/>
            <a:ext cx="3175" cy="4763"/>
          </a:xfrm>
          <a:prstGeom prst="line">
            <a:avLst/>
          </a:prstGeom>
          <a:noFill/>
          <a:ln w="28575">
            <a:solidFill>
              <a:srgbClr val="FF0000"/>
            </a:solidFill>
            <a:round/>
            <a:headEnd/>
            <a:tailEnd/>
          </a:ln>
        </p:spPr>
        <p:txBody>
          <a:bodyPr/>
          <a:lstStyle/>
          <a:p>
            <a:endParaRPr lang="en-US"/>
          </a:p>
        </p:txBody>
      </p:sp>
      <p:sp>
        <p:nvSpPr>
          <p:cNvPr id="636043" name="Line 157"/>
          <p:cNvSpPr>
            <a:spLocks noChangeShapeType="1"/>
          </p:cNvSpPr>
          <p:nvPr/>
        </p:nvSpPr>
        <p:spPr bwMode="auto">
          <a:xfrm flipV="1">
            <a:off x="6894513" y="4270375"/>
            <a:ext cx="1587" cy="1588"/>
          </a:xfrm>
          <a:prstGeom prst="line">
            <a:avLst/>
          </a:prstGeom>
          <a:noFill/>
          <a:ln w="28575">
            <a:solidFill>
              <a:srgbClr val="FF0000"/>
            </a:solidFill>
            <a:round/>
            <a:headEnd/>
            <a:tailEnd/>
          </a:ln>
        </p:spPr>
        <p:txBody>
          <a:bodyPr/>
          <a:lstStyle/>
          <a:p>
            <a:endParaRPr lang="en-US"/>
          </a:p>
        </p:txBody>
      </p:sp>
      <p:sp>
        <p:nvSpPr>
          <p:cNvPr id="636044" name="Line 158"/>
          <p:cNvSpPr>
            <a:spLocks noChangeShapeType="1"/>
          </p:cNvSpPr>
          <p:nvPr/>
        </p:nvSpPr>
        <p:spPr bwMode="auto">
          <a:xfrm flipV="1">
            <a:off x="6896100" y="4260850"/>
            <a:ext cx="9525" cy="9525"/>
          </a:xfrm>
          <a:prstGeom prst="line">
            <a:avLst/>
          </a:prstGeom>
          <a:noFill/>
          <a:ln w="28575">
            <a:solidFill>
              <a:srgbClr val="FF0000"/>
            </a:solidFill>
            <a:round/>
            <a:headEnd/>
            <a:tailEnd/>
          </a:ln>
        </p:spPr>
        <p:txBody>
          <a:bodyPr/>
          <a:lstStyle/>
          <a:p>
            <a:endParaRPr lang="en-US"/>
          </a:p>
        </p:txBody>
      </p:sp>
      <p:sp>
        <p:nvSpPr>
          <p:cNvPr id="636045" name="Line 159"/>
          <p:cNvSpPr>
            <a:spLocks noChangeShapeType="1"/>
          </p:cNvSpPr>
          <p:nvPr/>
        </p:nvSpPr>
        <p:spPr bwMode="auto">
          <a:xfrm flipV="1">
            <a:off x="6905625" y="4259263"/>
            <a:ext cx="1588" cy="1587"/>
          </a:xfrm>
          <a:prstGeom prst="line">
            <a:avLst/>
          </a:prstGeom>
          <a:noFill/>
          <a:ln w="28575">
            <a:solidFill>
              <a:srgbClr val="FF0000"/>
            </a:solidFill>
            <a:round/>
            <a:headEnd/>
            <a:tailEnd/>
          </a:ln>
        </p:spPr>
        <p:txBody>
          <a:bodyPr/>
          <a:lstStyle/>
          <a:p>
            <a:endParaRPr lang="en-US"/>
          </a:p>
        </p:txBody>
      </p:sp>
      <p:sp>
        <p:nvSpPr>
          <p:cNvPr id="636046" name="Line 160"/>
          <p:cNvSpPr>
            <a:spLocks noChangeShapeType="1"/>
          </p:cNvSpPr>
          <p:nvPr/>
        </p:nvSpPr>
        <p:spPr bwMode="auto">
          <a:xfrm flipV="1">
            <a:off x="6918325" y="4238625"/>
            <a:ext cx="6350" cy="7938"/>
          </a:xfrm>
          <a:prstGeom prst="line">
            <a:avLst/>
          </a:prstGeom>
          <a:noFill/>
          <a:ln w="28575">
            <a:solidFill>
              <a:srgbClr val="FF0000"/>
            </a:solidFill>
            <a:round/>
            <a:headEnd/>
            <a:tailEnd/>
          </a:ln>
        </p:spPr>
        <p:txBody>
          <a:bodyPr/>
          <a:lstStyle/>
          <a:p>
            <a:endParaRPr lang="en-US"/>
          </a:p>
        </p:txBody>
      </p:sp>
      <p:sp>
        <p:nvSpPr>
          <p:cNvPr id="636047" name="Line 161"/>
          <p:cNvSpPr>
            <a:spLocks noChangeShapeType="1"/>
          </p:cNvSpPr>
          <p:nvPr/>
        </p:nvSpPr>
        <p:spPr bwMode="auto">
          <a:xfrm flipV="1">
            <a:off x="6924675" y="4233863"/>
            <a:ext cx="3175" cy="4762"/>
          </a:xfrm>
          <a:prstGeom prst="line">
            <a:avLst/>
          </a:prstGeom>
          <a:noFill/>
          <a:ln w="28575">
            <a:solidFill>
              <a:srgbClr val="FF0000"/>
            </a:solidFill>
            <a:round/>
            <a:headEnd/>
            <a:tailEnd/>
          </a:ln>
        </p:spPr>
        <p:txBody>
          <a:bodyPr/>
          <a:lstStyle/>
          <a:p>
            <a:endParaRPr lang="en-US"/>
          </a:p>
        </p:txBody>
      </p:sp>
      <p:sp>
        <p:nvSpPr>
          <p:cNvPr id="636048" name="Line 162"/>
          <p:cNvSpPr>
            <a:spLocks noChangeShapeType="1"/>
          </p:cNvSpPr>
          <p:nvPr/>
        </p:nvSpPr>
        <p:spPr bwMode="auto">
          <a:xfrm flipV="1">
            <a:off x="6938963" y="4213225"/>
            <a:ext cx="3175" cy="6350"/>
          </a:xfrm>
          <a:prstGeom prst="line">
            <a:avLst/>
          </a:prstGeom>
          <a:noFill/>
          <a:ln w="28575">
            <a:solidFill>
              <a:srgbClr val="FF0000"/>
            </a:solidFill>
            <a:round/>
            <a:headEnd/>
            <a:tailEnd/>
          </a:ln>
        </p:spPr>
        <p:txBody>
          <a:bodyPr/>
          <a:lstStyle/>
          <a:p>
            <a:endParaRPr lang="en-US"/>
          </a:p>
        </p:txBody>
      </p:sp>
      <p:sp>
        <p:nvSpPr>
          <p:cNvPr id="636049" name="Line 163"/>
          <p:cNvSpPr>
            <a:spLocks noChangeShapeType="1"/>
          </p:cNvSpPr>
          <p:nvPr/>
        </p:nvSpPr>
        <p:spPr bwMode="auto">
          <a:xfrm flipV="1">
            <a:off x="6942138" y="4206875"/>
            <a:ext cx="6350" cy="6350"/>
          </a:xfrm>
          <a:prstGeom prst="line">
            <a:avLst/>
          </a:prstGeom>
          <a:noFill/>
          <a:ln w="28575">
            <a:solidFill>
              <a:srgbClr val="FF0000"/>
            </a:solidFill>
            <a:round/>
            <a:headEnd/>
            <a:tailEnd/>
          </a:ln>
        </p:spPr>
        <p:txBody>
          <a:bodyPr/>
          <a:lstStyle/>
          <a:p>
            <a:endParaRPr lang="en-US"/>
          </a:p>
        </p:txBody>
      </p:sp>
      <p:sp>
        <p:nvSpPr>
          <p:cNvPr id="636050" name="Line 164"/>
          <p:cNvSpPr>
            <a:spLocks noChangeShapeType="1"/>
          </p:cNvSpPr>
          <p:nvPr/>
        </p:nvSpPr>
        <p:spPr bwMode="auto">
          <a:xfrm flipV="1">
            <a:off x="6956425" y="4186238"/>
            <a:ext cx="4763" cy="6350"/>
          </a:xfrm>
          <a:prstGeom prst="line">
            <a:avLst/>
          </a:prstGeom>
          <a:noFill/>
          <a:ln w="28575">
            <a:solidFill>
              <a:srgbClr val="FF0000"/>
            </a:solidFill>
            <a:round/>
            <a:headEnd/>
            <a:tailEnd/>
          </a:ln>
        </p:spPr>
        <p:txBody>
          <a:bodyPr/>
          <a:lstStyle/>
          <a:p>
            <a:endParaRPr lang="en-US"/>
          </a:p>
        </p:txBody>
      </p:sp>
      <p:sp>
        <p:nvSpPr>
          <p:cNvPr id="636051" name="Line 165"/>
          <p:cNvSpPr>
            <a:spLocks noChangeShapeType="1"/>
          </p:cNvSpPr>
          <p:nvPr/>
        </p:nvSpPr>
        <p:spPr bwMode="auto">
          <a:xfrm flipV="1">
            <a:off x="6961188" y="4179888"/>
            <a:ext cx="4762" cy="6350"/>
          </a:xfrm>
          <a:prstGeom prst="line">
            <a:avLst/>
          </a:prstGeom>
          <a:noFill/>
          <a:ln w="28575">
            <a:solidFill>
              <a:srgbClr val="FF0000"/>
            </a:solidFill>
            <a:round/>
            <a:headEnd/>
            <a:tailEnd/>
          </a:ln>
        </p:spPr>
        <p:txBody>
          <a:bodyPr/>
          <a:lstStyle/>
          <a:p>
            <a:endParaRPr lang="en-US"/>
          </a:p>
        </p:txBody>
      </p:sp>
      <p:sp>
        <p:nvSpPr>
          <p:cNvPr id="636052" name="Line 166"/>
          <p:cNvSpPr>
            <a:spLocks noChangeShapeType="1"/>
          </p:cNvSpPr>
          <p:nvPr/>
        </p:nvSpPr>
        <p:spPr bwMode="auto">
          <a:xfrm flipV="1">
            <a:off x="6975475" y="4159250"/>
            <a:ext cx="4763" cy="6350"/>
          </a:xfrm>
          <a:prstGeom prst="line">
            <a:avLst/>
          </a:prstGeom>
          <a:noFill/>
          <a:ln w="28575">
            <a:solidFill>
              <a:srgbClr val="FF0000"/>
            </a:solidFill>
            <a:round/>
            <a:headEnd/>
            <a:tailEnd/>
          </a:ln>
        </p:spPr>
        <p:txBody>
          <a:bodyPr/>
          <a:lstStyle/>
          <a:p>
            <a:endParaRPr lang="en-US"/>
          </a:p>
        </p:txBody>
      </p:sp>
      <p:sp>
        <p:nvSpPr>
          <p:cNvPr id="636053" name="Line 167"/>
          <p:cNvSpPr>
            <a:spLocks noChangeShapeType="1"/>
          </p:cNvSpPr>
          <p:nvPr/>
        </p:nvSpPr>
        <p:spPr bwMode="auto">
          <a:xfrm flipV="1">
            <a:off x="6980238" y="4151313"/>
            <a:ext cx="4762" cy="7937"/>
          </a:xfrm>
          <a:prstGeom prst="line">
            <a:avLst/>
          </a:prstGeom>
          <a:noFill/>
          <a:ln w="28575">
            <a:solidFill>
              <a:srgbClr val="FF0000"/>
            </a:solidFill>
            <a:round/>
            <a:headEnd/>
            <a:tailEnd/>
          </a:ln>
        </p:spPr>
        <p:txBody>
          <a:bodyPr/>
          <a:lstStyle/>
          <a:p>
            <a:endParaRPr lang="en-US"/>
          </a:p>
        </p:txBody>
      </p:sp>
      <p:sp>
        <p:nvSpPr>
          <p:cNvPr id="636054" name="Line 168"/>
          <p:cNvSpPr>
            <a:spLocks noChangeShapeType="1"/>
          </p:cNvSpPr>
          <p:nvPr/>
        </p:nvSpPr>
        <p:spPr bwMode="auto">
          <a:xfrm flipV="1">
            <a:off x="6992938" y="4132263"/>
            <a:ext cx="4762" cy="6350"/>
          </a:xfrm>
          <a:prstGeom prst="line">
            <a:avLst/>
          </a:prstGeom>
          <a:noFill/>
          <a:ln w="28575">
            <a:solidFill>
              <a:srgbClr val="FF0000"/>
            </a:solidFill>
            <a:round/>
            <a:headEnd/>
            <a:tailEnd/>
          </a:ln>
        </p:spPr>
        <p:txBody>
          <a:bodyPr/>
          <a:lstStyle/>
          <a:p>
            <a:endParaRPr lang="en-US"/>
          </a:p>
        </p:txBody>
      </p:sp>
      <p:sp>
        <p:nvSpPr>
          <p:cNvPr id="636055" name="Line 169"/>
          <p:cNvSpPr>
            <a:spLocks noChangeShapeType="1"/>
          </p:cNvSpPr>
          <p:nvPr/>
        </p:nvSpPr>
        <p:spPr bwMode="auto">
          <a:xfrm flipV="1">
            <a:off x="6997700" y="4124325"/>
            <a:ext cx="4763" cy="7938"/>
          </a:xfrm>
          <a:prstGeom prst="line">
            <a:avLst/>
          </a:prstGeom>
          <a:noFill/>
          <a:ln w="28575">
            <a:solidFill>
              <a:srgbClr val="FF0000"/>
            </a:solidFill>
            <a:round/>
            <a:headEnd/>
            <a:tailEnd/>
          </a:ln>
        </p:spPr>
        <p:txBody>
          <a:bodyPr/>
          <a:lstStyle/>
          <a:p>
            <a:endParaRPr lang="en-US"/>
          </a:p>
        </p:txBody>
      </p:sp>
      <p:sp>
        <p:nvSpPr>
          <p:cNvPr id="636056" name="Line 170"/>
          <p:cNvSpPr>
            <a:spLocks noChangeShapeType="1"/>
          </p:cNvSpPr>
          <p:nvPr/>
        </p:nvSpPr>
        <p:spPr bwMode="auto">
          <a:xfrm flipV="1">
            <a:off x="7011988" y="4105275"/>
            <a:ext cx="4762" cy="6350"/>
          </a:xfrm>
          <a:prstGeom prst="line">
            <a:avLst/>
          </a:prstGeom>
          <a:noFill/>
          <a:ln w="28575">
            <a:solidFill>
              <a:srgbClr val="FF0000"/>
            </a:solidFill>
            <a:round/>
            <a:headEnd/>
            <a:tailEnd/>
          </a:ln>
        </p:spPr>
        <p:txBody>
          <a:bodyPr/>
          <a:lstStyle/>
          <a:p>
            <a:endParaRPr lang="en-US"/>
          </a:p>
        </p:txBody>
      </p:sp>
      <p:sp>
        <p:nvSpPr>
          <p:cNvPr id="636057" name="Line 171"/>
          <p:cNvSpPr>
            <a:spLocks noChangeShapeType="1"/>
          </p:cNvSpPr>
          <p:nvPr/>
        </p:nvSpPr>
        <p:spPr bwMode="auto">
          <a:xfrm flipV="1">
            <a:off x="7016750" y="4097338"/>
            <a:ext cx="4763" cy="7937"/>
          </a:xfrm>
          <a:prstGeom prst="line">
            <a:avLst/>
          </a:prstGeom>
          <a:noFill/>
          <a:ln w="28575">
            <a:solidFill>
              <a:srgbClr val="FF0000"/>
            </a:solidFill>
            <a:round/>
            <a:headEnd/>
            <a:tailEnd/>
          </a:ln>
        </p:spPr>
        <p:txBody>
          <a:bodyPr/>
          <a:lstStyle/>
          <a:p>
            <a:endParaRPr lang="en-US"/>
          </a:p>
        </p:txBody>
      </p:sp>
      <p:sp>
        <p:nvSpPr>
          <p:cNvPr id="636058" name="Line 172"/>
          <p:cNvSpPr>
            <a:spLocks noChangeShapeType="1"/>
          </p:cNvSpPr>
          <p:nvPr/>
        </p:nvSpPr>
        <p:spPr bwMode="auto">
          <a:xfrm flipV="1">
            <a:off x="7031038" y="4079875"/>
            <a:ext cx="4762" cy="4763"/>
          </a:xfrm>
          <a:prstGeom prst="line">
            <a:avLst/>
          </a:prstGeom>
          <a:noFill/>
          <a:ln w="28575">
            <a:solidFill>
              <a:srgbClr val="FF0000"/>
            </a:solidFill>
            <a:round/>
            <a:headEnd/>
            <a:tailEnd/>
          </a:ln>
        </p:spPr>
        <p:txBody>
          <a:bodyPr/>
          <a:lstStyle/>
          <a:p>
            <a:endParaRPr lang="en-US"/>
          </a:p>
        </p:txBody>
      </p:sp>
      <p:sp>
        <p:nvSpPr>
          <p:cNvPr id="636059" name="Line 173"/>
          <p:cNvSpPr>
            <a:spLocks noChangeShapeType="1"/>
          </p:cNvSpPr>
          <p:nvPr/>
        </p:nvSpPr>
        <p:spPr bwMode="auto">
          <a:xfrm flipV="1">
            <a:off x="7035800" y="4070350"/>
            <a:ext cx="6350" cy="9525"/>
          </a:xfrm>
          <a:prstGeom prst="line">
            <a:avLst/>
          </a:prstGeom>
          <a:noFill/>
          <a:ln w="28575">
            <a:solidFill>
              <a:srgbClr val="FF0000"/>
            </a:solidFill>
            <a:round/>
            <a:headEnd/>
            <a:tailEnd/>
          </a:ln>
        </p:spPr>
        <p:txBody>
          <a:bodyPr/>
          <a:lstStyle/>
          <a:p>
            <a:endParaRPr lang="en-US"/>
          </a:p>
        </p:txBody>
      </p:sp>
      <p:sp>
        <p:nvSpPr>
          <p:cNvPr id="636060" name="Line 174"/>
          <p:cNvSpPr>
            <a:spLocks noChangeShapeType="1"/>
          </p:cNvSpPr>
          <p:nvPr/>
        </p:nvSpPr>
        <p:spPr bwMode="auto">
          <a:xfrm flipV="1">
            <a:off x="7053263" y="4057650"/>
            <a:ext cx="1587" cy="0"/>
          </a:xfrm>
          <a:prstGeom prst="line">
            <a:avLst/>
          </a:prstGeom>
          <a:noFill/>
          <a:ln w="28575">
            <a:solidFill>
              <a:srgbClr val="FF0000"/>
            </a:solidFill>
            <a:round/>
            <a:headEnd/>
            <a:tailEnd/>
          </a:ln>
        </p:spPr>
        <p:txBody>
          <a:bodyPr/>
          <a:lstStyle/>
          <a:p>
            <a:endParaRPr lang="en-US"/>
          </a:p>
        </p:txBody>
      </p:sp>
      <p:sp>
        <p:nvSpPr>
          <p:cNvPr id="636061" name="Line 175"/>
          <p:cNvSpPr>
            <a:spLocks noChangeShapeType="1"/>
          </p:cNvSpPr>
          <p:nvPr/>
        </p:nvSpPr>
        <p:spPr bwMode="auto">
          <a:xfrm flipV="1">
            <a:off x="7053263" y="4048125"/>
            <a:ext cx="9525" cy="9525"/>
          </a:xfrm>
          <a:prstGeom prst="line">
            <a:avLst/>
          </a:prstGeom>
          <a:noFill/>
          <a:ln w="28575">
            <a:solidFill>
              <a:srgbClr val="FF0000"/>
            </a:solidFill>
            <a:round/>
            <a:headEnd/>
            <a:tailEnd/>
          </a:ln>
        </p:spPr>
        <p:txBody>
          <a:bodyPr/>
          <a:lstStyle/>
          <a:p>
            <a:endParaRPr lang="en-US"/>
          </a:p>
        </p:txBody>
      </p:sp>
      <p:sp>
        <p:nvSpPr>
          <p:cNvPr id="636062" name="Line 176"/>
          <p:cNvSpPr>
            <a:spLocks noChangeShapeType="1"/>
          </p:cNvSpPr>
          <p:nvPr/>
        </p:nvSpPr>
        <p:spPr bwMode="auto">
          <a:xfrm flipV="1">
            <a:off x="7062788" y="4046538"/>
            <a:ext cx="1587" cy="1587"/>
          </a:xfrm>
          <a:prstGeom prst="line">
            <a:avLst/>
          </a:prstGeom>
          <a:noFill/>
          <a:ln w="28575">
            <a:solidFill>
              <a:srgbClr val="FF0000"/>
            </a:solidFill>
            <a:round/>
            <a:headEnd/>
            <a:tailEnd/>
          </a:ln>
        </p:spPr>
        <p:txBody>
          <a:bodyPr/>
          <a:lstStyle/>
          <a:p>
            <a:endParaRPr lang="en-US"/>
          </a:p>
        </p:txBody>
      </p:sp>
      <p:sp>
        <p:nvSpPr>
          <p:cNvPr id="636063" name="Line 177"/>
          <p:cNvSpPr>
            <a:spLocks noChangeShapeType="1"/>
          </p:cNvSpPr>
          <p:nvPr/>
        </p:nvSpPr>
        <p:spPr bwMode="auto">
          <a:xfrm flipV="1">
            <a:off x="7078663" y="4032250"/>
            <a:ext cx="3175" cy="1588"/>
          </a:xfrm>
          <a:prstGeom prst="line">
            <a:avLst/>
          </a:prstGeom>
          <a:noFill/>
          <a:ln w="28575">
            <a:solidFill>
              <a:srgbClr val="FF0000"/>
            </a:solidFill>
            <a:round/>
            <a:headEnd/>
            <a:tailEnd/>
          </a:ln>
        </p:spPr>
        <p:txBody>
          <a:bodyPr/>
          <a:lstStyle/>
          <a:p>
            <a:endParaRPr lang="en-US"/>
          </a:p>
        </p:txBody>
      </p:sp>
      <p:sp>
        <p:nvSpPr>
          <p:cNvPr id="636064" name="Line 178"/>
          <p:cNvSpPr>
            <a:spLocks noChangeShapeType="1"/>
          </p:cNvSpPr>
          <p:nvPr/>
        </p:nvSpPr>
        <p:spPr bwMode="auto">
          <a:xfrm flipV="1">
            <a:off x="7081838" y="4024313"/>
            <a:ext cx="7937" cy="7937"/>
          </a:xfrm>
          <a:prstGeom prst="line">
            <a:avLst/>
          </a:prstGeom>
          <a:noFill/>
          <a:ln w="28575">
            <a:solidFill>
              <a:srgbClr val="FF0000"/>
            </a:solidFill>
            <a:round/>
            <a:headEnd/>
            <a:tailEnd/>
          </a:ln>
        </p:spPr>
        <p:txBody>
          <a:bodyPr/>
          <a:lstStyle/>
          <a:p>
            <a:endParaRPr lang="en-US"/>
          </a:p>
        </p:txBody>
      </p:sp>
      <p:sp>
        <p:nvSpPr>
          <p:cNvPr id="636065" name="Line 179"/>
          <p:cNvSpPr>
            <a:spLocks noChangeShapeType="1"/>
          </p:cNvSpPr>
          <p:nvPr/>
        </p:nvSpPr>
        <p:spPr bwMode="auto">
          <a:xfrm flipV="1">
            <a:off x="7089775" y="4024313"/>
            <a:ext cx="3175" cy="0"/>
          </a:xfrm>
          <a:prstGeom prst="line">
            <a:avLst/>
          </a:prstGeom>
          <a:noFill/>
          <a:ln w="28575">
            <a:solidFill>
              <a:srgbClr val="FF0000"/>
            </a:solidFill>
            <a:round/>
            <a:headEnd/>
            <a:tailEnd/>
          </a:ln>
        </p:spPr>
        <p:txBody>
          <a:bodyPr/>
          <a:lstStyle/>
          <a:p>
            <a:endParaRPr lang="en-US"/>
          </a:p>
        </p:txBody>
      </p:sp>
      <p:sp>
        <p:nvSpPr>
          <p:cNvPr id="636066" name="Line 180"/>
          <p:cNvSpPr>
            <a:spLocks noChangeShapeType="1"/>
          </p:cNvSpPr>
          <p:nvPr/>
        </p:nvSpPr>
        <p:spPr bwMode="auto">
          <a:xfrm flipV="1">
            <a:off x="7110413" y="4013200"/>
            <a:ext cx="7937" cy="1588"/>
          </a:xfrm>
          <a:prstGeom prst="line">
            <a:avLst/>
          </a:prstGeom>
          <a:noFill/>
          <a:ln w="28575">
            <a:solidFill>
              <a:srgbClr val="FF0000"/>
            </a:solidFill>
            <a:round/>
            <a:headEnd/>
            <a:tailEnd/>
          </a:ln>
        </p:spPr>
        <p:txBody>
          <a:bodyPr/>
          <a:lstStyle/>
          <a:p>
            <a:endParaRPr lang="en-US"/>
          </a:p>
        </p:txBody>
      </p:sp>
      <p:sp>
        <p:nvSpPr>
          <p:cNvPr id="636067" name="Line 181"/>
          <p:cNvSpPr>
            <a:spLocks noChangeShapeType="1"/>
          </p:cNvSpPr>
          <p:nvPr/>
        </p:nvSpPr>
        <p:spPr bwMode="auto">
          <a:xfrm flipV="1">
            <a:off x="7118350" y="4011613"/>
            <a:ext cx="9525" cy="1587"/>
          </a:xfrm>
          <a:prstGeom prst="line">
            <a:avLst/>
          </a:prstGeom>
          <a:noFill/>
          <a:ln w="28575">
            <a:solidFill>
              <a:srgbClr val="FF0000"/>
            </a:solidFill>
            <a:round/>
            <a:headEnd/>
            <a:tailEnd/>
          </a:ln>
        </p:spPr>
        <p:txBody>
          <a:bodyPr/>
          <a:lstStyle/>
          <a:p>
            <a:endParaRPr lang="en-US"/>
          </a:p>
        </p:txBody>
      </p:sp>
      <p:sp>
        <p:nvSpPr>
          <p:cNvPr id="636068" name="Line 182"/>
          <p:cNvSpPr>
            <a:spLocks noChangeShapeType="1"/>
          </p:cNvSpPr>
          <p:nvPr/>
        </p:nvSpPr>
        <p:spPr bwMode="auto">
          <a:xfrm flipV="1">
            <a:off x="7127875" y="4011613"/>
            <a:ext cx="3175" cy="0"/>
          </a:xfrm>
          <a:prstGeom prst="line">
            <a:avLst/>
          </a:prstGeom>
          <a:noFill/>
          <a:ln w="28575">
            <a:solidFill>
              <a:srgbClr val="FF0000"/>
            </a:solidFill>
            <a:round/>
            <a:headEnd/>
            <a:tailEnd/>
          </a:ln>
        </p:spPr>
        <p:txBody>
          <a:bodyPr/>
          <a:lstStyle/>
          <a:p>
            <a:endParaRPr lang="en-US"/>
          </a:p>
        </p:txBody>
      </p:sp>
      <p:sp>
        <p:nvSpPr>
          <p:cNvPr id="636069" name="Line 183"/>
          <p:cNvSpPr>
            <a:spLocks noChangeShapeType="1"/>
          </p:cNvSpPr>
          <p:nvPr/>
        </p:nvSpPr>
        <p:spPr bwMode="auto">
          <a:xfrm>
            <a:off x="7150100" y="4014788"/>
            <a:ext cx="4763" cy="1587"/>
          </a:xfrm>
          <a:prstGeom prst="line">
            <a:avLst/>
          </a:prstGeom>
          <a:noFill/>
          <a:ln w="28575">
            <a:solidFill>
              <a:srgbClr val="FF0000"/>
            </a:solidFill>
            <a:round/>
            <a:headEnd/>
            <a:tailEnd/>
          </a:ln>
        </p:spPr>
        <p:txBody>
          <a:bodyPr/>
          <a:lstStyle/>
          <a:p>
            <a:endParaRPr lang="en-US"/>
          </a:p>
        </p:txBody>
      </p:sp>
      <p:sp>
        <p:nvSpPr>
          <p:cNvPr id="636070" name="Line 184"/>
          <p:cNvSpPr>
            <a:spLocks noChangeShapeType="1"/>
          </p:cNvSpPr>
          <p:nvPr/>
        </p:nvSpPr>
        <p:spPr bwMode="auto">
          <a:xfrm>
            <a:off x="7154863" y="4016375"/>
            <a:ext cx="9525" cy="3175"/>
          </a:xfrm>
          <a:prstGeom prst="line">
            <a:avLst/>
          </a:prstGeom>
          <a:noFill/>
          <a:ln w="28575">
            <a:solidFill>
              <a:srgbClr val="FF0000"/>
            </a:solidFill>
            <a:round/>
            <a:headEnd/>
            <a:tailEnd/>
          </a:ln>
        </p:spPr>
        <p:txBody>
          <a:bodyPr/>
          <a:lstStyle/>
          <a:p>
            <a:endParaRPr lang="en-US"/>
          </a:p>
        </p:txBody>
      </p:sp>
      <p:sp>
        <p:nvSpPr>
          <p:cNvPr id="636071" name="Line 185"/>
          <p:cNvSpPr>
            <a:spLocks noChangeShapeType="1"/>
          </p:cNvSpPr>
          <p:nvPr/>
        </p:nvSpPr>
        <p:spPr bwMode="auto">
          <a:xfrm>
            <a:off x="7164388" y="4019550"/>
            <a:ext cx="3175" cy="3175"/>
          </a:xfrm>
          <a:prstGeom prst="line">
            <a:avLst/>
          </a:prstGeom>
          <a:noFill/>
          <a:ln w="28575">
            <a:solidFill>
              <a:srgbClr val="FF0000"/>
            </a:solidFill>
            <a:round/>
            <a:headEnd/>
            <a:tailEnd/>
          </a:ln>
        </p:spPr>
        <p:txBody>
          <a:bodyPr/>
          <a:lstStyle/>
          <a:p>
            <a:endParaRPr lang="en-US"/>
          </a:p>
        </p:txBody>
      </p:sp>
      <p:sp>
        <p:nvSpPr>
          <p:cNvPr id="636072" name="Line 186"/>
          <p:cNvSpPr>
            <a:spLocks noChangeShapeType="1"/>
          </p:cNvSpPr>
          <p:nvPr/>
        </p:nvSpPr>
        <p:spPr bwMode="auto">
          <a:xfrm>
            <a:off x="7183438" y="4032250"/>
            <a:ext cx="9525" cy="6350"/>
          </a:xfrm>
          <a:prstGeom prst="line">
            <a:avLst/>
          </a:prstGeom>
          <a:noFill/>
          <a:ln w="28575">
            <a:solidFill>
              <a:srgbClr val="FF0000"/>
            </a:solidFill>
            <a:round/>
            <a:headEnd/>
            <a:tailEnd/>
          </a:ln>
        </p:spPr>
        <p:txBody>
          <a:bodyPr/>
          <a:lstStyle/>
          <a:p>
            <a:endParaRPr lang="en-US"/>
          </a:p>
        </p:txBody>
      </p:sp>
      <p:sp>
        <p:nvSpPr>
          <p:cNvPr id="636073" name="Line 187"/>
          <p:cNvSpPr>
            <a:spLocks noChangeShapeType="1"/>
          </p:cNvSpPr>
          <p:nvPr/>
        </p:nvSpPr>
        <p:spPr bwMode="auto">
          <a:xfrm>
            <a:off x="7192963" y="4038600"/>
            <a:ext cx="4762" cy="4763"/>
          </a:xfrm>
          <a:prstGeom prst="line">
            <a:avLst/>
          </a:prstGeom>
          <a:noFill/>
          <a:ln w="28575">
            <a:solidFill>
              <a:srgbClr val="FF0000"/>
            </a:solidFill>
            <a:round/>
            <a:headEnd/>
            <a:tailEnd/>
          </a:ln>
        </p:spPr>
        <p:txBody>
          <a:bodyPr/>
          <a:lstStyle/>
          <a:p>
            <a:endParaRPr lang="en-US"/>
          </a:p>
        </p:txBody>
      </p:sp>
      <p:sp>
        <p:nvSpPr>
          <p:cNvPr id="636074" name="Line 188"/>
          <p:cNvSpPr>
            <a:spLocks noChangeShapeType="1"/>
          </p:cNvSpPr>
          <p:nvPr/>
        </p:nvSpPr>
        <p:spPr bwMode="auto">
          <a:xfrm>
            <a:off x="7208838" y="4056063"/>
            <a:ext cx="1587" cy="1587"/>
          </a:xfrm>
          <a:prstGeom prst="line">
            <a:avLst/>
          </a:prstGeom>
          <a:noFill/>
          <a:ln w="28575">
            <a:solidFill>
              <a:srgbClr val="FF0000"/>
            </a:solidFill>
            <a:round/>
            <a:headEnd/>
            <a:tailEnd/>
          </a:ln>
        </p:spPr>
        <p:txBody>
          <a:bodyPr/>
          <a:lstStyle/>
          <a:p>
            <a:endParaRPr lang="en-US"/>
          </a:p>
        </p:txBody>
      </p:sp>
      <p:sp>
        <p:nvSpPr>
          <p:cNvPr id="636075" name="Line 189"/>
          <p:cNvSpPr>
            <a:spLocks noChangeShapeType="1"/>
          </p:cNvSpPr>
          <p:nvPr/>
        </p:nvSpPr>
        <p:spPr bwMode="auto">
          <a:xfrm>
            <a:off x="7210425" y="4057650"/>
            <a:ext cx="9525" cy="11113"/>
          </a:xfrm>
          <a:prstGeom prst="line">
            <a:avLst/>
          </a:prstGeom>
          <a:noFill/>
          <a:ln w="28575">
            <a:solidFill>
              <a:srgbClr val="FF0000"/>
            </a:solidFill>
            <a:round/>
            <a:headEnd/>
            <a:tailEnd/>
          </a:ln>
        </p:spPr>
        <p:txBody>
          <a:bodyPr/>
          <a:lstStyle/>
          <a:p>
            <a:endParaRPr lang="en-US"/>
          </a:p>
        </p:txBody>
      </p:sp>
      <p:sp>
        <p:nvSpPr>
          <p:cNvPr id="636076" name="Line 190"/>
          <p:cNvSpPr>
            <a:spLocks noChangeShapeType="1"/>
          </p:cNvSpPr>
          <p:nvPr/>
        </p:nvSpPr>
        <p:spPr bwMode="auto">
          <a:xfrm>
            <a:off x="7219950" y="4068763"/>
            <a:ext cx="1588" cy="0"/>
          </a:xfrm>
          <a:prstGeom prst="line">
            <a:avLst/>
          </a:prstGeom>
          <a:noFill/>
          <a:ln w="28575">
            <a:solidFill>
              <a:srgbClr val="FF0000"/>
            </a:solidFill>
            <a:round/>
            <a:headEnd/>
            <a:tailEnd/>
          </a:ln>
        </p:spPr>
        <p:txBody>
          <a:bodyPr/>
          <a:lstStyle/>
          <a:p>
            <a:endParaRPr lang="en-US"/>
          </a:p>
        </p:txBody>
      </p:sp>
      <p:sp>
        <p:nvSpPr>
          <p:cNvPr id="636077" name="Line 191"/>
          <p:cNvSpPr>
            <a:spLocks noChangeShapeType="1"/>
          </p:cNvSpPr>
          <p:nvPr/>
        </p:nvSpPr>
        <p:spPr bwMode="auto">
          <a:xfrm>
            <a:off x="7231063" y="4083050"/>
            <a:ext cx="7937" cy="9525"/>
          </a:xfrm>
          <a:prstGeom prst="line">
            <a:avLst/>
          </a:prstGeom>
          <a:noFill/>
          <a:ln w="28575">
            <a:solidFill>
              <a:srgbClr val="FF0000"/>
            </a:solidFill>
            <a:round/>
            <a:headEnd/>
            <a:tailEnd/>
          </a:ln>
        </p:spPr>
        <p:txBody>
          <a:bodyPr/>
          <a:lstStyle/>
          <a:p>
            <a:endParaRPr lang="en-US"/>
          </a:p>
        </p:txBody>
      </p:sp>
      <p:sp>
        <p:nvSpPr>
          <p:cNvPr id="636078" name="Line 192"/>
          <p:cNvSpPr>
            <a:spLocks noChangeShapeType="1"/>
          </p:cNvSpPr>
          <p:nvPr/>
        </p:nvSpPr>
        <p:spPr bwMode="auto">
          <a:xfrm>
            <a:off x="7239000" y="4092575"/>
            <a:ext cx="1588" cy="3175"/>
          </a:xfrm>
          <a:prstGeom prst="line">
            <a:avLst/>
          </a:prstGeom>
          <a:noFill/>
          <a:ln w="28575">
            <a:solidFill>
              <a:srgbClr val="FF0000"/>
            </a:solidFill>
            <a:round/>
            <a:headEnd/>
            <a:tailEnd/>
          </a:ln>
        </p:spPr>
        <p:txBody>
          <a:bodyPr/>
          <a:lstStyle/>
          <a:p>
            <a:endParaRPr lang="en-US"/>
          </a:p>
        </p:txBody>
      </p:sp>
      <p:sp>
        <p:nvSpPr>
          <p:cNvPr id="636079" name="Line 193"/>
          <p:cNvSpPr>
            <a:spLocks noChangeShapeType="1"/>
          </p:cNvSpPr>
          <p:nvPr/>
        </p:nvSpPr>
        <p:spPr bwMode="auto">
          <a:xfrm>
            <a:off x="7250113" y="4108450"/>
            <a:ext cx="6350" cy="9525"/>
          </a:xfrm>
          <a:prstGeom prst="line">
            <a:avLst/>
          </a:prstGeom>
          <a:noFill/>
          <a:ln w="28575">
            <a:solidFill>
              <a:srgbClr val="FF0000"/>
            </a:solidFill>
            <a:round/>
            <a:headEnd/>
            <a:tailEnd/>
          </a:ln>
        </p:spPr>
        <p:txBody>
          <a:bodyPr/>
          <a:lstStyle/>
          <a:p>
            <a:endParaRPr lang="en-US"/>
          </a:p>
        </p:txBody>
      </p:sp>
      <p:sp>
        <p:nvSpPr>
          <p:cNvPr id="636080" name="Line 194"/>
          <p:cNvSpPr>
            <a:spLocks noChangeShapeType="1"/>
          </p:cNvSpPr>
          <p:nvPr/>
        </p:nvSpPr>
        <p:spPr bwMode="auto">
          <a:xfrm>
            <a:off x="7256463" y="4117975"/>
            <a:ext cx="3175" cy="4763"/>
          </a:xfrm>
          <a:prstGeom prst="line">
            <a:avLst/>
          </a:prstGeom>
          <a:noFill/>
          <a:ln w="28575">
            <a:solidFill>
              <a:srgbClr val="FF0000"/>
            </a:solidFill>
            <a:round/>
            <a:headEnd/>
            <a:tailEnd/>
          </a:ln>
        </p:spPr>
        <p:txBody>
          <a:bodyPr/>
          <a:lstStyle/>
          <a:p>
            <a:endParaRPr lang="en-US"/>
          </a:p>
        </p:txBody>
      </p:sp>
      <p:sp>
        <p:nvSpPr>
          <p:cNvPr id="636081" name="Line 195"/>
          <p:cNvSpPr>
            <a:spLocks noChangeShapeType="1"/>
          </p:cNvSpPr>
          <p:nvPr/>
        </p:nvSpPr>
        <p:spPr bwMode="auto">
          <a:xfrm>
            <a:off x="7269163" y="4135438"/>
            <a:ext cx="6350" cy="9525"/>
          </a:xfrm>
          <a:prstGeom prst="line">
            <a:avLst/>
          </a:prstGeom>
          <a:noFill/>
          <a:ln w="28575">
            <a:solidFill>
              <a:srgbClr val="FF0000"/>
            </a:solidFill>
            <a:round/>
            <a:headEnd/>
            <a:tailEnd/>
          </a:ln>
        </p:spPr>
        <p:txBody>
          <a:bodyPr/>
          <a:lstStyle/>
          <a:p>
            <a:endParaRPr lang="en-US"/>
          </a:p>
        </p:txBody>
      </p:sp>
      <p:sp>
        <p:nvSpPr>
          <p:cNvPr id="636082" name="Line 196"/>
          <p:cNvSpPr>
            <a:spLocks noChangeShapeType="1"/>
          </p:cNvSpPr>
          <p:nvPr/>
        </p:nvSpPr>
        <p:spPr bwMode="auto">
          <a:xfrm>
            <a:off x="7275513" y="4144963"/>
            <a:ext cx="3175" cy="4762"/>
          </a:xfrm>
          <a:prstGeom prst="line">
            <a:avLst/>
          </a:prstGeom>
          <a:noFill/>
          <a:ln w="28575">
            <a:solidFill>
              <a:srgbClr val="FF0000"/>
            </a:solidFill>
            <a:round/>
            <a:headEnd/>
            <a:tailEnd/>
          </a:ln>
        </p:spPr>
        <p:txBody>
          <a:bodyPr/>
          <a:lstStyle/>
          <a:p>
            <a:endParaRPr lang="en-US"/>
          </a:p>
        </p:txBody>
      </p:sp>
    </p:spTree>
    <p:extLst>
      <p:ext uri="{BB962C8B-B14F-4D97-AF65-F5344CB8AC3E}">
        <p14:creationId xmlns:p14="http://schemas.microsoft.com/office/powerpoint/2010/main" val="42918439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27188" y="2735263"/>
            <a:ext cx="215900"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35838" y="2733675"/>
            <a:ext cx="220662"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6931" name="Rectangle 5"/>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2" name="Rectangle 6"/>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3" name="Rectangle 7"/>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grpSp>
        <p:nvGrpSpPr>
          <p:cNvPr id="7" name="Group 394"/>
          <p:cNvGrpSpPr>
            <a:grpSpLocks/>
          </p:cNvGrpSpPr>
          <p:nvPr/>
        </p:nvGrpSpPr>
        <p:grpSpPr bwMode="auto">
          <a:xfrm>
            <a:off x="1847850" y="3746500"/>
            <a:ext cx="1828800" cy="742950"/>
            <a:chOff x="2073275" y="2591774"/>
            <a:chExt cx="1828999" cy="741977"/>
          </a:xfrm>
        </p:grpSpPr>
        <p:grpSp>
          <p:nvGrpSpPr>
            <p:cNvPr id="8" name="Group 203"/>
            <p:cNvGrpSpPr>
              <a:grpSpLocks/>
            </p:cNvGrpSpPr>
            <p:nvPr/>
          </p:nvGrpSpPr>
          <p:grpSpPr bwMode="auto">
            <a:xfrm>
              <a:off x="2073275" y="2600326"/>
              <a:ext cx="915988" cy="733425"/>
              <a:chOff x="2073275" y="2600326"/>
              <a:chExt cx="915988" cy="733425"/>
            </a:xfrm>
          </p:grpSpPr>
          <p:sp>
            <p:nvSpPr>
              <p:cNvPr id="6944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944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944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944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944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944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944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944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944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944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944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944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944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944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944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944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944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944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944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944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944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944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944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944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944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944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944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944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944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944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944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944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944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944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944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944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944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944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944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944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944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944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944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944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944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4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4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4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4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4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4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4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4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4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4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4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4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4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4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4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4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4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4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4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4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4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4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4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4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4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4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4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4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4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4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4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4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4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4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4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4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4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4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4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5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5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5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5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5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5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5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5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5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5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5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5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5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5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5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5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5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5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5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5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5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5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5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5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5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5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5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5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5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5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5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5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5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5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5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5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5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5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5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5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5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5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5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5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5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5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5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5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5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5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5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5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5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5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5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5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5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5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5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5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5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5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5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5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5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5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5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5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5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5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5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5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5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5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5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5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5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5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5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5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5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5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5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5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5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5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5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5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5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5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5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5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5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5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5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5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5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5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5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5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6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6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6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6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6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9" name="Group 204"/>
            <p:cNvGrpSpPr>
              <a:grpSpLocks/>
            </p:cNvGrpSpPr>
            <p:nvPr/>
          </p:nvGrpSpPr>
          <p:grpSpPr bwMode="auto">
            <a:xfrm flipV="1">
              <a:off x="2986286" y="2591774"/>
              <a:ext cx="915988" cy="733425"/>
              <a:chOff x="2073275" y="2600326"/>
              <a:chExt cx="915988" cy="733425"/>
            </a:xfrm>
          </p:grpSpPr>
          <p:sp>
            <p:nvSpPr>
              <p:cNvPr id="63790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90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90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91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91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91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91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91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91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91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91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91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91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92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92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92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92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92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92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92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92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92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92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93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93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93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93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93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93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93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93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93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93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94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94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94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94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94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94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94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94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94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94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95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95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2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2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2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2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2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2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2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2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2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2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2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2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2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2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2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2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2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2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2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2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2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2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2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2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2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2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2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2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3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3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3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3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3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3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3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3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3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3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3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3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3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3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3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3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3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3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3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3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3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3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3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3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3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3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3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3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3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3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3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3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3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3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3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3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3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3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3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3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3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3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3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3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3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3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3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3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3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3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3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3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3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3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3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3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3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3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3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3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3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3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3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3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3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3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3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3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3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3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3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3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3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3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3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3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3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3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3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3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3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3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3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3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3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3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3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3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3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3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3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3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3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3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3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3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3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3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3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3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4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4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4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4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4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4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4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4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4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4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4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4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4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4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4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4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0" name="Group 395"/>
          <p:cNvGrpSpPr>
            <a:grpSpLocks/>
          </p:cNvGrpSpPr>
          <p:nvPr/>
        </p:nvGrpSpPr>
        <p:grpSpPr bwMode="auto">
          <a:xfrm>
            <a:off x="3676650" y="3741738"/>
            <a:ext cx="1828800" cy="742950"/>
            <a:chOff x="2073275" y="2591774"/>
            <a:chExt cx="1828999" cy="741977"/>
          </a:xfrm>
        </p:grpSpPr>
        <p:grpSp>
          <p:nvGrpSpPr>
            <p:cNvPr id="11" name="Group 203"/>
            <p:cNvGrpSpPr>
              <a:grpSpLocks/>
            </p:cNvGrpSpPr>
            <p:nvPr/>
          </p:nvGrpSpPr>
          <p:grpSpPr bwMode="auto">
            <a:xfrm>
              <a:off x="2073275" y="2600326"/>
              <a:ext cx="915988" cy="733425"/>
              <a:chOff x="2073275" y="2600326"/>
              <a:chExt cx="915988" cy="733425"/>
            </a:xfrm>
          </p:grpSpPr>
          <p:sp>
            <p:nvSpPr>
              <p:cNvPr id="6377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7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7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7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7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7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7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7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7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7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7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7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7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7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7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7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7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7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7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7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7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7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7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7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7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7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7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7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7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7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7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7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7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7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7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7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7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7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7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7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7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7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7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7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7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7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7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7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7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7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7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7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7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7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7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7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7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7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7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7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7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7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7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7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7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7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7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7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7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7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7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7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7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7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7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7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7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7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7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7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7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7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7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7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8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8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8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8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8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8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8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8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8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8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8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8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8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8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8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8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8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8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8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8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8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8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8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8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8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8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8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8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8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8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8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8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8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8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8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8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8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8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8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8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8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8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8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8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8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8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8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8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8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8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8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8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8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8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8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8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8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8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8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8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8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8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8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8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8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8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8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8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8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8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8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8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8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8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8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8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8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8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8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8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8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8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8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8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8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8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8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8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8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8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8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8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8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8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8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8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8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8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8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8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9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9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9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9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9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2" name="Group 204"/>
            <p:cNvGrpSpPr>
              <a:grpSpLocks/>
            </p:cNvGrpSpPr>
            <p:nvPr/>
          </p:nvGrpSpPr>
          <p:grpSpPr bwMode="auto">
            <a:xfrm flipV="1">
              <a:off x="2986286" y="2591774"/>
              <a:ext cx="915988" cy="733425"/>
              <a:chOff x="2073275" y="2600326"/>
              <a:chExt cx="915988" cy="733425"/>
            </a:xfrm>
          </p:grpSpPr>
          <p:sp>
            <p:nvSpPr>
              <p:cNvPr id="63752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52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52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53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53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53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53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53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53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53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53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53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53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54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54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54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54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54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54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54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54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54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54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55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55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55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55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55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55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55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55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55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55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56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56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56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56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56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56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56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56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56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56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57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57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5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5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5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5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5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5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5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5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5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5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5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5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5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5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5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5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5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5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5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5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5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5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5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5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5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5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5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5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6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6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6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6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6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6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6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6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6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6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6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6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6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6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6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6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6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6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6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6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6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6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6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6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6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6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6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6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6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6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6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6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6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6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6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6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6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6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6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6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6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6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6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6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6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6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6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6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6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6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6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6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6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6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6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6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6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6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6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6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6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6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6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6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6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6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6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6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6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6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6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6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6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6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6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6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6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6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6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6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6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6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6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6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6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6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6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6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6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6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6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6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6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6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6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6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6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6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6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6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7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7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7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7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7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7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7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7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7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7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7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7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7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7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7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7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3" name="Group 776"/>
          <p:cNvGrpSpPr>
            <a:grpSpLocks/>
          </p:cNvGrpSpPr>
          <p:nvPr/>
        </p:nvGrpSpPr>
        <p:grpSpPr bwMode="auto">
          <a:xfrm>
            <a:off x="5505450" y="3732213"/>
            <a:ext cx="1828800" cy="742950"/>
            <a:chOff x="2073275" y="2591774"/>
            <a:chExt cx="1828999" cy="741977"/>
          </a:xfrm>
        </p:grpSpPr>
        <p:grpSp>
          <p:nvGrpSpPr>
            <p:cNvPr id="14" name="Group 203"/>
            <p:cNvGrpSpPr>
              <a:grpSpLocks/>
            </p:cNvGrpSpPr>
            <p:nvPr/>
          </p:nvGrpSpPr>
          <p:grpSpPr bwMode="auto">
            <a:xfrm>
              <a:off x="2073275" y="2600326"/>
              <a:ext cx="915988" cy="733425"/>
              <a:chOff x="2073275" y="2600326"/>
              <a:chExt cx="915988" cy="733425"/>
            </a:xfrm>
          </p:grpSpPr>
          <p:sp>
            <p:nvSpPr>
              <p:cNvPr id="63733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33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33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33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34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34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34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34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34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34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34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34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34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34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35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35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35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35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35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35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35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35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35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35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36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36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36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36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36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36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36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36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36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36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37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37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37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37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37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37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37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37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37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37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38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38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38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38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38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38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38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38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38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38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39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39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39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39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39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39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39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39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39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39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40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40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40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40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40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40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40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40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40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40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41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41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41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41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41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41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41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41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41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41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42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42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42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42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42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42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42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42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42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42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43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43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43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43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43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43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43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43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43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43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44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44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44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44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44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44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44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44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44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44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45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45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45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45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45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45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45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45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45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45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46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46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46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46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46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46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46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46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46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46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47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47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47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47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47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47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47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47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47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47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48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48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48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48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48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48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48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48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48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48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49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49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49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49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49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49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49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49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49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49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50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50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50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50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50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50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50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50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50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50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51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51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51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51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51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51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51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51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51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51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52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52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52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52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52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5" name="Group 204"/>
            <p:cNvGrpSpPr>
              <a:grpSpLocks/>
            </p:cNvGrpSpPr>
            <p:nvPr/>
          </p:nvGrpSpPr>
          <p:grpSpPr bwMode="auto">
            <a:xfrm flipV="1">
              <a:off x="2986286" y="2591774"/>
              <a:ext cx="915988" cy="733425"/>
              <a:chOff x="2073275" y="2600326"/>
              <a:chExt cx="915988" cy="733425"/>
            </a:xfrm>
          </p:grpSpPr>
          <p:sp>
            <p:nvSpPr>
              <p:cNvPr id="63714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14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14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15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15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15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15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15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15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15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15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15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15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16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16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16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16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16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16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16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16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16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16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17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17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17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17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17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17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17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17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17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17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18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18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18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18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18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18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18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18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18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18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19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19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19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19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19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19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19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19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19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19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20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20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20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20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20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20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20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20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20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20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21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21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21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21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21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21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21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21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21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21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22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22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22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22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22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22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22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22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22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22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23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23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23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23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23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23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23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23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23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23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24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24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24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24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24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24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24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24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24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24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25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25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25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25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25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25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25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25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25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25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26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26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26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26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26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26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26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26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26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26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27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27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27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27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27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27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27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27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27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27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28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28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28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28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28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28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28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28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28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28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29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29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29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29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29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29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29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29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29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29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30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30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30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30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30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30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30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30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30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30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31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31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31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31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31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31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31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31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31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31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32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32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32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32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32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32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32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32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32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32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33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33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33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33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33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33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6" name="Group 1733"/>
          <p:cNvGrpSpPr>
            <a:grpSpLocks/>
          </p:cNvGrpSpPr>
          <p:nvPr/>
        </p:nvGrpSpPr>
        <p:grpSpPr bwMode="auto">
          <a:xfrm>
            <a:off x="7331075" y="4006850"/>
            <a:ext cx="1828800" cy="279400"/>
            <a:chOff x="3441733" y="5039131"/>
            <a:chExt cx="1828999" cy="741977"/>
          </a:xfrm>
        </p:grpSpPr>
        <p:sp>
          <p:nvSpPr>
            <p:cNvPr id="636946"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947"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948"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949"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950"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951"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952"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953"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954"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955"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956"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957"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958"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959"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960"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961"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962"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963"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964"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965"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966"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967"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968"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969"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970"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971"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972"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973"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974"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975"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976"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977"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978"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979"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980"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981"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982"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983"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984"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985"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986"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987"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988"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989"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990"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991"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992"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993"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994"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995"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996"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997"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998"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999"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7000"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7001"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7002"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7003"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7004"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7005"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7006"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7007"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7008"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7009"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7010"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7011"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7012"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7013"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7014"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7015"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7016"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7017"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7018"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7019"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7020"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7021"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7022"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7023"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7024"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7025"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7026"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7027"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7028"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7029"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7030"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7031"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7032"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7033"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7034"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7035"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7036"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7037"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7038"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7039"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7040"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7041"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7042"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7043"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7044"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7045"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7046"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7047"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7048"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7049"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7050"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7051"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7052"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7053"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7054"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7055"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7056"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7057"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7058"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7059"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7060"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7061"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7062"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7063"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7064"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7065"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7066"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7067"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7068"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7069"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7070"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7071"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7072"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7073"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7074"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7075"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7076"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7077"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7078"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7079"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7080"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7081"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7082"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7083"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7084"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7085"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7086"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7087"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7088"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7089"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7090"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7091"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7092"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7093"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7094"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7095"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7096"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7097"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7098"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7099"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7100"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7101"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7102"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7103"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7104"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7105"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7106"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7107"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7108"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7109"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7110"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7111"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7112"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7113"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7114"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7115"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7116"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7117"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7118"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7119"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7120"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7121"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7122"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7123"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7124"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7125"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7126"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7127"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7128"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7129"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7130"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7131"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7132"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7133"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7134"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7135"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7136"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7137"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7138"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7139"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7140"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7141"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7142"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7143"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7144"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1736" name="Rectangle 1735"/>
          <p:cNvSpPr/>
          <p:nvPr/>
        </p:nvSpPr>
        <p:spPr>
          <a:xfrm>
            <a:off x="2603500" y="3433763"/>
            <a:ext cx="3937000"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738" name="Straight Arrow Connector 1737"/>
          <p:cNvCxnSpPr>
            <a:stCxn id="636940" idx="2"/>
          </p:cNvCxnSpPr>
          <p:nvPr/>
        </p:nvCxnSpPr>
        <p:spPr>
          <a:xfrm rot="16200000" flipH="1">
            <a:off x="3090863" y="3052763"/>
            <a:ext cx="777875" cy="168275"/>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6940" name="TextBox 1738"/>
          <p:cNvSpPr txBox="1">
            <a:spLocks noChangeArrowheads="1"/>
          </p:cNvSpPr>
          <p:nvPr/>
        </p:nvSpPr>
        <p:spPr bwMode="auto">
          <a:xfrm>
            <a:off x="2727325" y="2286000"/>
            <a:ext cx="1336675" cy="461963"/>
          </a:xfrm>
          <a:prstGeom prst="rect">
            <a:avLst/>
          </a:prstGeom>
          <a:noFill/>
          <a:ln w="9525">
            <a:noFill/>
            <a:miter lim="800000"/>
            <a:headEnd/>
            <a:tailEnd/>
          </a:ln>
        </p:spPr>
        <p:txBody>
          <a:bodyPr wrap="none">
            <a:spAutoFit/>
          </a:bodyPr>
          <a:lstStyle/>
          <a:p>
            <a:r>
              <a:rPr lang="en-US" sz="2400" i="1"/>
              <a:t>Amplifier</a:t>
            </a:r>
          </a:p>
        </p:txBody>
      </p:sp>
      <p:sp>
        <p:nvSpPr>
          <p:cNvPr id="636941" name="TextBox 1740"/>
          <p:cNvSpPr txBox="1">
            <a:spLocks noChangeArrowheads="1"/>
          </p:cNvSpPr>
          <p:nvPr/>
        </p:nvSpPr>
        <p:spPr bwMode="auto">
          <a:xfrm>
            <a:off x="4197350"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74838" y="5556250"/>
            <a:ext cx="2293937"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76863" y="5554663"/>
            <a:ext cx="1890712"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6944" name="TextBox 1745"/>
          <p:cNvSpPr txBox="1">
            <a:spLocks noChangeArrowheads="1"/>
          </p:cNvSpPr>
          <p:nvPr/>
        </p:nvSpPr>
        <p:spPr bwMode="auto">
          <a:xfrm>
            <a:off x="4568825" y="2128838"/>
            <a:ext cx="3225800" cy="831850"/>
          </a:xfrm>
          <a:prstGeom prst="rect">
            <a:avLst/>
          </a:prstGeom>
          <a:noFill/>
          <a:ln w="9525">
            <a:noFill/>
            <a:miter lim="800000"/>
            <a:headEnd/>
            <a:tailEnd/>
          </a:ln>
        </p:spPr>
        <p:txBody>
          <a:bodyPr>
            <a:spAutoFit/>
          </a:bodyPr>
          <a:lstStyle/>
          <a:p>
            <a:r>
              <a:rPr lang="en-US" sz="2400" i="1"/>
              <a:t>Partial mirror that lets some light out</a:t>
            </a:r>
          </a:p>
        </p:txBody>
      </p:sp>
      <p:sp>
        <p:nvSpPr>
          <p:cNvPr id="1749" name="Freeform 1748"/>
          <p:cNvSpPr/>
          <p:nvPr/>
        </p:nvSpPr>
        <p:spPr>
          <a:xfrm>
            <a:off x="6554788" y="2890838"/>
            <a:ext cx="698500" cy="1162050"/>
          </a:xfrm>
          <a:custGeom>
            <a:avLst/>
            <a:gdLst>
              <a:gd name="connsiteX0" fmla="*/ 697424 w 697424"/>
              <a:gd name="connsiteY0" fmla="*/ 1162373 h 1162373"/>
              <a:gd name="connsiteX1" fmla="*/ 0 w 697424"/>
              <a:gd name="connsiteY1" fmla="*/ 0 h 1162373"/>
            </a:gdLst>
            <a:ahLst/>
            <a:cxnLst>
              <a:cxn ang="0">
                <a:pos x="connsiteX0" y="connsiteY0"/>
              </a:cxn>
              <a:cxn ang="0">
                <a:pos x="connsiteX1" y="connsiteY1"/>
              </a:cxn>
            </a:cxnLst>
            <a:rect l="l" t="t" r="r" b="b"/>
            <a:pathLst>
              <a:path w="697424" h="1162373">
                <a:moveTo>
                  <a:pt x="697424" y="1162373"/>
                </a:moveTo>
                <a:lnTo>
                  <a:pt x="0" y="0"/>
                </a:lnTo>
              </a:path>
            </a:pathLst>
          </a:custGeom>
          <a:ln>
            <a:solidFill>
              <a:srgbClr val="4D4D4D"/>
            </a:solidFill>
            <a:headEnd type="arrow" w="lg" len="lg"/>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37482396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46AA83-4F85-C3F2-D83E-915253348504}"/>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94F77FB4-5C1C-055F-C8B7-68D90EDFBAE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7813651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223.8.1</a:t>
            </a:r>
          </a:p>
        </p:txBody>
      </p:sp>
      <p:sp>
        <p:nvSpPr>
          <p:cNvPr id="191492" name="Rectangle 3"/>
          <p:cNvSpPr>
            <a:spLocks noGrp="1" noChangeArrowheads="1"/>
          </p:cNvSpPr>
          <p:nvPr>
            <p:ph idx="1"/>
          </p:nvPr>
        </p:nvSpPr>
        <p:spPr>
          <a:xfrm>
            <a:off x="457200" y="1600200"/>
            <a:ext cx="4049713" cy="4525963"/>
          </a:xfrm>
        </p:spPr>
        <p:txBody>
          <a:bodyPr/>
          <a:lstStyle/>
          <a:p>
            <a:pPr marL="609600" indent="-609600" eaLnBrk="1" hangingPunct="1">
              <a:buFontTx/>
              <a:buNone/>
            </a:pPr>
            <a:r>
              <a:rPr lang="en-US" dirty="0"/>
              <a:t>In the figure, will rays 1 and 2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40</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730999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a:t>
            </a:r>
          </a:p>
        </p:txBody>
      </p:sp>
      <p:sp>
        <p:nvSpPr>
          <p:cNvPr id="191492" name="Rectangle 3"/>
          <p:cNvSpPr>
            <a:spLocks noGrp="1" noChangeArrowheads="1"/>
          </p:cNvSpPr>
          <p:nvPr>
            <p:ph idx="1"/>
          </p:nvPr>
        </p:nvSpPr>
        <p:spPr>
          <a:xfrm>
            <a:off x="457200" y="1600200"/>
            <a:ext cx="4049713" cy="4525963"/>
          </a:xfrm>
        </p:spPr>
        <p:txBody>
          <a:bodyPr>
            <a:normAutofit fontScale="92500" lnSpcReduction="20000"/>
          </a:bodyPr>
          <a:lstStyle/>
          <a:p>
            <a:pPr marL="609600" indent="-609600" eaLnBrk="1" hangingPunct="1">
              <a:buFontTx/>
              <a:buNone/>
            </a:pPr>
            <a:r>
              <a:rPr lang="en-US" dirty="0"/>
              <a:t>The thickness of the film is 2 wavelengths. The film has a refractive index that is bigger than 1. Will rays 1 and 2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41</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199968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223.8.2.5</a:t>
            </a:r>
          </a:p>
        </p:txBody>
      </p:sp>
      <p:sp>
        <p:nvSpPr>
          <p:cNvPr id="191492" name="Rectangle 3"/>
          <p:cNvSpPr>
            <a:spLocks noGrp="1" noChangeArrowheads="1"/>
          </p:cNvSpPr>
          <p:nvPr>
            <p:ph idx="1"/>
          </p:nvPr>
        </p:nvSpPr>
        <p:spPr>
          <a:xfrm>
            <a:off x="457200" y="1600200"/>
            <a:ext cx="4049713" cy="4525963"/>
          </a:xfrm>
        </p:spPr>
        <p:txBody>
          <a:bodyPr>
            <a:normAutofit fontScale="92500" lnSpcReduction="20000"/>
          </a:bodyPr>
          <a:lstStyle/>
          <a:p>
            <a:pPr marL="609600" indent="-609600">
              <a:buNone/>
            </a:pPr>
            <a:r>
              <a:rPr lang="en-US" dirty="0"/>
              <a:t>The thickness of the film is 2 wavelengths. The film has a refractive index that is bigger than 1. Will rays 3 and 4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42</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7640371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8CAC1E-FE32-42D2-B3AE-9E6DF81A4A30}"/>
              </a:ext>
            </a:extLst>
          </p:cNvPr>
          <p:cNvPicPr>
            <a:picLocks noChangeAspect="1"/>
          </p:cNvPicPr>
          <p:nvPr/>
        </p:nvPicPr>
        <p:blipFill>
          <a:blip r:embed="rId2"/>
          <a:stretch>
            <a:fillRect/>
          </a:stretch>
        </p:blipFill>
        <p:spPr>
          <a:xfrm>
            <a:off x="1076325" y="2033587"/>
            <a:ext cx="6991350" cy="2790825"/>
          </a:xfrm>
          <a:prstGeom prst="rect">
            <a:avLst/>
          </a:prstGeom>
        </p:spPr>
      </p:pic>
    </p:spTree>
    <p:extLst>
      <p:ext uri="{BB962C8B-B14F-4D97-AF65-F5344CB8AC3E}">
        <p14:creationId xmlns:p14="http://schemas.microsoft.com/office/powerpoint/2010/main" val="9720478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8AAA5E-B10E-42D0-B9DD-0805755BDD01}"/>
              </a:ext>
            </a:extLst>
          </p:cNvPr>
          <p:cNvPicPr>
            <a:picLocks noChangeAspect="1"/>
          </p:cNvPicPr>
          <p:nvPr/>
        </p:nvPicPr>
        <p:blipFill>
          <a:blip r:embed="rId2"/>
          <a:stretch>
            <a:fillRect/>
          </a:stretch>
        </p:blipFill>
        <p:spPr>
          <a:xfrm>
            <a:off x="1076325" y="2033587"/>
            <a:ext cx="6991350" cy="2790825"/>
          </a:xfrm>
          <a:prstGeom prst="rect">
            <a:avLst/>
          </a:prstGeom>
        </p:spPr>
      </p:pic>
    </p:spTree>
    <p:extLst>
      <p:ext uri="{BB962C8B-B14F-4D97-AF65-F5344CB8AC3E}">
        <p14:creationId xmlns:p14="http://schemas.microsoft.com/office/powerpoint/2010/main" val="40521720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noChangeArrowheads="1"/>
          </p:cNvPicPr>
          <p:nvPr/>
        </p:nvPicPr>
        <p:blipFill>
          <a:blip r:embed="rId2" cstate="print"/>
          <a:srcRect/>
          <a:stretch>
            <a:fillRect/>
          </a:stretch>
        </p:blipFill>
        <p:spPr bwMode="auto">
          <a:xfrm>
            <a:off x="85725" y="947739"/>
            <a:ext cx="8658225" cy="4123341"/>
          </a:xfrm>
          <a:prstGeom prst="rect">
            <a:avLst/>
          </a:prstGeom>
          <a:noFill/>
          <a:ln w="9525">
            <a:noFill/>
            <a:miter lim="800000"/>
            <a:headEnd/>
            <a:tailEnd/>
          </a:ln>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410409" y="322414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808037" cy="85486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3400425"/>
            <a:ext cx="809625" cy="79533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954805" y="3067028"/>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97680" y="2066903"/>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cxnSp>
        <p:nvCxnSpPr>
          <p:cNvPr id="58" name="Straight Arrow Connector 57"/>
          <p:cNvCxnSpPr/>
          <p:nvPr/>
        </p:nvCxnSpPr>
        <p:spPr>
          <a:xfrm flipV="1">
            <a:off x="846446" y="3234519"/>
            <a:ext cx="518330" cy="103652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158522" y="3648576"/>
            <a:ext cx="3606800" cy="1384300"/>
          </a:xfrm>
          <a:prstGeom prst="rect">
            <a:avLst/>
          </a:prstGeom>
          <a:noFill/>
          <a:ln w="9525">
            <a:noFill/>
            <a:miter lim="800000"/>
            <a:headEnd/>
            <a:tailEnd/>
          </a:ln>
        </p:spPr>
        <p:txBody>
          <a:bodyPr>
            <a:spAutoFit/>
          </a:bodyPr>
          <a:lstStyle/>
          <a:p>
            <a:r>
              <a:rPr lang="en-US" sz="2800" dirty="0"/>
              <a:t>Full wavelength farther from the green wave center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725477" y="1630175"/>
            <a:ext cx="2242922"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Spots</a:t>
            </a:r>
          </a:p>
        </p:txBody>
      </p:sp>
      <p:sp>
        <p:nvSpPr>
          <p:cNvPr id="24" name="Oval 23"/>
          <p:cNvSpPr/>
          <p:nvPr/>
        </p:nvSpPr>
        <p:spPr>
          <a:xfrm>
            <a:off x="2349688" y="82014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010769" y="13819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8" name="Oval 37"/>
          <p:cNvSpPr/>
          <p:nvPr/>
        </p:nvSpPr>
        <p:spPr>
          <a:xfrm>
            <a:off x="2777318" y="2241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Oval 38"/>
          <p:cNvSpPr/>
          <p:nvPr/>
        </p:nvSpPr>
        <p:spPr>
          <a:xfrm>
            <a:off x="2929718" y="3062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Oval 39"/>
          <p:cNvSpPr/>
          <p:nvPr/>
        </p:nvSpPr>
        <p:spPr>
          <a:xfrm>
            <a:off x="1453343" y="32436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2" name="Oval 41"/>
          <p:cNvSpPr/>
          <p:nvPr/>
        </p:nvSpPr>
        <p:spPr>
          <a:xfrm>
            <a:off x="4377518" y="2681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158193" y="31197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625043" y="29007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1705684" y="44623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7" name="Oval 46"/>
          <p:cNvSpPr/>
          <p:nvPr/>
        </p:nvSpPr>
        <p:spPr>
          <a:xfrm>
            <a:off x="2902138" y="525879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8" name="Oval 47"/>
          <p:cNvSpPr/>
          <p:nvPr/>
        </p:nvSpPr>
        <p:spPr>
          <a:xfrm>
            <a:off x="2363194" y="48490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9" name="Oval 48"/>
          <p:cNvSpPr/>
          <p:nvPr/>
        </p:nvSpPr>
        <p:spPr>
          <a:xfrm>
            <a:off x="3529793" y="56915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1092508" cy="35032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879678"/>
            <a:ext cx="1080448" cy="131608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56737" y="2230675"/>
            <a:ext cx="2116138" cy="646112"/>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a:t>
            </a:r>
          </a:p>
        </p:txBody>
      </p:sp>
      <p:cxnSp>
        <p:nvCxnSpPr>
          <p:cNvPr id="58" name="Straight Arrow Connector 57"/>
          <p:cNvCxnSpPr/>
          <p:nvPr/>
        </p:nvCxnSpPr>
        <p:spPr>
          <a:xfrm rot="5400000" flipH="1" flipV="1">
            <a:off x="1513906" y="3015302"/>
            <a:ext cx="438150" cy="38100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963738" y="3252788"/>
            <a:ext cx="3606800" cy="1384300"/>
          </a:xfrm>
          <a:prstGeom prst="rect">
            <a:avLst/>
          </a:prstGeom>
          <a:noFill/>
          <a:ln w="9525">
            <a:noFill/>
            <a:miter lim="800000"/>
            <a:headEnd/>
            <a:tailEnd/>
          </a:ln>
        </p:spPr>
        <p:txBody>
          <a:bodyPr>
            <a:spAutoFit/>
          </a:bodyPr>
          <a:lstStyle/>
          <a:p>
            <a:r>
              <a:rPr lang="en-US" sz="2800" dirty="0"/>
              <a:t>Half a wavelength farther from the green wave center</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44" name="TextBox 43"/>
          <p:cNvSpPr txBox="1"/>
          <p:nvPr/>
        </p:nvSpPr>
        <p:spPr>
          <a:xfrm>
            <a:off x="3312331" y="2640107"/>
            <a:ext cx="2297424"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Spots</a:t>
            </a:r>
          </a:p>
        </p:txBody>
      </p:sp>
      <p:sp>
        <p:nvSpPr>
          <p:cNvPr id="24" name="Oval 23"/>
          <p:cNvSpPr/>
          <p:nvPr/>
        </p:nvSpPr>
        <p:spPr>
          <a:xfrm>
            <a:off x="2318841" y="236234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948913" y="1968833"/>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9" name="Oval 28"/>
          <p:cNvSpPr/>
          <p:nvPr/>
        </p:nvSpPr>
        <p:spPr>
          <a:xfrm>
            <a:off x="3592633" y="1698152"/>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7" name="Oval 36"/>
          <p:cNvSpPr/>
          <p:nvPr/>
        </p:nvSpPr>
        <p:spPr>
          <a:xfrm>
            <a:off x="1713221" y="3739489"/>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471241" y="394349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187038" y="4092908"/>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3916483" y="4222277"/>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753" name="Title 1"/>
          <p:cNvSpPr>
            <a:spLocks noGrp="1"/>
          </p:cNvSpPr>
          <p:nvPr>
            <p:ph type="title"/>
          </p:nvPr>
        </p:nvSpPr>
        <p:spPr/>
        <p:txBody>
          <a:bodyPr/>
          <a:lstStyle/>
          <a:p>
            <a:r>
              <a:rPr lang="en-US" dirty="0"/>
              <a:t>Question 223.8.3</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4.5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3425192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7777" name="Title 1"/>
          <p:cNvSpPr>
            <a:spLocks noGrp="1"/>
          </p:cNvSpPr>
          <p:nvPr>
            <p:ph type="title"/>
          </p:nvPr>
        </p:nvSpPr>
        <p:spPr/>
        <p:txBody>
          <a:bodyPr/>
          <a:lstStyle/>
          <a:p>
            <a:r>
              <a:rPr lang="en-US" dirty="0"/>
              <a:t>Question 223.8.4</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6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199010572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6"/>
          <p:cNvGrpSpPr>
            <a:grpSpLocks/>
          </p:cNvGrpSpPr>
          <p:nvPr/>
        </p:nvGrpSpPr>
        <p:grpSpPr bwMode="auto">
          <a:xfrm>
            <a:off x="1343025" y="12525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1319213" y="4924425"/>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8" name="Straight Connector 37"/>
          <p:cNvCxnSpPr/>
          <p:nvPr/>
        </p:nvCxnSpPr>
        <p:spPr>
          <a:xfrm flipH="1">
            <a:off x="742950" y="3400425"/>
            <a:ext cx="4772025" cy="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flipV="1">
            <a:off x="1171575" y="1548594"/>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1152525" y="3386919"/>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857250" y="2200275"/>
            <a:ext cx="654346" cy="523220"/>
          </a:xfrm>
          <a:prstGeom prst="rect">
            <a:avLst/>
          </a:prstGeom>
          <a:solidFill>
            <a:schemeClr val="bg1"/>
          </a:solidFill>
        </p:spPr>
        <p:txBody>
          <a:bodyPr wrap="none" rtlCol="0">
            <a:spAutoFit/>
          </a:bodyPr>
          <a:lstStyle/>
          <a:p>
            <a:r>
              <a:rPr lang="en-US" sz="2800" dirty="0"/>
              <a:t>2m</a:t>
            </a:r>
          </a:p>
        </p:txBody>
      </p:sp>
      <p:sp>
        <p:nvSpPr>
          <p:cNvPr id="56" name="TextBox 55"/>
          <p:cNvSpPr txBox="1"/>
          <p:nvPr/>
        </p:nvSpPr>
        <p:spPr>
          <a:xfrm>
            <a:off x="838200" y="4010025"/>
            <a:ext cx="654346" cy="523220"/>
          </a:xfrm>
          <a:prstGeom prst="rect">
            <a:avLst/>
          </a:prstGeom>
          <a:solidFill>
            <a:schemeClr val="bg1"/>
          </a:solidFill>
        </p:spPr>
        <p:txBody>
          <a:bodyPr wrap="none" rtlCol="0">
            <a:spAutoFit/>
          </a:bodyPr>
          <a:lstStyle/>
          <a:p>
            <a:r>
              <a:rPr lang="en-US" sz="2800" dirty="0"/>
              <a:t>2m</a:t>
            </a:r>
          </a:p>
        </p:txBody>
      </p:sp>
      <p:sp>
        <p:nvSpPr>
          <p:cNvPr id="64" name="Oval 63"/>
          <p:cNvSpPr/>
          <p:nvPr/>
        </p:nvSpPr>
        <p:spPr>
          <a:xfrm>
            <a:off x="4421308" y="1440977"/>
            <a:ext cx="236417" cy="273523"/>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68" name="Straight Connector 67"/>
          <p:cNvCxnSpPr>
            <a:stCxn id="32" idx="2"/>
            <a:endCxn id="64" idx="2"/>
          </p:cNvCxnSpPr>
          <p:nvPr/>
        </p:nvCxnSpPr>
        <p:spPr>
          <a:xfrm>
            <a:off x="1906588" y="1574006"/>
            <a:ext cx="2514720" cy="3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a:stCxn id="34" idx="2"/>
            <a:endCxn id="64" idx="7"/>
          </p:cNvCxnSpPr>
          <p:nvPr/>
        </p:nvCxnSpPr>
        <p:spPr>
          <a:xfrm flipV="1">
            <a:off x="1876425" y="1481033"/>
            <a:ext cx="2746678" cy="3772004"/>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1771651" y="914400"/>
            <a:ext cx="2800349"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95600" y="609600"/>
            <a:ext cx="654346" cy="523220"/>
          </a:xfrm>
          <a:prstGeom prst="rect">
            <a:avLst/>
          </a:prstGeom>
          <a:solidFill>
            <a:schemeClr val="bg1"/>
          </a:solidFill>
        </p:spPr>
        <p:txBody>
          <a:bodyPr wrap="none" rtlCol="0">
            <a:spAutoFit/>
          </a:bodyPr>
          <a:lstStyle/>
          <a:p>
            <a:r>
              <a:rPr lang="en-US" sz="2800" dirty="0"/>
              <a:t>3m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5"/>
          <p:cNvPicPr>
            <a:picLocks noChangeAspect="1" noChangeArrowheads="1"/>
          </p:cNvPicPr>
          <p:nvPr/>
        </p:nvPicPr>
        <p:blipFill>
          <a:blip r:embed="rId2" cstate="print"/>
          <a:srcRect/>
          <a:stretch>
            <a:fillRect/>
          </a:stretch>
        </p:blipFill>
        <p:spPr bwMode="auto">
          <a:xfrm>
            <a:off x="2139950" y="1249045"/>
            <a:ext cx="5114290" cy="2379701"/>
          </a:xfrm>
          <a:prstGeom prst="rect">
            <a:avLst/>
          </a:prstGeom>
          <a:noFill/>
          <a:ln w="9525">
            <a:noFill/>
            <a:miter lim="800000"/>
            <a:headEnd/>
            <a:tailEnd/>
          </a:ln>
          <a:effectLst/>
        </p:spPr>
      </p:pic>
      <p:sp>
        <p:nvSpPr>
          <p:cNvPr id="1029" name="Rectangle 2"/>
          <p:cNvSpPr>
            <a:spLocks noGrp="1" noChangeArrowheads="1"/>
          </p:cNvSpPr>
          <p:nvPr>
            <p:ph type="title"/>
          </p:nvPr>
        </p:nvSpPr>
        <p:spPr/>
        <p:txBody>
          <a:bodyPr/>
          <a:lstStyle/>
          <a:p>
            <a:pPr eaLnBrk="1" hangingPunct="1"/>
            <a:r>
              <a:rPr lang="en-US"/>
              <a:t>Example of Beats</a:t>
            </a:r>
          </a:p>
        </p:txBody>
      </p:sp>
      <p:sp>
        <p:nvSpPr>
          <p:cNvPr id="1031" name="Rectangle 5"/>
          <p:cNvSpPr>
            <a:spLocks noChangeArrowheads="1"/>
          </p:cNvSpPr>
          <p:nvPr/>
        </p:nvSpPr>
        <p:spPr bwMode="auto">
          <a:xfrm>
            <a:off x="0" y="220027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026" name="Object 8"/>
          <p:cNvGraphicFramePr>
            <a:graphicFrameLocks noChangeAspect="1"/>
          </p:cNvGraphicFramePr>
          <p:nvPr/>
        </p:nvGraphicFramePr>
        <p:xfrm>
          <a:off x="2178050" y="3019425"/>
          <a:ext cx="1276350" cy="361950"/>
        </p:xfrm>
        <a:graphic>
          <a:graphicData uri="http://schemas.openxmlformats.org/presentationml/2006/ole">
            <mc:AlternateContent xmlns:mc="http://schemas.openxmlformats.org/markup-compatibility/2006">
              <mc:Choice xmlns:v="urn:schemas-microsoft-com:vml" Requires="v">
                <p:oleObj name="Equation" r:id="rId3" imgW="1392480" imgH="399600" progId="Equation.3">
                  <p:embed/>
                </p:oleObj>
              </mc:Choice>
              <mc:Fallback>
                <p:oleObj name="Equation" r:id="rId3" imgW="1392480" imgH="399600" progId="Equation.3">
                  <p:embed/>
                  <p:pic>
                    <p:nvPicPr>
                      <p:cNvPr id="1026"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78050" y="3019425"/>
                        <a:ext cx="1276350" cy="3619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7" name="Object 7"/>
          <p:cNvGraphicFramePr>
            <a:graphicFrameLocks noChangeAspect="1"/>
          </p:cNvGraphicFramePr>
          <p:nvPr/>
        </p:nvGraphicFramePr>
        <p:xfrm>
          <a:off x="5748338" y="3017838"/>
          <a:ext cx="1276350" cy="361950"/>
        </p:xfrm>
        <a:graphic>
          <a:graphicData uri="http://schemas.openxmlformats.org/presentationml/2006/ole">
            <mc:AlternateContent xmlns:mc="http://schemas.openxmlformats.org/markup-compatibility/2006">
              <mc:Choice xmlns:v="urn:schemas-microsoft-com:vml" Requires="v">
                <p:oleObj name="Equation" r:id="rId5" imgW="1392480" imgH="399600" progId="Equation.3">
                  <p:embed/>
                </p:oleObj>
              </mc:Choice>
              <mc:Fallback>
                <p:oleObj name="Equation" r:id="rId5" imgW="1392480" imgH="399600" progId="Equation.3">
                  <p:embed/>
                  <p:pic>
                    <p:nvPicPr>
                      <p:cNvPr id="1027"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48338" y="3017838"/>
                        <a:ext cx="1276350" cy="3619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34" name="Rectangle 9"/>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sp>
        <p:nvSpPr>
          <p:cNvPr id="1035" name="Rectangle 10"/>
          <p:cNvSpPr>
            <a:spLocks noChangeArrowheads="1"/>
          </p:cNvSpPr>
          <p:nvPr/>
        </p:nvSpPr>
        <p:spPr bwMode="auto">
          <a:xfrm>
            <a:off x="0" y="361950"/>
            <a:ext cx="9144000" cy="0"/>
          </a:xfrm>
          <a:prstGeom prst="rect">
            <a:avLst/>
          </a:prstGeom>
          <a:noFill/>
          <a:ln w="9525" algn="ctr">
            <a:noFill/>
            <a:miter lim="800000"/>
            <a:headEnd/>
            <a:tailEnd/>
          </a:ln>
        </p:spPr>
        <p:txBody>
          <a:bodyPr wrap="none" anchor="ctr">
            <a:spAutoFit/>
          </a:bodyPr>
          <a:lstStyle/>
          <a:p>
            <a:pPr algn="l"/>
            <a:endParaRPr lang="en-US"/>
          </a:p>
        </p:txBody>
      </p:sp>
      <p:sp>
        <p:nvSpPr>
          <p:cNvPr id="1036" name="Rectangle 12"/>
          <p:cNvSpPr>
            <a:spLocks noChangeArrowheads="1"/>
          </p:cNvSpPr>
          <p:nvPr/>
        </p:nvSpPr>
        <p:spPr bwMode="auto">
          <a:xfrm>
            <a:off x="0" y="277177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028" name="Object 11"/>
          <p:cNvGraphicFramePr>
            <a:graphicFrameLocks noChangeAspect="1"/>
          </p:cNvGraphicFramePr>
          <p:nvPr/>
        </p:nvGraphicFramePr>
        <p:xfrm>
          <a:off x="5087938" y="5637213"/>
          <a:ext cx="2633662" cy="458787"/>
        </p:xfrm>
        <a:graphic>
          <a:graphicData uri="http://schemas.openxmlformats.org/presentationml/2006/ole">
            <mc:AlternateContent xmlns:mc="http://schemas.openxmlformats.org/markup-compatibility/2006">
              <mc:Choice xmlns:v="urn:schemas-microsoft-com:vml" Requires="v">
                <p:oleObj name="Equation" r:id="rId7" imgW="2628720" imgH="457200" progId="Equation.3">
                  <p:embed/>
                </p:oleObj>
              </mc:Choice>
              <mc:Fallback>
                <p:oleObj name="Equation" r:id="rId7" imgW="2628720" imgH="457200" progId="Equation.3">
                  <p:embed/>
                  <p:pic>
                    <p:nvPicPr>
                      <p:cNvPr id="1028" name="Object 1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87938" y="5637213"/>
                        <a:ext cx="2633662" cy="4587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3" name="Picture 6"/>
          <p:cNvPicPr>
            <a:picLocks noChangeAspect="1" noChangeArrowheads="1"/>
          </p:cNvPicPr>
          <p:nvPr/>
        </p:nvPicPr>
        <p:blipFill>
          <a:blip r:embed="rId9" cstate="print"/>
          <a:srcRect/>
          <a:stretch>
            <a:fillRect/>
          </a:stretch>
        </p:blipFill>
        <p:spPr bwMode="auto">
          <a:xfrm>
            <a:off x="2270760" y="3529648"/>
            <a:ext cx="4922520" cy="2045432"/>
          </a:xfrm>
          <a:prstGeom prst="rect">
            <a:avLst/>
          </a:prstGeom>
          <a:noFill/>
          <a:ln w="9525">
            <a:noFill/>
            <a:miter lim="800000"/>
            <a:headEnd/>
            <a:tailEnd/>
          </a:ln>
          <a:effec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4" name="Picture 3"/>
          <p:cNvPicPr>
            <a:picLocks noChangeAspect="1" noChangeArrowheads="1"/>
          </p:cNvPicPr>
          <p:nvPr/>
        </p:nvPicPr>
        <p:blipFill>
          <a:blip r:embed="rId3" cstate="print"/>
          <a:srcRect/>
          <a:stretch>
            <a:fillRect/>
          </a:stretch>
        </p:blipFill>
        <p:spPr bwMode="auto">
          <a:xfrm>
            <a:off x="371475" y="1524000"/>
            <a:ext cx="8459788" cy="3948113"/>
          </a:xfrm>
          <a:prstGeom prst="rect">
            <a:avLst/>
          </a:prstGeom>
          <a:noFill/>
          <a:ln w="9525" algn="ctr">
            <a:noFill/>
            <a:miter lim="800000"/>
            <a:headEnd/>
            <a:tailEnd/>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41" name="Title 1"/>
          <p:cNvSpPr>
            <a:spLocks noGrp="1"/>
          </p:cNvSpPr>
          <p:nvPr>
            <p:ph type="title"/>
          </p:nvPr>
        </p:nvSpPr>
        <p:spPr/>
        <p:txBody>
          <a:bodyPr/>
          <a:lstStyle/>
          <a:p>
            <a:r>
              <a:rPr lang="en-US" dirty="0"/>
              <a:t>Question 223.9.1</a:t>
            </a:r>
          </a:p>
        </p:txBody>
      </p:sp>
      <p:sp>
        <p:nvSpPr>
          <p:cNvPr id="573442" name="Content Placeholder 2"/>
          <p:cNvSpPr>
            <a:spLocks noGrp="1"/>
          </p:cNvSpPr>
          <p:nvPr>
            <p:ph idx="1"/>
          </p:nvPr>
        </p:nvSpPr>
        <p:spPr/>
        <p:txBody>
          <a:bodyPr/>
          <a:lstStyle/>
          <a:p>
            <a:pPr>
              <a:buFontTx/>
              <a:buNone/>
            </a:pPr>
            <a:r>
              <a:rPr lang="en-US"/>
              <a:t>Two graphs are shown below. Each graph represents the result of adding two waves together. For which graph is the frequency difference greater between the two original waves?.</a:t>
            </a:r>
          </a:p>
        </p:txBody>
      </p:sp>
      <p:pic>
        <p:nvPicPr>
          <p:cNvPr id="573443" name="Picture 2"/>
          <p:cNvPicPr>
            <a:picLocks noChangeAspect="1" noChangeArrowheads="1"/>
          </p:cNvPicPr>
          <p:nvPr/>
        </p:nvPicPr>
        <p:blipFill>
          <a:blip r:embed="rId2" cstate="print"/>
          <a:srcRect/>
          <a:stretch>
            <a:fillRect/>
          </a:stretch>
        </p:blipFill>
        <p:spPr bwMode="auto">
          <a:xfrm>
            <a:off x="4713288" y="4618038"/>
            <a:ext cx="3433762" cy="1601787"/>
          </a:xfrm>
          <a:prstGeom prst="rect">
            <a:avLst/>
          </a:prstGeom>
          <a:noFill/>
          <a:ln w="9525">
            <a:noFill/>
            <a:miter lim="800000"/>
            <a:headEnd/>
            <a:tailEnd/>
          </a:ln>
        </p:spPr>
      </p:pic>
      <p:pic>
        <p:nvPicPr>
          <p:cNvPr id="573444" name="Picture 3"/>
          <p:cNvPicPr>
            <a:picLocks noChangeAspect="1" noChangeArrowheads="1"/>
          </p:cNvPicPr>
          <p:nvPr/>
        </p:nvPicPr>
        <p:blipFill>
          <a:blip r:embed="rId3" cstate="print"/>
          <a:srcRect/>
          <a:stretch>
            <a:fillRect/>
          </a:stretch>
        </p:blipFill>
        <p:spPr bwMode="auto">
          <a:xfrm>
            <a:off x="641350" y="4618038"/>
            <a:ext cx="3433763" cy="1601787"/>
          </a:xfrm>
          <a:prstGeom prst="rect">
            <a:avLst/>
          </a:prstGeom>
          <a:noFill/>
          <a:ln w="9525">
            <a:noFill/>
            <a:miter lim="800000"/>
            <a:headEnd/>
            <a:tailEnd/>
          </a:ln>
        </p:spPr>
      </p:pic>
      <p:sp>
        <p:nvSpPr>
          <p:cNvPr id="573445" name="TextBox 5"/>
          <p:cNvSpPr txBox="1">
            <a:spLocks noChangeArrowheads="1"/>
          </p:cNvSpPr>
          <p:nvPr/>
        </p:nvSpPr>
        <p:spPr bwMode="auto">
          <a:xfrm>
            <a:off x="2152650" y="3967163"/>
            <a:ext cx="458788" cy="584200"/>
          </a:xfrm>
          <a:prstGeom prst="rect">
            <a:avLst/>
          </a:prstGeom>
          <a:noFill/>
          <a:ln w="9525">
            <a:noFill/>
            <a:miter lim="800000"/>
            <a:headEnd/>
            <a:tailEnd/>
          </a:ln>
        </p:spPr>
        <p:txBody>
          <a:bodyPr wrap="none">
            <a:spAutoFit/>
          </a:bodyPr>
          <a:lstStyle/>
          <a:p>
            <a:r>
              <a:rPr lang="en-US" sz="3200">
                <a:solidFill>
                  <a:srgbClr val="FF0000"/>
                </a:solidFill>
              </a:rPr>
              <a:t>A</a:t>
            </a:r>
          </a:p>
        </p:txBody>
      </p:sp>
      <p:sp>
        <p:nvSpPr>
          <p:cNvPr id="573446" name="TextBox 6"/>
          <p:cNvSpPr txBox="1">
            <a:spLocks noChangeArrowheads="1"/>
          </p:cNvSpPr>
          <p:nvPr/>
        </p:nvSpPr>
        <p:spPr bwMode="auto">
          <a:xfrm>
            <a:off x="6243638" y="4002088"/>
            <a:ext cx="458787" cy="584200"/>
          </a:xfrm>
          <a:prstGeom prst="rect">
            <a:avLst/>
          </a:prstGeom>
          <a:noFill/>
          <a:ln w="9525">
            <a:noFill/>
            <a:miter lim="800000"/>
            <a:headEnd/>
            <a:tailEnd/>
          </a:ln>
        </p:spPr>
        <p:txBody>
          <a:bodyPr wrap="none">
            <a:spAutoFit/>
          </a:bodyPr>
          <a:lstStyle/>
          <a:p>
            <a:r>
              <a:rPr lang="en-US" sz="3200">
                <a:solidFill>
                  <a:srgbClr val="FF0000"/>
                </a:solidFill>
              </a:rPr>
              <a:t>B</a:t>
            </a:r>
          </a:p>
        </p:txBody>
      </p:sp>
    </p:spTree>
    <p:extLst>
      <p:ext uri="{BB962C8B-B14F-4D97-AF65-F5344CB8AC3E}">
        <p14:creationId xmlns:p14="http://schemas.microsoft.com/office/powerpoint/2010/main" val="42241294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223.9.2</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You are tuning a guitar by comparing the sound of the string with that of a standard tuning fork. </a:t>
            </a:r>
            <a:r>
              <a:rPr lang="en-US" sz="2800"/>
              <a:t>You notice a beat frequency of 5Hz. </a:t>
            </a:r>
            <a:r>
              <a:rPr lang="en-US" sz="2800" dirty="0"/>
              <a:t>You tighten the guitar string and the beat frequency rises to 8Hz. In order to tune the string exactly to the tuning fork, you should</a:t>
            </a:r>
          </a:p>
          <a:p>
            <a:pPr marL="533400" indent="-533400" eaLnBrk="1" hangingPunct="1">
              <a:buFontTx/>
              <a:buAutoNum type="arabicPeriod"/>
            </a:pPr>
            <a:r>
              <a:rPr lang="en-US" sz="2800" dirty="0"/>
              <a:t>Continue to tighten the string</a:t>
            </a:r>
          </a:p>
          <a:p>
            <a:pPr marL="533400" indent="-533400" eaLnBrk="1" hangingPunct="1">
              <a:buFontTx/>
              <a:buAutoNum type="arabicPeriod"/>
            </a:pPr>
            <a:r>
              <a:rPr lang="en-US" sz="2800" dirty="0"/>
              <a:t>Loosen the string</a:t>
            </a:r>
          </a:p>
          <a:p>
            <a:pPr marL="533400" indent="-533400" eaLnBrk="1" hangingPunct="1">
              <a:buFontTx/>
              <a:buAutoNum type="arabicPeriod"/>
            </a:pPr>
            <a:r>
              <a:rPr lang="en-US" sz="2800" dirty="0"/>
              <a:t>Impossible to determine</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57</a:t>
            </a:fld>
            <a:endParaRPr lang="en-US"/>
          </a:p>
        </p:txBody>
      </p:sp>
    </p:spTree>
    <p:extLst>
      <p:ext uri="{BB962C8B-B14F-4D97-AF65-F5344CB8AC3E}">
        <p14:creationId xmlns:p14="http://schemas.microsoft.com/office/powerpoint/2010/main" val="17630553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5"/>
          <p:cNvGrpSpPr>
            <a:grpSpLocks/>
          </p:cNvGrpSpPr>
          <p:nvPr/>
        </p:nvGrpSpPr>
        <p:grpSpPr bwMode="auto">
          <a:xfrm>
            <a:off x="881063" y="1069095"/>
            <a:ext cx="7402512" cy="4918075"/>
            <a:chOff x="881743" y="489852"/>
            <a:chExt cx="7402286" cy="5927282"/>
          </a:xfrm>
        </p:grpSpPr>
        <p:sp>
          <p:nvSpPr>
            <p:cNvPr id="3" name="Rectangle 2"/>
            <p:cNvSpPr/>
            <p:nvPr/>
          </p:nvSpPr>
          <p:spPr>
            <a:xfrm>
              <a:off x="881743" y="489852"/>
              <a:ext cx="1501729"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a:off x="919842" y="1312554"/>
              <a:ext cx="1501729"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a:off x="892855" y="2133344"/>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a:off x="897618" y="3118672"/>
              <a:ext cx="1503316"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a:off x="919842" y="4038951"/>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a:off x="908729" y="5007061"/>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9" name="Oval 8"/>
            <p:cNvSpPr/>
            <p:nvPr/>
          </p:nvSpPr>
          <p:spPr>
            <a:xfrm>
              <a:off x="4572567" y="2286405"/>
              <a:ext cx="1192177" cy="119196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782" y="2460916"/>
              <a:ext cx="843749"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782" y="2460916"/>
              <a:ext cx="843749"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784494"/>
              <a:ext cx="2784390" cy="150191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605284"/>
              <a:ext cx="2325616" cy="85522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427986"/>
              <a:ext cx="2177984" cy="453442"/>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2881428"/>
              <a:ext cx="2171634" cy="531887"/>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304259"/>
              <a:ext cx="2325616" cy="102742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478365"/>
              <a:ext cx="2757404" cy="1823338"/>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a:off x="5764744" y="2881428"/>
              <a:ext cx="1017556" cy="382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248139"/>
              <a:ext cx="1501729" cy="127423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a:off x="897618" y="5829764"/>
              <a:ext cx="1503316"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38" name="Elbow Connector 14"/>
            <p:cNvCxnSpPr>
              <a:stCxn id="37" idx="3"/>
            </p:cNvCxnSpPr>
            <p:nvPr/>
          </p:nvCxnSpPr>
          <p:spPr>
            <a:xfrm flipV="1">
              <a:off x="2400934" y="3478365"/>
              <a:ext cx="2766929" cy="264412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55370"/>
            <a:ext cx="7402512" cy="5175250"/>
            <a:chOff x="881743" y="702129"/>
            <a:chExt cx="7402286" cy="5927282"/>
          </a:xfrm>
        </p:grpSpPr>
        <p:sp>
          <p:nvSpPr>
            <p:cNvPr id="3" name="Rectangle 2"/>
            <p:cNvSpPr/>
            <p:nvPr/>
          </p:nvSpPr>
          <p:spPr>
            <a:xfrm>
              <a:off x="881743" y="702129"/>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a:off x="919842" y="1523948"/>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a:off x="892855" y="2345768"/>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vinegar</a:t>
              </a:r>
            </a:p>
          </p:txBody>
        </p:sp>
        <p:sp>
          <p:nvSpPr>
            <p:cNvPr id="6" name="Rectangle 5"/>
            <p:cNvSpPr/>
            <p:nvPr/>
          </p:nvSpPr>
          <p:spPr>
            <a:xfrm>
              <a:off x="897618" y="3331224"/>
              <a:ext cx="1503316"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cocoa</a:t>
              </a:r>
            </a:p>
          </p:txBody>
        </p:sp>
        <p:sp>
          <p:nvSpPr>
            <p:cNvPr id="7" name="Rectangle 6"/>
            <p:cNvSpPr/>
            <p:nvPr/>
          </p:nvSpPr>
          <p:spPr>
            <a:xfrm>
              <a:off x="919842" y="4251225"/>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Soda</a:t>
              </a:r>
            </a:p>
          </p:txBody>
        </p:sp>
        <p:sp>
          <p:nvSpPr>
            <p:cNvPr id="8" name="Rectangle 7"/>
            <p:cNvSpPr/>
            <p:nvPr/>
          </p:nvSpPr>
          <p:spPr>
            <a:xfrm>
              <a:off x="908729" y="5220318"/>
              <a:ext cx="1501729"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oil</a:t>
              </a:r>
            </a:p>
          </p:txBody>
        </p:sp>
        <p:sp>
          <p:nvSpPr>
            <p:cNvPr id="9" name="Oval 8"/>
            <p:cNvSpPr/>
            <p:nvPr/>
          </p:nvSpPr>
          <p:spPr>
            <a:xfrm>
              <a:off x="4572567" y="2498495"/>
              <a:ext cx="1192177" cy="1190912"/>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746" y="2672483"/>
              <a:ext cx="84182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746" y="2672483"/>
              <a:ext cx="84182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6675"/>
              <a:ext cx="2784390" cy="150182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494"/>
              <a:ext cx="2325616" cy="8545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314"/>
              <a:ext cx="2177984" cy="45454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860"/>
              <a:ext cx="2171634" cy="530910"/>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4861"/>
              <a:ext cx="2325616" cy="1029093"/>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89407"/>
              <a:ext cx="2757404" cy="182363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224"/>
              <a:ext cx="1017556" cy="363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8496"/>
              <a:ext cx="1501729"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cake</a:t>
              </a:r>
            </a:p>
          </p:txBody>
        </p:sp>
        <p:sp>
          <p:nvSpPr>
            <p:cNvPr id="19" name="Rectangle 18"/>
            <p:cNvSpPr/>
            <p:nvPr/>
          </p:nvSpPr>
          <p:spPr>
            <a:xfrm>
              <a:off x="897618" y="6042138"/>
              <a:ext cx="1503316"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0" name="Elbow Connector 14"/>
            <p:cNvCxnSpPr>
              <a:stCxn id="19" idx="3"/>
              <a:endCxn id="9" idx="4"/>
            </p:cNvCxnSpPr>
            <p:nvPr/>
          </p:nvCxnSpPr>
          <p:spPr>
            <a:xfrm flipV="1">
              <a:off x="2400934" y="3689407"/>
              <a:ext cx="2766929" cy="2645458"/>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35" name="Rectangle 34"/>
          <p:cNvSpPr/>
          <p:nvPr/>
        </p:nvSpPr>
        <p:spPr>
          <a:xfrm>
            <a:off x="6324600" y="1524000"/>
            <a:ext cx="1501775" cy="8445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2938463"/>
            <a:ext cx="369888" cy="2308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4457700"/>
            <a:ext cx="331788" cy="7953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a:off x="4441825" y="3119438"/>
            <a:ext cx="342900" cy="21383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5062538"/>
            <a:ext cx="354013" cy="2000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5051425"/>
            <a:ext cx="354012" cy="2016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Rectangle 39"/>
          <p:cNvSpPr/>
          <p:nvPr/>
        </p:nvSpPr>
        <p:spPr>
          <a:xfrm>
            <a:off x="6450013" y="3870325"/>
            <a:ext cx="327025" cy="1371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0018" name="TextBox 40"/>
          <p:cNvSpPr txBox="1">
            <a:spLocks noChangeArrowheads="1"/>
          </p:cNvSpPr>
          <p:nvPr/>
        </p:nvSpPr>
        <p:spPr bwMode="auto">
          <a:xfrm rot="-5400000">
            <a:off x="-256381" y="2958306"/>
            <a:ext cx="2511425" cy="461963"/>
          </a:xfrm>
          <a:prstGeom prst="rect">
            <a:avLst/>
          </a:prstGeom>
          <a:noFill/>
          <a:ln w="9525">
            <a:noFill/>
            <a:miter lim="800000"/>
            <a:headEnd/>
            <a:tailEnd/>
          </a:ln>
        </p:spPr>
        <p:txBody>
          <a:bodyPr wrap="none">
            <a:spAutoFit/>
          </a:bodyPr>
          <a:lstStyle/>
          <a:p>
            <a:r>
              <a:rPr lang="en-US" sz="2400"/>
              <a:t>Mass of ingredient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39495"/>
            <a:ext cx="7402512" cy="5191125"/>
            <a:chOff x="881743" y="702129"/>
            <a:chExt cx="7402286" cy="5927282"/>
          </a:xfrm>
        </p:grpSpPr>
        <p:sp>
          <p:nvSpPr>
            <p:cNvPr id="3" name="Rectangle 2"/>
            <p:cNvSpPr/>
            <p:nvPr/>
          </p:nvSpPr>
          <p:spPr>
            <a:xfrm>
              <a:off x="881743" y="702129"/>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a:off x="919842" y="1523248"/>
              <a:ext cx="1501729" cy="58910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a:off x="892855" y="2346180"/>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a:off x="897618" y="3330434"/>
              <a:ext cx="1503316"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a:off x="919842" y="4251248"/>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a:off x="908729" y="5219189"/>
              <a:ext cx="1501729"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2640Hz</a:t>
              </a:r>
            </a:p>
          </p:txBody>
        </p:sp>
        <p:sp>
          <p:nvSpPr>
            <p:cNvPr id="9" name="Oval 8"/>
            <p:cNvSpPr/>
            <p:nvPr/>
          </p:nvSpPr>
          <p:spPr>
            <a:xfrm>
              <a:off x="4572567" y="2498440"/>
              <a:ext cx="1192177" cy="1192707"/>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774"/>
              <a:ext cx="2784390" cy="150266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706"/>
              <a:ext cx="2325616" cy="8537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39825"/>
              <a:ext cx="2177984" cy="45496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793"/>
              <a:ext cx="2171634" cy="52928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5322"/>
              <a:ext cx="2325616" cy="102957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91147"/>
              <a:ext cx="2757404" cy="182168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168"/>
              <a:ext cx="1017556" cy="36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7523"/>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19" name="Rectangle 18"/>
            <p:cNvSpPr/>
            <p:nvPr/>
          </p:nvSpPr>
          <p:spPr>
            <a:xfrm>
              <a:off x="897618" y="6042121"/>
              <a:ext cx="1503316"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1147"/>
              <a:ext cx="2766929" cy="26446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
          <p:cNvGrpSpPr>
            <a:grpSpLocks/>
          </p:cNvGrpSpPr>
          <p:nvPr/>
        </p:nvGrpSpPr>
        <p:grpSpPr bwMode="auto">
          <a:xfrm>
            <a:off x="881063" y="903995"/>
            <a:ext cx="7402512" cy="5295900"/>
            <a:chOff x="881743" y="702129"/>
            <a:chExt cx="7402286" cy="5927282"/>
          </a:xfrm>
        </p:grpSpPr>
        <p:sp>
          <p:nvSpPr>
            <p:cNvPr id="3" name="Rectangle 2"/>
            <p:cNvSpPr/>
            <p:nvPr/>
          </p:nvSpPr>
          <p:spPr>
            <a:xfrm>
              <a:off x="881743" y="702129"/>
              <a:ext cx="1501729" cy="588109"/>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5" name="Rectangle 4"/>
            <p:cNvSpPr/>
            <p:nvPr/>
          </p:nvSpPr>
          <p:spPr>
            <a:xfrm>
              <a:off x="892855" y="234563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7" name="Rectangle 6"/>
            <p:cNvSpPr/>
            <p:nvPr/>
          </p:nvSpPr>
          <p:spPr>
            <a:xfrm>
              <a:off x="919842" y="425032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9" name="Oval 8"/>
            <p:cNvSpPr/>
            <p:nvPr/>
          </p:nvSpPr>
          <p:spPr>
            <a:xfrm>
              <a:off x="4572567" y="2498437"/>
              <a:ext cx="1192177" cy="1192208"/>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295"/>
              <a:ext cx="2784390" cy="1503142"/>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578"/>
              <a:ext cx="2177984" cy="45307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6522"/>
              <a:ext cx="2325616" cy="102874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876"/>
              <a:ext cx="1017556" cy="177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6933"/>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19" name="Rectangle 18"/>
            <p:cNvSpPr/>
            <p:nvPr/>
          </p:nvSpPr>
          <p:spPr>
            <a:xfrm>
              <a:off x="897618" y="6041303"/>
              <a:ext cx="1503316"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0645"/>
              <a:ext cx="2766929" cy="264560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1981200"/>
            <a:ext cx="387350" cy="32654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4495800"/>
            <a:ext cx="387350" cy="757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4800601"/>
            <a:ext cx="387350"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520065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520700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5211763"/>
            <a:ext cx="387350" cy="4603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4097" name="Picture 2"/>
          <p:cNvPicPr>
            <a:picLocks noChangeAspect="1" noChangeArrowheads="1"/>
          </p:cNvPicPr>
          <p:nvPr/>
        </p:nvPicPr>
        <p:blipFill>
          <a:blip r:embed="rId2" cstate="print"/>
          <a:srcRect/>
          <a:stretch>
            <a:fillRect/>
          </a:stretch>
        </p:blipFill>
        <p:spPr bwMode="auto">
          <a:xfrm>
            <a:off x="839788" y="1330325"/>
            <a:ext cx="7300912" cy="4875213"/>
          </a:xfrm>
          <a:prstGeom prst="rect">
            <a:avLst/>
          </a:prstGeom>
          <a:noFill/>
          <a:ln w="9525">
            <a:noFill/>
            <a:miter lim="800000"/>
            <a:headEnd/>
            <a:tailEnd/>
          </a:ln>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21" name="Picture 4"/>
          <p:cNvPicPr>
            <a:picLocks noChangeAspect="1" noChangeArrowheads="1"/>
          </p:cNvPicPr>
          <p:nvPr/>
        </p:nvPicPr>
        <p:blipFill>
          <a:blip r:embed="rId2" cstate="print"/>
          <a:srcRect/>
          <a:stretch>
            <a:fillRect/>
          </a:stretch>
        </p:blipFill>
        <p:spPr bwMode="auto">
          <a:xfrm>
            <a:off x="455613" y="792433"/>
            <a:ext cx="8447087" cy="5640387"/>
          </a:xfrm>
          <a:prstGeom prst="rect">
            <a:avLst/>
          </a:prstGeom>
          <a:noFill/>
          <a:ln w="9525">
            <a:noFill/>
            <a:miter lim="800000"/>
            <a:headEnd/>
            <a:tailEnd/>
          </a:ln>
        </p:spPr>
      </p:pic>
      <p:sp>
        <p:nvSpPr>
          <p:cNvPr id="7" name="Cross 6"/>
          <p:cNvSpPr/>
          <p:nvPr/>
        </p:nvSpPr>
        <p:spPr>
          <a:xfrm>
            <a:off x="4408488" y="1624283"/>
            <a:ext cx="473075" cy="474662"/>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Cross 7"/>
          <p:cNvSpPr/>
          <p:nvPr/>
        </p:nvSpPr>
        <p:spPr>
          <a:xfrm>
            <a:off x="4414838" y="2527570"/>
            <a:ext cx="473075" cy="474663"/>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 name="Cross 8"/>
          <p:cNvSpPr/>
          <p:nvPr/>
        </p:nvSpPr>
        <p:spPr>
          <a:xfrm>
            <a:off x="4386263" y="3318145"/>
            <a:ext cx="474662" cy="473075"/>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1" name="Equal 10"/>
          <p:cNvSpPr/>
          <p:nvPr/>
        </p:nvSpPr>
        <p:spPr>
          <a:xfrm>
            <a:off x="4262438" y="4302395"/>
            <a:ext cx="782637" cy="571500"/>
          </a:xfrm>
          <a:prstGeom prst="mathEqual">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solidFill>
                <a:schemeClr val="tx1"/>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6145" name="Picture 2"/>
          <p:cNvPicPr>
            <a:picLocks noChangeAspect="1" noChangeArrowheads="1"/>
          </p:cNvPicPr>
          <p:nvPr/>
        </p:nvPicPr>
        <p:blipFill>
          <a:blip r:embed="rId2" cstate="print"/>
          <a:srcRect/>
          <a:stretch>
            <a:fillRect/>
          </a:stretch>
        </p:blipFill>
        <p:spPr bwMode="auto">
          <a:xfrm>
            <a:off x="558800" y="1289050"/>
            <a:ext cx="8058150" cy="5095875"/>
          </a:xfrm>
          <a:prstGeom prst="rect">
            <a:avLst/>
          </a:prstGeom>
          <a:noFill/>
          <a:ln w="9525">
            <a:noFill/>
            <a:miter lim="800000"/>
            <a:headEnd/>
            <a:tailEnd/>
          </a:ln>
        </p:spPr>
      </p:pic>
      <p:cxnSp>
        <p:nvCxnSpPr>
          <p:cNvPr id="4" name="Straight Arrow Connector 3"/>
          <p:cNvCxnSpPr/>
          <p:nvPr/>
        </p:nvCxnSpPr>
        <p:spPr>
          <a:xfrm rot="5400000">
            <a:off x="2293938" y="1166813"/>
            <a:ext cx="1143000" cy="5397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16200000" flipH="1">
            <a:off x="2882107" y="1151731"/>
            <a:ext cx="1322388" cy="81597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3101975" y="865188"/>
            <a:ext cx="2155825"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3119438" y="865188"/>
            <a:ext cx="3525837" cy="1420812"/>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6150" name="TextBox 13"/>
          <p:cNvSpPr txBox="1">
            <a:spLocks noChangeArrowheads="1"/>
          </p:cNvSpPr>
          <p:nvPr/>
        </p:nvSpPr>
        <p:spPr bwMode="auto">
          <a:xfrm>
            <a:off x="2155825" y="538163"/>
            <a:ext cx="2014538" cy="369887"/>
          </a:xfrm>
          <a:prstGeom prst="rect">
            <a:avLst/>
          </a:prstGeom>
          <a:noFill/>
          <a:ln w="9525">
            <a:noFill/>
            <a:miter lim="800000"/>
            <a:headEnd/>
            <a:tailEnd/>
          </a:ln>
        </p:spPr>
        <p:txBody>
          <a:bodyPr wrap="none">
            <a:spAutoFit/>
          </a:bodyPr>
          <a:lstStyle/>
          <a:p>
            <a:r>
              <a:rPr lang="en-US"/>
              <a:t>Peaks show partials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7169" name="Picture 2"/>
          <p:cNvPicPr>
            <a:picLocks noChangeAspect="1" noChangeArrowheads="1"/>
          </p:cNvPicPr>
          <p:nvPr/>
        </p:nvPicPr>
        <p:blipFill>
          <a:blip r:embed="rId2" cstate="print"/>
          <a:srcRect/>
          <a:stretch>
            <a:fillRect/>
          </a:stretch>
        </p:blipFill>
        <p:spPr bwMode="auto">
          <a:xfrm>
            <a:off x="558800" y="407988"/>
            <a:ext cx="8058150" cy="5095875"/>
          </a:xfrm>
          <a:prstGeom prst="rect">
            <a:avLst/>
          </a:prstGeom>
          <a:noFill/>
          <a:ln w="9525">
            <a:noFill/>
            <a:miter lim="800000"/>
            <a:headEnd/>
            <a:tailEnd/>
          </a:ln>
        </p:spPr>
      </p:pic>
      <p:cxnSp>
        <p:nvCxnSpPr>
          <p:cNvPr id="4" name="Straight Arrow Connector 3"/>
          <p:cNvCxnSpPr/>
          <p:nvPr/>
        </p:nvCxnSpPr>
        <p:spPr>
          <a:xfrm rot="5400000" flipH="1" flipV="1">
            <a:off x="2605088" y="4595813"/>
            <a:ext cx="1600200" cy="5715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5400000" flipH="1" flipV="1">
            <a:off x="2718594" y="3926681"/>
            <a:ext cx="2122488"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3069431" y="2939257"/>
            <a:ext cx="2759075" cy="26939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flipV="1">
            <a:off x="3101975" y="2351088"/>
            <a:ext cx="3576638" cy="32988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7175" name="TextBox 21"/>
          <p:cNvSpPr txBox="1">
            <a:spLocks noChangeArrowheads="1"/>
          </p:cNvSpPr>
          <p:nvPr/>
        </p:nvSpPr>
        <p:spPr bwMode="auto">
          <a:xfrm>
            <a:off x="438150" y="5684838"/>
            <a:ext cx="8266113" cy="922337"/>
          </a:xfrm>
          <a:prstGeom prst="rect">
            <a:avLst/>
          </a:prstGeom>
          <a:noFill/>
          <a:ln w="9525">
            <a:noFill/>
            <a:miter lim="800000"/>
            <a:headEnd/>
            <a:tailEnd/>
          </a:ln>
        </p:spPr>
        <p:txBody>
          <a:bodyPr>
            <a:spAutoFit/>
          </a:bodyPr>
          <a:lstStyle/>
          <a:p>
            <a:r>
              <a:rPr lang="en-US"/>
              <a:t>Strip chart also shows partials, darker black means higher peak</a:t>
            </a:r>
          </a:p>
          <a:p>
            <a:r>
              <a:rPr lang="en-US"/>
              <a:t>It is like looking at the graph above, but from above, and repeated for each second of playing </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8193" name="Picture 2"/>
          <p:cNvPicPr>
            <a:picLocks noChangeAspect="1" noChangeArrowheads="1"/>
          </p:cNvPicPr>
          <p:nvPr/>
        </p:nvPicPr>
        <p:blipFill>
          <a:blip r:embed="rId2" cstate="print"/>
          <a:srcRect/>
          <a:stretch>
            <a:fillRect/>
          </a:stretch>
        </p:blipFill>
        <p:spPr bwMode="auto">
          <a:xfrm>
            <a:off x="3244850" y="1485900"/>
            <a:ext cx="5551488" cy="3509963"/>
          </a:xfrm>
          <a:prstGeom prst="rect">
            <a:avLst/>
          </a:prstGeom>
          <a:noFill/>
          <a:ln w="9525">
            <a:noFill/>
            <a:miter lim="800000"/>
            <a:headEnd/>
            <a:tailEnd/>
          </a:ln>
        </p:spPr>
      </p:pic>
      <p:cxnSp>
        <p:nvCxnSpPr>
          <p:cNvPr id="4" name="Straight Arrow Connector 3"/>
          <p:cNvCxnSpPr/>
          <p:nvPr/>
        </p:nvCxnSpPr>
        <p:spPr>
          <a:xfrm flipV="1">
            <a:off x="2675365" y="2236788"/>
            <a:ext cx="1909763" cy="16192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2675365" y="3856038"/>
            <a:ext cx="2506235" cy="14792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8196" name="TextBox 21"/>
          <p:cNvSpPr txBox="1">
            <a:spLocks noChangeArrowheads="1"/>
          </p:cNvSpPr>
          <p:nvPr/>
        </p:nvSpPr>
        <p:spPr bwMode="auto">
          <a:xfrm>
            <a:off x="373063" y="3071813"/>
            <a:ext cx="2468562" cy="1570037"/>
          </a:xfrm>
          <a:prstGeom prst="rect">
            <a:avLst/>
          </a:prstGeom>
          <a:noFill/>
          <a:ln w="9525">
            <a:noFill/>
            <a:miter lim="800000"/>
            <a:headEnd/>
            <a:tailEnd/>
          </a:ln>
        </p:spPr>
        <p:txBody>
          <a:bodyPr>
            <a:spAutoFit/>
          </a:bodyPr>
          <a:lstStyle/>
          <a:p>
            <a:r>
              <a:rPr lang="en-US" sz="2400"/>
              <a:t>Notice that there are non-harmonic partials in this instrument too!</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217" name="TextBox 2"/>
          <p:cNvSpPr txBox="1">
            <a:spLocks noChangeArrowheads="1"/>
          </p:cNvSpPr>
          <p:nvPr/>
        </p:nvSpPr>
        <p:spPr bwMode="auto">
          <a:xfrm>
            <a:off x="3624263" y="6122988"/>
            <a:ext cx="2519362" cy="369887"/>
          </a:xfrm>
          <a:prstGeom prst="rect">
            <a:avLst/>
          </a:prstGeom>
          <a:noFill/>
          <a:ln w="9525">
            <a:noFill/>
            <a:miter lim="800000"/>
            <a:headEnd/>
            <a:tailEnd/>
          </a:ln>
        </p:spPr>
        <p:txBody>
          <a:bodyPr wrap="none">
            <a:spAutoFit/>
          </a:bodyPr>
          <a:lstStyle/>
          <a:p>
            <a:r>
              <a:rPr lang="en-US">
                <a:hlinkClick r:id="rId2" action="ppaction://hlinkfile"/>
              </a:rPr>
              <a:t>Bamboo six holed flute</a:t>
            </a:r>
            <a:endParaRPr lang="en-US"/>
          </a:p>
        </p:txBody>
      </p:sp>
      <p:pic>
        <p:nvPicPr>
          <p:cNvPr id="649218" name="Picture 3"/>
          <p:cNvPicPr>
            <a:picLocks noChangeAspect="1" noChangeArrowheads="1"/>
          </p:cNvPicPr>
          <p:nvPr/>
        </p:nvPicPr>
        <p:blipFill>
          <a:blip r:embed="rId3" cstate="print"/>
          <a:srcRect/>
          <a:stretch>
            <a:fillRect/>
          </a:stretch>
        </p:blipFill>
        <p:spPr bwMode="auto">
          <a:xfrm>
            <a:off x="608013" y="244475"/>
            <a:ext cx="8058150" cy="5324475"/>
          </a:xfrm>
          <a:prstGeom prst="rect">
            <a:avLst/>
          </a:prstGeom>
          <a:noFill/>
          <a:ln w="9525">
            <a:noFill/>
            <a:miter lim="800000"/>
            <a:headEnd/>
            <a:tailEnd/>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0241" name="Picture 2"/>
          <p:cNvPicPr>
            <a:picLocks noChangeAspect="1" noChangeArrowheads="1"/>
          </p:cNvPicPr>
          <p:nvPr/>
        </p:nvPicPr>
        <p:blipFill>
          <a:blip r:embed="rId2" cstate="print"/>
          <a:srcRect/>
          <a:stretch>
            <a:fillRect/>
          </a:stretch>
        </p:blipFill>
        <p:spPr bwMode="auto">
          <a:xfrm>
            <a:off x="647700" y="625028"/>
            <a:ext cx="8080664" cy="5416550"/>
          </a:xfrm>
          <a:prstGeom prst="rect">
            <a:avLst/>
          </a:prstGeom>
          <a:noFill/>
          <a:ln w="9525">
            <a:noFill/>
            <a:miter lim="800000"/>
            <a:headEnd/>
            <a:tailEnd/>
          </a:ln>
        </p:spPr>
      </p:pic>
      <p:sp>
        <p:nvSpPr>
          <p:cNvPr id="650242" name="TextBox 2"/>
          <p:cNvSpPr txBox="1">
            <a:spLocks noChangeArrowheads="1"/>
          </p:cNvSpPr>
          <p:nvPr/>
        </p:nvSpPr>
        <p:spPr bwMode="auto">
          <a:xfrm>
            <a:off x="4167766" y="6204816"/>
            <a:ext cx="908050" cy="369888"/>
          </a:xfrm>
          <a:prstGeom prst="rect">
            <a:avLst/>
          </a:prstGeom>
          <a:noFill/>
          <a:ln w="9525">
            <a:noFill/>
            <a:miter lim="800000"/>
            <a:headEnd/>
            <a:tailEnd/>
          </a:ln>
        </p:spPr>
        <p:txBody>
          <a:bodyPr wrap="none">
            <a:spAutoFit/>
          </a:bodyPr>
          <a:lstStyle/>
          <a:p>
            <a:r>
              <a:rPr lang="en-US" dirty="0"/>
              <a:t>Ocarina</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265" name="TextBox 2">
            <a:hlinkClick r:id="rId2" action="ppaction://hlinkfile"/>
          </p:cNvPr>
          <p:cNvSpPr txBox="1">
            <a:spLocks noChangeArrowheads="1"/>
          </p:cNvSpPr>
          <p:nvPr/>
        </p:nvSpPr>
        <p:spPr bwMode="auto">
          <a:xfrm>
            <a:off x="3935413" y="6188075"/>
            <a:ext cx="1133475" cy="369888"/>
          </a:xfrm>
          <a:prstGeom prst="rect">
            <a:avLst/>
          </a:prstGeom>
          <a:noFill/>
          <a:ln w="9525">
            <a:noFill/>
            <a:miter lim="800000"/>
            <a:headEnd/>
            <a:tailEnd/>
          </a:ln>
        </p:spPr>
        <p:txBody>
          <a:bodyPr wrap="none">
            <a:spAutoFit/>
          </a:bodyPr>
          <a:lstStyle/>
          <a:p>
            <a:r>
              <a:rPr lang="en-US">
                <a:hlinkClick r:id="rId3" action="ppaction://hlinkfile"/>
              </a:rPr>
              <a:t>Recorder</a:t>
            </a:r>
            <a:endParaRPr lang="en-US"/>
          </a:p>
        </p:txBody>
      </p:sp>
      <p:pic>
        <p:nvPicPr>
          <p:cNvPr id="651266" name="Picture 3"/>
          <p:cNvPicPr>
            <a:picLocks noChangeAspect="1" noChangeArrowheads="1"/>
          </p:cNvPicPr>
          <p:nvPr/>
        </p:nvPicPr>
        <p:blipFill>
          <a:blip r:embed="rId4"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89" name="TextBox 2">
            <a:hlinkClick r:id="rId2" action="ppaction://hlinkfile"/>
          </p:cNvPr>
          <p:cNvSpPr txBox="1">
            <a:spLocks noChangeArrowheads="1"/>
          </p:cNvSpPr>
          <p:nvPr/>
        </p:nvSpPr>
        <p:spPr bwMode="auto">
          <a:xfrm>
            <a:off x="3935413" y="6188075"/>
            <a:ext cx="1033462" cy="369888"/>
          </a:xfrm>
          <a:prstGeom prst="rect">
            <a:avLst/>
          </a:prstGeom>
          <a:noFill/>
          <a:ln w="9525">
            <a:noFill/>
            <a:miter lim="800000"/>
            <a:headEnd/>
            <a:tailEnd/>
          </a:ln>
        </p:spPr>
        <p:txBody>
          <a:bodyPr wrap="none">
            <a:spAutoFit/>
          </a:bodyPr>
          <a:lstStyle/>
          <a:p>
            <a:r>
              <a:rPr lang="en-US"/>
              <a:t>Recorder</a:t>
            </a:r>
          </a:p>
        </p:txBody>
      </p:sp>
      <p:pic>
        <p:nvPicPr>
          <p:cNvPr id="652290" name="Picture 3"/>
          <p:cNvPicPr>
            <a:picLocks noChangeAspect="1" noChangeArrowheads="1"/>
          </p:cNvPicPr>
          <p:nvPr/>
        </p:nvPicPr>
        <p:blipFill>
          <a:blip r:embed="rId3"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Application: Light Spectra</a:t>
            </a:r>
          </a:p>
        </p:txBody>
      </p:sp>
      <p:sp>
        <p:nvSpPr>
          <p:cNvPr id="28675" name="Rectangle 3"/>
          <p:cNvSpPr>
            <a:spLocks noGrp="1" noChangeArrowheads="1"/>
          </p:cNvSpPr>
          <p:nvPr>
            <p:ph type="body" idx="1"/>
          </p:nvPr>
        </p:nvSpPr>
        <p:spPr/>
        <p:txBody>
          <a:bodyPr/>
          <a:lstStyle/>
          <a:p>
            <a:pPr eaLnBrk="1" hangingPunct="1"/>
            <a:endParaRPr lang="en-US"/>
          </a:p>
        </p:txBody>
      </p:sp>
      <p:pic>
        <p:nvPicPr>
          <p:cNvPr id="28676" name="Picture 4" descr="solar4300-4400"/>
          <p:cNvPicPr>
            <a:picLocks noChangeAspect="1" noChangeArrowheads="1"/>
          </p:cNvPicPr>
          <p:nvPr/>
        </p:nvPicPr>
        <p:blipFill>
          <a:blip r:embed="rId2" cstate="print"/>
          <a:srcRect/>
          <a:stretch>
            <a:fillRect/>
          </a:stretch>
        </p:blipFill>
        <p:spPr bwMode="auto">
          <a:xfrm>
            <a:off x="1981200" y="1423988"/>
            <a:ext cx="5715000" cy="4572000"/>
          </a:xfrm>
          <a:prstGeom prst="rect">
            <a:avLst/>
          </a:prstGeom>
          <a:noFill/>
          <a:ln w="9525">
            <a:noFill/>
            <a:miter lim="800000"/>
            <a:headEnd/>
            <a:tailEnd/>
          </a:ln>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52226" name="Picture 2"/>
          <p:cNvPicPr>
            <a:picLocks noChangeAspect="1" noChangeArrowheads="1"/>
          </p:cNvPicPr>
          <p:nvPr/>
        </p:nvPicPr>
        <p:blipFill>
          <a:blip r:embed="rId2" cstate="print"/>
          <a:srcRect/>
          <a:stretch>
            <a:fillRect/>
          </a:stretch>
        </p:blipFill>
        <p:spPr bwMode="auto">
          <a:xfrm>
            <a:off x="0" y="2514600"/>
            <a:ext cx="9144000" cy="1828800"/>
          </a:xfrm>
          <a:prstGeom prst="rect">
            <a:avLst/>
          </a:prstGeom>
          <a:noFill/>
          <a:ln w="9525">
            <a:noFill/>
            <a:miter lim="800000"/>
            <a:headEnd/>
            <a:tailEnd/>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sz="3200"/>
              <a:t>Application: Industrial Monitoring</a:t>
            </a:r>
          </a:p>
        </p:txBody>
      </p:sp>
      <p:sp>
        <p:nvSpPr>
          <p:cNvPr id="26627" name="Rectangle 3"/>
          <p:cNvSpPr>
            <a:spLocks noGrp="1" noChangeArrowheads="1"/>
          </p:cNvSpPr>
          <p:nvPr>
            <p:ph type="body" idx="1"/>
          </p:nvPr>
        </p:nvSpPr>
        <p:spPr/>
        <p:txBody>
          <a:bodyPr/>
          <a:lstStyle/>
          <a:p>
            <a:pPr eaLnBrk="1" hangingPunct="1"/>
            <a:endParaRPr lang="en-US"/>
          </a:p>
        </p:txBody>
      </p:sp>
      <p:pic>
        <p:nvPicPr>
          <p:cNvPr id="26628" name="Picture 4"/>
          <p:cNvPicPr>
            <a:picLocks noChangeAspect="1" noChangeArrowheads="1"/>
          </p:cNvPicPr>
          <p:nvPr/>
        </p:nvPicPr>
        <p:blipFill>
          <a:blip r:embed="rId2" cstate="print"/>
          <a:srcRect t="3201"/>
          <a:stretch>
            <a:fillRect/>
          </a:stretch>
        </p:blipFill>
        <p:spPr bwMode="auto">
          <a:xfrm>
            <a:off x="958850" y="1177925"/>
            <a:ext cx="7023100" cy="3552825"/>
          </a:xfrm>
          <a:prstGeom prst="rect">
            <a:avLst/>
          </a:prstGeom>
          <a:noFill/>
          <a:ln w="9525">
            <a:noFill/>
            <a:miter lim="800000"/>
            <a:headEnd/>
            <a:tailEnd/>
          </a:ln>
        </p:spPr>
      </p:pic>
      <p:pic>
        <p:nvPicPr>
          <p:cNvPr id="26629" name="Picture 5"/>
          <p:cNvPicPr>
            <a:picLocks noChangeAspect="1" noChangeArrowheads="1"/>
          </p:cNvPicPr>
          <p:nvPr/>
        </p:nvPicPr>
        <p:blipFill>
          <a:blip r:embed="rId3" cstate="print"/>
          <a:srcRect/>
          <a:stretch>
            <a:fillRect/>
          </a:stretch>
        </p:blipFill>
        <p:spPr bwMode="auto">
          <a:xfrm>
            <a:off x="2889250" y="4651375"/>
            <a:ext cx="4683125" cy="2024063"/>
          </a:xfrm>
          <a:prstGeom prst="rect">
            <a:avLst/>
          </a:prstGeom>
          <a:noFill/>
          <a:ln w="9525">
            <a:noFill/>
            <a:miter lim="800000"/>
            <a:headEnd/>
            <a:tailEnd/>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sz="3200"/>
              <a:t>Application, Vibrometry Target ID</a:t>
            </a:r>
          </a:p>
        </p:txBody>
      </p:sp>
      <p:sp>
        <p:nvSpPr>
          <p:cNvPr id="27651" name="Rectangle 3"/>
          <p:cNvSpPr>
            <a:spLocks noGrp="1" noChangeArrowheads="1"/>
          </p:cNvSpPr>
          <p:nvPr>
            <p:ph type="body" idx="1"/>
          </p:nvPr>
        </p:nvSpPr>
        <p:spPr/>
        <p:txBody>
          <a:bodyPr/>
          <a:lstStyle/>
          <a:p>
            <a:pPr eaLnBrk="1" hangingPunct="1"/>
            <a:endParaRPr lang="en-US"/>
          </a:p>
        </p:txBody>
      </p:sp>
      <p:pic>
        <p:nvPicPr>
          <p:cNvPr id="27652" name="Picture 4"/>
          <p:cNvPicPr>
            <a:picLocks noChangeAspect="1" noChangeArrowheads="1"/>
          </p:cNvPicPr>
          <p:nvPr/>
        </p:nvPicPr>
        <p:blipFill>
          <a:blip r:embed="rId2" cstate="print"/>
          <a:srcRect t="8987"/>
          <a:stretch>
            <a:fillRect/>
          </a:stretch>
        </p:blipFill>
        <p:spPr bwMode="auto">
          <a:xfrm>
            <a:off x="1039813" y="1158875"/>
            <a:ext cx="7280275" cy="5184775"/>
          </a:xfrm>
          <a:prstGeom prst="rect">
            <a:avLst/>
          </a:prstGeom>
          <a:noFill/>
          <a:ln w="9525" algn="ctr">
            <a:noFill/>
            <a:miter lim="800000"/>
            <a:headEnd/>
            <a:tailEnd/>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US"/>
              <a:t>Example: Square Wave</a:t>
            </a:r>
          </a:p>
        </p:txBody>
      </p:sp>
      <p:sp>
        <p:nvSpPr>
          <p:cNvPr id="21507" name="Rectangle 3"/>
          <p:cNvSpPr>
            <a:spLocks noGrp="1" noChangeArrowheads="1"/>
          </p:cNvSpPr>
          <p:nvPr>
            <p:ph type="body" idx="1"/>
          </p:nvPr>
        </p:nvSpPr>
        <p:spPr/>
        <p:txBody>
          <a:bodyPr/>
          <a:lstStyle/>
          <a:p>
            <a:pPr eaLnBrk="1" hangingPunct="1"/>
            <a:endParaRPr lang="en-US"/>
          </a:p>
        </p:txBody>
      </p:sp>
      <p:pic>
        <p:nvPicPr>
          <p:cNvPr id="21508" name="Picture 4"/>
          <p:cNvPicPr>
            <a:picLocks noChangeAspect="1" noChangeArrowheads="1"/>
          </p:cNvPicPr>
          <p:nvPr/>
        </p:nvPicPr>
        <p:blipFill>
          <a:blip r:embed="rId2" cstate="print"/>
          <a:srcRect/>
          <a:stretch>
            <a:fillRect/>
          </a:stretch>
        </p:blipFill>
        <p:spPr bwMode="auto">
          <a:xfrm>
            <a:off x="2366963" y="1822450"/>
            <a:ext cx="4926012" cy="3276600"/>
          </a:xfrm>
          <a:prstGeom prst="rect">
            <a:avLst/>
          </a:prstGeom>
          <a:noFill/>
          <a:ln w="9525" algn="ctr">
            <a:noFill/>
            <a:miter lim="800000"/>
            <a:headEnd/>
            <a:tailEnd/>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Example: Square Wave</a:t>
            </a:r>
          </a:p>
        </p:txBody>
      </p:sp>
      <p:sp>
        <p:nvSpPr>
          <p:cNvPr id="22531" name="Rectangle 3"/>
          <p:cNvSpPr>
            <a:spLocks noGrp="1" noChangeArrowheads="1"/>
          </p:cNvSpPr>
          <p:nvPr>
            <p:ph type="body" idx="1"/>
          </p:nvPr>
        </p:nvSpPr>
        <p:spPr/>
        <p:txBody>
          <a:bodyPr/>
          <a:lstStyle/>
          <a:p>
            <a:pPr eaLnBrk="1" hangingPunct="1"/>
            <a:endParaRPr lang="en-US"/>
          </a:p>
        </p:txBody>
      </p:sp>
      <p:pic>
        <p:nvPicPr>
          <p:cNvPr id="22532" name="Picture 4"/>
          <p:cNvPicPr>
            <a:picLocks noChangeAspect="1" noChangeArrowheads="1"/>
          </p:cNvPicPr>
          <p:nvPr/>
        </p:nvPicPr>
        <p:blipFill>
          <a:blip r:embed="rId2" cstate="print"/>
          <a:srcRect/>
          <a:stretch>
            <a:fillRect/>
          </a:stretch>
        </p:blipFill>
        <p:spPr bwMode="auto">
          <a:xfrm>
            <a:off x="2322513" y="2143125"/>
            <a:ext cx="4708525" cy="3132138"/>
          </a:xfrm>
          <a:prstGeom prst="rect">
            <a:avLst/>
          </a:prstGeom>
          <a:noFill/>
          <a:ln w="9525" algn="ctr">
            <a:noFill/>
            <a:miter lim="800000"/>
            <a:headEnd/>
            <a:tailEnd/>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sz="2800"/>
              <a:t>Example: Square Wave, More Terms</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484188" y="2593975"/>
            <a:ext cx="8218487" cy="1706563"/>
          </a:xfrm>
          <a:prstGeom prst="rect">
            <a:avLst/>
          </a:prstGeom>
          <a:noFill/>
          <a:ln w="9525" algn="ctr">
            <a:noFill/>
            <a:miter lim="800000"/>
            <a:headEnd/>
            <a:tailEnd/>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p:cNvSpPr>
            <a:spLocks noGrp="1" noChangeArrowheads="1"/>
          </p:cNvSpPr>
          <p:nvPr>
            <p:ph type="title"/>
          </p:nvPr>
        </p:nvSpPr>
        <p:spPr/>
        <p:txBody>
          <a:bodyPr/>
          <a:lstStyle/>
          <a:p>
            <a:pPr eaLnBrk="1" hangingPunct="1"/>
            <a:r>
              <a:rPr lang="en-US"/>
              <a:t>Example: Square Wave</a:t>
            </a:r>
          </a:p>
        </p:txBody>
      </p:sp>
      <p:sp>
        <p:nvSpPr>
          <p:cNvPr id="2053" name="Rectangle 3"/>
          <p:cNvSpPr>
            <a:spLocks noGrp="1" noChangeArrowheads="1"/>
          </p:cNvSpPr>
          <p:nvPr>
            <p:ph type="body" idx="1"/>
          </p:nvPr>
        </p:nvSpPr>
        <p:spPr/>
        <p:txBody>
          <a:bodyPr/>
          <a:lstStyle/>
          <a:p>
            <a:pPr eaLnBrk="1" hangingPunct="1"/>
            <a:endParaRPr lang="en-US"/>
          </a:p>
        </p:txBody>
      </p:sp>
      <p:pic>
        <p:nvPicPr>
          <p:cNvPr id="2054" name="Picture 4"/>
          <p:cNvPicPr>
            <a:picLocks noChangeAspect="1" noChangeArrowheads="1"/>
          </p:cNvPicPr>
          <p:nvPr/>
        </p:nvPicPr>
        <p:blipFill>
          <a:blip r:embed="rId2" cstate="print"/>
          <a:srcRect/>
          <a:stretch>
            <a:fillRect/>
          </a:stretch>
        </p:blipFill>
        <p:spPr bwMode="auto">
          <a:xfrm>
            <a:off x="4603750" y="2233613"/>
            <a:ext cx="4089400" cy="2717800"/>
          </a:xfrm>
          <a:prstGeom prst="rect">
            <a:avLst/>
          </a:prstGeom>
          <a:noFill/>
          <a:ln w="9525" algn="ctr">
            <a:noFill/>
            <a:miter lim="800000"/>
            <a:headEnd/>
            <a:tailEnd/>
          </a:ln>
        </p:spPr>
      </p:pic>
      <p:sp>
        <p:nvSpPr>
          <p:cNvPr id="2055" name="Rectangle 6"/>
          <p:cNvSpPr>
            <a:spLocks noChangeArrowheads="1"/>
          </p:cNvSpPr>
          <p:nvPr/>
        </p:nvSpPr>
        <p:spPr bwMode="auto">
          <a:xfrm>
            <a:off x="0" y="31623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0" name="Object 5"/>
          <p:cNvGraphicFramePr>
            <a:graphicFrameLocks noChangeAspect="1"/>
          </p:cNvGraphicFramePr>
          <p:nvPr/>
        </p:nvGraphicFramePr>
        <p:xfrm>
          <a:off x="1044575" y="2797175"/>
          <a:ext cx="2605088" cy="715963"/>
        </p:xfrm>
        <a:graphic>
          <a:graphicData uri="http://schemas.openxmlformats.org/presentationml/2006/ole">
            <mc:AlternateContent xmlns:mc="http://schemas.openxmlformats.org/markup-compatibility/2006">
              <mc:Choice xmlns:v="urn:schemas-microsoft-com:vml" Requires="v">
                <p:oleObj name="Equation" r:id="rId3" imgW="1574640" imgH="431640" progId="Equation.3">
                  <p:embed/>
                </p:oleObj>
              </mc:Choice>
              <mc:Fallback>
                <p:oleObj name="Equation" r:id="rId3" imgW="1574640" imgH="431640" progId="Equation.3">
                  <p:embed/>
                  <p:pic>
                    <p:nvPicPr>
                      <p:cNvPr id="205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4575" y="2797175"/>
                        <a:ext cx="2605088" cy="715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Rectangle 8"/>
          <p:cNvSpPr>
            <a:spLocks noChangeArrowheads="1"/>
          </p:cNvSpPr>
          <p:nvPr/>
        </p:nvSpPr>
        <p:spPr bwMode="auto">
          <a:xfrm>
            <a:off x="0" y="320992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1" name="Object 7"/>
          <p:cNvGraphicFramePr>
            <a:graphicFrameLocks noChangeAspect="1"/>
          </p:cNvGraphicFramePr>
          <p:nvPr/>
        </p:nvGraphicFramePr>
        <p:xfrm>
          <a:off x="1123950" y="5289550"/>
          <a:ext cx="6481763" cy="661988"/>
        </p:xfrm>
        <a:graphic>
          <a:graphicData uri="http://schemas.openxmlformats.org/presentationml/2006/ole">
            <mc:AlternateContent xmlns:mc="http://schemas.openxmlformats.org/markup-compatibility/2006">
              <mc:Choice xmlns:v="urn:schemas-microsoft-com:vml" Requires="v">
                <p:oleObj name="Equation" r:id="rId5" imgW="4241520" imgH="431640" progId="Equation.3">
                  <p:embed/>
                </p:oleObj>
              </mc:Choice>
              <mc:Fallback>
                <p:oleObj name="Equation" r:id="rId5" imgW="4241520" imgH="431640" progId="Equation.3">
                  <p:embed/>
                  <p:pic>
                    <p:nvPicPr>
                      <p:cNvPr id="2051"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3950" y="5289550"/>
                        <a:ext cx="6481763" cy="6619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654</TotalTime>
  <Words>1494</Words>
  <Application>Microsoft Office PowerPoint</Application>
  <PresentationFormat>On-screen Show (4:3)</PresentationFormat>
  <Paragraphs>269</Paragraphs>
  <Slides>81</Slides>
  <Notes>4</Notes>
  <HiddenSlides>0</HiddenSlides>
  <MMClips>2</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86" baseType="lpstr">
      <vt:lpstr>Arial</vt:lpstr>
      <vt:lpstr>Calibri</vt:lpstr>
      <vt:lpstr>Symbol</vt:lpstr>
      <vt:lpstr>Office Theme</vt:lpstr>
      <vt:lpstr>Equation</vt:lpstr>
      <vt:lpstr>Lecture 9</vt:lpstr>
      <vt:lpstr>Frequency Response</vt:lpstr>
      <vt:lpstr>PowerPoint Presentation</vt:lpstr>
      <vt:lpstr>PowerPoint Presentation</vt:lpstr>
      <vt:lpstr>PowerPoint Presentation</vt:lpstr>
      <vt:lpstr>Question 223.4.11  123.22.7</vt:lpstr>
      <vt:lpstr>Question 223.4.12 123.22.8</vt:lpstr>
      <vt:lpstr>Question 223.4.13 123.22.9</vt:lpstr>
      <vt:lpstr>Question 223.4.14  123.22.10</vt:lpstr>
      <vt:lpstr>Question 223.4.15 GR 123.22.11 GR</vt:lpstr>
      <vt:lpstr>Question 223.4.16  123.22.12</vt:lpstr>
      <vt:lpstr>Question</vt:lpstr>
      <vt:lpstr>Question</vt:lpstr>
      <vt:lpstr>PowerPoint Presentation</vt:lpstr>
      <vt:lpstr>PowerPoint Presentation</vt:lpstr>
      <vt:lpstr>Question 223.7.1</vt:lpstr>
      <vt:lpstr>Question 223.7.2</vt:lpstr>
      <vt:lpstr>Question 223.7.2.5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223.7.2.6</vt:lpstr>
      <vt:lpstr>Question 223.7.2.7</vt:lpstr>
      <vt:lpstr>Question 223.7.4</vt:lpstr>
      <vt:lpstr>Question 223.7.5 </vt:lpstr>
      <vt:lpstr>Clamped Rod</vt:lpstr>
      <vt:lpstr>Clamped Rod: Center Clamp</vt:lpstr>
      <vt:lpstr>Clamped Rod</vt:lpstr>
      <vt:lpstr>Clamped Rod: L/4 Clamp</vt:lpstr>
      <vt:lpstr>Drum Head</vt:lpstr>
      <vt:lpstr>Question 223.7.3</vt:lpstr>
      <vt:lpstr>PowerPoint Presentation</vt:lpstr>
      <vt:lpstr>PowerPoint Presentation</vt:lpstr>
      <vt:lpstr>PowerPoint Presentation</vt:lpstr>
      <vt:lpstr>End</vt:lpstr>
      <vt:lpstr>Question 223.8.1</vt:lpstr>
      <vt:lpstr>Question 223.8.2</vt:lpstr>
      <vt:lpstr>Question 223.8.2.5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223.8.3</vt:lpstr>
      <vt:lpstr>Question 223.8.4</vt:lpstr>
      <vt:lpstr>PowerPoint Presentation</vt:lpstr>
      <vt:lpstr>Example of Beats</vt:lpstr>
      <vt:lpstr>PowerPoint Presentation</vt:lpstr>
      <vt:lpstr>Question 223.9.1</vt:lpstr>
      <vt:lpstr>Question 223.9.2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Application: Light Spectra</vt:lpstr>
      <vt:lpstr>PowerPoint Presentation</vt:lpstr>
      <vt:lpstr>Application: Industrial Monitoring</vt:lpstr>
      <vt:lpstr>Application, Vibrometry Target ID</vt:lpstr>
      <vt:lpstr>Example: Square Wave</vt:lpstr>
      <vt:lpstr>Example: Square Wave</vt:lpstr>
      <vt:lpstr>Example: Square Wave, More Terms</vt:lpstr>
      <vt:lpstr>Example: Square Wave</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12</cp:revision>
  <dcterms:created xsi:type="dcterms:W3CDTF">2011-09-23T00:44:42Z</dcterms:created>
  <dcterms:modified xsi:type="dcterms:W3CDTF">2026-01-23T20:47:04Z</dcterms:modified>
</cp:coreProperties>
</file>