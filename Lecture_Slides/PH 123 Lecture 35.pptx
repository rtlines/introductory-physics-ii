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485" r:id="rId3"/>
    <p:sldId id="483" r:id="rId4"/>
    <p:sldId id="482" r:id="rId5"/>
    <p:sldId id="465" r:id="rId6"/>
    <p:sldId id="480" r:id="rId7"/>
    <p:sldId id="481" r:id="rId8"/>
    <p:sldId id="474" r:id="rId9"/>
    <p:sldId id="284" r:id="rId10"/>
    <p:sldId id="467" r:id="rId11"/>
    <p:sldId id="466" r:id="rId12"/>
    <p:sldId id="476" r:id="rId13"/>
    <p:sldId id="475" r:id="rId14"/>
    <p:sldId id="468" r:id="rId15"/>
    <p:sldId id="469" r:id="rId16"/>
    <p:sldId id="477" r:id="rId17"/>
    <p:sldId id="470" r:id="rId18"/>
    <p:sldId id="471" r:id="rId19"/>
    <p:sldId id="478" r:id="rId20"/>
    <p:sldId id="472" r:id="rId21"/>
    <p:sldId id="479" r:id="rId22"/>
    <p:sldId id="473" r:id="rId23"/>
    <p:sldId id="484" r:id="rId24"/>
    <p:sldId id="282" r:id="rId25"/>
    <p:sldId id="256" r:id="rId26"/>
    <p:sldId id="257" r:id="rId27"/>
    <p:sldId id="258" r:id="rId28"/>
    <p:sldId id="259" r:id="rId29"/>
    <p:sldId id="260" r:id="rId30"/>
    <p:sldId id="261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9" r:id="rId39"/>
    <p:sldId id="280" r:id="rId40"/>
    <p:sldId id="267" r:id="rId41"/>
    <p:sldId id="269" r:id="rId42"/>
    <p:sldId id="268" r:id="rId43"/>
    <p:sldId id="262" r:id="rId44"/>
    <p:sldId id="263" r:id="rId45"/>
    <p:sldId id="264" r:id="rId46"/>
    <p:sldId id="265" r:id="rId47"/>
    <p:sldId id="266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2822DB-EE53-4F2A-8F03-1C9D4C4542CA}" v="28" dt="2025-07-08T19:20:59.4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002822DB-EE53-4F2A-8F03-1C9D4C4542CA}"/>
    <pc:docChg chg="custSel addSld delSld modSld sldOrd">
      <pc:chgData name="Lines, Todd" userId="afaf7c3a-e8aa-4568-882a-02ad8f9e19b0" providerId="ADAL" clId="{002822DB-EE53-4F2A-8F03-1C9D4C4542CA}" dt="2025-07-08T19:35:40.494" v="594" actId="1035"/>
      <pc:docMkLst>
        <pc:docMk/>
      </pc:docMkLst>
      <pc:sldChg chg="modSp new mod">
        <pc:chgData name="Lines, Todd" userId="afaf7c3a-e8aa-4568-882a-02ad8f9e19b0" providerId="ADAL" clId="{002822DB-EE53-4F2A-8F03-1C9D4C4542CA}" dt="2025-07-03T22:24:01.047" v="10" actId="20577"/>
        <pc:sldMkLst>
          <pc:docMk/>
          <pc:sldMk cId="1648075400" sldId="281"/>
        </pc:sldMkLst>
        <pc:spChg chg="mod">
          <ac:chgData name="Lines, Todd" userId="afaf7c3a-e8aa-4568-882a-02ad8f9e19b0" providerId="ADAL" clId="{002822DB-EE53-4F2A-8F03-1C9D4C4542CA}" dt="2025-07-03T22:24:01.047" v="10" actId="20577"/>
          <ac:spMkLst>
            <pc:docMk/>
            <pc:sldMk cId="1648075400" sldId="281"/>
            <ac:spMk id="2" creationId="{AE56B6F5-A6EB-37BB-85A9-10085F3A30B5}"/>
          </ac:spMkLst>
        </pc:spChg>
      </pc:sldChg>
      <pc:sldChg chg="addSp delSp modSp new mod modClrScheme chgLayout">
        <pc:chgData name="Lines, Todd" userId="afaf7c3a-e8aa-4568-882a-02ad8f9e19b0" providerId="ADAL" clId="{002822DB-EE53-4F2A-8F03-1C9D4C4542CA}" dt="2025-07-03T22:24:11.080" v="15" actId="20577"/>
        <pc:sldMkLst>
          <pc:docMk/>
          <pc:sldMk cId="255763619" sldId="282"/>
        </pc:sldMkLst>
        <pc:spChg chg="add mod ord">
          <ac:chgData name="Lines, Todd" userId="afaf7c3a-e8aa-4568-882a-02ad8f9e19b0" providerId="ADAL" clId="{002822DB-EE53-4F2A-8F03-1C9D4C4542CA}" dt="2025-07-03T22:24:11.080" v="15" actId="20577"/>
          <ac:spMkLst>
            <pc:docMk/>
            <pc:sldMk cId="255763619" sldId="282"/>
            <ac:spMk id="4" creationId="{67BC53A5-796C-A723-6550-FECB380815A4}"/>
          </ac:spMkLst>
        </pc:spChg>
        <pc:spChg chg="add mod ord">
          <ac:chgData name="Lines, Todd" userId="afaf7c3a-e8aa-4568-882a-02ad8f9e19b0" providerId="ADAL" clId="{002822DB-EE53-4F2A-8F03-1C9D4C4542CA}" dt="2025-07-03T22:24:08.721" v="12" actId="700"/>
          <ac:spMkLst>
            <pc:docMk/>
            <pc:sldMk cId="255763619" sldId="282"/>
            <ac:spMk id="5" creationId="{3D4F83FA-4E9E-5E98-6273-B37625F4668B}"/>
          </ac:spMkLst>
        </pc:spChg>
      </pc:sldChg>
      <pc:sldChg chg="add del">
        <pc:chgData name="Lines, Todd" userId="afaf7c3a-e8aa-4568-882a-02ad8f9e19b0" providerId="ADAL" clId="{002822DB-EE53-4F2A-8F03-1C9D4C4542CA}" dt="2025-07-03T22:41:58.432" v="69" actId="47"/>
        <pc:sldMkLst>
          <pc:docMk/>
          <pc:sldMk cId="3786188879" sldId="283"/>
        </pc:sldMkLst>
      </pc:sldChg>
      <pc:sldChg chg="addSp delSp modSp new mod">
        <pc:chgData name="Lines, Todd" userId="afaf7c3a-e8aa-4568-882a-02ad8f9e19b0" providerId="ADAL" clId="{002822DB-EE53-4F2A-8F03-1C9D4C4542CA}" dt="2025-07-08T19:12:43.486" v="565" actId="21"/>
        <pc:sldMkLst>
          <pc:docMk/>
          <pc:sldMk cId="2610071715" sldId="284"/>
        </pc:sldMkLst>
        <pc:picChg chg="del mod">
          <ac:chgData name="Lines, Todd" userId="afaf7c3a-e8aa-4568-882a-02ad8f9e19b0" providerId="ADAL" clId="{002822DB-EE53-4F2A-8F03-1C9D4C4542CA}" dt="2025-07-08T19:12:43.486" v="565" actId="21"/>
          <ac:picMkLst>
            <pc:docMk/>
            <pc:sldMk cId="2610071715" sldId="284"/>
            <ac:picMk id="3" creationId="{3BA3EF61-268C-E181-70C3-B1C41F415E5D}"/>
          </ac:picMkLst>
        </pc:picChg>
        <pc:picChg chg="add mod">
          <ac:chgData name="Lines, Todd" userId="afaf7c3a-e8aa-4568-882a-02ad8f9e19b0" providerId="ADAL" clId="{002822DB-EE53-4F2A-8F03-1C9D4C4542CA}" dt="2025-07-03T22:34:54.038" v="27" actId="1076"/>
          <ac:picMkLst>
            <pc:docMk/>
            <pc:sldMk cId="2610071715" sldId="284"/>
            <ac:picMk id="5" creationId="{7C50B44E-422D-0F5E-1EA7-B9FCC089D53D}"/>
          </ac:picMkLst>
        </pc:picChg>
        <pc:cxnChg chg="add mod">
          <ac:chgData name="Lines, Todd" userId="afaf7c3a-e8aa-4568-882a-02ad8f9e19b0" providerId="ADAL" clId="{002822DB-EE53-4F2A-8F03-1C9D4C4542CA}" dt="2025-07-08T19:12:28.144" v="563" actId="1076"/>
          <ac:cxnSpMkLst>
            <pc:docMk/>
            <pc:sldMk cId="2610071715" sldId="284"/>
            <ac:cxnSpMk id="2" creationId="{1CA90B52-F499-88B4-8BE1-FD851213A876}"/>
          </ac:cxnSpMkLst>
        </pc:cxnChg>
      </pc:sldChg>
      <pc:sldChg chg="delSp modSp add del mod">
        <pc:chgData name="Lines, Todd" userId="afaf7c3a-e8aa-4568-882a-02ad8f9e19b0" providerId="ADAL" clId="{002822DB-EE53-4F2A-8F03-1C9D4C4542CA}" dt="2025-07-03T22:41:58.432" v="69" actId="47"/>
        <pc:sldMkLst>
          <pc:docMk/>
          <pc:sldMk cId="0" sldId="285"/>
        </pc:sldMkLst>
      </pc:sldChg>
      <pc:sldChg chg="add del">
        <pc:chgData name="Lines, Todd" userId="afaf7c3a-e8aa-4568-882a-02ad8f9e19b0" providerId="ADAL" clId="{002822DB-EE53-4F2A-8F03-1C9D4C4542CA}" dt="2025-07-03T22:41:58.432" v="69" actId="47"/>
        <pc:sldMkLst>
          <pc:docMk/>
          <pc:sldMk cId="0" sldId="340"/>
        </pc:sldMkLst>
      </pc:sldChg>
      <pc:sldChg chg="add">
        <pc:chgData name="Lines, Todd" userId="afaf7c3a-e8aa-4568-882a-02ad8f9e19b0" providerId="ADAL" clId="{002822DB-EE53-4F2A-8F03-1C9D4C4542CA}" dt="2025-07-03T22:34:21.323" v="22"/>
        <pc:sldMkLst>
          <pc:docMk/>
          <pc:sldMk cId="0" sldId="465"/>
        </pc:sldMkLst>
      </pc:sldChg>
      <pc:sldChg chg="addSp delSp modSp new mod">
        <pc:chgData name="Lines, Todd" userId="afaf7c3a-e8aa-4568-882a-02ad8f9e19b0" providerId="ADAL" clId="{002822DB-EE53-4F2A-8F03-1C9D4C4542CA}" dt="2025-07-08T19:15:22.834" v="574" actId="21"/>
        <pc:sldMkLst>
          <pc:docMk/>
          <pc:sldMk cId="975446107" sldId="466"/>
        </pc:sldMkLst>
        <pc:picChg chg="del mod">
          <ac:chgData name="Lines, Todd" userId="afaf7c3a-e8aa-4568-882a-02ad8f9e19b0" providerId="ADAL" clId="{002822DB-EE53-4F2A-8F03-1C9D4C4542CA}" dt="2025-07-08T19:15:22.834" v="574" actId="21"/>
          <ac:picMkLst>
            <pc:docMk/>
            <pc:sldMk cId="975446107" sldId="466"/>
            <ac:picMk id="3" creationId="{82303840-8BE9-36DF-9236-E3520FFAF485}"/>
          </ac:picMkLst>
        </pc:picChg>
        <pc:picChg chg="add mod">
          <ac:chgData name="Lines, Todd" userId="afaf7c3a-e8aa-4568-882a-02ad8f9e19b0" providerId="ADAL" clId="{002822DB-EE53-4F2A-8F03-1C9D4C4542CA}" dt="2025-07-08T19:15:06.698" v="572" actId="1037"/>
          <ac:picMkLst>
            <pc:docMk/>
            <pc:sldMk cId="975446107" sldId="466"/>
            <ac:picMk id="7" creationId="{6F3EB732-A7A6-1C91-AB4F-AB9333387F6C}"/>
          </ac:picMkLst>
        </pc:picChg>
        <pc:cxnChg chg="add mod">
          <ac:chgData name="Lines, Todd" userId="afaf7c3a-e8aa-4568-882a-02ad8f9e19b0" providerId="ADAL" clId="{002822DB-EE53-4F2A-8F03-1C9D4C4542CA}" dt="2025-07-08T19:15:01.326" v="566"/>
          <ac:cxnSpMkLst>
            <pc:docMk/>
            <pc:sldMk cId="975446107" sldId="466"/>
            <ac:cxnSpMk id="2" creationId="{0D1BAB16-90DD-3275-B8BF-0A11B1D71F90}"/>
          </ac:cxnSpMkLst>
        </pc:cxnChg>
      </pc:sldChg>
      <pc:sldChg chg="addSp delSp modSp new mod ord modClrScheme chgLayout">
        <pc:chgData name="Lines, Todd" userId="afaf7c3a-e8aa-4568-882a-02ad8f9e19b0" providerId="ADAL" clId="{002822DB-EE53-4F2A-8F03-1C9D4C4542CA}" dt="2025-07-03T22:36:38.967" v="44"/>
        <pc:sldMkLst>
          <pc:docMk/>
          <pc:sldMk cId="3225564050" sldId="467"/>
        </pc:sldMkLst>
        <pc:picChg chg="add mod">
          <ac:chgData name="Lines, Todd" userId="afaf7c3a-e8aa-4568-882a-02ad8f9e19b0" providerId="ADAL" clId="{002822DB-EE53-4F2A-8F03-1C9D4C4542CA}" dt="2025-07-03T22:36:05.687" v="42" actId="1076"/>
          <ac:picMkLst>
            <pc:docMk/>
            <pc:sldMk cId="3225564050" sldId="467"/>
            <ac:picMk id="5" creationId="{B6CBEDA1-2E2F-1F13-D234-0B692E47CB05}"/>
          </ac:picMkLst>
        </pc:picChg>
      </pc:sldChg>
      <pc:sldChg chg="addSp delSp modSp new mod">
        <pc:chgData name="Lines, Todd" userId="afaf7c3a-e8aa-4568-882a-02ad8f9e19b0" providerId="ADAL" clId="{002822DB-EE53-4F2A-8F03-1C9D4C4542CA}" dt="2025-07-08T19:19:35.696" v="588" actId="21"/>
        <pc:sldMkLst>
          <pc:docMk/>
          <pc:sldMk cId="3310950541" sldId="468"/>
        </pc:sldMkLst>
        <pc:picChg chg="del mod">
          <ac:chgData name="Lines, Todd" userId="afaf7c3a-e8aa-4568-882a-02ad8f9e19b0" providerId="ADAL" clId="{002822DB-EE53-4F2A-8F03-1C9D4C4542CA}" dt="2025-07-08T19:19:35.696" v="588" actId="21"/>
          <ac:picMkLst>
            <pc:docMk/>
            <pc:sldMk cId="3310950541" sldId="468"/>
            <ac:picMk id="3" creationId="{05CD7CC5-BC8C-FD4A-DE26-6B2703E279D7}"/>
          </ac:picMkLst>
        </pc:picChg>
        <pc:picChg chg="add mod">
          <ac:chgData name="Lines, Todd" userId="afaf7c3a-e8aa-4568-882a-02ad8f9e19b0" providerId="ADAL" clId="{002822DB-EE53-4F2A-8F03-1C9D4C4542CA}" dt="2025-07-08T19:19:20.174" v="585" actId="1076"/>
          <ac:picMkLst>
            <pc:docMk/>
            <pc:sldMk cId="3310950541" sldId="468"/>
            <ac:picMk id="5" creationId="{F8649D0B-6325-EE19-60F5-1B96276F79BA}"/>
          </ac:picMkLst>
        </pc:picChg>
        <pc:cxnChg chg="add mod">
          <ac:chgData name="Lines, Todd" userId="afaf7c3a-e8aa-4568-882a-02ad8f9e19b0" providerId="ADAL" clId="{002822DB-EE53-4F2A-8F03-1C9D4C4542CA}" dt="2025-07-08T19:19:08.677" v="584" actId="1035"/>
          <ac:cxnSpMkLst>
            <pc:docMk/>
            <pc:sldMk cId="3310950541" sldId="468"/>
            <ac:cxnSpMk id="2" creationId="{E90AD6E6-3547-0EDD-4101-F1F57F1FF309}"/>
          </ac:cxnSpMkLst>
        </pc:cxnChg>
      </pc:sldChg>
      <pc:sldChg chg="addSp delSp modSp new mod">
        <pc:chgData name="Lines, Todd" userId="afaf7c3a-e8aa-4568-882a-02ad8f9e19b0" providerId="ADAL" clId="{002822DB-EE53-4F2A-8F03-1C9D4C4542CA}" dt="2025-07-08T19:21:03.987" v="593" actId="21"/>
        <pc:sldMkLst>
          <pc:docMk/>
          <pc:sldMk cId="3744036023" sldId="469"/>
        </pc:sldMkLst>
        <pc:picChg chg="del mod">
          <ac:chgData name="Lines, Todd" userId="afaf7c3a-e8aa-4568-882a-02ad8f9e19b0" providerId="ADAL" clId="{002822DB-EE53-4F2A-8F03-1C9D4C4542CA}" dt="2025-07-08T19:21:03.987" v="593" actId="21"/>
          <ac:picMkLst>
            <pc:docMk/>
            <pc:sldMk cId="3744036023" sldId="469"/>
            <ac:picMk id="3" creationId="{FD57C153-AF8E-E43A-A0CB-64ECD2BE0F03}"/>
          </ac:picMkLst>
        </pc:picChg>
        <pc:picChg chg="add mod">
          <ac:chgData name="Lines, Todd" userId="afaf7c3a-e8aa-4568-882a-02ad8f9e19b0" providerId="ADAL" clId="{002822DB-EE53-4F2A-8F03-1C9D4C4542CA}" dt="2025-07-03T22:37:10.740" v="55" actId="14100"/>
          <ac:picMkLst>
            <pc:docMk/>
            <pc:sldMk cId="3744036023" sldId="469"/>
            <ac:picMk id="5" creationId="{E8B8C2B6-2DC3-3AF5-4331-B1B2288CFE46}"/>
          </ac:picMkLst>
        </pc:picChg>
        <pc:cxnChg chg="add mod">
          <ac:chgData name="Lines, Todd" userId="afaf7c3a-e8aa-4568-882a-02ad8f9e19b0" providerId="ADAL" clId="{002822DB-EE53-4F2A-8F03-1C9D4C4542CA}" dt="2025-07-08T19:20:50.949" v="591" actId="1035"/>
          <ac:cxnSpMkLst>
            <pc:docMk/>
            <pc:sldMk cId="3744036023" sldId="469"/>
            <ac:cxnSpMk id="2" creationId="{2B34615C-03A8-8887-A787-5DFCE08ABDB9}"/>
          </ac:cxnSpMkLst>
        </pc:cxnChg>
      </pc:sldChg>
      <pc:sldChg chg="addSp delSp modSp new mod">
        <pc:chgData name="Lines, Todd" userId="afaf7c3a-e8aa-4568-882a-02ad8f9e19b0" providerId="ADAL" clId="{002822DB-EE53-4F2A-8F03-1C9D4C4542CA}" dt="2025-07-03T22:37:32.638" v="61" actId="1076"/>
        <pc:sldMkLst>
          <pc:docMk/>
          <pc:sldMk cId="3767091076" sldId="470"/>
        </pc:sldMkLst>
        <pc:picChg chg="add mod">
          <ac:chgData name="Lines, Todd" userId="afaf7c3a-e8aa-4568-882a-02ad8f9e19b0" providerId="ADAL" clId="{002822DB-EE53-4F2A-8F03-1C9D4C4542CA}" dt="2025-07-03T22:37:32.638" v="61" actId="1076"/>
          <ac:picMkLst>
            <pc:docMk/>
            <pc:sldMk cId="3767091076" sldId="470"/>
            <ac:picMk id="5" creationId="{EC5A76F3-495D-894A-F2FD-44A0958FCBE0}"/>
          </ac:picMkLst>
        </pc:picChg>
      </pc:sldChg>
      <pc:sldChg chg="add">
        <pc:chgData name="Lines, Todd" userId="afaf7c3a-e8aa-4568-882a-02ad8f9e19b0" providerId="ADAL" clId="{002822DB-EE53-4F2A-8F03-1C9D4C4542CA}" dt="2025-07-03T22:41:13.043" v="62"/>
        <pc:sldMkLst>
          <pc:docMk/>
          <pc:sldMk cId="0" sldId="471"/>
        </pc:sldMkLst>
      </pc:sldChg>
      <pc:sldChg chg="addSp delSp modSp new mod">
        <pc:chgData name="Lines, Todd" userId="afaf7c3a-e8aa-4568-882a-02ad8f9e19b0" providerId="ADAL" clId="{002822DB-EE53-4F2A-8F03-1C9D4C4542CA}" dt="2025-07-03T22:41:32.324" v="67" actId="14100"/>
        <pc:sldMkLst>
          <pc:docMk/>
          <pc:sldMk cId="4261913918" sldId="472"/>
        </pc:sldMkLst>
        <pc:picChg chg="add mod">
          <ac:chgData name="Lines, Todd" userId="afaf7c3a-e8aa-4568-882a-02ad8f9e19b0" providerId="ADAL" clId="{002822DB-EE53-4F2A-8F03-1C9D4C4542CA}" dt="2025-07-03T22:41:32.324" v="67" actId="14100"/>
          <ac:picMkLst>
            <pc:docMk/>
            <pc:sldMk cId="4261913918" sldId="472"/>
            <ac:picMk id="5" creationId="{577E6E97-3A9B-1B9A-33BE-F5A5B5A2DD75}"/>
          </ac:picMkLst>
        </pc:picChg>
      </pc:sldChg>
      <pc:sldChg chg="add">
        <pc:chgData name="Lines, Todd" userId="afaf7c3a-e8aa-4568-882a-02ad8f9e19b0" providerId="ADAL" clId="{002822DB-EE53-4F2A-8F03-1C9D4C4542CA}" dt="2025-07-03T22:41:44.751" v="68"/>
        <pc:sldMkLst>
          <pc:docMk/>
          <pc:sldMk cId="0" sldId="473"/>
        </pc:sldMkLst>
      </pc:sldChg>
      <pc:sldChg chg="addSp modSp add mod chgLayout">
        <pc:chgData name="Lines, Todd" userId="afaf7c3a-e8aa-4568-882a-02ad8f9e19b0" providerId="ADAL" clId="{002822DB-EE53-4F2A-8F03-1C9D4C4542CA}" dt="2025-07-08T18:41:31.210" v="450" actId="313"/>
        <pc:sldMkLst>
          <pc:docMk/>
          <pc:sldMk cId="3901738404" sldId="474"/>
        </pc:sldMkLst>
        <pc:spChg chg="add mod ord">
          <ac:chgData name="Lines, Todd" userId="afaf7c3a-e8aa-4568-882a-02ad8f9e19b0" providerId="ADAL" clId="{002822DB-EE53-4F2A-8F03-1C9D4C4542CA}" dt="2025-07-08T15:59:06.999" v="81" actId="20577"/>
          <ac:spMkLst>
            <pc:docMk/>
            <pc:sldMk cId="3901738404" sldId="474"/>
            <ac:spMk id="2" creationId="{20AA1F2A-A60F-5CC6-29F9-7C434BDC104D}"/>
          </ac:spMkLst>
        </pc:spChg>
        <pc:spChg chg="add mod ord">
          <ac:chgData name="Lines, Todd" userId="afaf7c3a-e8aa-4568-882a-02ad8f9e19b0" providerId="ADAL" clId="{002822DB-EE53-4F2A-8F03-1C9D4C4542CA}" dt="2025-07-08T18:41:31.210" v="450" actId="313"/>
          <ac:spMkLst>
            <pc:docMk/>
            <pc:sldMk cId="3901738404" sldId="474"/>
            <ac:spMk id="3" creationId="{F3E64571-AD3A-7F73-C2F0-EC24A6C543A7}"/>
          </ac:spMkLst>
        </pc:spChg>
        <pc:picChg chg="mod">
          <ac:chgData name="Lines, Todd" userId="afaf7c3a-e8aa-4568-882a-02ad8f9e19b0" providerId="ADAL" clId="{002822DB-EE53-4F2A-8F03-1C9D4C4542CA}" dt="2025-07-08T16:00:04.672" v="230" actId="1076"/>
          <ac:picMkLst>
            <pc:docMk/>
            <pc:sldMk cId="3901738404" sldId="474"/>
            <ac:picMk id="5" creationId="{84CD3C38-E32A-DCD7-C449-240C2C4A2735}"/>
          </ac:picMkLst>
        </pc:picChg>
        <pc:cxnChg chg="add mod">
          <ac:chgData name="Lines, Todd" userId="afaf7c3a-e8aa-4568-882a-02ad8f9e19b0" providerId="ADAL" clId="{002822DB-EE53-4F2A-8F03-1C9D4C4542CA}" dt="2025-07-08T16:00:15.217" v="232" actId="208"/>
          <ac:cxnSpMkLst>
            <pc:docMk/>
            <pc:sldMk cId="3901738404" sldId="474"/>
            <ac:cxnSpMk id="6" creationId="{FDCE3B62-BC43-1B02-EA7C-DEE19FE26AF3}"/>
          </ac:cxnSpMkLst>
        </pc:cxnChg>
      </pc:sldChg>
      <pc:sldChg chg="addSp delSp modSp add mod">
        <pc:chgData name="Lines, Todd" userId="afaf7c3a-e8aa-4568-882a-02ad8f9e19b0" providerId="ADAL" clId="{002822DB-EE53-4F2A-8F03-1C9D4C4542CA}" dt="2025-07-08T19:18:35.621" v="576" actId="1035"/>
        <pc:sldMkLst>
          <pc:docMk/>
          <pc:sldMk cId="1455729989" sldId="475"/>
        </pc:sldMkLst>
        <pc:picChg chg="add mod ord">
          <ac:chgData name="Lines, Todd" userId="afaf7c3a-e8aa-4568-882a-02ad8f9e19b0" providerId="ADAL" clId="{002822DB-EE53-4F2A-8F03-1C9D4C4542CA}" dt="2025-07-08T16:00:50.575" v="238" actId="1076"/>
          <ac:picMkLst>
            <pc:docMk/>
            <pc:sldMk cId="1455729989" sldId="475"/>
            <ac:picMk id="4" creationId="{6CCE7247-AF99-178F-8AA3-BACE43C1D3FE}"/>
          </ac:picMkLst>
        </pc:picChg>
        <pc:picChg chg="del">
          <ac:chgData name="Lines, Todd" userId="afaf7c3a-e8aa-4568-882a-02ad8f9e19b0" providerId="ADAL" clId="{002822DB-EE53-4F2A-8F03-1C9D4C4542CA}" dt="2025-07-08T16:00:42.342" v="234" actId="478"/>
          <ac:picMkLst>
            <pc:docMk/>
            <pc:sldMk cId="1455729989" sldId="475"/>
            <ac:picMk id="5" creationId="{304CB9DA-F391-D172-BD0C-D63664D918C3}"/>
          </ac:picMkLst>
        </pc:picChg>
        <pc:cxnChg chg="mod">
          <ac:chgData name="Lines, Todd" userId="afaf7c3a-e8aa-4568-882a-02ad8f9e19b0" providerId="ADAL" clId="{002822DB-EE53-4F2A-8F03-1C9D4C4542CA}" dt="2025-07-08T19:18:35.621" v="576" actId="1035"/>
          <ac:cxnSpMkLst>
            <pc:docMk/>
            <pc:sldMk cId="1455729989" sldId="475"/>
            <ac:cxnSpMk id="6" creationId="{F47F3268-0BAF-BFCA-29DE-39D5DA409961}"/>
          </ac:cxnSpMkLst>
        </pc:cxnChg>
      </pc:sldChg>
      <pc:sldChg chg="modSp add mod">
        <pc:chgData name="Lines, Todd" userId="afaf7c3a-e8aa-4568-882a-02ad8f9e19b0" providerId="ADAL" clId="{002822DB-EE53-4F2A-8F03-1C9D4C4542CA}" dt="2025-07-08T16:01:58.751" v="381" actId="27636"/>
        <pc:sldMkLst>
          <pc:docMk/>
          <pc:sldMk cId="3465337476" sldId="476"/>
        </pc:sldMkLst>
        <pc:spChg chg="mod">
          <ac:chgData name="Lines, Todd" userId="afaf7c3a-e8aa-4568-882a-02ad8f9e19b0" providerId="ADAL" clId="{002822DB-EE53-4F2A-8F03-1C9D4C4542CA}" dt="2025-07-08T16:01:58.751" v="381" actId="27636"/>
          <ac:spMkLst>
            <pc:docMk/>
            <pc:sldMk cId="3465337476" sldId="476"/>
            <ac:spMk id="3" creationId="{87F41BFB-98F0-D02C-5367-860D80FB692B}"/>
          </ac:spMkLst>
        </pc:spChg>
      </pc:sldChg>
      <pc:sldChg chg="addSp delSp modSp add mod">
        <pc:chgData name="Lines, Todd" userId="afaf7c3a-e8aa-4568-882a-02ad8f9e19b0" providerId="ADAL" clId="{002822DB-EE53-4F2A-8F03-1C9D4C4542CA}" dt="2025-07-08T19:35:40.494" v="594" actId="1035"/>
        <pc:sldMkLst>
          <pc:docMk/>
          <pc:sldMk cId="148843540" sldId="477"/>
        </pc:sldMkLst>
        <pc:picChg chg="add mod">
          <ac:chgData name="Lines, Todd" userId="afaf7c3a-e8aa-4568-882a-02ad8f9e19b0" providerId="ADAL" clId="{002822DB-EE53-4F2A-8F03-1C9D4C4542CA}" dt="2025-07-08T16:02:29.753" v="384"/>
          <ac:picMkLst>
            <pc:docMk/>
            <pc:sldMk cId="148843540" sldId="477"/>
            <ac:picMk id="4" creationId="{44953FE4-1737-7FA7-D99D-6BC35F8D05F6}"/>
          </ac:picMkLst>
        </pc:picChg>
        <pc:picChg chg="del">
          <ac:chgData name="Lines, Todd" userId="afaf7c3a-e8aa-4568-882a-02ad8f9e19b0" providerId="ADAL" clId="{002822DB-EE53-4F2A-8F03-1C9D4C4542CA}" dt="2025-07-08T16:02:29.477" v="383" actId="478"/>
          <ac:picMkLst>
            <pc:docMk/>
            <pc:sldMk cId="148843540" sldId="477"/>
            <ac:picMk id="5" creationId="{0100523C-7374-467A-E24C-168B13AE907D}"/>
          </ac:picMkLst>
        </pc:picChg>
        <pc:cxnChg chg="del">
          <ac:chgData name="Lines, Todd" userId="afaf7c3a-e8aa-4568-882a-02ad8f9e19b0" providerId="ADAL" clId="{002822DB-EE53-4F2A-8F03-1C9D4C4542CA}" dt="2025-07-08T16:02:29.477" v="383" actId="478"/>
          <ac:cxnSpMkLst>
            <pc:docMk/>
            <pc:sldMk cId="148843540" sldId="477"/>
            <ac:cxnSpMk id="6" creationId="{4ABCDCF7-870F-DB22-F53A-398D8725B3D7}"/>
          </ac:cxnSpMkLst>
        </pc:cxnChg>
        <pc:cxnChg chg="add mod">
          <ac:chgData name="Lines, Todd" userId="afaf7c3a-e8aa-4568-882a-02ad8f9e19b0" providerId="ADAL" clId="{002822DB-EE53-4F2A-8F03-1C9D4C4542CA}" dt="2025-07-08T19:35:40.494" v="594" actId="1035"/>
          <ac:cxnSpMkLst>
            <pc:docMk/>
            <pc:sldMk cId="148843540" sldId="477"/>
            <ac:cxnSpMk id="7" creationId="{B6141E50-A300-85A4-7692-1C3F2329E3A7}"/>
          </ac:cxnSpMkLst>
        </pc:cxnChg>
      </pc:sldChg>
      <pc:sldChg chg="addSp delSp modSp add mod">
        <pc:chgData name="Lines, Todd" userId="afaf7c3a-e8aa-4568-882a-02ad8f9e19b0" providerId="ADAL" clId="{002822DB-EE53-4F2A-8F03-1C9D4C4542CA}" dt="2025-07-08T18:43:06.493" v="455" actId="313"/>
        <pc:sldMkLst>
          <pc:docMk/>
          <pc:sldMk cId="6673116" sldId="478"/>
        </pc:sldMkLst>
        <pc:spChg chg="mod">
          <ac:chgData name="Lines, Todd" userId="afaf7c3a-e8aa-4568-882a-02ad8f9e19b0" providerId="ADAL" clId="{002822DB-EE53-4F2A-8F03-1C9D4C4542CA}" dt="2025-07-08T18:43:06.493" v="455" actId="313"/>
          <ac:spMkLst>
            <pc:docMk/>
            <pc:sldMk cId="6673116" sldId="478"/>
            <ac:spMk id="3" creationId="{3B133359-F837-BC48-4156-8016D7E11C67}"/>
          </ac:spMkLst>
        </pc:spChg>
        <pc:picChg chg="add mod">
          <ac:chgData name="Lines, Todd" userId="afaf7c3a-e8aa-4568-882a-02ad8f9e19b0" providerId="ADAL" clId="{002822DB-EE53-4F2A-8F03-1C9D4C4542CA}" dt="2025-07-08T18:40:18.527" v="391" actId="1076"/>
          <ac:picMkLst>
            <pc:docMk/>
            <pc:sldMk cId="6673116" sldId="478"/>
            <ac:picMk id="4" creationId="{5E193EE2-C47E-7850-F4DD-C8F3EEC111DE}"/>
          </ac:picMkLst>
        </pc:picChg>
        <pc:picChg chg="del">
          <ac:chgData name="Lines, Todd" userId="afaf7c3a-e8aa-4568-882a-02ad8f9e19b0" providerId="ADAL" clId="{002822DB-EE53-4F2A-8F03-1C9D4C4542CA}" dt="2025-07-08T16:03:08.950" v="386" actId="478"/>
          <ac:picMkLst>
            <pc:docMk/>
            <pc:sldMk cId="6673116" sldId="478"/>
            <ac:picMk id="5" creationId="{DB624585-6601-D697-745A-F9CA914D07E9}"/>
          </ac:picMkLst>
        </pc:picChg>
        <pc:cxnChg chg="mod ord">
          <ac:chgData name="Lines, Todd" userId="afaf7c3a-e8aa-4568-882a-02ad8f9e19b0" providerId="ADAL" clId="{002822DB-EE53-4F2A-8F03-1C9D4C4542CA}" dt="2025-07-08T18:41:00.239" v="449" actId="1035"/>
          <ac:cxnSpMkLst>
            <pc:docMk/>
            <pc:sldMk cId="6673116" sldId="478"/>
            <ac:cxnSpMk id="6" creationId="{2081A4D1-E4E2-F7A7-A308-0E91C696AE34}"/>
          </ac:cxnSpMkLst>
        </pc:cxnChg>
      </pc:sldChg>
      <pc:sldChg chg="addSp delSp modSp add mod">
        <pc:chgData name="Lines, Todd" userId="afaf7c3a-e8aa-4568-882a-02ad8f9e19b0" providerId="ADAL" clId="{002822DB-EE53-4F2A-8F03-1C9D4C4542CA}" dt="2025-07-08T18:42:13.563" v="454" actId="1076"/>
        <pc:sldMkLst>
          <pc:docMk/>
          <pc:sldMk cId="1395796797" sldId="479"/>
        </pc:sldMkLst>
        <pc:picChg chg="add mod">
          <ac:chgData name="Lines, Todd" userId="afaf7c3a-e8aa-4568-882a-02ad8f9e19b0" providerId="ADAL" clId="{002822DB-EE53-4F2A-8F03-1C9D4C4542CA}" dt="2025-07-08T18:42:13.563" v="454" actId="1076"/>
          <ac:picMkLst>
            <pc:docMk/>
            <pc:sldMk cId="1395796797" sldId="479"/>
            <ac:picMk id="4" creationId="{9962E8B0-9050-503B-9091-1EDA47E2D28F}"/>
          </ac:picMkLst>
        </pc:picChg>
        <pc:picChg chg="del">
          <ac:chgData name="Lines, Todd" userId="afaf7c3a-e8aa-4568-882a-02ad8f9e19b0" providerId="ADAL" clId="{002822DB-EE53-4F2A-8F03-1C9D4C4542CA}" dt="2025-07-08T18:42:03.360" v="452" actId="478"/>
          <ac:picMkLst>
            <pc:docMk/>
            <pc:sldMk cId="1395796797" sldId="479"/>
            <ac:picMk id="5" creationId="{9C4172B2-C540-B805-DE82-2319F4225DFB}"/>
          </ac:picMkLst>
        </pc:picChg>
        <pc:cxnChg chg="del">
          <ac:chgData name="Lines, Todd" userId="afaf7c3a-e8aa-4568-882a-02ad8f9e19b0" providerId="ADAL" clId="{002822DB-EE53-4F2A-8F03-1C9D4C4542CA}" dt="2025-07-08T18:42:03.360" v="452" actId="478"/>
          <ac:cxnSpMkLst>
            <pc:docMk/>
            <pc:sldMk cId="1395796797" sldId="479"/>
            <ac:cxnSpMk id="6" creationId="{68E3D5C1-BEAF-C61A-766D-38696C34D103}"/>
          </ac:cxnSpMkLst>
        </pc:cxnChg>
        <pc:cxnChg chg="add mod">
          <ac:chgData name="Lines, Todd" userId="afaf7c3a-e8aa-4568-882a-02ad8f9e19b0" providerId="ADAL" clId="{002822DB-EE53-4F2A-8F03-1C9D4C4542CA}" dt="2025-07-08T18:42:13.563" v="454" actId="1076"/>
          <ac:cxnSpMkLst>
            <pc:docMk/>
            <pc:sldMk cId="1395796797" sldId="479"/>
            <ac:cxnSpMk id="7" creationId="{12CEA0B4-9B95-6447-98D6-0F38E0037934}"/>
          </ac:cxnSpMkLst>
        </pc:cxnChg>
      </pc:sldChg>
      <pc:sldChg chg="addSp delSp modSp new mod ord">
        <pc:chgData name="Lines, Todd" userId="afaf7c3a-e8aa-4568-882a-02ad8f9e19b0" providerId="ADAL" clId="{002822DB-EE53-4F2A-8F03-1C9D4C4542CA}" dt="2025-07-08T19:03:21.752" v="559"/>
        <pc:sldMkLst>
          <pc:docMk/>
          <pc:sldMk cId="1397824895" sldId="480"/>
        </pc:sldMkLst>
        <pc:picChg chg="add del mod">
          <ac:chgData name="Lines, Todd" userId="afaf7c3a-e8aa-4568-882a-02ad8f9e19b0" providerId="ADAL" clId="{002822DB-EE53-4F2A-8F03-1C9D4C4542CA}" dt="2025-07-08T18:49:44.201" v="459" actId="478"/>
          <ac:picMkLst>
            <pc:docMk/>
            <pc:sldMk cId="1397824895" sldId="480"/>
            <ac:picMk id="5" creationId="{F2E42F06-EEEB-8549-5BBE-F5813A72E876}"/>
          </ac:picMkLst>
        </pc:picChg>
        <pc:picChg chg="add">
          <ac:chgData name="Lines, Todd" userId="afaf7c3a-e8aa-4568-882a-02ad8f9e19b0" providerId="ADAL" clId="{002822DB-EE53-4F2A-8F03-1C9D4C4542CA}" dt="2025-07-08T18:50:05.430" v="460" actId="22"/>
          <ac:picMkLst>
            <pc:docMk/>
            <pc:sldMk cId="1397824895" sldId="480"/>
            <ac:picMk id="7" creationId="{4CBFB42F-3F0E-C08B-4644-798D61BFA10D}"/>
          </ac:picMkLst>
        </pc:picChg>
      </pc:sldChg>
      <pc:sldChg chg="add del">
        <pc:chgData name="Lines, Todd" userId="afaf7c3a-e8aa-4568-882a-02ad8f9e19b0" providerId="ADAL" clId="{002822DB-EE53-4F2A-8F03-1C9D4C4542CA}" dt="2025-07-08T18:53:45.972" v="463"/>
        <pc:sldMkLst>
          <pc:docMk/>
          <pc:sldMk cId="0" sldId="481"/>
        </pc:sldMkLst>
      </pc:sldChg>
      <pc:sldChg chg="modSp add mod ord">
        <pc:chgData name="Lines, Todd" userId="afaf7c3a-e8aa-4568-882a-02ad8f9e19b0" providerId="ADAL" clId="{002822DB-EE53-4F2A-8F03-1C9D4C4542CA}" dt="2025-07-08T19:03:11.468" v="557" actId="20577"/>
        <pc:sldMkLst>
          <pc:docMk/>
          <pc:sldMk cId="0" sldId="482"/>
        </pc:sldMkLst>
        <pc:spChg chg="mod">
          <ac:chgData name="Lines, Todd" userId="afaf7c3a-e8aa-4568-882a-02ad8f9e19b0" providerId="ADAL" clId="{002822DB-EE53-4F2A-8F03-1C9D4C4542CA}" dt="2025-07-08T19:03:11.468" v="557" actId="20577"/>
          <ac:spMkLst>
            <pc:docMk/>
            <pc:sldMk cId="0" sldId="482"/>
            <ac:spMk id="17410" creationId="{E6D39776-0E6E-C21B-F667-CEE4AFDB8BC7}"/>
          </ac:spMkLst>
        </pc:spChg>
        <pc:spChg chg="mod">
          <ac:chgData name="Lines, Todd" userId="afaf7c3a-e8aa-4568-882a-02ad8f9e19b0" providerId="ADAL" clId="{002822DB-EE53-4F2A-8F03-1C9D4C4542CA}" dt="2025-07-08T19:02:56.669" v="555" actId="20577"/>
          <ac:spMkLst>
            <pc:docMk/>
            <pc:sldMk cId="0" sldId="482"/>
            <ac:spMk id="17411" creationId="{9DDAEF39-43C0-F461-FEF1-3FC64669D58D}"/>
          </ac:spMkLst>
        </pc:spChg>
      </pc:sldChg>
      <pc:sldChg chg="add ord">
        <pc:chgData name="Lines, Todd" userId="afaf7c3a-e8aa-4568-882a-02ad8f9e19b0" providerId="ADAL" clId="{002822DB-EE53-4F2A-8F03-1C9D4C4542CA}" dt="2025-07-08T19:03:35.320" v="561"/>
        <pc:sldMkLst>
          <pc:docMk/>
          <pc:sldMk cId="0" sldId="483"/>
        </pc:sldMkLst>
      </pc:sldChg>
      <pc:sldChg chg="modSp add mod">
        <pc:chgData name="Lines, Todd" userId="afaf7c3a-e8aa-4568-882a-02ad8f9e19b0" providerId="ADAL" clId="{002822DB-EE53-4F2A-8F03-1C9D4C4542CA}" dt="2025-07-08T18:56:23.087" v="486" actId="313"/>
        <pc:sldMkLst>
          <pc:docMk/>
          <pc:sldMk cId="0" sldId="484"/>
        </pc:sldMkLst>
        <pc:spChg chg="mod">
          <ac:chgData name="Lines, Todd" userId="afaf7c3a-e8aa-4568-882a-02ad8f9e19b0" providerId="ADAL" clId="{002822DB-EE53-4F2A-8F03-1C9D4C4542CA}" dt="2025-07-08T18:56:23.087" v="486" actId="313"/>
          <ac:spMkLst>
            <pc:docMk/>
            <pc:sldMk cId="0" sldId="484"/>
            <ac:spMk id="35843" creationId="{25E6F564-0ACC-BFA0-5D1C-098F0645008F}"/>
          </ac:spMkLst>
        </pc:spChg>
      </pc:sldChg>
      <pc:sldChg chg="add ord">
        <pc:chgData name="Lines, Todd" userId="afaf7c3a-e8aa-4568-882a-02ad8f9e19b0" providerId="ADAL" clId="{002822DB-EE53-4F2A-8F03-1C9D4C4542CA}" dt="2025-07-08T19:02:08.281" v="488"/>
        <pc:sldMkLst>
          <pc:docMk/>
          <pc:sldMk cId="0" sldId="48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84AAD-F2F7-440E-A41C-6B3FA172D4A3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6B6F5-A6EB-37BB-85A9-10085F3A30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18106-E341-A28A-91F0-00360CF4F7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075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>
            <a:extLst>
              <a:ext uri="{FF2B5EF4-FFF2-40B4-BE49-F238E27FC236}">
                <a16:creationId xmlns:a16="http://schemas.microsoft.com/office/drawing/2014/main" id="{A4BD83C5-81EE-152C-FD29-C1D4F5CC0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BF5D545-BF0B-49DD-909A-BCF13FDF15E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966ECDB1-A4DC-562A-1853-2983CD5B55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123.11.5</a:t>
            </a:r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DAABCBB7-A059-A233-6F41-51139C8CF2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altLang="en-US"/>
              <a:t>Which quantity is independent of path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Q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 </a:t>
            </a:r>
            <a:r>
              <a:rPr lang="en-US" altLang="en-US">
                <a:sym typeface="Symbol" panose="05050102010706020507" pitchFamily="18" charset="2"/>
              </a:rPr>
              <a:t></a:t>
            </a:r>
            <a:r>
              <a:rPr lang="en-US" altLang="en-US"/>
              <a:t>E</a:t>
            </a:r>
            <a:r>
              <a:rPr lang="en-US" altLang="en-US" baseline="-25000"/>
              <a:t>int </a:t>
            </a:r>
            <a:endParaRPr lang="en-US" altLang="en-US"/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W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Can’t tell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8708F3D8-B515-9867-E589-EFBB3B3B6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123.11.2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9252E4EE-7586-CBA2-4336-5504B67044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use Joule’s paddle apparatus to raise the temperature of a fluid. Is any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563A9C66-03F0-A484-721F-B8E33EDE5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6F2C5DA-4F56-43CB-9048-2DAE67243C76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E6D39776-0E6E-C21B-F667-CEE4AFDB8B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Question 123.11.1.5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9DDAEF39-43C0-F461-FEF1-3FC64669D5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open your freezer (or a door in January in Rexburg), energy flows out. What is the sign of Q?</a:t>
            </a:r>
          </a:p>
          <a:p>
            <a:pPr>
              <a:buFontTx/>
              <a:buAutoNum type="alphaLcParenR"/>
            </a:pPr>
            <a:r>
              <a:rPr lang="en-US" altLang="en-US" dirty="0"/>
              <a:t> Positive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Negative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Other</a:t>
            </a:r>
          </a:p>
          <a:p>
            <a:pPr>
              <a:buFontTx/>
              <a:buAutoNum type="alphaLcParenR"/>
            </a:pPr>
            <a:endParaRPr lang="en-US" altLang="en-US" dirty="0"/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D7937BA5-0088-7427-67A0-499124E48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B19BD07-071A-408D-BD8B-D617EACAFF6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BD7BC364-554B-BF01-12CB-17EE3C1741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E35D5D87-03FD-1861-EC7A-7DD295F2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0D3175AE-CC06-109F-3CE2-0FE9951F3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3BA6EC95-2153-18BE-167D-222A7F2C393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8BDE6928-DC14-56E4-2AE1-1AD9EF6E4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16DE3692-E1D7-2384-2449-2D6DAC2D0536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D8DA5F4A-9EA0-1CFE-2CDA-B54BDDDBC3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CFFD6-ADB8-4963-BA4A-E6F3FC004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E5FE3-BCE3-0DB7-0B68-DBBD6F5BB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BFB42F-3F0E-C08B-4644-798D61BFA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9349"/>
            <a:ext cx="9144000" cy="363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824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0CEB71E-042F-236B-55A0-7ACCAA167B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123.11.3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BFD3E110-E51C-752A-979B-B4EEE4BBF8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increase the temperature of a gas in a piston. Is there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47BCF7B8-40BC-717A-E843-93BF273E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22325F1-2933-41EE-85FF-C4288F5FF8CA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en-US" altLang="en-US"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21BB-6821-6DFD-74A4-12A2BD25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CD3C38-E32A-DCD7-C449-240C2C4A2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AA1F2A-A60F-5CC6-29F9-7C434BD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64571-AD3A-7F73-C2F0-EC24A6C54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CE3B62-BC43-1B02-EA7C-DEE19FE26AF3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738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50B44E-422D-0F5E-1EA7-B9FCC089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495365"/>
            <a:ext cx="5372100" cy="3570277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CA90B52-F499-88B4-8BE1-FD851213A876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71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BEDA1-2E2F-1F13-D234-0B692E47C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762000"/>
            <a:ext cx="7515224" cy="501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564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3EB732-A7A6-1C91-AB4F-AB933338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068" y="1285480"/>
            <a:ext cx="6448424" cy="428704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D1BAB16-90DD-3275-B8BF-0A11B1D71F90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4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3501E-BB92-893F-17B4-2F328E00A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A98E3F-4F8B-3DC5-8D36-8C98A26CB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E25E1-5C74-A364-56A7-4E182E14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41BFB-98F0-D02C-5367-860D80FB6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288DE1-220D-7983-F7AC-10FFCB1A5B7D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337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5DB3-685E-FAD5-F8F9-EEAE062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E7247-AF99-178F-8AA3-BACE43C1D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409BF1-7F1A-384E-E00B-13CC48F5C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D196C-BB3E-22D9-E532-A4D9C029B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Temperatuere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7F3268-0BAF-BFCA-29DE-39D5DA409961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 w="63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729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649D0B-6325-EE19-60F5-1B96276F7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901" y="981851"/>
            <a:ext cx="6717692" cy="446682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90AD6E6-3547-0EDD-4101-F1F57F1FF309}"/>
              </a:ext>
            </a:extLst>
          </p:cNvPr>
          <p:cNvCxnSpPr>
            <a:cxnSpLocks/>
          </p:cNvCxnSpPr>
          <p:nvPr/>
        </p:nvCxnSpPr>
        <p:spPr>
          <a:xfrm>
            <a:off x="4813935" y="2822829"/>
            <a:ext cx="438150" cy="0"/>
          </a:xfrm>
          <a:prstGeom prst="straightConnector1">
            <a:avLst/>
          </a:prstGeom>
          <a:ln w="63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95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B8C2B6-2DC3-3AF5-4331-B1B2288CF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19" y="990600"/>
            <a:ext cx="7196007" cy="479107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B34615C-03A8-8887-A787-5DFCE08ABDB9}"/>
              </a:ext>
            </a:extLst>
          </p:cNvPr>
          <p:cNvCxnSpPr>
            <a:cxnSpLocks/>
          </p:cNvCxnSpPr>
          <p:nvPr/>
        </p:nvCxnSpPr>
        <p:spPr>
          <a:xfrm>
            <a:off x="4896231" y="2950845"/>
            <a:ext cx="438150" cy="0"/>
          </a:xfrm>
          <a:prstGeom prst="straightConnector1">
            <a:avLst/>
          </a:prstGeom>
          <a:ln w="63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03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B5AB-D1BA-D882-EA0A-A21E76FB5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E270-1E20-C787-B7FF-7D7671D2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1B880-867C-8BBF-96DF-5846F92C1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53FE4-1737-7FA7-D99D-6BC35F8D0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6141E50-A300-85A4-7692-1C3F2329E3A7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43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5A76F3-495D-894A-F2FD-44A0958FC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11" y="741283"/>
            <a:ext cx="7451577" cy="498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0910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an 6"/>
          <p:cNvSpPr/>
          <p:nvPr/>
        </p:nvSpPr>
        <p:spPr>
          <a:xfrm>
            <a:off x="2438400" y="1828800"/>
            <a:ext cx="4953000" cy="4114800"/>
          </a:xfrm>
          <a:prstGeom prst="can">
            <a:avLst>
              <a:gd name="adj" fmla="val 933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2438400" y="3352800"/>
            <a:ext cx="4953000" cy="2590800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2438400" y="3048000"/>
            <a:ext cx="4953000" cy="685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/>
          <p:cNvSpPr/>
          <p:nvPr/>
        </p:nvSpPr>
        <p:spPr>
          <a:xfrm>
            <a:off x="4724400" y="3581400"/>
            <a:ext cx="381000" cy="1371600"/>
          </a:xfrm>
          <a:prstGeom prst="downArrow">
            <a:avLst>
              <a:gd name="adj1" fmla="val 31841"/>
              <a:gd name="adj2" fmla="val 6311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81600" y="4343400"/>
            <a:ext cx="5896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rgbClr val="FF0000"/>
                </a:solidFill>
              </a:rPr>
              <a:t>F</a:t>
            </a:r>
            <a:r>
              <a:rPr lang="en-US" sz="4000" i="1" baseline="-25000" dirty="0" err="1">
                <a:solidFill>
                  <a:srgbClr val="FF0000"/>
                </a:solidFill>
              </a:rPr>
              <a:t>g</a:t>
            </a:r>
            <a:endParaRPr lang="en-US" sz="4000" i="1" baseline="-25000" dirty="0">
              <a:solidFill>
                <a:srgbClr val="FF0000"/>
              </a:solidFill>
            </a:endParaRPr>
          </a:p>
        </p:txBody>
      </p:sp>
      <p:sp>
        <p:nvSpPr>
          <p:cNvPr id="13" name="Down Arrow 12"/>
          <p:cNvSpPr/>
          <p:nvPr/>
        </p:nvSpPr>
        <p:spPr>
          <a:xfrm flipV="1">
            <a:off x="4267200" y="3733800"/>
            <a:ext cx="381000" cy="16764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48000" y="4191000"/>
            <a:ext cx="11605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p,gas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  <p:sp>
        <p:nvSpPr>
          <p:cNvPr id="15" name="Down Arrow 14"/>
          <p:cNvSpPr/>
          <p:nvPr/>
        </p:nvSpPr>
        <p:spPr>
          <a:xfrm>
            <a:off x="4495800" y="2514600"/>
            <a:ext cx="381000" cy="6096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76800" y="2209800"/>
            <a:ext cx="10467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p,air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D6B20-1277-2264-8EDF-6F4258315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902A-B84D-A514-37D7-D098D0C2D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33359-F837-BC48-4156-8016D7E11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93EE2-C47E-7850-F4DD-C8F3EEC11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28850"/>
            <a:ext cx="3926427" cy="260985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081A4D1-E4E2-F7A7-A308-0E91C696AE34}"/>
              </a:ext>
            </a:extLst>
          </p:cNvPr>
          <p:cNvCxnSpPr>
            <a:cxnSpLocks/>
          </p:cNvCxnSpPr>
          <p:nvPr/>
        </p:nvCxnSpPr>
        <p:spPr>
          <a:xfrm>
            <a:off x="6886575" y="36004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3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7E6E97-3A9B-1B9A-33BE-F5A5B5A2D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985174"/>
            <a:ext cx="6829255" cy="453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13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C65D-E100-362F-5F1F-572E43EA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0DF89-A007-5A8C-B431-6C403789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A9422-D97A-8366-B323-205D84934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2E8B0-9050-503B-9091-1EDA47E2D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57450"/>
            <a:ext cx="3926427" cy="260985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EA0B4-9B95-6447-98D6-0F38E0037934}"/>
              </a:ext>
            </a:extLst>
          </p:cNvPr>
          <p:cNvCxnSpPr>
            <a:cxnSpLocks/>
          </p:cNvCxnSpPr>
          <p:nvPr/>
        </p:nvCxnSpPr>
        <p:spPr>
          <a:xfrm>
            <a:off x="6886575" y="38290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796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9" name="Group 5"/>
          <p:cNvGrpSpPr>
            <a:grpSpLocks/>
          </p:cNvGrpSpPr>
          <p:nvPr/>
        </p:nvGrpSpPr>
        <p:grpSpPr bwMode="auto">
          <a:xfrm>
            <a:off x="990600" y="1524000"/>
            <a:ext cx="7467599" cy="4724400"/>
            <a:chOff x="3733" y="1510"/>
            <a:chExt cx="1416" cy="1628"/>
          </a:xfrm>
        </p:grpSpPr>
        <p:grpSp>
          <p:nvGrpSpPr>
            <p:cNvPr id="23" name="Group 22"/>
            <p:cNvGrpSpPr>
              <a:grpSpLocks/>
            </p:cNvGrpSpPr>
            <p:nvPr/>
          </p:nvGrpSpPr>
          <p:grpSpPr bwMode="auto">
            <a:xfrm>
              <a:off x="3733" y="1514"/>
              <a:ext cx="1416" cy="1624"/>
              <a:chOff x="3596" y="1780"/>
              <a:chExt cx="1416" cy="1624"/>
            </a:xfrm>
          </p:grpSpPr>
          <p:sp>
            <p:nvSpPr>
              <p:cNvPr id="28" name="Freeform 7"/>
              <p:cNvSpPr>
                <a:spLocks/>
              </p:cNvSpPr>
              <p:nvPr/>
            </p:nvSpPr>
            <p:spPr bwMode="auto">
              <a:xfrm>
                <a:off x="3596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/>
              <p:cNvSpPr>
                <a:spLocks/>
              </p:cNvSpPr>
              <p:nvPr/>
            </p:nvSpPr>
            <p:spPr bwMode="auto">
              <a:xfrm flipH="1">
                <a:off x="4288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" name="AutoShape 9"/>
            <p:cNvSpPr>
              <a:spLocks noChangeArrowheads="1"/>
            </p:cNvSpPr>
            <p:nvPr/>
          </p:nvSpPr>
          <p:spPr bwMode="auto">
            <a:xfrm>
              <a:off x="3897" y="1814"/>
              <a:ext cx="1088" cy="1288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Rectangle 10"/>
            <p:cNvSpPr>
              <a:spLocks noChangeArrowheads="1"/>
            </p:cNvSpPr>
            <p:nvPr/>
          </p:nvSpPr>
          <p:spPr bwMode="auto">
            <a:xfrm>
              <a:off x="3897" y="1794"/>
              <a:ext cx="1076" cy="248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Freeform 11"/>
            <p:cNvSpPr>
              <a:spLocks/>
            </p:cNvSpPr>
            <p:nvPr/>
          </p:nvSpPr>
          <p:spPr bwMode="auto">
            <a:xfrm>
              <a:off x="3817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>
              <a:spLocks/>
            </p:cNvSpPr>
            <p:nvPr/>
          </p:nvSpPr>
          <p:spPr bwMode="auto">
            <a:xfrm flipH="1">
              <a:off x="4441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AutoShape 13"/>
          <p:cNvSpPr>
            <a:spLocks noChangeArrowheads="1"/>
          </p:cNvSpPr>
          <p:nvPr/>
        </p:nvSpPr>
        <p:spPr bwMode="auto">
          <a:xfrm rot="20293304">
            <a:off x="2484784" y="18928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AutoShape 14"/>
          <p:cNvSpPr>
            <a:spLocks noChangeArrowheads="1"/>
          </p:cNvSpPr>
          <p:nvPr/>
        </p:nvSpPr>
        <p:spPr bwMode="auto">
          <a:xfrm>
            <a:off x="3902243" y="1849540"/>
            <a:ext cx="1812758" cy="1489346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15"/>
          <p:cNvSpPr txBox="1">
            <a:spLocks noChangeArrowheads="1"/>
          </p:cNvSpPr>
          <p:nvPr/>
        </p:nvSpPr>
        <p:spPr bwMode="auto">
          <a:xfrm>
            <a:off x="3621505" y="4266675"/>
            <a:ext cx="1700463" cy="939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7" name="Can 6"/>
          <p:cNvSpPr/>
          <p:nvPr/>
        </p:nvSpPr>
        <p:spPr>
          <a:xfrm>
            <a:off x="4419600" y="3810000"/>
            <a:ext cx="1295400" cy="1828800"/>
          </a:xfrm>
          <a:prstGeom prst="can">
            <a:avLst>
              <a:gd name="adj" fmla="val 9335"/>
            </a:avLst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4419600" y="4487333"/>
            <a:ext cx="1295400" cy="1151467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4419600" y="4351867"/>
            <a:ext cx="1295400" cy="304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utoShape 13"/>
          <p:cNvSpPr>
            <a:spLocks noChangeArrowheads="1"/>
          </p:cNvSpPr>
          <p:nvPr/>
        </p:nvSpPr>
        <p:spPr bwMode="auto">
          <a:xfrm rot="3345085">
            <a:off x="5502354" y="19714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Can Q=0?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BC53A5-796C-A723-6550-FECB380815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4F83FA-4E9E-5E98-6273-B37625F466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63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942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1239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517" y="1942723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5883" y="2061829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Oval 20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2" name="Oval 21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920190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4165" y="2010999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128268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792" y="2014965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58765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62646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2755956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461919" y="340927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2681230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146895" y="466432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1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4191082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841801" y="3192898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4086151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4706891" y="475187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53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5" y="571291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</TotalTime>
  <Words>461</Words>
  <Application>Microsoft Office PowerPoint</Application>
  <PresentationFormat>On-screen Show (4:3)</PresentationFormat>
  <Paragraphs>159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Cambria Math</vt:lpstr>
      <vt:lpstr>Symbol</vt:lpstr>
      <vt:lpstr>Wingdings 3</vt:lpstr>
      <vt:lpstr>Office Theme</vt:lpstr>
      <vt:lpstr>Lecture 35</vt:lpstr>
      <vt:lpstr>Question 123.11.5</vt:lpstr>
      <vt:lpstr>Question 123.11.2</vt:lpstr>
      <vt:lpstr>Question 123.11.1.5</vt:lpstr>
      <vt:lpstr>PowerPoint Presentation</vt:lpstr>
      <vt:lpstr>PowerPoint Presentation</vt:lpstr>
      <vt:lpstr>Question 123.11.3</vt:lpstr>
      <vt:lpstr>Question</vt:lpstr>
      <vt:lpstr>PowerPoint Presentation</vt:lpstr>
      <vt:lpstr>PowerPoint Presentation</vt:lpstr>
      <vt:lpstr>PowerPoint Presentation</vt:lpstr>
      <vt:lpstr>Question</vt:lpstr>
      <vt:lpstr>Question</vt:lpstr>
      <vt:lpstr>PowerPoint Presentation</vt:lpstr>
      <vt:lpstr>PowerPoint Presentation</vt:lpstr>
      <vt:lpstr>Question</vt:lpstr>
      <vt:lpstr>PowerPoint Presentation</vt:lpstr>
      <vt:lpstr>PowerPoint Presentation</vt:lpstr>
      <vt:lpstr>Question</vt:lpstr>
      <vt:lpstr>PowerPoint Presentation</vt:lpstr>
      <vt:lpstr>Question</vt:lpstr>
      <vt:lpstr>PowerPoint Presentation</vt:lpstr>
      <vt:lpstr>Question 123.11.4</vt:lpstr>
      <vt:lpstr>END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Process A’B</vt:lpstr>
      <vt:lpstr>Process B’C</vt:lpstr>
      <vt:lpstr>Process C’D</vt:lpstr>
      <vt:lpstr>Process D’A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18</cp:revision>
  <dcterms:created xsi:type="dcterms:W3CDTF">2011-10-26T03:11:30Z</dcterms:created>
  <dcterms:modified xsi:type="dcterms:W3CDTF">2025-07-08T19:35:49Z</dcterms:modified>
</cp:coreProperties>
</file>