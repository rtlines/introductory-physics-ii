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4"/>
  </p:notesMasterIdLst>
  <p:sldIdLst>
    <p:sldId id="305" r:id="rId2"/>
    <p:sldId id="1450" r:id="rId3"/>
    <p:sldId id="1451" r:id="rId4"/>
    <p:sldId id="1452" r:id="rId5"/>
    <p:sldId id="343" r:id="rId6"/>
    <p:sldId id="1444" r:id="rId7"/>
    <p:sldId id="1447" r:id="rId8"/>
    <p:sldId id="1446" r:id="rId9"/>
    <p:sldId id="1445" r:id="rId10"/>
    <p:sldId id="1449" r:id="rId11"/>
    <p:sldId id="310" r:id="rId12"/>
    <p:sldId id="309" r:id="rId13"/>
    <p:sldId id="1442" r:id="rId14"/>
    <p:sldId id="263" r:id="rId15"/>
    <p:sldId id="1443" r:id="rId16"/>
    <p:sldId id="1439" r:id="rId17"/>
    <p:sldId id="1441" r:id="rId18"/>
    <p:sldId id="1071" r:id="rId19"/>
    <p:sldId id="1072" r:id="rId20"/>
    <p:sldId id="1138" r:id="rId21"/>
    <p:sldId id="1139" r:id="rId22"/>
    <p:sldId id="1140" r:id="rId23"/>
    <p:sldId id="1141" r:id="rId24"/>
    <p:sldId id="306" r:id="rId25"/>
    <p:sldId id="307" r:id="rId26"/>
    <p:sldId id="308" r:id="rId27"/>
    <p:sldId id="269" r:id="rId28"/>
    <p:sldId id="270" r:id="rId29"/>
    <p:sldId id="271" r:id="rId30"/>
    <p:sldId id="272" r:id="rId31"/>
    <p:sldId id="273" r:id="rId32"/>
    <p:sldId id="274" r:id="rId33"/>
    <p:sldId id="275" r:id="rId34"/>
    <p:sldId id="276" r:id="rId35"/>
    <p:sldId id="277" r:id="rId36"/>
    <p:sldId id="278" r:id="rId37"/>
    <p:sldId id="279" r:id="rId38"/>
    <p:sldId id="1440" r:id="rId39"/>
    <p:sldId id="301" r:id="rId40"/>
    <p:sldId id="302" r:id="rId41"/>
    <p:sldId id="303" r:id="rId42"/>
    <p:sldId id="304" r:id="rId43"/>
    <p:sldId id="280" r:id="rId44"/>
    <p:sldId id="281" r:id="rId45"/>
    <p:sldId id="282" r:id="rId46"/>
    <p:sldId id="297" r:id="rId47"/>
    <p:sldId id="298" r:id="rId48"/>
    <p:sldId id="299" r:id="rId49"/>
    <p:sldId id="300" r:id="rId50"/>
    <p:sldId id="283" r:id="rId51"/>
    <p:sldId id="284" r:id="rId52"/>
    <p:sldId id="295" r:id="rId53"/>
    <p:sldId id="296" r:id="rId54"/>
    <p:sldId id="293" r:id="rId55"/>
    <p:sldId id="294" r:id="rId56"/>
    <p:sldId id="288" r:id="rId57"/>
    <p:sldId id="289" r:id="rId58"/>
    <p:sldId id="290" r:id="rId59"/>
    <p:sldId id="285" r:id="rId60"/>
    <p:sldId id="291" r:id="rId61"/>
    <p:sldId id="292" r:id="rId62"/>
    <p:sldId id="256" r:id="rId6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9576EF-73B5-4082-93FC-2061E9A435B7}" v="140" dt="2026-05-01T17:16:13.83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5" d="100"/>
          <a:sy n="85" d="100"/>
        </p:scale>
        <p:origin x="1662" y="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undo custSel addSld delSld modSld sldOrd">
      <pc:chgData name="Lines, Todd" userId="afaf7c3a-e8aa-4568-882a-02ad8f9e19b0" providerId="ADAL" clId="{5FF5AC1B-ABA9-43D7-A1E3-2D92732CD6E2}" dt="2026-05-01T18:15:50.769" v="836"/>
      <pc:docMkLst>
        <pc:docMk/>
      </pc:docMkLst>
      <pc:sldChg chg="ord">
        <pc:chgData name="Lines, Todd" userId="afaf7c3a-e8aa-4568-882a-02ad8f9e19b0" providerId="ADAL" clId="{5FF5AC1B-ABA9-43D7-A1E3-2D92732CD6E2}" dt="2026-05-01T18:15:50.769" v="836"/>
        <pc:sldMkLst>
          <pc:docMk/>
          <pc:sldMk cId="3957312538" sldId="310"/>
        </pc:sldMkLst>
      </pc:sldChg>
      <pc:sldChg chg="ord">
        <pc:chgData name="Lines, Todd" userId="afaf7c3a-e8aa-4568-882a-02ad8f9e19b0" providerId="ADAL" clId="{5FF5AC1B-ABA9-43D7-A1E3-2D92732CD6E2}" dt="2026-05-01T00:39:35.714" v="141"/>
        <pc:sldMkLst>
          <pc:docMk/>
          <pc:sldMk cId="3671432464" sldId="1442"/>
        </pc:sldMkLst>
      </pc:sldChg>
      <pc:sldChg chg="addSp delSp modSp mod">
        <pc:chgData name="Lines, Todd" userId="afaf7c3a-e8aa-4568-882a-02ad8f9e19b0" providerId="ADAL" clId="{5FF5AC1B-ABA9-43D7-A1E3-2D92732CD6E2}" dt="2026-04-30T22:35:20.886" v="7"/>
        <pc:sldMkLst>
          <pc:docMk/>
          <pc:sldMk cId="1191425447" sldId="1444"/>
        </pc:sldMkLst>
        <pc:spChg chg="del">
          <ac:chgData name="Lines, Todd" userId="afaf7c3a-e8aa-4568-882a-02ad8f9e19b0" providerId="ADAL" clId="{5FF5AC1B-ABA9-43D7-A1E3-2D92732CD6E2}" dt="2026-04-30T22:35:08.483" v="4"/>
          <ac:spMkLst>
            <pc:docMk/>
            <pc:sldMk cId="1191425447" sldId="1444"/>
            <ac:spMk id="3" creationId="{197D43C3-808B-0BC9-8279-EB20C69A5D16}"/>
          </ac:spMkLst>
        </pc:spChg>
        <pc:spChg chg="add del mod">
          <ac:chgData name="Lines, Todd" userId="afaf7c3a-e8aa-4568-882a-02ad8f9e19b0" providerId="ADAL" clId="{5FF5AC1B-ABA9-43D7-A1E3-2D92732CD6E2}" dt="2026-04-30T22:35:20.886" v="7"/>
          <ac:spMkLst>
            <pc:docMk/>
            <pc:sldMk cId="1191425447" sldId="1444"/>
            <ac:spMk id="8" creationId="{B3D3ECD2-AD6D-956B-3D56-862E9E1E5BB7}"/>
          </ac:spMkLst>
        </pc:spChg>
        <pc:picChg chg="del">
          <ac:chgData name="Lines, Todd" userId="afaf7c3a-e8aa-4568-882a-02ad8f9e19b0" providerId="ADAL" clId="{5FF5AC1B-ABA9-43D7-A1E3-2D92732CD6E2}" dt="2026-04-30T22:34:56.054" v="2" actId="478"/>
          <ac:picMkLst>
            <pc:docMk/>
            <pc:sldMk cId="1191425447" sldId="1444"/>
            <ac:picMk id="5" creationId="{AF0DF648-E805-6E5C-5EAB-F0ED30F21C02}"/>
          </ac:picMkLst>
        </pc:picChg>
        <pc:picChg chg="add del mod ord">
          <ac:chgData name="Lines, Todd" userId="afaf7c3a-e8aa-4568-882a-02ad8f9e19b0" providerId="ADAL" clId="{5FF5AC1B-ABA9-43D7-A1E3-2D92732CD6E2}" dt="2026-04-30T22:35:12.750" v="5" actId="478"/>
          <ac:picMkLst>
            <pc:docMk/>
            <pc:sldMk cId="1191425447" sldId="1444"/>
            <ac:picMk id="6" creationId="{B53CD999-5012-6B76-D875-1358D7FBF6E9}"/>
          </ac:picMkLst>
        </pc:picChg>
        <pc:picChg chg="add mod ord">
          <ac:chgData name="Lines, Todd" userId="afaf7c3a-e8aa-4568-882a-02ad8f9e19b0" providerId="ADAL" clId="{5FF5AC1B-ABA9-43D7-A1E3-2D92732CD6E2}" dt="2026-04-30T22:35:20.886" v="7"/>
          <ac:picMkLst>
            <pc:docMk/>
            <pc:sldMk cId="1191425447" sldId="1444"/>
            <ac:picMk id="10" creationId="{BFED2E1B-1B96-E8E7-1648-BCB3CB19ED6C}"/>
          </ac:picMkLst>
        </pc:picChg>
      </pc:sldChg>
      <pc:sldChg chg="addSp delSp modSp mod">
        <pc:chgData name="Lines, Todd" userId="afaf7c3a-e8aa-4568-882a-02ad8f9e19b0" providerId="ADAL" clId="{5FF5AC1B-ABA9-43D7-A1E3-2D92732CD6E2}" dt="2026-05-01T18:01:05.097" v="832"/>
        <pc:sldMkLst>
          <pc:docMk/>
          <pc:sldMk cId="2031767473" sldId="1445"/>
        </pc:sldMkLst>
        <pc:spChg chg="del">
          <ac:chgData name="Lines, Todd" userId="afaf7c3a-e8aa-4568-882a-02ad8f9e19b0" providerId="ADAL" clId="{5FF5AC1B-ABA9-43D7-A1E3-2D92732CD6E2}" dt="2026-05-01T18:01:05.097" v="832"/>
          <ac:spMkLst>
            <pc:docMk/>
            <pc:sldMk cId="2031767473" sldId="1445"/>
            <ac:spMk id="3" creationId="{43161D7E-1273-A9A5-CBEE-1D74CD75A672}"/>
          </ac:spMkLst>
        </pc:spChg>
        <pc:picChg chg="del">
          <ac:chgData name="Lines, Todd" userId="afaf7c3a-e8aa-4568-882a-02ad8f9e19b0" providerId="ADAL" clId="{5FF5AC1B-ABA9-43D7-A1E3-2D92732CD6E2}" dt="2026-05-01T18:00:49.806" v="830" actId="478"/>
          <ac:picMkLst>
            <pc:docMk/>
            <pc:sldMk cId="2031767473" sldId="1445"/>
            <ac:picMk id="5" creationId="{87BA2D75-F403-0B51-CBDF-BB108445FB10}"/>
          </ac:picMkLst>
        </pc:picChg>
        <pc:picChg chg="add mod ord">
          <ac:chgData name="Lines, Todd" userId="afaf7c3a-e8aa-4568-882a-02ad8f9e19b0" providerId="ADAL" clId="{5FF5AC1B-ABA9-43D7-A1E3-2D92732CD6E2}" dt="2026-05-01T18:01:05.097" v="832"/>
          <ac:picMkLst>
            <pc:docMk/>
            <pc:sldMk cId="2031767473" sldId="1445"/>
            <ac:picMk id="6" creationId="{52966FFD-7F4D-A28F-257A-47FC304FA5C9}"/>
          </ac:picMkLst>
        </pc:picChg>
      </pc:sldChg>
      <pc:sldChg chg="ord">
        <pc:chgData name="Lines, Todd" userId="afaf7c3a-e8aa-4568-882a-02ad8f9e19b0" providerId="ADAL" clId="{5FF5AC1B-ABA9-43D7-A1E3-2D92732CD6E2}" dt="2026-05-01T18:15:26.164" v="834"/>
        <pc:sldMkLst>
          <pc:docMk/>
          <pc:sldMk cId="256620529" sldId="1446"/>
        </pc:sldMkLst>
      </pc:sldChg>
      <pc:sldChg chg="addSp delSp modSp new mod">
        <pc:chgData name="Lines, Todd" userId="afaf7c3a-e8aa-4568-882a-02ad8f9e19b0" providerId="ADAL" clId="{5FF5AC1B-ABA9-43D7-A1E3-2D92732CD6E2}" dt="2026-04-30T23:50:04.406" v="137" actId="21"/>
        <pc:sldMkLst>
          <pc:docMk/>
          <pc:sldMk cId="2035850882" sldId="1447"/>
        </pc:sldMkLst>
        <pc:spChg chg="del">
          <ac:chgData name="Lines, Todd" userId="afaf7c3a-e8aa-4568-882a-02ad8f9e19b0" providerId="ADAL" clId="{5FF5AC1B-ABA9-43D7-A1E3-2D92732CD6E2}" dt="2026-04-30T23:06:59.536" v="9" actId="478"/>
          <ac:spMkLst>
            <pc:docMk/>
            <pc:sldMk cId="2035850882" sldId="1447"/>
            <ac:spMk id="2" creationId="{906639B4-A399-4743-02EF-B3DBC9A10923}"/>
          </ac:spMkLst>
        </pc:spChg>
        <pc:spChg chg="del">
          <ac:chgData name="Lines, Todd" userId="afaf7c3a-e8aa-4568-882a-02ad8f9e19b0" providerId="ADAL" clId="{5FF5AC1B-ABA9-43D7-A1E3-2D92732CD6E2}" dt="2026-04-30T23:06:59.536" v="9" actId="478"/>
          <ac:spMkLst>
            <pc:docMk/>
            <pc:sldMk cId="2035850882" sldId="1447"/>
            <ac:spMk id="3" creationId="{0268E20F-59CB-4D6A-A1E2-E37CC34C442A}"/>
          </ac:spMkLst>
        </pc:spChg>
        <pc:spChg chg="add mod">
          <ac:chgData name="Lines, Todd" userId="afaf7c3a-e8aa-4568-882a-02ad8f9e19b0" providerId="ADAL" clId="{5FF5AC1B-ABA9-43D7-A1E3-2D92732CD6E2}" dt="2026-04-30T23:07:33.446" v="16" actId="207"/>
          <ac:spMkLst>
            <pc:docMk/>
            <pc:sldMk cId="2035850882" sldId="1447"/>
            <ac:spMk id="4" creationId="{BD0C5DED-A3EE-4CC4-1DAF-AB44373447D5}"/>
          </ac:spMkLst>
        </pc:spChg>
        <pc:spChg chg="add mod">
          <ac:chgData name="Lines, Todd" userId="afaf7c3a-e8aa-4568-882a-02ad8f9e19b0" providerId="ADAL" clId="{5FF5AC1B-ABA9-43D7-A1E3-2D92732CD6E2}" dt="2026-04-30T23:08:24.096" v="31" actId="207"/>
          <ac:spMkLst>
            <pc:docMk/>
            <pc:sldMk cId="2035850882" sldId="1447"/>
            <ac:spMk id="5" creationId="{85514982-EE8C-5374-422F-E256D37F8967}"/>
          </ac:spMkLst>
        </pc:spChg>
        <pc:spChg chg="add mod">
          <ac:chgData name="Lines, Todd" userId="afaf7c3a-e8aa-4568-882a-02ad8f9e19b0" providerId="ADAL" clId="{5FF5AC1B-ABA9-43D7-A1E3-2D92732CD6E2}" dt="2026-04-30T23:07:57.333" v="24" actId="1076"/>
          <ac:spMkLst>
            <pc:docMk/>
            <pc:sldMk cId="2035850882" sldId="1447"/>
            <ac:spMk id="6" creationId="{F7196208-7680-926B-9BDE-4621A3F49488}"/>
          </ac:spMkLst>
        </pc:spChg>
        <pc:spChg chg="add mod">
          <ac:chgData name="Lines, Todd" userId="afaf7c3a-e8aa-4568-882a-02ad8f9e19b0" providerId="ADAL" clId="{5FF5AC1B-ABA9-43D7-A1E3-2D92732CD6E2}" dt="2026-04-30T23:08:14.856" v="30" actId="20577"/>
          <ac:spMkLst>
            <pc:docMk/>
            <pc:sldMk cId="2035850882" sldId="1447"/>
            <ac:spMk id="9" creationId="{CE11377F-339D-789A-007B-89536FFB4B15}"/>
          </ac:spMkLst>
        </pc:spChg>
        <pc:spChg chg="add mod">
          <ac:chgData name="Lines, Todd" userId="afaf7c3a-e8aa-4568-882a-02ad8f9e19b0" providerId="ADAL" clId="{5FF5AC1B-ABA9-43D7-A1E3-2D92732CD6E2}" dt="2026-04-30T23:09:13.828" v="41" actId="2085"/>
          <ac:spMkLst>
            <pc:docMk/>
            <pc:sldMk cId="2035850882" sldId="1447"/>
            <ac:spMk id="10" creationId="{807DF86D-753F-004D-F551-BDEFBEE70262}"/>
          </ac:spMkLst>
        </pc:spChg>
        <pc:spChg chg="add del mod">
          <ac:chgData name="Lines, Todd" userId="afaf7c3a-e8aa-4568-882a-02ad8f9e19b0" providerId="ADAL" clId="{5FF5AC1B-ABA9-43D7-A1E3-2D92732CD6E2}" dt="2026-04-30T23:09:23.136" v="46"/>
          <ac:spMkLst>
            <pc:docMk/>
            <pc:sldMk cId="2035850882" sldId="1447"/>
            <ac:spMk id="15" creationId="{DD29FA3A-DF4E-F7CA-4B65-AE56E38890B8}"/>
          </ac:spMkLst>
        </pc:spChg>
        <pc:spChg chg="add mod">
          <ac:chgData name="Lines, Todd" userId="afaf7c3a-e8aa-4568-882a-02ad8f9e19b0" providerId="ADAL" clId="{5FF5AC1B-ABA9-43D7-A1E3-2D92732CD6E2}" dt="2026-04-30T23:09:38.494" v="53" actId="1076"/>
          <ac:spMkLst>
            <pc:docMk/>
            <pc:sldMk cId="2035850882" sldId="1447"/>
            <ac:spMk id="16" creationId="{8881102E-B85C-49B3-FC95-C666CFC7D10B}"/>
          </ac:spMkLst>
        </pc:spChg>
        <pc:spChg chg="add mod">
          <ac:chgData name="Lines, Todd" userId="afaf7c3a-e8aa-4568-882a-02ad8f9e19b0" providerId="ADAL" clId="{5FF5AC1B-ABA9-43D7-A1E3-2D92732CD6E2}" dt="2026-04-30T23:10:15.228" v="60" actId="16959"/>
          <ac:spMkLst>
            <pc:docMk/>
            <pc:sldMk cId="2035850882" sldId="1447"/>
            <ac:spMk id="19" creationId="{FB8E5221-6EA5-A768-8B2B-2E848FB46579}"/>
          </ac:spMkLst>
        </pc:spChg>
        <pc:spChg chg="add mod">
          <ac:chgData name="Lines, Todd" userId="afaf7c3a-e8aa-4568-882a-02ad8f9e19b0" providerId="ADAL" clId="{5FF5AC1B-ABA9-43D7-A1E3-2D92732CD6E2}" dt="2026-04-30T23:49:52.279" v="135" actId="1076"/>
          <ac:spMkLst>
            <pc:docMk/>
            <pc:sldMk cId="2035850882" sldId="1447"/>
            <ac:spMk id="23" creationId="{DB19E148-22CA-9F01-8D51-2A21F745E9AE}"/>
          </ac:spMkLst>
        </pc:spChg>
        <pc:spChg chg="add mod">
          <ac:chgData name="Lines, Todd" userId="afaf7c3a-e8aa-4568-882a-02ad8f9e19b0" providerId="ADAL" clId="{5FF5AC1B-ABA9-43D7-A1E3-2D92732CD6E2}" dt="2026-04-30T23:49:52.279" v="135" actId="1076"/>
          <ac:spMkLst>
            <pc:docMk/>
            <pc:sldMk cId="2035850882" sldId="1447"/>
            <ac:spMk id="24" creationId="{0C8C78FC-C169-F617-7DA0-99A460AFCEF2}"/>
          </ac:spMkLst>
        </pc:spChg>
        <pc:picChg chg="del mod">
          <ac:chgData name="Lines, Todd" userId="afaf7c3a-e8aa-4568-882a-02ad8f9e19b0" providerId="ADAL" clId="{5FF5AC1B-ABA9-43D7-A1E3-2D92732CD6E2}" dt="2026-04-30T23:10:32.428" v="62" actId="21"/>
          <ac:picMkLst>
            <pc:docMk/>
            <pc:sldMk cId="2035850882" sldId="1447"/>
            <ac:picMk id="20" creationId="{AD8129D8-B56B-09F9-0E5D-610702B0E921}"/>
          </ac:picMkLst>
        </pc:picChg>
        <pc:picChg chg="del mod">
          <ac:chgData name="Lines, Todd" userId="afaf7c3a-e8aa-4568-882a-02ad8f9e19b0" providerId="ADAL" clId="{5FF5AC1B-ABA9-43D7-A1E3-2D92732CD6E2}" dt="2026-04-30T23:11:01.887" v="64" actId="21"/>
          <ac:picMkLst>
            <pc:docMk/>
            <pc:sldMk cId="2035850882" sldId="1447"/>
            <ac:picMk id="21" creationId="{04F37037-F6D4-AC0B-609C-CD61E608625F}"/>
          </ac:picMkLst>
        </pc:picChg>
        <pc:picChg chg="add mod">
          <ac:chgData name="Lines, Todd" userId="afaf7c3a-e8aa-4568-882a-02ad8f9e19b0" providerId="ADAL" clId="{5FF5AC1B-ABA9-43D7-A1E3-2D92732CD6E2}" dt="2026-04-30T23:49:40.339" v="133"/>
          <ac:picMkLst>
            <pc:docMk/>
            <pc:sldMk cId="2035850882" sldId="1447"/>
            <ac:picMk id="22" creationId="{62D082F1-692A-5B59-EED2-C29BFFB0A981}"/>
          </ac:picMkLst>
        </pc:picChg>
        <pc:picChg chg="del mod">
          <ac:chgData name="Lines, Todd" userId="afaf7c3a-e8aa-4568-882a-02ad8f9e19b0" providerId="ADAL" clId="{5FF5AC1B-ABA9-43D7-A1E3-2D92732CD6E2}" dt="2026-04-30T23:50:04.406" v="137" actId="21"/>
          <ac:picMkLst>
            <pc:docMk/>
            <pc:sldMk cId="2035850882" sldId="1447"/>
            <ac:picMk id="25" creationId="{442DC6C9-5664-6BA8-8B90-98C0A5CEF9D6}"/>
          </ac:picMkLst>
        </pc:picChg>
        <pc:cxnChg chg="add mod">
          <ac:chgData name="Lines, Todd" userId="afaf7c3a-e8aa-4568-882a-02ad8f9e19b0" providerId="ADAL" clId="{5FF5AC1B-ABA9-43D7-A1E3-2D92732CD6E2}" dt="2026-04-30T23:08:05.129" v="26" actId="13822"/>
          <ac:cxnSpMkLst>
            <pc:docMk/>
            <pc:sldMk cId="2035850882" sldId="1447"/>
            <ac:cxnSpMk id="8" creationId="{E1918BBA-3721-31CE-6EB8-E436DA50E930}"/>
          </ac:cxnSpMkLst>
        </pc:cxnChg>
        <pc:cxnChg chg="add mod">
          <ac:chgData name="Lines, Todd" userId="afaf7c3a-e8aa-4568-882a-02ad8f9e19b0" providerId="ADAL" clId="{5FF5AC1B-ABA9-43D7-A1E3-2D92732CD6E2}" dt="2026-04-30T23:09:06.128" v="39" actId="14100"/>
          <ac:cxnSpMkLst>
            <pc:docMk/>
            <pc:sldMk cId="2035850882" sldId="1447"/>
            <ac:cxnSpMk id="12" creationId="{5AA294D0-B653-3C25-F30D-7E8F820535EB}"/>
          </ac:cxnSpMkLst>
        </pc:cxnChg>
        <pc:cxnChg chg="add mod">
          <ac:chgData name="Lines, Todd" userId="afaf7c3a-e8aa-4568-882a-02ad8f9e19b0" providerId="ADAL" clId="{5FF5AC1B-ABA9-43D7-A1E3-2D92732CD6E2}" dt="2026-04-30T23:09:45.374" v="56" actId="14100"/>
          <ac:cxnSpMkLst>
            <pc:docMk/>
            <pc:sldMk cId="2035850882" sldId="1447"/>
            <ac:cxnSpMk id="17" creationId="{8CC5F9CE-5E09-8C38-2B93-373E23DFA449}"/>
          </ac:cxnSpMkLst>
        </pc:cxnChg>
      </pc:sldChg>
      <pc:sldChg chg="delSp new del mod">
        <pc:chgData name="Lines, Todd" userId="afaf7c3a-e8aa-4568-882a-02ad8f9e19b0" providerId="ADAL" clId="{5FF5AC1B-ABA9-43D7-A1E3-2D92732CD6E2}" dt="2026-04-30T23:42:14.286" v="79" actId="47"/>
        <pc:sldMkLst>
          <pc:docMk/>
          <pc:sldMk cId="1649039965" sldId="1448"/>
        </pc:sldMkLst>
        <pc:spChg chg="del">
          <ac:chgData name="Lines, Todd" userId="afaf7c3a-e8aa-4568-882a-02ad8f9e19b0" providerId="ADAL" clId="{5FF5AC1B-ABA9-43D7-A1E3-2D92732CD6E2}" dt="2026-04-30T23:41:11.205" v="66" actId="478"/>
          <ac:spMkLst>
            <pc:docMk/>
            <pc:sldMk cId="1649039965" sldId="1448"/>
            <ac:spMk id="2" creationId="{AA288AF4-D825-5C10-B360-F6B2C8F87C6D}"/>
          </ac:spMkLst>
        </pc:spChg>
        <pc:spChg chg="del">
          <ac:chgData name="Lines, Todd" userId="afaf7c3a-e8aa-4568-882a-02ad8f9e19b0" providerId="ADAL" clId="{5FF5AC1B-ABA9-43D7-A1E3-2D92732CD6E2}" dt="2026-04-30T23:41:11.205" v="66" actId="478"/>
          <ac:spMkLst>
            <pc:docMk/>
            <pc:sldMk cId="1649039965" sldId="1448"/>
            <ac:spMk id="3" creationId="{BA68E57B-C33A-1BCE-BDC7-8EB374F94486}"/>
          </ac:spMkLst>
        </pc:spChg>
      </pc:sldChg>
      <pc:sldChg chg="addSp delSp modSp add mod">
        <pc:chgData name="Lines, Todd" userId="afaf7c3a-e8aa-4568-882a-02ad8f9e19b0" providerId="ADAL" clId="{5FF5AC1B-ABA9-43D7-A1E3-2D92732CD6E2}" dt="2026-04-30T23:49:29.262" v="132" actId="21"/>
        <pc:sldMkLst>
          <pc:docMk/>
          <pc:sldMk cId="473614348" sldId="1449"/>
        </pc:sldMkLst>
        <pc:spChg chg="add mod">
          <ac:chgData name="Lines, Todd" userId="afaf7c3a-e8aa-4568-882a-02ad8f9e19b0" providerId="ADAL" clId="{5FF5AC1B-ABA9-43D7-A1E3-2D92732CD6E2}" dt="2026-04-30T23:43:04.448" v="91" actId="693"/>
          <ac:spMkLst>
            <pc:docMk/>
            <pc:sldMk cId="473614348" sldId="1449"/>
            <ac:spMk id="3" creationId="{D04C32AD-C946-AD4C-9CC1-E2B00332BCE6}"/>
          </ac:spMkLst>
        </pc:spChg>
        <pc:spChg chg="add mod">
          <ac:chgData name="Lines, Todd" userId="afaf7c3a-e8aa-4568-882a-02ad8f9e19b0" providerId="ADAL" clId="{5FF5AC1B-ABA9-43D7-A1E3-2D92732CD6E2}" dt="2026-04-30T23:42:12.086" v="78" actId="1076"/>
          <ac:spMkLst>
            <pc:docMk/>
            <pc:sldMk cId="473614348" sldId="1449"/>
            <ac:spMk id="4" creationId="{45A2F799-DC53-04D8-8BD5-6A63EC6C179D}"/>
          </ac:spMkLst>
        </pc:spChg>
        <pc:spChg chg="add mod">
          <ac:chgData name="Lines, Todd" userId="afaf7c3a-e8aa-4568-882a-02ad8f9e19b0" providerId="ADAL" clId="{5FF5AC1B-ABA9-43D7-A1E3-2D92732CD6E2}" dt="2026-04-30T23:43:08.569" v="92" actId="1076"/>
          <ac:spMkLst>
            <pc:docMk/>
            <pc:sldMk cId="473614348" sldId="1449"/>
            <ac:spMk id="7" creationId="{38B3515A-F1F1-7841-345B-D5EB62B496DB}"/>
          </ac:spMkLst>
        </pc:spChg>
        <pc:spChg chg="add mod">
          <ac:chgData name="Lines, Todd" userId="afaf7c3a-e8aa-4568-882a-02ad8f9e19b0" providerId="ADAL" clId="{5FF5AC1B-ABA9-43D7-A1E3-2D92732CD6E2}" dt="2026-04-30T23:42:54.339" v="90" actId="1076"/>
          <ac:spMkLst>
            <pc:docMk/>
            <pc:sldMk cId="473614348" sldId="1449"/>
            <ac:spMk id="8" creationId="{213EAF16-8B33-0D07-B97B-5D747DAAE5CC}"/>
          </ac:spMkLst>
        </pc:spChg>
        <pc:spChg chg="add mod">
          <ac:chgData name="Lines, Todd" userId="afaf7c3a-e8aa-4568-882a-02ad8f9e19b0" providerId="ADAL" clId="{5FF5AC1B-ABA9-43D7-A1E3-2D92732CD6E2}" dt="2026-04-30T23:42:54.339" v="90" actId="1076"/>
          <ac:spMkLst>
            <pc:docMk/>
            <pc:sldMk cId="473614348" sldId="1449"/>
            <ac:spMk id="10" creationId="{6D0BAC05-4083-498D-FC7C-C3D9636B6994}"/>
          </ac:spMkLst>
        </pc:spChg>
        <pc:spChg chg="add mod">
          <ac:chgData name="Lines, Todd" userId="afaf7c3a-e8aa-4568-882a-02ad8f9e19b0" providerId="ADAL" clId="{5FF5AC1B-ABA9-43D7-A1E3-2D92732CD6E2}" dt="2026-04-30T23:42:54.339" v="90" actId="1076"/>
          <ac:spMkLst>
            <pc:docMk/>
            <pc:sldMk cId="473614348" sldId="1449"/>
            <ac:spMk id="12" creationId="{81BB02BB-3787-B8EC-4B17-336C7D9935D3}"/>
          </ac:spMkLst>
        </pc:spChg>
        <pc:spChg chg="add mod">
          <ac:chgData name="Lines, Todd" userId="afaf7c3a-e8aa-4568-882a-02ad8f9e19b0" providerId="ADAL" clId="{5FF5AC1B-ABA9-43D7-A1E3-2D92732CD6E2}" dt="2026-04-30T23:48:52.977" v="127" actId="1076"/>
          <ac:spMkLst>
            <pc:docMk/>
            <pc:sldMk cId="473614348" sldId="1449"/>
            <ac:spMk id="14" creationId="{55A36C66-51D9-5AA1-70AB-B82A727C2D32}"/>
          </ac:spMkLst>
        </pc:spChg>
        <pc:spChg chg="add mod">
          <ac:chgData name="Lines, Todd" userId="afaf7c3a-e8aa-4568-882a-02ad8f9e19b0" providerId="ADAL" clId="{5FF5AC1B-ABA9-43D7-A1E3-2D92732CD6E2}" dt="2026-04-30T23:49:16.657" v="130" actId="693"/>
          <ac:spMkLst>
            <pc:docMk/>
            <pc:sldMk cId="473614348" sldId="1449"/>
            <ac:spMk id="15" creationId="{511C5337-ADF5-3AE9-E434-1CA0A617914B}"/>
          </ac:spMkLst>
        </pc:spChg>
        <pc:grpChg chg="mod">
          <ac:chgData name="Lines, Todd" userId="afaf7c3a-e8aa-4568-882a-02ad8f9e19b0" providerId="ADAL" clId="{5FF5AC1B-ABA9-43D7-A1E3-2D92732CD6E2}" dt="2026-04-30T23:42:12.086" v="78" actId="1076"/>
          <ac:grpSpMkLst>
            <pc:docMk/>
            <pc:sldMk cId="473614348" sldId="1449"/>
            <ac:grpSpMk id="2" creationId="{00000000-0000-0000-0000-000000000000}"/>
          </ac:grpSpMkLst>
        </pc:grpChg>
        <pc:picChg chg="del mod">
          <ac:chgData name="Lines, Todd" userId="afaf7c3a-e8aa-4568-882a-02ad8f9e19b0" providerId="ADAL" clId="{5FF5AC1B-ABA9-43D7-A1E3-2D92732CD6E2}" dt="2026-04-30T23:43:24.768" v="95" actId="21"/>
          <ac:picMkLst>
            <pc:docMk/>
            <pc:sldMk cId="473614348" sldId="1449"/>
            <ac:picMk id="13" creationId="{94C8AB53-3801-71DA-01DA-5C5898B2BF30}"/>
          </ac:picMkLst>
        </pc:picChg>
        <pc:picChg chg="del mod">
          <ac:chgData name="Lines, Todd" userId="afaf7c3a-e8aa-4568-882a-02ad8f9e19b0" providerId="ADAL" clId="{5FF5AC1B-ABA9-43D7-A1E3-2D92732CD6E2}" dt="2026-04-30T23:49:04.886" v="129" actId="21"/>
          <ac:picMkLst>
            <pc:docMk/>
            <pc:sldMk cId="473614348" sldId="1449"/>
            <ac:picMk id="16" creationId="{462B70C7-AFE4-3818-A348-D9DF4D427E68}"/>
          </ac:picMkLst>
        </pc:picChg>
        <pc:picChg chg="del mod">
          <ac:chgData name="Lines, Todd" userId="afaf7c3a-e8aa-4568-882a-02ad8f9e19b0" providerId="ADAL" clId="{5FF5AC1B-ABA9-43D7-A1E3-2D92732CD6E2}" dt="2026-04-30T23:49:29.262" v="132" actId="21"/>
          <ac:picMkLst>
            <pc:docMk/>
            <pc:sldMk cId="473614348" sldId="1449"/>
            <ac:picMk id="17" creationId="{62D082F1-692A-5B59-EED2-C29BFFB0A981}"/>
          </ac:picMkLst>
        </pc:picChg>
        <pc:cxnChg chg="add mod">
          <ac:chgData name="Lines, Todd" userId="afaf7c3a-e8aa-4568-882a-02ad8f9e19b0" providerId="ADAL" clId="{5FF5AC1B-ABA9-43D7-A1E3-2D92732CD6E2}" dt="2026-04-30T23:42:12.086" v="78" actId="1076"/>
          <ac:cxnSpMkLst>
            <pc:docMk/>
            <pc:sldMk cId="473614348" sldId="1449"/>
            <ac:cxnSpMk id="5" creationId="{9A4975EF-FDB6-AC42-3AA9-77C458A5A05C}"/>
          </ac:cxnSpMkLst>
        </pc:cxnChg>
        <pc:cxnChg chg="add mod">
          <ac:chgData name="Lines, Todd" userId="afaf7c3a-e8aa-4568-882a-02ad8f9e19b0" providerId="ADAL" clId="{5FF5AC1B-ABA9-43D7-A1E3-2D92732CD6E2}" dt="2026-04-30T23:42:54.339" v="90" actId="1076"/>
          <ac:cxnSpMkLst>
            <pc:docMk/>
            <pc:sldMk cId="473614348" sldId="1449"/>
            <ac:cxnSpMk id="9" creationId="{5871CFC9-3FC5-BE21-EF67-548CF4E047BD}"/>
          </ac:cxnSpMkLst>
        </pc:cxnChg>
        <pc:cxnChg chg="add mod">
          <ac:chgData name="Lines, Todd" userId="afaf7c3a-e8aa-4568-882a-02ad8f9e19b0" providerId="ADAL" clId="{5FF5AC1B-ABA9-43D7-A1E3-2D92732CD6E2}" dt="2026-04-30T23:42:54.339" v="90" actId="1076"/>
          <ac:cxnSpMkLst>
            <pc:docMk/>
            <pc:sldMk cId="473614348" sldId="1449"/>
            <ac:cxnSpMk id="11" creationId="{754FB22B-DB1F-0975-0EF6-14CC43F3F15F}"/>
          </ac:cxnSpMkLst>
        </pc:cxnChg>
      </pc:sldChg>
      <pc:sldChg chg="modSp new mod">
        <pc:chgData name="Lines, Todd" userId="afaf7c3a-e8aa-4568-882a-02ad8f9e19b0" providerId="ADAL" clId="{5FF5AC1B-ABA9-43D7-A1E3-2D92732CD6E2}" dt="2026-05-01T17:04:47.397" v="213" actId="6549"/>
        <pc:sldMkLst>
          <pc:docMk/>
          <pc:sldMk cId="3772120585" sldId="1450"/>
        </pc:sldMkLst>
        <pc:spChg chg="mod">
          <ac:chgData name="Lines, Todd" userId="afaf7c3a-e8aa-4568-882a-02ad8f9e19b0" providerId="ADAL" clId="{5FF5AC1B-ABA9-43D7-A1E3-2D92732CD6E2}" dt="2026-05-01T17:04:40.587" v="212" actId="27636"/>
          <ac:spMkLst>
            <pc:docMk/>
            <pc:sldMk cId="3772120585" sldId="1450"/>
            <ac:spMk id="2" creationId="{5659511D-C76B-C295-E59A-B8033B90CD3A}"/>
          </ac:spMkLst>
        </pc:spChg>
        <pc:spChg chg="mod">
          <ac:chgData name="Lines, Todd" userId="afaf7c3a-e8aa-4568-882a-02ad8f9e19b0" providerId="ADAL" clId="{5FF5AC1B-ABA9-43D7-A1E3-2D92732CD6E2}" dt="2026-05-01T17:04:47.397" v="213" actId="6549"/>
          <ac:spMkLst>
            <pc:docMk/>
            <pc:sldMk cId="3772120585" sldId="1450"/>
            <ac:spMk id="3" creationId="{F2B5AB50-D435-1CAC-C92D-70DDBA1DB1FD}"/>
          </ac:spMkLst>
        </pc:spChg>
      </pc:sldChg>
      <pc:sldChg chg="modSp add mod">
        <pc:chgData name="Lines, Todd" userId="afaf7c3a-e8aa-4568-882a-02ad8f9e19b0" providerId="ADAL" clId="{5FF5AC1B-ABA9-43D7-A1E3-2D92732CD6E2}" dt="2026-05-01T17:06:50.028" v="497" actId="313"/>
        <pc:sldMkLst>
          <pc:docMk/>
          <pc:sldMk cId="3586417762" sldId="1451"/>
        </pc:sldMkLst>
        <pc:spChg chg="mod">
          <ac:chgData name="Lines, Todd" userId="afaf7c3a-e8aa-4568-882a-02ad8f9e19b0" providerId="ADAL" clId="{5FF5AC1B-ABA9-43D7-A1E3-2D92732CD6E2}" dt="2026-05-01T17:04:59.242" v="237" actId="27636"/>
          <ac:spMkLst>
            <pc:docMk/>
            <pc:sldMk cId="3586417762" sldId="1451"/>
            <ac:spMk id="2" creationId="{FCB6F741-7AC0-E84F-B2EE-3C498D5FED84}"/>
          </ac:spMkLst>
        </pc:spChg>
        <pc:spChg chg="mod">
          <ac:chgData name="Lines, Todd" userId="afaf7c3a-e8aa-4568-882a-02ad8f9e19b0" providerId="ADAL" clId="{5FF5AC1B-ABA9-43D7-A1E3-2D92732CD6E2}" dt="2026-05-01T17:06:50.028" v="497" actId="313"/>
          <ac:spMkLst>
            <pc:docMk/>
            <pc:sldMk cId="3586417762" sldId="1451"/>
            <ac:spMk id="3" creationId="{D73CF893-8ECC-14D1-F492-B05B0A361E37}"/>
          </ac:spMkLst>
        </pc:spChg>
      </pc:sldChg>
      <pc:sldChg chg="addSp modSp new mod">
        <pc:chgData name="Lines, Todd" userId="afaf7c3a-e8aa-4568-882a-02ad8f9e19b0" providerId="ADAL" clId="{5FF5AC1B-ABA9-43D7-A1E3-2D92732CD6E2}" dt="2026-05-01T17:16:37.620" v="829" actId="20577"/>
        <pc:sldMkLst>
          <pc:docMk/>
          <pc:sldMk cId="2669569961" sldId="1452"/>
        </pc:sldMkLst>
        <pc:spChg chg="mod">
          <ac:chgData name="Lines, Todd" userId="afaf7c3a-e8aa-4568-882a-02ad8f9e19b0" providerId="ADAL" clId="{5FF5AC1B-ABA9-43D7-A1E3-2D92732CD6E2}" dt="2026-05-01T17:16:37.620" v="829" actId="20577"/>
          <ac:spMkLst>
            <pc:docMk/>
            <pc:sldMk cId="2669569961" sldId="1452"/>
            <ac:spMk id="2" creationId="{77D05BB8-947B-7A44-9CA6-DF16F4A81DE4}"/>
          </ac:spMkLst>
        </pc:spChg>
        <pc:spChg chg="mod">
          <ac:chgData name="Lines, Todd" userId="afaf7c3a-e8aa-4568-882a-02ad8f9e19b0" providerId="ADAL" clId="{5FF5AC1B-ABA9-43D7-A1E3-2D92732CD6E2}" dt="2026-05-01T17:13:20.918" v="767" actId="27636"/>
          <ac:spMkLst>
            <pc:docMk/>
            <pc:sldMk cId="2669569961" sldId="1452"/>
            <ac:spMk id="3" creationId="{9EEBEEA8-5EE8-4A26-E4E8-9AA5066F906D}"/>
          </ac:spMkLst>
        </pc:spChg>
        <pc:spChg chg="add mod">
          <ac:chgData name="Lines, Todd" userId="afaf7c3a-e8aa-4568-882a-02ad8f9e19b0" providerId="ADAL" clId="{5FF5AC1B-ABA9-43D7-A1E3-2D92732CD6E2}" dt="2026-05-01T17:08:19.187" v="542" actId="14100"/>
          <ac:spMkLst>
            <pc:docMk/>
            <pc:sldMk cId="2669569961" sldId="1452"/>
            <ac:spMk id="4" creationId="{2997BE5F-0095-8A70-C250-E7F4126AC786}"/>
          </ac:spMkLst>
        </pc:spChg>
        <pc:spChg chg="add mod">
          <ac:chgData name="Lines, Todd" userId="afaf7c3a-e8aa-4568-882a-02ad8f9e19b0" providerId="ADAL" clId="{5FF5AC1B-ABA9-43D7-A1E3-2D92732CD6E2}" dt="2026-05-01T17:13:23.583" v="768" actId="1076"/>
          <ac:spMkLst>
            <pc:docMk/>
            <pc:sldMk cId="2669569961" sldId="1452"/>
            <ac:spMk id="5" creationId="{7A40040E-3EF1-6293-F12A-F96DD25EA6AD}"/>
          </ac:spMkLst>
        </pc:spChg>
        <pc:spChg chg="add mod">
          <ac:chgData name="Lines, Todd" userId="afaf7c3a-e8aa-4568-882a-02ad8f9e19b0" providerId="ADAL" clId="{5FF5AC1B-ABA9-43D7-A1E3-2D92732CD6E2}" dt="2026-05-01T17:11:26.719" v="717" actId="164"/>
          <ac:spMkLst>
            <pc:docMk/>
            <pc:sldMk cId="2669569961" sldId="1452"/>
            <ac:spMk id="6" creationId="{D65660D2-2408-1757-E775-B4CC6FAB6774}"/>
          </ac:spMkLst>
        </pc:spChg>
        <pc:spChg chg="add mod">
          <ac:chgData name="Lines, Todd" userId="afaf7c3a-e8aa-4568-882a-02ad8f9e19b0" providerId="ADAL" clId="{5FF5AC1B-ABA9-43D7-A1E3-2D92732CD6E2}" dt="2026-05-01T17:13:28.386" v="769" actId="1076"/>
          <ac:spMkLst>
            <pc:docMk/>
            <pc:sldMk cId="2669569961" sldId="1452"/>
            <ac:spMk id="11" creationId="{DC02080E-6F3C-8BAB-6180-8F3CBC919931}"/>
          </ac:spMkLst>
        </pc:spChg>
        <pc:spChg chg="add mod">
          <ac:chgData name="Lines, Todd" userId="afaf7c3a-e8aa-4568-882a-02ad8f9e19b0" providerId="ADAL" clId="{5FF5AC1B-ABA9-43D7-A1E3-2D92732CD6E2}" dt="2026-05-01T17:16:20.727" v="811" actId="1076"/>
          <ac:spMkLst>
            <pc:docMk/>
            <pc:sldMk cId="2669569961" sldId="1452"/>
            <ac:spMk id="12" creationId="{9AE2F829-4280-2D20-587D-590B9DB2235D}"/>
          </ac:spMkLst>
        </pc:spChg>
        <pc:grpChg chg="add mod">
          <ac:chgData name="Lines, Todd" userId="afaf7c3a-e8aa-4568-882a-02ad8f9e19b0" providerId="ADAL" clId="{5FF5AC1B-ABA9-43D7-A1E3-2D92732CD6E2}" dt="2026-05-01T17:13:28.386" v="769" actId="1076"/>
          <ac:grpSpMkLst>
            <pc:docMk/>
            <pc:sldMk cId="2669569961" sldId="1452"/>
            <ac:grpSpMk id="10" creationId="{2D948B26-CC70-28CF-1EEC-D3E540A4F4FD}"/>
          </ac:grpSpMkLst>
        </pc:grpChg>
        <pc:cxnChg chg="add mod">
          <ac:chgData name="Lines, Todd" userId="afaf7c3a-e8aa-4568-882a-02ad8f9e19b0" providerId="ADAL" clId="{5FF5AC1B-ABA9-43D7-A1E3-2D92732CD6E2}" dt="2026-05-01T17:11:26.719" v="717" actId="164"/>
          <ac:cxnSpMkLst>
            <pc:docMk/>
            <pc:sldMk cId="2669569961" sldId="1452"/>
            <ac:cxnSpMk id="8" creationId="{8FA84E8D-02EF-3473-0CDA-ABFF8710CDE8}"/>
          </ac:cxnSpMkLst>
        </pc:cxnChg>
        <pc:cxnChg chg="add mod">
          <ac:chgData name="Lines, Todd" userId="afaf7c3a-e8aa-4568-882a-02ad8f9e19b0" providerId="ADAL" clId="{5FF5AC1B-ABA9-43D7-A1E3-2D92732CD6E2}" dt="2026-05-01T17:11:26.719" v="717" actId="164"/>
          <ac:cxnSpMkLst>
            <pc:docMk/>
            <pc:sldMk cId="2669569961" sldId="1452"/>
            <ac:cxnSpMk id="9" creationId="{B8DFFBC1-4FAA-638E-3000-10B8F25AED0B}"/>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445A446-F112-4062-9E38-B8A65177F2EF}" type="datetimeFigureOut">
              <a:rPr lang="en-US" smtClean="0"/>
              <a:pPr/>
              <a:t>5/1/2026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AFECFA9-DC3E-4562-9E83-FF802A3C38DE}"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7">
            <a:extLst>
              <a:ext uri="{FF2B5EF4-FFF2-40B4-BE49-F238E27FC236}">
                <a16:creationId xmlns:a16="http://schemas.microsoft.com/office/drawing/2014/main" id="{427DCA06-4B11-79CD-67B2-6635E1C73364}"/>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C8189D9-FB0A-454E-9EA0-ACD610F0FDCD}" type="slidenum">
              <a:rPr lang="en-US" altLang="en-US"/>
              <a:pPr/>
              <a:t>5</a:t>
            </a:fld>
            <a:endParaRPr lang="en-US" altLang="en-US"/>
          </a:p>
        </p:txBody>
      </p:sp>
      <p:sp>
        <p:nvSpPr>
          <p:cNvPr id="5123" name="Rectangle 2">
            <a:extLst>
              <a:ext uri="{FF2B5EF4-FFF2-40B4-BE49-F238E27FC236}">
                <a16:creationId xmlns:a16="http://schemas.microsoft.com/office/drawing/2014/main" id="{60369745-29D0-DA3F-829C-1AFE81AD9624}"/>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4" name="Rectangle 3">
            <a:extLst>
              <a:ext uri="{FF2B5EF4-FFF2-40B4-BE49-F238E27FC236}">
                <a16:creationId xmlns:a16="http://schemas.microsoft.com/office/drawing/2014/main" id="{FC32F550-487D-A6C1-2021-0C10D3459A8F}"/>
              </a:ext>
            </a:extLst>
          </p:cNvPr>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AFECFA9-DC3E-4562-9E83-FF802A3C38DE}" type="slidenum">
              <a:rPr lang="en-US" smtClean="0"/>
              <a:pPr/>
              <a:t>34</a:t>
            </a:fld>
            <a:endParaRPr lang="en-US"/>
          </a:p>
        </p:txBody>
      </p:sp>
    </p:spTree>
    <p:extLst>
      <p:ext uri="{BB962C8B-B14F-4D97-AF65-F5344CB8AC3E}">
        <p14:creationId xmlns:p14="http://schemas.microsoft.com/office/powerpoint/2010/main" val="9154705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0785" name="Slide Image Placeholder 1"/>
          <p:cNvSpPr>
            <a:spLocks noGrp="1" noRot="1" noChangeAspect="1"/>
          </p:cNvSpPr>
          <p:nvPr>
            <p:ph type="sldImg"/>
          </p:nvPr>
        </p:nvSpPr>
        <p:spPr bwMode="auto">
          <a:noFill/>
          <a:ln>
            <a:solidFill>
              <a:srgbClr val="000000"/>
            </a:solidFill>
            <a:miter lim="800000"/>
            <a:headEnd/>
            <a:tailEnd/>
          </a:ln>
        </p:spPr>
      </p:sp>
      <p:sp>
        <p:nvSpPr>
          <p:cNvPr id="6307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307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AAD429F3-ED27-46E8-8F2C-5E6075FC71E0}" type="slidenum">
              <a:rPr lang="en-US"/>
              <a:pPr fontAlgn="base">
                <a:spcBef>
                  <a:spcPct val="0"/>
                </a:spcBef>
                <a:spcAft>
                  <a:spcPct val="0"/>
                </a:spcAft>
              </a:pPr>
              <a:t>46</a:t>
            </a:fld>
            <a:endParaRPr lang="en-US" dirty="0"/>
          </a:p>
        </p:txBody>
      </p:sp>
    </p:spTree>
    <p:extLst>
      <p:ext uri="{BB962C8B-B14F-4D97-AF65-F5344CB8AC3E}">
        <p14:creationId xmlns:p14="http://schemas.microsoft.com/office/powerpoint/2010/main" val="23871502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689" name="Slide Image Placeholder 1"/>
          <p:cNvSpPr>
            <a:spLocks noGrp="1" noRot="1" noChangeAspect="1"/>
          </p:cNvSpPr>
          <p:nvPr>
            <p:ph type="sldImg"/>
          </p:nvPr>
        </p:nvSpPr>
        <p:spPr bwMode="auto">
          <a:noFill/>
          <a:ln>
            <a:solidFill>
              <a:srgbClr val="000000"/>
            </a:solidFill>
            <a:miter lim="800000"/>
            <a:headEnd/>
            <a:tailEnd/>
          </a:ln>
        </p:spPr>
      </p:sp>
      <p:sp>
        <p:nvSpPr>
          <p:cNvPr id="62669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2669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D4F8A5F3-0208-4830-9EE2-D4C6CC4F1569}" type="slidenum">
              <a:rPr lang="en-US"/>
              <a:pPr fontAlgn="base">
                <a:spcBef>
                  <a:spcPct val="0"/>
                </a:spcBef>
                <a:spcAft>
                  <a:spcPct val="0"/>
                </a:spcAft>
              </a:pPr>
              <a:t>48</a:t>
            </a:fld>
            <a:endParaRPr lang="en-US" dirty="0"/>
          </a:p>
        </p:txBody>
      </p:sp>
    </p:spTree>
    <p:extLst>
      <p:ext uri="{BB962C8B-B14F-4D97-AF65-F5344CB8AC3E}">
        <p14:creationId xmlns:p14="http://schemas.microsoft.com/office/powerpoint/2010/main" val="24964167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AFECFA9-DC3E-4562-9E83-FF802A3C38DE}" type="slidenum">
              <a:rPr lang="en-US" smtClean="0"/>
              <a:pPr/>
              <a:t>58</a:t>
            </a:fld>
            <a:endParaRPr lang="en-US"/>
          </a:p>
        </p:txBody>
      </p:sp>
    </p:spTree>
    <p:extLst>
      <p:ext uri="{BB962C8B-B14F-4D97-AF65-F5344CB8AC3E}">
        <p14:creationId xmlns:p14="http://schemas.microsoft.com/office/powerpoint/2010/main" val="24101712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921C0BC-C087-497A-A0E8-1B802DC1F904}" type="datetimeFigureOut">
              <a:rPr lang="en-US" smtClean="0"/>
              <a:pPr/>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921C0BC-C087-497A-A0E8-1B802DC1F904}" type="datetimeFigureOut">
              <a:rPr lang="en-US" smtClean="0"/>
              <a:pPr/>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921C0BC-C087-497A-A0E8-1B802DC1F904}" type="datetimeFigureOut">
              <a:rPr lang="en-US" smtClean="0"/>
              <a:pPr/>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921C0BC-C087-497A-A0E8-1B802DC1F904}" type="datetimeFigureOut">
              <a:rPr lang="en-US" smtClean="0"/>
              <a:pPr/>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921C0BC-C087-497A-A0E8-1B802DC1F904}" type="datetimeFigureOut">
              <a:rPr lang="en-US" smtClean="0"/>
              <a:pPr/>
              <a:t>5/1/2026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21C0BC-C087-497A-A0E8-1B802DC1F904}" type="datetimeFigureOut">
              <a:rPr lang="en-US" smtClean="0"/>
              <a:pPr/>
              <a:t>5/1/2026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921C0BC-C087-497A-A0E8-1B802DC1F904}" type="datetimeFigureOut">
              <a:rPr lang="en-US" smtClean="0"/>
              <a:pPr/>
              <a:t>5/1/2026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921C0BC-C087-497A-A0E8-1B802DC1F904}" type="datetimeFigureOut">
              <a:rPr lang="en-US" smtClean="0"/>
              <a:pPr/>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921C0BC-C087-497A-A0E8-1B802DC1F904}" type="datetimeFigureOut">
              <a:rPr lang="en-US" smtClean="0"/>
              <a:pPr/>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921C0BC-C087-497A-A0E8-1B802DC1F904}" type="datetimeFigureOut">
              <a:rPr lang="en-US" smtClean="0"/>
              <a:pPr/>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921C0BC-C087-497A-A0E8-1B802DC1F904}" type="datetimeFigureOut">
              <a:rPr lang="en-US" smtClean="0"/>
              <a:pPr/>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94BF90-9DF3-4984-AFD4-B29DE675F0E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0DEBB8D-B978-4208-93F2-EB0BA838EC05}" type="slidenum">
              <a:rPr lang="en-US"/>
              <a:pPr>
                <a:defRPr/>
              </a:pPr>
              <a:t>‹#›</a:t>
            </a:fld>
            <a:endParaRPr lang="en-US"/>
          </a:p>
        </p:txBody>
      </p:sp>
    </p:spTree>
    <p:extLst>
      <p:ext uri="{BB962C8B-B14F-4D97-AF65-F5344CB8AC3E}">
        <p14:creationId xmlns:p14="http://schemas.microsoft.com/office/powerpoint/2010/main" val="8973082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921C0BC-C087-497A-A0E8-1B802DC1F904}" type="datetimeFigureOut">
              <a:rPr lang="en-US" smtClean="0"/>
              <a:pPr/>
              <a:t>5/1/2026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94BF90-9DF3-4984-AFD4-B29DE675F0E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Layout" Target="../slideLayouts/slideLayout6.xml"/><Relationship Id="rId1" Type="http://schemas.openxmlformats.org/officeDocument/2006/relationships/video" Target="https://www.youtube.com/embed/PAsMlDptjx8?start=35&amp;feature=oembed"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slideLayout" Target="../slideLayouts/slideLayout6.xml"/><Relationship Id="rId1" Type="http://schemas.openxmlformats.org/officeDocument/2006/relationships/video" Target="https://www.youtube.com/embed/qNf9nzvnd1k?feature=oembed"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oleObject" Target="../embeddings/oleObject5.bin"/><Relationship Id="rId3" Type="http://schemas.openxmlformats.org/officeDocument/2006/relationships/image" Target="../media/image14.wmf"/><Relationship Id="rId7" Type="http://schemas.openxmlformats.org/officeDocument/2006/relationships/image" Target="../media/image16.wmf"/><Relationship Id="rId2" Type="http://schemas.openxmlformats.org/officeDocument/2006/relationships/oleObject" Target="../embeddings/oleObject2.bin"/><Relationship Id="rId1" Type="http://schemas.openxmlformats.org/officeDocument/2006/relationships/slideLayout" Target="../slideLayouts/slideLayout12.xml"/><Relationship Id="rId6" Type="http://schemas.openxmlformats.org/officeDocument/2006/relationships/oleObject" Target="../embeddings/oleObject4.bin"/><Relationship Id="rId5" Type="http://schemas.openxmlformats.org/officeDocument/2006/relationships/image" Target="../media/image15.wmf"/><Relationship Id="rId4" Type="http://schemas.openxmlformats.org/officeDocument/2006/relationships/oleObject" Target="../embeddings/oleObject3.bin"/><Relationship Id="rId9" Type="http://schemas.openxmlformats.org/officeDocument/2006/relationships/image" Target="../media/image17.wmf"/></Relationships>
</file>

<file path=ppt/slides/_rels/slide33.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8" Type="http://schemas.openxmlformats.org/officeDocument/2006/relationships/image" Target="../media/image27.emf"/><Relationship Id="rId3" Type="http://schemas.openxmlformats.org/officeDocument/2006/relationships/image" Target="../media/image24.wmf"/><Relationship Id="rId7" Type="http://schemas.openxmlformats.org/officeDocument/2006/relationships/image" Target="../media/image26.wmf"/><Relationship Id="rId12" Type="http://schemas.openxmlformats.org/officeDocument/2006/relationships/image" Target="../media/image30.wmf"/><Relationship Id="rId2" Type="http://schemas.openxmlformats.org/officeDocument/2006/relationships/oleObject" Target="../embeddings/oleObject6.bin"/><Relationship Id="rId1" Type="http://schemas.openxmlformats.org/officeDocument/2006/relationships/slideLayout" Target="../slideLayouts/slideLayout7.xml"/><Relationship Id="rId6" Type="http://schemas.openxmlformats.org/officeDocument/2006/relationships/oleObject" Target="../embeddings/oleObject8.bin"/><Relationship Id="rId11" Type="http://schemas.openxmlformats.org/officeDocument/2006/relationships/oleObject" Target="../embeddings/oleObject9.bin"/><Relationship Id="rId5" Type="http://schemas.openxmlformats.org/officeDocument/2006/relationships/image" Target="../media/image25.wmf"/><Relationship Id="rId10" Type="http://schemas.openxmlformats.org/officeDocument/2006/relationships/image" Target="../media/image29.emf"/><Relationship Id="rId4" Type="http://schemas.openxmlformats.org/officeDocument/2006/relationships/oleObject" Target="../embeddings/oleObject7.bin"/><Relationship Id="rId9" Type="http://schemas.openxmlformats.org/officeDocument/2006/relationships/image" Target="../media/image28.emf"/></Relationships>
</file>

<file path=ppt/slides/_rels/slide48.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2.jpeg"/></Relationships>
</file>

<file path=ppt/slides/_rels/slide49.xml.rels><?xml version="1.0" encoding="UTF-8" standalone="yes"?>
<Relationships xmlns="http://schemas.openxmlformats.org/package/2006/relationships"><Relationship Id="rId8" Type="http://schemas.openxmlformats.org/officeDocument/2006/relationships/image" Target="../media/image37.wmf"/><Relationship Id="rId3" Type="http://schemas.openxmlformats.org/officeDocument/2006/relationships/image" Target="../media/image34.emf"/><Relationship Id="rId7" Type="http://schemas.openxmlformats.org/officeDocument/2006/relationships/oleObject" Target="../embeddings/oleObject11.bin"/><Relationship Id="rId12" Type="http://schemas.openxmlformats.org/officeDocument/2006/relationships/image" Target="../media/image26.wmf"/><Relationship Id="rId2" Type="http://schemas.openxmlformats.org/officeDocument/2006/relationships/image" Target="../media/image33.emf"/><Relationship Id="rId1" Type="http://schemas.openxmlformats.org/officeDocument/2006/relationships/slideLayout" Target="../slideLayouts/slideLayout7.xml"/><Relationship Id="rId6" Type="http://schemas.openxmlformats.org/officeDocument/2006/relationships/image" Target="../media/image36.wmf"/><Relationship Id="rId11" Type="http://schemas.openxmlformats.org/officeDocument/2006/relationships/oleObject" Target="../embeddings/oleObject13.bin"/><Relationship Id="rId5" Type="http://schemas.openxmlformats.org/officeDocument/2006/relationships/oleObject" Target="../embeddings/oleObject10.bin"/><Relationship Id="rId10" Type="http://schemas.openxmlformats.org/officeDocument/2006/relationships/image" Target="../media/image38.wmf"/><Relationship Id="rId4" Type="http://schemas.openxmlformats.org/officeDocument/2006/relationships/image" Target="../media/image35.emf"/><Relationship Id="rId9" Type="http://schemas.openxmlformats.org/officeDocument/2006/relationships/oleObject" Target="../embeddings/oleObject12.bin"/></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image" Target="../media/image39.wmf"/><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image" Target="../media/image40.wmf"/><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image" Target="../media/image46.gif"/><Relationship Id="rId3" Type="http://schemas.openxmlformats.org/officeDocument/2006/relationships/image" Target="../media/image41.gif"/><Relationship Id="rId7" Type="http://schemas.openxmlformats.org/officeDocument/2006/relationships/image" Target="../media/image45.gi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image" Target="../media/image43.gif"/><Relationship Id="rId4" Type="http://schemas.openxmlformats.org/officeDocument/2006/relationships/image" Target="../media/image42.gi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D2BDD-5B6F-8A14-C060-5B121E1DFB13}"/>
              </a:ext>
            </a:extLst>
          </p:cNvPr>
          <p:cNvSpPr>
            <a:spLocks noGrp="1"/>
          </p:cNvSpPr>
          <p:nvPr>
            <p:ph type="ctrTitle"/>
          </p:nvPr>
        </p:nvSpPr>
        <p:spPr/>
        <p:txBody>
          <a:bodyPr/>
          <a:lstStyle/>
          <a:p>
            <a:r>
              <a:rPr lang="en-US" dirty="0"/>
              <a:t>Lecture 8</a:t>
            </a:r>
          </a:p>
        </p:txBody>
      </p:sp>
      <p:sp>
        <p:nvSpPr>
          <p:cNvPr id="3" name="Subtitle 2">
            <a:extLst>
              <a:ext uri="{FF2B5EF4-FFF2-40B4-BE49-F238E27FC236}">
                <a16:creationId xmlns:a16="http://schemas.microsoft.com/office/drawing/2014/main" id="{3478A9F1-C572-1283-DC55-CFED1CFA30C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54407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9511D-C76B-C295-E59A-B8033B90CD3A}"/>
              </a:ext>
            </a:extLst>
          </p:cNvPr>
          <p:cNvSpPr>
            <a:spLocks noGrp="1"/>
          </p:cNvSpPr>
          <p:nvPr>
            <p:ph type="title"/>
          </p:nvPr>
        </p:nvSpPr>
        <p:spPr/>
        <p:txBody>
          <a:bodyPr>
            <a:normAutofit fontScale="90000"/>
          </a:bodyPr>
          <a:lstStyle/>
          <a:p>
            <a:r>
              <a:rPr lang="en-US" dirty="0"/>
              <a:t>Um….I may have to apologize after today’s lecture</a:t>
            </a:r>
            <a:br>
              <a:rPr lang="en-US" dirty="0"/>
            </a:br>
            <a:endParaRPr lang="en-US" dirty="0"/>
          </a:p>
        </p:txBody>
      </p:sp>
      <p:sp>
        <p:nvSpPr>
          <p:cNvPr id="3" name="Content Placeholder 2">
            <a:extLst>
              <a:ext uri="{FF2B5EF4-FFF2-40B4-BE49-F238E27FC236}">
                <a16:creationId xmlns:a16="http://schemas.microsoft.com/office/drawing/2014/main" id="{F2B5AB50-D435-1CAC-C92D-70DDBA1DB1F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7721205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01C9B-63F3-CD3F-8944-6964D0CC8C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B6F741-7AC0-E84F-B2EE-3C498D5FED84}"/>
              </a:ext>
            </a:extLst>
          </p:cNvPr>
          <p:cNvSpPr>
            <a:spLocks noGrp="1"/>
          </p:cNvSpPr>
          <p:nvPr>
            <p:ph type="title"/>
          </p:nvPr>
        </p:nvSpPr>
        <p:spPr/>
        <p:txBody>
          <a:bodyPr>
            <a:normAutofit/>
          </a:bodyPr>
          <a:lstStyle/>
          <a:p>
            <a:r>
              <a:rPr lang="en-US" dirty="0"/>
              <a:t>What you need to know</a:t>
            </a:r>
          </a:p>
        </p:txBody>
      </p:sp>
      <p:sp>
        <p:nvSpPr>
          <p:cNvPr id="3" name="Content Placeholder 2">
            <a:extLst>
              <a:ext uri="{FF2B5EF4-FFF2-40B4-BE49-F238E27FC236}">
                <a16:creationId xmlns:a16="http://schemas.microsoft.com/office/drawing/2014/main" id="{D73CF893-8ECC-14D1-F492-B05B0A361E37}"/>
              </a:ext>
            </a:extLst>
          </p:cNvPr>
          <p:cNvSpPr>
            <a:spLocks noGrp="1"/>
          </p:cNvSpPr>
          <p:nvPr>
            <p:ph idx="1"/>
          </p:nvPr>
        </p:nvSpPr>
        <p:spPr/>
        <p:txBody>
          <a:bodyPr/>
          <a:lstStyle/>
          <a:p>
            <a:r>
              <a:rPr lang="en-US" dirty="0"/>
              <a:t>Stress and strain equations for tensile stress and bulk (pressure) stress.</a:t>
            </a:r>
          </a:p>
          <a:p>
            <a:r>
              <a:rPr lang="en-US" dirty="0"/>
              <a:t>The wave speed is always the square root of an elastic property divided by an inertial property.</a:t>
            </a:r>
          </a:p>
          <a:p>
            <a:r>
              <a:rPr lang="en-US" dirty="0"/>
              <a:t>The intensity of sound waves is proportional to the amplitude squared.</a:t>
            </a:r>
          </a:p>
        </p:txBody>
      </p:sp>
    </p:spTree>
    <p:extLst>
      <p:ext uri="{BB962C8B-B14F-4D97-AF65-F5344CB8AC3E}">
        <p14:creationId xmlns:p14="http://schemas.microsoft.com/office/powerpoint/2010/main" val="3586417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05BB8-947B-7A44-9CA6-DF16F4A81DE4}"/>
              </a:ext>
            </a:extLst>
          </p:cNvPr>
          <p:cNvSpPr>
            <a:spLocks noGrp="1"/>
          </p:cNvSpPr>
          <p:nvPr>
            <p:ph type="title"/>
          </p:nvPr>
        </p:nvSpPr>
        <p:spPr/>
        <p:txBody>
          <a:bodyPr/>
          <a:lstStyle/>
          <a:p>
            <a:r>
              <a:rPr lang="en-US" dirty="0"/>
              <a:t>Equations you actually want</a:t>
            </a:r>
          </a:p>
        </p:txBody>
      </p:sp>
      <p:sp>
        <p:nvSpPr>
          <p:cNvPr id="3" name="Content Placeholder 2">
            <a:extLst>
              <a:ext uri="{FF2B5EF4-FFF2-40B4-BE49-F238E27FC236}">
                <a16:creationId xmlns:a16="http://schemas.microsoft.com/office/drawing/2014/main" id="{9EEBEEA8-5EE8-4A26-E4E8-9AA5066F906D}"/>
              </a:ext>
            </a:extLst>
          </p:cNvPr>
          <p:cNvSpPr>
            <a:spLocks noGrp="1"/>
          </p:cNvSpPr>
          <p:nvPr>
            <p:ph idx="1"/>
          </p:nvPr>
        </p:nvSpPr>
        <p:spPr/>
        <p:txBody>
          <a:bodyPr>
            <a:normAutofit lnSpcReduction="10000"/>
          </a:bodyPr>
          <a:lstStyle/>
          <a:p>
            <a:r>
              <a:rPr lang="en-US" dirty="0"/>
              <a:t>Pressure stress</a:t>
            </a:r>
          </a:p>
          <a:p>
            <a:endParaRPr lang="en-US" dirty="0"/>
          </a:p>
          <a:p>
            <a:r>
              <a:rPr lang="en-US" dirty="0"/>
              <a:t>Tensile Stress </a:t>
            </a:r>
          </a:p>
          <a:p>
            <a:endParaRPr lang="en-US" dirty="0"/>
          </a:p>
          <a:p>
            <a:r>
              <a:rPr lang="en-US" dirty="0"/>
              <a:t>Bulk Modulus</a:t>
            </a:r>
          </a:p>
          <a:p>
            <a:endParaRPr lang="en-US" dirty="0"/>
          </a:p>
          <a:p>
            <a:endParaRPr lang="en-US" dirty="0"/>
          </a:p>
          <a:p>
            <a:r>
              <a:rPr lang="en-US" dirty="0"/>
              <a:t>Sound Intensity </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2997BE5F-0095-8A70-C250-E7F4126AC786}"/>
                  </a:ext>
                </a:extLst>
              </p:cNvPr>
              <p:cNvSpPr txBox="1"/>
              <p:nvPr/>
            </p:nvSpPr>
            <p:spPr>
              <a:xfrm>
                <a:off x="3919322" y="1600200"/>
                <a:ext cx="912322" cy="516745"/>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𝐹</m:t>
                          </m:r>
                        </m:num>
                        <m:den>
                          <m:r>
                            <a:rPr lang="en-US" b="0" i="1" smtClean="0">
                              <a:latin typeface="Cambria Math" panose="02040503050406030204" pitchFamily="18" charset="0"/>
                            </a:rPr>
                            <m:t>𝐴</m:t>
                          </m:r>
                        </m:den>
                      </m:f>
                    </m:oMath>
                  </m:oMathPara>
                </a14:m>
                <a:endParaRPr lang="en-US" dirty="0"/>
              </a:p>
            </p:txBody>
          </p:sp>
        </mc:Choice>
        <mc:Fallback>
          <p:sp>
            <p:nvSpPr>
              <p:cNvPr id="4" name="TextBox 3">
                <a:extLst>
                  <a:ext uri="{FF2B5EF4-FFF2-40B4-BE49-F238E27FC236}">
                    <a16:creationId xmlns:a16="http://schemas.microsoft.com/office/drawing/2014/main" id="{2997BE5F-0095-8A70-C250-E7F4126AC786}"/>
                  </a:ext>
                </a:extLst>
              </p:cNvPr>
              <p:cNvSpPr txBox="1">
                <a:spLocks noRot="1" noChangeAspect="1" noMove="1" noResize="1" noEditPoints="1" noAdjustHandles="1" noChangeArrowheads="1" noChangeShapeType="1" noTextEdit="1"/>
              </p:cNvSpPr>
              <p:nvPr/>
            </p:nvSpPr>
            <p:spPr>
              <a:xfrm>
                <a:off x="3919322" y="1600200"/>
                <a:ext cx="912322" cy="51674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7A40040E-3EF1-6293-F12A-F96DD25EA6AD}"/>
                  </a:ext>
                </a:extLst>
              </p:cNvPr>
              <p:cNvSpPr txBox="1"/>
              <p:nvPr/>
            </p:nvSpPr>
            <p:spPr>
              <a:xfrm>
                <a:off x="3858271" y="2570507"/>
                <a:ext cx="912322" cy="567207"/>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𝐹</m:t>
                          </m:r>
                        </m:num>
                        <m:den>
                          <m:r>
                            <a:rPr lang="en-US" b="0" i="1" smtClean="0">
                              <a:latin typeface="Cambria Math" panose="02040503050406030204" pitchFamily="18" charset="0"/>
                            </a:rPr>
                            <m:t>𝐴</m:t>
                          </m:r>
                        </m:den>
                      </m:f>
                      <m:r>
                        <a:rPr lang="en-US" b="0" i="1" smtClean="0">
                          <a:latin typeface="Cambria Math" panose="02040503050406030204" pitchFamily="18" charset="0"/>
                        </a:rPr>
                        <m:t>=</m:t>
                      </m:r>
                      <m:r>
                        <a:rPr lang="en-US" b="0" i="1" smtClean="0">
                          <a:latin typeface="Cambria Math" panose="02040503050406030204" pitchFamily="18" charset="0"/>
                        </a:rPr>
                        <m:t>𝑌</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𝑜</m:t>
                              </m:r>
                            </m:sub>
                          </m:sSub>
                        </m:den>
                      </m:f>
                    </m:oMath>
                  </m:oMathPara>
                </a14:m>
                <a:endParaRPr lang="en-US" dirty="0"/>
              </a:p>
            </p:txBody>
          </p:sp>
        </mc:Choice>
        <mc:Fallback>
          <p:sp>
            <p:nvSpPr>
              <p:cNvPr id="5" name="TextBox 4">
                <a:extLst>
                  <a:ext uri="{FF2B5EF4-FFF2-40B4-BE49-F238E27FC236}">
                    <a16:creationId xmlns:a16="http://schemas.microsoft.com/office/drawing/2014/main" id="{7A40040E-3EF1-6293-F12A-F96DD25EA6AD}"/>
                  </a:ext>
                </a:extLst>
              </p:cNvPr>
              <p:cNvSpPr txBox="1">
                <a:spLocks noRot="1" noChangeAspect="1" noMove="1" noResize="1" noEditPoints="1" noAdjustHandles="1" noChangeArrowheads="1" noChangeShapeType="1" noTextEdit="1"/>
              </p:cNvSpPr>
              <p:nvPr/>
            </p:nvSpPr>
            <p:spPr>
              <a:xfrm>
                <a:off x="3858271" y="2570507"/>
                <a:ext cx="912322" cy="567207"/>
              </a:xfrm>
              <a:prstGeom prst="rect">
                <a:avLst/>
              </a:prstGeom>
              <a:blipFill>
                <a:blip r:embed="rId3"/>
                <a:stretch>
                  <a:fillRect/>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2D948B26-CC70-28CF-1EEC-D3E540A4F4FD}"/>
              </a:ext>
            </a:extLst>
          </p:cNvPr>
          <p:cNvGrpSpPr/>
          <p:nvPr/>
        </p:nvGrpSpPr>
        <p:grpSpPr>
          <a:xfrm>
            <a:off x="3501632" y="3717761"/>
            <a:ext cx="1702545" cy="518604"/>
            <a:chOff x="3919321" y="3049276"/>
            <a:chExt cx="1702545" cy="518604"/>
          </a:xfrm>
        </p:grpSpPr>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65660D2-2408-1757-E775-B4CC6FAB6774}"/>
                    </a:ext>
                  </a:extLst>
                </p:cNvPr>
                <p:cNvSpPr txBox="1"/>
                <p:nvPr/>
              </p:nvSpPr>
              <p:spPr>
                <a:xfrm>
                  <a:off x="3919321" y="3049276"/>
                  <a:ext cx="1702545" cy="518604"/>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𝐵</m:t>
                        </m:r>
                        <m:f>
                          <m:fPr>
                            <m:ctrlPr>
                              <a:rPr lang="en-US" b="0" i="1" smtClean="0">
                                <a:latin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𝑉</m:t>
                            </m:r>
                          </m:num>
                          <m:den>
                            <m:r>
                              <a:rPr lang="en-US" b="0" i="1" smtClean="0">
                                <a:latin typeface="Cambria Math" panose="02040503050406030204" pitchFamily="18" charset="0"/>
                              </a:rPr>
                              <m:t>𝑉</m:t>
                            </m:r>
                          </m:den>
                        </m:f>
                      </m:oMath>
                    </m:oMathPara>
                  </a14:m>
                  <a:endParaRPr lang="en-US" dirty="0"/>
                </a:p>
              </p:txBody>
            </p:sp>
          </mc:Choice>
          <mc:Fallback>
            <p:sp>
              <p:nvSpPr>
                <p:cNvPr id="6" name="TextBox 5">
                  <a:extLst>
                    <a:ext uri="{FF2B5EF4-FFF2-40B4-BE49-F238E27FC236}">
                      <a16:creationId xmlns:a16="http://schemas.microsoft.com/office/drawing/2014/main" id="{D65660D2-2408-1757-E775-B4CC6FAB6774}"/>
                    </a:ext>
                  </a:extLst>
                </p:cNvPr>
                <p:cNvSpPr txBox="1">
                  <a:spLocks noRot="1" noChangeAspect="1" noMove="1" noResize="1" noEditPoints="1" noAdjustHandles="1" noChangeArrowheads="1" noChangeShapeType="1" noTextEdit="1"/>
                </p:cNvSpPr>
                <p:nvPr/>
              </p:nvSpPr>
              <p:spPr>
                <a:xfrm>
                  <a:off x="3919321" y="3049276"/>
                  <a:ext cx="1702545" cy="518604"/>
                </a:xfrm>
                <a:prstGeom prst="rect">
                  <a:avLst/>
                </a:prstGeom>
                <a:blipFill>
                  <a:blip r:embed="rId4"/>
                  <a:stretch>
                    <a:fillRect/>
                  </a:stretch>
                </a:blipFill>
              </p:spPr>
              <p:txBody>
                <a:bodyPr/>
                <a:lstStyle/>
                <a:p>
                  <a:r>
                    <a:rPr lang="en-US">
                      <a:noFill/>
                    </a:rPr>
                    <a:t> </a:t>
                  </a:r>
                </a:p>
              </p:txBody>
            </p:sp>
          </mc:Fallback>
        </mc:AlternateContent>
        <p:cxnSp>
          <p:nvCxnSpPr>
            <p:cNvPr id="8" name="Straight Connector 7">
              <a:extLst>
                <a:ext uri="{FF2B5EF4-FFF2-40B4-BE49-F238E27FC236}">
                  <a16:creationId xmlns:a16="http://schemas.microsoft.com/office/drawing/2014/main" id="{8FA84E8D-02EF-3473-0CDA-ABFF8710CDE8}"/>
                </a:ext>
              </a:extLst>
            </p:cNvPr>
            <p:cNvCxnSpPr/>
            <p:nvPr/>
          </p:nvCxnSpPr>
          <p:spPr>
            <a:xfrm>
              <a:off x="5249329" y="3183467"/>
              <a:ext cx="11288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8DFFBC1-4FAA-638E-3000-10B8F25AED0B}"/>
                </a:ext>
              </a:extLst>
            </p:cNvPr>
            <p:cNvCxnSpPr/>
            <p:nvPr/>
          </p:nvCxnSpPr>
          <p:spPr>
            <a:xfrm>
              <a:off x="5175949" y="3493913"/>
              <a:ext cx="112889" cy="0"/>
            </a:xfrm>
            <a:prstGeom prst="line">
              <a:avLst/>
            </a:prstGeom>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DC02080E-6F3C-8BAB-6180-8F3CBC919931}"/>
                  </a:ext>
                </a:extLst>
              </p:cNvPr>
              <p:cNvSpPr txBox="1"/>
              <p:nvPr/>
            </p:nvSpPr>
            <p:spPr>
              <a:xfrm>
                <a:off x="5401946" y="3567880"/>
                <a:ext cx="2117717" cy="818366"/>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𝑜</m:t>
                          </m:r>
                        </m:sub>
                      </m:sSub>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1+</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𝑜</m:t>
                                  </m:r>
                                </m:sub>
                              </m:sSub>
                            </m:den>
                          </m:f>
                        </m:e>
                      </m:rad>
                    </m:oMath>
                  </m:oMathPara>
                </a14:m>
                <a:endParaRPr lang="en-US" dirty="0"/>
              </a:p>
            </p:txBody>
          </p:sp>
        </mc:Choice>
        <mc:Fallback>
          <p:sp>
            <p:nvSpPr>
              <p:cNvPr id="11" name="TextBox 10">
                <a:extLst>
                  <a:ext uri="{FF2B5EF4-FFF2-40B4-BE49-F238E27FC236}">
                    <a16:creationId xmlns:a16="http://schemas.microsoft.com/office/drawing/2014/main" id="{DC02080E-6F3C-8BAB-6180-8F3CBC919931}"/>
                  </a:ext>
                </a:extLst>
              </p:cNvPr>
              <p:cNvSpPr txBox="1">
                <a:spLocks noRot="1" noChangeAspect="1" noMove="1" noResize="1" noEditPoints="1" noAdjustHandles="1" noChangeArrowheads="1" noChangeShapeType="1" noTextEdit="1"/>
              </p:cNvSpPr>
              <p:nvPr/>
            </p:nvSpPr>
            <p:spPr>
              <a:xfrm>
                <a:off x="5401946" y="3567880"/>
                <a:ext cx="2117717" cy="818366"/>
              </a:xfrm>
              <a:prstGeom prst="rect">
                <a:avLst/>
              </a:prstGeom>
              <a:blipFill>
                <a:blip r:embed="rId5"/>
                <a:stretch>
                  <a:fillRect b="-74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9AE2F829-4280-2D20-587D-590B9DB2235D}"/>
                  </a:ext>
                </a:extLst>
              </p:cNvPr>
              <p:cNvSpPr txBox="1"/>
              <p:nvPr/>
            </p:nvSpPr>
            <p:spPr>
              <a:xfrm>
                <a:off x="3681212" y="5312240"/>
                <a:ext cx="2526634" cy="567271"/>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I</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r>
                            <a:rPr lang="en-US" b="0" i="1" smtClean="0">
                              <a:latin typeface="Cambria Math" panose="02040503050406030204" pitchFamily="18" charset="0"/>
                            </a:rPr>
                            <m:t>𝑣</m:t>
                          </m:r>
                          <m:r>
                            <a:rPr lang="en-US" b="0" i="1" smtClean="0">
                              <a:latin typeface="Cambria Math" panose="02040503050406030204" pitchFamily="18" charset="0"/>
                              <a:ea typeface="Cambria Math" panose="02040503050406030204" pitchFamily="18" charset="0"/>
                            </a:rPr>
                            <m:t>𝜌</m:t>
                          </m:r>
                        </m:den>
                      </m:f>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m:rPr>
                                  <m:sty m:val="p"/>
                                </m:rPr>
                                <a:rPr lang="el-GR" i="1">
                                  <a:latin typeface="Cambria Math" panose="02040503050406030204" pitchFamily="18" charset="0"/>
                                  <a:ea typeface="Cambria Math" panose="02040503050406030204" pitchFamily="18" charset="0"/>
                                </a:rPr>
                                <m:t>Δ</m:t>
                              </m:r>
                              <m:sSub>
                                <m:sSubPr>
                                  <m:ctrlPr>
                                    <a:rPr lang="el-GR"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𝑃</m:t>
                                  </m:r>
                                </m:e>
                                <m:sub>
                                  <m:r>
                                    <a:rPr lang="en-US" i="1">
                                      <a:latin typeface="Cambria Math" panose="02040503050406030204" pitchFamily="18" charset="0"/>
                                      <a:ea typeface="Cambria Math" panose="02040503050406030204" pitchFamily="18" charset="0"/>
                                    </a:rPr>
                                    <m:t>𝑚𝑎𝑥</m:t>
                                  </m:r>
                                </m:sub>
                              </m:sSub>
                            </m:e>
                          </m:d>
                        </m:e>
                        <m:sup>
                          <m:r>
                            <a:rPr lang="en-US" b="0" i="1" smtClean="0">
                              <a:latin typeface="Cambria Math" panose="02040503050406030204" pitchFamily="18" charset="0"/>
                            </a:rPr>
                            <m:t>2</m:t>
                          </m:r>
                        </m:sup>
                      </m:sSup>
                    </m:oMath>
                  </m:oMathPara>
                </a14:m>
                <a:endParaRPr lang="en-US" dirty="0"/>
              </a:p>
            </p:txBody>
          </p:sp>
        </mc:Choice>
        <mc:Fallback>
          <p:sp>
            <p:nvSpPr>
              <p:cNvPr id="12" name="TextBox 11">
                <a:extLst>
                  <a:ext uri="{FF2B5EF4-FFF2-40B4-BE49-F238E27FC236}">
                    <a16:creationId xmlns:a16="http://schemas.microsoft.com/office/drawing/2014/main" id="{9AE2F829-4280-2D20-587D-590B9DB2235D}"/>
                  </a:ext>
                </a:extLst>
              </p:cNvPr>
              <p:cNvSpPr txBox="1">
                <a:spLocks noRot="1" noChangeAspect="1" noMove="1" noResize="1" noEditPoints="1" noAdjustHandles="1" noChangeArrowheads="1" noChangeShapeType="1" noTextEdit="1"/>
              </p:cNvSpPr>
              <p:nvPr/>
            </p:nvSpPr>
            <p:spPr>
              <a:xfrm>
                <a:off x="3681212" y="5312240"/>
                <a:ext cx="2526634" cy="567271"/>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695699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79094FC6-551D-BF5C-26DA-7E896B6CBA87}"/>
              </a:ext>
            </a:extLst>
          </p:cNvPr>
          <p:cNvSpPr>
            <a:spLocks noGrp="1" noChangeArrowheads="1"/>
          </p:cNvSpPr>
          <p:nvPr>
            <p:ph type="title"/>
          </p:nvPr>
        </p:nvSpPr>
        <p:spPr/>
        <p:txBody>
          <a:bodyPr/>
          <a:lstStyle/>
          <a:p>
            <a:pPr eaLnBrk="1" hangingPunct="1"/>
            <a:r>
              <a:rPr lang="en-US" altLang="en-US"/>
              <a:t>Question 123.7.1</a:t>
            </a:r>
          </a:p>
        </p:txBody>
      </p:sp>
      <p:sp>
        <p:nvSpPr>
          <p:cNvPr id="4099" name="Rectangle 3">
            <a:extLst>
              <a:ext uri="{FF2B5EF4-FFF2-40B4-BE49-F238E27FC236}">
                <a16:creationId xmlns:a16="http://schemas.microsoft.com/office/drawing/2014/main" id="{F8F17EE7-018A-5BD4-89F6-CB35EB7FEB59}"/>
              </a:ext>
            </a:extLst>
          </p:cNvPr>
          <p:cNvSpPr>
            <a:spLocks noGrp="1" noChangeArrowheads="1"/>
          </p:cNvSpPr>
          <p:nvPr>
            <p:ph type="body" idx="1"/>
          </p:nvPr>
        </p:nvSpPr>
        <p:spPr>
          <a:xfrm>
            <a:off x="427038" y="1382713"/>
            <a:ext cx="4610100" cy="4525962"/>
          </a:xfrm>
        </p:spPr>
        <p:txBody>
          <a:bodyPr/>
          <a:lstStyle/>
          <a:p>
            <a:pPr marL="533400" indent="-533400" eaLnBrk="1" hangingPunct="1">
              <a:buFontTx/>
              <a:buNone/>
            </a:pPr>
            <a:r>
              <a:rPr lang="en-US" altLang="en-US" sz="2800"/>
              <a:t>I have two bars made out of different materials. Bar A has a Young’s modulus that is half that of bar B. I apply a force F to each bar. Which bar stretches more?</a:t>
            </a:r>
          </a:p>
          <a:p>
            <a:pPr marL="914400" lvl="1" indent="-457200" eaLnBrk="1" hangingPunct="1">
              <a:buFontTx/>
              <a:buAutoNum type="alphaLcParenR"/>
            </a:pPr>
            <a:r>
              <a:rPr lang="en-US" altLang="en-US" sz="1800"/>
              <a:t>Bar A</a:t>
            </a:r>
          </a:p>
          <a:p>
            <a:pPr marL="914400" lvl="1" indent="-457200" eaLnBrk="1" hangingPunct="1">
              <a:buFontTx/>
              <a:buAutoNum type="alphaLcParenR"/>
            </a:pPr>
            <a:r>
              <a:rPr lang="en-US" altLang="en-US" sz="1800"/>
              <a:t>Bar B</a:t>
            </a:r>
          </a:p>
          <a:p>
            <a:pPr marL="914400" lvl="1" indent="-457200" eaLnBrk="1" hangingPunct="1">
              <a:buFontTx/>
              <a:buAutoNum type="alphaLcParenR"/>
            </a:pPr>
            <a:r>
              <a:rPr lang="en-US" altLang="en-US" sz="1800"/>
              <a:t>They stretch the same</a:t>
            </a:r>
          </a:p>
        </p:txBody>
      </p:sp>
      <p:pic>
        <p:nvPicPr>
          <p:cNvPr id="4100" name="Picture 7">
            <a:extLst>
              <a:ext uri="{FF2B5EF4-FFF2-40B4-BE49-F238E27FC236}">
                <a16:creationId xmlns:a16="http://schemas.microsoft.com/office/drawing/2014/main" id="{B0042ADA-45DE-9846-DD2C-55EA2D2F2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27663" y="2170113"/>
            <a:ext cx="3040062" cy="1604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D2068-3A4D-2269-4AA4-5F38EDFB8D10}"/>
              </a:ext>
            </a:extLst>
          </p:cNvPr>
          <p:cNvSpPr>
            <a:spLocks noGrp="1"/>
          </p:cNvSpPr>
          <p:nvPr>
            <p:ph type="title"/>
          </p:nvPr>
        </p:nvSpPr>
        <p:spPr/>
        <p:txBody>
          <a:bodyPr/>
          <a:lstStyle/>
          <a:p>
            <a:endParaRPr lang="en-US"/>
          </a:p>
        </p:txBody>
      </p:sp>
      <p:pic>
        <p:nvPicPr>
          <p:cNvPr id="10" name="Content Placeholder 9">
            <a:extLst>
              <a:ext uri="{FF2B5EF4-FFF2-40B4-BE49-F238E27FC236}">
                <a16:creationId xmlns:a16="http://schemas.microsoft.com/office/drawing/2014/main" id="{BFED2E1B-1B96-E8E7-1648-BCB3CB19ED6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200" y="1723895"/>
            <a:ext cx="8229600" cy="4278573"/>
          </a:xfrm>
          <a:prstGeom prst="rect">
            <a:avLst/>
          </a:prstGeom>
        </p:spPr>
      </p:pic>
    </p:spTree>
    <p:extLst>
      <p:ext uri="{BB962C8B-B14F-4D97-AF65-F5344CB8AC3E}">
        <p14:creationId xmlns:p14="http://schemas.microsoft.com/office/powerpoint/2010/main" val="11914254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ylinder 3">
            <a:extLst>
              <a:ext uri="{FF2B5EF4-FFF2-40B4-BE49-F238E27FC236}">
                <a16:creationId xmlns:a16="http://schemas.microsoft.com/office/drawing/2014/main" id="{BD0C5DED-A3EE-4CC4-1DAF-AB44373447D5}"/>
              </a:ext>
            </a:extLst>
          </p:cNvPr>
          <p:cNvSpPr/>
          <p:nvPr/>
        </p:nvSpPr>
        <p:spPr>
          <a:xfrm rot="5400000" flipH="1">
            <a:off x="4267905" y="-1389239"/>
            <a:ext cx="167922" cy="8116711"/>
          </a:xfrm>
          <a:prstGeom prst="can">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ylinder 4">
            <a:extLst>
              <a:ext uri="{FF2B5EF4-FFF2-40B4-BE49-F238E27FC236}">
                <a16:creationId xmlns:a16="http://schemas.microsoft.com/office/drawing/2014/main" id="{85514982-EE8C-5374-422F-E256D37F8967}"/>
              </a:ext>
            </a:extLst>
          </p:cNvPr>
          <p:cNvSpPr/>
          <p:nvPr/>
        </p:nvSpPr>
        <p:spPr>
          <a:xfrm rot="5400000" flipH="1">
            <a:off x="3576460" y="2152647"/>
            <a:ext cx="167923" cy="1032935"/>
          </a:xfrm>
          <a:prstGeom prst="can">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7196208-7680-926B-9BDE-4621A3F49488}"/>
              </a:ext>
            </a:extLst>
          </p:cNvPr>
          <p:cNvSpPr txBox="1"/>
          <p:nvPr/>
        </p:nvSpPr>
        <p:spPr>
          <a:xfrm>
            <a:off x="3420533" y="1966058"/>
            <a:ext cx="405880" cy="369332"/>
          </a:xfrm>
          <a:prstGeom prst="rect">
            <a:avLst/>
          </a:prstGeom>
          <a:noFill/>
        </p:spPr>
        <p:txBody>
          <a:bodyPr wrap="none" rtlCol="0">
            <a:spAutoFit/>
          </a:bodyPr>
          <a:lstStyle/>
          <a:p>
            <a:r>
              <a:rPr lang="en-US" dirty="0"/>
              <a:t>dx</a:t>
            </a:r>
          </a:p>
        </p:txBody>
      </p:sp>
      <p:cxnSp>
        <p:nvCxnSpPr>
          <p:cNvPr id="8" name="Straight Arrow Connector 7">
            <a:extLst>
              <a:ext uri="{FF2B5EF4-FFF2-40B4-BE49-F238E27FC236}">
                <a16:creationId xmlns:a16="http://schemas.microsoft.com/office/drawing/2014/main" id="{E1918BBA-3721-31CE-6EB8-E436DA50E930}"/>
              </a:ext>
            </a:extLst>
          </p:cNvPr>
          <p:cNvCxnSpPr/>
          <p:nvPr/>
        </p:nvCxnSpPr>
        <p:spPr>
          <a:xfrm>
            <a:off x="3143954" y="2438400"/>
            <a:ext cx="1032935"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CE11377F-339D-789A-007B-89536FFB4B15}"/>
              </a:ext>
            </a:extLst>
          </p:cNvPr>
          <p:cNvSpPr txBox="1"/>
          <p:nvPr/>
        </p:nvSpPr>
        <p:spPr>
          <a:xfrm>
            <a:off x="3420533" y="2899828"/>
            <a:ext cx="490840" cy="369332"/>
          </a:xfrm>
          <a:prstGeom prst="rect">
            <a:avLst/>
          </a:prstGeom>
          <a:noFill/>
        </p:spPr>
        <p:txBody>
          <a:bodyPr wrap="none" rtlCol="0">
            <a:spAutoFit/>
          </a:bodyPr>
          <a:lstStyle/>
          <a:p>
            <a:r>
              <a:rPr lang="en-US" dirty="0"/>
              <a:t>dm</a:t>
            </a:r>
          </a:p>
        </p:txBody>
      </p:sp>
      <p:sp>
        <p:nvSpPr>
          <p:cNvPr id="10" name="Oval 9">
            <a:extLst>
              <a:ext uri="{FF2B5EF4-FFF2-40B4-BE49-F238E27FC236}">
                <a16:creationId xmlns:a16="http://schemas.microsoft.com/office/drawing/2014/main" id="{807DF86D-753F-004D-F551-BDEFBEE70262}"/>
              </a:ext>
            </a:extLst>
          </p:cNvPr>
          <p:cNvSpPr/>
          <p:nvPr/>
        </p:nvSpPr>
        <p:spPr>
          <a:xfrm>
            <a:off x="4402667" y="4741332"/>
            <a:ext cx="169334" cy="16792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5AA294D0-B653-3C25-F30D-7E8F820535EB}"/>
              </a:ext>
            </a:extLst>
          </p:cNvPr>
          <p:cNvCxnSpPr>
            <a:cxnSpLocks/>
            <a:stCxn id="10" idx="6"/>
          </p:cNvCxnSpPr>
          <p:nvPr/>
        </p:nvCxnSpPr>
        <p:spPr>
          <a:xfrm flipV="1">
            <a:off x="4572001" y="4821198"/>
            <a:ext cx="982132" cy="409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881102E-B85C-49B3-FC95-C666CFC7D10B}"/>
                  </a:ext>
                </a:extLst>
              </p:cNvPr>
              <p:cNvSpPr txBox="1"/>
              <p:nvPr/>
            </p:nvSpPr>
            <p:spPr>
              <a:xfrm>
                <a:off x="4931140" y="4905160"/>
                <a:ext cx="26385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𝑟</m:t>
                          </m:r>
                        </m:sub>
                      </m:sSub>
                    </m:oMath>
                  </m:oMathPara>
                </a14:m>
                <a:endParaRPr lang="en-US" dirty="0"/>
              </a:p>
            </p:txBody>
          </p:sp>
        </mc:Choice>
        <mc:Fallback xmlns="">
          <p:sp>
            <p:nvSpPr>
              <p:cNvPr id="16" name="TextBox 15">
                <a:extLst>
                  <a:ext uri="{FF2B5EF4-FFF2-40B4-BE49-F238E27FC236}">
                    <a16:creationId xmlns:a16="http://schemas.microsoft.com/office/drawing/2014/main" id="{8881102E-B85C-49B3-FC95-C666CFC7D10B}"/>
                  </a:ext>
                </a:extLst>
              </p:cNvPr>
              <p:cNvSpPr txBox="1">
                <a:spLocks noRot="1" noChangeAspect="1" noMove="1" noResize="1" noEditPoints="1" noAdjustHandles="1" noChangeArrowheads="1" noChangeShapeType="1" noTextEdit="1"/>
              </p:cNvSpPr>
              <p:nvPr/>
            </p:nvSpPr>
            <p:spPr>
              <a:xfrm>
                <a:off x="4931140" y="4905160"/>
                <a:ext cx="263854" cy="276999"/>
              </a:xfrm>
              <a:prstGeom prst="rect">
                <a:avLst/>
              </a:prstGeom>
              <a:blipFill>
                <a:blip r:embed="rId2"/>
                <a:stretch>
                  <a:fillRect l="-23256" b="-11111"/>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8CC5F9CE-5E09-8C38-2B93-373E23DFA449}"/>
              </a:ext>
            </a:extLst>
          </p:cNvPr>
          <p:cNvCxnSpPr>
            <a:cxnSpLocks/>
          </p:cNvCxnSpPr>
          <p:nvPr/>
        </p:nvCxnSpPr>
        <p:spPr>
          <a:xfrm flipH="1">
            <a:off x="3660421" y="4821198"/>
            <a:ext cx="74224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B8E5221-6EA5-A768-8B2B-2E848FB46579}"/>
                  </a:ext>
                </a:extLst>
              </p:cNvPr>
              <p:cNvSpPr txBox="1"/>
              <p:nvPr/>
            </p:nvSpPr>
            <p:spPr>
              <a:xfrm>
                <a:off x="3949007" y="4909255"/>
                <a:ext cx="26205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𝑇</m:t>
                          </m:r>
                        </m:e>
                        <m:sub>
                          <m:r>
                            <a:rPr lang="en-US" i="1" smtClean="0">
                              <a:latin typeface="Cambria Math" panose="02040503050406030204" pitchFamily="18" charset="0"/>
                              <a:ea typeface="Cambria Math" panose="02040503050406030204" pitchFamily="18" charset="0"/>
                            </a:rPr>
                            <m:t>ℓ</m:t>
                          </m:r>
                        </m:sub>
                      </m:sSub>
                    </m:oMath>
                  </m:oMathPara>
                </a14:m>
                <a:endParaRPr lang="en-US" dirty="0"/>
              </a:p>
            </p:txBody>
          </p:sp>
        </mc:Choice>
        <mc:Fallback xmlns="">
          <p:sp>
            <p:nvSpPr>
              <p:cNvPr id="19" name="TextBox 18">
                <a:extLst>
                  <a:ext uri="{FF2B5EF4-FFF2-40B4-BE49-F238E27FC236}">
                    <a16:creationId xmlns:a16="http://schemas.microsoft.com/office/drawing/2014/main" id="{FB8E5221-6EA5-A768-8B2B-2E848FB46579}"/>
                  </a:ext>
                </a:extLst>
              </p:cNvPr>
              <p:cNvSpPr txBox="1">
                <a:spLocks noRot="1" noChangeAspect="1" noMove="1" noResize="1" noEditPoints="1" noAdjustHandles="1" noChangeArrowheads="1" noChangeShapeType="1" noTextEdit="1"/>
              </p:cNvSpPr>
              <p:nvPr/>
            </p:nvSpPr>
            <p:spPr>
              <a:xfrm>
                <a:off x="3949007" y="4909255"/>
                <a:ext cx="262058" cy="276999"/>
              </a:xfrm>
              <a:prstGeom prst="rect">
                <a:avLst/>
              </a:prstGeom>
              <a:blipFill>
                <a:blip r:embed="rId3"/>
                <a:stretch>
                  <a:fillRect l="-23256" r="-9302" b="-15217"/>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DB19E148-22CA-9F01-8D51-2A21F745E9AE}"/>
              </a:ext>
            </a:extLst>
          </p:cNvPr>
          <p:cNvSpPr txBox="1"/>
          <p:nvPr/>
        </p:nvSpPr>
        <p:spPr>
          <a:xfrm>
            <a:off x="2766829" y="1267376"/>
            <a:ext cx="2289088" cy="369332"/>
          </a:xfrm>
          <a:prstGeom prst="rect">
            <a:avLst/>
          </a:prstGeom>
          <a:noFill/>
        </p:spPr>
        <p:txBody>
          <a:bodyPr wrap="none" rtlCol="0">
            <a:spAutoFit/>
          </a:bodyPr>
          <a:lstStyle/>
          <a:p>
            <a:r>
              <a:rPr lang="en-US" dirty="0"/>
              <a:t>Cross sectional area, A</a:t>
            </a:r>
          </a:p>
        </p:txBody>
      </p:sp>
      <p:sp>
        <p:nvSpPr>
          <p:cNvPr id="24" name="Freeform: Shape 23">
            <a:extLst>
              <a:ext uri="{FF2B5EF4-FFF2-40B4-BE49-F238E27FC236}">
                <a16:creationId xmlns:a16="http://schemas.microsoft.com/office/drawing/2014/main" id="{0C8C78FC-C169-F617-7DA0-99A460AFCEF2}"/>
              </a:ext>
            </a:extLst>
          </p:cNvPr>
          <p:cNvSpPr/>
          <p:nvPr/>
        </p:nvSpPr>
        <p:spPr>
          <a:xfrm>
            <a:off x="4227252" y="1682040"/>
            <a:ext cx="519289" cy="903111"/>
          </a:xfrm>
          <a:custGeom>
            <a:avLst/>
            <a:gdLst>
              <a:gd name="csX0" fmla="*/ 519289 w 519289"/>
              <a:gd name="csY0" fmla="*/ 0 h 903111"/>
              <a:gd name="csX1" fmla="*/ 248356 w 519289"/>
              <a:gd name="csY1" fmla="*/ 383822 h 903111"/>
              <a:gd name="csX2" fmla="*/ 361244 w 519289"/>
              <a:gd name="csY2" fmla="*/ 428978 h 903111"/>
              <a:gd name="csX3" fmla="*/ 0 w 519289"/>
              <a:gd name="csY3" fmla="*/ 903111 h 903111"/>
            </a:gdLst>
            <a:ahLst/>
            <a:cxnLst>
              <a:cxn ang="0">
                <a:pos x="csX0" y="csY0"/>
              </a:cxn>
              <a:cxn ang="0">
                <a:pos x="csX1" y="csY1"/>
              </a:cxn>
              <a:cxn ang="0">
                <a:pos x="csX2" y="csY2"/>
              </a:cxn>
              <a:cxn ang="0">
                <a:pos x="csX3" y="csY3"/>
              </a:cxn>
            </a:cxnLst>
            <a:rect l="l" t="t" r="r" b="b"/>
            <a:pathLst>
              <a:path w="519289" h="903111">
                <a:moveTo>
                  <a:pt x="519289" y="0"/>
                </a:moveTo>
                <a:cubicBezTo>
                  <a:pt x="396993" y="156163"/>
                  <a:pt x="274697" y="312326"/>
                  <a:pt x="248356" y="383822"/>
                </a:cubicBezTo>
                <a:cubicBezTo>
                  <a:pt x="222015" y="455318"/>
                  <a:pt x="402637" y="342430"/>
                  <a:pt x="361244" y="428978"/>
                </a:cubicBezTo>
                <a:cubicBezTo>
                  <a:pt x="319851" y="515526"/>
                  <a:pt x="159925" y="709318"/>
                  <a:pt x="0" y="903111"/>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358508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CFC19C-ACEA-4396-DE52-76A3440189B6}"/>
              </a:ext>
            </a:extLst>
          </p:cNvPr>
          <p:cNvSpPr>
            <a:spLocks noGrp="1"/>
          </p:cNvSpPr>
          <p:nvPr>
            <p:ph type="title"/>
          </p:nvPr>
        </p:nvSpPr>
        <p:spPr/>
        <p:txBody>
          <a:bodyPr/>
          <a:lstStyle/>
          <a:p>
            <a:r>
              <a:rPr lang="en-US" dirty="0"/>
              <a:t>Review Problem</a:t>
            </a:r>
          </a:p>
        </p:txBody>
      </p:sp>
      <p:sp>
        <p:nvSpPr>
          <p:cNvPr id="3" name="Content Placeholder 2">
            <a:extLst>
              <a:ext uri="{FF2B5EF4-FFF2-40B4-BE49-F238E27FC236}">
                <a16:creationId xmlns:a16="http://schemas.microsoft.com/office/drawing/2014/main" id="{54174DC0-8072-2D81-376C-B23DF908DC19}"/>
              </a:ext>
            </a:extLst>
          </p:cNvPr>
          <p:cNvSpPr>
            <a:spLocks noGrp="1"/>
          </p:cNvSpPr>
          <p:nvPr>
            <p:ph idx="1"/>
          </p:nvPr>
        </p:nvSpPr>
        <p:spPr/>
        <p:txBody>
          <a:bodyPr>
            <a:normAutofit fontScale="92500" lnSpcReduction="20000"/>
          </a:bodyPr>
          <a:lstStyle/>
          <a:p>
            <a:pPr marL="0" indent="0">
              <a:buNone/>
            </a:pPr>
            <a:r>
              <a:rPr lang="en-US" dirty="0"/>
              <a:t>Suppose we have a steel piano wire. One end of the piano wire is fixed in place, and the other is connected to a peg that can be rotated so the piano wire is tightened. This is what you do when you tune a piano, you turn the peg and tighten the wire. Suppose we tighten the wire so that there will be 980N  of tension on the wire. The wire is 1.6m  long and has a diameter of 2mm . How much will the wire stretch as we tighten the peg? We will need to know that the Young's modulus for steel is 20×10¹⁰N /m³.</a:t>
            </a:r>
          </a:p>
        </p:txBody>
      </p:sp>
    </p:spTree>
    <p:extLst>
      <p:ext uri="{BB962C8B-B14F-4D97-AF65-F5344CB8AC3E}">
        <p14:creationId xmlns:p14="http://schemas.microsoft.com/office/powerpoint/2010/main" val="2566205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DB742-3506-1396-73DB-9CF8A9AFBED7}"/>
              </a:ext>
            </a:extLst>
          </p:cNvPr>
          <p:cNvSpPr>
            <a:spLocks noGrp="1"/>
          </p:cNvSpPr>
          <p:nvPr>
            <p:ph type="title"/>
          </p:nvPr>
        </p:nvSpPr>
        <p:spPr/>
        <p:txBody>
          <a:bodyPr/>
          <a:lstStyle/>
          <a:p>
            <a:endParaRPr lang="en-US"/>
          </a:p>
        </p:txBody>
      </p:sp>
      <p:pic>
        <p:nvPicPr>
          <p:cNvPr id="6" name="Content Placeholder 5">
            <a:extLst>
              <a:ext uri="{FF2B5EF4-FFF2-40B4-BE49-F238E27FC236}">
                <a16:creationId xmlns:a16="http://schemas.microsoft.com/office/drawing/2014/main" id="{52966FFD-7F4D-A28F-257A-47FC304FA5C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81524" y="1850483"/>
            <a:ext cx="6780952" cy="4025397"/>
          </a:xfrm>
          <a:prstGeom prst="rect">
            <a:avLst/>
          </a:prstGeom>
        </p:spPr>
      </p:pic>
    </p:spTree>
    <p:extLst>
      <p:ext uri="{BB962C8B-B14F-4D97-AF65-F5344CB8AC3E}">
        <p14:creationId xmlns:p14="http://schemas.microsoft.com/office/powerpoint/2010/main" val="20317674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9"/>
          <p:cNvGrpSpPr>
            <a:grpSpLocks/>
          </p:cNvGrpSpPr>
          <p:nvPr/>
        </p:nvGrpSpPr>
        <p:grpSpPr bwMode="auto">
          <a:xfrm>
            <a:off x="989013" y="1649766"/>
            <a:ext cx="6740525" cy="1549400"/>
            <a:chOff x="3312" y="1632"/>
            <a:chExt cx="2064" cy="480"/>
          </a:xfrm>
        </p:grpSpPr>
        <p:sp>
          <p:nvSpPr>
            <p:cNvPr id="466946" name="Rectangle 10"/>
            <p:cNvSpPr>
              <a:spLocks noChangeArrowheads="1"/>
            </p:cNvSpPr>
            <p:nvPr/>
          </p:nvSpPr>
          <p:spPr bwMode="auto">
            <a:xfrm>
              <a:off x="4128" y="1680"/>
              <a:ext cx="1248" cy="384"/>
            </a:xfrm>
            <a:prstGeom prst="rect">
              <a:avLst/>
            </a:prstGeom>
            <a:solidFill>
              <a:schemeClr val="accent1"/>
            </a:solidFill>
            <a:ln w="9525">
              <a:noFill/>
              <a:miter lim="800000"/>
              <a:headEnd/>
              <a:tailEnd/>
            </a:ln>
          </p:spPr>
          <p:txBody>
            <a:bodyPr wrap="none" anchor="ctr"/>
            <a:lstStyle/>
            <a:p>
              <a:endParaRPr lang="en-US" b="1" dirty="0"/>
            </a:p>
          </p:txBody>
        </p:sp>
        <p:sp>
          <p:nvSpPr>
            <p:cNvPr id="466947" name="Rectangle 11"/>
            <p:cNvSpPr>
              <a:spLocks noChangeArrowheads="1"/>
            </p:cNvSpPr>
            <p:nvPr/>
          </p:nvSpPr>
          <p:spPr bwMode="auto">
            <a:xfrm>
              <a:off x="3648" y="163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8" name="Rectangle 12"/>
            <p:cNvSpPr>
              <a:spLocks noChangeArrowheads="1"/>
            </p:cNvSpPr>
            <p:nvPr/>
          </p:nvSpPr>
          <p:spPr bwMode="auto">
            <a:xfrm>
              <a:off x="3648" y="206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9" name="Rectangle 13"/>
            <p:cNvSpPr>
              <a:spLocks noChangeArrowheads="1"/>
            </p:cNvSpPr>
            <p:nvPr/>
          </p:nvSpPr>
          <p:spPr bwMode="auto">
            <a:xfrm>
              <a:off x="3312" y="180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sp>
          <p:nvSpPr>
            <p:cNvPr id="466950" name="Rectangle 14"/>
            <p:cNvSpPr>
              <a:spLocks noChangeArrowheads="1"/>
            </p:cNvSpPr>
            <p:nvPr/>
          </p:nvSpPr>
          <p:spPr bwMode="auto">
            <a:xfrm>
              <a:off x="3984" y="168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grpSp>
      <p:sp>
        <p:nvSpPr>
          <p:cNvPr id="3" name="Rectangle 2">
            <a:extLst>
              <a:ext uri="{FF2B5EF4-FFF2-40B4-BE49-F238E27FC236}">
                <a16:creationId xmlns:a16="http://schemas.microsoft.com/office/drawing/2014/main" id="{D04C32AD-C946-AD4C-9CC1-E2B00332BCE6}"/>
              </a:ext>
            </a:extLst>
          </p:cNvPr>
          <p:cNvSpPr/>
          <p:nvPr/>
        </p:nvSpPr>
        <p:spPr>
          <a:xfrm>
            <a:off x="4751168" y="1818006"/>
            <a:ext cx="1006166" cy="1226220"/>
          </a:xfrm>
          <a:prstGeom prst="rect">
            <a:avLst/>
          </a:prstGeom>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5A2F799-DC53-04D8-8BD5-6A63EC6C179D}"/>
              </a:ext>
            </a:extLst>
          </p:cNvPr>
          <p:cNvSpPr txBox="1"/>
          <p:nvPr/>
        </p:nvSpPr>
        <p:spPr>
          <a:xfrm>
            <a:off x="5000977" y="1086759"/>
            <a:ext cx="405880" cy="369332"/>
          </a:xfrm>
          <a:prstGeom prst="rect">
            <a:avLst/>
          </a:prstGeom>
          <a:noFill/>
        </p:spPr>
        <p:txBody>
          <a:bodyPr wrap="square" rtlCol="0">
            <a:spAutoFit/>
          </a:bodyPr>
          <a:lstStyle/>
          <a:p>
            <a:r>
              <a:rPr lang="en-US" dirty="0"/>
              <a:t>dx</a:t>
            </a:r>
          </a:p>
        </p:txBody>
      </p:sp>
      <p:cxnSp>
        <p:nvCxnSpPr>
          <p:cNvPr id="5" name="Straight Arrow Connector 4">
            <a:extLst>
              <a:ext uri="{FF2B5EF4-FFF2-40B4-BE49-F238E27FC236}">
                <a16:creationId xmlns:a16="http://schemas.microsoft.com/office/drawing/2014/main" id="{9A4975EF-FDB6-AC42-3AA9-77C458A5A05C}"/>
              </a:ext>
            </a:extLst>
          </p:cNvPr>
          <p:cNvCxnSpPr>
            <a:cxnSpLocks/>
          </p:cNvCxnSpPr>
          <p:nvPr/>
        </p:nvCxnSpPr>
        <p:spPr>
          <a:xfrm>
            <a:off x="4724398" y="1559101"/>
            <a:ext cx="1032935"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38B3515A-F1F1-7841-345B-D5EB62B496DB}"/>
              </a:ext>
            </a:extLst>
          </p:cNvPr>
          <p:cNvSpPr txBox="1"/>
          <p:nvPr/>
        </p:nvSpPr>
        <p:spPr>
          <a:xfrm>
            <a:off x="4986176" y="2191178"/>
            <a:ext cx="490840" cy="369332"/>
          </a:xfrm>
          <a:prstGeom prst="rect">
            <a:avLst/>
          </a:prstGeom>
          <a:noFill/>
        </p:spPr>
        <p:txBody>
          <a:bodyPr wrap="none" rtlCol="0">
            <a:spAutoFit/>
          </a:bodyPr>
          <a:lstStyle/>
          <a:p>
            <a:r>
              <a:rPr lang="en-US" dirty="0"/>
              <a:t>dm</a:t>
            </a:r>
          </a:p>
        </p:txBody>
      </p:sp>
      <p:sp>
        <p:nvSpPr>
          <p:cNvPr id="8" name="Oval 7">
            <a:extLst>
              <a:ext uri="{FF2B5EF4-FFF2-40B4-BE49-F238E27FC236}">
                <a16:creationId xmlns:a16="http://schemas.microsoft.com/office/drawing/2014/main" id="{213EAF16-8B33-0D07-B97B-5D747DAAE5CC}"/>
              </a:ext>
            </a:extLst>
          </p:cNvPr>
          <p:cNvSpPr/>
          <p:nvPr/>
        </p:nvSpPr>
        <p:spPr>
          <a:xfrm>
            <a:off x="5146929" y="3972348"/>
            <a:ext cx="169334" cy="16792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5871CFC9-3FC5-BE21-EF67-548CF4E047BD}"/>
              </a:ext>
            </a:extLst>
          </p:cNvPr>
          <p:cNvCxnSpPr>
            <a:cxnSpLocks/>
            <a:stCxn id="8" idx="6"/>
          </p:cNvCxnSpPr>
          <p:nvPr/>
        </p:nvCxnSpPr>
        <p:spPr>
          <a:xfrm flipV="1">
            <a:off x="5316263" y="4052214"/>
            <a:ext cx="982132" cy="409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D0BAC05-4083-498D-FC7C-C3D9636B6994}"/>
                  </a:ext>
                </a:extLst>
              </p:cNvPr>
              <p:cNvSpPr txBox="1"/>
              <p:nvPr/>
            </p:nvSpPr>
            <p:spPr>
              <a:xfrm>
                <a:off x="5675402" y="4136176"/>
                <a:ext cx="359329"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𝐹</m:t>
                          </m:r>
                        </m:e>
                        <m:sub>
                          <m:r>
                            <a:rPr lang="en-US" b="0" i="1" smtClean="0">
                              <a:latin typeface="Cambria Math" panose="02040503050406030204" pitchFamily="18" charset="0"/>
                            </a:rPr>
                            <m:t>𝑝𝑟</m:t>
                          </m:r>
                        </m:sub>
                      </m:sSub>
                    </m:oMath>
                  </m:oMathPara>
                </a14:m>
                <a:endParaRPr lang="en-US" dirty="0"/>
              </a:p>
            </p:txBody>
          </p:sp>
        </mc:Choice>
        <mc:Fallback xmlns="">
          <p:sp>
            <p:nvSpPr>
              <p:cNvPr id="10" name="TextBox 9">
                <a:extLst>
                  <a:ext uri="{FF2B5EF4-FFF2-40B4-BE49-F238E27FC236}">
                    <a16:creationId xmlns:a16="http://schemas.microsoft.com/office/drawing/2014/main" id="{6D0BAC05-4083-498D-FC7C-C3D9636B6994}"/>
                  </a:ext>
                </a:extLst>
              </p:cNvPr>
              <p:cNvSpPr txBox="1">
                <a:spLocks noRot="1" noChangeAspect="1" noMove="1" noResize="1" noEditPoints="1" noAdjustHandles="1" noChangeArrowheads="1" noChangeShapeType="1" noTextEdit="1"/>
              </p:cNvSpPr>
              <p:nvPr/>
            </p:nvSpPr>
            <p:spPr>
              <a:xfrm>
                <a:off x="5675402" y="4136176"/>
                <a:ext cx="359329" cy="298415"/>
              </a:xfrm>
              <a:prstGeom prst="rect">
                <a:avLst/>
              </a:prstGeom>
              <a:blipFill>
                <a:blip r:embed="rId2"/>
                <a:stretch>
                  <a:fillRect l="-13559" r="-5085" b="-20833"/>
                </a:stretch>
              </a:blipFill>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754FB22B-DB1F-0975-0EF6-14CC43F3F15F}"/>
              </a:ext>
            </a:extLst>
          </p:cNvPr>
          <p:cNvCxnSpPr>
            <a:cxnSpLocks/>
          </p:cNvCxnSpPr>
          <p:nvPr/>
        </p:nvCxnSpPr>
        <p:spPr>
          <a:xfrm flipH="1">
            <a:off x="4404683" y="4052214"/>
            <a:ext cx="74224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1BB02BB-3787-B8EC-4B17-336C7D9935D3}"/>
                  </a:ext>
                </a:extLst>
              </p:cNvPr>
              <p:cNvSpPr txBox="1"/>
              <p:nvPr/>
            </p:nvSpPr>
            <p:spPr>
              <a:xfrm>
                <a:off x="4693269" y="4140271"/>
                <a:ext cx="370614"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𝐹</m:t>
                          </m:r>
                        </m:e>
                        <m:sub>
                          <m:r>
                            <a:rPr lang="en-US" b="0" i="1" smtClean="0">
                              <a:latin typeface="Cambria Math" panose="02040503050406030204" pitchFamily="18" charset="0"/>
                            </a:rPr>
                            <m:t>𝑝</m:t>
                          </m:r>
                          <m:r>
                            <a:rPr lang="en-US" i="1" smtClean="0">
                              <a:latin typeface="Cambria Math" panose="02040503050406030204" pitchFamily="18" charset="0"/>
                              <a:ea typeface="Cambria Math" panose="02040503050406030204" pitchFamily="18" charset="0"/>
                            </a:rPr>
                            <m:t>ℓ</m:t>
                          </m:r>
                        </m:sub>
                      </m:sSub>
                    </m:oMath>
                  </m:oMathPara>
                </a14:m>
                <a:endParaRPr lang="en-US" dirty="0"/>
              </a:p>
            </p:txBody>
          </p:sp>
        </mc:Choice>
        <mc:Fallback xmlns="">
          <p:sp>
            <p:nvSpPr>
              <p:cNvPr id="12" name="TextBox 11">
                <a:extLst>
                  <a:ext uri="{FF2B5EF4-FFF2-40B4-BE49-F238E27FC236}">
                    <a16:creationId xmlns:a16="http://schemas.microsoft.com/office/drawing/2014/main" id="{81BB02BB-3787-B8EC-4B17-336C7D9935D3}"/>
                  </a:ext>
                </a:extLst>
              </p:cNvPr>
              <p:cNvSpPr txBox="1">
                <a:spLocks noRot="1" noChangeAspect="1" noMove="1" noResize="1" noEditPoints="1" noAdjustHandles="1" noChangeArrowheads="1" noChangeShapeType="1" noTextEdit="1"/>
              </p:cNvSpPr>
              <p:nvPr/>
            </p:nvSpPr>
            <p:spPr>
              <a:xfrm>
                <a:off x="4693269" y="4140271"/>
                <a:ext cx="370614" cy="298415"/>
              </a:xfrm>
              <a:prstGeom prst="rect">
                <a:avLst/>
              </a:prstGeom>
              <a:blipFill>
                <a:blip r:embed="rId3"/>
                <a:stretch>
                  <a:fillRect l="-14754" r="-6557" b="-20408"/>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55A36C66-51D9-5AA1-70AB-B82A727C2D32}"/>
              </a:ext>
            </a:extLst>
          </p:cNvPr>
          <p:cNvSpPr txBox="1"/>
          <p:nvPr/>
        </p:nvSpPr>
        <p:spPr>
          <a:xfrm>
            <a:off x="6362777" y="1098047"/>
            <a:ext cx="2289088" cy="369332"/>
          </a:xfrm>
          <a:prstGeom prst="rect">
            <a:avLst/>
          </a:prstGeom>
          <a:noFill/>
        </p:spPr>
        <p:txBody>
          <a:bodyPr wrap="none" rtlCol="0">
            <a:spAutoFit/>
          </a:bodyPr>
          <a:lstStyle/>
          <a:p>
            <a:r>
              <a:rPr lang="en-US" dirty="0"/>
              <a:t>Cross sectional area, A</a:t>
            </a:r>
          </a:p>
        </p:txBody>
      </p:sp>
      <p:sp>
        <p:nvSpPr>
          <p:cNvPr id="15" name="Freeform: Shape 14">
            <a:extLst>
              <a:ext uri="{FF2B5EF4-FFF2-40B4-BE49-F238E27FC236}">
                <a16:creationId xmlns:a16="http://schemas.microsoft.com/office/drawing/2014/main" id="{511C5337-ADF5-3AE9-E434-1CA0A617914B}"/>
              </a:ext>
            </a:extLst>
          </p:cNvPr>
          <p:cNvSpPr/>
          <p:nvPr/>
        </p:nvSpPr>
        <p:spPr>
          <a:xfrm>
            <a:off x="7823200" y="1512711"/>
            <a:ext cx="519289" cy="903111"/>
          </a:xfrm>
          <a:custGeom>
            <a:avLst/>
            <a:gdLst>
              <a:gd name="csX0" fmla="*/ 519289 w 519289"/>
              <a:gd name="csY0" fmla="*/ 0 h 903111"/>
              <a:gd name="csX1" fmla="*/ 248356 w 519289"/>
              <a:gd name="csY1" fmla="*/ 383822 h 903111"/>
              <a:gd name="csX2" fmla="*/ 361244 w 519289"/>
              <a:gd name="csY2" fmla="*/ 428978 h 903111"/>
              <a:gd name="csX3" fmla="*/ 0 w 519289"/>
              <a:gd name="csY3" fmla="*/ 903111 h 903111"/>
            </a:gdLst>
            <a:ahLst/>
            <a:cxnLst>
              <a:cxn ang="0">
                <a:pos x="csX0" y="csY0"/>
              </a:cxn>
              <a:cxn ang="0">
                <a:pos x="csX1" y="csY1"/>
              </a:cxn>
              <a:cxn ang="0">
                <a:pos x="csX2" y="csY2"/>
              </a:cxn>
              <a:cxn ang="0">
                <a:pos x="csX3" y="csY3"/>
              </a:cxn>
            </a:cxnLst>
            <a:rect l="l" t="t" r="r" b="b"/>
            <a:pathLst>
              <a:path w="519289" h="903111">
                <a:moveTo>
                  <a:pt x="519289" y="0"/>
                </a:moveTo>
                <a:cubicBezTo>
                  <a:pt x="396993" y="156163"/>
                  <a:pt x="274697" y="312326"/>
                  <a:pt x="248356" y="383822"/>
                </a:cubicBezTo>
                <a:cubicBezTo>
                  <a:pt x="222015" y="455318"/>
                  <a:pt x="402637" y="342430"/>
                  <a:pt x="361244" y="428978"/>
                </a:cubicBezTo>
                <a:cubicBezTo>
                  <a:pt x="319851" y="515526"/>
                  <a:pt x="159925" y="709318"/>
                  <a:pt x="0" y="903111"/>
                </a:cubicBezTo>
              </a:path>
            </a:pathLst>
          </a:custGeom>
          <a:noFill/>
          <a:ln>
            <a:prstDash val="dash"/>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73614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7316F-CAD3-E172-282D-A5C193961FDC}"/>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08E4F73A-ED5D-D2CD-E3DC-BCAD7B76FC7F}"/>
              </a:ext>
            </a:extLst>
          </p:cNvPr>
          <p:cNvSpPr/>
          <p:nvPr/>
        </p:nvSpPr>
        <p:spPr>
          <a:xfrm>
            <a:off x="2133217" y="272523"/>
            <a:ext cx="6286384" cy="424149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t>
            </a:r>
          </a:p>
        </p:txBody>
      </p:sp>
      <p:sp>
        <p:nvSpPr>
          <p:cNvPr id="4" name="Cube 3">
            <a:extLst>
              <a:ext uri="{FF2B5EF4-FFF2-40B4-BE49-F238E27FC236}">
                <a16:creationId xmlns:a16="http://schemas.microsoft.com/office/drawing/2014/main" id="{185E1FF1-063A-53D3-FB55-203085393C46}"/>
              </a:ext>
            </a:extLst>
          </p:cNvPr>
          <p:cNvSpPr/>
          <p:nvPr/>
        </p:nvSpPr>
        <p:spPr>
          <a:xfrm>
            <a:off x="3687743" y="1616833"/>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1A7A5D30-EF26-2206-36E6-B1FBA7EB733A}"/>
              </a:ext>
            </a:extLst>
          </p:cNvPr>
          <p:cNvCxnSpPr>
            <a:cxnSpLocks/>
          </p:cNvCxnSpPr>
          <p:nvPr/>
        </p:nvCxnSpPr>
        <p:spPr>
          <a:xfrm flipH="1">
            <a:off x="4062647" y="2750165"/>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4D86E9FF-DC5F-51BE-9C01-A3BFB21FF93C}"/>
              </a:ext>
            </a:extLst>
          </p:cNvPr>
          <p:cNvGrpSpPr/>
          <p:nvPr/>
        </p:nvGrpSpPr>
        <p:grpSpPr>
          <a:xfrm>
            <a:off x="3687743" y="1616833"/>
            <a:ext cx="374904" cy="1514856"/>
            <a:chOff x="3705352" y="1341454"/>
            <a:chExt cx="374904" cy="1514856"/>
          </a:xfrm>
        </p:grpSpPr>
        <p:cxnSp>
          <p:nvCxnSpPr>
            <p:cNvPr id="12" name="Straight Connector 11">
              <a:extLst>
                <a:ext uri="{FF2B5EF4-FFF2-40B4-BE49-F238E27FC236}">
                  <a16:creationId xmlns:a16="http://schemas.microsoft.com/office/drawing/2014/main" id="{6691B188-70AF-A1B6-F1B0-072F1B1814F3}"/>
                </a:ext>
              </a:extLst>
            </p:cNvPr>
            <p:cNvCxnSpPr>
              <a:cxnSpLocks/>
            </p:cNvCxnSpPr>
            <p:nvPr/>
          </p:nvCxnSpPr>
          <p:spPr>
            <a:xfrm>
              <a:off x="4080256" y="1341454"/>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0B5C521-DC36-7BA7-D335-14ABC03B931F}"/>
                </a:ext>
              </a:extLst>
            </p:cNvPr>
            <p:cNvCxnSpPr>
              <a:cxnSpLocks/>
            </p:cNvCxnSpPr>
            <p:nvPr/>
          </p:nvCxnSpPr>
          <p:spPr>
            <a:xfrm flipH="1">
              <a:off x="3705352" y="2486978"/>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cxnSp>
        <p:nvCxnSpPr>
          <p:cNvPr id="2" name="Straight Connector 1">
            <a:extLst>
              <a:ext uri="{FF2B5EF4-FFF2-40B4-BE49-F238E27FC236}">
                <a16:creationId xmlns:a16="http://schemas.microsoft.com/office/drawing/2014/main" id="{9270B150-C24E-1E79-8DF0-D0B33DD34FBF}"/>
              </a:ext>
            </a:extLst>
          </p:cNvPr>
          <p:cNvCxnSpPr/>
          <p:nvPr/>
        </p:nvCxnSpPr>
        <p:spPr>
          <a:xfrm flipV="1">
            <a:off x="5877685" y="1047391"/>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460E99C8-6E07-8C6F-AC28-D2A4F6AF2A99}"/>
              </a:ext>
            </a:extLst>
          </p:cNvPr>
          <p:cNvCxnSpPr/>
          <p:nvPr/>
        </p:nvCxnSpPr>
        <p:spPr>
          <a:xfrm flipV="1">
            <a:off x="4086139" y="1092577"/>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3B9783B-6DBD-00AF-E10F-058405D3CC34}"/>
              </a:ext>
            </a:extLst>
          </p:cNvPr>
          <p:cNvCxnSpPr>
            <a:cxnSpLocks/>
          </p:cNvCxnSpPr>
          <p:nvPr/>
        </p:nvCxnSpPr>
        <p:spPr>
          <a:xfrm>
            <a:off x="4090033" y="1403110"/>
            <a:ext cx="178765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Cube 4">
            <a:extLst>
              <a:ext uri="{FF2B5EF4-FFF2-40B4-BE49-F238E27FC236}">
                <a16:creationId xmlns:a16="http://schemas.microsoft.com/office/drawing/2014/main" id="{2C1FBC2F-974F-FCF6-3A79-9030F55A3FFA}"/>
              </a:ext>
            </a:extLst>
          </p:cNvPr>
          <p:cNvSpPr/>
          <p:nvPr/>
        </p:nvSpPr>
        <p:spPr>
          <a:xfrm>
            <a:off x="4264832" y="1613785"/>
            <a:ext cx="2792915" cy="1517904"/>
          </a:xfrm>
          <a:prstGeom prst="cube">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9476C1F-C3DF-65BE-7E56-7577E4173D12}"/>
              </a:ext>
            </a:extLst>
          </p:cNvPr>
          <p:cNvCxnSpPr>
            <a:cxnSpLocks/>
          </p:cNvCxnSpPr>
          <p:nvPr/>
        </p:nvCxnSpPr>
        <p:spPr>
          <a:xfrm flipH="1">
            <a:off x="4639735" y="2750165"/>
            <a:ext cx="241801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61DE2E89-F3DD-535D-C822-E873A9F5EB14}"/>
              </a:ext>
            </a:extLst>
          </p:cNvPr>
          <p:cNvGrpSpPr/>
          <p:nvPr/>
        </p:nvGrpSpPr>
        <p:grpSpPr>
          <a:xfrm>
            <a:off x="4264831" y="1616833"/>
            <a:ext cx="374904" cy="1514856"/>
            <a:chOff x="3705352" y="1341454"/>
            <a:chExt cx="374904" cy="1514856"/>
          </a:xfrm>
        </p:grpSpPr>
        <p:cxnSp>
          <p:nvCxnSpPr>
            <p:cNvPr id="19" name="Straight Connector 18">
              <a:extLst>
                <a:ext uri="{FF2B5EF4-FFF2-40B4-BE49-F238E27FC236}">
                  <a16:creationId xmlns:a16="http://schemas.microsoft.com/office/drawing/2014/main" id="{CAEC6C66-E0CF-2DDD-E4EA-A6B7D46C036F}"/>
                </a:ext>
              </a:extLst>
            </p:cNvPr>
            <p:cNvCxnSpPr>
              <a:cxnSpLocks/>
            </p:cNvCxnSpPr>
            <p:nvPr/>
          </p:nvCxnSpPr>
          <p:spPr>
            <a:xfrm>
              <a:off x="4080256" y="1341454"/>
              <a:ext cx="0" cy="114552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943E378-DAAA-8D81-4D7D-73C69253D40F}"/>
                </a:ext>
              </a:extLst>
            </p:cNvPr>
            <p:cNvCxnSpPr>
              <a:cxnSpLocks/>
            </p:cNvCxnSpPr>
            <p:nvPr/>
          </p:nvCxnSpPr>
          <p:spPr>
            <a:xfrm flipH="1">
              <a:off x="3705352" y="2486978"/>
              <a:ext cx="374904" cy="36933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cxnSp>
        <p:nvCxnSpPr>
          <p:cNvPr id="21" name="Straight Connector 20">
            <a:extLst>
              <a:ext uri="{FF2B5EF4-FFF2-40B4-BE49-F238E27FC236}">
                <a16:creationId xmlns:a16="http://schemas.microsoft.com/office/drawing/2014/main" id="{8A03A577-193D-0BD1-B499-8CCAFA645750}"/>
              </a:ext>
            </a:extLst>
          </p:cNvPr>
          <p:cNvCxnSpPr>
            <a:cxnSpLocks/>
          </p:cNvCxnSpPr>
          <p:nvPr/>
        </p:nvCxnSpPr>
        <p:spPr>
          <a:xfrm flipV="1">
            <a:off x="4316308" y="3112785"/>
            <a:ext cx="0" cy="6042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AB61A6F-FF6B-50FC-52C2-79F08095B991}"/>
              </a:ext>
            </a:extLst>
          </p:cNvPr>
          <p:cNvCxnSpPr>
            <a:cxnSpLocks/>
          </p:cNvCxnSpPr>
          <p:nvPr/>
        </p:nvCxnSpPr>
        <p:spPr>
          <a:xfrm>
            <a:off x="2837820" y="3697992"/>
            <a:ext cx="5189089" cy="19054"/>
          </a:xfrm>
          <a:prstGeom prst="line">
            <a:avLst/>
          </a:prstGeom>
        </p:spPr>
        <p:style>
          <a:lnRef idx="1">
            <a:schemeClr val="dk1"/>
          </a:lnRef>
          <a:fillRef idx="0">
            <a:schemeClr val="dk1"/>
          </a:fillRef>
          <a:effectRef idx="0">
            <a:schemeClr val="dk1"/>
          </a:effectRef>
          <a:fontRef idx="minor">
            <a:schemeClr val="tx1"/>
          </a:fontRef>
        </p:style>
      </p:cxnSp>
      <p:cxnSp>
        <p:nvCxnSpPr>
          <p:cNvPr id="47" name="Straight Connector 46">
            <a:extLst>
              <a:ext uri="{FF2B5EF4-FFF2-40B4-BE49-F238E27FC236}">
                <a16:creationId xmlns:a16="http://schemas.microsoft.com/office/drawing/2014/main" id="{6A25B191-EC0A-5E7A-A329-A10430F90C9F}"/>
              </a:ext>
            </a:extLst>
          </p:cNvPr>
          <p:cNvCxnSpPr/>
          <p:nvPr/>
        </p:nvCxnSpPr>
        <p:spPr>
          <a:xfrm flipV="1">
            <a:off x="3678866" y="3154312"/>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63B3925-A947-BFF7-CB20-1164D5D1BF83}"/>
              </a:ext>
            </a:extLst>
          </p:cNvPr>
          <p:cNvSpPr txBox="1"/>
          <p:nvPr/>
        </p:nvSpPr>
        <p:spPr>
          <a:xfrm>
            <a:off x="3536840" y="3734431"/>
            <a:ext cx="284052" cy="3693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1E25A6D1-A02C-D04D-3A81-0713654CBA54}"/>
              </a:ext>
            </a:extLst>
          </p:cNvPr>
          <p:cNvSpPr txBox="1"/>
          <p:nvPr/>
        </p:nvSpPr>
        <p:spPr>
          <a:xfrm>
            <a:off x="2654393" y="3756904"/>
            <a:ext cx="301686" cy="369332"/>
          </a:xfrm>
          <a:prstGeom prst="rect">
            <a:avLst/>
          </a:prstGeom>
          <a:noFill/>
        </p:spPr>
        <p:txBody>
          <a:bodyPr wrap="none" rtlCol="0">
            <a:spAutoFit/>
          </a:bodyPr>
          <a:lstStyle/>
          <a:p>
            <a:r>
              <a:rPr lang="en-US" dirty="0"/>
              <a:t>0</a:t>
            </a:r>
          </a:p>
        </p:txBody>
      </p:sp>
      <p:sp>
        <p:nvSpPr>
          <p:cNvPr id="56" name="TextBox 55">
            <a:extLst>
              <a:ext uri="{FF2B5EF4-FFF2-40B4-BE49-F238E27FC236}">
                <a16:creationId xmlns:a16="http://schemas.microsoft.com/office/drawing/2014/main" id="{25AD4F71-D475-6C07-CD4F-7BD074FEDC4B}"/>
              </a:ext>
            </a:extLst>
          </p:cNvPr>
          <p:cNvSpPr txBox="1"/>
          <p:nvPr/>
        </p:nvSpPr>
        <p:spPr>
          <a:xfrm>
            <a:off x="4132323" y="3756904"/>
            <a:ext cx="639919" cy="369332"/>
          </a:xfrm>
          <a:prstGeom prst="rect">
            <a:avLst/>
          </a:prstGeom>
          <a:noFill/>
        </p:spPr>
        <p:txBody>
          <a:bodyPr wrap="none" rtlCol="0">
            <a:spAutoFit/>
          </a:bodyPr>
          <a:lstStyle/>
          <a:p>
            <a:r>
              <a:rPr lang="en-US" dirty="0"/>
              <a:t>x+</a:t>
            </a:r>
            <a:r>
              <a:rPr lang="en-US" dirty="0">
                <a:sym typeface="Symbol" panose="05050102010706020507" pitchFamily="18" charset="2"/>
              </a:rPr>
              <a:t>x</a:t>
            </a:r>
            <a:endParaRPr lang="en-US" dirty="0"/>
          </a:p>
        </p:txBody>
      </p:sp>
      <p:sp>
        <p:nvSpPr>
          <p:cNvPr id="59" name="TextBox 58">
            <a:extLst>
              <a:ext uri="{FF2B5EF4-FFF2-40B4-BE49-F238E27FC236}">
                <a16:creationId xmlns:a16="http://schemas.microsoft.com/office/drawing/2014/main" id="{982ED25A-7C94-1D28-7A92-F15C87CFD062}"/>
              </a:ext>
            </a:extLst>
          </p:cNvPr>
          <p:cNvSpPr txBox="1"/>
          <p:nvPr/>
        </p:nvSpPr>
        <p:spPr>
          <a:xfrm>
            <a:off x="4820932" y="1191094"/>
            <a:ext cx="514885" cy="369332"/>
          </a:xfrm>
          <a:prstGeom prst="rect">
            <a:avLst/>
          </a:prstGeom>
          <a:solidFill>
            <a:schemeClr val="bg1"/>
          </a:solidFill>
        </p:spPr>
        <p:txBody>
          <a:bodyPr wrap="none" rtlCol="0">
            <a:spAutoFit/>
          </a:bodyPr>
          <a:lstStyle/>
          <a:p>
            <a:r>
              <a:rPr lang="en-US" dirty="0"/>
              <a:t>s(x)</a:t>
            </a:r>
          </a:p>
        </p:txBody>
      </p:sp>
      <p:cxnSp>
        <p:nvCxnSpPr>
          <p:cNvPr id="62" name="Straight Connector 61">
            <a:extLst>
              <a:ext uri="{FF2B5EF4-FFF2-40B4-BE49-F238E27FC236}">
                <a16:creationId xmlns:a16="http://schemas.microsoft.com/office/drawing/2014/main" id="{DCC037B5-3B1E-5170-5F04-497A627D2153}"/>
              </a:ext>
            </a:extLst>
          </p:cNvPr>
          <p:cNvCxnSpPr>
            <a:cxnSpLocks/>
          </p:cNvCxnSpPr>
          <p:nvPr/>
        </p:nvCxnSpPr>
        <p:spPr>
          <a:xfrm flipV="1">
            <a:off x="4639735" y="643467"/>
            <a:ext cx="0" cy="916959"/>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C73ACCF7-1065-51C3-7B71-2B97D6716CFF}"/>
              </a:ext>
            </a:extLst>
          </p:cNvPr>
          <p:cNvCxnSpPr>
            <a:cxnSpLocks/>
          </p:cNvCxnSpPr>
          <p:nvPr/>
        </p:nvCxnSpPr>
        <p:spPr>
          <a:xfrm flipV="1">
            <a:off x="7057747" y="651640"/>
            <a:ext cx="0" cy="916959"/>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3F66E91B-EB4A-D229-9763-6BBD64BE6CD5}"/>
              </a:ext>
            </a:extLst>
          </p:cNvPr>
          <p:cNvCxnSpPr>
            <a:cxnSpLocks/>
          </p:cNvCxnSpPr>
          <p:nvPr/>
        </p:nvCxnSpPr>
        <p:spPr>
          <a:xfrm>
            <a:off x="4639735" y="759644"/>
            <a:ext cx="241801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73E2A038-24D9-2E1E-A1A8-AB9FC1ED15AC}"/>
              </a:ext>
            </a:extLst>
          </p:cNvPr>
          <p:cNvSpPr txBox="1"/>
          <p:nvPr/>
        </p:nvSpPr>
        <p:spPr>
          <a:xfrm>
            <a:off x="5562354" y="573237"/>
            <a:ext cx="973911" cy="369332"/>
          </a:xfrm>
          <a:prstGeom prst="rect">
            <a:avLst/>
          </a:prstGeom>
          <a:solidFill>
            <a:schemeClr val="bg1"/>
          </a:solidFill>
        </p:spPr>
        <p:txBody>
          <a:bodyPr wrap="square" rtlCol="0">
            <a:spAutoFit/>
          </a:bodyPr>
          <a:lstStyle/>
          <a:p>
            <a:r>
              <a:rPr lang="en-US" dirty="0"/>
              <a:t>s(x+</a:t>
            </a:r>
            <a:r>
              <a:rPr lang="en-US" dirty="0">
                <a:sym typeface="Symbol" panose="05050102010706020507" pitchFamily="18" charset="2"/>
              </a:rPr>
              <a:t>x</a:t>
            </a:r>
            <a:r>
              <a:rPr lang="en-US" dirty="0"/>
              <a:t>)</a:t>
            </a:r>
          </a:p>
        </p:txBody>
      </p:sp>
      <p:sp>
        <p:nvSpPr>
          <p:cNvPr id="72" name="TextBox 71">
            <a:extLst>
              <a:ext uri="{FF2B5EF4-FFF2-40B4-BE49-F238E27FC236}">
                <a16:creationId xmlns:a16="http://schemas.microsoft.com/office/drawing/2014/main" id="{8E34442B-0BAD-8B89-D11E-033A816EED78}"/>
              </a:ext>
            </a:extLst>
          </p:cNvPr>
          <p:cNvSpPr txBox="1"/>
          <p:nvPr/>
        </p:nvSpPr>
        <p:spPr>
          <a:xfrm>
            <a:off x="3698912" y="2208604"/>
            <a:ext cx="317716" cy="369332"/>
          </a:xfrm>
          <a:prstGeom prst="rect">
            <a:avLst/>
          </a:prstGeom>
          <a:noFill/>
        </p:spPr>
        <p:txBody>
          <a:bodyPr wrap="none" rtlCol="0">
            <a:spAutoFit/>
          </a:bodyPr>
          <a:lstStyle/>
          <a:p>
            <a:r>
              <a:rPr lang="en-US" dirty="0">
                <a:solidFill>
                  <a:schemeClr val="tx2"/>
                </a:solidFill>
              </a:rPr>
              <a:t>A</a:t>
            </a:r>
          </a:p>
        </p:txBody>
      </p:sp>
    </p:spTree>
    <p:extLst>
      <p:ext uri="{BB962C8B-B14F-4D97-AF65-F5344CB8AC3E}">
        <p14:creationId xmlns:p14="http://schemas.microsoft.com/office/powerpoint/2010/main" val="3957312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5046C-6AF4-B3F7-CB89-88B78A84E33C}"/>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0629DB02-5923-15DA-5F57-5E071B8315E8}"/>
              </a:ext>
            </a:extLst>
          </p:cNvPr>
          <p:cNvSpPr/>
          <p:nvPr/>
        </p:nvSpPr>
        <p:spPr>
          <a:xfrm>
            <a:off x="2164297" y="241525"/>
            <a:ext cx="5972170" cy="63540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t>
            </a:r>
          </a:p>
        </p:txBody>
      </p:sp>
      <p:cxnSp>
        <p:nvCxnSpPr>
          <p:cNvPr id="15" name="Straight Connector 14">
            <a:extLst>
              <a:ext uri="{FF2B5EF4-FFF2-40B4-BE49-F238E27FC236}">
                <a16:creationId xmlns:a16="http://schemas.microsoft.com/office/drawing/2014/main" id="{085B7009-7432-FEBB-569B-68F3A1112CCF}"/>
              </a:ext>
            </a:extLst>
          </p:cNvPr>
          <p:cNvCxnSpPr>
            <a:cxnSpLocks/>
          </p:cNvCxnSpPr>
          <p:nvPr/>
        </p:nvCxnSpPr>
        <p:spPr>
          <a:xfrm flipV="1">
            <a:off x="6280102" y="2296427"/>
            <a:ext cx="0" cy="6042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4" name="Cube 23">
            <a:extLst>
              <a:ext uri="{FF2B5EF4-FFF2-40B4-BE49-F238E27FC236}">
                <a16:creationId xmlns:a16="http://schemas.microsoft.com/office/drawing/2014/main" id="{45E5A0CB-327B-EAB5-58FE-5D60B2117059}"/>
              </a:ext>
            </a:extLst>
          </p:cNvPr>
          <p:cNvSpPr/>
          <p:nvPr/>
        </p:nvSpPr>
        <p:spPr>
          <a:xfrm>
            <a:off x="4187751" y="1088873"/>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7749A560-BEB0-6F58-9F7F-2B30B3861DF5}"/>
              </a:ext>
            </a:extLst>
          </p:cNvPr>
          <p:cNvCxnSpPr>
            <a:cxnSpLocks/>
          </p:cNvCxnSpPr>
          <p:nvPr/>
        </p:nvCxnSpPr>
        <p:spPr>
          <a:xfrm flipH="1">
            <a:off x="4562655" y="2222205"/>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29" name="Group 28">
            <a:extLst>
              <a:ext uri="{FF2B5EF4-FFF2-40B4-BE49-F238E27FC236}">
                <a16:creationId xmlns:a16="http://schemas.microsoft.com/office/drawing/2014/main" id="{4F19D473-7C94-46C6-C6DD-0F9F01F389F3}"/>
              </a:ext>
            </a:extLst>
          </p:cNvPr>
          <p:cNvGrpSpPr/>
          <p:nvPr/>
        </p:nvGrpSpPr>
        <p:grpSpPr>
          <a:xfrm>
            <a:off x="4187751" y="1088873"/>
            <a:ext cx="374904" cy="1514856"/>
            <a:chOff x="3705352" y="1341454"/>
            <a:chExt cx="374904" cy="1514856"/>
          </a:xfrm>
        </p:grpSpPr>
        <p:cxnSp>
          <p:nvCxnSpPr>
            <p:cNvPr id="31" name="Straight Connector 30">
              <a:extLst>
                <a:ext uri="{FF2B5EF4-FFF2-40B4-BE49-F238E27FC236}">
                  <a16:creationId xmlns:a16="http://schemas.microsoft.com/office/drawing/2014/main" id="{E9A05F4E-9588-9B75-3F45-2C73E32364DE}"/>
                </a:ext>
              </a:extLst>
            </p:cNvPr>
            <p:cNvCxnSpPr>
              <a:cxnSpLocks/>
            </p:cNvCxnSpPr>
            <p:nvPr/>
          </p:nvCxnSpPr>
          <p:spPr>
            <a:xfrm>
              <a:off x="4080256" y="1341454"/>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6D0AB438-FD71-E799-59BC-4A882E46AD40}"/>
                </a:ext>
              </a:extLst>
            </p:cNvPr>
            <p:cNvCxnSpPr>
              <a:cxnSpLocks/>
            </p:cNvCxnSpPr>
            <p:nvPr/>
          </p:nvCxnSpPr>
          <p:spPr>
            <a:xfrm flipH="1">
              <a:off x="3705352" y="2486978"/>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sp>
        <p:nvSpPr>
          <p:cNvPr id="35" name="Cube 34">
            <a:extLst>
              <a:ext uri="{FF2B5EF4-FFF2-40B4-BE49-F238E27FC236}">
                <a16:creationId xmlns:a16="http://schemas.microsoft.com/office/drawing/2014/main" id="{7EE31F66-6F9D-D20A-972C-0B85F1276C9D}"/>
              </a:ext>
            </a:extLst>
          </p:cNvPr>
          <p:cNvSpPr/>
          <p:nvPr/>
        </p:nvSpPr>
        <p:spPr>
          <a:xfrm>
            <a:off x="4186787" y="4000971"/>
            <a:ext cx="2792915" cy="1517904"/>
          </a:xfrm>
          <a:prstGeom prst="cube">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Connector 35">
            <a:extLst>
              <a:ext uri="{FF2B5EF4-FFF2-40B4-BE49-F238E27FC236}">
                <a16:creationId xmlns:a16="http://schemas.microsoft.com/office/drawing/2014/main" id="{BF138749-319E-8C2F-E313-811A618ADA28}"/>
              </a:ext>
            </a:extLst>
          </p:cNvPr>
          <p:cNvCxnSpPr>
            <a:cxnSpLocks/>
          </p:cNvCxnSpPr>
          <p:nvPr/>
        </p:nvCxnSpPr>
        <p:spPr>
          <a:xfrm flipH="1">
            <a:off x="4561690" y="5137351"/>
            <a:ext cx="241801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FC66535F-8622-58F0-D19A-6EB4AA424F69}"/>
              </a:ext>
            </a:extLst>
          </p:cNvPr>
          <p:cNvGrpSpPr/>
          <p:nvPr/>
        </p:nvGrpSpPr>
        <p:grpSpPr>
          <a:xfrm>
            <a:off x="4186786" y="4004019"/>
            <a:ext cx="374904" cy="1514856"/>
            <a:chOff x="3705352" y="1341454"/>
            <a:chExt cx="374904" cy="1514856"/>
          </a:xfrm>
        </p:grpSpPr>
        <p:cxnSp>
          <p:nvCxnSpPr>
            <p:cNvPr id="38" name="Straight Connector 37">
              <a:extLst>
                <a:ext uri="{FF2B5EF4-FFF2-40B4-BE49-F238E27FC236}">
                  <a16:creationId xmlns:a16="http://schemas.microsoft.com/office/drawing/2014/main" id="{52BB54E6-629E-84EA-53C1-E214AE080893}"/>
                </a:ext>
              </a:extLst>
            </p:cNvPr>
            <p:cNvCxnSpPr>
              <a:cxnSpLocks/>
            </p:cNvCxnSpPr>
            <p:nvPr/>
          </p:nvCxnSpPr>
          <p:spPr>
            <a:xfrm>
              <a:off x="4080256" y="1341454"/>
              <a:ext cx="0" cy="114552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FAAF0C4-7FBA-D979-09E4-E0E916CFBEE5}"/>
                </a:ext>
              </a:extLst>
            </p:cNvPr>
            <p:cNvCxnSpPr>
              <a:cxnSpLocks/>
            </p:cNvCxnSpPr>
            <p:nvPr/>
          </p:nvCxnSpPr>
          <p:spPr>
            <a:xfrm flipH="1">
              <a:off x="3705352" y="2486978"/>
              <a:ext cx="374904" cy="36933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sp>
        <p:nvSpPr>
          <p:cNvPr id="40" name="Cube 39">
            <a:extLst>
              <a:ext uri="{FF2B5EF4-FFF2-40B4-BE49-F238E27FC236}">
                <a16:creationId xmlns:a16="http://schemas.microsoft.com/office/drawing/2014/main" id="{AF4F7B20-2F7E-A361-5FE8-36AA25DAA652}"/>
              </a:ext>
            </a:extLst>
          </p:cNvPr>
          <p:cNvSpPr/>
          <p:nvPr/>
        </p:nvSpPr>
        <p:spPr>
          <a:xfrm>
            <a:off x="5917035" y="4000971"/>
            <a:ext cx="1062668" cy="1517904"/>
          </a:xfrm>
          <a:prstGeom prst="cube">
            <a:avLst>
              <a:gd name="adj" fmla="val 35358"/>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6E9AC27A-6D82-9710-6C66-FBC9BD02F5AA}"/>
              </a:ext>
            </a:extLst>
          </p:cNvPr>
          <p:cNvCxnSpPr>
            <a:cxnSpLocks/>
          </p:cNvCxnSpPr>
          <p:nvPr/>
        </p:nvCxnSpPr>
        <p:spPr>
          <a:xfrm flipH="1">
            <a:off x="6300405" y="5156376"/>
            <a:ext cx="609779"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nvGrpSpPr>
          <p:cNvPr id="42" name="Group 41">
            <a:extLst>
              <a:ext uri="{FF2B5EF4-FFF2-40B4-BE49-F238E27FC236}">
                <a16:creationId xmlns:a16="http://schemas.microsoft.com/office/drawing/2014/main" id="{C20225BE-5DB0-D5C7-521E-5EF4EDFB9980}"/>
              </a:ext>
            </a:extLst>
          </p:cNvPr>
          <p:cNvGrpSpPr/>
          <p:nvPr/>
        </p:nvGrpSpPr>
        <p:grpSpPr>
          <a:xfrm>
            <a:off x="5917034" y="3997643"/>
            <a:ext cx="374904" cy="1514856"/>
            <a:chOff x="3705352" y="1341454"/>
            <a:chExt cx="374904" cy="1514856"/>
          </a:xfrm>
        </p:grpSpPr>
        <p:cxnSp>
          <p:nvCxnSpPr>
            <p:cNvPr id="43" name="Straight Connector 42">
              <a:extLst>
                <a:ext uri="{FF2B5EF4-FFF2-40B4-BE49-F238E27FC236}">
                  <a16:creationId xmlns:a16="http://schemas.microsoft.com/office/drawing/2014/main" id="{EFC58E3F-0BEB-302D-061D-873B701901B4}"/>
                </a:ext>
              </a:extLst>
            </p:cNvPr>
            <p:cNvCxnSpPr>
              <a:cxnSpLocks/>
            </p:cNvCxnSpPr>
            <p:nvPr/>
          </p:nvCxnSpPr>
          <p:spPr>
            <a:xfrm>
              <a:off x="4080256" y="1341454"/>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41D803-AD71-57F5-D448-4EF94B112433}"/>
                </a:ext>
              </a:extLst>
            </p:cNvPr>
            <p:cNvCxnSpPr>
              <a:cxnSpLocks/>
            </p:cNvCxnSpPr>
            <p:nvPr/>
          </p:nvCxnSpPr>
          <p:spPr>
            <a:xfrm flipH="1">
              <a:off x="3705352" y="2486978"/>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cxnSp>
        <p:nvCxnSpPr>
          <p:cNvPr id="48" name="Straight Connector 47">
            <a:extLst>
              <a:ext uri="{FF2B5EF4-FFF2-40B4-BE49-F238E27FC236}">
                <a16:creationId xmlns:a16="http://schemas.microsoft.com/office/drawing/2014/main" id="{D443368D-B135-F000-1950-06F32F500473}"/>
              </a:ext>
            </a:extLst>
          </p:cNvPr>
          <p:cNvCxnSpPr/>
          <p:nvPr/>
        </p:nvCxnSpPr>
        <p:spPr>
          <a:xfrm>
            <a:off x="3586818" y="2900688"/>
            <a:ext cx="3804582" cy="0"/>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15A8EAA-D77A-7B30-1A2B-E38D44EFC76E}"/>
              </a:ext>
            </a:extLst>
          </p:cNvPr>
          <p:cNvCxnSpPr/>
          <p:nvPr/>
        </p:nvCxnSpPr>
        <p:spPr>
          <a:xfrm flipV="1">
            <a:off x="4427864" y="235700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4EB3E70-6A5E-5B74-B89E-A1D3D7846677}"/>
              </a:ext>
            </a:extLst>
          </p:cNvPr>
          <p:cNvCxnSpPr>
            <a:cxnSpLocks/>
          </p:cNvCxnSpPr>
          <p:nvPr/>
        </p:nvCxnSpPr>
        <p:spPr>
          <a:xfrm flipV="1">
            <a:off x="2741783" y="5778940"/>
            <a:ext cx="4804874" cy="10308"/>
          </a:xfrm>
          <a:prstGeom prst="line">
            <a:avLst/>
          </a:prstGeom>
        </p:spPr>
        <p:style>
          <a:lnRef idx="1">
            <a:schemeClr val="dk1"/>
          </a:lnRef>
          <a:fillRef idx="0">
            <a:schemeClr val="dk1"/>
          </a:fillRef>
          <a:effectRef idx="0">
            <a:schemeClr val="dk1"/>
          </a:effectRef>
          <a:fontRef idx="minor">
            <a:schemeClr val="tx1"/>
          </a:fontRef>
        </p:style>
      </p:cxnSp>
      <p:cxnSp>
        <p:nvCxnSpPr>
          <p:cNvPr id="53" name="Straight Connector 52">
            <a:extLst>
              <a:ext uri="{FF2B5EF4-FFF2-40B4-BE49-F238E27FC236}">
                <a16:creationId xmlns:a16="http://schemas.microsoft.com/office/drawing/2014/main" id="{B6539927-4F3B-6388-3B96-96A67DCA222F}"/>
              </a:ext>
            </a:extLst>
          </p:cNvPr>
          <p:cNvCxnSpPr/>
          <p:nvPr/>
        </p:nvCxnSpPr>
        <p:spPr>
          <a:xfrm flipV="1">
            <a:off x="4439700" y="5258271"/>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F7BE67FE-2193-914C-50A4-6DE271860808}"/>
              </a:ext>
            </a:extLst>
          </p:cNvPr>
          <p:cNvCxnSpPr>
            <a:cxnSpLocks/>
          </p:cNvCxnSpPr>
          <p:nvPr/>
        </p:nvCxnSpPr>
        <p:spPr>
          <a:xfrm flipV="1">
            <a:off x="6605294" y="5566477"/>
            <a:ext cx="0" cy="485489"/>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FD98BACF-F955-6066-C784-CB64AC64679C}"/>
              </a:ext>
            </a:extLst>
          </p:cNvPr>
          <p:cNvCxnSpPr>
            <a:cxnSpLocks/>
          </p:cNvCxnSpPr>
          <p:nvPr/>
        </p:nvCxnSpPr>
        <p:spPr>
          <a:xfrm flipV="1">
            <a:off x="5917034" y="5558009"/>
            <a:ext cx="0" cy="50242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375D62EE-5587-5087-D9E1-A6CB46C15610}"/>
              </a:ext>
            </a:extLst>
          </p:cNvPr>
          <p:cNvCxnSpPr/>
          <p:nvPr/>
        </p:nvCxnSpPr>
        <p:spPr>
          <a:xfrm flipV="1">
            <a:off x="6372581" y="474401"/>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A4B53BDE-53B4-B095-0591-4F54DA87D220}"/>
              </a:ext>
            </a:extLst>
          </p:cNvPr>
          <p:cNvCxnSpPr/>
          <p:nvPr/>
        </p:nvCxnSpPr>
        <p:spPr>
          <a:xfrm flipV="1">
            <a:off x="4581035" y="519587"/>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FCF02AAA-2B4B-71AA-85B4-F1FC9E0D5C8B}"/>
              </a:ext>
            </a:extLst>
          </p:cNvPr>
          <p:cNvCxnSpPr>
            <a:cxnSpLocks/>
          </p:cNvCxnSpPr>
          <p:nvPr/>
        </p:nvCxnSpPr>
        <p:spPr>
          <a:xfrm>
            <a:off x="4584929" y="830120"/>
            <a:ext cx="178765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AA3430BC-A0F2-0822-15FB-44AD6610DCFC}"/>
              </a:ext>
            </a:extLst>
          </p:cNvPr>
          <p:cNvSpPr txBox="1"/>
          <p:nvPr/>
        </p:nvSpPr>
        <p:spPr>
          <a:xfrm>
            <a:off x="5315828" y="618104"/>
            <a:ext cx="514885" cy="369332"/>
          </a:xfrm>
          <a:prstGeom prst="rect">
            <a:avLst/>
          </a:prstGeom>
          <a:solidFill>
            <a:schemeClr val="bg1"/>
          </a:solidFill>
        </p:spPr>
        <p:txBody>
          <a:bodyPr wrap="none" rtlCol="0">
            <a:spAutoFit/>
          </a:bodyPr>
          <a:lstStyle/>
          <a:p>
            <a:r>
              <a:rPr lang="en-US" dirty="0"/>
              <a:t>s(x)</a:t>
            </a:r>
          </a:p>
        </p:txBody>
      </p:sp>
      <p:sp>
        <p:nvSpPr>
          <p:cNvPr id="67" name="TextBox 66">
            <a:extLst>
              <a:ext uri="{FF2B5EF4-FFF2-40B4-BE49-F238E27FC236}">
                <a16:creationId xmlns:a16="http://schemas.microsoft.com/office/drawing/2014/main" id="{441F4AE5-1181-C387-9D32-063C63527882}"/>
              </a:ext>
            </a:extLst>
          </p:cNvPr>
          <p:cNvSpPr txBox="1"/>
          <p:nvPr/>
        </p:nvSpPr>
        <p:spPr>
          <a:xfrm>
            <a:off x="4292688" y="2939723"/>
            <a:ext cx="284052" cy="369332"/>
          </a:xfrm>
          <a:prstGeom prst="rect">
            <a:avLst/>
          </a:prstGeom>
          <a:noFill/>
        </p:spPr>
        <p:txBody>
          <a:bodyPr wrap="none" rtlCol="0">
            <a:spAutoFit/>
          </a:bodyPr>
          <a:lstStyle/>
          <a:p>
            <a:r>
              <a:rPr lang="en-US" dirty="0"/>
              <a:t>x</a:t>
            </a:r>
          </a:p>
        </p:txBody>
      </p:sp>
      <p:sp>
        <p:nvSpPr>
          <p:cNvPr id="68" name="TextBox 67">
            <a:extLst>
              <a:ext uri="{FF2B5EF4-FFF2-40B4-BE49-F238E27FC236}">
                <a16:creationId xmlns:a16="http://schemas.microsoft.com/office/drawing/2014/main" id="{EFC9C84B-103A-F651-A305-380514C1C081}"/>
              </a:ext>
            </a:extLst>
          </p:cNvPr>
          <p:cNvSpPr txBox="1"/>
          <p:nvPr/>
        </p:nvSpPr>
        <p:spPr>
          <a:xfrm>
            <a:off x="3410241" y="2962196"/>
            <a:ext cx="301686" cy="369332"/>
          </a:xfrm>
          <a:prstGeom prst="rect">
            <a:avLst/>
          </a:prstGeom>
          <a:noFill/>
        </p:spPr>
        <p:txBody>
          <a:bodyPr wrap="none" rtlCol="0">
            <a:spAutoFit/>
          </a:bodyPr>
          <a:lstStyle/>
          <a:p>
            <a:r>
              <a:rPr lang="en-US" dirty="0"/>
              <a:t>0</a:t>
            </a:r>
          </a:p>
        </p:txBody>
      </p:sp>
      <p:cxnSp>
        <p:nvCxnSpPr>
          <p:cNvPr id="73" name="Straight Arrow Connector 72">
            <a:extLst>
              <a:ext uri="{FF2B5EF4-FFF2-40B4-BE49-F238E27FC236}">
                <a16:creationId xmlns:a16="http://schemas.microsoft.com/office/drawing/2014/main" id="{1BE9CF23-778E-DF4F-AF01-2CFBF55B341B}"/>
              </a:ext>
            </a:extLst>
          </p:cNvPr>
          <p:cNvCxnSpPr>
            <a:cxnSpLocks/>
          </p:cNvCxnSpPr>
          <p:nvPr/>
        </p:nvCxnSpPr>
        <p:spPr>
          <a:xfrm>
            <a:off x="4553149" y="3737328"/>
            <a:ext cx="241801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A187DB35-9772-DA75-A507-C640D7C3AF17}"/>
              </a:ext>
            </a:extLst>
          </p:cNvPr>
          <p:cNvCxnSpPr/>
          <p:nvPr/>
        </p:nvCxnSpPr>
        <p:spPr>
          <a:xfrm flipV="1">
            <a:off x="6971161" y="3429000"/>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6F287C90-45EA-D694-0F3A-6A0341C02359}"/>
              </a:ext>
            </a:extLst>
          </p:cNvPr>
          <p:cNvCxnSpPr/>
          <p:nvPr/>
        </p:nvCxnSpPr>
        <p:spPr>
          <a:xfrm flipV="1">
            <a:off x="4565879" y="3474186"/>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260D07F4-C301-E841-DFEE-DF75FC7DA191}"/>
              </a:ext>
            </a:extLst>
          </p:cNvPr>
          <p:cNvSpPr txBox="1"/>
          <p:nvPr/>
        </p:nvSpPr>
        <p:spPr>
          <a:xfrm>
            <a:off x="5234601" y="3465022"/>
            <a:ext cx="973911" cy="369332"/>
          </a:xfrm>
          <a:prstGeom prst="rect">
            <a:avLst/>
          </a:prstGeom>
          <a:solidFill>
            <a:schemeClr val="bg1"/>
          </a:solidFill>
        </p:spPr>
        <p:txBody>
          <a:bodyPr wrap="square" rtlCol="0">
            <a:spAutoFit/>
          </a:bodyPr>
          <a:lstStyle/>
          <a:p>
            <a:r>
              <a:rPr lang="en-US" dirty="0"/>
              <a:t>s(x+</a:t>
            </a:r>
            <a:r>
              <a:rPr lang="en-US" dirty="0">
                <a:sym typeface="Symbol" panose="05050102010706020507" pitchFamily="18" charset="2"/>
              </a:rPr>
              <a:t>x</a:t>
            </a:r>
            <a:r>
              <a:rPr lang="en-US" dirty="0"/>
              <a:t>)</a:t>
            </a:r>
          </a:p>
        </p:txBody>
      </p:sp>
      <p:sp>
        <p:nvSpPr>
          <p:cNvPr id="77" name="TextBox 76">
            <a:extLst>
              <a:ext uri="{FF2B5EF4-FFF2-40B4-BE49-F238E27FC236}">
                <a16:creationId xmlns:a16="http://schemas.microsoft.com/office/drawing/2014/main" id="{8EB87487-8F9A-D9A8-B244-FC8AF440F175}"/>
              </a:ext>
            </a:extLst>
          </p:cNvPr>
          <p:cNvSpPr txBox="1"/>
          <p:nvPr/>
        </p:nvSpPr>
        <p:spPr>
          <a:xfrm>
            <a:off x="4180303" y="5777628"/>
            <a:ext cx="639919" cy="369332"/>
          </a:xfrm>
          <a:prstGeom prst="rect">
            <a:avLst/>
          </a:prstGeom>
          <a:noFill/>
        </p:spPr>
        <p:txBody>
          <a:bodyPr wrap="none" rtlCol="0">
            <a:spAutoFit/>
          </a:bodyPr>
          <a:lstStyle/>
          <a:p>
            <a:r>
              <a:rPr lang="en-US" dirty="0"/>
              <a:t>x+</a:t>
            </a:r>
            <a:r>
              <a:rPr lang="en-US" dirty="0">
                <a:sym typeface="Symbol" panose="05050102010706020507" pitchFamily="18" charset="2"/>
              </a:rPr>
              <a:t>x</a:t>
            </a:r>
            <a:endParaRPr lang="en-US" dirty="0"/>
          </a:p>
        </p:txBody>
      </p:sp>
      <p:sp>
        <p:nvSpPr>
          <p:cNvPr id="81" name="TextBox 80">
            <a:extLst>
              <a:ext uri="{FF2B5EF4-FFF2-40B4-BE49-F238E27FC236}">
                <a16:creationId xmlns:a16="http://schemas.microsoft.com/office/drawing/2014/main" id="{C784C830-D558-8B3C-1B2F-BF9C13FD9918}"/>
              </a:ext>
            </a:extLst>
          </p:cNvPr>
          <p:cNvSpPr txBox="1"/>
          <p:nvPr/>
        </p:nvSpPr>
        <p:spPr>
          <a:xfrm>
            <a:off x="3486862" y="5727770"/>
            <a:ext cx="284052" cy="369332"/>
          </a:xfrm>
          <a:prstGeom prst="rect">
            <a:avLst/>
          </a:prstGeom>
          <a:noFill/>
        </p:spPr>
        <p:txBody>
          <a:bodyPr wrap="none" rtlCol="0">
            <a:spAutoFit/>
          </a:bodyPr>
          <a:lstStyle/>
          <a:p>
            <a:r>
              <a:rPr lang="en-US" dirty="0"/>
              <a:t>x</a:t>
            </a:r>
          </a:p>
        </p:txBody>
      </p:sp>
      <p:sp>
        <p:nvSpPr>
          <p:cNvPr id="82" name="TextBox 81">
            <a:extLst>
              <a:ext uri="{FF2B5EF4-FFF2-40B4-BE49-F238E27FC236}">
                <a16:creationId xmlns:a16="http://schemas.microsoft.com/office/drawing/2014/main" id="{99E5F268-25F9-41EC-8B32-23778C175FFC}"/>
              </a:ext>
            </a:extLst>
          </p:cNvPr>
          <p:cNvSpPr txBox="1"/>
          <p:nvPr/>
        </p:nvSpPr>
        <p:spPr>
          <a:xfrm>
            <a:off x="2604415" y="5750243"/>
            <a:ext cx="301686" cy="369332"/>
          </a:xfrm>
          <a:prstGeom prst="rect">
            <a:avLst/>
          </a:prstGeom>
          <a:noFill/>
        </p:spPr>
        <p:txBody>
          <a:bodyPr wrap="none" rtlCol="0">
            <a:spAutoFit/>
          </a:bodyPr>
          <a:lstStyle/>
          <a:p>
            <a:r>
              <a:rPr lang="en-US" dirty="0"/>
              <a:t>0</a:t>
            </a:r>
          </a:p>
        </p:txBody>
      </p:sp>
      <p:cxnSp>
        <p:nvCxnSpPr>
          <p:cNvPr id="85" name="Straight Arrow Connector 84">
            <a:extLst>
              <a:ext uri="{FF2B5EF4-FFF2-40B4-BE49-F238E27FC236}">
                <a16:creationId xmlns:a16="http://schemas.microsoft.com/office/drawing/2014/main" id="{1BB7AE24-9805-0621-6B00-9FB389ABA3C7}"/>
              </a:ext>
            </a:extLst>
          </p:cNvPr>
          <p:cNvCxnSpPr>
            <a:cxnSpLocks/>
          </p:cNvCxnSpPr>
          <p:nvPr/>
        </p:nvCxnSpPr>
        <p:spPr>
          <a:xfrm>
            <a:off x="5912048" y="5929555"/>
            <a:ext cx="693246"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TextBox 90">
            <a:extLst>
              <a:ext uri="{FF2B5EF4-FFF2-40B4-BE49-F238E27FC236}">
                <a16:creationId xmlns:a16="http://schemas.microsoft.com/office/drawing/2014/main" id="{F0A01F22-CEE9-8833-B00D-8CC78B6F2ED9}"/>
              </a:ext>
            </a:extLst>
          </p:cNvPr>
          <p:cNvSpPr txBox="1"/>
          <p:nvPr/>
        </p:nvSpPr>
        <p:spPr>
          <a:xfrm>
            <a:off x="6081932" y="5998659"/>
            <a:ext cx="581297" cy="369332"/>
          </a:xfrm>
          <a:prstGeom prst="rect">
            <a:avLst/>
          </a:prstGeom>
          <a:noFill/>
        </p:spPr>
        <p:txBody>
          <a:bodyPr wrap="square">
            <a:spAutoFit/>
          </a:bodyPr>
          <a:lstStyle/>
          <a:p>
            <a:r>
              <a:rPr lang="en-US" dirty="0">
                <a:sym typeface="Symbol" panose="05050102010706020507" pitchFamily="18" charset="2"/>
              </a:rPr>
              <a:t>s</a:t>
            </a:r>
            <a:endParaRPr lang="en-US" dirty="0"/>
          </a:p>
        </p:txBody>
      </p:sp>
    </p:spTree>
    <p:extLst>
      <p:ext uri="{BB962C8B-B14F-4D97-AF65-F5344CB8AC3E}">
        <p14:creationId xmlns:p14="http://schemas.microsoft.com/office/powerpoint/2010/main" val="33228215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FF7A30-0990-5F85-2656-0C49443B8B28}"/>
              </a:ext>
            </a:extLst>
          </p:cNvPr>
          <p:cNvSpPr>
            <a:spLocks noGrp="1"/>
          </p:cNvSpPr>
          <p:nvPr>
            <p:ph type="ctrTitle"/>
          </p:nvPr>
        </p:nvSpPr>
        <p:spPr/>
        <p:txBody>
          <a:bodyPr/>
          <a:lstStyle/>
          <a:p>
            <a:r>
              <a:rPr lang="en-US" dirty="0"/>
              <a:t>End</a:t>
            </a:r>
          </a:p>
        </p:txBody>
      </p:sp>
      <p:sp>
        <p:nvSpPr>
          <p:cNvPr id="4" name="Subtitle 3">
            <a:extLst>
              <a:ext uri="{FF2B5EF4-FFF2-40B4-BE49-F238E27FC236}">
                <a16:creationId xmlns:a16="http://schemas.microsoft.com/office/drawing/2014/main" id="{F57542E0-DAFB-841B-E6EC-BA9CEEA6236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6714324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57200" y="117882"/>
            <a:ext cx="8229600" cy="483008"/>
          </a:xfrm>
        </p:spPr>
        <p:txBody>
          <a:bodyPr>
            <a:normAutofit fontScale="90000"/>
          </a:bodyPr>
          <a:lstStyle/>
          <a:p>
            <a:r>
              <a:rPr lang="en-US" dirty="0"/>
              <a:t>Frequency Response</a:t>
            </a:r>
          </a:p>
        </p:txBody>
      </p:sp>
      <p:pic>
        <p:nvPicPr>
          <p:cNvPr id="21505" name="Picture 1"/>
          <p:cNvPicPr>
            <a:picLocks noChangeAspect="1" noChangeArrowheads="1"/>
          </p:cNvPicPr>
          <p:nvPr/>
        </p:nvPicPr>
        <p:blipFill>
          <a:blip r:embed="rId2" cstate="print"/>
          <a:srcRect/>
          <a:stretch>
            <a:fillRect/>
          </a:stretch>
        </p:blipFill>
        <p:spPr bwMode="auto">
          <a:xfrm>
            <a:off x="1143000" y="0"/>
            <a:ext cx="6496050" cy="6591300"/>
          </a:xfrm>
          <a:prstGeom prst="rect">
            <a:avLst/>
          </a:prstGeom>
          <a:noFill/>
          <a:ln w="9525">
            <a:noFill/>
            <a:miter lim="800000"/>
            <a:headEnd/>
            <a:tailEnd/>
          </a:ln>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1745" name="Object 1"/>
          <p:cNvGraphicFramePr>
            <a:graphicFrameLocks noChangeAspect="1"/>
          </p:cNvGraphicFramePr>
          <p:nvPr/>
        </p:nvGraphicFramePr>
        <p:xfrm>
          <a:off x="519113" y="685800"/>
          <a:ext cx="8183562" cy="5257800"/>
        </p:xfrm>
        <a:graphic>
          <a:graphicData uri="http://schemas.openxmlformats.org/presentationml/2006/ole">
            <mc:AlternateContent xmlns:mc="http://schemas.openxmlformats.org/markup-compatibility/2006">
              <mc:Choice xmlns:v="urn:schemas-microsoft-com:vml" Requires="v">
                <p:oleObj name="Equation" r:id="rId2" imgW="3632040" imgH="2336760" progId="Equation.3">
                  <p:embed/>
                </p:oleObj>
              </mc:Choice>
              <mc:Fallback>
                <p:oleObj name="Equation" r:id="rId2" imgW="3632040" imgH="2336760" progId="Equation.3">
                  <p:embed/>
                  <p:pic>
                    <p:nvPicPr>
                      <p:cNvPr id="31745"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9113" y="685800"/>
                        <a:ext cx="8183562" cy="525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E922B-74CE-0FC3-2C32-DF3B2D2DD93B}"/>
              </a:ext>
            </a:extLst>
          </p:cNvPr>
          <p:cNvSpPr>
            <a:spLocks noGrp="1"/>
          </p:cNvSpPr>
          <p:nvPr>
            <p:ph type="title"/>
          </p:nvPr>
        </p:nvSpPr>
        <p:spPr/>
        <p:txBody>
          <a:bodyPr/>
          <a:lstStyle/>
          <a:p>
            <a:endParaRPr lang="en-US"/>
          </a:p>
        </p:txBody>
      </p:sp>
      <p:pic>
        <p:nvPicPr>
          <p:cNvPr id="4" name="Online Media 3" title="20 - 20,000 Hz Audio Sweep | Range of Human Hearing">
            <a:hlinkClick r:id="" action="ppaction://media"/>
            <a:extLst>
              <a:ext uri="{FF2B5EF4-FFF2-40B4-BE49-F238E27FC236}">
                <a16:creationId xmlns:a16="http://schemas.microsoft.com/office/drawing/2014/main" id="{DAE2A153-1463-CA84-1DAF-92C73B41B839}"/>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3891747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A7BF2-A4B1-C5BA-E446-A723CFB1643C}"/>
              </a:ext>
            </a:extLst>
          </p:cNvPr>
          <p:cNvSpPr>
            <a:spLocks noGrp="1"/>
          </p:cNvSpPr>
          <p:nvPr>
            <p:ph type="title"/>
          </p:nvPr>
        </p:nvSpPr>
        <p:spPr/>
        <p:txBody>
          <a:bodyPr/>
          <a:lstStyle/>
          <a:p>
            <a:endParaRPr lang="en-US"/>
          </a:p>
        </p:txBody>
      </p:sp>
      <p:pic>
        <p:nvPicPr>
          <p:cNvPr id="3" name="Online Media 2" title="20Hz to 20kHz (Human Audio Spectrum)">
            <a:hlinkClick r:id="" action="ppaction://media"/>
            <a:extLst>
              <a:ext uri="{FF2B5EF4-FFF2-40B4-BE49-F238E27FC236}">
                <a16:creationId xmlns:a16="http://schemas.microsoft.com/office/drawing/2014/main" id="{54F8483C-4599-61F7-AADE-B5A17726C974}"/>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2287922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5793" name="Title 1"/>
          <p:cNvSpPr>
            <a:spLocks noGrp="1"/>
          </p:cNvSpPr>
          <p:nvPr>
            <p:ph type="title"/>
          </p:nvPr>
        </p:nvSpPr>
        <p:spPr/>
        <p:txBody>
          <a:bodyPr/>
          <a:lstStyle/>
          <a:p>
            <a:r>
              <a:rPr lang="en-US" dirty="0"/>
              <a:t>Question 223.4.11  123.22.7</a:t>
            </a:r>
          </a:p>
        </p:txBody>
      </p:sp>
      <p:sp>
        <p:nvSpPr>
          <p:cNvPr id="545794" name="Content Placeholder 2"/>
          <p:cNvSpPr>
            <a:spLocks noGrp="1"/>
          </p:cNvSpPr>
          <p:nvPr>
            <p:ph idx="1"/>
          </p:nvPr>
        </p:nvSpPr>
        <p:spPr/>
        <p:txBody>
          <a:bodyPr/>
          <a:lstStyle/>
          <a:p>
            <a:pPr>
              <a:buFontTx/>
              <a:buNone/>
            </a:pPr>
            <a:r>
              <a:rPr lang="en-US" b="1" dirty="0"/>
              <a:t>Suppose I have a loud speaker and 1m away from that loud speaker I measure an intensity of 1W /m². What is the sound level? </a:t>
            </a:r>
          </a:p>
          <a:p>
            <a:pPr>
              <a:buFontTx/>
              <a:buNone/>
            </a:pPr>
            <a:r>
              <a:rPr lang="en-US" b="1" dirty="0"/>
              <a:t>a)  3dB</a:t>
            </a:r>
          </a:p>
          <a:p>
            <a:pPr>
              <a:buFontTx/>
              <a:buNone/>
            </a:pPr>
            <a:r>
              <a:rPr lang="en-US" b="1" dirty="0"/>
              <a:t>b) 10dB</a:t>
            </a:r>
          </a:p>
          <a:p>
            <a:pPr>
              <a:buFontTx/>
              <a:buNone/>
            </a:pPr>
            <a:r>
              <a:rPr lang="en-US" b="1" dirty="0"/>
              <a:t>c) 120dB</a:t>
            </a:r>
          </a:p>
          <a:p>
            <a:pPr>
              <a:buFontTx/>
              <a:buNone/>
            </a:pPr>
            <a:r>
              <a:rPr lang="en-US" b="1" dirty="0"/>
              <a:t>d) 150dB</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7" name="Title 1"/>
          <p:cNvSpPr>
            <a:spLocks noGrp="1"/>
          </p:cNvSpPr>
          <p:nvPr>
            <p:ph type="title"/>
          </p:nvPr>
        </p:nvSpPr>
        <p:spPr/>
        <p:txBody>
          <a:bodyPr/>
          <a:lstStyle/>
          <a:p>
            <a:r>
              <a:rPr lang="en-US" dirty="0"/>
              <a:t>Question 223.4.12 123.22.8</a:t>
            </a:r>
          </a:p>
        </p:txBody>
      </p:sp>
      <p:sp>
        <p:nvSpPr>
          <p:cNvPr id="546818" name="Content Placeholder 2"/>
          <p:cNvSpPr>
            <a:spLocks noGrp="1"/>
          </p:cNvSpPr>
          <p:nvPr>
            <p:ph idx="1"/>
          </p:nvPr>
        </p:nvSpPr>
        <p:spPr/>
        <p:txBody>
          <a:bodyPr/>
          <a:lstStyle/>
          <a:p>
            <a:pPr>
              <a:buFontTx/>
              <a:buNone/>
            </a:pPr>
            <a:r>
              <a:rPr lang="en-US" b="1" dirty="0"/>
              <a:t>Suppose I have a loud speaker and 10m away from that loud speaker I measure an intensity of 0.01 W /m². What is the sound level? </a:t>
            </a:r>
          </a:p>
          <a:p>
            <a:pPr>
              <a:buFontTx/>
              <a:buNone/>
            </a:pPr>
            <a:r>
              <a:rPr lang="en-US" b="1" dirty="0"/>
              <a:t>a)  30dB</a:t>
            </a:r>
          </a:p>
          <a:p>
            <a:pPr>
              <a:buFontTx/>
              <a:buNone/>
            </a:pPr>
            <a:r>
              <a:rPr lang="en-US" b="1" dirty="0"/>
              <a:t>b) 100dB</a:t>
            </a:r>
          </a:p>
          <a:p>
            <a:pPr>
              <a:buFontTx/>
              <a:buNone/>
            </a:pPr>
            <a:r>
              <a:rPr lang="en-US" b="1" dirty="0"/>
              <a:t>c) 120dB</a:t>
            </a:r>
          </a:p>
          <a:p>
            <a:pPr>
              <a:buFontTx/>
              <a:buNone/>
            </a:pPr>
            <a:r>
              <a:rPr lang="en-US" b="1" dirty="0"/>
              <a:t>d) 150dB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1" name="Title 1"/>
          <p:cNvSpPr>
            <a:spLocks noGrp="1"/>
          </p:cNvSpPr>
          <p:nvPr>
            <p:ph type="title"/>
          </p:nvPr>
        </p:nvSpPr>
        <p:spPr/>
        <p:txBody>
          <a:bodyPr/>
          <a:lstStyle/>
          <a:p>
            <a:r>
              <a:rPr lang="en-US" dirty="0"/>
              <a:t>Question 223.4.13 123.22.9</a:t>
            </a:r>
          </a:p>
        </p:txBody>
      </p:sp>
      <p:sp>
        <p:nvSpPr>
          <p:cNvPr id="547842" name="Content Placeholder 2"/>
          <p:cNvSpPr>
            <a:spLocks noGrp="1"/>
          </p:cNvSpPr>
          <p:nvPr>
            <p:ph idx="1"/>
          </p:nvPr>
        </p:nvSpPr>
        <p:spPr/>
        <p:txBody>
          <a:bodyPr>
            <a:normAutofit lnSpcReduction="10000"/>
          </a:bodyPr>
          <a:lstStyle/>
          <a:p>
            <a:pPr>
              <a:buFontTx/>
              <a:buNone/>
            </a:pPr>
            <a:r>
              <a:rPr lang="en-US" b="1" dirty="0"/>
              <a:t>Suppose I have two French horn players both playing the same note at the same time.  I stand a meter away and find that they are each playing with an intensity of  0.00001 W/m</a:t>
            </a:r>
            <a:r>
              <a:rPr lang="en-US" b="1" baseline="30000" dirty="0"/>
              <a:t>2</a:t>
            </a:r>
            <a:r>
              <a:rPr lang="en-US" b="1" dirty="0"/>
              <a:t>. What is the sound level? </a:t>
            </a:r>
          </a:p>
          <a:p>
            <a:pPr>
              <a:buFontTx/>
              <a:buNone/>
            </a:pPr>
            <a:r>
              <a:rPr lang="en-US" b="1" dirty="0"/>
              <a:t>a) 0.00001</a:t>
            </a:r>
          </a:p>
          <a:p>
            <a:pPr>
              <a:buFontTx/>
              <a:buNone/>
            </a:pPr>
            <a:r>
              <a:rPr lang="en-US" b="1" dirty="0"/>
              <a:t>b) 70dB</a:t>
            </a:r>
          </a:p>
          <a:p>
            <a:pPr>
              <a:buFontTx/>
              <a:buNone/>
            </a:pPr>
            <a:r>
              <a:rPr lang="en-US" b="1" dirty="0"/>
              <a:t>c) 73dB</a:t>
            </a:r>
          </a:p>
          <a:p>
            <a:pPr>
              <a:buFontTx/>
              <a:buNone/>
            </a:pPr>
            <a:r>
              <a:rPr lang="en-US" b="1" dirty="0"/>
              <a:t>d) 1400dB</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865" name="Title 1"/>
          <p:cNvSpPr>
            <a:spLocks noGrp="1"/>
          </p:cNvSpPr>
          <p:nvPr>
            <p:ph type="title"/>
          </p:nvPr>
        </p:nvSpPr>
        <p:spPr/>
        <p:txBody>
          <a:bodyPr>
            <a:normAutofit/>
          </a:bodyPr>
          <a:lstStyle/>
          <a:p>
            <a:r>
              <a:rPr lang="en-US" dirty="0"/>
              <a:t>Question 223.4.14  123.22.10</a:t>
            </a:r>
          </a:p>
        </p:txBody>
      </p:sp>
      <p:sp>
        <p:nvSpPr>
          <p:cNvPr id="548866" name="Content Placeholder 2"/>
          <p:cNvSpPr>
            <a:spLocks noGrp="1"/>
          </p:cNvSpPr>
          <p:nvPr>
            <p:ph idx="1"/>
          </p:nvPr>
        </p:nvSpPr>
        <p:spPr/>
        <p:txBody>
          <a:bodyPr>
            <a:normAutofit lnSpcReduction="10000"/>
          </a:bodyPr>
          <a:lstStyle/>
          <a:p>
            <a:pPr>
              <a:buFontTx/>
              <a:buNone/>
            </a:pPr>
            <a:r>
              <a:rPr lang="en-US" dirty="0"/>
              <a:t>You are sitting in church. The speaker is talking into a microphone. The sound system radiates sound with a power of 50W . You are 20m  from the sound system output. What is the sound level? </a:t>
            </a:r>
          </a:p>
          <a:p>
            <a:pPr>
              <a:buFontTx/>
              <a:buNone/>
            </a:pPr>
            <a:r>
              <a:rPr lang="en-US" b="1" dirty="0"/>
              <a:t>a) 78dB</a:t>
            </a:r>
          </a:p>
          <a:p>
            <a:pPr>
              <a:buFontTx/>
              <a:buNone/>
            </a:pPr>
            <a:r>
              <a:rPr lang="en-US" b="1" dirty="0"/>
              <a:t>b) 80dB</a:t>
            </a:r>
          </a:p>
          <a:p>
            <a:pPr>
              <a:buFontTx/>
              <a:buNone/>
            </a:pPr>
            <a:r>
              <a:rPr lang="en-US" b="1" dirty="0"/>
              <a:t>c) 100dB</a:t>
            </a:r>
          </a:p>
          <a:p>
            <a:pPr>
              <a:buFontTx/>
              <a:buNone/>
            </a:pPr>
            <a:r>
              <a:rPr lang="en-US" b="1" dirty="0"/>
              <a:t>d) 120dB</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889" name="Title 1"/>
          <p:cNvSpPr>
            <a:spLocks noGrp="1"/>
          </p:cNvSpPr>
          <p:nvPr>
            <p:ph type="title"/>
          </p:nvPr>
        </p:nvSpPr>
        <p:spPr/>
        <p:txBody>
          <a:bodyPr>
            <a:normAutofit fontScale="90000"/>
          </a:bodyPr>
          <a:lstStyle/>
          <a:p>
            <a:r>
              <a:rPr lang="en-US" dirty="0"/>
              <a:t>Question 223.4.15 GR 123.22.11 GR</a:t>
            </a:r>
          </a:p>
        </p:txBody>
      </p:sp>
      <p:sp>
        <p:nvSpPr>
          <p:cNvPr id="549890" name="Content Placeholder 2"/>
          <p:cNvSpPr>
            <a:spLocks noGrp="1"/>
          </p:cNvSpPr>
          <p:nvPr>
            <p:ph idx="1"/>
          </p:nvPr>
        </p:nvSpPr>
        <p:spPr/>
        <p:txBody>
          <a:bodyPr>
            <a:normAutofit fontScale="92500" lnSpcReduction="20000"/>
          </a:bodyPr>
          <a:lstStyle/>
          <a:p>
            <a:pPr>
              <a:buFontTx/>
              <a:buNone/>
            </a:pPr>
            <a:r>
              <a:rPr lang="en-US" dirty="0"/>
              <a:t>You are standing outside a Guns &amp; Roses Concert. The concert is in a stadium. You are 40 m from the stadium. You have a sound level meter with you and find that where you stand the sound level is 120dB. How much acoustic power are the “musicians” creating at their output location?</a:t>
            </a:r>
          </a:p>
          <a:p>
            <a:pPr>
              <a:buFontTx/>
              <a:buNone/>
            </a:pPr>
            <a:r>
              <a:rPr lang="en-US" b="1" dirty="0"/>
              <a:t>a) 78W</a:t>
            </a:r>
          </a:p>
          <a:p>
            <a:pPr>
              <a:buFontTx/>
              <a:buNone/>
            </a:pPr>
            <a:r>
              <a:rPr lang="en-US" b="1" dirty="0"/>
              <a:t>b) 134W</a:t>
            </a:r>
          </a:p>
          <a:p>
            <a:pPr>
              <a:buFontTx/>
              <a:buNone/>
            </a:pPr>
            <a:r>
              <a:rPr lang="en-US" b="1" dirty="0"/>
              <a:t>c) 545W</a:t>
            </a:r>
          </a:p>
          <a:p>
            <a:pPr>
              <a:buFontTx/>
              <a:buNone/>
            </a:pPr>
            <a:r>
              <a:rPr lang="en-US" b="1" dirty="0"/>
              <a:t>d) 20106W</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913" name="Title 1"/>
          <p:cNvSpPr>
            <a:spLocks noGrp="1"/>
          </p:cNvSpPr>
          <p:nvPr>
            <p:ph type="title"/>
          </p:nvPr>
        </p:nvSpPr>
        <p:spPr/>
        <p:txBody>
          <a:bodyPr/>
          <a:lstStyle/>
          <a:p>
            <a:r>
              <a:rPr lang="en-US" dirty="0"/>
              <a:t>Question 223.4.16  123.22.12</a:t>
            </a:r>
          </a:p>
        </p:txBody>
      </p:sp>
      <p:sp>
        <p:nvSpPr>
          <p:cNvPr id="550914" name="Content Placeholder 2"/>
          <p:cNvSpPr>
            <a:spLocks noGrp="1"/>
          </p:cNvSpPr>
          <p:nvPr>
            <p:ph idx="1"/>
          </p:nvPr>
        </p:nvSpPr>
        <p:spPr/>
        <p:txBody>
          <a:bodyPr>
            <a:normAutofit fontScale="92500" lnSpcReduction="20000"/>
          </a:bodyPr>
          <a:lstStyle/>
          <a:p>
            <a:pPr>
              <a:buFontTx/>
              <a:buNone/>
            </a:pPr>
            <a:r>
              <a:rPr lang="en-US" dirty="0"/>
              <a:t>You are sitting in church. The speaker is talking into a microphone. The sound system radiates sound with a power of 100W . You are 10m  from the sound system output. What is the sound level? We can find this using our new SIL equation that includes power and distance.</a:t>
            </a:r>
          </a:p>
          <a:p>
            <a:pPr>
              <a:buFontTx/>
              <a:buNone/>
            </a:pPr>
            <a:r>
              <a:rPr lang="en-US" b="1" dirty="0"/>
              <a:t>a)50dB</a:t>
            </a:r>
          </a:p>
          <a:p>
            <a:pPr>
              <a:buFontTx/>
              <a:buNone/>
            </a:pPr>
            <a:r>
              <a:rPr lang="en-US" b="1" dirty="0"/>
              <a:t>b) 78dB</a:t>
            </a:r>
          </a:p>
          <a:p>
            <a:pPr>
              <a:buFontTx/>
              <a:buNone/>
            </a:pPr>
            <a:r>
              <a:rPr lang="en-US" b="1" dirty="0"/>
              <a:t>c) 109dB</a:t>
            </a:r>
          </a:p>
          <a:p>
            <a:pPr>
              <a:buFontTx/>
              <a:buNone/>
            </a:pPr>
            <a:r>
              <a:rPr lang="en-US" b="1" dirty="0"/>
              <a:t>d) 140dB</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ylinder 3">
            <a:extLst>
              <a:ext uri="{FF2B5EF4-FFF2-40B4-BE49-F238E27FC236}">
                <a16:creationId xmlns:a16="http://schemas.microsoft.com/office/drawing/2014/main" id="{C7CEA9B5-10E1-0690-20A5-E941D70EF6CE}"/>
              </a:ext>
            </a:extLst>
          </p:cNvPr>
          <p:cNvSpPr/>
          <p:nvPr/>
        </p:nvSpPr>
        <p:spPr>
          <a:xfrm rot="16200000">
            <a:off x="3803904" y="329184"/>
            <a:ext cx="932688" cy="4681728"/>
          </a:xfrm>
          <a:prstGeom prst="can">
            <a:avLst>
              <a:gd name="adj" fmla="val 52451"/>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ylinder 4">
            <a:extLst>
              <a:ext uri="{FF2B5EF4-FFF2-40B4-BE49-F238E27FC236}">
                <a16:creationId xmlns:a16="http://schemas.microsoft.com/office/drawing/2014/main" id="{0117D1E6-05E3-328B-3F36-AFC8B477D456}"/>
              </a:ext>
            </a:extLst>
          </p:cNvPr>
          <p:cNvSpPr/>
          <p:nvPr/>
        </p:nvSpPr>
        <p:spPr>
          <a:xfrm rot="16200000">
            <a:off x="3829812" y="1754125"/>
            <a:ext cx="932688" cy="1831848"/>
          </a:xfrm>
          <a:prstGeom prst="can">
            <a:avLst>
              <a:gd name="adj" fmla="val 52451"/>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2B82AD0-A576-E02B-3403-FC95165C25E7}"/>
              </a:ext>
            </a:extLst>
          </p:cNvPr>
          <p:cNvSpPr txBox="1"/>
          <p:nvPr/>
        </p:nvSpPr>
        <p:spPr>
          <a:xfrm>
            <a:off x="3468262" y="2485382"/>
            <a:ext cx="317716" cy="369332"/>
          </a:xfrm>
          <a:prstGeom prst="rect">
            <a:avLst/>
          </a:prstGeom>
          <a:noFill/>
        </p:spPr>
        <p:txBody>
          <a:bodyPr wrap="none" rtlCol="0">
            <a:spAutoFit/>
          </a:bodyPr>
          <a:lstStyle/>
          <a:p>
            <a:r>
              <a:rPr lang="en-US" dirty="0"/>
              <a:t>A</a:t>
            </a:r>
          </a:p>
        </p:txBody>
      </p:sp>
      <p:cxnSp>
        <p:nvCxnSpPr>
          <p:cNvPr id="8" name="Straight Connector 7">
            <a:extLst>
              <a:ext uri="{FF2B5EF4-FFF2-40B4-BE49-F238E27FC236}">
                <a16:creationId xmlns:a16="http://schemas.microsoft.com/office/drawing/2014/main" id="{0ACF803B-B61B-F4CF-3CBB-0086E5811D65}"/>
              </a:ext>
            </a:extLst>
          </p:cNvPr>
          <p:cNvCxnSpPr/>
          <p:nvPr/>
        </p:nvCxnSpPr>
        <p:spPr>
          <a:xfrm flipV="1">
            <a:off x="3627120" y="161848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03595B2-A95D-A8D4-51D7-931603F86545}"/>
              </a:ext>
            </a:extLst>
          </p:cNvPr>
          <p:cNvCxnSpPr/>
          <p:nvPr/>
        </p:nvCxnSpPr>
        <p:spPr>
          <a:xfrm flipV="1">
            <a:off x="5032248" y="161848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D1A9A135-2042-0657-03DA-4F1D50813C6D}"/>
              </a:ext>
            </a:extLst>
          </p:cNvPr>
          <p:cNvCxnSpPr/>
          <p:nvPr/>
        </p:nvCxnSpPr>
        <p:spPr>
          <a:xfrm>
            <a:off x="3627120" y="1879092"/>
            <a:ext cx="1392936"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3C3B7EB-4075-93A1-F1D5-130146D4AB9C}"/>
              </a:ext>
            </a:extLst>
          </p:cNvPr>
          <p:cNvSpPr txBox="1"/>
          <p:nvPr/>
        </p:nvSpPr>
        <p:spPr>
          <a:xfrm>
            <a:off x="4214796" y="1694426"/>
            <a:ext cx="425116" cy="369332"/>
          </a:xfrm>
          <a:prstGeom prst="rect">
            <a:avLst/>
          </a:prstGeom>
          <a:solidFill>
            <a:schemeClr val="bg1"/>
          </a:solidFill>
        </p:spPr>
        <p:txBody>
          <a:bodyPr wrap="none" rtlCol="0">
            <a:spAutoFit/>
          </a:bodyPr>
          <a:lstStyle/>
          <a:p>
            <a:r>
              <a:rPr lang="en-US" dirty="0">
                <a:sym typeface="Symbol" panose="05050102010706020507" pitchFamily="18" charset="2"/>
              </a:rPr>
              <a:t></a:t>
            </a:r>
            <a:r>
              <a:rPr lang="en-US" dirty="0"/>
              <a:t>x</a:t>
            </a:r>
          </a:p>
        </p:txBody>
      </p:sp>
      <p:sp>
        <p:nvSpPr>
          <p:cNvPr id="13" name="Oval 12">
            <a:extLst>
              <a:ext uri="{FF2B5EF4-FFF2-40B4-BE49-F238E27FC236}">
                <a16:creationId xmlns:a16="http://schemas.microsoft.com/office/drawing/2014/main" id="{F8877B15-2AAF-441A-8BB6-E91D4626B716}"/>
              </a:ext>
            </a:extLst>
          </p:cNvPr>
          <p:cNvSpPr/>
          <p:nvPr/>
        </p:nvSpPr>
        <p:spPr>
          <a:xfrm>
            <a:off x="4727089" y="2203702"/>
            <a:ext cx="487680" cy="932689"/>
          </a:xfrm>
          <a:prstGeom prst="ellipse">
            <a:avLst/>
          </a:prstGeom>
          <a:solidFill>
            <a:schemeClr val="tx2">
              <a:lumMod val="60000"/>
              <a:lumOff val="40000"/>
            </a:schemeClr>
          </a:solidFill>
          <a:ln w="9525">
            <a:solidFill>
              <a:schemeClr val="tx1">
                <a:lumMod val="95000"/>
                <a:lumOff val="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c 13">
            <a:extLst>
              <a:ext uri="{FF2B5EF4-FFF2-40B4-BE49-F238E27FC236}">
                <a16:creationId xmlns:a16="http://schemas.microsoft.com/office/drawing/2014/main" id="{C8CB2D2C-A259-ACC4-DFDD-B2C86AA527A1}"/>
              </a:ext>
            </a:extLst>
          </p:cNvPr>
          <p:cNvSpPr/>
          <p:nvPr/>
        </p:nvSpPr>
        <p:spPr>
          <a:xfrm>
            <a:off x="4724040" y="2203703"/>
            <a:ext cx="487680" cy="932689"/>
          </a:xfrm>
          <a:prstGeom prst="arc">
            <a:avLst>
              <a:gd name="adj1" fmla="val 16200000"/>
              <a:gd name="adj2" fmla="val 5236651"/>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Oval 14">
            <a:extLst>
              <a:ext uri="{FF2B5EF4-FFF2-40B4-BE49-F238E27FC236}">
                <a16:creationId xmlns:a16="http://schemas.microsoft.com/office/drawing/2014/main" id="{7FA60F47-8906-0C8E-78DA-8CF2FFEB52BC}"/>
              </a:ext>
            </a:extLst>
          </p:cNvPr>
          <p:cNvSpPr/>
          <p:nvPr/>
        </p:nvSpPr>
        <p:spPr>
          <a:xfrm>
            <a:off x="6123432" y="2203702"/>
            <a:ext cx="487680" cy="932689"/>
          </a:xfrm>
          <a:prstGeom prst="ellipse">
            <a:avLst/>
          </a:prstGeom>
          <a:solidFill>
            <a:schemeClr val="tx2">
              <a:lumMod val="20000"/>
              <a:lumOff val="80000"/>
            </a:schemeClr>
          </a:solidFill>
          <a:ln w="9525">
            <a:solidFill>
              <a:schemeClr val="tx1">
                <a:lumMod val="95000"/>
                <a:lumOff val="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9D2453E8-F171-5CE9-7C13-324E3A854047}"/>
              </a:ext>
            </a:extLst>
          </p:cNvPr>
          <p:cNvCxnSpPr>
            <a:cxnSpLocks/>
          </p:cNvCxnSpPr>
          <p:nvPr/>
        </p:nvCxnSpPr>
        <p:spPr>
          <a:xfrm>
            <a:off x="5300472" y="2670046"/>
            <a:ext cx="551688"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2FD0FCE-7FAC-FFE3-03DC-DD75ECB7FD13}"/>
              </a:ext>
            </a:extLst>
          </p:cNvPr>
          <p:cNvSpPr txBox="1"/>
          <p:nvPr/>
        </p:nvSpPr>
        <p:spPr>
          <a:xfrm>
            <a:off x="5368398" y="2300713"/>
            <a:ext cx="288862" cy="369332"/>
          </a:xfrm>
          <a:prstGeom prst="rect">
            <a:avLst/>
          </a:prstGeom>
          <a:noFill/>
        </p:spPr>
        <p:txBody>
          <a:bodyPr wrap="none" rtlCol="0">
            <a:spAutoFit/>
          </a:bodyPr>
          <a:lstStyle/>
          <a:p>
            <a:r>
              <a:rPr lang="en-US" dirty="0">
                <a:solidFill>
                  <a:srgbClr val="FF0000"/>
                </a:solidFill>
              </a:rPr>
              <a:t>v</a:t>
            </a:r>
          </a:p>
        </p:txBody>
      </p:sp>
    </p:spTree>
    <p:extLst>
      <p:ext uri="{BB962C8B-B14F-4D97-AF65-F5344CB8AC3E}">
        <p14:creationId xmlns:p14="http://schemas.microsoft.com/office/powerpoint/2010/main" val="12474488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E9B3595E-FFD0-BA39-FCC8-3F4E86448FCA}"/>
              </a:ext>
            </a:extLst>
          </p:cNvPr>
          <p:cNvSpPr/>
          <p:nvPr/>
        </p:nvSpPr>
        <p:spPr>
          <a:xfrm>
            <a:off x="658368" y="1243584"/>
            <a:ext cx="7488936" cy="31912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be 3">
            <a:extLst>
              <a:ext uri="{FF2B5EF4-FFF2-40B4-BE49-F238E27FC236}">
                <a16:creationId xmlns:a16="http://schemas.microsoft.com/office/drawing/2014/main" id="{6FF530C8-B8D8-CF2D-9FC9-D3F61AFF3C1E}"/>
              </a:ext>
            </a:extLst>
          </p:cNvPr>
          <p:cNvSpPr/>
          <p:nvPr/>
        </p:nvSpPr>
        <p:spPr>
          <a:xfrm>
            <a:off x="3044952" y="1911096"/>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DB800A5-898B-76A1-23F2-09ED707F8D43}"/>
              </a:ext>
            </a:extLst>
          </p:cNvPr>
          <p:cNvSpPr txBox="1"/>
          <p:nvPr/>
        </p:nvSpPr>
        <p:spPr>
          <a:xfrm>
            <a:off x="1088136" y="2105275"/>
            <a:ext cx="1584408" cy="369332"/>
          </a:xfrm>
          <a:prstGeom prst="rect">
            <a:avLst/>
          </a:prstGeom>
          <a:noFill/>
        </p:spPr>
        <p:txBody>
          <a:bodyPr wrap="none" rtlCol="0">
            <a:spAutoFit/>
          </a:bodyPr>
          <a:lstStyle/>
          <a:p>
            <a:r>
              <a:rPr lang="en-US" dirty="0"/>
              <a:t>Sound Wave In</a:t>
            </a:r>
          </a:p>
        </p:txBody>
      </p:sp>
      <p:cxnSp>
        <p:nvCxnSpPr>
          <p:cNvPr id="7" name="Straight Arrow Connector 6">
            <a:extLst>
              <a:ext uri="{FF2B5EF4-FFF2-40B4-BE49-F238E27FC236}">
                <a16:creationId xmlns:a16="http://schemas.microsoft.com/office/drawing/2014/main" id="{53B41E67-32F0-8666-BCC8-E8CBDD178FD5}"/>
              </a:ext>
            </a:extLst>
          </p:cNvPr>
          <p:cNvCxnSpPr>
            <a:cxnSpLocks/>
          </p:cNvCxnSpPr>
          <p:nvPr/>
        </p:nvCxnSpPr>
        <p:spPr>
          <a:xfrm>
            <a:off x="1291800" y="2794599"/>
            <a:ext cx="1380744"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F9F6F487-2D99-7F36-5867-097A34B08853}"/>
              </a:ext>
            </a:extLst>
          </p:cNvPr>
          <p:cNvCxnSpPr>
            <a:cxnSpLocks/>
          </p:cNvCxnSpPr>
          <p:nvPr/>
        </p:nvCxnSpPr>
        <p:spPr>
          <a:xfrm>
            <a:off x="5476098" y="2794599"/>
            <a:ext cx="1380744"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2652880-E3BA-1526-C57B-FAF4325E25A5}"/>
                  </a:ext>
                </a:extLst>
              </p:cNvPr>
              <p:cNvSpPr txBox="1"/>
              <p:nvPr/>
            </p:nvSpPr>
            <p:spPr>
              <a:xfrm>
                <a:off x="1088136" y="2996028"/>
                <a:ext cx="1316130" cy="369332"/>
              </a:xfrm>
              <a:prstGeom prst="rect">
                <a:avLst/>
              </a:prstGeom>
              <a:noFill/>
            </p:spPr>
            <p:txBody>
              <a:bodyPr wrap="none" rtlCol="0">
                <a:spAutoFit/>
              </a:bodyPr>
              <a:lstStyle/>
              <a:p>
                <a:r>
                  <a:rPr lang="en-US" dirty="0">
                    <a:sym typeface="Symbol" panose="05050102010706020507" pitchFamily="18" charset="2"/>
                  </a:rPr>
                  <a:t></a:t>
                </a:r>
                <a14:m>
                  <m:oMath xmlns:m="http://schemas.openxmlformats.org/officeDocument/2006/math">
                    <m:sSub>
                      <m:sSubPr>
                        <m:ctrlPr>
                          <a:rPr lang="en-US" i="1" smtClean="0">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𝜌</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𝑖𝑛</m:t>
                        </m:r>
                      </m:sub>
                    </m:sSub>
                    <m:r>
                      <a:rPr lang="en-US" b="0" i="1" smtClean="0">
                        <a:latin typeface="Cambria Math" panose="02040503050406030204" pitchFamily="18" charset="0"/>
                        <a:ea typeface="Cambria Math" panose="02040503050406030204" pitchFamily="18" charset="0"/>
                        <a:sym typeface="Symbol" panose="05050102010706020507" pitchFamily="18" charset="2"/>
                      </a:rPr>
                      <m:t>,</m:t>
                    </m:r>
                    <m:sSub>
                      <m:sSubPr>
                        <m:ctrlPr>
                          <a:rPr lang="en-US" b="0" i="1" smtClean="0">
                            <a:latin typeface="Cambria Math" panose="02040503050406030204" pitchFamily="18" charset="0"/>
                            <a:ea typeface="Cambria Math" panose="02040503050406030204" pitchFamily="18" charset="0"/>
                            <a:sym typeface="Symbol" panose="05050102010706020507" pitchFamily="18" charset="2"/>
                          </a:rPr>
                        </m:ctrlPr>
                      </m:sSubPr>
                      <m:e>
                        <m:r>
                          <a:rPr lang="en-US" b="0" i="1" smtClean="0">
                            <a:latin typeface="Cambria Math" panose="02040503050406030204" pitchFamily="18" charset="0"/>
                            <a:ea typeface="Cambria Math" panose="02040503050406030204" pitchFamily="18" charset="0"/>
                            <a:sym typeface="Symbol" panose="05050102010706020507" pitchFamily="18" charset="2"/>
                          </a:rPr>
                          <m:t>𝑣</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𝑖𝑛</m:t>
                        </m:r>
                      </m:sub>
                    </m:sSub>
                    <m:r>
                      <a:rPr lang="en-US" b="0" i="1" smtClean="0">
                        <a:latin typeface="Cambria Math" panose="02040503050406030204" pitchFamily="18" charset="0"/>
                        <a:ea typeface="Cambria Math" panose="02040503050406030204" pitchFamily="18" charset="0"/>
                        <a:sym typeface="Symbol" panose="05050102010706020507" pitchFamily="18" charset="2"/>
                      </a:rPr>
                      <m:t>,</m:t>
                    </m:r>
                    <m:sSub>
                      <m:sSubPr>
                        <m:ctrlPr>
                          <a:rPr lang="en-US" b="0" i="1" smtClean="0">
                            <a:latin typeface="Cambria Math" panose="02040503050406030204" pitchFamily="18" charset="0"/>
                            <a:ea typeface="Cambria Math" panose="02040503050406030204" pitchFamily="18" charset="0"/>
                            <a:sym typeface="Symbol" panose="05050102010706020507" pitchFamily="18" charset="2"/>
                          </a:rPr>
                        </m:ctrlPr>
                      </m:sSubPr>
                      <m:e>
                        <m:r>
                          <a:rPr lang="en-US" b="0" i="1" smtClean="0">
                            <a:latin typeface="Cambria Math" panose="02040503050406030204" pitchFamily="18" charset="0"/>
                            <a:ea typeface="Cambria Math" panose="02040503050406030204" pitchFamily="18" charset="0"/>
                            <a:sym typeface="Symbol" panose="05050102010706020507" pitchFamily="18" charset="2"/>
                          </a:rPr>
                          <m:t>𝑇</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𝑖𝑛</m:t>
                        </m:r>
                      </m:sub>
                    </m:sSub>
                  </m:oMath>
                </a14:m>
                <a:endParaRPr lang="en-US" dirty="0"/>
              </a:p>
            </p:txBody>
          </p:sp>
        </mc:Choice>
        <mc:Fallback xmlns="">
          <p:sp>
            <p:nvSpPr>
              <p:cNvPr id="9" name="TextBox 8">
                <a:extLst>
                  <a:ext uri="{FF2B5EF4-FFF2-40B4-BE49-F238E27FC236}">
                    <a16:creationId xmlns:a16="http://schemas.microsoft.com/office/drawing/2014/main" id="{A2652880-E3BA-1526-C57B-FAF4325E25A5}"/>
                  </a:ext>
                </a:extLst>
              </p:cNvPr>
              <p:cNvSpPr txBox="1">
                <a:spLocks noRot="1" noChangeAspect="1" noMove="1" noResize="1" noEditPoints="1" noAdjustHandles="1" noChangeArrowheads="1" noChangeShapeType="1" noTextEdit="1"/>
              </p:cNvSpPr>
              <p:nvPr/>
            </p:nvSpPr>
            <p:spPr>
              <a:xfrm>
                <a:off x="1088136" y="2996028"/>
                <a:ext cx="1316130" cy="369332"/>
              </a:xfrm>
              <a:prstGeom prst="rect">
                <a:avLst/>
              </a:prstGeom>
              <a:blipFill>
                <a:blip r:embed="rId2"/>
                <a:stretch>
                  <a:fillRect l="-4186" t="-11475" b="-213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29EBA03-A8F7-8263-C359-5DE180645ECE}"/>
                  </a:ext>
                </a:extLst>
              </p:cNvPr>
              <p:cNvSpPr txBox="1"/>
              <p:nvPr/>
            </p:nvSpPr>
            <p:spPr>
              <a:xfrm>
                <a:off x="5476098" y="2996028"/>
                <a:ext cx="1662378" cy="369332"/>
              </a:xfrm>
              <a:prstGeom prst="rect">
                <a:avLst/>
              </a:prstGeom>
              <a:noFill/>
            </p:spPr>
            <p:txBody>
              <a:bodyPr wrap="none" rtlCol="0">
                <a:spAutoFit/>
              </a:bodyPr>
              <a:lstStyle/>
              <a:p>
                <a:r>
                  <a:rPr lang="en-US" dirty="0">
                    <a:sym typeface="Symbol" panose="05050102010706020507" pitchFamily="18" charset="2"/>
                  </a:rPr>
                  <a:t></a:t>
                </a:r>
                <a14:m>
                  <m:oMath xmlns:m="http://schemas.openxmlformats.org/officeDocument/2006/math">
                    <m:sSub>
                      <m:sSubPr>
                        <m:ctrlPr>
                          <a:rPr lang="en-US" i="1" smtClean="0">
                            <a:latin typeface="Cambria Math" panose="02040503050406030204" pitchFamily="18" charset="0"/>
                            <a:ea typeface="Cambria Math" panose="02040503050406030204" pitchFamily="18" charset="0"/>
                            <a:sym typeface="Symbol" panose="05050102010706020507" pitchFamily="18" charset="2"/>
                          </a:rPr>
                        </m:ctrlPr>
                      </m:sSubPr>
                      <m:e>
                        <m:r>
                          <a:rPr lang="en-US" i="1">
                            <a:latin typeface="Cambria Math" panose="02040503050406030204" pitchFamily="18" charset="0"/>
                            <a:ea typeface="Cambria Math" panose="02040503050406030204" pitchFamily="18" charset="0"/>
                            <a:sym typeface="Symbol" panose="05050102010706020507" pitchFamily="18" charset="2"/>
                          </a:rPr>
                          <m:t>𝜌</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𝑜𝑢𝑡</m:t>
                        </m:r>
                      </m:sub>
                    </m:sSub>
                    <m:r>
                      <a:rPr lang="en-US" b="0" i="1" smtClean="0">
                        <a:latin typeface="Cambria Math" panose="02040503050406030204" pitchFamily="18" charset="0"/>
                        <a:ea typeface="Cambria Math" panose="02040503050406030204" pitchFamily="18" charset="0"/>
                        <a:sym typeface="Symbol" panose="05050102010706020507" pitchFamily="18" charset="2"/>
                      </a:rPr>
                      <m:t>,</m:t>
                    </m:r>
                    <m:sSub>
                      <m:sSubPr>
                        <m:ctrlPr>
                          <a:rPr lang="en-US" b="0" i="1" smtClean="0">
                            <a:latin typeface="Cambria Math" panose="02040503050406030204" pitchFamily="18" charset="0"/>
                            <a:ea typeface="Cambria Math" panose="02040503050406030204" pitchFamily="18" charset="0"/>
                            <a:sym typeface="Symbol" panose="05050102010706020507" pitchFamily="18" charset="2"/>
                          </a:rPr>
                        </m:ctrlPr>
                      </m:sSubPr>
                      <m:e>
                        <m:r>
                          <a:rPr lang="en-US" b="0" i="1" smtClean="0">
                            <a:latin typeface="Cambria Math" panose="02040503050406030204" pitchFamily="18" charset="0"/>
                            <a:ea typeface="Cambria Math" panose="02040503050406030204" pitchFamily="18" charset="0"/>
                            <a:sym typeface="Symbol" panose="05050102010706020507" pitchFamily="18" charset="2"/>
                          </a:rPr>
                          <m:t>𝑣</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𝑜𝑢𝑡</m:t>
                        </m:r>
                      </m:sub>
                    </m:sSub>
                    <m:r>
                      <a:rPr lang="en-US" b="0" i="1" smtClean="0">
                        <a:latin typeface="Cambria Math" panose="02040503050406030204" pitchFamily="18" charset="0"/>
                        <a:ea typeface="Cambria Math" panose="02040503050406030204" pitchFamily="18" charset="0"/>
                        <a:sym typeface="Symbol" panose="05050102010706020507" pitchFamily="18" charset="2"/>
                      </a:rPr>
                      <m:t>,</m:t>
                    </m:r>
                    <m:sSub>
                      <m:sSubPr>
                        <m:ctrlPr>
                          <a:rPr lang="en-US" b="0" i="1" smtClean="0">
                            <a:latin typeface="Cambria Math" panose="02040503050406030204" pitchFamily="18" charset="0"/>
                            <a:ea typeface="Cambria Math" panose="02040503050406030204" pitchFamily="18" charset="0"/>
                            <a:sym typeface="Symbol" panose="05050102010706020507" pitchFamily="18" charset="2"/>
                          </a:rPr>
                        </m:ctrlPr>
                      </m:sSubPr>
                      <m:e>
                        <m:r>
                          <a:rPr lang="en-US" b="0" i="1" smtClean="0">
                            <a:latin typeface="Cambria Math" panose="02040503050406030204" pitchFamily="18" charset="0"/>
                            <a:ea typeface="Cambria Math" panose="02040503050406030204" pitchFamily="18" charset="0"/>
                            <a:sym typeface="Symbol" panose="05050102010706020507" pitchFamily="18" charset="2"/>
                          </a:rPr>
                          <m:t>𝑇</m:t>
                        </m:r>
                      </m:e>
                      <m:sub>
                        <m:r>
                          <a:rPr lang="en-US" b="0" i="1" smtClean="0">
                            <a:latin typeface="Cambria Math" panose="02040503050406030204" pitchFamily="18" charset="0"/>
                            <a:ea typeface="Cambria Math" panose="02040503050406030204" pitchFamily="18" charset="0"/>
                            <a:sym typeface="Symbol" panose="05050102010706020507" pitchFamily="18" charset="2"/>
                          </a:rPr>
                          <m:t>𝑜𝑢𝑡</m:t>
                        </m:r>
                      </m:sub>
                    </m:sSub>
                  </m:oMath>
                </a14:m>
                <a:endParaRPr lang="en-US" dirty="0"/>
              </a:p>
            </p:txBody>
          </p:sp>
        </mc:Choice>
        <mc:Fallback xmlns="">
          <p:sp>
            <p:nvSpPr>
              <p:cNvPr id="10" name="TextBox 9">
                <a:extLst>
                  <a:ext uri="{FF2B5EF4-FFF2-40B4-BE49-F238E27FC236}">
                    <a16:creationId xmlns:a16="http://schemas.microsoft.com/office/drawing/2014/main" id="{329EBA03-A8F7-8263-C359-5DE180645ECE}"/>
                  </a:ext>
                </a:extLst>
              </p:cNvPr>
              <p:cNvSpPr txBox="1">
                <a:spLocks noRot="1" noChangeAspect="1" noMove="1" noResize="1" noEditPoints="1" noAdjustHandles="1" noChangeArrowheads="1" noChangeShapeType="1" noTextEdit="1"/>
              </p:cNvSpPr>
              <p:nvPr/>
            </p:nvSpPr>
            <p:spPr>
              <a:xfrm>
                <a:off x="5476098" y="2996028"/>
                <a:ext cx="1662378" cy="369332"/>
              </a:xfrm>
              <a:prstGeom prst="rect">
                <a:avLst/>
              </a:prstGeom>
              <a:blipFill>
                <a:blip r:embed="rId3"/>
                <a:stretch>
                  <a:fillRect l="-2930" t="-11475" b="-21311"/>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AAC7E8B9-6AB3-FFE6-52BA-931BFBB171E9}"/>
              </a:ext>
            </a:extLst>
          </p:cNvPr>
          <p:cNvCxnSpPr>
            <a:cxnSpLocks/>
          </p:cNvCxnSpPr>
          <p:nvPr/>
        </p:nvCxnSpPr>
        <p:spPr>
          <a:xfrm>
            <a:off x="3419856" y="1911096"/>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8EA8E0F-34FE-7F7D-0D65-F49892AABB9A}"/>
              </a:ext>
            </a:extLst>
          </p:cNvPr>
          <p:cNvCxnSpPr>
            <a:cxnSpLocks/>
          </p:cNvCxnSpPr>
          <p:nvPr/>
        </p:nvCxnSpPr>
        <p:spPr>
          <a:xfrm flipH="1">
            <a:off x="3419856" y="3044428"/>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539441F-EAA9-837A-93F1-CCFB58048557}"/>
              </a:ext>
            </a:extLst>
          </p:cNvPr>
          <p:cNvCxnSpPr>
            <a:cxnSpLocks/>
          </p:cNvCxnSpPr>
          <p:nvPr/>
        </p:nvCxnSpPr>
        <p:spPr>
          <a:xfrm flipH="1">
            <a:off x="3044952" y="3056620"/>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529782-63D2-9A27-B18E-5660AC840788}"/>
              </a:ext>
            </a:extLst>
          </p:cNvPr>
          <p:cNvSpPr txBox="1"/>
          <p:nvPr/>
        </p:nvSpPr>
        <p:spPr>
          <a:xfrm>
            <a:off x="4940084" y="2560748"/>
            <a:ext cx="317716" cy="369332"/>
          </a:xfrm>
          <a:prstGeom prst="rect">
            <a:avLst/>
          </a:prstGeom>
          <a:noFill/>
        </p:spPr>
        <p:txBody>
          <a:bodyPr wrap="none" rtlCol="0">
            <a:spAutoFit/>
          </a:bodyPr>
          <a:lstStyle/>
          <a:p>
            <a:r>
              <a:rPr lang="en-US" dirty="0"/>
              <a:t>A</a:t>
            </a:r>
          </a:p>
        </p:txBody>
      </p:sp>
      <p:sp>
        <p:nvSpPr>
          <p:cNvPr id="20" name="TextBox 19">
            <a:extLst>
              <a:ext uri="{FF2B5EF4-FFF2-40B4-BE49-F238E27FC236}">
                <a16:creationId xmlns:a16="http://schemas.microsoft.com/office/drawing/2014/main" id="{76403000-451C-72F1-9B6E-1F8C53CF126C}"/>
              </a:ext>
            </a:extLst>
          </p:cNvPr>
          <p:cNvSpPr txBox="1"/>
          <p:nvPr/>
        </p:nvSpPr>
        <p:spPr>
          <a:xfrm>
            <a:off x="5476098" y="2105275"/>
            <a:ext cx="1755930" cy="369332"/>
          </a:xfrm>
          <a:prstGeom prst="rect">
            <a:avLst/>
          </a:prstGeom>
          <a:noFill/>
        </p:spPr>
        <p:txBody>
          <a:bodyPr wrap="none" rtlCol="0">
            <a:spAutoFit/>
          </a:bodyPr>
          <a:lstStyle/>
          <a:p>
            <a:r>
              <a:rPr lang="en-US" dirty="0"/>
              <a:t>Sound Wave Out</a:t>
            </a:r>
          </a:p>
        </p:txBody>
      </p:sp>
      <p:sp>
        <p:nvSpPr>
          <p:cNvPr id="21" name="TextBox 20">
            <a:extLst>
              <a:ext uri="{FF2B5EF4-FFF2-40B4-BE49-F238E27FC236}">
                <a16:creationId xmlns:a16="http://schemas.microsoft.com/office/drawing/2014/main" id="{815EF259-62C8-1D0A-772E-A1AD883B08CB}"/>
              </a:ext>
            </a:extLst>
          </p:cNvPr>
          <p:cNvSpPr txBox="1"/>
          <p:nvPr/>
        </p:nvSpPr>
        <p:spPr>
          <a:xfrm>
            <a:off x="3438144" y="3543348"/>
            <a:ext cx="1316066" cy="369332"/>
          </a:xfrm>
          <a:prstGeom prst="rect">
            <a:avLst/>
          </a:prstGeom>
          <a:noFill/>
        </p:spPr>
        <p:txBody>
          <a:bodyPr wrap="none" rtlCol="0">
            <a:spAutoFit/>
          </a:bodyPr>
          <a:lstStyle/>
          <a:p>
            <a:r>
              <a:rPr lang="en-US" dirty="0"/>
              <a:t>Parcel of Air</a:t>
            </a:r>
          </a:p>
        </p:txBody>
      </p:sp>
    </p:spTree>
    <p:extLst>
      <p:ext uri="{BB962C8B-B14F-4D97-AF65-F5344CB8AC3E}">
        <p14:creationId xmlns:p14="http://schemas.microsoft.com/office/powerpoint/2010/main" val="41689041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86AD2-BCB5-92CD-EE00-289A1BFC3583}"/>
            </a:ext>
          </a:extLst>
        </p:cNvPr>
        <p:cNvGrpSpPr/>
        <p:nvPr/>
      </p:nvGrpSpPr>
      <p:grpSpPr>
        <a:xfrm>
          <a:off x="0" y="0"/>
          <a:ext cx="0" cy="0"/>
          <a:chOff x="0" y="0"/>
          <a:chExt cx="0" cy="0"/>
        </a:xfrm>
      </p:grpSpPr>
      <p:sp>
        <p:nvSpPr>
          <p:cNvPr id="23" name="Rectangle 22">
            <a:extLst>
              <a:ext uri="{FF2B5EF4-FFF2-40B4-BE49-F238E27FC236}">
                <a16:creationId xmlns:a16="http://schemas.microsoft.com/office/drawing/2014/main" id="{D3BE6317-D1B2-E0D8-8603-E3F69B778159}"/>
              </a:ext>
            </a:extLst>
          </p:cNvPr>
          <p:cNvSpPr/>
          <p:nvPr/>
        </p:nvSpPr>
        <p:spPr>
          <a:xfrm>
            <a:off x="726948" y="1198971"/>
            <a:ext cx="7488936" cy="31912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t>
            </a:r>
          </a:p>
        </p:txBody>
      </p:sp>
      <p:sp>
        <p:nvSpPr>
          <p:cNvPr id="4" name="Cube 3">
            <a:extLst>
              <a:ext uri="{FF2B5EF4-FFF2-40B4-BE49-F238E27FC236}">
                <a16:creationId xmlns:a16="http://schemas.microsoft.com/office/drawing/2014/main" id="{59DFCA99-EC97-278E-AAE4-8423188FEC52}"/>
              </a:ext>
            </a:extLst>
          </p:cNvPr>
          <p:cNvSpPr/>
          <p:nvPr/>
        </p:nvSpPr>
        <p:spPr>
          <a:xfrm>
            <a:off x="3044952" y="1911096"/>
            <a:ext cx="2212848" cy="1517904"/>
          </a:xfrm>
          <a:prstGeom prst="cube">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27D5FB6-7D29-746E-1F5E-AED189F8769D}"/>
              </a:ext>
            </a:extLst>
          </p:cNvPr>
          <p:cNvCxnSpPr>
            <a:cxnSpLocks/>
          </p:cNvCxnSpPr>
          <p:nvPr/>
        </p:nvCxnSpPr>
        <p:spPr>
          <a:xfrm>
            <a:off x="2304288" y="2794599"/>
            <a:ext cx="740664"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D0D5F3AA-D694-FAB8-ECD5-256D6B66F29F}"/>
              </a:ext>
            </a:extLst>
          </p:cNvPr>
          <p:cNvCxnSpPr>
            <a:cxnSpLocks/>
          </p:cNvCxnSpPr>
          <p:nvPr/>
        </p:nvCxnSpPr>
        <p:spPr>
          <a:xfrm flipH="1">
            <a:off x="4991466" y="2767595"/>
            <a:ext cx="933846"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D8C1748-0B21-B782-ECD1-80EC5F45D008}"/>
              </a:ext>
            </a:extLst>
          </p:cNvPr>
          <p:cNvCxnSpPr>
            <a:cxnSpLocks/>
          </p:cNvCxnSpPr>
          <p:nvPr/>
        </p:nvCxnSpPr>
        <p:spPr>
          <a:xfrm>
            <a:off x="3419856" y="1911096"/>
            <a:ext cx="0" cy="11455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92FC43E-3A3D-E256-5BC7-DD648457C115}"/>
              </a:ext>
            </a:extLst>
          </p:cNvPr>
          <p:cNvCxnSpPr>
            <a:cxnSpLocks/>
          </p:cNvCxnSpPr>
          <p:nvPr/>
        </p:nvCxnSpPr>
        <p:spPr>
          <a:xfrm flipH="1">
            <a:off x="3419856" y="3044428"/>
            <a:ext cx="1837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4ED8DB1-4EFA-B861-6ABD-DA0779AE5525}"/>
              </a:ext>
            </a:extLst>
          </p:cNvPr>
          <p:cNvCxnSpPr>
            <a:cxnSpLocks/>
          </p:cNvCxnSpPr>
          <p:nvPr/>
        </p:nvCxnSpPr>
        <p:spPr>
          <a:xfrm flipH="1">
            <a:off x="3044952" y="3056620"/>
            <a:ext cx="374904" cy="36933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B312B2C5-1958-7B69-85F4-8FF656F6F56E}"/>
              </a:ext>
            </a:extLst>
          </p:cNvPr>
          <p:cNvCxnSpPr/>
          <p:nvPr/>
        </p:nvCxnSpPr>
        <p:spPr>
          <a:xfrm flipV="1">
            <a:off x="3419856" y="1325880"/>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67B02CF7-E812-19A8-4B11-D7076EC55086}"/>
              </a:ext>
            </a:extLst>
          </p:cNvPr>
          <p:cNvCxnSpPr/>
          <p:nvPr/>
        </p:nvCxnSpPr>
        <p:spPr>
          <a:xfrm flipV="1">
            <a:off x="3044952" y="1725168"/>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9D26FF9B-056F-AE83-B094-016B369BD14B}"/>
              </a:ext>
            </a:extLst>
          </p:cNvPr>
          <p:cNvCxnSpPr>
            <a:cxnSpLocks/>
          </p:cNvCxnSpPr>
          <p:nvPr/>
        </p:nvCxnSpPr>
        <p:spPr>
          <a:xfrm flipV="1">
            <a:off x="3044952" y="1581329"/>
            <a:ext cx="374904" cy="380107"/>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CD173A3B-5D3E-FBEA-F0A4-1FC55D0B6085}"/>
              </a:ext>
            </a:extLst>
          </p:cNvPr>
          <p:cNvSpPr txBox="1"/>
          <p:nvPr/>
        </p:nvSpPr>
        <p:spPr>
          <a:xfrm>
            <a:off x="2971879" y="1296389"/>
            <a:ext cx="397866" cy="369332"/>
          </a:xfrm>
          <a:prstGeom prst="rect">
            <a:avLst/>
          </a:prstGeom>
          <a:noFill/>
        </p:spPr>
        <p:txBody>
          <a:bodyPr wrap="none" rtlCol="0">
            <a:spAutoFit/>
          </a:bodyPr>
          <a:lstStyle/>
          <a:p>
            <a:r>
              <a:rPr lang="en-US" dirty="0" err="1">
                <a:sym typeface="Symbol" panose="05050102010706020507" pitchFamily="18" charset="2"/>
              </a:rPr>
              <a:t>d</a:t>
            </a:r>
            <a:r>
              <a:rPr lang="en-US" dirty="0" err="1"/>
              <a:t>z</a:t>
            </a:r>
            <a:endParaRPr lang="en-US" dirty="0"/>
          </a:p>
        </p:txBody>
      </p:sp>
      <p:cxnSp>
        <p:nvCxnSpPr>
          <p:cNvPr id="15" name="Straight Connector 14">
            <a:extLst>
              <a:ext uri="{FF2B5EF4-FFF2-40B4-BE49-F238E27FC236}">
                <a16:creationId xmlns:a16="http://schemas.microsoft.com/office/drawing/2014/main" id="{8CE21D82-5BB2-7B20-4B76-32D44A3F31D6}"/>
              </a:ext>
            </a:extLst>
          </p:cNvPr>
          <p:cNvCxnSpPr/>
          <p:nvPr/>
        </p:nvCxnSpPr>
        <p:spPr>
          <a:xfrm flipV="1">
            <a:off x="3044952" y="3520702"/>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D11ADD0-C44A-A4CF-B328-B85E48DB8A42}"/>
              </a:ext>
            </a:extLst>
          </p:cNvPr>
          <p:cNvCxnSpPr/>
          <p:nvPr/>
        </p:nvCxnSpPr>
        <p:spPr>
          <a:xfrm flipV="1">
            <a:off x="4861560" y="3444764"/>
            <a:ext cx="0" cy="52120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76D556B-E548-114E-10DA-CE5E435BBBB1}"/>
              </a:ext>
            </a:extLst>
          </p:cNvPr>
          <p:cNvCxnSpPr>
            <a:cxnSpLocks/>
          </p:cNvCxnSpPr>
          <p:nvPr/>
        </p:nvCxnSpPr>
        <p:spPr>
          <a:xfrm>
            <a:off x="3044952" y="3781306"/>
            <a:ext cx="1787652" cy="0"/>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56BD8E51-928B-6538-9DE3-75C3BE796E18}"/>
              </a:ext>
            </a:extLst>
          </p:cNvPr>
          <p:cNvSpPr txBox="1"/>
          <p:nvPr/>
        </p:nvSpPr>
        <p:spPr>
          <a:xfrm>
            <a:off x="3740698" y="3596640"/>
            <a:ext cx="405880" cy="369332"/>
          </a:xfrm>
          <a:prstGeom prst="rect">
            <a:avLst/>
          </a:prstGeom>
          <a:solidFill>
            <a:schemeClr val="bg1"/>
          </a:solidFill>
        </p:spPr>
        <p:txBody>
          <a:bodyPr wrap="none" rtlCol="0">
            <a:spAutoFit/>
          </a:bodyPr>
          <a:lstStyle/>
          <a:p>
            <a:r>
              <a:rPr lang="en-US" dirty="0">
                <a:sym typeface="Symbol" panose="05050102010706020507" pitchFamily="18" charset="2"/>
              </a:rPr>
              <a:t>d</a:t>
            </a:r>
            <a:r>
              <a:rPr lang="en-US" dirty="0"/>
              <a:t>x</a:t>
            </a:r>
          </a:p>
        </p:txBody>
      </p:sp>
      <p:cxnSp>
        <p:nvCxnSpPr>
          <p:cNvPr id="25" name="Straight Connector 24">
            <a:extLst>
              <a:ext uri="{FF2B5EF4-FFF2-40B4-BE49-F238E27FC236}">
                <a16:creationId xmlns:a16="http://schemas.microsoft.com/office/drawing/2014/main" id="{86912471-0A70-708E-897C-E86A10876C71}"/>
              </a:ext>
            </a:extLst>
          </p:cNvPr>
          <p:cNvCxnSpPr>
            <a:cxnSpLocks/>
          </p:cNvCxnSpPr>
          <p:nvPr/>
        </p:nvCxnSpPr>
        <p:spPr>
          <a:xfrm flipH="1">
            <a:off x="2581735" y="2316480"/>
            <a:ext cx="40843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F16C13D7-78AB-6F8F-5255-33E8C51B6E3D}"/>
              </a:ext>
            </a:extLst>
          </p:cNvPr>
          <p:cNvCxnSpPr>
            <a:cxnSpLocks/>
          </p:cNvCxnSpPr>
          <p:nvPr/>
        </p:nvCxnSpPr>
        <p:spPr>
          <a:xfrm flipH="1">
            <a:off x="2587831" y="3429000"/>
            <a:ext cx="408432"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64582FE-08BD-FCC6-657F-10BBC29128F9}"/>
              </a:ext>
            </a:extLst>
          </p:cNvPr>
          <p:cNvCxnSpPr>
            <a:cxnSpLocks/>
          </p:cNvCxnSpPr>
          <p:nvPr/>
        </p:nvCxnSpPr>
        <p:spPr>
          <a:xfrm flipV="1">
            <a:off x="2784348" y="2316480"/>
            <a:ext cx="0" cy="1102114"/>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97BE651B-D294-EA86-5F53-24780C613604}"/>
              </a:ext>
            </a:extLst>
          </p:cNvPr>
          <p:cNvSpPr txBox="1"/>
          <p:nvPr/>
        </p:nvSpPr>
        <p:spPr>
          <a:xfrm>
            <a:off x="2587515" y="2923460"/>
            <a:ext cx="410690" cy="369332"/>
          </a:xfrm>
          <a:prstGeom prst="rect">
            <a:avLst/>
          </a:prstGeom>
          <a:solidFill>
            <a:schemeClr val="bg1"/>
          </a:solidFill>
        </p:spPr>
        <p:txBody>
          <a:bodyPr wrap="none" rtlCol="0">
            <a:spAutoFit/>
          </a:bodyPr>
          <a:lstStyle/>
          <a:p>
            <a:r>
              <a:rPr lang="en-US" dirty="0" err="1">
                <a:sym typeface="Symbol" panose="05050102010706020507" pitchFamily="18" charset="2"/>
              </a:rPr>
              <a:t>dy</a:t>
            </a:r>
            <a:endParaRPr lang="en-US" dirty="0"/>
          </a:p>
        </p:txBody>
      </p:sp>
      <p:sp>
        <p:nvSpPr>
          <p:cNvPr id="33" name="TextBox 32">
            <a:extLst>
              <a:ext uri="{FF2B5EF4-FFF2-40B4-BE49-F238E27FC236}">
                <a16:creationId xmlns:a16="http://schemas.microsoft.com/office/drawing/2014/main" id="{939DC9B8-FE62-186B-4C4B-54EDA73AA9B5}"/>
              </a:ext>
            </a:extLst>
          </p:cNvPr>
          <p:cNvSpPr txBox="1"/>
          <p:nvPr/>
        </p:nvSpPr>
        <p:spPr>
          <a:xfrm>
            <a:off x="1859618" y="2549235"/>
            <a:ext cx="343364" cy="461665"/>
          </a:xfrm>
          <a:prstGeom prst="rect">
            <a:avLst/>
          </a:prstGeom>
          <a:noFill/>
        </p:spPr>
        <p:txBody>
          <a:bodyPr wrap="none" rtlCol="0">
            <a:spAutoFit/>
          </a:bodyPr>
          <a:lstStyle/>
          <a:p>
            <a:r>
              <a:rPr lang="en-US" sz="2400" dirty="0">
                <a:solidFill>
                  <a:srgbClr val="00B050"/>
                </a:solidFill>
              </a:rPr>
              <a:t>P</a:t>
            </a:r>
          </a:p>
        </p:txBody>
      </p:sp>
      <p:sp>
        <p:nvSpPr>
          <p:cNvPr id="34" name="TextBox 33">
            <a:extLst>
              <a:ext uri="{FF2B5EF4-FFF2-40B4-BE49-F238E27FC236}">
                <a16:creationId xmlns:a16="http://schemas.microsoft.com/office/drawing/2014/main" id="{02A560B1-56B2-9197-9B9F-10AA18A1D6A5}"/>
              </a:ext>
            </a:extLst>
          </p:cNvPr>
          <p:cNvSpPr txBox="1"/>
          <p:nvPr/>
        </p:nvSpPr>
        <p:spPr>
          <a:xfrm>
            <a:off x="6005089" y="2536209"/>
            <a:ext cx="817853" cy="461665"/>
          </a:xfrm>
          <a:prstGeom prst="rect">
            <a:avLst/>
          </a:prstGeom>
          <a:noFill/>
        </p:spPr>
        <p:txBody>
          <a:bodyPr wrap="none" rtlCol="0">
            <a:spAutoFit/>
          </a:bodyPr>
          <a:lstStyle/>
          <a:p>
            <a:r>
              <a:rPr lang="en-US" sz="2400" dirty="0" err="1">
                <a:solidFill>
                  <a:srgbClr val="00B050"/>
                </a:solidFill>
              </a:rPr>
              <a:t>P+dP</a:t>
            </a:r>
            <a:endParaRPr lang="en-US" sz="2400" dirty="0">
              <a:solidFill>
                <a:srgbClr val="00B050"/>
              </a:solidFill>
            </a:endParaRPr>
          </a:p>
        </p:txBody>
      </p:sp>
    </p:spTree>
    <p:extLst>
      <p:ext uri="{BB962C8B-B14F-4D97-AF65-F5344CB8AC3E}">
        <p14:creationId xmlns:p14="http://schemas.microsoft.com/office/powerpoint/2010/main" val="13257161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pPr eaLnBrk="1" hangingPunct="1"/>
            <a:r>
              <a:rPr lang="en-US" dirty="0"/>
              <a:t>Question 223.6.1.6</a:t>
            </a:r>
          </a:p>
        </p:txBody>
      </p:sp>
      <p:sp>
        <p:nvSpPr>
          <p:cNvPr id="54276" name="Rectangle 3"/>
          <p:cNvSpPr>
            <a:spLocks noGrp="1" noChangeArrowheads="1"/>
          </p:cNvSpPr>
          <p:nvPr>
            <p:ph idx="1"/>
          </p:nvPr>
        </p:nvSpPr>
        <p:spPr/>
        <p:txBody>
          <a:bodyPr>
            <a:normAutofit/>
          </a:bodyPr>
          <a:lstStyle/>
          <a:p>
            <a:pPr marL="609600" indent="-609600">
              <a:lnSpc>
                <a:spcPct val="90000"/>
              </a:lnSpc>
              <a:buNone/>
            </a:pPr>
            <a:r>
              <a:rPr lang="en-US" sz="2800" dirty="0"/>
              <a:t>A pulse is traveling on a rope. If one end of the rope is not tied to anything,  a pulse will still reflect off of this “free end.” Will  the reflected pulse be inverted?</a:t>
            </a:r>
          </a:p>
          <a:p>
            <a:pPr marL="609600" indent="-609600" eaLnBrk="1" hangingPunct="1">
              <a:lnSpc>
                <a:spcPct val="90000"/>
              </a:lnSpc>
              <a:buFontTx/>
              <a:buAutoNum type="alphaLcParenR"/>
            </a:pPr>
            <a:r>
              <a:rPr lang="en-US" sz="2800" dirty="0"/>
              <a:t>Yes</a:t>
            </a:r>
          </a:p>
          <a:p>
            <a:pPr marL="609600" indent="-609600" eaLnBrk="1" hangingPunct="1">
              <a:lnSpc>
                <a:spcPct val="90000"/>
              </a:lnSpc>
              <a:buFontTx/>
              <a:buAutoNum type="alphaLcParenR"/>
            </a:pPr>
            <a:r>
              <a:rPr lang="en-US" sz="2800" dirty="0"/>
              <a:t>No</a:t>
            </a:r>
          </a:p>
          <a:p>
            <a:pPr marL="609600" indent="-609600" eaLnBrk="1" hangingPunct="1">
              <a:lnSpc>
                <a:spcPct val="90000"/>
              </a:lnSpc>
              <a:buFontTx/>
              <a:buAutoNum type="alphaLcParenR"/>
            </a:pPr>
            <a:r>
              <a:rPr lang="en-US" sz="2800" dirty="0"/>
              <a:t>Maybe</a:t>
            </a:r>
          </a:p>
          <a:p>
            <a:pPr marL="609600" indent="-609600" eaLnBrk="1" hangingPunct="1">
              <a:lnSpc>
                <a:spcPct val="90000"/>
              </a:lnSpc>
              <a:buFontTx/>
              <a:buAutoNum type="alphaLcParenR"/>
            </a:pPr>
            <a:r>
              <a:rPr lang="en-US" sz="2800" dirty="0"/>
              <a:t>Can’t tell</a:t>
            </a:r>
          </a:p>
        </p:txBody>
      </p:sp>
      <p:sp>
        <p:nvSpPr>
          <p:cNvPr id="54274" name="Slide Number Placeholder 5"/>
          <p:cNvSpPr>
            <a:spLocks noGrp="1"/>
          </p:cNvSpPr>
          <p:nvPr>
            <p:ph type="sldNum" sz="quarter" idx="12"/>
          </p:nvPr>
        </p:nvSpPr>
        <p:spPr>
          <a:noFill/>
        </p:spPr>
        <p:txBody>
          <a:bodyPr/>
          <a:lstStyle/>
          <a:p>
            <a:fld id="{57F00098-A586-4021-A6FD-B25936B14AFD}" type="slidenum">
              <a:rPr lang="en-US" smtClean="0"/>
              <a:pPr/>
              <a:t>27</a:t>
            </a:fld>
            <a:endParaRPr lang="en-US"/>
          </a:p>
        </p:txBody>
      </p:sp>
    </p:spTree>
    <p:extLst>
      <p:ext uri="{BB962C8B-B14F-4D97-AF65-F5344CB8AC3E}">
        <p14:creationId xmlns:p14="http://schemas.microsoft.com/office/powerpoint/2010/main" val="27676660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44" name="Rectangle 2"/>
          <p:cNvSpPr>
            <a:spLocks noGrp="1" noChangeArrowheads="1"/>
          </p:cNvSpPr>
          <p:nvPr>
            <p:ph type="title"/>
          </p:nvPr>
        </p:nvSpPr>
        <p:spPr/>
        <p:txBody>
          <a:bodyPr>
            <a:normAutofit fontScale="90000"/>
          </a:bodyPr>
          <a:lstStyle/>
          <a:p>
            <a:r>
              <a:rPr lang="en-US" dirty="0"/>
              <a:t>Question 223.6.3 Question 123.23.2</a:t>
            </a:r>
          </a:p>
        </p:txBody>
      </p:sp>
      <p:sp>
        <p:nvSpPr>
          <p:cNvPr id="727045" name="Rectangle 3"/>
          <p:cNvSpPr>
            <a:spLocks noGrp="1" noChangeArrowheads="1"/>
          </p:cNvSpPr>
          <p:nvPr>
            <p:ph type="body" idx="1"/>
          </p:nvPr>
        </p:nvSpPr>
        <p:spPr>
          <a:xfrm>
            <a:off x="457200" y="2122714"/>
            <a:ext cx="8229600" cy="4525963"/>
          </a:xfrm>
        </p:spPr>
        <p:txBody>
          <a:bodyPr>
            <a:normAutofit/>
          </a:bodyPr>
          <a:lstStyle/>
          <a:p>
            <a:pPr marL="609600" indent="-609600" eaLnBrk="1" hangingPunct="1">
              <a:buFontTx/>
              <a:buNone/>
            </a:pPr>
            <a:r>
              <a:rPr lang="en-US" dirty="0"/>
              <a:t>A wave travels across a boundary between two different weight ropes. If it goes from the heavier to the lighter rope, the wave speed</a:t>
            </a:r>
          </a:p>
          <a:p>
            <a:pPr marL="990600" lvl="1" indent="-533400" eaLnBrk="1" hangingPunct="1">
              <a:buFontTx/>
              <a:buAutoNum type="alphaLcParenR"/>
            </a:pPr>
            <a:r>
              <a:rPr lang="en-US" sz="2000" dirty="0"/>
              <a:t>Increases</a:t>
            </a:r>
          </a:p>
          <a:p>
            <a:pPr marL="990600" lvl="1" indent="-533400" eaLnBrk="1" hangingPunct="1">
              <a:buFontTx/>
              <a:buAutoNum type="alphaLcParenR"/>
            </a:pPr>
            <a:r>
              <a:rPr lang="en-US" sz="2000" dirty="0"/>
              <a:t>Decreases</a:t>
            </a:r>
          </a:p>
          <a:p>
            <a:pPr marL="990600" lvl="1" indent="-533400" eaLnBrk="1" hangingPunct="1">
              <a:buFontTx/>
              <a:buAutoNum type="alphaLcParenR"/>
            </a:pPr>
            <a:r>
              <a:rPr lang="en-US" sz="2000" dirty="0"/>
              <a:t>Stays the same</a:t>
            </a:r>
          </a:p>
          <a:p>
            <a:pPr marL="990600" lvl="1" indent="-533400" eaLnBrk="1" hangingPunct="1">
              <a:buFontTx/>
              <a:buAutoNum type="alphaLcParenR"/>
            </a:pPr>
            <a:r>
              <a:rPr lang="en-US" sz="2000" dirty="0"/>
              <a:t>Can’t tell</a:t>
            </a:r>
          </a:p>
        </p:txBody>
      </p:sp>
      <p:pic>
        <p:nvPicPr>
          <p:cNvPr id="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819" t="56057" r="819" b="31558"/>
          <a:stretch/>
        </p:blipFill>
        <p:spPr bwMode="auto">
          <a:xfrm>
            <a:off x="2189844" y="1026883"/>
            <a:ext cx="7086600" cy="12409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Freeform 3"/>
          <p:cNvSpPr/>
          <p:nvPr/>
        </p:nvSpPr>
        <p:spPr>
          <a:xfrm>
            <a:off x="1596571" y="1407373"/>
            <a:ext cx="1277258" cy="355702"/>
          </a:xfrm>
          <a:custGeom>
            <a:avLst/>
            <a:gdLst>
              <a:gd name="connsiteX0" fmla="*/ 1277258 w 1277258"/>
              <a:gd name="connsiteY0" fmla="*/ 319331 h 355207"/>
              <a:gd name="connsiteX1" fmla="*/ 914400 w 1277258"/>
              <a:gd name="connsiteY1" fmla="*/ 304817 h 355207"/>
              <a:gd name="connsiteX2" fmla="*/ 653143 w 1277258"/>
              <a:gd name="connsiteY2" fmla="*/ 17 h 355207"/>
              <a:gd name="connsiteX3" fmla="*/ 348343 w 1277258"/>
              <a:gd name="connsiteY3" fmla="*/ 319331 h 355207"/>
              <a:gd name="connsiteX4" fmla="*/ 0 w 1277258"/>
              <a:gd name="connsiteY4" fmla="*/ 333845 h 355207"/>
              <a:gd name="connsiteX0" fmla="*/ 1277258 w 1277258"/>
              <a:gd name="connsiteY0" fmla="*/ 319826 h 355702"/>
              <a:gd name="connsiteX1" fmla="*/ 899886 w 1277258"/>
              <a:gd name="connsiteY1" fmla="*/ 247255 h 355702"/>
              <a:gd name="connsiteX2" fmla="*/ 653143 w 1277258"/>
              <a:gd name="connsiteY2" fmla="*/ 512 h 355702"/>
              <a:gd name="connsiteX3" fmla="*/ 348343 w 1277258"/>
              <a:gd name="connsiteY3" fmla="*/ 319826 h 355702"/>
              <a:gd name="connsiteX4" fmla="*/ 0 w 1277258"/>
              <a:gd name="connsiteY4" fmla="*/ 334340 h 3557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258" h="355702">
                <a:moveTo>
                  <a:pt x="1277258" y="319826"/>
                </a:moveTo>
                <a:cubicBezTo>
                  <a:pt x="1147838" y="339178"/>
                  <a:pt x="1003905" y="300474"/>
                  <a:pt x="899886" y="247255"/>
                </a:cubicBezTo>
                <a:cubicBezTo>
                  <a:pt x="795867" y="194036"/>
                  <a:pt x="745067" y="-11583"/>
                  <a:pt x="653143" y="512"/>
                </a:cubicBezTo>
                <a:cubicBezTo>
                  <a:pt x="561219" y="12607"/>
                  <a:pt x="457200" y="264188"/>
                  <a:pt x="348343" y="319826"/>
                </a:cubicBezTo>
                <a:cubicBezTo>
                  <a:pt x="239486" y="375464"/>
                  <a:pt x="119743" y="354902"/>
                  <a:pt x="0" y="334340"/>
                </a:cubicBezTo>
              </a:path>
            </a:pathLst>
          </a:custGeom>
          <a:noFill/>
          <a:ln w="76200">
            <a:solidFill>
              <a:srgbClr val="21E5E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p:cNvCxnSpPr/>
          <p:nvPr/>
        </p:nvCxnSpPr>
        <p:spPr>
          <a:xfrm>
            <a:off x="2612571" y="1407373"/>
            <a:ext cx="682172"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07374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1" name="Rectangle 2"/>
          <p:cNvSpPr>
            <a:spLocks noGrp="1" noChangeArrowheads="1"/>
          </p:cNvSpPr>
          <p:nvPr>
            <p:ph type="title"/>
          </p:nvPr>
        </p:nvSpPr>
        <p:spPr/>
        <p:txBody>
          <a:bodyPr/>
          <a:lstStyle/>
          <a:p>
            <a:r>
              <a:rPr lang="en-US" dirty="0"/>
              <a:t>Question 223.6.2</a:t>
            </a:r>
          </a:p>
        </p:txBody>
      </p:sp>
      <p:sp>
        <p:nvSpPr>
          <p:cNvPr id="53252" name="Rectangle 3"/>
          <p:cNvSpPr>
            <a:spLocks noGrp="1" noChangeArrowheads="1"/>
          </p:cNvSpPr>
          <p:nvPr>
            <p:ph idx="1"/>
          </p:nvPr>
        </p:nvSpPr>
        <p:spPr>
          <a:xfrm>
            <a:off x="442686" y="2151743"/>
            <a:ext cx="8229600" cy="4525963"/>
          </a:xfrm>
        </p:spPr>
        <p:txBody>
          <a:bodyPr/>
          <a:lstStyle/>
          <a:p>
            <a:pPr marL="609600" indent="-609600" eaLnBrk="1" hangingPunct="1">
              <a:buFontTx/>
              <a:buNone/>
            </a:pPr>
            <a:r>
              <a:rPr lang="en-US" dirty="0"/>
              <a:t>A wave travels across a boundary between two different weight ropes. If it goes from the lighter to the heavier rope, the reflected wave</a:t>
            </a:r>
          </a:p>
          <a:p>
            <a:pPr marL="609600" indent="-609600" eaLnBrk="1" hangingPunct="1">
              <a:buFontTx/>
              <a:buAutoNum type="alphaLcParenR"/>
            </a:pPr>
            <a:r>
              <a:rPr lang="en-US" dirty="0"/>
              <a:t>Is inverted</a:t>
            </a:r>
          </a:p>
          <a:p>
            <a:pPr marL="609600" indent="-609600" eaLnBrk="1" hangingPunct="1">
              <a:buFontTx/>
              <a:buAutoNum type="alphaLcParenR"/>
            </a:pPr>
            <a:r>
              <a:rPr lang="en-US" dirty="0"/>
              <a:t>Is not inverted</a:t>
            </a:r>
          </a:p>
          <a:p>
            <a:pPr marL="609600" indent="-609600" eaLnBrk="1" hangingPunct="1">
              <a:buFontTx/>
              <a:buAutoNum type="alphaLcParenR"/>
            </a:pPr>
            <a:r>
              <a:rPr lang="en-US" dirty="0"/>
              <a:t>Can’t tell</a:t>
            </a:r>
          </a:p>
        </p:txBody>
      </p:sp>
      <p:sp>
        <p:nvSpPr>
          <p:cNvPr id="53250" name="Slide Number Placeholder 5"/>
          <p:cNvSpPr>
            <a:spLocks noGrp="1"/>
          </p:cNvSpPr>
          <p:nvPr>
            <p:ph type="sldNum" sz="quarter" idx="12"/>
          </p:nvPr>
        </p:nvSpPr>
        <p:spPr>
          <a:noFill/>
        </p:spPr>
        <p:txBody>
          <a:bodyPr/>
          <a:lstStyle/>
          <a:p>
            <a:fld id="{74CD2813-E4C4-402A-A221-FA93E480D86C}" type="slidenum">
              <a:rPr lang="en-US" smtClean="0"/>
              <a:pPr/>
              <a:t>29</a:t>
            </a:fld>
            <a:endParaRPr lang="en-US"/>
          </a:p>
        </p:txBody>
      </p:sp>
      <p:pic>
        <p:nvPicPr>
          <p:cNvPr id="510054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819" t="56057" r="819" b="31558"/>
          <a:stretch/>
        </p:blipFill>
        <p:spPr bwMode="auto">
          <a:xfrm flipH="1">
            <a:off x="1348015" y="1103085"/>
            <a:ext cx="7086600" cy="12409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Freeform 3"/>
          <p:cNvSpPr/>
          <p:nvPr/>
        </p:nvSpPr>
        <p:spPr>
          <a:xfrm>
            <a:off x="1943100" y="1457246"/>
            <a:ext cx="1152525" cy="335503"/>
          </a:xfrm>
          <a:custGeom>
            <a:avLst/>
            <a:gdLst>
              <a:gd name="connsiteX0" fmla="*/ 1152525 w 1152525"/>
              <a:gd name="connsiteY0" fmla="*/ 314404 h 335503"/>
              <a:gd name="connsiteX1" fmla="*/ 933450 w 1152525"/>
              <a:gd name="connsiteY1" fmla="*/ 257254 h 335503"/>
              <a:gd name="connsiteX2" fmla="*/ 781050 w 1152525"/>
              <a:gd name="connsiteY2" fmla="*/ 79 h 335503"/>
              <a:gd name="connsiteX3" fmla="*/ 571500 w 1152525"/>
              <a:gd name="connsiteY3" fmla="*/ 285829 h 335503"/>
              <a:gd name="connsiteX4" fmla="*/ 0 w 1152525"/>
              <a:gd name="connsiteY4" fmla="*/ 333454 h 3355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2525" h="335503">
                <a:moveTo>
                  <a:pt x="1152525" y="314404"/>
                </a:moveTo>
                <a:cubicBezTo>
                  <a:pt x="1073943" y="312022"/>
                  <a:pt x="995362" y="309641"/>
                  <a:pt x="933450" y="257254"/>
                </a:cubicBezTo>
                <a:cubicBezTo>
                  <a:pt x="871538" y="204867"/>
                  <a:pt x="841375" y="-4684"/>
                  <a:pt x="781050" y="79"/>
                </a:cubicBezTo>
                <a:cubicBezTo>
                  <a:pt x="720725" y="4841"/>
                  <a:pt x="701675" y="230267"/>
                  <a:pt x="571500" y="285829"/>
                </a:cubicBezTo>
                <a:cubicBezTo>
                  <a:pt x="441325" y="341391"/>
                  <a:pt x="220662" y="337422"/>
                  <a:pt x="0" y="333454"/>
                </a:cubicBezTo>
              </a:path>
            </a:pathLst>
          </a:cu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p:cNvCxnSpPr/>
          <p:nvPr/>
        </p:nvCxnSpPr>
        <p:spPr>
          <a:xfrm>
            <a:off x="3095625" y="1533525"/>
            <a:ext cx="419100"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56773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Rectangle 2"/>
          <p:cNvSpPr>
            <a:spLocks noGrp="1" noChangeArrowheads="1"/>
          </p:cNvSpPr>
          <p:nvPr>
            <p:ph type="title"/>
          </p:nvPr>
        </p:nvSpPr>
        <p:spPr/>
        <p:txBody>
          <a:bodyPr>
            <a:normAutofit fontScale="90000"/>
          </a:bodyPr>
          <a:lstStyle/>
          <a:p>
            <a:r>
              <a:rPr lang="en-US" dirty="0"/>
              <a:t>Question 223.6.4 Question 123.23.1</a:t>
            </a:r>
          </a:p>
        </p:txBody>
      </p:sp>
      <p:sp>
        <p:nvSpPr>
          <p:cNvPr id="71684" name="Rectangle 3"/>
          <p:cNvSpPr>
            <a:spLocks noGrp="1" noChangeArrowheads="1"/>
          </p:cNvSpPr>
          <p:nvPr>
            <p:ph idx="1"/>
          </p:nvPr>
        </p:nvSpPr>
        <p:spPr/>
        <p:txBody>
          <a:bodyPr/>
          <a:lstStyle/>
          <a:p>
            <a:pPr marL="609600" indent="-609600" eaLnBrk="1" hangingPunct="1">
              <a:buFontTx/>
              <a:buNone/>
            </a:pPr>
            <a:r>
              <a:rPr lang="en-US"/>
              <a:t>Two identical waves travel in opposite directions in a medium.  If each wave has amplitude, A, the maximum amplitude of the resultant wave would be</a:t>
            </a:r>
          </a:p>
          <a:p>
            <a:pPr marL="609600" indent="-609600" eaLnBrk="1" hangingPunct="1">
              <a:buFontTx/>
              <a:buAutoNum type="alphaLcParenR"/>
            </a:pPr>
            <a:r>
              <a:rPr lang="en-US"/>
              <a:t>A</a:t>
            </a:r>
          </a:p>
          <a:p>
            <a:pPr marL="609600" indent="-609600" eaLnBrk="1" hangingPunct="1">
              <a:buFontTx/>
              <a:buAutoNum type="alphaLcParenR"/>
            </a:pPr>
            <a:r>
              <a:rPr lang="en-US"/>
              <a:t>2A</a:t>
            </a:r>
          </a:p>
          <a:p>
            <a:pPr marL="609600" indent="-609600" eaLnBrk="1" hangingPunct="1">
              <a:buFontTx/>
              <a:buAutoNum type="alphaLcParenR"/>
            </a:pPr>
            <a:r>
              <a:rPr lang="en-US"/>
              <a:t>4A</a:t>
            </a:r>
          </a:p>
          <a:p>
            <a:pPr marL="609600" indent="-609600" eaLnBrk="1" hangingPunct="1">
              <a:buFontTx/>
              <a:buAutoNum type="alphaLcParenR"/>
            </a:pPr>
            <a:r>
              <a:rPr lang="en-US"/>
              <a:t>A/2</a:t>
            </a:r>
          </a:p>
        </p:txBody>
      </p:sp>
      <p:sp>
        <p:nvSpPr>
          <p:cNvPr id="71682" name="Slide Number Placeholder 5"/>
          <p:cNvSpPr>
            <a:spLocks noGrp="1"/>
          </p:cNvSpPr>
          <p:nvPr>
            <p:ph type="sldNum" sz="quarter" idx="12"/>
          </p:nvPr>
        </p:nvSpPr>
        <p:spPr>
          <a:noFill/>
        </p:spPr>
        <p:txBody>
          <a:bodyPr/>
          <a:lstStyle/>
          <a:p>
            <a:fld id="{E03E26ED-1650-4343-B0B1-8B46004B6A1E}" type="slidenum">
              <a:rPr lang="en-US" smtClean="0"/>
              <a:pPr/>
              <a:t>30</a:t>
            </a:fld>
            <a:endParaRPr lang="en-US"/>
          </a:p>
        </p:txBody>
      </p:sp>
    </p:spTree>
    <p:extLst>
      <p:ext uri="{BB962C8B-B14F-4D97-AF65-F5344CB8AC3E}">
        <p14:creationId xmlns:p14="http://schemas.microsoft.com/office/powerpoint/2010/main" val="32299736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nvPr>
        </p:nvSpPr>
        <p:spPr/>
        <p:txBody>
          <a:bodyPr>
            <a:normAutofit fontScale="90000"/>
          </a:bodyPr>
          <a:lstStyle/>
          <a:p>
            <a:r>
              <a:rPr lang="en-US" dirty="0"/>
              <a:t>Question 223.6.5 Question 123.23.3</a:t>
            </a:r>
          </a:p>
        </p:txBody>
      </p:sp>
      <p:sp>
        <p:nvSpPr>
          <p:cNvPr id="72708" name="Rectangle 3"/>
          <p:cNvSpPr>
            <a:spLocks noGrp="1" noChangeArrowheads="1"/>
          </p:cNvSpPr>
          <p:nvPr>
            <p:ph idx="1"/>
          </p:nvPr>
        </p:nvSpPr>
        <p:spPr/>
        <p:txBody>
          <a:bodyPr/>
          <a:lstStyle/>
          <a:p>
            <a:pPr marL="609600" indent="-609600" eaLnBrk="1" hangingPunct="1">
              <a:buFontTx/>
              <a:buNone/>
            </a:pPr>
            <a:r>
              <a:rPr lang="en-US" dirty="0"/>
              <a:t>Does the node of a standing wave move in the  x direction?</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eaLnBrk="1" hangingPunct="1">
              <a:buFontTx/>
              <a:buAutoNum type="alphaLcParenR"/>
            </a:pPr>
            <a:r>
              <a:rPr lang="en-US" dirty="0"/>
              <a:t>Neither</a:t>
            </a:r>
          </a:p>
        </p:txBody>
      </p:sp>
      <p:sp>
        <p:nvSpPr>
          <p:cNvPr id="72706" name="Slide Number Placeholder 5"/>
          <p:cNvSpPr>
            <a:spLocks noGrp="1"/>
          </p:cNvSpPr>
          <p:nvPr>
            <p:ph type="sldNum" sz="quarter" idx="12"/>
          </p:nvPr>
        </p:nvSpPr>
        <p:spPr>
          <a:noFill/>
        </p:spPr>
        <p:txBody>
          <a:bodyPr/>
          <a:lstStyle/>
          <a:p>
            <a:fld id="{6C0ECD1B-E08B-4E33-8BD8-3310326AE5BD}" type="slidenum">
              <a:rPr lang="en-US" smtClean="0"/>
              <a:pPr/>
              <a:t>31</a:t>
            </a:fld>
            <a:endParaRPr lang="en-US"/>
          </a:p>
        </p:txBody>
      </p:sp>
    </p:spTree>
    <p:extLst>
      <p:ext uri="{BB962C8B-B14F-4D97-AF65-F5344CB8AC3E}">
        <p14:creationId xmlns:p14="http://schemas.microsoft.com/office/powerpoint/2010/main" val="38028911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3" name="Rectangle 2"/>
          <p:cNvSpPr>
            <a:spLocks noGrp="1" noChangeArrowheads="1"/>
          </p:cNvSpPr>
          <p:nvPr>
            <p:ph type="title"/>
          </p:nvPr>
        </p:nvSpPr>
        <p:spPr>
          <a:xfrm>
            <a:off x="449705" y="0"/>
            <a:ext cx="8304551" cy="1143000"/>
          </a:xfrm>
        </p:spPr>
        <p:txBody>
          <a:bodyPr>
            <a:normAutofit fontScale="90000"/>
          </a:bodyPr>
          <a:lstStyle/>
          <a:p>
            <a:r>
              <a:rPr lang="en-US" dirty="0"/>
              <a:t>Question 223.6.6 Question 123.23.4</a:t>
            </a:r>
          </a:p>
        </p:txBody>
      </p:sp>
      <p:sp>
        <p:nvSpPr>
          <p:cNvPr id="4104" name="Rectangle 3"/>
          <p:cNvSpPr>
            <a:spLocks noGrp="1" noChangeArrowheads="1"/>
          </p:cNvSpPr>
          <p:nvPr>
            <p:ph type="body" sz="half" idx="1"/>
          </p:nvPr>
        </p:nvSpPr>
        <p:spPr>
          <a:xfrm>
            <a:off x="457200" y="1803396"/>
            <a:ext cx="8001000" cy="4525963"/>
          </a:xfrm>
        </p:spPr>
        <p:txBody>
          <a:bodyPr>
            <a:normAutofit lnSpcReduction="10000"/>
          </a:bodyPr>
          <a:lstStyle/>
          <a:p>
            <a:pPr marL="533400" indent="-533400" eaLnBrk="1" hangingPunct="1">
              <a:buFontTx/>
              <a:buNone/>
            </a:pPr>
            <a:r>
              <a:rPr lang="en-US" sz="2800" dirty="0"/>
              <a:t>The nodes of a standing wave occur at </a:t>
            </a:r>
          </a:p>
          <a:p>
            <a:pPr marL="533400" indent="-533400" eaLnBrk="1" hangingPunct="1"/>
            <a:endParaRPr lang="en-US" sz="2800" dirty="0"/>
          </a:p>
          <a:p>
            <a:pPr marL="533400" indent="-533400" eaLnBrk="1" hangingPunct="1"/>
            <a:endParaRPr lang="en-US" sz="2800" dirty="0"/>
          </a:p>
          <a:p>
            <a:pPr marL="533400" indent="-533400" eaLnBrk="1" hangingPunct="1">
              <a:buFontTx/>
              <a:buNone/>
            </a:pPr>
            <a:r>
              <a:rPr lang="en-US" sz="2800" dirty="0"/>
              <a:t>And the antinodes occur at </a:t>
            </a:r>
          </a:p>
          <a:p>
            <a:pPr marL="533400" indent="-533400" eaLnBrk="1" hangingPunct="1">
              <a:buFontTx/>
              <a:buAutoNum type="alphaLcParenR"/>
            </a:pPr>
            <a:r>
              <a:rPr lang="en-US" sz="2800" dirty="0"/>
              <a:t> </a:t>
            </a:r>
          </a:p>
          <a:p>
            <a:pPr marL="533400" indent="-533400" eaLnBrk="1" hangingPunct="1">
              <a:buFontTx/>
              <a:buAutoNum type="alphaLcParenR"/>
            </a:pPr>
            <a:r>
              <a:rPr lang="en-US" sz="2800" dirty="0"/>
              <a:t> </a:t>
            </a:r>
          </a:p>
          <a:p>
            <a:pPr marL="533400" indent="-533400" eaLnBrk="1" hangingPunct="1">
              <a:buFontTx/>
              <a:buAutoNum type="alphaLcParenR"/>
            </a:pPr>
            <a:r>
              <a:rPr lang="en-US" sz="2800" dirty="0"/>
              <a:t> </a:t>
            </a:r>
          </a:p>
          <a:p>
            <a:pPr marL="533400" indent="-533400" eaLnBrk="1" hangingPunct="1">
              <a:buFontTx/>
              <a:buAutoNum type="alphaLcParenR"/>
            </a:pPr>
            <a:r>
              <a:rPr lang="en-US" sz="2800" dirty="0"/>
              <a:t> Wait… none of these is technically correct! (if you choose this answer, be ready to explain why)</a:t>
            </a:r>
          </a:p>
          <a:p>
            <a:pPr marL="533400" indent="-533400" eaLnBrk="1" hangingPunct="1">
              <a:buFontTx/>
              <a:buAutoNum type="alphaLcParenR"/>
            </a:pPr>
            <a:endParaRPr lang="en-US" sz="2800" dirty="0"/>
          </a:p>
        </p:txBody>
      </p:sp>
      <p:graphicFrame>
        <p:nvGraphicFramePr>
          <p:cNvPr id="4098" name="Object 4"/>
          <p:cNvGraphicFramePr>
            <a:graphicFrameLocks noGrp="1" noChangeAspect="1"/>
          </p:cNvGraphicFramePr>
          <p:nvPr>
            <p:ph sz="half" idx="2"/>
          </p:nvPr>
        </p:nvGraphicFramePr>
        <p:xfrm>
          <a:off x="3189288" y="2095500"/>
          <a:ext cx="1295400" cy="1030288"/>
        </p:xfrm>
        <a:graphic>
          <a:graphicData uri="http://schemas.openxmlformats.org/presentationml/2006/ole">
            <mc:AlternateContent xmlns:mc="http://schemas.openxmlformats.org/markup-compatibility/2006">
              <mc:Choice xmlns:v="urn:schemas-microsoft-com:vml" Requires="v">
                <p:oleObj name="Equation" r:id="rId2" imgW="495000" imgH="393480" progId="Equation.3">
                  <p:embed/>
                </p:oleObj>
              </mc:Choice>
              <mc:Fallback>
                <p:oleObj name="Equation" r:id="rId2" imgW="495000" imgH="393480" progId="Equation.3">
                  <p:embed/>
                  <p:pic>
                    <p:nvPicPr>
                      <p:cNvPr id="4098"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89288" y="2095500"/>
                        <a:ext cx="1295400" cy="1030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102" name="Slide Number Placeholder 6"/>
          <p:cNvSpPr>
            <a:spLocks noGrp="1"/>
          </p:cNvSpPr>
          <p:nvPr>
            <p:ph type="sldNum" sz="quarter" idx="12"/>
          </p:nvPr>
        </p:nvSpPr>
        <p:spPr>
          <a:noFill/>
        </p:spPr>
        <p:txBody>
          <a:bodyPr/>
          <a:lstStyle/>
          <a:p>
            <a:fld id="{9E4E1834-F0C5-466A-A3A2-551D77D4B717}" type="slidenum">
              <a:rPr lang="en-US" smtClean="0"/>
              <a:pPr/>
              <a:t>32</a:t>
            </a:fld>
            <a:endParaRPr lang="en-US"/>
          </a:p>
        </p:txBody>
      </p:sp>
      <p:graphicFrame>
        <p:nvGraphicFramePr>
          <p:cNvPr id="4099" name="Object 5"/>
          <p:cNvGraphicFramePr>
            <a:graphicFrameLocks noChangeAspect="1"/>
          </p:cNvGraphicFramePr>
          <p:nvPr/>
        </p:nvGraphicFramePr>
        <p:xfrm>
          <a:off x="1206500" y="3641725"/>
          <a:ext cx="693738" cy="550863"/>
        </p:xfrm>
        <a:graphic>
          <a:graphicData uri="http://schemas.openxmlformats.org/presentationml/2006/ole">
            <mc:AlternateContent xmlns:mc="http://schemas.openxmlformats.org/markup-compatibility/2006">
              <mc:Choice xmlns:v="urn:schemas-microsoft-com:vml" Requires="v">
                <p:oleObj name="Equation" r:id="rId4" imgW="495000" imgH="393480" progId="Equation.3">
                  <p:embed/>
                </p:oleObj>
              </mc:Choice>
              <mc:Fallback>
                <p:oleObj name="Equation" r:id="rId4" imgW="495000" imgH="393480" progId="Equation.3">
                  <p:embed/>
                  <p:pic>
                    <p:nvPicPr>
                      <p:cNvPr id="4099"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06500" y="3641725"/>
                        <a:ext cx="693738" cy="5508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0" name="Object 6"/>
          <p:cNvGraphicFramePr>
            <a:graphicFrameLocks noChangeAspect="1"/>
          </p:cNvGraphicFramePr>
          <p:nvPr/>
        </p:nvGraphicFramePr>
        <p:xfrm>
          <a:off x="1200150" y="4156075"/>
          <a:ext cx="693738" cy="550863"/>
        </p:xfrm>
        <a:graphic>
          <a:graphicData uri="http://schemas.openxmlformats.org/presentationml/2006/ole">
            <mc:AlternateContent xmlns:mc="http://schemas.openxmlformats.org/markup-compatibility/2006">
              <mc:Choice xmlns:v="urn:schemas-microsoft-com:vml" Requires="v">
                <p:oleObj name="Equation" r:id="rId6" imgW="495000" imgH="393480" progId="Equation.3">
                  <p:embed/>
                </p:oleObj>
              </mc:Choice>
              <mc:Fallback>
                <p:oleObj name="Equation" r:id="rId6" imgW="495000" imgH="393480" progId="Equation.3">
                  <p:embed/>
                  <p:pic>
                    <p:nvPicPr>
                      <p:cNvPr id="410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00150" y="4156075"/>
                        <a:ext cx="693738" cy="5508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1" name="Object 7"/>
          <p:cNvGraphicFramePr>
            <a:graphicFrameLocks noChangeAspect="1"/>
          </p:cNvGraphicFramePr>
          <p:nvPr/>
        </p:nvGraphicFramePr>
        <p:xfrm>
          <a:off x="1174750" y="4802188"/>
          <a:ext cx="781050" cy="260350"/>
        </p:xfrm>
        <a:graphic>
          <a:graphicData uri="http://schemas.openxmlformats.org/presentationml/2006/ole">
            <mc:AlternateContent xmlns:mc="http://schemas.openxmlformats.org/markup-compatibility/2006">
              <mc:Choice xmlns:v="urn:schemas-microsoft-com:vml" Requires="v">
                <p:oleObj name="Equation" r:id="rId8" imgW="533160" imgH="177480" progId="Equation.3">
                  <p:embed/>
                </p:oleObj>
              </mc:Choice>
              <mc:Fallback>
                <p:oleObj name="Equation" r:id="rId8" imgW="533160" imgH="177480" progId="Equation.3">
                  <p:embed/>
                  <p:pic>
                    <p:nvPicPr>
                      <p:cNvPr id="4101"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74750" y="4802188"/>
                        <a:ext cx="781050" cy="2603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4593980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305" name="Title 1"/>
          <p:cNvSpPr>
            <a:spLocks noGrp="1"/>
          </p:cNvSpPr>
          <p:nvPr>
            <p:ph type="title"/>
          </p:nvPr>
        </p:nvSpPr>
        <p:spPr/>
        <p:txBody>
          <a:bodyPr>
            <a:normAutofit fontScale="90000"/>
          </a:bodyPr>
          <a:lstStyle/>
          <a:p>
            <a:r>
              <a:rPr lang="en-US" dirty="0"/>
              <a:t>Question 223.6.7 Question 123.23.5</a:t>
            </a:r>
          </a:p>
        </p:txBody>
      </p:sp>
      <p:sp>
        <p:nvSpPr>
          <p:cNvPr id="3" name="Content Placeholder 2"/>
          <p:cNvSpPr>
            <a:spLocks noGrp="1"/>
          </p:cNvSpPr>
          <p:nvPr>
            <p:ph sz="half" idx="1"/>
          </p:nvPr>
        </p:nvSpPr>
        <p:spPr>
          <a:xfrm>
            <a:off x="457200" y="1600200"/>
            <a:ext cx="8081963" cy="2322513"/>
          </a:xfrm>
        </p:spPr>
        <p:txBody>
          <a:bodyPr>
            <a:normAutofit fontScale="92500" lnSpcReduction="10000"/>
          </a:bodyPr>
          <a:lstStyle/>
          <a:p>
            <a:pPr>
              <a:buFontTx/>
              <a:buNone/>
              <a:defRPr/>
            </a:pPr>
            <a:r>
              <a:rPr lang="en-US" sz="2400" dirty="0"/>
              <a:t>I have my trusty ukulele and I have a string experiencing a standing wave. Which frequency corresponds to this wave shown?</a:t>
            </a:r>
          </a:p>
          <a:p>
            <a:pPr marL="514350" indent="-514350">
              <a:buFontTx/>
              <a:buAutoNum type="alphaLcParenR"/>
              <a:defRPr/>
            </a:pPr>
            <a:r>
              <a:rPr lang="en-US" sz="2400" dirty="0"/>
              <a:t>The fundamental</a:t>
            </a:r>
          </a:p>
          <a:p>
            <a:pPr marL="514350" indent="-514350">
              <a:buFontTx/>
              <a:buAutoNum type="alphaLcParenR"/>
              <a:defRPr/>
            </a:pPr>
            <a:r>
              <a:rPr lang="en-US" sz="2400" dirty="0"/>
              <a:t>The second harmonic</a:t>
            </a:r>
          </a:p>
          <a:p>
            <a:pPr marL="514350" indent="-514350">
              <a:buFontTx/>
              <a:buAutoNum type="alphaLcParenR"/>
              <a:defRPr/>
            </a:pPr>
            <a:r>
              <a:rPr lang="en-US" sz="2400" dirty="0"/>
              <a:t>The third harmonic</a:t>
            </a:r>
          </a:p>
          <a:p>
            <a:pPr marL="514350" indent="-514350">
              <a:buFontTx/>
              <a:buAutoNum type="alphaLcParenR"/>
              <a:defRPr/>
            </a:pPr>
            <a:r>
              <a:rPr lang="en-US" sz="2400" dirty="0"/>
              <a:t>The fourth harmonic</a:t>
            </a:r>
          </a:p>
        </p:txBody>
      </p:sp>
      <p:pic>
        <p:nvPicPr>
          <p:cNvPr id="610307" name="Picture 2"/>
          <p:cNvPicPr>
            <a:picLocks noChangeAspect="1" noChangeArrowheads="1"/>
          </p:cNvPicPr>
          <p:nvPr/>
        </p:nvPicPr>
        <p:blipFill>
          <a:blip r:embed="rId2" cstate="print"/>
          <a:srcRect/>
          <a:stretch>
            <a:fillRect/>
          </a:stretch>
        </p:blipFill>
        <p:spPr bwMode="auto">
          <a:xfrm>
            <a:off x="2949575" y="4500563"/>
            <a:ext cx="4521200" cy="1225550"/>
          </a:xfrm>
          <a:prstGeom prst="rect">
            <a:avLst/>
          </a:prstGeom>
          <a:noFill/>
          <a:ln w="9525">
            <a:noFill/>
            <a:miter lim="800000"/>
            <a:headEnd/>
            <a:tailEnd/>
          </a:ln>
        </p:spPr>
      </p:pic>
      <p:sp>
        <p:nvSpPr>
          <p:cNvPr id="7" name="Rectangle 6"/>
          <p:cNvSpPr/>
          <p:nvPr/>
        </p:nvSpPr>
        <p:spPr>
          <a:xfrm>
            <a:off x="7394575" y="5087938"/>
            <a:ext cx="76200" cy="5524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Rectangle 7"/>
          <p:cNvSpPr/>
          <p:nvPr/>
        </p:nvSpPr>
        <p:spPr>
          <a:xfrm>
            <a:off x="2914650" y="5106988"/>
            <a:ext cx="96838" cy="5778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 name="Rectangle 8"/>
          <p:cNvSpPr/>
          <p:nvPr/>
        </p:nvSpPr>
        <p:spPr>
          <a:xfrm>
            <a:off x="1863725" y="5651500"/>
            <a:ext cx="6116638" cy="127000"/>
          </a:xfrm>
          <a:prstGeom prst="rect">
            <a:avLst/>
          </a:prstGeom>
          <a:solidFill>
            <a:srgbClr val="754A2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 name="Rectangle 9"/>
          <p:cNvSpPr/>
          <p:nvPr/>
        </p:nvSpPr>
        <p:spPr>
          <a:xfrm flipV="1">
            <a:off x="1671638" y="5549900"/>
            <a:ext cx="141287" cy="106363"/>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1" name="Straight Connector 10"/>
          <p:cNvCxnSpPr/>
          <p:nvPr/>
        </p:nvCxnSpPr>
        <p:spPr>
          <a:xfrm rot="16200000" flipH="1" flipV="1">
            <a:off x="2141538" y="4716463"/>
            <a:ext cx="422275" cy="122237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endCxn id="7" idx="0"/>
          </p:cNvCxnSpPr>
          <p:nvPr/>
        </p:nvCxnSpPr>
        <p:spPr>
          <a:xfrm rot="16200000" flipV="1">
            <a:off x="7340600" y="5180013"/>
            <a:ext cx="533400" cy="34925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rapezoid 12"/>
          <p:cNvSpPr/>
          <p:nvPr/>
        </p:nvSpPr>
        <p:spPr>
          <a:xfrm rot="5214248">
            <a:off x="5878513" y="4248150"/>
            <a:ext cx="254000" cy="3121025"/>
          </a:xfrm>
          <a:prstGeom prst="trapezoid">
            <a:avLst/>
          </a:prstGeom>
          <a:solidFill>
            <a:srgbClr val="754A2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20"/>
          <p:cNvGrpSpPr>
            <a:grpSpLocks/>
          </p:cNvGrpSpPr>
          <p:nvPr/>
        </p:nvGrpSpPr>
        <p:grpSpPr bwMode="auto">
          <a:xfrm>
            <a:off x="493713" y="5662613"/>
            <a:ext cx="3970337" cy="747712"/>
            <a:chOff x="-1270000" y="4396009"/>
            <a:chExt cx="7518383" cy="1247445"/>
          </a:xfrm>
        </p:grpSpPr>
        <p:grpSp>
          <p:nvGrpSpPr>
            <p:cNvPr id="4" name="Group 12"/>
            <p:cNvGrpSpPr>
              <a:grpSpLocks/>
            </p:cNvGrpSpPr>
            <p:nvPr/>
          </p:nvGrpSpPr>
          <p:grpSpPr bwMode="auto">
            <a:xfrm>
              <a:off x="2980250" y="4402056"/>
              <a:ext cx="3268133" cy="1241398"/>
              <a:chOff x="0" y="4435922"/>
              <a:chExt cx="7124699" cy="1241398"/>
            </a:xfrm>
          </p:grpSpPr>
          <p:sp>
            <p:nvSpPr>
              <p:cNvPr id="27" name="Rectangle 10"/>
              <p:cNvSpPr/>
              <p:nvPr/>
            </p:nvSpPr>
            <p:spPr>
              <a:xfrm>
                <a:off x="974" y="4456359"/>
                <a:ext cx="3755192" cy="1220961"/>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8" name="Rectangle 27"/>
              <p:cNvSpPr/>
              <p:nvPr/>
            </p:nvSpPr>
            <p:spPr>
              <a:xfrm flipH="1">
                <a:off x="3369507" y="4435171"/>
                <a:ext cx="3755192" cy="1220961"/>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3"/>
            <p:cNvGrpSpPr>
              <a:grpSpLocks/>
            </p:cNvGrpSpPr>
            <p:nvPr/>
          </p:nvGrpSpPr>
          <p:grpSpPr bwMode="auto">
            <a:xfrm>
              <a:off x="-1270000" y="4396009"/>
              <a:ext cx="3268133" cy="1225252"/>
              <a:chOff x="0" y="4429875"/>
              <a:chExt cx="7124699" cy="1225252"/>
            </a:xfrm>
          </p:grpSpPr>
          <p:sp>
            <p:nvSpPr>
              <p:cNvPr id="25" name="Rectangle 24"/>
              <p:cNvSpPr/>
              <p:nvPr/>
            </p:nvSpPr>
            <p:spPr>
              <a:xfrm>
                <a:off x="0" y="4429875"/>
                <a:ext cx="3755192"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6" name="Rectangle 25"/>
              <p:cNvSpPr/>
              <p:nvPr/>
            </p:nvSpPr>
            <p:spPr>
              <a:xfrm flipH="1">
                <a:off x="3368533" y="4435172"/>
                <a:ext cx="3755192"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 name="Group 17"/>
            <p:cNvGrpSpPr>
              <a:grpSpLocks/>
            </p:cNvGrpSpPr>
            <p:nvPr/>
          </p:nvGrpSpPr>
          <p:grpSpPr bwMode="auto">
            <a:xfrm>
              <a:off x="1964264" y="4396011"/>
              <a:ext cx="1083732" cy="1225252"/>
              <a:chOff x="0" y="4429875"/>
              <a:chExt cx="7124699" cy="1225252"/>
            </a:xfrm>
          </p:grpSpPr>
          <p:sp>
            <p:nvSpPr>
              <p:cNvPr id="23" name="Rectangle 18"/>
              <p:cNvSpPr/>
              <p:nvPr/>
            </p:nvSpPr>
            <p:spPr>
              <a:xfrm>
                <a:off x="2328" y="4429873"/>
                <a:ext cx="3754995"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4" name="Rectangle 23"/>
              <p:cNvSpPr/>
              <p:nvPr/>
            </p:nvSpPr>
            <p:spPr>
              <a:xfrm flipH="1">
                <a:off x="3362060" y="4435170"/>
                <a:ext cx="3754995" cy="1220959"/>
              </a:xfrm>
              <a:prstGeom prst="rect">
                <a:avLst/>
              </a:prstGeom>
              <a:gradFill flip="none" rotWithShape="1">
                <a:gsLst>
                  <a:gs pos="0">
                    <a:srgbClr val="D6B19C"/>
                  </a:gs>
                  <a:gs pos="30000">
                    <a:srgbClr val="D49E6C"/>
                  </a:gs>
                  <a:gs pos="70000">
                    <a:srgbClr val="A65528"/>
                  </a:gs>
                  <a:gs pos="100000">
                    <a:srgbClr val="663012"/>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sp>
        <p:nvSpPr>
          <p:cNvPr id="15" name="Rectangle 14"/>
          <p:cNvSpPr/>
          <p:nvPr/>
        </p:nvSpPr>
        <p:spPr>
          <a:xfrm>
            <a:off x="7521575" y="5645150"/>
            <a:ext cx="1028700" cy="173038"/>
          </a:xfrm>
          <a:prstGeom prst="rect">
            <a:avLst/>
          </a:prstGeom>
          <a:solidFill>
            <a:srgbClr val="754A2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 name="Oval 15"/>
          <p:cNvSpPr/>
          <p:nvPr/>
        </p:nvSpPr>
        <p:spPr>
          <a:xfrm>
            <a:off x="7762875" y="5676900"/>
            <a:ext cx="177800" cy="131763"/>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Rectangle 16"/>
          <p:cNvSpPr/>
          <p:nvPr/>
        </p:nvSpPr>
        <p:spPr>
          <a:xfrm>
            <a:off x="7623175" y="5726113"/>
            <a:ext cx="431800" cy="28575"/>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Oval 17"/>
          <p:cNvSpPr/>
          <p:nvPr/>
        </p:nvSpPr>
        <p:spPr>
          <a:xfrm>
            <a:off x="8296275" y="5676900"/>
            <a:ext cx="177800" cy="131763"/>
          </a:xfrm>
          <a:prstGeom prst="ellipse">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 name="Rectangle 18"/>
          <p:cNvSpPr/>
          <p:nvPr/>
        </p:nvSpPr>
        <p:spPr>
          <a:xfrm>
            <a:off x="8156575" y="5726113"/>
            <a:ext cx="431800" cy="28575"/>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2239257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1" name="Rectangle 2"/>
          <p:cNvSpPr>
            <a:spLocks noGrp="1" noChangeArrowheads="1"/>
          </p:cNvSpPr>
          <p:nvPr>
            <p:ph type="title"/>
          </p:nvPr>
        </p:nvSpPr>
        <p:spPr/>
        <p:txBody>
          <a:bodyPr>
            <a:normAutofit fontScale="90000"/>
          </a:bodyPr>
          <a:lstStyle/>
          <a:p>
            <a:r>
              <a:rPr lang="en-US" dirty="0"/>
              <a:t>Question 223.6.8 Question 123.23.5</a:t>
            </a:r>
          </a:p>
        </p:txBody>
      </p:sp>
      <p:sp>
        <p:nvSpPr>
          <p:cNvPr id="73732" name="Rectangle 3"/>
          <p:cNvSpPr>
            <a:spLocks noGrp="1" noChangeArrowheads="1"/>
          </p:cNvSpPr>
          <p:nvPr>
            <p:ph idx="1"/>
          </p:nvPr>
        </p:nvSpPr>
        <p:spPr>
          <a:xfrm>
            <a:off x="443753" y="1201271"/>
            <a:ext cx="8229600" cy="4525963"/>
          </a:xfrm>
        </p:spPr>
        <p:txBody>
          <a:bodyPr>
            <a:normAutofit/>
          </a:bodyPr>
          <a:lstStyle/>
          <a:p>
            <a:pPr marL="609600" indent="-609600" eaLnBrk="1" hangingPunct="1">
              <a:buNone/>
            </a:pPr>
            <a:r>
              <a:rPr lang="en-US" sz="2400" dirty="0"/>
              <a:t>A string is clamped at both ends and plucked so it vibrates in a standing mode between two extreme positions a and b. Let upward motion correspond to positive velocities. The graph below is a collection of snapshot graphs (piled on top of each other). When the string is in position c, the instantaneous velocity of points along the string: </a:t>
            </a:r>
          </a:p>
          <a:p>
            <a:pPr marL="457200" lvl="1" indent="0">
              <a:buNone/>
            </a:pPr>
            <a:r>
              <a:rPr lang="en-US" sz="2400" dirty="0"/>
              <a:t>a)  is zero everywhere. 		c) is negative everywhere. </a:t>
            </a:r>
          </a:p>
          <a:p>
            <a:pPr marL="457200" lvl="1" indent="0" eaLnBrk="1" hangingPunct="1">
              <a:buNone/>
            </a:pPr>
            <a:r>
              <a:rPr lang="en-US" sz="2400" dirty="0"/>
              <a:t>b)  is positive everywhere.             d) depends on x-position. </a:t>
            </a:r>
          </a:p>
          <a:p>
            <a:pPr marL="609600" indent="-609600" eaLnBrk="1" hangingPunct="1"/>
            <a:endParaRPr lang="en-US" sz="2400" dirty="0"/>
          </a:p>
        </p:txBody>
      </p:sp>
      <p:sp>
        <p:nvSpPr>
          <p:cNvPr id="73730" name="Slide Number Placeholder 5"/>
          <p:cNvSpPr>
            <a:spLocks noGrp="1"/>
          </p:cNvSpPr>
          <p:nvPr>
            <p:ph type="sldNum" sz="quarter" idx="12"/>
          </p:nvPr>
        </p:nvSpPr>
        <p:spPr>
          <a:xfrm>
            <a:off x="6553200" y="6168092"/>
            <a:ext cx="2133600" cy="365125"/>
          </a:xfrm>
          <a:noFill/>
        </p:spPr>
        <p:txBody>
          <a:bodyPr/>
          <a:lstStyle/>
          <a:p>
            <a:fld id="{092CA3B0-A2DE-4492-9A73-463B02B07501}" type="slidenum">
              <a:rPr lang="en-US" smtClean="0"/>
              <a:pPr/>
              <a:t>34</a:t>
            </a:fld>
            <a:endParaRPr lang="en-US" dirty="0"/>
          </a:p>
        </p:txBody>
      </p:sp>
      <p:grpSp>
        <p:nvGrpSpPr>
          <p:cNvPr id="13" name="Group 12"/>
          <p:cNvGrpSpPr/>
          <p:nvPr/>
        </p:nvGrpSpPr>
        <p:grpSpPr>
          <a:xfrm>
            <a:off x="569259" y="4482353"/>
            <a:ext cx="8341128" cy="2375647"/>
            <a:chOff x="569259" y="4482353"/>
            <a:chExt cx="8341128" cy="2375647"/>
          </a:xfrm>
        </p:grpSpPr>
        <p:cxnSp>
          <p:nvCxnSpPr>
            <p:cNvPr id="3" name="Straight Connector 2"/>
            <p:cNvCxnSpPr/>
            <p:nvPr/>
          </p:nvCxnSpPr>
          <p:spPr>
            <a:xfrm>
              <a:off x="914400" y="5728448"/>
              <a:ext cx="7543800" cy="0"/>
            </a:xfrm>
            <a:prstGeom prst="line">
              <a:avLst/>
            </a:prstGeom>
            <a:ln w="28575"/>
          </p:spPr>
          <p:style>
            <a:lnRef idx="1">
              <a:schemeClr val="accent1"/>
            </a:lnRef>
            <a:fillRef idx="0">
              <a:schemeClr val="accent1"/>
            </a:fillRef>
            <a:effectRef idx="0">
              <a:schemeClr val="accent1"/>
            </a:effectRef>
            <a:fontRef idx="minor">
              <a:schemeClr val="tx1"/>
            </a:fontRef>
          </p:style>
        </p:cxnSp>
        <p:grpSp>
          <p:nvGrpSpPr>
            <p:cNvPr id="8" name="Group 7"/>
            <p:cNvGrpSpPr/>
            <p:nvPr/>
          </p:nvGrpSpPr>
          <p:grpSpPr>
            <a:xfrm>
              <a:off x="914400" y="4854389"/>
              <a:ext cx="7530353" cy="1729560"/>
              <a:chOff x="914400" y="5042647"/>
              <a:chExt cx="7530353" cy="1729560"/>
            </a:xfrm>
          </p:grpSpPr>
          <p:sp>
            <p:nvSpPr>
              <p:cNvPr id="5" name="Freeform 4"/>
              <p:cNvSpPr/>
              <p:nvPr/>
            </p:nvSpPr>
            <p:spPr>
              <a:xfrm>
                <a:off x="914400" y="5042647"/>
                <a:ext cx="7530353" cy="172956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13"/>
              <p:cNvSpPr/>
              <p:nvPr/>
            </p:nvSpPr>
            <p:spPr>
              <a:xfrm>
                <a:off x="914400" y="5334000"/>
                <a:ext cx="7530353" cy="11430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p:cNvSpPr/>
              <p:nvPr/>
            </p:nvSpPr>
            <p:spPr>
              <a:xfrm>
                <a:off x="914400" y="5562600"/>
                <a:ext cx="7530353" cy="6858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p:cNvGrpSpPr/>
            <p:nvPr/>
          </p:nvGrpSpPr>
          <p:grpSpPr>
            <a:xfrm flipV="1">
              <a:off x="932330" y="4872318"/>
              <a:ext cx="7530353" cy="1729560"/>
              <a:chOff x="914400" y="5042647"/>
              <a:chExt cx="7530353" cy="1729560"/>
            </a:xfrm>
          </p:grpSpPr>
          <p:sp>
            <p:nvSpPr>
              <p:cNvPr id="24" name="Freeform 23"/>
              <p:cNvSpPr/>
              <p:nvPr/>
            </p:nvSpPr>
            <p:spPr>
              <a:xfrm>
                <a:off x="914400" y="5042647"/>
                <a:ext cx="7530353" cy="172956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914400" y="5334000"/>
                <a:ext cx="7530353" cy="11430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a:off x="914400" y="5562600"/>
                <a:ext cx="7530353" cy="6858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7" name="Straight Connector 26"/>
            <p:cNvCxnSpPr/>
            <p:nvPr/>
          </p:nvCxnSpPr>
          <p:spPr>
            <a:xfrm flipV="1">
              <a:off x="932330" y="5728447"/>
              <a:ext cx="7821705" cy="4484"/>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592671" y="5755341"/>
              <a:ext cx="317716" cy="461665"/>
            </a:xfrm>
            <a:prstGeom prst="rect">
              <a:avLst/>
            </a:prstGeom>
            <a:noFill/>
          </p:spPr>
          <p:txBody>
            <a:bodyPr wrap="none" rtlCol="0">
              <a:spAutoFit/>
            </a:bodyPr>
            <a:lstStyle/>
            <a:p>
              <a:r>
                <a:rPr lang="en-US" sz="2400" dirty="0"/>
                <a:t>x</a:t>
              </a:r>
            </a:p>
          </p:txBody>
        </p:sp>
        <p:cxnSp>
          <p:nvCxnSpPr>
            <p:cNvPr id="30" name="Straight Connector 29"/>
            <p:cNvCxnSpPr/>
            <p:nvPr/>
          </p:nvCxnSpPr>
          <p:spPr>
            <a:xfrm flipV="1">
              <a:off x="896471" y="4719918"/>
              <a:ext cx="4482" cy="1972236"/>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569259" y="4482353"/>
              <a:ext cx="324128" cy="461665"/>
            </a:xfrm>
            <a:prstGeom prst="rect">
              <a:avLst/>
            </a:prstGeom>
            <a:noFill/>
          </p:spPr>
          <p:txBody>
            <a:bodyPr wrap="none" rtlCol="0">
              <a:spAutoFit/>
            </a:bodyPr>
            <a:lstStyle/>
            <a:p>
              <a:r>
                <a:rPr lang="en-US" sz="2400" dirty="0"/>
                <a:t>y</a:t>
              </a:r>
            </a:p>
          </p:txBody>
        </p:sp>
        <p:sp>
          <p:nvSpPr>
            <p:cNvPr id="73735" name="Text Box 6"/>
            <p:cNvSpPr txBox="1">
              <a:spLocks noChangeArrowheads="1"/>
            </p:cNvSpPr>
            <p:nvPr/>
          </p:nvSpPr>
          <p:spPr bwMode="auto">
            <a:xfrm>
              <a:off x="4521763" y="4558554"/>
              <a:ext cx="362600"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a</a:t>
              </a:r>
            </a:p>
          </p:txBody>
        </p:sp>
        <p:sp>
          <p:nvSpPr>
            <p:cNvPr id="73736" name="Text Box 7"/>
            <p:cNvSpPr txBox="1">
              <a:spLocks noChangeArrowheads="1"/>
            </p:cNvSpPr>
            <p:nvPr/>
          </p:nvSpPr>
          <p:spPr bwMode="auto">
            <a:xfrm>
              <a:off x="4495980" y="5439710"/>
              <a:ext cx="335348"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c</a:t>
              </a:r>
            </a:p>
          </p:txBody>
        </p:sp>
        <p:sp>
          <p:nvSpPr>
            <p:cNvPr id="73734" name="Text Box 5"/>
            <p:cNvSpPr txBox="1">
              <a:spLocks noChangeArrowheads="1"/>
            </p:cNvSpPr>
            <p:nvPr/>
          </p:nvSpPr>
          <p:spPr bwMode="auto">
            <a:xfrm>
              <a:off x="4506659" y="6334780"/>
              <a:ext cx="377027"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b</a:t>
              </a:r>
            </a:p>
          </p:txBody>
        </p:sp>
      </p:grpSp>
    </p:spTree>
    <p:extLst>
      <p:ext uri="{BB962C8B-B14F-4D97-AF65-F5344CB8AC3E}">
        <p14:creationId xmlns:p14="http://schemas.microsoft.com/office/powerpoint/2010/main" val="27037669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5" name="Rectangle 2"/>
          <p:cNvSpPr>
            <a:spLocks noGrp="1" noChangeArrowheads="1"/>
          </p:cNvSpPr>
          <p:nvPr>
            <p:ph type="title"/>
          </p:nvPr>
        </p:nvSpPr>
        <p:spPr/>
        <p:txBody>
          <a:bodyPr/>
          <a:lstStyle/>
          <a:p>
            <a:pPr eaLnBrk="1" hangingPunct="1"/>
            <a:r>
              <a:rPr lang="en-US" i="1"/>
              <a:t>Answer</a:t>
            </a:r>
          </a:p>
        </p:txBody>
      </p:sp>
      <p:sp>
        <p:nvSpPr>
          <p:cNvPr id="74756" name="Rectangle 3"/>
          <p:cNvSpPr>
            <a:spLocks noGrp="1" noChangeArrowheads="1"/>
          </p:cNvSpPr>
          <p:nvPr>
            <p:ph idx="1"/>
          </p:nvPr>
        </p:nvSpPr>
        <p:spPr/>
        <p:txBody>
          <a:bodyPr/>
          <a:lstStyle/>
          <a:p>
            <a:pPr eaLnBrk="1" hangingPunct="1"/>
            <a:r>
              <a:rPr lang="en-US" sz="2400"/>
              <a:t>D). </a:t>
            </a:r>
          </a:p>
        </p:txBody>
      </p:sp>
      <p:sp>
        <p:nvSpPr>
          <p:cNvPr id="74754" name="Slide Number Placeholder 5"/>
          <p:cNvSpPr>
            <a:spLocks noGrp="1"/>
          </p:cNvSpPr>
          <p:nvPr>
            <p:ph type="sldNum" sz="quarter" idx="12"/>
          </p:nvPr>
        </p:nvSpPr>
        <p:spPr>
          <a:noFill/>
        </p:spPr>
        <p:txBody>
          <a:bodyPr/>
          <a:lstStyle/>
          <a:p>
            <a:fld id="{1D6ACD63-D400-4710-ADF9-C189F24BB073}" type="slidenum">
              <a:rPr lang="en-US" smtClean="0"/>
              <a:pPr/>
              <a:t>35</a:t>
            </a:fld>
            <a:endParaRPr lang="en-US"/>
          </a:p>
        </p:txBody>
      </p:sp>
      <p:pic>
        <p:nvPicPr>
          <p:cNvPr id="74757" name="Picture 4"/>
          <p:cNvPicPr>
            <a:picLocks noChangeAspect="1" noChangeArrowheads="1"/>
          </p:cNvPicPr>
          <p:nvPr/>
        </p:nvPicPr>
        <p:blipFill>
          <a:blip r:embed="rId2" cstate="print"/>
          <a:srcRect/>
          <a:stretch>
            <a:fillRect/>
          </a:stretch>
        </p:blipFill>
        <p:spPr bwMode="auto">
          <a:xfrm>
            <a:off x="2219325" y="1668463"/>
            <a:ext cx="5349875" cy="3878262"/>
          </a:xfrm>
          <a:prstGeom prst="rect">
            <a:avLst/>
          </a:prstGeom>
          <a:noFill/>
          <a:ln w="9525">
            <a:noFill/>
            <a:miter lim="800000"/>
            <a:headEnd/>
            <a:tailEnd/>
          </a:ln>
        </p:spPr>
      </p:pic>
      <p:sp>
        <p:nvSpPr>
          <p:cNvPr id="74758" name="Text Box 5"/>
          <p:cNvSpPr txBox="1">
            <a:spLocks noChangeArrowheads="1"/>
          </p:cNvSpPr>
          <p:nvPr/>
        </p:nvSpPr>
        <p:spPr bwMode="auto">
          <a:xfrm>
            <a:off x="2944813" y="1620838"/>
            <a:ext cx="354012" cy="396875"/>
          </a:xfrm>
          <a:prstGeom prst="rect">
            <a:avLst/>
          </a:prstGeom>
          <a:solidFill>
            <a:schemeClr val="bg1"/>
          </a:solidFill>
          <a:ln w="9525" algn="ctr">
            <a:noFill/>
            <a:miter lim="800000"/>
            <a:headEnd/>
            <a:tailEnd/>
          </a:ln>
        </p:spPr>
        <p:txBody>
          <a:bodyPr wrap="none">
            <a:spAutoFit/>
          </a:bodyPr>
          <a:lstStyle/>
          <a:p>
            <a:pPr algn="ctr"/>
            <a:r>
              <a:rPr lang="en-US" sz="2000"/>
              <a:t>P</a:t>
            </a:r>
          </a:p>
        </p:txBody>
      </p:sp>
      <p:sp>
        <p:nvSpPr>
          <p:cNvPr id="74759" name="Text Box 6"/>
          <p:cNvSpPr txBox="1">
            <a:spLocks noChangeArrowheads="1"/>
          </p:cNvSpPr>
          <p:nvPr/>
        </p:nvSpPr>
        <p:spPr bwMode="auto">
          <a:xfrm>
            <a:off x="3876675" y="1871663"/>
            <a:ext cx="376238" cy="396875"/>
          </a:xfrm>
          <a:prstGeom prst="rect">
            <a:avLst/>
          </a:prstGeom>
          <a:solidFill>
            <a:schemeClr val="bg1"/>
          </a:solidFill>
          <a:ln w="9525" algn="ctr">
            <a:noFill/>
            <a:miter lim="800000"/>
            <a:headEnd/>
            <a:tailEnd/>
          </a:ln>
        </p:spPr>
        <p:txBody>
          <a:bodyPr>
            <a:spAutoFit/>
          </a:bodyPr>
          <a:lstStyle/>
          <a:p>
            <a:pPr algn="ctr"/>
            <a:r>
              <a:rPr lang="en-US" sz="2000"/>
              <a:t>Q</a:t>
            </a:r>
          </a:p>
        </p:txBody>
      </p:sp>
      <p:sp>
        <p:nvSpPr>
          <p:cNvPr id="74760" name="Text Box 7"/>
          <p:cNvSpPr txBox="1">
            <a:spLocks noChangeArrowheads="1"/>
          </p:cNvSpPr>
          <p:nvPr/>
        </p:nvSpPr>
        <p:spPr bwMode="auto">
          <a:xfrm>
            <a:off x="4775200" y="1716088"/>
            <a:ext cx="368300" cy="396875"/>
          </a:xfrm>
          <a:prstGeom prst="rect">
            <a:avLst/>
          </a:prstGeom>
          <a:solidFill>
            <a:schemeClr val="bg1"/>
          </a:solidFill>
          <a:ln w="9525" algn="ctr">
            <a:noFill/>
            <a:miter lim="800000"/>
            <a:headEnd/>
            <a:tailEnd/>
          </a:ln>
        </p:spPr>
        <p:txBody>
          <a:bodyPr wrap="none">
            <a:spAutoFit/>
          </a:bodyPr>
          <a:lstStyle/>
          <a:p>
            <a:pPr algn="ctr"/>
            <a:r>
              <a:rPr lang="en-US" sz="2000"/>
              <a:t>R</a:t>
            </a:r>
          </a:p>
        </p:txBody>
      </p:sp>
    </p:spTree>
    <p:extLst>
      <p:ext uri="{BB962C8B-B14F-4D97-AF65-F5344CB8AC3E}">
        <p14:creationId xmlns:p14="http://schemas.microsoft.com/office/powerpoint/2010/main" val="13494522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9" name="Rectangle 2"/>
          <p:cNvSpPr>
            <a:spLocks noGrp="1" noChangeArrowheads="1"/>
          </p:cNvSpPr>
          <p:nvPr>
            <p:ph type="title"/>
          </p:nvPr>
        </p:nvSpPr>
        <p:spPr/>
        <p:txBody>
          <a:bodyPr>
            <a:normAutofit fontScale="90000"/>
          </a:bodyPr>
          <a:lstStyle/>
          <a:p>
            <a:r>
              <a:rPr lang="en-US" dirty="0"/>
              <a:t>Question 223.6.9 Question 123.23.6</a:t>
            </a:r>
          </a:p>
        </p:txBody>
      </p:sp>
      <p:sp>
        <p:nvSpPr>
          <p:cNvPr id="75778" name="Slide Number Placeholder 5"/>
          <p:cNvSpPr>
            <a:spLocks noGrp="1"/>
          </p:cNvSpPr>
          <p:nvPr>
            <p:ph type="sldNum" sz="quarter" idx="12"/>
          </p:nvPr>
        </p:nvSpPr>
        <p:spPr>
          <a:xfrm>
            <a:off x="6553200" y="6342903"/>
            <a:ext cx="2133600" cy="365125"/>
          </a:xfrm>
          <a:noFill/>
        </p:spPr>
        <p:txBody>
          <a:bodyPr/>
          <a:lstStyle/>
          <a:p>
            <a:fld id="{5FEA972B-8BE5-4637-ACF8-267861039C8F}" type="slidenum">
              <a:rPr lang="en-US" smtClean="0"/>
              <a:pPr/>
              <a:t>36</a:t>
            </a:fld>
            <a:endParaRPr lang="en-US"/>
          </a:p>
        </p:txBody>
      </p:sp>
      <p:grpSp>
        <p:nvGrpSpPr>
          <p:cNvPr id="9" name="Group 8"/>
          <p:cNvGrpSpPr/>
          <p:nvPr/>
        </p:nvGrpSpPr>
        <p:grpSpPr>
          <a:xfrm>
            <a:off x="569259" y="4361330"/>
            <a:ext cx="8341128" cy="2375647"/>
            <a:chOff x="569259" y="4482353"/>
            <a:chExt cx="8341128" cy="2375647"/>
          </a:xfrm>
        </p:grpSpPr>
        <p:cxnSp>
          <p:nvCxnSpPr>
            <p:cNvPr id="10" name="Straight Connector 9"/>
            <p:cNvCxnSpPr/>
            <p:nvPr/>
          </p:nvCxnSpPr>
          <p:spPr>
            <a:xfrm>
              <a:off x="914400" y="5728448"/>
              <a:ext cx="7543800" cy="0"/>
            </a:xfrm>
            <a:prstGeom prst="line">
              <a:avLst/>
            </a:prstGeom>
            <a:ln w="28575"/>
          </p:spPr>
          <p:style>
            <a:lnRef idx="1">
              <a:schemeClr val="accent1"/>
            </a:lnRef>
            <a:fillRef idx="0">
              <a:schemeClr val="accent1"/>
            </a:fillRef>
            <a:effectRef idx="0">
              <a:schemeClr val="accent1"/>
            </a:effectRef>
            <a:fontRef idx="minor">
              <a:schemeClr val="tx1"/>
            </a:fontRef>
          </p:style>
        </p:cxnSp>
        <p:grpSp>
          <p:nvGrpSpPr>
            <p:cNvPr id="11" name="Group 10"/>
            <p:cNvGrpSpPr/>
            <p:nvPr/>
          </p:nvGrpSpPr>
          <p:grpSpPr>
            <a:xfrm>
              <a:off x="914400" y="4854389"/>
              <a:ext cx="7530353" cy="1729560"/>
              <a:chOff x="914400" y="5042647"/>
              <a:chExt cx="7530353" cy="1729560"/>
            </a:xfrm>
          </p:grpSpPr>
          <p:sp>
            <p:nvSpPr>
              <p:cNvPr id="23" name="Freeform 22"/>
              <p:cNvSpPr/>
              <p:nvPr/>
            </p:nvSpPr>
            <p:spPr>
              <a:xfrm>
                <a:off x="914400" y="5042647"/>
                <a:ext cx="7530353" cy="172956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914400" y="5334000"/>
                <a:ext cx="7530353" cy="11430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914400" y="5562600"/>
                <a:ext cx="7530353" cy="6858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p:cNvGrpSpPr/>
            <p:nvPr/>
          </p:nvGrpSpPr>
          <p:grpSpPr>
            <a:xfrm flipV="1">
              <a:off x="932330" y="4872318"/>
              <a:ext cx="7530353" cy="1729560"/>
              <a:chOff x="914400" y="5042647"/>
              <a:chExt cx="7530353" cy="1729560"/>
            </a:xfrm>
          </p:grpSpPr>
          <p:sp>
            <p:nvSpPr>
              <p:cNvPr id="20" name="Freeform 19"/>
              <p:cNvSpPr/>
              <p:nvPr/>
            </p:nvSpPr>
            <p:spPr>
              <a:xfrm>
                <a:off x="914400" y="5042647"/>
                <a:ext cx="7530353" cy="172956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914400" y="5334000"/>
                <a:ext cx="7530353" cy="11430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a:off x="914400" y="5562600"/>
                <a:ext cx="7530353" cy="685800"/>
              </a:xfrm>
              <a:custGeom>
                <a:avLst/>
                <a:gdLst>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20356 h 1513734"/>
                  <a:gd name="connsiteX1" fmla="*/ 1331259 w 7530353"/>
                  <a:gd name="connsiteY1" fmla="*/ 34556 h 1513734"/>
                  <a:gd name="connsiteX2" fmla="*/ 3751729 w 7530353"/>
                  <a:gd name="connsiteY2" fmla="*/ 1513732 h 1513734"/>
                  <a:gd name="connsiteX3" fmla="*/ 6266329 w 7530353"/>
                  <a:gd name="connsiteY3" fmla="*/ 21109 h 1513734"/>
                  <a:gd name="connsiteX4" fmla="*/ 7530353 w 7530353"/>
                  <a:gd name="connsiteY4" fmla="*/ 774144 h 1513734"/>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 name="connsiteX0" fmla="*/ 0 w 7530353"/>
                  <a:gd name="connsiteY0" fmla="*/ 703100 h 1496478"/>
                  <a:gd name="connsiteX1" fmla="*/ 1331259 w 7530353"/>
                  <a:gd name="connsiteY1" fmla="*/ 17300 h 1496478"/>
                  <a:gd name="connsiteX2" fmla="*/ 3751729 w 7530353"/>
                  <a:gd name="connsiteY2" fmla="*/ 1496476 h 1496478"/>
                  <a:gd name="connsiteX3" fmla="*/ 6266329 w 7530353"/>
                  <a:gd name="connsiteY3" fmla="*/ 3853 h 1496478"/>
                  <a:gd name="connsiteX4" fmla="*/ 7530353 w 7530353"/>
                  <a:gd name="connsiteY4" fmla="*/ 756888 h 14964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30353" h="1496478">
                    <a:moveTo>
                      <a:pt x="0" y="703100"/>
                    </a:moveTo>
                    <a:cubicBezTo>
                      <a:pt x="164727" y="616814"/>
                      <a:pt x="531160" y="59883"/>
                      <a:pt x="1331259" y="17300"/>
                    </a:cubicBezTo>
                    <a:cubicBezTo>
                      <a:pt x="2131358" y="-25283"/>
                      <a:pt x="2929217" y="1498717"/>
                      <a:pt x="3751729" y="1496476"/>
                    </a:cubicBezTo>
                    <a:cubicBezTo>
                      <a:pt x="4574241" y="1494235"/>
                      <a:pt x="5488640" y="-88035"/>
                      <a:pt x="6266329" y="3853"/>
                    </a:cubicBezTo>
                    <a:cubicBezTo>
                      <a:pt x="7044018" y="95741"/>
                      <a:pt x="7280461" y="601126"/>
                      <a:pt x="7530353" y="75688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3" name="Straight Connector 12"/>
            <p:cNvCxnSpPr/>
            <p:nvPr/>
          </p:nvCxnSpPr>
          <p:spPr>
            <a:xfrm flipV="1">
              <a:off x="932330" y="5728447"/>
              <a:ext cx="7821705" cy="4484"/>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592671" y="5755341"/>
              <a:ext cx="317716" cy="461665"/>
            </a:xfrm>
            <a:prstGeom prst="rect">
              <a:avLst/>
            </a:prstGeom>
            <a:noFill/>
          </p:spPr>
          <p:txBody>
            <a:bodyPr wrap="none" rtlCol="0">
              <a:spAutoFit/>
            </a:bodyPr>
            <a:lstStyle/>
            <a:p>
              <a:r>
                <a:rPr lang="en-US" sz="2400" dirty="0"/>
                <a:t>x</a:t>
              </a:r>
            </a:p>
          </p:txBody>
        </p:sp>
        <p:cxnSp>
          <p:nvCxnSpPr>
            <p:cNvPr id="15" name="Straight Connector 14"/>
            <p:cNvCxnSpPr/>
            <p:nvPr/>
          </p:nvCxnSpPr>
          <p:spPr>
            <a:xfrm flipV="1">
              <a:off x="896471" y="4719918"/>
              <a:ext cx="4482" cy="1972236"/>
            </a:xfrm>
            <a:prstGeom prst="line">
              <a:avLst/>
            </a:prstGeom>
            <a:ln w="2857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69259" y="4482353"/>
              <a:ext cx="324128" cy="461665"/>
            </a:xfrm>
            <a:prstGeom prst="rect">
              <a:avLst/>
            </a:prstGeom>
            <a:noFill/>
          </p:spPr>
          <p:txBody>
            <a:bodyPr wrap="none" rtlCol="0">
              <a:spAutoFit/>
            </a:bodyPr>
            <a:lstStyle/>
            <a:p>
              <a:r>
                <a:rPr lang="en-US" sz="2400" dirty="0"/>
                <a:t>y</a:t>
              </a:r>
            </a:p>
          </p:txBody>
        </p:sp>
        <p:sp>
          <p:nvSpPr>
            <p:cNvPr id="17" name="Text Box 6"/>
            <p:cNvSpPr txBox="1">
              <a:spLocks noChangeArrowheads="1"/>
            </p:cNvSpPr>
            <p:nvPr/>
          </p:nvSpPr>
          <p:spPr bwMode="auto">
            <a:xfrm>
              <a:off x="4521763" y="4558554"/>
              <a:ext cx="362600"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a</a:t>
              </a:r>
            </a:p>
          </p:txBody>
        </p:sp>
        <p:sp>
          <p:nvSpPr>
            <p:cNvPr id="18" name="Text Box 7"/>
            <p:cNvSpPr txBox="1">
              <a:spLocks noChangeArrowheads="1"/>
            </p:cNvSpPr>
            <p:nvPr/>
          </p:nvSpPr>
          <p:spPr bwMode="auto">
            <a:xfrm>
              <a:off x="4495980" y="5439710"/>
              <a:ext cx="335348"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c</a:t>
              </a:r>
            </a:p>
          </p:txBody>
        </p:sp>
        <p:sp>
          <p:nvSpPr>
            <p:cNvPr id="19" name="Text Box 5"/>
            <p:cNvSpPr txBox="1">
              <a:spLocks noChangeArrowheads="1"/>
            </p:cNvSpPr>
            <p:nvPr/>
          </p:nvSpPr>
          <p:spPr bwMode="auto">
            <a:xfrm>
              <a:off x="4506659" y="6334780"/>
              <a:ext cx="377027" cy="523220"/>
            </a:xfrm>
            <a:prstGeom prst="rect">
              <a:avLst/>
            </a:prstGeom>
            <a:solidFill>
              <a:schemeClr val="bg1"/>
            </a:solidFill>
            <a:ln w="9525" algn="ctr">
              <a:noFill/>
              <a:miter lim="800000"/>
              <a:headEnd/>
              <a:tailEnd/>
            </a:ln>
          </p:spPr>
          <p:txBody>
            <a:bodyPr wrap="none">
              <a:spAutoFit/>
            </a:bodyPr>
            <a:lstStyle/>
            <a:p>
              <a:pPr algn="ctr"/>
              <a:r>
                <a:rPr lang="en-US" sz="2800" b="1" dirty="0">
                  <a:solidFill>
                    <a:srgbClr val="FF0000"/>
                  </a:solidFill>
                </a:rPr>
                <a:t>b</a:t>
              </a:r>
            </a:p>
          </p:txBody>
        </p:sp>
      </p:grpSp>
      <p:sp>
        <p:nvSpPr>
          <p:cNvPr id="27" name="Rectangle 3"/>
          <p:cNvSpPr txBox="1">
            <a:spLocks noChangeArrowheads="1"/>
          </p:cNvSpPr>
          <p:nvPr/>
        </p:nvSpPr>
        <p:spPr>
          <a:xfrm>
            <a:off x="578224" y="1053354"/>
            <a:ext cx="8229600" cy="4525963"/>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609600" indent="-609600">
              <a:buFont typeface="Arial" pitchFamily="34" charset="0"/>
              <a:buNone/>
            </a:pPr>
            <a:r>
              <a:rPr lang="en-US" sz="2400" dirty="0"/>
              <a:t>A string is clamped at both ends and plucked so it vibrates in a standing mode between two extreme positions a and b. Let upward motion correspond to positive velocities. The graph below is a collection of snapshot graphs (piled on top of each other). When the string is in position b, the instantaneous velocity of points along the string: </a:t>
            </a:r>
          </a:p>
          <a:p>
            <a:pPr marL="457200" lvl="1" indent="0">
              <a:buFont typeface="Arial" pitchFamily="34" charset="0"/>
              <a:buNone/>
            </a:pPr>
            <a:r>
              <a:rPr lang="en-US" sz="2400" dirty="0"/>
              <a:t>a)  is zero everywhere. 		c) is negative everywhere. </a:t>
            </a:r>
          </a:p>
          <a:p>
            <a:pPr marL="457200" lvl="1" indent="0">
              <a:buFont typeface="Arial" pitchFamily="34" charset="0"/>
              <a:buNone/>
            </a:pPr>
            <a:r>
              <a:rPr lang="en-US" sz="2400" dirty="0"/>
              <a:t>b)  is positive everywhere.             d) depends on x-position. </a:t>
            </a:r>
          </a:p>
          <a:p>
            <a:pPr marL="609600" indent="-609600"/>
            <a:endParaRPr lang="en-US" sz="2400" dirty="0"/>
          </a:p>
        </p:txBody>
      </p:sp>
    </p:spTree>
    <p:extLst>
      <p:ext uri="{BB962C8B-B14F-4D97-AF65-F5344CB8AC3E}">
        <p14:creationId xmlns:p14="http://schemas.microsoft.com/office/powerpoint/2010/main" val="5596685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3" name="Rectangle 2"/>
          <p:cNvSpPr>
            <a:spLocks noGrp="1" noChangeArrowheads="1"/>
          </p:cNvSpPr>
          <p:nvPr>
            <p:ph type="title"/>
          </p:nvPr>
        </p:nvSpPr>
        <p:spPr/>
        <p:txBody>
          <a:bodyPr/>
          <a:lstStyle/>
          <a:p>
            <a:pPr eaLnBrk="1" hangingPunct="1"/>
            <a:r>
              <a:rPr lang="en-US"/>
              <a:t>Answer</a:t>
            </a:r>
          </a:p>
        </p:txBody>
      </p:sp>
      <p:sp>
        <p:nvSpPr>
          <p:cNvPr id="76804" name="Rectangle 3"/>
          <p:cNvSpPr>
            <a:spLocks noGrp="1" noChangeArrowheads="1"/>
          </p:cNvSpPr>
          <p:nvPr>
            <p:ph idx="1"/>
          </p:nvPr>
        </p:nvSpPr>
        <p:spPr/>
        <p:txBody>
          <a:bodyPr/>
          <a:lstStyle/>
          <a:p>
            <a:pPr eaLnBrk="1" hangingPunct="1"/>
            <a:r>
              <a:rPr lang="en-US"/>
              <a:t>A)</a:t>
            </a:r>
          </a:p>
        </p:txBody>
      </p:sp>
      <p:sp>
        <p:nvSpPr>
          <p:cNvPr id="76802" name="Slide Number Placeholder 5"/>
          <p:cNvSpPr>
            <a:spLocks noGrp="1"/>
          </p:cNvSpPr>
          <p:nvPr>
            <p:ph type="sldNum" sz="quarter" idx="12"/>
          </p:nvPr>
        </p:nvSpPr>
        <p:spPr>
          <a:noFill/>
        </p:spPr>
        <p:txBody>
          <a:bodyPr/>
          <a:lstStyle/>
          <a:p>
            <a:fld id="{6AB8F1EC-8F74-4AEA-9D7B-72E45AFFC889}" type="slidenum">
              <a:rPr lang="en-US" smtClean="0"/>
              <a:pPr/>
              <a:t>37</a:t>
            </a:fld>
            <a:endParaRPr lang="en-US"/>
          </a:p>
        </p:txBody>
      </p:sp>
      <p:pic>
        <p:nvPicPr>
          <p:cNvPr id="76805" name="Picture 4"/>
          <p:cNvPicPr>
            <a:picLocks noChangeAspect="1" noChangeArrowheads="1"/>
          </p:cNvPicPr>
          <p:nvPr/>
        </p:nvPicPr>
        <p:blipFill>
          <a:blip r:embed="rId2" cstate="print"/>
          <a:srcRect/>
          <a:stretch>
            <a:fillRect/>
          </a:stretch>
        </p:blipFill>
        <p:spPr bwMode="auto">
          <a:xfrm>
            <a:off x="2581275" y="2293938"/>
            <a:ext cx="3978275" cy="2994025"/>
          </a:xfrm>
          <a:prstGeom prst="rect">
            <a:avLst/>
          </a:prstGeom>
          <a:noFill/>
          <a:ln w="9525">
            <a:noFill/>
            <a:miter lim="800000"/>
            <a:headEnd/>
            <a:tailEnd/>
          </a:ln>
        </p:spPr>
      </p:pic>
      <p:sp>
        <p:nvSpPr>
          <p:cNvPr id="76806" name="Text Box 5"/>
          <p:cNvSpPr txBox="1">
            <a:spLocks noChangeArrowheads="1"/>
          </p:cNvSpPr>
          <p:nvPr/>
        </p:nvSpPr>
        <p:spPr bwMode="auto">
          <a:xfrm>
            <a:off x="3089275" y="2738438"/>
            <a:ext cx="354013" cy="396875"/>
          </a:xfrm>
          <a:prstGeom prst="rect">
            <a:avLst/>
          </a:prstGeom>
          <a:solidFill>
            <a:schemeClr val="bg1"/>
          </a:solidFill>
          <a:ln w="9525" algn="ctr">
            <a:noFill/>
            <a:miter lim="800000"/>
            <a:headEnd/>
            <a:tailEnd/>
          </a:ln>
        </p:spPr>
        <p:txBody>
          <a:bodyPr wrap="none">
            <a:spAutoFit/>
          </a:bodyPr>
          <a:lstStyle/>
          <a:p>
            <a:pPr algn="ctr"/>
            <a:r>
              <a:rPr lang="en-US" sz="2000"/>
              <a:t>P</a:t>
            </a:r>
          </a:p>
        </p:txBody>
      </p:sp>
      <p:sp>
        <p:nvSpPr>
          <p:cNvPr id="76807" name="Text Box 6"/>
          <p:cNvSpPr txBox="1">
            <a:spLocks noChangeArrowheads="1"/>
          </p:cNvSpPr>
          <p:nvPr/>
        </p:nvSpPr>
        <p:spPr bwMode="auto">
          <a:xfrm>
            <a:off x="3644900" y="2524125"/>
            <a:ext cx="376238" cy="396875"/>
          </a:xfrm>
          <a:prstGeom prst="rect">
            <a:avLst/>
          </a:prstGeom>
          <a:solidFill>
            <a:schemeClr val="bg1"/>
          </a:solidFill>
          <a:ln w="9525" algn="ctr">
            <a:noFill/>
            <a:miter lim="800000"/>
            <a:headEnd/>
            <a:tailEnd/>
          </a:ln>
        </p:spPr>
        <p:txBody>
          <a:bodyPr>
            <a:spAutoFit/>
          </a:bodyPr>
          <a:lstStyle/>
          <a:p>
            <a:pPr algn="ctr"/>
            <a:r>
              <a:rPr lang="en-US" sz="2000"/>
              <a:t>Q</a:t>
            </a:r>
          </a:p>
        </p:txBody>
      </p:sp>
      <p:sp>
        <p:nvSpPr>
          <p:cNvPr id="76808" name="Text Box 7"/>
          <p:cNvSpPr txBox="1">
            <a:spLocks noChangeArrowheads="1"/>
          </p:cNvSpPr>
          <p:nvPr/>
        </p:nvSpPr>
        <p:spPr bwMode="auto">
          <a:xfrm>
            <a:off x="4425950" y="2108200"/>
            <a:ext cx="368300" cy="396875"/>
          </a:xfrm>
          <a:prstGeom prst="rect">
            <a:avLst/>
          </a:prstGeom>
          <a:solidFill>
            <a:schemeClr val="bg1"/>
          </a:solidFill>
          <a:ln w="9525" algn="ctr">
            <a:noFill/>
            <a:miter lim="800000"/>
            <a:headEnd/>
            <a:tailEnd/>
          </a:ln>
        </p:spPr>
        <p:txBody>
          <a:bodyPr wrap="none">
            <a:spAutoFit/>
          </a:bodyPr>
          <a:lstStyle/>
          <a:p>
            <a:pPr algn="ctr"/>
            <a:r>
              <a:rPr lang="en-US" sz="2000"/>
              <a:t>R</a:t>
            </a:r>
          </a:p>
        </p:txBody>
      </p:sp>
    </p:spTree>
    <p:extLst>
      <p:ext uri="{BB962C8B-B14F-4D97-AF65-F5344CB8AC3E}">
        <p14:creationId xmlns:p14="http://schemas.microsoft.com/office/powerpoint/2010/main" val="2549472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7650" name="Picture 2"/>
          <p:cNvPicPr>
            <a:picLocks noChangeAspect="1" noChangeArrowheads="1"/>
          </p:cNvPicPr>
          <p:nvPr/>
        </p:nvPicPr>
        <p:blipFill>
          <a:blip r:embed="rId2" cstate="print"/>
          <a:srcRect/>
          <a:stretch>
            <a:fillRect/>
          </a:stretch>
        </p:blipFill>
        <p:spPr bwMode="auto">
          <a:xfrm>
            <a:off x="1143000" y="2667000"/>
            <a:ext cx="6524625" cy="533400"/>
          </a:xfrm>
          <a:prstGeom prst="rect">
            <a:avLst/>
          </a:prstGeom>
          <a:noFill/>
          <a:ln w="9525">
            <a:noFill/>
            <a:miter lim="800000"/>
            <a:headEnd/>
            <a:tailEnd/>
          </a:ln>
          <a:effectLst/>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fontScale="92500" lnSpcReduction="20000"/>
          </a:bodyPr>
          <a:lstStyle/>
          <a:p>
            <a:pPr marL="0" indent="0">
              <a:buNone/>
            </a:pPr>
            <a:r>
              <a:rPr lang="en-US" dirty="0"/>
              <a:t>A sound wave travels down a pipe. When it reaches the end what will happen?</a:t>
            </a:r>
          </a:p>
          <a:p>
            <a:pPr marL="514350" indent="-514350">
              <a:buFont typeface="+mj-lt"/>
              <a:buAutoNum type="alphaLcParenR"/>
            </a:pPr>
            <a:r>
              <a:rPr lang="en-US" dirty="0"/>
              <a:t>The wave will keep going into the air in the room</a:t>
            </a:r>
          </a:p>
          <a:p>
            <a:pPr marL="514350" indent="-514350">
              <a:buFont typeface="+mj-lt"/>
              <a:buAutoNum type="alphaLcParenR"/>
            </a:pPr>
            <a:r>
              <a:rPr lang="en-US" dirty="0"/>
              <a:t>The wave will stop at the end of the pipe and reflect back.</a:t>
            </a:r>
          </a:p>
          <a:p>
            <a:pPr marL="514350" indent="-514350">
              <a:buFont typeface="+mj-lt"/>
              <a:buAutoNum type="alphaLcParenR"/>
            </a:pPr>
            <a:r>
              <a:rPr lang="en-US" dirty="0"/>
              <a:t>Some of the energy in the wave will keep going into the room air, and some will reflect back.</a:t>
            </a:r>
          </a:p>
          <a:p>
            <a:pPr marL="514350" indent="-514350">
              <a:buFont typeface="+mj-lt"/>
              <a:buAutoNum type="alphaLcParenR"/>
            </a:pPr>
            <a:r>
              <a:rPr lang="en-US" dirty="0"/>
              <a:t>The pipe will explode</a:t>
            </a:r>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2898891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a:bodyPr>
          <a:lstStyle/>
          <a:p>
            <a:pPr marL="0" indent="0">
              <a:buNone/>
            </a:pPr>
            <a:r>
              <a:rPr lang="en-US" dirty="0"/>
              <a:t>A sound wave travels down a pipe. When it reaches the end of the pipe, Some of the energy in the wave will keep going into the room air, and some will reflect back. How does it reflect back?</a:t>
            </a:r>
          </a:p>
          <a:p>
            <a:pPr marL="0" indent="0">
              <a:buNone/>
            </a:pPr>
            <a:endParaRPr lang="en-US" dirty="0"/>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16904827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2839657" y="1745488"/>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842582" y="1740726"/>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279269" y="1624838"/>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274507" y="1707388"/>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6" name="Oval 15">
            <a:extLst>
              <a:ext uri="{FF2B5EF4-FFF2-40B4-BE49-F238E27FC236}">
                <a16:creationId xmlns:a16="http://schemas.microsoft.com/office/drawing/2014/main" id="{4E09DCD3-7C8B-449E-AEB8-3D5AAFC53D87}"/>
              </a:ext>
            </a:extLst>
          </p:cNvPr>
          <p:cNvSpPr/>
          <p:nvPr/>
        </p:nvSpPr>
        <p:spPr>
          <a:xfrm>
            <a:off x="2739644" y="17962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44F123F-55F1-4944-9274-473752F783A0}"/>
              </a:ext>
            </a:extLst>
          </p:cNvPr>
          <p:cNvSpPr/>
          <p:nvPr/>
        </p:nvSpPr>
        <p:spPr>
          <a:xfrm>
            <a:off x="2803144" y="2139188"/>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873DC9CF-B919-4F7D-913D-1F881E823B0B}"/>
              </a:ext>
            </a:extLst>
          </p:cNvPr>
          <p:cNvSpPr/>
          <p:nvPr/>
        </p:nvSpPr>
        <p:spPr>
          <a:xfrm>
            <a:off x="2954611" y="2283432"/>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432FE1D-0FAA-46B8-91DE-42C6CC76EB5A}"/>
              </a:ext>
            </a:extLst>
          </p:cNvPr>
          <p:cNvSpPr/>
          <p:nvPr/>
        </p:nvSpPr>
        <p:spPr>
          <a:xfrm>
            <a:off x="3019044" y="197408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A74C96D-D84F-4ACF-9EF6-44DCE5B2C107}"/>
              </a:ext>
            </a:extLst>
          </p:cNvPr>
          <p:cNvSpPr/>
          <p:nvPr/>
        </p:nvSpPr>
        <p:spPr>
          <a:xfrm>
            <a:off x="3679444" y="2050288"/>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AE50F1-8933-47DD-8FAB-D7307BFA2CFD}"/>
              </a:ext>
            </a:extLst>
          </p:cNvPr>
          <p:cNvSpPr/>
          <p:nvPr/>
        </p:nvSpPr>
        <p:spPr>
          <a:xfrm>
            <a:off x="4250944" y="2062988"/>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ED2308BB-3F93-4AD5-B861-B739F8906D54}"/>
              </a:ext>
            </a:extLst>
          </p:cNvPr>
          <p:cNvSpPr/>
          <p:nvPr/>
        </p:nvSpPr>
        <p:spPr>
          <a:xfrm>
            <a:off x="4987544" y="2062988"/>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EA367FDD-BCF8-4FC4-A3E3-02F5BBC6B5FD}"/>
              </a:ext>
            </a:extLst>
          </p:cNvPr>
          <p:cNvSpPr/>
          <p:nvPr/>
        </p:nvSpPr>
        <p:spPr>
          <a:xfrm>
            <a:off x="5711444" y="205028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5739E4D7-6C86-4D2C-9DDB-3534BFC1378C}"/>
              </a:ext>
            </a:extLst>
          </p:cNvPr>
          <p:cNvSpPr/>
          <p:nvPr/>
        </p:nvSpPr>
        <p:spPr>
          <a:xfrm>
            <a:off x="6397244" y="2050288"/>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BE61775-9C12-4EB0-8E2B-177024A0E757}"/>
              </a:ext>
            </a:extLst>
          </p:cNvPr>
          <p:cNvSpPr/>
          <p:nvPr/>
        </p:nvSpPr>
        <p:spPr>
          <a:xfrm>
            <a:off x="6994144" y="2037588"/>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9A391AB-5CE9-42F6-99C7-F9B190354777}"/>
              </a:ext>
            </a:extLst>
          </p:cNvPr>
          <p:cNvCxnSpPr>
            <a:cxnSpLocks/>
          </p:cNvCxnSpPr>
          <p:nvPr/>
        </p:nvCxnSpPr>
        <p:spPr>
          <a:xfrm>
            <a:off x="3236808" y="21085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6B868F9A-B63A-4270-98F0-D0B94907FC35}"/>
              </a:ext>
            </a:extLst>
          </p:cNvPr>
          <p:cNvCxnSpPr>
            <a:cxnSpLocks/>
          </p:cNvCxnSpPr>
          <p:nvPr/>
        </p:nvCxnSpPr>
        <p:spPr>
          <a:xfrm>
            <a:off x="2969758" y="190860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649FC2C-5C14-47FB-BAAB-906C3A37DDC8}"/>
              </a:ext>
            </a:extLst>
          </p:cNvPr>
          <p:cNvCxnSpPr>
            <a:cxnSpLocks/>
          </p:cNvCxnSpPr>
          <p:nvPr/>
        </p:nvCxnSpPr>
        <p:spPr>
          <a:xfrm>
            <a:off x="3038268" y="2270733"/>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2DD5ED6-BC8F-4789-9A5E-86A70D343F01}"/>
              </a:ext>
            </a:extLst>
          </p:cNvPr>
          <p:cNvCxnSpPr>
            <a:cxnSpLocks/>
          </p:cNvCxnSpPr>
          <p:nvPr/>
        </p:nvCxnSpPr>
        <p:spPr>
          <a:xfrm>
            <a:off x="3182279" y="239796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CA333-90D2-4B64-8FE3-714FBFF9863F}"/>
              </a:ext>
            </a:extLst>
          </p:cNvPr>
          <p:cNvCxnSpPr>
            <a:cxnSpLocks/>
          </p:cNvCxnSpPr>
          <p:nvPr/>
        </p:nvCxnSpPr>
        <p:spPr>
          <a:xfrm flipV="1">
            <a:off x="3854796" y="2016266"/>
            <a:ext cx="212522" cy="978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41AE4FE-797C-4C99-9D16-83501E07C8E1}"/>
              </a:ext>
            </a:extLst>
          </p:cNvPr>
          <p:cNvCxnSpPr>
            <a:cxnSpLocks/>
          </p:cNvCxnSpPr>
          <p:nvPr/>
        </p:nvCxnSpPr>
        <p:spPr>
          <a:xfrm flipH="1">
            <a:off x="4142819" y="2234380"/>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CAC3638-78DB-482A-8AF6-6908C1918BA9}"/>
              </a:ext>
            </a:extLst>
          </p:cNvPr>
          <p:cNvCxnSpPr>
            <a:cxnSpLocks/>
          </p:cNvCxnSpPr>
          <p:nvPr/>
        </p:nvCxnSpPr>
        <p:spPr>
          <a:xfrm flipV="1">
            <a:off x="5080987" y="1882042"/>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26BBF2BF-04E5-4F46-B818-F1BD45D4D849}"/>
              </a:ext>
            </a:extLst>
          </p:cNvPr>
          <p:cNvCxnSpPr>
            <a:cxnSpLocks/>
          </p:cNvCxnSpPr>
          <p:nvPr/>
        </p:nvCxnSpPr>
        <p:spPr>
          <a:xfrm flipH="1">
            <a:off x="5636060" y="223438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7E3302F2-9641-4F89-86ED-896AFD8386BF}"/>
              </a:ext>
            </a:extLst>
          </p:cNvPr>
          <p:cNvCxnSpPr>
            <a:cxnSpLocks/>
          </p:cNvCxnSpPr>
          <p:nvPr/>
        </p:nvCxnSpPr>
        <p:spPr>
          <a:xfrm flipH="1" flipV="1">
            <a:off x="6323957" y="1907209"/>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816983AD-60EE-4076-835F-89420D8CDC12}"/>
              </a:ext>
            </a:extLst>
          </p:cNvPr>
          <p:cNvCxnSpPr>
            <a:cxnSpLocks/>
          </p:cNvCxnSpPr>
          <p:nvPr/>
        </p:nvCxnSpPr>
        <p:spPr>
          <a:xfrm flipV="1">
            <a:off x="7238358" y="2150490"/>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171823" y="148336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F4D13ACE-7EA0-46B6-97BA-B27BA489A67E}"/>
              </a:ext>
            </a:extLst>
          </p:cNvPr>
          <p:cNvSpPr/>
          <p:nvPr/>
        </p:nvSpPr>
        <p:spPr>
          <a:xfrm>
            <a:off x="7388543" y="1565125"/>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7886D297-2599-46FE-8794-D1C1AA66D924}"/>
              </a:ext>
            </a:extLst>
          </p:cNvPr>
          <p:cNvCxnSpPr>
            <a:cxnSpLocks/>
          </p:cNvCxnSpPr>
          <p:nvPr/>
        </p:nvCxnSpPr>
        <p:spPr>
          <a:xfrm flipH="1">
            <a:off x="8096439" y="166745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0A5F7C08-2B3C-4EB6-9194-76C7B5D1AD0E}"/>
              </a:ext>
            </a:extLst>
          </p:cNvPr>
          <p:cNvCxnSpPr>
            <a:cxnSpLocks/>
          </p:cNvCxnSpPr>
          <p:nvPr/>
        </p:nvCxnSpPr>
        <p:spPr>
          <a:xfrm flipH="1" flipV="1">
            <a:off x="7315256" y="1422046"/>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2" name="Group 71">
            <a:extLst>
              <a:ext uri="{FF2B5EF4-FFF2-40B4-BE49-F238E27FC236}">
                <a16:creationId xmlns:a16="http://schemas.microsoft.com/office/drawing/2014/main" id="{57591A92-11F9-4682-8CDF-2F83288D261A}"/>
              </a:ext>
            </a:extLst>
          </p:cNvPr>
          <p:cNvGrpSpPr/>
          <p:nvPr/>
        </p:nvGrpSpPr>
        <p:grpSpPr>
          <a:xfrm rot="8990946">
            <a:off x="6871105" y="2212010"/>
            <a:ext cx="1764368" cy="853930"/>
            <a:chOff x="5840602" y="3215780"/>
            <a:chExt cx="1764368" cy="853930"/>
          </a:xfrm>
        </p:grpSpPr>
        <p:sp>
          <p:nvSpPr>
            <p:cNvPr id="59" name="Oval 58">
              <a:extLst>
                <a:ext uri="{FF2B5EF4-FFF2-40B4-BE49-F238E27FC236}">
                  <a16:creationId xmlns:a16="http://schemas.microsoft.com/office/drawing/2014/main" id="{243D3014-180A-4B53-96E9-FC64E0C7D852}"/>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1" name="Rectangle 41">
            <a:extLst>
              <a:ext uri="{FF2B5EF4-FFF2-40B4-BE49-F238E27FC236}">
                <a16:creationId xmlns:a16="http://schemas.microsoft.com/office/drawing/2014/main" id="{A50DB616-4DD8-4866-93E4-4C6326305A21}"/>
              </a:ext>
            </a:extLst>
          </p:cNvPr>
          <p:cNvSpPr>
            <a:spLocks noChangeArrowheads="1"/>
          </p:cNvSpPr>
          <p:nvPr/>
        </p:nvSpPr>
        <p:spPr bwMode="auto">
          <a:xfrm>
            <a:off x="2289280" y="4520311"/>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142" name="Rectangle 41">
            <a:extLst>
              <a:ext uri="{FF2B5EF4-FFF2-40B4-BE49-F238E27FC236}">
                <a16:creationId xmlns:a16="http://schemas.microsoft.com/office/drawing/2014/main" id="{B8893645-C80C-406D-B56B-A8609717AC1E}"/>
              </a:ext>
            </a:extLst>
          </p:cNvPr>
          <p:cNvSpPr>
            <a:spLocks noChangeArrowheads="1"/>
          </p:cNvSpPr>
          <p:nvPr/>
        </p:nvSpPr>
        <p:spPr bwMode="auto">
          <a:xfrm>
            <a:off x="277916" y="3416998"/>
            <a:ext cx="8646628" cy="2849690"/>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41">
            <a:extLst>
              <a:ext uri="{FF2B5EF4-FFF2-40B4-BE49-F238E27FC236}">
                <a16:creationId xmlns:a16="http://schemas.microsoft.com/office/drawing/2014/main" id="{F8CFC320-C4B6-4921-BC47-B99057395B28}"/>
              </a:ext>
            </a:extLst>
          </p:cNvPr>
          <p:cNvSpPr>
            <a:spLocks noChangeArrowheads="1"/>
          </p:cNvSpPr>
          <p:nvPr/>
        </p:nvSpPr>
        <p:spPr bwMode="auto">
          <a:xfrm>
            <a:off x="2838555" y="4567936"/>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144" name="Rectangle 39">
            <a:extLst>
              <a:ext uri="{FF2B5EF4-FFF2-40B4-BE49-F238E27FC236}">
                <a16:creationId xmlns:a16="http://schemas.microsoft.com/office/drawing/2014/main" id="{5BCCDE5F-631D-40E7-9CB7-A1864B6796FB}"/>
              </a:ext>
            </a:extLst>
          </p:cNvPr>
          <p:cNvSpPr>
            <a:spLocks noChangeArrowheads="1"/>
          </p:cNvSpPr>
          <p:nvPr/>
        </p:nvSpPr>
        <p:spPr bwMode="auto">
          <a:xfrm>
            <a:off x="5620512" y="4575366"/>
            <a:ext cx="1987296"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145" name="Group 18">
            <a:extLst>
              <a:ext uri="{FF2B5EF4-FFF2-40B4-BE49-F238E27FC236}">
                <a16:creationId xmlns:a16="http://schemas.microsoft.com/office/drawing/2014/main" id="{855AA1CE-D0E6-4DBA-AF01-25C89C3F6EE1}"/>
              </a:ext>
            </a:extLst>
          </p:cNvPr>
          <p:cNvGrpSpPr>
            <a:grpSpLocks/>
          </p:cNvGrpSpPr>
          <p:nvPr/>
        </p:nvGrpSpPr>
        <p:grpSpPr bwMode="auto">
          <a:xfrm>
            <a:off x="2278167" y="4447286"/>
            <a:ext cx="4621213" cy="1028700"/>
            <a:chOff x="1098455" y="1454019"/>
            <a:chExt cx="7727044" cy="1028700"/>
          </a:xfrm>
        </p:grpSpPr>
        <p:sp>
          <p:nvSpPr>
            <p:cNvPr id="146" name="Rectangle 43">
              <a:extLst>
                <a:ext uri="{FF2B5EF4-FFF2-40B4-BE49-F238E27FC236}">
                  <a16:creationId xmlns:a16="http://schemas.microsoft.com/office/drawing/2014/main" id="{FF6DCBFD-5044-4FC9-A4DB-6D378A5CA65F}"/>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47" name="Rectangle 42">
              <a:extLst>
                <a:ext uri="{FF2B5EF4-FFF2-40B4-BE49-F238E27FC236}">
                  <a16:creationId xmlns:a16="http://schemas.microsoft.com/office/drawing/2014/main" id="{FB73BF8E-1B53-4674-A0AA-88D62260DC24}"/>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48" name="Rectangle 45">
            <a:extLst>
              <a:ext uri="{FF2B5EF4-FFF2-40B4-BE49-F238E27FC236}">
                <a16:creationId xmlns:a16="http://schemas.microsoft.com/office/drawing/2014/main" id="{69A0F532-FCB1-49EA-BF3E-0FD9B719811E}"/>
              </a:ext>
            </a:extLst>
          </p:cNvPr>
          <p:cNvSpPr>
            <a:spLocks noChangeArrowheads="1"/>
          </p:cNvSpPr>
          <p:nvPr/>
        </p:nvSpPr>
        <p:spPr bwMode="auto">
          <a:xfrm>
            <a:off x="2273405" y="4529836"/>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49" name="Line 168">
            <a:extLst>
              <a:ext uri="{FF2B5EF4-FFF2-40B4-BE49-F238E27FC236}">
                <a16:creationId xmlns:a16="http://schemas.microsoft.com/office/drawing/2014/main" id="{F9589C23-C936-4096-9B30-44EC3355996F}"/>
              </a:ext>
            </a:extLst>
          </p:cNvPr>
          <p:cNvSpPr>
            <a:spLocks noChangeShapeType="1"/>
          </p:cNvSpPr>
          <p:nvPr/>
        </p:nvSpPr>
        <p:spPr bwMode="auto">
          <a:xfrm>
            <a:off x="4413355" y="5572824"/>
            <a:ext cx="44450" cy="1587"/>
          </a:xfrm>
          <a:prstGeom prst="line">
            <a:avLst/>
          </a:prstGeom>
          <a:noFill/>
          <a:ln w="28">
            <a:solidFill>
              <a:srgbClr val="FF0000"/>
            </a:solidFill>
            <a:round/>
            <a:headEnd/>
            <a:tailEnd/>
          </a:ln>
        </p:spPr>
        <p:txBody>
          <a:bodyPr/>
          <a:lstStyle/>
          <a:p>
            <a:endParaRPr lang="en-US" dirty="0"/>
          </a:p>
        </p:txBody>
      </p:sp>
      <p:sp>
        <p:nvSpPr>
          <p:cNvPr id="150" name="Rectangle 41">
            <a:extLst>
              <a:ext uri="{FF2B5EF4-FFF2-40B4-BE49-F238E27FC236}">
                <a16:creationId xmlns:a16="http://schemas.microsoft.com/office/drawing/2014/main" id="{835F5320-1B8B-49E2-8693-3C19D3BE7887}"/>
              </a:ext>
            </a:extLst>
          </p:cNvPr>
          <p:cNvSpPr>
            <a:spLocks noChangeArrowheads="1"/>
          </p:cNvSpPr>
          <p:nvPr/>
        </p:nvSpPr>
        <p:spPr bwMode="auto">
          <a:xfrm>
            <a:off x="782743" y="3734498"/>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51" name="Oval 150">
            <a:extLst>
              <a:ext uri="{FF2B5EF4-FFF2-40B4-BE49-F238E27FC236}">
                <a16:creationId xmlns:a16="http://schemas.microsoft.com/office/drawing/2014/main" id="{CC5C7426-4375-425A-8376-6B0F4B57BF9D}"/>
              </a:ext>
            </a:extLst>
          </p:cNvPr>
          <p:cNvSpPr/>
          <p:nvPr/>
        </p:nvSpPr>
        <p:spPr>
          <a:xfrm>
            <a:off x="3787054" y="46918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E7CBCE4A-F112-4642-8066-FC7753BF4897}"/>
              </a:ext>
            </a:extLst>
          </p:cNvPr>
          <p:cNvSpPr/>
          <p:nvPr/>
        </p:nvSpPr>
        <p:spPr>
          <a:xfrm>
            <a:off x="3265338" y="4900676"/>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F564C753-896A-44C8-BAAB-B8A1FD854DCD}"/>
              </a:ext>
            </a:extLst>
          </p:cNvPr>
          <p:cNvSpPr/>
          <p:nvPr/>
        </p:nvSpPr>
        <p:spPr>
          <a:xfrm>
            <a:off x="3599685" y="5008344"/>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0AFDD00D-BD55-4E51-BFC2-02CB81AEBF7B}"/>
              </a:ext>
            </a:extLst>
          </p:cNvPr>
          <p:cNvSpPr/>
          <p:nvPr/>
        </p:nvSpPr>
        <p:spPr>
          <a:xfrm>
            <a:off x="3505622" y="4674616"/>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02E7E6D9-EA84-42F4-BA91-AF59430E049B}"/>
              </a:ext>
            </a:extLst>
          </p:cNvPr>
          <p:cNvSpPr/>
          <p:nvPr/>
        </p:nvSpPr>
        <p:spPr>
          <a:xfrm>
            <a:off x="4031910" y="5019040"/>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AAB8AAF5-D502-4110-9756-18CADAA35287}"/>
              </a:ext>
            </a:extLst>
          </p:cNvPr>
          <p:cNvSpPr/>
          <p:nvPr/>
        </p:nvSpPr>
        <p:spPr>
          <a:xfrm>
            <a:off x="6346866" y="5068316"/>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EA126220-90A5-48B5-8BBF-F52EE79C2B24}"/>
              </a:ext>
            </a:extLst>
          </p:cNvPr>
          <p:cNvSpPr/>
          <p:nvPr/>
        </p:nvSpPr>
        <p:spPr>
          <a:xfrm>
            <a:off x="6498250" y="4800092"/>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ADF079A5-27B7-4739-A503-FEE66C747313}"/>
              </a:ext>
            </a:extLst>
          </p:cNvPr>
          <p:cNvSpPr/>
          <p:nvPr/>
        </p:nvSpPr>
        <p:spPr>
          <a:xfrm>
            <a:off x="6710086" y="5031232"/>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6BCEA0D5-714F-4595-967A-A2CF4EC4A3E9}"/>
              </a:ext>
            </a:extLst>
          </p:cNvPr>
          <p:cNvSpPr/>
          <p:nvPr/>
        </p:nvSpPr>
        <p:spPr>
          <a:xfrm>
            <a:off x="6749710" y="465328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91B28832-766A-46F1-ACF2-1CA2A3A4B3A1}"/>
              </a:ext>
            </a:extLst>
          </p:cNvPr>
          <p:cNvSpPr/>
          <p:nvPr/>
        </p:nvSpPr>
        <p:spPr>
          <a:xfrm>
            <a:off x="6993042" y="4860036"/>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Arrow Connector 160">
            <a:extLst>
              <a:ext uri="{FF2B5EF4-FFF2-40B4-BE49-F238E27FC236}">
                <a16:creationId xmlns:a16="http://schemas.microsoft.com/office/drawing/2014/main" id="{58EDD6F1-5198-4C7F-AB55-F407FBD5EEE7}"/>
              </a:ext>
            </a:extLst>
          </p:cNvPr>
          <p:cNvCxnSpPr>
            <a:cxnSpLocks/>
          </p:cNvCxnSpPr>
          <p:nvPr/>
        </p:nvCxnSpPr>
        <p:spPr>
          <a:xfrm>
            <a:off x="6515354" y="519921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A9BB7AC0-261C-47F5-A416-E4C3064F31F2}"/>
              </a:ext>
            </a:extLst>
          </p:cNvPr>
          <p:cNvCxnSpPr>
            <a:cxnSpLocks/>
          </p:cNvCxnSpPr>
          <p:nvPr/>
        </p:nvCxnSpPr>
        <p:spPr>
          <a:xfrm>
            <a:off x="6943248" y="474324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4342E18D-989E-425E-91F9-D997B9999F3C}"/>
              </a:ext>
            </a:extLst>
          </p:cNvPr>
          <p:cNvCxnSpPr>
            <a:cxnSpLocks/>
          </p:cNvCxnSpPr>
          <p:nvPr/>
        </p:nvCxnSpPr>
        <p:spPr>
          <a:xfrm>
            <a:off x="6950798" y="5154141"/>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4" name="Straight Arrow Connector 163">
            <a:extLst>
              <a:ext uri="{FF2B5EF4-FFF2-40B4-BE49-F238E27FC236}">
                <a16:creationId xmlns:a16="http://schemas.microsoft.com/office/drawing/2014/main" id="{7F5C45AA-A1E4-4508-A3CB-AAA16CCC44CB}"/>
              </a:ext>
            </a:extLst>
          </p:cNvPr>
          <p:cNvCxnSpPr>
            <a:cxnSpLocks/>
          </p:cNvCxnSpPr>
          <p:nvPr/>
        </p:nvCxnSpPr>
        <p:spPr>
          <a:xfrm>
            <a:off x="6716857" y="493999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689C723B-86B8-45C9-A77B-8F4696760385}"/>
              </a:ext>
            </a:extLst>
          </p:cNvPr>
          <p:cNvCxnSpPr>
            <a:cxnSpLocks/>
          </p:cNvCxnSpPr>
          <p:nvPr/>
        </p:nvCxnSpPr>
        <p:spPr>
          <a:xfrm flipH="1" flipV="1">
            <a:off x="3328416" y="4765900"/>
            <a:ext cx="208286"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45D7636A-88F8-494E-89BF-DA5431551A5C}"/>
              </a:ext>
            </a:extLst>
          </p:cNvPr>
          <p:cNvCxnSpPr>
            <a:cxnSpLocks/>
          </p:cNvCxnSpPr>
          <p:nvPr/>
        </p:nvCxnSpPr>
        <p:spPr>
          <a:xfrm flipH="1">
            <a:off x="6872725" y="492271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98AEB3CB-C81F-40B9-90B0-E24C3697DF07}"/>
              </a:ext>
            </a:extLst>
          </p:cNvPr>
          <p:cNvCxnSpPr>
            <a:cxnSpLocks/>
          </p:cNvCxnSpPr>
          <p:nvPr/>
        </p:nvCxnSpPr>
        <p:spPr>
          <a:xfrm flipH="1">
            <a:off x="3901441" y="5169408"/>
            <a:ext cx="195071" cy="17068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9AA6E7C7-1706-4DF8-8436-4E052D1B1E8E}"/>
              </a:ext>
            </a:extLst>
          </p:cNvPr>
          <p:cNvCxnSpPr>
            <a:cxnSpLocks/>
          </p:cNvCxnSpPr>
          <p:nvPr/>
        </p:nvCxnSpPr>
        <p:spPr>
          <a:xfrm flipH="1">
            <a:off x="3511296" y="5105600"/>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06C026E5-B314-46E7-9B52-B1BE4CB0F9DB}"/>
              </a:ext>
            </a:extLst>
          </p:cNvPr>
          <p:cNvCxnSpPr>
            <a:cxnSpLocks/>
          </p:cNvCxnSpPr>
          <p:nvPr/>
        </p:nvCxnSpPr>
        <p:spPr>
          <a:xfrm flipH="1" flipV="1">
            <a:off x="3689383" y="459554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E09CC0A9-DF3C-4955-BF8F-6751373AC384}"/>
              </a:ext>
            </a:extLst>
          </p:cNvPr>
          <p:cNvCxnSpPr>
            <a:cxnSpLocks/>
          </p:cNvCxnSpPr>
          <p:nvPr/>
        </p:nvCxnSpPr>
        <p:spPr>
          <a:xfrm flipH="1" flipV="1">
            <a:off x="3048000" y="4997323"/>
            <a:ext cx="190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1" name="Line 168">
            <a:extLst>
              <a:ext uri="{FF2B5EF4-FFF2-40B4-BE49-F238E27FC236}">
                <a16:creationId xmlns:a16="http://schemas.microsoft.com/office/drawing/2014/main" id="{16D0D26E-6A0D-44C2-BAA4-DFD5081B298B}"/>
              </a:ext>
            </a:extLst>
          </p:cNvPr>
          <p:cNvSpPr>
            <a:spLocks noChangeShapeType="1"/>
          </p:cNvSpPr>
          <p:nvPr/>
        </p:nvSpPr>
        <p:spPr bwMode="auto">
          <a:xfrm>
            <a:off x="2967708" y="5622095"/>
            <a:ext cx="44450" cy="1587"/>
          </a:xfrm>
          <a:prstGeom prst="line">
            <a:avLst/>
          </a:prstGeom>
          <a:noFill/>
          <a:ln w="28">
            <a:solidFill>
              <a:srgbClr val="FF0000"/>
            </a:solidFill>
            <a:round/>
            <a:headEnd/>
            <a:tailEnd/>
          </a:ln>
        </p:spPr>
        <p:txBody>
          <a:bodyPr/>
          <a:lstStyle/>
          <a:p>
            <a:endParaRPr lang="en-US" dirty="0"/>
          </a:p>
        </p:txBody>
      </p:sp>
      <p:sp>
        <p:nvSpPr>
          <p:cNvPr id="172" name="Oval 171">
            <a:extLst>
              <a:ext uri="{FF2B5EF4-FFF2-40B4-BE49-F238E27FC236}">
                <a16:creationId xmlns:a16="http://schemas.microsoft.com/office/drawing/2014/main" id="{BAB96CCE-D7D0-4767-BE24-5A02A9D6D389}"/>
              </a:ext>
            </a:extLst>
          </p:cNvPr>
          <p:cNvSpPr/>
          <p:nvPr/>
        </p:nvSpPr>
        <p:spPr>
          <a:xfrm>
            <a:off x="7789763" y="393048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Oval 172">
            <a:extLst>
              <a:ext uri="{FF2B5EF4-FFF2-40B4-BE49-F238E27FC236}">
                <a16:creationId xmlns:a16="http://schemas.microsoft.com/office/drawing/2014/main" id="{7E8696B3-3E3A-40D4-8AAB-0A5361EEE4A9}"/>
              </a:ext>
            </a:extLst>
          </p:cNvPr>
          <p:cNvSpPr/>
          <p:nvPr/>
        </p:nvSpPr>
        <p:spPr>
          <a:xfrm>
            <a:off x="8170721" y="430580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Oval 173">
            <a:extLst>
              <a:ext uri="{FF2B5EF4-FFF2-40B4-BE49-F238E27FC236}">
                <a16:creationId xmlns:a16="http://schemas.microsoft.com/office/drawing/2014/main" id="{9EA69D6E-39AD-4430-B2ED-6C644054078A}"/>
              </a:ext>
            </a:extLst>
          </p:cNvPr>
          <p:cNvSpPr/>
          <p:nvPr/>
        </p:nvSpPr>
        <p:spPr>
          <a:xfrm>
            <a:off x="7387441" y="4387573"/>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Oval 174">
            <a:extLst>
              <a:ext uri="{FF2B5EF4-FFF2-40B4-BE49-F238E27FC236}">
                <a16:creationId xmlns:a16="http://schemas.microsoft.com/office/drawing/2014/main" id="{22ADFF0A-2547-4260-8FBB-C62BC9065FFB}"/>
              </a:ext>
            </a:extLst>
          </p:cNvPr>
          <p:cNvSpPr/>
          <p:nvPr/>
        </p:nvSpPr>
        <p:spPr>
          <a:xfrm>
            <a:off x="6902161" y="37960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6" name="Straight Arrow Connector 175">
            <a:extLst>
              <a:ext uri="{FF2B5EF4-FFF2-40B4-BE49-F238E27FC236}">
                <a16:creationId xmlns:a16="http://schemas.microsoft.com/office/drawing/2014/main" id="{D13E2895-455E-4F48-8A3B-92B5B24FFED2}"/>
              </a:ext>
            </a:extLst>
          </p:cNvPr>
          <p:cNvCxnSpPr>
            <a:cxnSpLocks/>
          </p:cNvCxnSpPr>
          <p:nvPr/>
        </p:nvCxnSpPr>
        <p:spPr>
          <a:xfrm flipV="1">
            <a:off x="7883206" y="374954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572846B6-A5D2-4F71-8D06-4A2CA57BB5E9}"/>
              </a:ext>
            </a:extLst>
          </p:cNvPr>
          <p:cNvCxnSpPr>
            <a:cxnSpLocks/>
          </p:cNvCxnSpPr>
          <p:nvPr/>
        </p:nvCxnSpPr>
        <p:spPr>
          <a:xfrm flipH="1">
            <a:off x="8095337" y="448990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E660FCFA-13B3-44AC-A018-1958A4329659}"/>
              </a:ext>
            </a:extLst>
          </p:cNvPr>
          <p:cNvCxnSpPr>
            <a:cxnSpLocks/>
          </p:cNvCxnSpPr>
          <p:nvPr/>
        </p:nvCxnSpPr>
        <p:spPr>
          <a:xfrm flipH="1" flipV="1">
            <a:off x="7314154" y="4244494"/>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15176580-2F60-4B56-BD2C-BEB0AE8C2B91}"/>
              </a:ext>
            </a:extLst>
          </p:cNvPr>
          <p:cNvCxnSpPr>
            <a:cxnSpLocks/>
          </p:cNvCxnSpPr>
          <p:nvPr/>
        </p:nvCxnSpPr>
        <p:spPr>
          <a:xfrm flipV="1">
            <a:off x="7146375" y="390893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80" name="Group 179">
            <a:extLst>
              <a:ext uri="{FF2B5EF4-FFF2-40B4-BE49-F238E27FC236}">
                <a16:creationId xmlns:a16="http://schemas.microsoft.com/office/drawing/2014/main" id="{1E04A46F-C9DD-4186-A017-61B724202EAC}"/>
              </a:ext>
            </a:extLst>
          </p:cNvPr>
          <p:cNvGrpSpPr/>
          <p:nvPr/>
        </p:nvGrpSpPr>
        <p:grpSpPr>
          <a:xfrm rot="8990946">
            <a:off x="6870003" y="5034458"/>
            <a:ext cx="1764368" cy="853930"/>
            <a:chOff x="5840602" y="3215780"/>
            <a:chExt cx="1764368" cy="853930"/>
          </a:xfrm>
        </p:grpSpPr>
        <p:sp>
          <p:nvSpPr>
            <p:cNvPr id="181" name="Oval 180">
              <a:extLst>
                <a:ext uri="{FF2B5EF4-FFF2-40B4-BE49-F238E27FC236}">
                  <a16:creationId xmlns:a16="http://schemas.microsoft.com/office/drawing/2014/main" id="{6686B539-97E6-481C-8887-1031FA7B5D28}"/>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Oval 181">
              <a:extLst>
                <a:ext uri="{FF2B5EF4-FFF2-40B4-BE49-F238E27FC236}">
                  <a16:creationId xmlns:a16="http://schemas.microsoft.com/office/drawing/2014/main" id="{E4C345DE-47A7-4361-A760-E046314033A9}"/>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Oval 182">
              <a:extLst>
                <a:ext uri="{FF2B5EF4-FFF2-40B4-BE49-F238E27FC236}">
                  <a16:creationId xmlns:a16="http://schemas.microsoft.com/office/drawing/2014/main" id="{E144CD39-A795-4DC5-AF89-8CBA455007BF}"/>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Oval 183">
              <a:extLst>
                <a:ext uri="{FF2B5EF4-FFF2-40B4-BE49-F238E27FC236}">
                  <a16:creationId xmlns:a16="http://schemas.microsoft.com/office/drawing/2014/main" id="{766750A1-D2F4-47A8-B892-941636C6C373}"/>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5" name="Straight Arrow Connector 184">
              <a:extLst>
                <a:ext uri="{FF2B5EF4-FFF2-40B4-BE49-F238E27FC236}">
                  <a16:creationId xmlns:a16="http://schemas.microsoft.com/office/drawing/2014/main" id="{1FD12904-F849-4613-BDE3-051AF2BC171F}"/>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661CFC80-5FA2-49EE-8486-93D1A1B44DDE}"/>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0401C1B0-5F84-47E1-ACD6-C0B5C04E11FB}"/>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14E8D634-46C7-4DBF-8DC6-EA8748DB0988}"/>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9" name="Group 188">
            <a:extLst>
              <a:ext uri="{FF2B5EF4-FFF2-40B4-BE49-F238E27FC236}">
                <a16:creationId xmlns:a16="http://schemas.microsoft.com/office/drawing/2014/main" id="{FAF2ADAA-2138-4BED-89E4-167B3EF7A5C0}"/>
              </a:ext>
            </a:extLst>
          </p:cNvPr>
          <p:cNvGrpSpPr/>
          <p:nvPr/>
        </p:nvGrpSpPr>
        <p:grpSpPr>
          <a:xfrm flipH="1">
            <a:off x="3879589" y="5637178"/>
            <a:ext cx="2457625" cy="869921"/>
            <a:chOff x="4209875" y="3534058"/>
            <a:chExt cx="2457625" cy="869921"/>
          </a:xfrm>
        </p:grpSpPr>
        <p:sp>
          <p:nvSpPr>
            <p:cNvPr id="190" name="Line 168">
              <a:extLst>
                <a:ext uri="{FF2B5EF4-FFF2-40B4-BE49-F238E27FC236}">
                  <a16:creationId xmlns:a16="http://schemas.microsoft.com/office/drawing/2014/main" id="{AB06BAC0-2936-4770-BF7A-2A9CA7320D25}"/>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191" name="Oval 190">
              <a:extLst>
                <a:ext uri="{FF2B5EF4-FFF2-40B4-BE49-F238E27FC236}">
                  <a16:creationId xmlns:a16="http://schemas.microsoft.com/office/drawing/2014/main" id="{266A60F9-0DD7-49CF-A099-8627331523E0}"/>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Oval 191">
              <a:extLst>
                <a:ext uri="{FF2B5EF4-FFF2-40B4-BE49-F238E27FC236}">
                  <a16:creationId xmlns:a16="http://schemas.microsoft.com/office/drawing/2014/main" id="{402A2E4B-4C18-4B3E-9EDE-49500C5A7390}"/>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Oval 192">
              <a:extLst>
                <a:ext uri="{FF2B5EF4-FFF2-40B4-BE49-F238E27FC236}">
                  <a16:creationId xmlns:a16="http://schemas.microsoft.com/office/drawing/2014/main" id="{68A98286-A340-461D-BF4C-88C0F2E781E4}"/>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Oval 193">
              <a:extLst>
                <a:ext uri="{FF2B5EF4-FFF2-40B4-BE49-F238E27FC236}">
                  <a16:creationId xmlns:a16="http://schemas.microsoft.com/office/drawing/2014/main" id="{BF40105F-9130-4B4B-915C-5EF74DD32740}"/>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5" name="Straight Arrow Connector 194">
              <a:extLst>
                <a:ext uri="{FF2B5EF4-FFF2-40B4-BE49-F238E27FC236}">
                  <a16:creationId xmlns:a16="http://schemas.microsoft.com/office/drawing/2014/main" id="{15A21BC7-8D2D-4C24-8D72-5FAB7AE14A73}"/>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F60BF552-9696-433E-8E7D-731DEDDDEB7F}"/>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6DB001A8-3693-4F69-97D9-E2395702A9E0}"/>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3F8342AA-BA03-4ECB-A934-550180B81008}"/>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99" name="Group 198">
            <a:extLst>
              <a:ext uri="{FF2B5EF4-FFF2-40B4-BE49-F238E27FC236}">
                <a16:creationId xmlns:a16="http://schemas.microsoft.com/office/drawing/2014/main" id="{85862AE0-2B4E-47D7-993A-A332A3B92E4C}"/>
              </a:ext>
            </a:extLst>
          </p:cNvPr>
          <p:cNvGrpSpPr/>
          <p:nvPr/>
        </p:nvGrpSpPr>
        <p:grpSpPr>
          <a:xfrm flipH="1" flipV="1">
            <a:off x="3788148" y="3343275"/>
            <a:ext cx="2457625" cy="856869"/>
            <a:chOff x="4209875" y="3534058"/>
            <a:chExt cx="2457625" cy="869921"/>
          </a:xfrm>
        </p:grpSpPr>
        <p:sp>
          <p:nvSpPr>
            <p:cNvPr id="200" name="Line 168">
              <a:extLst>
                <a:ext uri="{FF2B5EF4-FFF2-40B4-BE49-F238E27FC236}">
                  <a16:creationId xmlns:a16="http://schemas.microsoft.com/office/drawing/2014/main" id="{91CD206F-3755-476E-8E53-A230FCCA9F0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201" name="Oval 200">
              <a:extLst>
                <a:ext uri="{FF2B5EF4-FFF2-40B4-BE49-F238E27FC236}">
                  <a16:creationId xmlns:a16="http://schemas.microsoft.com/office/drawing/2014/main" id="{FF143932-CA65-41AE-B0C0-E6CFC62A06A7}"/>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Oval 201">
              <a:extLst>
                <a:ext uri="{FF2B5EF4-FFF2-40B4-BE49-F238E27FC236}">
                  <a16:creationId xmlns:a16="http://schemas.microsoft.com/office/drawing/2014/main" id="{E2822107-5166-4F89-A270-2210FA83D67A}"/>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Oval 202">
              <a:extLst>
                <a:ext uri="{FF2B5EF4-FFF2-40B4-BE49-F238E27FC236}">
                  <a16:creationId xmlns:a16="http://schemas.microsoft.com/office/drawing/2014/main" id="{08B78221-21D8-4C0C-B0E6-115240979589}"/>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Oval 203">
              <a:extLst>
                <a:ext uri="{FF2B5EF4-FFF2-40B4-BE49-F238E27FC236}">
                  <a16:creationId xmlns:a16="http://schemas.microsoft.com/office/drawing/2014/main" id="{A3B03E85-456F-4441-B80D-773FD291ACDD}"/>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5" name="Straight Arrow Connector 204">
              <a:extLst>
                <a:ext uri="{FF2B5EF4-FFF2-40B4-BE49-F238E27FC236}">
                  <a16:creationId xmlns:a16="http://schemas.microsoft.com/office/drawing/2014/main" id="{803DF586-0593-46AD-A80E-FA3779A10920}"/>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332F3929-A1F8-44DF-A41D-ACB9CC503382}"/>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9CC12E47-AAA0-434C-A5A3-B3BCE8E5F88A}"/>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A3290B7D-54FC-42AA-A54E-942922FB5242}"/>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9" name="Group 208">
            <a:extLst>
              <a:ext uri="{FF2B5EF4-FFF2-40B4-BE49-F238E27FC236}">
                <a16:creationId xmlns:a16="http://schemas.microsoft.com/office/drawing/2014/main" id="{C803D707-E03C-4DB0-B6B8-0E1C388B1B5B}"/>
              </a:ext>
            </a:extLst>
          </p:cNvPr>
          <p:cNvGrpSpPr/>
          <p:nvPr/>
        </p:nvGrpSpPr>
        <p:grpSpPr>
          <a:xfrm rot="20270269">
            <a:off x="1170244" y="3675050"/>
            <a:ext cx="1764368" cy="853930"/>
            <a:chOff x="5840602" y="3215780"/>
            <a:chExt cx="1764368" cy="853930"/>
          </a:xfrm>
        </p:grpSpPr>
        <p:sp>
          <p:nvSpPr>
            <p:cNvPr id="210" name="Oval 209">
              <a:extLst>
                <a:ext uri="{FF2B5EF4-FFF2-40B4-BE49-F238E27FC236}">
                  <a16:creationId xmlns:a16="http://schemas.microsoft.com/office/drawing/2014/main" id="{08896924-1E6A-4678-874D-E37A8D05303D}"/>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Oval 210">
              <a:extLst>
                <a:ext uri="{FF2B5EF4-FFF2-40B4-BE49-F238E27FC236}">
                  <a16:creationId xmlns:a16="http://schemas.microsoft.com/office/drawing/2014/main" id="{B769853D-4F77-479F-B365-A4F56443BDD2}"/>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Oval 211">
              <a:extLst>
                <a:ext uri="{FF2B5EF4-FFF2-40B4-BE49-F238E27FC236}">
                  <a16:creationId xmlns:a16="http://schemas.microsoft.com/office/drawing/2014/main" id="{98396040-26A9-4072-909C-587A63CFD4ED}"/>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Oval 212">
              <a:extLst>
                <a:ext uri="{FF2B5EF4-FFF2-40B4-BE49-F238E27FC236}">
                  <a16:creationId xmlns:a16="http://schemas.microsoft.com/office/drawing/2014/main" id="{97061D9C-91A3-4CAD-8043-6DC91577129A}"/>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4" name="Straight Arrow Connector 213">
              <a:extLst>
                <a:ext uri="{FF2B5EF4-FFF2-40B4-BE49-F238E27FC236}">
                  <a16:creationId xmlns:a16="http://schemas.microsoft.com/office/drawing/2014/main" id="{C128639A-F85F-48BD-8E1D-D615F56F5532}"/>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A3BB13DB-8E1F-4966-8A5D-AEC003372682}"/>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AC6FE295-90D5-458A-83AF-B77580F3239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CC946281-1602-4FFF-99CF-F1273AE280CA}"/>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8" name="Group 217">
            <a:extLst>
              <a:ext uri="{FF2B5EF4-FFF2-40B4-BE49-F238E27FC236}">
                <a16:creationId xmlns:a16="http://schemas.microsoft.com/office/drawing/2014/main" id="{1B73007D-9081-4C10-AD46-35465A5D8425}"/>
              </a:ext>
            </a:extLst>
          </p:cNvPr>
          <p:cNvGrpSpPr/>
          <p:nvPr/>
        </p:nvGrpSpPr>
        <p:grpSpPr>
          <a:xfrm rot="14390946">
            <a:off x="298516" y="4827194"/>
            <a:ext cx="1764368" cy="853930"/>
            <a:chOff x="5840602" y="3215780"/>
            <a:chExt cx="1764368" cy="853930"/>
          </a:xfrm>
        </p:grpSpPr>
        <p:sp>
          <p:nvSpPr>
            <p:cNvPr id="219" name="Oval 218">
              <a:extLst>
                <a:ext uri="{FF2B5EF4-FFF2-40B4-BE49-F238E27FC236}">
                  <a16:creationId xmlns:a16="http://schemas.microsoft.com/office/drawing/2014/main" id="{A7A811AA-674B-4521-91FF-03B4C3315ED7}"/>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Oval 219">
              <a:extLst>
                <a:ext uri="{FF2B5EF4-FFF2-40B4-BE49-F238E27FC236}">
                  <a16:creationId xmlns:a16="http://schemas.microsoft.com/office/drawing/2014/main" id="{DC8A9022-7DFC-427A-B0F9-7B57EB919E0B}"/>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Oval 220">
              <a:extLst>
                <a:ext uri="{FF2B5EF4-FFF2-40B4-BE49-F238E27FC236}">
                  <a16:creationId xmlns:a16="http://schemas.microsoft.com/office/drawing/2014/main" id="{30908295-39DB-477C-9749-561E1DA16B9C}"/>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Oval 221">
              <a:extLst>
                <a:ext uri="{FF2B5EF4-FFF2-40B4-BE49-F238E27FC236}">
                  <a16:creationId xmlns:a16="http://schemas.microsoft.com/office/drawing/2014/main" id="{EF87F73A-6B98-4104-A721-224C87BF4264}"/>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3" name="Straight Arrow Connector 222">
              <a:extLst>
                <a:ext uri="{FF2B5EF4-FFF2-40B4-BE49-F238E27FC236}">
                  <a16:creationId xmlns:a16="http://schemas.microsoft.com/office/drawing/2014/main" id="{AA8C790B-D95D-4433-8F77-3FBAC3BE5411}"/>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7B2B777E-A31F-4174-9585-E1FC026528E3}"/>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5D8E171D-DF74-4C84-A52F-3C4149797AC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30289542-AEFA-4597-BC65-162F97D0A557}"/>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27" name="Oval 226">
            <a:extLst>
              <a:ext uri="{FF2B5EF4-FFF2-40B4-BE49-F238E27FC236}">
                <a16:creationId xmlns:a16="http://schemas.microsoft.com/office/drawing/2014/main" id="{B0EFD68C-F739-4862-9D7E-540D85382B2B}"/>
              </a:ext>
            </a:extLst>
          </p:cNvPr>
          <p:cNvSpPr/>
          <p:nvPr/>
        </p:nvSpPr>
        <p:spPr>
          <a:xfrm>
            <a:off x="2919059" y="596045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Oval 227">
            <a:extLst>
              <a:ext uri="{FF2B5EF4-FFF2-40B4-BE49-F238E27FC236}">
                <a16:creationId xmlns:a16="http://schemas.microsoft.com/office/drawing/2014/main" id="{D5576BB7-2C6B-4B25-AA5B-C51928F2998E}"/>
              </a:ext>
            </a:extLst>
          </p:cNvPr>
          <p:cNvSpPr/>
          <p:nvPr/>
        </p:nvSpPr>
        <p:spPr>
          <a:xfrm>
            <a:off x="3458513" y="559206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Oval 228">
            <a:extLst>
              <a:ext uri="{FF2B5EF4-FFF2-40B4-BE49-F238E27FC236}">
                <a16:creationId xmlns:a16="http://schemas.microsoft.com/office/drawing/2014/main" id="{055435F4-8B88-4699-867D-F91F2339233A}"/>
              </a:ext>
            </a:extLst>
          </p:cNvPr>
          <p:cNvSpPr/>
          <p:nvPr/>
        </p:nvSpPr>
        <p:spPr>
          <a:xfrm>
            <a:off x="3211681" y="4137637"/>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Oval 229">
            <a:extLst>
              <a:ext uri="{FF2B5EF4-FFF2-40B4-BE49-F238E27FC236}">
                <a16:creationId xmlns:a16="http://schemas.microsoft.com/office/drawing/2014/main" id="{22DDA89C-A9C2-4688-B58D-63B662B9FA8B}"/>
              </a:ext>
            </a:extLst>
          </p:cNvPr>
          <p:cNvSpPr/>
          <p:nvPr/>
        </p:nvSpPr>
        <p:spPr>
          <a:xfrm>
            <a:off x="2031457" y="5826000"/>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1" name="Straight Arrow Connector 230">
            <a:extLst>
              <a:ext uri="{FF2B5EF4-FFF2-40B4-BE49-F238E27FC236}">
                <a16:creationId xmlns:a16="http://schemas.microsoft.com/office/drawing/2014/main" id="{045A469F-4B76-4C15-BFC9-B069D85D9D16}"/>
              </a:ext>
            </a:extLst>
          </p:cNvPr>
          <p:cNvCxnSpPr>
            <a:cxnSpLocks/>
          </p:cNvCxnSpPr>
          <p:nvPr/>
        </p:nvCxnSpPr>
        <p:spPr>
          <a:xfrm flipV="1">
            <a:off x="3012502" y="5779511"/>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2" name="Straight Arrow Connector 231">
            <a:extLst>
              <a:ext uri="{FF2B5EF4-FFF2-40B4-BE49-F238E27FC236}">
                <a16:creationId xmlns:a16="http://schemas.microsoft.com/office/drawing/2014/main" id="{9C7106F8-F2F5-4E0C-9408-F6B365E7D0B8}"/>
              </a:ext>
            </a:extLst>
          </p:cNvPr>
          <p:cNvCxnSpPr>
            <a:cxnSpLocks/>
          </p:cNvCxnSpPr>
          <p:nvPr/>
        </p:nvCxnSpPr>
        <p:spPr>
          <a:xfrm flipH="1">
            <a:off x="3383130" y="5772912"/>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6A8558A1-6FB8-4D7F-AFDD-35FD07670153}"/>
              </a:ext>
            </a:extLst>
          </p:cNvPr>
          <p:cNvCxnSpPr>
            <a:cxnSpLocks/>
          </p:cNvCxnSpPr>
          <p:nvPr/>
        </p:nvCxnSpPr>
        <p:spPr>
          <a:xfrm flipH="1" flipV="1">
            <a:off x="3138394" y="3994558"/>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B0575DAA-7539-4160-BDA3-04D0B6ACB072}"/>
              </a:ext>
            </a:extLst>
          </p:cNvPr>
          <p:cNvCxnSpPr>
            <a:cxnSpLocks/>
          </p:cNvCxnSpPr>
          <p:nvPr/>
        </p:nvCxnSpPr>
        <p:spPr>
          <a:xfrm flipV="1">
            <a:off x="2275671" y="5938902"/>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5" name="Line 168">
            <a:extLst>
              <a:ext uri="{FF2B5EF4-FFF2-40B4-BE49-F238E27FC236}">
                <a16:creationId xmlns:a16="http://schemas.microsoft.com/office/drawing/2014/main" id="{1525CFB6-2952-4FD6-90BF-8A9869B9CADB}"/>
              </a:ext>
            </a:extLst>
          </p:cNvPr>
          <p:cNvSpPr>
            <a:spLocks noChangeShapeType="1"/>
          </p:cNvSpPr>
          <p:nvPr/>
        </p:nvSpPr>
        <p:spPr bwMode="auto">
          <a:xfrm>
            <a:off x="194028" y="3775007"/>
            <a:ext cx="44450" cy="1587"/>
          </a:xfrm>
          <a:prstGeom prst="line">
            <a:avLst/>
          </a:prstGeom>
          <a:noFill/>
          <a:ln w="28">
            <a:solidFill>
              <a:srgbClr val="FF0000"/>
            </a:solidFill>
            <a:round/>
            <a:headEnd/>
            <a:tailEnd/>
          </a:ln>
        </p:spPr>
        <p:txBody>
          <a:bodyPr/>
          <a:lstStyle/>
          <a:p>
            <a:endParaRPr lang="en-US" dirty="0"/>
          </a:p>
        </p:txBody>
      </p:sp>
      <p:sp>
        <p:nvSpPr>
          <p:cNvPr id="236" name="Oval 235">
            <a:extLst>
              <a:ext uri="{FF2B5EF4-FFF2-40B4-BE49-F238E27FC236}">
                <a16:creationId xmlns:a16="http://schemas.microsoft.com/office/drawing/2014/main" id="{9B3F70D2-A0E2-4642-A37C-B9DE16F90D56}"/>
              </a:ext>
            </a:extLst>
          </p:cNvPr>
          <p:cNvSpPr/>
          <p:nvPr/>
        </p:nvSpPr>
        <p:spPr>
          <a:xfrm>
            <a:off x="684833" y="374497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7" name="Straight Arrow Connector 236">
            <a:extLst>
              <a:ext uri="{FF2B5EF4-FFF2-40B4-BE49-F238E27FC236}">
                <a16:creationId xmlns:a16="http://schemas.microsoft.com/office/drawing/2014/main" id="{81AC4184-4A1A-41BF-BE50-0F705CC89544}"/>
              </a:ext>
            </a:extLst>
          </p:cNvPr>
          <p:cNvCxnSpPr>
            <a:cxnSpLocks/>
          </p:cNvCxnSpPr>
          <p:nvPr/>
        </p:nvCxnSpPr>
        <p:spPr>
          <a:xfrm flipH="1">
            <a:off x="609450" y="392582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4" name="Rectangle 243">
            <a:extLst>
              <a:ext uri="{FF2B5EF4-FFF2-40B4-BE49-F238E27FC236}">
                <a16:creationId xmlns:a16="http://schemas.microsoft.com/office/drawing/2014/main" id="{6C7C7B11-13F4-4F94-B481-67E36B39E182}"/>
              </a:ext>
            </a:extLst>
          </p:cNvPr>
          <p:cNvSpPr/>
          <p:nvPr/>
        </p:nvSpPr>
        <p:spPr>
          <a:xfrm>
            <a:off x="304800" y="3389376"/>
            <a:ext cx="8619744" cy="170688"/>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45234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518347" y="1731772"/>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037711" y="15687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243D3014-180A-4B53-96E9-FC64E0C7D852}"/>
              </a:ext>
            </a:extLst>
          </p:cNvPr>
          <p:cNvSpPr/>
          <p:nvPr/>
        </p:nvSpPr>
        <p:spPr>
          <a:xfrm rot="8990946">
            <a:off x="7628499" y="270416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rot="8990946">
            <a:off x="6955529" y="288662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rot="8990946">
            <a:off x="7746805" y="210684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rot="8990946">
            <a:off x="8463548" y="237460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rot="8990946" flipV="1">
            <a:off x="7838367" y="28948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rot="8990946" flipH="1">
            <a:off x="7038036" y="2716512"/>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a:off x="7886192" y="2343095"/>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rot="8990946" flipV="1">
            <a:off x="8212519" y="2611005"/>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9" name="Oval 238">
            <a:extLst>
              <a:ext uri="{FF2B5EF4-FFF2-40B4-BE49-F238E27FC236}">
                <a16:creationId xmlns:a16="http://schemas.microsoft.com/office/drawing/2014/main" id="{08744D62-9653-478F-8F74-545F9D811114}"/>
              </a:ext>
            </a:extLst>
          </p:cNvPr>
          <p:cNvSpPr/>
          <p:nvPr/>
        </p:nvSpPr>
        <p:spPr>
          <a:xfrm>
            <a:off x="3244510" y="191820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25D7EA3F-540F-4A7E-829D-14C2902DA495}"/>
              </a:ext>
            </a:extLst>
          </p:cNvPr>
          <p:cNvSpPr/>
          <p:nvPr/>
        </p:nvSpPr>
        <p:spPr>
          <a:xfrm>
            <a:off x="2820330" y="2175764"/>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41475FB2-363A-48E8-8129-C295ECBF20B0}"/>
              </a:ext>
            </a:extLst>
          </p:cNvPr>
          <p:cNvSpPr/>
          <p:nvPr/>
        </p:nvSpPr>
        <p:spPr>
          <a:xfrm>
            <a:off x="3118101" y="2320008"/>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85308AD8-0C76-412E-9523-6999C0B214CF}"/>
              </a:ext>
            </a:extLst>
          </p:cNvPr>
          <p:cNvSpPr/>
          <p:nvPr/>
        </p:nvSpPr>
        <p:spPr>
          <a:xfrm>
            <a:off x="2816774" y="185216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317863D-5219-4698-A048-B39738BDAB79}"/>
              </a:ext>
            </a:extLst>
          </p:cNvPr>
          <p:cNvSpPr/>
          <p:nvPr/>
        </p:nvSpPr>
        <p:spPr>
          <a:xfrm>
            <a:off x="3538134" y="2196592"/>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2ADEA11F-1A40-450F-865D-A32262FCEFF1}"/>
              </a:ext>
            </a:extLst>
          </p:cNvPr>
          <p:cNvSpPr/>
          <p:nvPr/>
        </p:nvSpPr>
        <p:spPr>
          <a:xfrm>
            <a:off x="7182018" y="2440940"/>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B8B48205-38E1-44EB-B8B1-01FEEC18EE71}"/>
              </a:ext>
            </a:extLst>
          </p:cNvPr>
          <p:cNvSpPr/>
          <p:nvPr/>
        </p:nvSpPr>
        <p:spPr>
          <a:xfrm>
            <a:off x="7040794" y="191668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Oval 246">
            <a:extLst>
              <a:ext uri="{FF2B5EF4-FFF2-40B4-BE49-F238E27FC236}">
                <a16:creationId xmlns:a16="http://schemas.microsoft.com/office/drawing/2014/main" id="{AA813BC0-881D-4305-B382-43908FF96D8A}"/>
              </a:ext>
            </a:extLst>
          </p:cNvPr>
          <p:cNvSpPr/>
          <p:nvPr/>
        </p:nvSpPr>
        <p:spPr>
          <a:xfrm>
            <a:off x="7423318" y="230632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Oval 247">
            <a:extLst>
              <a:ext uri="{FF2B5EF4-FFF2-40B4-BE49-F238E27FC236}">
                <a16:creationId xmlns:a16="http://schemas.microsoft.com/office/drawing/2014/main" id="{B0035058-EF1F-4E19-B521-77849CD303DE}"/>
              </a:ext>
            </a:extLst>
          </p:cNvPr>
          <p:cNvSpPr/>
          <p:nvPr/>
        </p:nvSpPr>
        <p:spPr>
          <a:xfrm>
            <a:off x="7462942" y="185521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Oval 248">
            <a:extLst>
              <a:ext uri="{FF2B5EF4-FFF2-40B4-BE49-F238E27FC236}">
                <a16:creationId xmlns:a16="http://schemas.microsoft.com/office/drawing/2014/main" id="{E4E58468-C426-48E2-AE2D-A12D38251D93}"/>
              </a:ext>
            </a:extLst>
          </p:cNvPr>
          <p:cNvSpPr/>
          <p:nvPr/>
        </p:nvSpPr>
        <p:spPr>
          <a:xfrm>
            <a:off x="7157634" y="21229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0" name="Straight Arrow Connector 249">
            <a:extLst>
              <a:ext uri="{FF2B5EF4-FFF2-40B4-BE49-F238E27FC236}">
                <a16:creationId xmlns:a16="http://schemas.microsoft.com/office/drawing/2014/main" id="{7AF4DBCB-CF13-444F-8E3C-C1F68E2CA144}"/>
              </a:ext>
            </a:extLst>
          </p:cNvPr>
          <p:cNvCxnSpPr>
            <a:cxnSpLocks/>
          </p:cNvCxnSpPr>
          <p:nvPr/>
        </p:nvCxnSpPr>
        <p:spPr>
          <a:xfrm>
            <a:off x="7569962" y="24133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DD241EA0-481D-494A-8BF5-019FD2ABD449}"/>
              </a:ext>
            </a:extLst>
          </p:cNvPr>
          <p:cNvCxnSpPr>
            <a:cxnSpLocks/>
          </p:cNvCxnSpPr>
          <p:nvPr/>
        </p:nvCxnSpPr>
        <p:spPr>
          <a:xfrm>
            <a:off x="7656480" y="1945184"/>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25243D54-675C-467E-8D69-2BC657C76945}"/>
              </a:ext>
            </a:extLst>
          </p:cNvPr>
          <p:cNvCxnSpPr>
            <a:cxnSpLocks/>
          </p:cNvCxnSpPr>
          <p:nvPr/>
        </p:nvCxnSpPr>
        <p:spPr>
          <a:xfrm>
            <a:off x="7310462" y="2624301"/>
            <a:ext cx="151042" cy="14328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4B21151B-4C2E-4CE9-88DE-B81655002BAF}"/>
              </a:ext>
            </a:extLst>
          </p:cNvPr>
          <p:cNvCxnSpPr>
            <a:cxnSpLocks/>
          </p:cNvCxnSpPr>
          <p:nvPr/>
        </p:nvCxnSpPr>
        <p:spPr>
          <a:xfrm flipH="1">
            <a:off x="6851904" y="2251662"/>
            <a:ext cx="34653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E5080E96-5995-4411-A1A7-A35107841729}"/>
              </a:ext>
            </a:extLst>
          </p:cNvPr>
          <p:cNvCxnSpPr>
            <a:cxnSpLocks/>
          </p:cNvCxnSpPr>
          <p:nvPr/>
        </p:nvCxnSpPr>
        <p:spPr>
          <a:xfrm flipV="1">
            <a:off x="2994158" y="1755648"/>
            <a:ext cx="126994" cy="15123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0E0E36C8-DF2B-43FD-B31F-DF01DCEB4238}"/>
              </a:ext>
            </a:extLst>
          </p:cNvPr>
          <p:cNvCxnSpPr>
            <a:cxnSpLocks/>
          </p:cNvCxnSpPr>
          <p:nvPr/>
        </p:nvCxnSpPr>
        <p:spPr>
          <a:xfrm flipH="1" flipV="1">
            <a:off x="6888480" y="1853184"/>
            <a:ext cx="161143" cy="10078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5FD20E8A-9D2F-4E2E-ACDF-FC06425E38C0}"/>
              </a:ext>
            </a:extLst>
          </p:cNvPr>
          <p:cNvCxnSpPr>
            <a:cxnSpLocks/>
          </p:cNvCxnSpPr>
          <p:nvPr/>
        </p:nvCxnSpPr>
        <p:spPr>
          <a:xfrm flipH="1" flipV="1">
            <a:off x="3352800" y="2182368"/>
            <a:ext cx="201169" cy="115824"/>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D8BB8D1B-11B8-49D4-9CA9-03656E864F6D}"/>
              </a:ext>
            </a:extLst>
          </p:cNvPr>
          <p:cNvCxnSpPr>
            <a:cxnSpLocks/>
          </p:cNvCxnSpPr>
          <p:nvPr/>
        </p:nvCxnSpPr>
        <p:spPr>
          <a:xfrm flipH="1">
            <a:off x="3041904" y="2417264"/>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a16:creationId xmlns:a16="http://schemas.microsoft.com/office/drawing/2014/main" id="{9420AB44-BF72-4EF6-A90D-6A97A843818A}"/>
              </a:ext>
            </a:extLst>
          </p:cNvPr>
          <p:cNvCxnSpPr>
            <a:cxnSpLocks/>
          </p:cNvCxnSpPr>
          <p:nvPr/>
        </p:nvCxnSpPr>
        <p:spPr>
          <a:xfrm flipH="1" flipV="1">
            <a:off x="3108960" y="2072810"/>
            <a:ext cx="145537"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9" name="Straight Arrow Connector 258">
            <a:extLst>
              <a:ext uri="{FF2B5EF4-FFF2-40B4-BE49-F238E27FC236}">
                <a16:creationId xmlns:a16="http://schemas.microsoft.com/office/drawing/2014/main" id="{C9B269CC-0CC3-48DD-8214-34074C31F76A}"/>
              </a:ext>
            </a:extLst>
          </p:cNvPr>
          <p:cNvCxnSpPr>
            <a:cxnSpLocks/>
          </p:cNvCxnSpPr>
          <p:nvPr/>
        </p:nvCxnSpPr>
        <p:spPr>
          <a:xfrm flipV="1">
            <a:off x="2963960" y="2284604"/>
            <a:ext cx="3278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Straight Arrow Connector 259">
            <a:extLst>
              <a:ext uri="{FF2B5EF4-FFF2-40B4-BE49-F238E27FC236}">
                <a16:creationId xmlns:a16="http://schemas.microsoft.com/office/drawing/2014/main" id="{DF52A239-06CA-424C-9C9D-12F35868276C}"/>
              </a:ext>
            </a:extLst>
          </p:cNvPr>
          <p:cNvCxnSpPr>
            <a:cxnSpLocks/>
          </p:cNvCxnSpPr>
          <p:nvPr/>
        </p:nvCxnSpPr>
        <p:spPr>
          <a:xfrm flipH="1">
            <a:off x="7967321" y="172841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261" name="Group 18">
            <a:extLst>
              <a:ext uri="{FF2B5EF4-FFF2-40B4-BE49-F238E27FC236}">
                <a16:creationId xmlns:a16="http://schemas.microsoft.com/office/drawing/2014/main" id="{FE057A1D-A4A3-4A54-86F6-83EDFA08D9C9}"/>
              </a:ext>
            </a:extLst>
          </p:cNvPr>
          <p:cNvGrpSpPr>
            <a:grpSpLocks/>
          </p:cNvGrpSpPr>
          <p:nvPr/>
        </p:nvGrpSpPr>
        <p:grpSpPr bwMode="auto">
          <a:xfrm>
            <a:off x="2515911" y="1624838"/>
            <a:ext cx="4621213" cy="1028700"/>
            <a:chOff x="1098455" y="1454019"/>
            <a:chExt cx="7727044" cy="1028700"/>
          </a:xfrm>
        </p:grpSpPr>
        <p:sp>
          <p:nvSpPr>
            <p:cNvPr id="262" name="Rectangle 43">
              <a:extLst>
                <a:ext uri="{FF2B5EF4-FFF2-40B4-BE49-F238E27FC236}">
                  <a16:creationId xmlns:a16="http://schemas.microsoft.com/office/drawing/2014/main" id="{7729751C-0907-4633-B3B5-1ADE3113CB1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263" name="Rectangle 42">
              <a:extLst>
                <a:ext uri="{FF2B5EF4-FFF2-40B4-BE49-F238E27FC236}">
                  <a16:creationId xmlns:a16="http://schemas.microsoft.com/office/drawing/2014/main" id="{D39A8741-B38F-40F6-B555-C78F22717166}"/>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30" name="TextBox 29">
            <a:extLst>
              <a:ext uri="{FF2B5EF4-FFF2-40B4-BE49-F238E27FC236}">
                <a16:creationId xmlns:a16="http://schemas.microsoft.com/office/drawing/2014/main" id="{E9DA2188-6F2A-4248-A863-9BDB8163AEF1}"/>
              </a:ext>
            </a:extLst>
          </p:cNvPr>
          <p:cNvSpPr txBox="1"/>
          <p:nvPr/>
        </p:nvSpPr>
        <p:spPr>
          <a:xfrm>
            <a:off x="5218176" y="3755136"/>
            <a:ext cx="1856342" cy="369332"/>
          </a:xfrm>
          <a:prstGeom prst="rect">
            <a:avLst/>
          </a:prstGeom>
          <a:noFill/>
        </p:spPr>
        <p:txBody>
          <a:bodyPr wrap="none" rtlCol="0">
            <a:spAutoFit/>
          </a:bodyPr>
          <a:lstStyle/>
          <a:p>
            <a:r>
              <a:rPr lang="en-US" dirty="0"/>
              <a:t>Some reflect back</a:t>
            </a:r>
          </a:p>
        </p:txBody>
      </p:sp>
      <p:cxnSp>
        <p:nvCxnSpPr>
          <p:cNvPr id="37" name="Straight Arrow Connector 36">
            <a:extLst>
              <a:ext uri="{FF2B5EF4-FFF2-40B4-BE49-F238E27FC236}">
                <a16:creationId xmlns:a16="http://schemas.microsoft.com/office/drawing/2014/main" id="{2B40F373-AC44-4A05-945E-2BD4E589F13B}"/>
              </a:ext>
            </a:extLst>
          </p:cNvPr>
          <p:cNvCxnSpPr/>
          <p:nvPr/>
        </p:nvCxnSpPr>
        <p:spPr>
          <a:xfrm flipV="1">
            <a:off x="5815584" y="2414016"/>
            <a:ext cx="1121664" cy="126796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14D38712-6AA8-4EAF-8132-B2FFF78D7991}"/>
              </a:ext>
            </a:extLst>
          </p:cNvPr>
          <p:cNvCxnSpPr>
            <a:cxnSpLocks/>
          </p:cNvCxnSpPr>
          <p:nvPr/>
        </p:nvCxnSpPr>
        <p:spPr>
          <a:xfrm flipH="1" flipV="1">
            <a:off x="7687056" y="2590800"/>
            <a:ext cx="323088" cy="148132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65" name="TextBox 264">
            <a:extLst>
              <a:ext uri="{FF2B5EF4-FFF2-40B4-BE49-F238E27FC236}">
                <a16:creationId xmlns:a16="http://schemas.microsoft.com/office/drawing/2014/main" id="{CA434055-D620-4E4A-88CF-BD0A895B7A04}"/>
              </a:ext>
            </a:extLst>
          </p:cNvPr>
          <p:cNvSpPr txBox="1"/>
          <p:nvPr/>
        </p:nvSpPr>
        <p:spPr>
          <a:xfrm>
            <a:off x="6943344" y="4139184"/>
            <a:ext cx="1838004" cy="369332"/>
          </a:xfrm>
          <a:prstGeom prst="rect">
            <a:avLst/>
          </a:prstGeom>
          <a:noFill/>
        </p:spPr>
        <p:txBody>
          <a:bodyPr wrap="none" rtlCol="0">
            <a:spAutoFit/>
          </a:bodyPr>
          <a:lstStyle/>
          <a:p>
            <a:r>
              <a:rPr lang="en-US" dirty="0"/>
              <a:t>Some Keep Going</a:t>
            </a:r>
          </a:p>
        </p:txBody>
      </p:sp>
    </p:spTree>
    <p:extLst>
      <p:ext uri="{BB962C8B-B14F-4D97-AF65-F5344CB8AC3E}">
        <p14:creationId xmlns:p14="http://schemas.microsoft.com/office/powerpoint/2010/main" val="146563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223.7.1</a:t>
            </a:r>
          </a:p>
        </p:txBody>
      </p:sp>
      <p:sp>
        <p:nvSpPr>
          <p:cNvPr id="77828" name="Rectangle 3"/>
          <p:cNvSpPr>
            <a:spLocks noGrp="1" noChangeArrowheads="1"/>
          </p:cNvSpPr>
          <p:nvPr>
            <p:ph idx="1"/>
          </p:nvPr>
        </p:nvSpPr>
        <p:spPr/>
        <p:txBody>
          <a:bodyPr/>
          <a:lstStyle/>
          <a:p>
            <a:pPr marL="609600" indent="-609600" eaLnBrk="1" hangingPunct="1">
              <a:buFontTx/>
              <a:buNone/>
            </a:pPr>
            <a:r>
              <a:rPr lang="en-US" dirty="0"/>
              <a:t>A pipe, closed at one end, has a displacement node at one end. Why?</a:t>
            </a:r>
          </a:p>
          <a:p>
            <a:pPr marL="609600" indent="-609600" eaLnBrk="1" hangingPunct="1">
              <a:buFontTx/>
              <a:buAutoNum type="alphaLcParenR"/>
            </a:pPr>
            <a:r>
              <a:rPr lang="en-US" dirty="0"/>
              <a:t>The pressure there must match atmospheric pressure</a:t>
            </a:r>
          </a:p>
          <a:p>
            <a:pPr marL="609600" indent="-609600" eaLnBrk="1" hangingPunct="1">
              <a:buFontTx/>
              <a:buAutoNum type="alphaLcParenR"/>
            </a:pPr>
            <a:r>
              <a:rPr lang="en-US" dirty="0"/>
              <a:t>The molecules experience a 3</a:t>
            </a:r>
            <a:r>
              <a:rPr lang="en-US" baseline="30000" dirty="0"/>
              <a:t>rd</a:t>
            </a:r>
            <a:r>
              <a:rPr lang="en-US" dirty="0"/>
              <a:t> law reaction force</a:t>
            </a:r>
          </a:p>
          <a:p>
            <a:pPr marL="609600" indent="-609600" eaLnBrk="1" hangingPunct="1">
              <a:buFontTx/>
              <a:buAutoNum type="alphaLcParenR"/>
            </a:pPr>
            <a:r>
              <a:rPr lang="en-US" dirty="0"/>
              <a:t>The end prevents the molecules from moving in a longitudinal direction</a:t>
            </a: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43</a:t>
            </a:fld>
            <a:endParaRPr lang="en-US"/>
          </a:p>
        </p:txBody>
      </p:sp>
    </p:spTree>
    <p:extLst>
      <p:ext uri="{BB962C8B-B14F-4D97-AF65-F5344CB8AC3E}">
        <p14:creationId xmlns:p14="http://schemas.microsoft.com/office/powerpoint/2010/main" val="5819129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1" name="Rectangle 2"/>
          <p:cNvSpPr>
            <a:spLocks noGrp="1" noChangeArrowheads="1"/>
          </p:cNvSpPr>
          <p:nvPr>
            <p:ph type="title"/>
          </p:nvPr>
        </p:nvSpPr>
        <p:spPr/>
        <p:txBody>
          <a:bodyPr/>
          <a:lstStyle/>
          <a:p>
            <a:r>
              <a:rPr lang="en-US" dirty="0"/>
              <a:t>Question 223.7.2</a:t>
            </a:r>
          </a:p>
        </p:txBody>
      </p:sp>
      <p:sp>
        <p:nvSpPr>
          <p:cNvPr id="78852" name="Rectangle 3"/>
          <p:cNvSpPr>
            <a:spLocks noGrp="1" noChangeArrowheads="1"/>
          </p:cNvSpPr>
          <p:nvPr>
            <p:ph idx="1"/>
          </p:nvPr>
        </p:nvSpPr>
        <p:spPr/>
        <p:txBody>
          <a:bodyPr/>
          <a:lstStyle/>
          <a:p>
            <a:pPr marL="609600" indent="-609600" eaLnBrk="1" hangingPunct="1">
              <a:buFontTx/>
              <a:buNone/>
            </a:pPr>
            <a:r>
              <a:rPr lang="en-US" dirty="0"/>
              <a:t>A pipe that is open at both ends has a standing sound wave generated in it. The pipe will have a pressure ____________ at both ends.</a:t>
            </a:r>
          </a:p>
          <a:p>
            <a:pPr marL="609600" indent="-609600" eaLnBrk="1" hangingPunct="1">
              <a:buFontTx/>
              <a:buNone/>
            </a:pPr>
            <a:endParaRPr lang="en-US" dirty="0"/>
          </a:p>
          <a:p>
            <a:pPr marL="609600" indent="-609600" eaLnBrk="1" hangingPunct="1">
              <a:buFontTx/>
              <a:buAutoNum type="alphaLcParenR"/>
            </a:pPr>
            <a:r>
              <a:rPr lang="en-US" dirty="0"/>
              <a:t>Node</a:t>
            </a:r>
          </a:p>
          <a:p>
            <a:pPr marL="609600" indent="-609600" eaLnBrk="1" hangingPunct="1">
              <a:buFontTx/>
              <a:buAutoNum type="alphaLcParenR"/>
            </a:pPr>
            <a:r>
              <a:rPr lang="en-US" dirty="0" err="1"/>
              <a:t>Antinode</a:t>
            </a:r>
            <a:endParaRPr lang="en-US" dirty="0"/>
          </a:p>
          <a:p>
            <a:pPr marL="609600" indent="-609600" eaLnBrk="1" hangingPunct="1">
              <a:buFontTx/>
              <a:buAutoNum type="alphaLcParenR"/>
            </a:pPr>
            <a:r>
              <a:rPr lang="en-US" dirty="0"/>
              <a:t>Neither</a:t>
            </a:r>
          </a:p>
        </p:txBody>
      </p:sp>
      <p:sp>
        <p:nvSpPr>
          <p:cNvPr id="78850" name="Slide Number Placeholder 5"/>
          <p:cNvSpPr>
            <a:spLocks noGrp="1"/>
          </p:cNvSpPr>
          <p:nvPr>
            <p:ph type="sldNum" sz="quarter" idx="12"/>
          </p:nvPr>
        </p:nvSpPr>
        <p:spPr>
          <a:noFill/>
        </p:spPr>
        <p:txBody>
          <a:bodyPr/>
          <a:lstStyle/>
          <a:p>
            <a:fld id="{065A0839-7BAF-41EB-A70B-3F1C3D56D995}" type="slidenum">
              <a:rPr lang="en-US" smtClean="0"/>
              <a:pPr/>
              <a:t>44</a:t>
            </a:fld>
            <a:endParaRPr lang="en-US"/>
          </a:p>
        </p:txBody>
      </p:sp>
    </p:spTree>
    <p:extLst>
      <p:ext uri="{BB962C8B-B14F-4D97-AF65-F5344CB8AC3E}">
        <p14:creationId xmlns:p14="http://schemas.microsoft.com/office/powerpoint/2010/main" val="24287952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223.7.2.5</a:t>
            </a:r>
          </a:p>
        </p:txBody>
      </p:sp>
      <p:sp>
        <p:nvSpPr>
          <p:cNvPr id="77828" name="Rectangle 3"/>
          <p:cNvSpPr>
            <a:spLocks noGrp="1" noChangeArrowheads="1"/>
          </p:cNvSpPr>
          <p:nvPr>
            <p:ph idx="1"/>
          </p:nvPr>
        </p:nvSpPr>
        <p:spPr/>
        <p:txBody>
          <a:bodyPr>
            <a:normAutofit/>
          </a:bodyPr>
          <a:lstStyle/>
          <a:p>
            <a:pPr marL="609600" indent="-609600" eaLnBrk="1" hangingPunct="1">
              <a:buFontTx/>
              <a:buNone/>
            </a:pPr>
            <a:r>
              <a:rPr lang="en-US" dirty="0"/>
              <a:t>A pipe, open on both ends has a tuning fork next to it which is oscillating at the pipe’s second harmonic frequency, How big is the wavelength compared to the pipe length?</a:t>
            </a:r>
          </a:p>
          <a:p>
            <a:pPr marL="609600" indent="-609600" eaLnBrk="1" hangingPunct="1">
              <a:buFontTx/>
              <a:buAutoNum type="alphaLcParenR"/>
            </a:pPr>
            <a:r>
              <a:rPr lang="en-US" dirty="0">
                <a:sym typeface="Symbol"/>
              </a:rPr>
              <a:t> = L/2</a:t>
            </a:r>
          </a:p>
          <a:p>
            <a:pPr marL="609600" indent="-609600">
              <a:buFontTx/>
              <a:buAutoNum type="alphaLcParenR"/>
            </a:pPr>
            <a:r>
              <a:rPr lang="en-US" dirty="0">
                <a:sym typeface="Symbol"/>
              </a:rPr>
              <a:t> = L</a:t>
            </a:r>
          </a:p>
          <a:p>
            <a:pPr marL="609600" indent="-609600">
              <a:buFontTx/>
              <a:buAutoNum type="alphaLcParenR"/>
            </a:pPr>
            <a:r>
              <a:rPr lang="en-US" dirty="0">
                <a:sym typeface="Symbol"/>
              </a:rPr>
              <a:t> = 2L</a:t>
            </a:r>
          </a:p>
          <a:p>
            <a:pPr marL="609600" indent="-609600">
              <a:buFontTx/>
              <a:buAutoNum type="alphaLcParenR"/>
            </a:pPr>
            <a:r>
              <a:rPr lang="en-US" dirty="0">
                <a:sym typeface="Symbol"/>
              </a:rPr>
              <a:t> = (3/2)L</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45</a:t>
            </a:fld>
            <a:endParaRPr lang="en-US"/>
          </a:p>
        </p:txBody>
      </p:sp>
    </p:spTree>
    <p:extLst>
      <p:ext uri="{BB962C8B-B14F-4D97-AF65-F5344CB8AC3E}">
        <p14:creationId xmlns:p14="http://schemas.microsoft.com/office/powerpoint/2010/main" val="31423062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9761" name="Picture 2"/>
          <p:cNvPicPr>
            <a:picLocks noChangeAspect="1" noChangeArrowheads="1"/>
          </p:cNvPicPr>
          <p:nvPr/>
        </p:nvPicPr>
        <p:blipFill>
          <a:blip r:embed="rId3" cstate="print"/>
          <a:srcRect/>
          <a:stretch>
            <a:fillRect/>
          </a:stretch>
        </p:blipFill>
        <p:spPr bwMode="auto">
          <a:xfrm>
            <a:off x="2357438" y="2925763"/>
            <a:ext cx="4892675" cy="973137"/>
          </a:xfrm>
          <a:prstGeom prst="rect">
            <a:avLst/>
          </a:prstGeom>
          <a:noFill/>
          <a:ln w="9525">
            <a:noFill/>
            <a:miter lim="800000"/>
            <a:headEnd/>
            <a:tailEnd/>
          </a:ln>
        </p:spPr>
      </p:pic>
      <p:sp>
        <p:nvSpPr>
          <p:cNvPr id="629762" name="Rectangle 41"/>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629763" name="Rectangle 41"/>
          <p:cNvSpPr>
            <a:spLocks noChangeArrowheads="1"/>
          </p:cNvSpPr>
          <p:nvPr/>
        </p:nvSpPr>
        <p:spPr bwMode="auto">
          <a:xfrm>
            <a:off x="4511675" y="1554163"/>
            <a:ext cx="2635250" cy="830262"/>
          </a:xfrm>
          <a:prstGeom prst="rect">
            <a:avLst/>
          </a:prstGeom>
          <a:solidFill>
            <a:schemeClr val="accent1"/>
          </a:solidFill>
          <a:ln w="9525">
            <a:noFill/>
            <a:miter lim="800000"/>
            <a:headEnd/>
            <a:tailEnd/>
          </a:ln>
        </p:spPr>
        <p:txBody>
          <a:bodyPr wrap="none" anchor="ctr"/>
          <a:lstStyle/>
          <a:p>
            <a:endParaRPr lang="en-US" dirty="0"/>
          </a:p>
        </p:txBody>
      </p:sp>
      <p:sp>
        <p:nvSpPr>
          <p:cNvPr id="629764" name="TextBox 242"/>
          <p:cNvSpPr txBox="1">
            <a:spLocks noChangeArrowheads="1"/>
          </p:cNvSpPr>
          <p:nvPr/>
        </p:nvSpPr>
        <p:spPr bwMode="auto">
          <a:xfrm>
            <a:off x="163513" y="4800600"/>
            <a:ext cx="1743075" cy="369888"/>
          </a:xfrm>
          <a:prstGeom prst="rect">
            <a:avLst/>
          </a:prstGeom>
          <a:noFill/>
          <a:ln w="9525">
            <a:noFill/>
            <a:miter lim="800000"/>
            <a:headEnd/>
            <a:tailEnd/>
          </a:ln>
        </p:spPr>
        <p:txBody>
          <a:bodyPr wrap="none">
            <a:spAutoFit/>
          </a:bodyPr>
          <a:lstStyle/>
          <a:p>
            <a:r>
              <a:rPr lang="en-US" dirty="0"/>
              <a:t>Pressure Change</a:t>
            </a:r>
          </a:p>
        </p:txBody>
      </p:sp>
      <p:sp>
        <p:nvSpPr>
          <p:cNvPr id="629765" name="Rectangle 41"/>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629767" name="TextBox 405"/>
          <p:cNvSpPr txBox="1">
            <a:spLocks noChangeArrowheads="1"/>
          </p:cNvSpPr>
          <p:nvPr/>
        </p:nvSpPr>
        <p:spPr bwMode="auto">
          <a:xfrm>
            <a:off x="130175" y="2863850"/>
            <a:ext cx="1682750" cy="922338"/>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00" y="971550"/>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9769" name="TextBox 181"/>
          <p:cNvSpPr txBox="1">
            <a:spLocks noChangeArrowheads="1"/>
          </p:cNvSpPr>
          <p:nvPr/>
        </p:nvSpPr>
        <p:spPr bwMode="auto">
          <a:xfrm>
            <a:off x="4605338" y="293688"/>
            <a:ext cx="423862" cy="585787"/>
          </a:xfrm>
          <a:prstGeom prst="rect">
            <a:avLst/>
          </a:prstGeom>
          <a:noFill/>
          <a:ln w="9525">
            <a:noFill/>
            <a:miter lim="800000"/>
            <a:headEnd/>
            <a:tailEnd/>
          </a:ln>
        </p:spPr>
        <p:txBody>
          <a:bodyPr>
            <a:spAutoFit/>
          </a:bodyPr>
          <a:lstStyle/>
          <a:p>
            <a:r>
              <a:rPr lang="en-US" sz="3200" dirty="0"/>
              <a:t>L</a:t>
            </a:r>
          </a:p>
        </p:txBody>
      </p:sp>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1" name="Straight Connector 210"/>
          <p:cNvCxnSpPr/>
          <p:nvPr/>
        </p:nvCxnSpPr>
        <p:spPr>
          <a:xfrm rot="5400000">
            <a:off x="645319" y="4417219"/>
            <a:ext cx="35433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191" name="Rectangle 190"/>
          <p:cNvSpPr/>
          <p:nvPr/>
        </p:nvSpPr>
        <p:spPr>
          <a:xfrm>
            <a:off x="881063" y="1338263"/>
            <a:ext cx="1666875" cy="1257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18"/>
          <p:cNvGrpSpPr>
            <a:grpSpLocks/>
          </p:cNvGrpSpPr>
          <p:nvPr/>
        </p:nvGrpSpPr>
        <p:grpSpPr bwMode="auto">
          <a:xfrm>
            <a:off x="2498725" y="1454150"/>
            <a:ext cx="4621213" cy="1028700"/>
            <a:chOff x="1098455" y="1454019"/>
            <a:chExt cx="7727044" cy="1028700"/>
          </a:xfrm>
        </p:grpSpPr>
        <p:sp>
          <p:nvSpPr>
            <p:cNvPr id="629937"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9938"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9775" name="Rectangle 45"/>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3" name="Group 357"/>
          <p:cNvGrpSpPr>
            <a:grpSpLocks/>
          </p:cNvGrpSpPr>
          <p:nvPr/>
        </p:nvGrpSpPr>
        <p:grpSpPr bwMode="auto">
          <a:xfrm flipH="1">
            <a:off x="2460625" y="5070475"/>
            <a:ext cx="4537075" cy="579438"/>
            <a:chOff x="2460626" y="5070475"/>
            <a:chExt cx="4537075" cy="579438"/>
          </a:xfrm>
        </p:grpSpPr>
        <p:sp>
          <p:nvSpPr>
            <p:cNvPr id="40969" name="Line 9"/>
            <p:cNvSpPr>
              <a:spLocks noChangeShapeType="1"/>
            </p:cNvSpPr>
            <p:nvPr/>
          </p:nvSpPr>
          <p:spPr bwMode="auto">
            <a:xfrm flipV="1">
              <a:off x="2460626" y="53546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0" name="Line 10"/>
            <p:cNvSpPr>
              <a:spLocks noChangeShapeType="1"/>
            </p:cNvSpPr>
            <p:nvPr/>
          </p:nvSpPr>
          <p:spPr bwMode="auto">
            <a:xfrm flipV="1">
              <a:off x="2505076" y="5349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1" name="Line 11"/>
            <p:cNvSpPr>
              <a:spLocks noChangeShapeType="1"/>
            </p:cNvSpPr>
            <p:nvPr/>
          </p:nvSpPr>
          <p:spPr bwMode="auto">
            <a:xfrm flipV="1">
              <a:off x="2551113" y="53451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2" name="Line 12"/>
            <p:cNvSpPr>
              <a:spLocks noChangeShapeType="1"/>
            </p:cNvSpPr>
            <p:nvPr/>
          </p:nvSpPr>
          <p:spPr bwMode="auto">
            <a:xfrm flipV="1">
              <a:off x="2598738" y="53403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3" name="Line 13"/>
            <p:cNvSpPr>
              <a:spLocks noChangeShapeType="1"/>
            </p:cNvSpPr>
            <p:nvPr/>
          </p:nvSpPr>
          <p:spPr bwMode="auto">
            <a:xfrm flipV="1">
              <a:off x="2643188" y="53371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4" name="Line 14"/>
            <p:cNvSpPr>
              <a:spLocks noChangeShapeType="1"/>
            </p:cNvSpPr>
            <p:nvPr/>
          </p:nvSpPr>
          <p:spPr bwMode="auto">
            <a:xfrm flipV="1">
              <a:off x="2689226" y="53324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5" name="Line 15"/>
            <p:cNvSpPr>
              <a:spLocks noChangeShapeType="1"/>
            </p:cNvSpPr>
            <p:nvPr/>
          </p:nvSpPr>
          <p:spPr bwMode="auto">
            <a:xfrm flipV="1">
              <a:off x="2735263" y="53276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6" name="Line 16"/>
            <p:cNvSpPr>
              <a:spLocks noChangeShapeType="1"/>
            </p:cNvSpPr>
            <p:nvPr/>
          </p:nvSpPr>
          <p:spPr bwMode="auto">
            <a:xfrm flipV="1">
              <a:off x="2781301" y="532288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7" name="Line 17"/>
            <p:cNvSpPr>
              <a:spLocks noChangeShapeType="1"/>
            </p:cNvSpPr>
            <p:nvPr/>
          </p:nvSpPr>
          <p:spPr bwMode="auto">
            <a:xfrm flipV="1">
              <a:off x="2827338" y="53181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8" name="Line 18"/>
            <p:cNvSpPr>
              <a:spLocks noChangeShapeType="1"/>
            </p:cNvSpPr>
            <p:nvPr/>
          </p:nvSpPr>
          <p:spPr bwMode="auto">
            <a:xfrm flipV="1">
              <a:off x="2873376" y="53133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9" name="Line 19"/>
            <p:cNvSpPr>
              <a:spLocks noChangeShapeType="1"/>
            </p:cNvSpPr>
            <p:nvPr/>
          </p:nvSpPr>
          <p:spPr bwMode="auto">
            <a:xfrm flipV="1">
              <a:off x="2917826" y="53086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0" name="Line 20"/>
            <p:cNvSpPr>
              <a:spLocks noChangeShapeType="1"/>
            </p:cNvSpPr>
            <p:nvPr/>
          </p:nvSpPr>
          <p:spPr bwMode="auto">
            <a:xfrm flipV="1">
              <a:off x="2963863" y="53054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1" name="Line 21"/>
            <p:cNvSpPr>
              <a:spLocks noChangeShapeType="1"/>
            </p:cNvSpPr>
            <p:nvPr/>
          </p:nvSpPr>
          <p:spPr bwMode="auto">
            <a:xfrm flipV="1">
              <a:off x="3009901" y="53006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2" name="Line 22"/>
            <p:cNvSpPr>
              <a:spLocks noChangeShapeType="1"/>
            </p:cNvSpPr>
            <p:nvPr/>
          </p:nvSpPr>
          <p:spPr bwMode="auto">
            <a:xfrm flipV="1">
              <a:off x="3055938" y="529590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3" name="Line 23"/>
            <p:cNvSpPr>
              <a:spLocks noChangeShapeType="1"/>
            </p:cNvSpPr>
            <p:nvPr/>
          </p:nvSpPr>
          <p:spPr bwMode="auto">
            <a:xfrm flipV="1">
              <a:off x="3101976" y="52911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4" name="Line 24"/>
            <p:cNvSpPr>
              <a:spLocks noChangeShapeType="1"/>
            </p:cNvSpPr>
            <p:nvPr/>
          </p:nvSpPr>
          <p:spPr bwMode="auto">
            <a:xfrm flipV="1">
              <a:off x="3146426" y="5287963"/>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5" name="Line 25"/>
            <p:cNvSpPr>
              <a:spLocks noChangeShapeType="1"/>
            </p:cNvSpPr>
            <p:nvPr/>
          </p:nvSpPr>
          <p:spPr bwMode="auto">
            <a:xfrm flipV="1">
              <a:off x="3194051" y="52832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6" name="Line 26"/>
            <p:cNvSpPr>
              <a:spLocks noChangeShapeType="1"/>
            </p:cNvSpPr>
            <p:nvPr/>
          </p:nvSpPr>
          <p:spPr bwMode="auto">
            <a:xfrm flipV="1">
              <a:off x="3240088" y="52784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7" name="Line 27"/>
            <p:cNvSpPr>
              <a:spLocks noChangeShapeType="1"/>
            </p:cNvSpPr>
            <p:nvPr/>
          </p:nvSpPr>
          <p:spPr bwMode="auto">
            <a:xfrm flipV="1">
              <a:off x="3284538" y="52736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8" name="Line 28"/>
            <p:cNvSpPr>
              <a:spLocks noChangeShapeType="1"/>
            </p:cNvSpPr>
            <p:nvPr/>
          </p:nvSpPr>
          <p:spPr bwMode="auto">
            <a:xfrm flipV="1">
              <a:off x="3330576" y="52689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9" name="Line 29"/>
            <p:cNvSpPr>
              <a:spLocks noChangeShapeType="1"/>
            </p:cNvSpPr>
            <p:nvPr/>
          </p:nvSpPr>
          <p:spPr bwMode="auto">
            <a:xfrm flipV="1">
              <a:off x="3378201" y="52657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0" name="Line 30"/>
            <p:cNvSpPr>
              <a:spLocks noChangeShapeType="1"/>
            </p:cNvSpPr>
            <p:nvPr/>
          </p:nvSpPr>
          <p:spPr bwMode="auto">
            <a:xfrm flipV="1">
              <a:off x="3422651" y="52609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1" name="Line 31"/>
            <p:cNvSpPr>
              <a:spLocks noChangeShapeType="1"/>
            </p:cNvSpPr>
            <p:nvPr/>
          </p:nvSpPr>
          <p:spPr bwMode="auto">
            <a:xfrm flipV="1">
              <a:off x="3468688" y="52562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2" name="Line 32"/>
            <p:cNvSpPr>
              <a:spLocks noChangeShapeType="1"/>
            </p:cNvSpPr>
            <p:nvPr/>
          </p:nvSpPr>
          <p:spPr bwMode="auto">
            <a:xfrm flipV="1">
              <a:off x="3514726" y="52530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3" name="Line 33"/>
            <p:cNvSpPr>
              <a:spLocks noChangeShapeType="1"/>
            </p:cNvSpPr>
            <p:nvPr/>
          </p:nvSpPr>
          <p:spPr bwMode="auto">
            <a:xfrm flipV="1">
              <a:off x="3559176" y="524827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4" name="Line 34"/>
            <p:cNvSpPr>
              <a:spLocks noChangeShapeType="1"/>
            </p:cNvSpPr>
            <p:nvPr/>
          </p:nvSpPr>
          <p:spPr bwMode="auto">
            <a:xfrm flipV="1">
              <a:off x="3606801" y="524351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5" name="Line 35"/>
            <p:cNvSpPr>
              <a:spLocks noChangeShapeType="1"/>
            </p:cNvSpPr>
            <p:nvPr/>
          </p:nvSpPr>
          <p:spPr bwMode="auto">
            <a:xfrm flipV="1">
              <a:off x="3651251" y="52403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6" name="Line 36"/>
            <p:cNvSpPr>
              <a:spLocks noChangeShapeType="1"/>
            </p:cNvSpPr>
            <p:nvPr/>
          </p:nvSpPr>
          <p:spPr bwMode="auto">
            <a:xfrm flipV="1">
              <a:off x="3697288" y="52355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7" name="Line 37"/>
            <p:cNvSpPr>
              <a:spLocks noChangeShapeType="1"/>
            </p:cNvSpPr>
            <p:nvPr/>
          </p:nvSpPr>
          <p:spPr bwMode="auto">
            <a:xfrm flipV="1">
              <a:off x="3743326" y="52308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8" name="Line 38"/>
            <p:cNvSpPr>
              <a:spLocks noChangeShapeType="1"/>
            </p:cNvSpPr>
            <p:nvPr/>
          </p:nvSpPr>
          <p:spPr bwMode="auto">
            <a:xfrm flipV="1">
              <a:off x="3789363" y="522763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9" name="Line 39"/>
            <p:cNvSpPr>
              <a:spLocks noChangeShapeType="1"/>
            </p:cNvSpPr>
            <p:nvPr/>
          </p:nvSpPr>
          <p:spPr bwMode="auto">
            <a:xfrm flipV="1">
              <a:off x="3835401" y="5222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0" name="Line 40"/>
            <p:cNvSpPr>
              <a:spLocks noChangeShapeType="1"/>
            </p:cNvSpPr>
            <p:nvPr/>
          </p:nvSpPr>
          <p:spPr bwMode="auto">
            <a:xfrm flipV="1">
              <a:off x="3881438" y="5219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1" name="Line 41"/>
            <p:cNvSpPr>
              <a:spLocks noChangeShapeType="1"/>
            </p:cNvSpPr>
            <p:nvPr/>
          </p:nvSpPr>
          <p:spPr bwMode="auto">
            <a:xfrm flipV="1">
              <a:off x="3925888" y="5214938"/>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2" name="Line 42"/>
            <p:cNvSpPr>
              <a:spLocks noChangeShapeType="1"/>
            </p:cNvSpPr>
            <p:nvPr/>
          </p:nvSpPr>
          <p:spPr bwMode="auto">
            <a:xfrm flipV="1">
              <a:off x="3973513" y="52117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3" name="Line 43"/>
            <p:cNvSpPr>
              <a:spLocks noChangeShapeType="1"/>
            </p:cNvSpPr>
            <p:nvPr/>
          </p:nvSpPr>
          <p:spPr bwMode="auto">
            <a:xfrm flipV="1">
              <a:off x="4019551" y="52070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4" name="Line 44"/>
            <p:cNvSpPr>
              <a:spLocks noChangeShapeType="1"/>
            </p:cNvSpPr>
            <p:nvPr/>
          </p:nvSpPr>
          <p:spPr bwMode="auto">
            <a:xfrm flipV="1">
              <a:off x="4064001" y="520382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5" name="Line 45"/>
            <p:cNvSpPr>
              <a:spLocks noChangeShapeType="1"/>
            </p:cNvSpPr>
            <p:nvPr/>
          </p:nvSpPr>
          <p:spPr bwMode="auto">
            <a:xfrm flipV="1">
              <a:off x="4110038" y="51990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6" name="Line 46"/>
            <p:cNvSpPr>
              <a:spLocks noChangeShapeType="1"/>
            </p:cNvSpPr>
            <p:nvPr/>
          </p:nvSpPr>
          <p:spPr bwMode="auto">
            <a:xfrm flipV="1">
              <a:off x="4154488" y="519588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7" name="Line 47"/>
            <p:cNvSpPr>
              <a:spLocks noChangeShapeType="1"/>
            </p:cNvSpPr>
            <p:nvPr/>
          </p:nvSpPr>
          <p:spPr bwMode="auto">
            <a:xfrm flipV="1">
              <a:off x="4202113" y="51927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8" name="Line 48"/>
            <p:cNvSpPr>
              <a:spLocks noChangeShapeType="1"/>
            </p:cNvSpPr>
            <p:nvPr/>
          </p:nvSpPr>
          <p:spPr bwMode="auto">
            <a:xfrm flipV="1">
              <a:off x="4248151" y="51879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9" name="Line 49"/>
            <p:cNvSpPr>
              <a:spLocks noChangeShapeType="1"/>
            </p:cNvSpPr>
            <p:nvPr/>
          </p:nvSpPr>
          <p:spPr bwMode="auto">
            <a:xfrm flipV="1">
              <a:off x="4292601" y="51847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0" name="Line 50"/>
            <p:cNvSpPr>
              <a:spLocks noChangeShapeType="1"/>
            </p:cNvSpPr>
            <p:nvPr/>
          </p:nvSpPr>
          <p:spPr bwMode="auto">
            <a:xfrm flipV="1">
              <a:off x="4338638" y="5181600"/>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1" name="Line 51"/>
            <p:cNvSpPr>
              <a:spLocks noChangeShapeType="1"/>
            </p:cNvSpPr>
            <p:nvPr/>
          </p:nvSpPr>
          <p:spPr bwMode="auto">
            <a:xfrm flipV="1">
              <a:off x="4386263" y="51784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2" name="Line 52"/>
            <p:cNvSpPr>
              <a:spLocks noChangeShapeType="1"/>
            </p:cNvSpPr>
            <p:nvPr/>
          </p:nvSpPr>
          <p:spPr bwMode="auto">
            <a:xfrm flipV="1">
              <a:off x="4430713" y="517366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3" name="Line 53"/>
            <p:cNvSpPr>
              <a:spLocks noChangeShapeType="1"/>
            </p:cNvSpPr>
            <p:nvPr/>
          </p:nvSpPr>
          <p:spPr bwMode="auto">
            <a:xfrm flipV="1">
              <a:off x="4476751" y="51704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4" name="Line 54"/>
            <p:cNvSpPr>
              <a:spLocks noChangeShapeType="1"/>
            </p:cNvSpPr>
            <p:nvPr/>
          </p:nvSpPr>
          <p:spPr bwMode="auto">
            <a:xfrm flipV="1">
              <a:off x="4522788" y="51673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5" name="Line 55"/>
            <p:cNvSpPr>
              <a:spLocks noChangeShapeType="1"/>
            </p:cNvSpPr>
            <p:nvPr/>
          </p:nvSpPr>
          <p:spPr bwMode="auto">
            <a:xfrm flipV="1">
              <a:off x="4568826" y="51641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6" name="Line 56"/>
            <p:cNvSpPr>
              <a:spLocks noChangeShapeType="1"/>
            </p:cNvSpPr>
            <p:nvPr/>
          </p:nvSpPr>
          <p:spPr bwMode="auto">
            <a:xfrm flipV="1">
              <a:off x="4614863" y="51609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7" name="Line 57"/>
            <p:cNvSpPr>
              <a:spLocks noChangeShapeType="1"/>
            </p:cNvSpPr>
            <p:nvPr/>
          </p:nvSpPr>
          <p:spPr bwMode="auto">
            <a:xfrm flipV="1">
              <a:off x="4660901" y="51577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8" name="Line 58"/>
            <p:cNvSpPr>
              <a:spLocks noChangeShapeType="1"/>
            </p:cNvSpPr>
            <p:nvPr/>
          </p:nvSpPr>
          <p:spPr bwMode="auto">
            <a:xfrm flipV="1">
              <a:off x="4705351" y="515461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9" name="Line 59"/>
            <p:cNvSpPr>
              <a:spLocks noChangeShapeType="1"/>
            </p:cNvSpPr>
            <p:nvPr/>
          </p:nvSpPr>
          <p:spPr bwMode="auto">
            <a:xfrm flipV="1">
              <a:off x="4751388" y="51498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0" name="Line 60"/>
            <p:cNvSpPr>
              <a:spLocks noChangeShapeType="1"/>
            </p:cNvSpPr>
            <p:nvPr/>
          </p:nvSpPr>
          <p:spPr bwMode="auto">
            <a:xfrm flipV="1">
              <a:off x="4797426" y="51482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1" name="Line 61"/>
            <p:cNvSpPr>
              <a:spLocks noChangeShapeType="1"/>
            </p:cNvSpPr>
            <p:nvPr/>
          </p:nvSpPr>
          <p:spPr bwMode="auto">
            <a:xfrm flipV="1">
              <a:off x="4843463" y="51450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2" name="Line 62"/>
            <p:cNvSpPr>
              <a:spLocks noChangeShapeType="1"/>
            </p:cNvSpPr>
            <p:nvPr/>
          </p:nvSpPr>
          <p:spPr bwMode="auto">
            <a:xfrm flipV="1">
              <a:off x="4889501" y="51419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3" name="Line 63"/>
            <p:cNvSpPr>
              <a:spLocks noChangeShapeType="1"/>
            </p:cNvSpPr>
            <p:nvPr/>
          </p:nvSpPr>
          <p:spPr bwMode="auto">
            <a:xfrm flipV="1">
              <a:off x="4933951" y="513873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4" name="Line 64"/>
            <p:cNvSpPr>
              <a:spLocks noChangeShapeType="1"/>
            </p:cNvSpPr>
            <p:nvPr/>
          </p:nvSpPr>
          <p:spPr bwMode="auto">
            <a:xfrm flipV="1">
              <a:off x="4981576" y="513556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5" name="Line 65"/>
            <p:cNvSpPr>
              <a:spLocks noChangeShapeType="1"/>
            </p:cNvSpPr>
            <p:nvPr/>
          </p:nvSpPr>
          <p:spPr bwMode="auto">
            <a:xfrm flipV="1">
              <a:off x="5027613" y="51323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6" name="Line 66"/>
            <p:cNvSpPr>
              <a:spLocks noChangeShapeType="1"/>
            </p:cNvSpPr>
            <p:nvPr/>
          </p:nvSpPr>
          <p:spPr bwMode="auto">
            <a:xfrm flipV="1">
              <a:off x="5072063" y="51308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7" name="Line 67"/>
            <p:cNvSpPr>
              <a:spLocks noChangeShapeType="1"/>
            </p:cNvSpPr>
            <p:nvPr/>
          </p:nvSpPr>
          <p:spPr bwMode="auto">
            <a:xfrm flipV="1">
              <a:off x="5118101" y="5127625"/>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8" name="Line 68"/>
            <p:cNvSpPr>
              <a:spLocks noChangeShapeType="1"/>
            </p:cNvSpPr>
            <p:nvPr/>
          </p:nvSpPr>
          <p:spPr bwMode="auto">
            <a:xfrm flipV="1">
              <a:off x="5165726" y="51244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9" name="Line 69"/>
            <p:cNvSpPr>
              <a:spLocks noChangeShapeType="1"/>
            </p:cNvSpPr>
            <p:nvPr/>
          </p:nvSpPr>
          <p:spPr bwMode="auto">
            <a:xfrm flipV="1">
              <a:off x="5210176" y="51212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0" name="Line 70"/>
            <p:cNvSpPr>
              <a:spLocks noChangeShapeType="1"/>
            </p:cNvSpPr>
            <p:nvPr/>
          </p:nvSpPr>
          <p:spPr bwMode="auto">
            <a:xfrm flipV="1">
              <a:off x="5256213" y="5119688"/>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1" name="Line 71"/>
            <p:cNvSpPr>
              <a:spLocks noChangeShapeType="1"/>
            </p:cNvSpPr>
            <p:nvPr/>
          </p:nvSpPr>
          <p:spPr bwMode="auto">
            <a:xfrm flipV="1">
              <a:off x="5302251" y="51165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2" name="Line 72"/>
            <p:cNvSpPr>
              <a:spLocks noChangeShapeType="1"/>
            </p:cNvSpPr>
            <p:nvPr/>
          </p:nvSpPr>
          <p:spPr bwMode="auto">
            <a:xfrm flipV="1">
              <a:off x="5346701" y="51149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3" name="Line 73"/>
            <p:cNvSpPr>
              <a:spLocks noChangeShapeType="1"/>
            </p:cNvSpPr>
            <p:nvPr/>
          </p:nvSpPr>
          <p:spPr bwMode="auto">
            <a:xfrm flipV="1">
              <a:off x="5394326" y="51117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4" name="Line 74"/>
            <p:cNvSpPr>
              <a:spLocks noChangeShapeType="1"/>
            </p:cNvSpPr>
            <p:nvPr/>
          </p:nvSpPr>
          <p:spPr bwMode="auto">
            <a:xfrm flipV="1">
              <a:off x="5438776" y="51101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5" name="Line 75"/>
            <p:cNvSpPr>
              <a:spLocks noChangeShapeType="1"/>
            </p:cNvSpPr>
            <p:nvPr/>
          </p:nvSpPr>
          <p:spPr bwMode="auto">
            <a:xfrm flipV="1">
              <a:off x="5484813" y="5106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6" name="Line 76"/>
            <p:cNvSpPr>
              <a:spLocks noChangeShapeType="1"/>
            </p:cNvSpPr>
            <p:nvPr/>
          </p:nvSpPr>
          <p:spPr bwMode="auto">
            <a:xfrm flipV="1">
              <a:off x="5530851" y="510540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7" name="Line 77"/>
            <p:cNvSpPr>
              <a:spLocks noChangeShapeType="1"/>
            </p:cNvSpPr>
            <p:nvPr/>
          </p:nvSpPr>
          <p:spPr bwMode="auto">
            <a:xfrm flipV="1">
              <a:off x="5576888" y="51038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8" name="Line 78"/>
            <p:cNvSpPr>
              <a:spLocks noChangeShapeType="1"/>
            </p:cNvSpPr>
            <p:nvPr/>
          </p:nvSpPr>
          <p:spPr bwMode="auto">
            <a:xfrm flipV="1">
              <a:off x="5622926" y="51006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9" name="Line 79"/>
            <p:cNvSpPr>
              <a:spLocks noChangeShapeType="1"/>
            </p:cNvSpPr>
            <p:nvPr/>
          </p:nvSpPr>
          <p:spPr bwMode="auto">
            <a:xfrm flipV="1">
              <a:off x="5668963" y="50990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0" name="Line 80"/>
            <p:cNvSpPr>
              <a:spLocks noChangeShapeType="1"/>
            </p:cNvSpPr>
            <p:nvPr/>
          </p:nvSpPr>
          <p:spPr bwMode="auto">
            <a:xfrm flipV="1">
              <a:off x="5713413" y="50974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1" name="Line 81"/>
            <p:cNvSpPr>
              <a:spLocks noChangeShapeType="1"/>
            </p:cNvSpPr>
            <p:nvPr/>
          </p:nvSpPr>
          <p:spPr bwMode="auto">
            <a:xfrm flipV="1">
              <a:off x="5761038" y="50958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2" name="Line 82"/>
            <p:cNvSpPr>
              <a:spLocks noChangeShapeType="1"/>
            </p:cNvSpPr>
            <p:nvPr/>
          </p:nvSpPr>
          <p:spPr bwMode="auto">
            <a:xfrm flipV="1">
              <a:off x="5807076" y="5092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3" name="Line 83"/>
            <p:cNvSpPr>
              <a:spLocks noChangeShapeType="1"/>
            </p:cNvSpPr>
            <p:nvPr/>
          </p:nvSpPr>
          <p:spPr bwMode="auto">
            <a:xfrm flipV="1">
              <a:off x="5851526" y="50911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4" name="Line 84"/>
            <p:cNvSpPr>
              <a:spLocks noChangeShapeType="1"/>
            </p:cNvSpPr>
            <p:nvPr/>
          </p:nvSpPr>
          <p:spPr bwMode="auto">
            <a:xfrm flipV="1">
              <a:off x="5897563" y="50895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5" name="Line 85"/>
            <p:cNvSpPr>
              <a:spLocks noChangeShapeType="1"/>
            </p:cNvSpPr>
            <p:nvPr/>
          </p:nvSpPr>
          <p:spPr bwMode="auto">
            <a:xfrm flipV="1">
              <a:off x="5943601" y="50879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6" name="Line 86"/>
            <p:cNvSpPr>
              <a:spLocks noChangeShapeType="1"/>
            </p:cNvSpPr>
            <p:nvPr/>
          </p:nvSpPr>
          <p:spPr bwMode="auto">
            <a:xfrm flipV="1">
              <a:off x="5989638" y="508635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7" name="Line 87"/>
            <p:cNvSpPr>
              <a:spLocks noChangeShapeType="1"/>
            </p:cNvSpPr>
            <p:nvPr/>
          </p:nvSpPr>
          <p:spPr bwMode="auto">
            <a:xfrm flipV="1">
              <a:off x="6035676" y="50863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8" name="Line 88"/>
            <p:cNvSpPr>
              <a:spLocks noChangeShapeType="1"/>
            </p:cNvSpPr>
            <p:nvPr/>
          </p:nvSpPr>
          <p:spPr bwMode="auto">
            <a:xfrm flipV="1">
              <a:off x="6080126" y="50847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9" name="Line 89"/>
            <p:cNvSpPr>
              <a:spLocks noChangeShapeType="1"/>
            </p:cNvSpPr>
            <p:nvPr/>
          </p:nvSpPr>
          <p:spPr bwMode="auto">
            <a:xfrm flipV="1">
              <a:off x="6126163" y="50831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0" name="Line 90"/>
            <p:cNvSpPr>
              <a:spLocks noChangeShapeType="1"/>
            </p:cNvSpPr>
            <p:nvPr/>
          </p:nvSpPr>
          <p:spPr bwMode="auto">
            <a:xfrm flipV="1">
              <a:off x="6173788" y="508158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1" name="Line 91"/>
            <p:cNvSpPr>
              <a:spLocks noChangeShapeType="1"/>
            </p:cNvSpPr>
            <p:nvPr/>
          </p:nvSpPr>
          <p:spPr bwMode="auto">
            <a:xfrm flipV="1">
              <a:off x="6218238" y="50800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2" name="Line 92"/>
            <p:cNvSpPr>
              <a:spLocks noChangeShapeType="1"/>
            </p:cNvSpPr>
            <p:nvPr/>
          </p:nvSpPr>
          <p:spPr bwMode="auto">
            <a:xfrm flipV="1">
              <a:off x="6264276" y="50784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3" name="Line 93"/>
            <p:cNvSpPr>
              <a:spLocks noChangeShapeType="1"/>
            </p:cNvSpPr>
            <p:nvPr/>
          </p:nvSpPr>
          <p:spPr bwMode="auto">
            <a:xfrm flipV="1">
              <a:off x="6310313" y="50784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4" name="Line 94"/>
            <p:cNvSpPr>
              <a:spLocks noChangeShapeType="1"/>
            </p:cNvSpPr>
            <p:nvPr/>
          </p:nvSpPr>
          <p:spPr bwMode="auto">
            <a:xfrm flipV="1">
              <a:off x="6356351" y="507682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5" name="Line 95"/>
            <p:cNvSpPr>
              <a:spLocks noChangeShapeType="1"/>
            </p:cNvSpPr>
            <p:nvPr/>
          </p:nvSpPr>
          <p:spPr bwMode="auto">
            <a:xfrm flipV="1">
              <a:off x="6402388" y="50768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6" name="Line 96"/>
            <p:cNvSpPr>
              <a:spLocks noChangeShapeType="1"/>
            </p:cNvSpPr>
            <p:nvPr/>
          </p:nvSpPr>
          <p:spPr bwMode="auto">
            <a:xfrm flipV="1">
              <a:off x="6448426" y="50752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7" name="Line 97"/>
            <p:cNvSpPr>
              <a:spLocks noChangeShapeType="1"/>
            </p:cNvSpPr>
            <p:nvPr/>
          </p:nvSpPr>
          <p:spPr bwMode="auto">
            <a:xfrm flipV="1">
              <a:off x="6492876" y="507523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8" name="Line 98"/>
            <p:cNvSpPr>
              <a:spLocks noChangeShapeType="1"/>
            </p:cNvSpPr>
            <p:nvPr/>
          </p:nvSpPr>
          <p:spPr bwMode="auto">
            <a:xfrm flipV="1">
              <a:off x="6540501" y="50736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9" name="Line 99"/>
            <p:cNvSpPr>
              <a:spLocks noChangeShapeType="1"/>
            </p:cNvSpPr>
            <p:nvPr/>
          </p:nvSpPr>
          <p:spPr bwMode="auto">
            <a:xfrm flipV="1">
              <a:off x="6584951" y="507365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0" name="Line 100"/>
            <p:cNvSpPr>
              <a:spLocks noChangeShapeType="1"/>
            </p:cNvSpPr>
            <p:nvPr/>
          </p:nvSpPr>
          <p:spPr bwMode="auto">
            <a:xfrm flipV="1">
              <a:off x="66309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1" name="Line 101"/>
            <p:cNvSpPr>
              <a:spLocks noChangeShapeType="1"/>
            </p:cNvSpPr>
            <p:nvPr/>
          </p:nvSpPr>
          <p:spPr bwMode="auto">
            <a:xfrm flipV="1">
              <a:off x="6677026"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2" name="Line 102"/>
            <p:cNvSpPr>
              <a:spLocks noChangeShapeType="1"/>
            </p:cNvSpPr>
            <p:nvPr/>
          </p:nvSpPr>
          <p:spPr bwMode="auto">
            <a:xfrm flipV="1">
              <a:off x="6721476" y="50720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3" name="Line 103"/>
            <p:cNvSpPr>
              <a:spLocks noChangeShapeType="1"/>
            </p:cNvSpPr>
            <p:nvPr/>
          </p:nvSpPr>
          <p:spPr bwMode="auto">
            <a:xfrm>
              <a:off x="6769101" y="50720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4" name="Line 104"/>
            <p:cNvSpPr>
              <a:spLocks noChangeShapeType="1"/>
            </p:cNvSpPr>
            <p:nvPr/>
          </p:nvSpPr>
          <p:spPr bwMode="auto">
            <a:xfrm flipV="1">
              <a:off x="6815138"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5" name="Line 105"/>
            <p:cNvSpPr>
              <a:spLocks noChangeShapeType="1"/>
            </p:cNvSpPr>
            <p:nvPr/>
          </p:nvSpPr>
          <p:spPr bwMode="auto">
            <a:xfrm>
              <a:off x="68595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6" name="Line 106"/>
            <p:cNvSpPr>
              <a:spLocks noChangeShapeType="1"/>
            </p:cNvSpPr>
            <p:nvPr/>
          </p:nvSpPr>
          <p:spPr bwMode="auto">
            <a:xfrm flipV="1">
              <a:off x="6905626" y="50704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7" name="Line 107"/>
            <p:cNvSpPr>
              <a:spLocks noChangeShapeType="1"/>
            </p:cNvSpPr>
            <p:nvPr/>
          </p:nvSpPr>
          <p:spPr bwMode="auto">
            <a:xfrm>
              <a:off x="6953251" y="5070475"/>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8" name="Line 108"/>
            <p:cNvSpPr>
              <a:spLocks noChangeShapeType="1"/>
            </p:cNvSpPr>
            <p:nvPr/>
          </p:nvSpPr>
          <p:spPr bwMode="auto">
            <a:xfrm>
              <a:off x="2460626" y="53594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9" name="Line 109"/>
            <p:cNvSpPr>
              <a:spLocks noChangeShapeType="1"/>
            </p:cNvSpPr>
            <p:nvPr/>
          </p:nvSpPr>
          <p:spPr bwMode="auto">
            <a:xfrm>
              <a:off x="2505076" y="5364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0" name="Line 110"/>
            <p:cNvSpPr>
              <a:spLocks noChangeShapeType="1"/>
            </p:cNvSpPr>
            <p:nvPr/>
          </p:nvSpPr>
          <p:spPr bwMode="auto">
            <a:xfrm>
              <a:off x="2551113" y="53689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1" name="Line 111"/>
            <p:cNvSpPr>
              <a:spLocks noChangeShapeType="1"/>
            </p:cNvSpPr>
            <p:nvPr/>
          </p:nvSpPr>
          <p:spPr bwMode="auto">
            <a:xfrm>
              <a:off x="2598738" y="537368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2" name="Line 112"/>
            <p:cNvSpPr>
              <a:spLocks noChangeShapeType="1"/>
            </p:cNvSpPr>
            <p:nvPr/>
          </p:nvSpPr>
          <p:spPr bwMode="auto">
            <a:xfrm>
              <a:off x="2643188" y="5378450"/>
              <a:ext cx="2857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3" name="Line 113"/>
            <p:cNvSpPr>
              <a:spLocks noChangeShapeType="1"/>
            </p:cNvSpPr>
            <p:nvPr/>
          </p:nvSpPr>
          <p:spPr bwMode="auto">
            <a:xfrm>
              <a:off x="2884488" y="5402263"/>
              <a:ext cx="333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4" name="Line 114"/>
            <p:cNvSpPr>
              <a:spLocks noChangeShapeType="1"/>
            </p:cNvSpPr>
            <p:nvPr/>
          </p:nvSpPr>
          <p:spPr bwMode="auto">
            <a:xfrm>
              <a:off x="2917826" y="540543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5" name="Line 115"/>
            <p:cNvSpPr>
              <a:spLocks noChangeShapeType="1"/>
            </p:cNvSpPr>
            <p:nvPr/>
          </p:nvSpPr>
          <p:spPr bwMode="auto">
            <a:xfrm>
              <a:off x="2963863" y="5410200"/>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6" name="Line 116"/>
            <p:cNvSpPr>
              <a:spLocks noChangeShapeType="1"/>
            </p:cNvSpPr>
            <p:nvPr/>
          </p:nvSpPr>
          <p:spPr bwMode="auto">
            <a:xfrm>
              <a:off x="3009901" y="54133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7" name="Line 117"/>
            <p:cNvSpPr>
              <a:spLocks noChangeShapeType="1"/>
            </p:cNvSpPr>
            <p:nvPr/>
          </p:nvSpPr>
          <p:spPr bwMode="auto">
            <a:xfrm>
              <a:off x="3055938" y="5418138"/>
              <a:ext cx="4127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8" name="Line 118"/>
            <p:cNvSpPr>
              <a:spLocks noChangeShapeType="1"/>
            </p:cNvSpPr>
            <p:nvPr/>
          </p:nvSpPr>
          <p:spPr bwMode="auto">
            <a:xfrm>
              <a:off x="3309938" y="5443538"/>
              <a:ext cx="206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9" name="Line 119"/>
            <p:cNvSpPr>
              <a:spLocks noChangeShapeType="1"/>
            </p:cNvSpPr>
            <p:nvPr/>
          </p:nvSpPr>
          <p:spPr bwMode="auto">
            <a:xfrm>
              <a:off x="3330576" y="54451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0" name="Line 120"/>
            <p:cNvSpPr>
              <a:spLocks noChangeShapeType="1"/>
            </p:cNvSpPr>
            <p:nvPr/>
          </p:nvSpPr>
          <p:spPr bwMode="auto">
            <a:xfrm>
              <a:off x="3378201" y="54498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1" name="Line 121"/>
            <p:cNvSpPr>
              <a:spLocks noChangeShapeType="1"/>
            </p:cNvSpPr>
            <p:nvPr/>
          </p:nvSpPr>
          <p:spPr bwMode="auto">
            <a:xfrm>
              <a:off x="3422651" y="54530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2" name="Line 122"/>
            <p:cNvSpPr>
              <a:spLocks noChangeShapeType="1"/>
            </p:cNvSpPr>
            <p:nvPr/>
          </p:nvSpPr>
          <p:spPr bwMode="auto">
            <a:xfrm>
              <a:off x="3468688" y="54578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3" name="Line 123"/>
            <p:cNvSpPr>
              <a:spLocks noChangeShapeType="1"/>
            </p:cNvSpPr>
            <p:nvPr/>
          </p:nvSpPr>
          <p:spPr bwMode="auto">
            <a:xfrm>
              <a:off x="3514726" y="5462588"/>
              <a:ext cx="95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4" name="Line 124"/>
            <p:cNvSpPr>
              <a:spLocks noChangeShapeType="1"/>
            </p:cNvSpPr>
            <p:nvPr/>
          </p:nvSpPr>
          <p:spPr bwMode="auto">
            <a:xfrm>
              <a:off x="3736976" y="5483225"/>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5" name="Line 125"/>
            <p:cNvSpPr>
              <a:spLocks noChangeShapeType="1"/>
            </p:cNvSpPr>
            <p:nvPr/>
          </p:nvSpPr>
          <p:spPr bwMode="auto">
            <a:xfrm>
              <a:off x="3743326" y="548322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6" name="Line 126"/>
            <p:cNvSpPr>
              <a:spLocks noChangeShapeType="1"/>
            </p:cNvSpPr>
            <p:nvPr/>
          </p:nvSpPr>
          <p:spPr bwMode="auto">
            <a:xfrm>
              <a:off x="3789363" y="5487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7" name="Line 127"/>
            <p:cNvSpPr>
              <a:spLocks noChangeShapeType="1"/>
            </p:cNvSpPr>
            <p:nvPr/>
          </p:nvSpPr>
          <p:spPr bwMode="auto">
            <a:xfrm>
              <a:off x="3835401" y="5491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8" name="Line 128"/>
            <p:cNvSpPr>
              <a:spLocks noChangeShapeType="1"/>
            </p:cNvSpPr>
            <p:nvPr/>
          </p:nvSpPr>
          <p:spPr bwMode="auto">
            <a:xfrm>
              <a:off x="3881438" y="54959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9" name="Line 129"/>
            <p:cNvSpPr>
              <a:spLocks noChangeShapeType="1"/>
            </p:cNvSpPr>
            <p:nvPr/>
          </p:nvSpPr>
          <p:spPr bwMode="auto">
            <a:xfrm>
              <a:off x="3925888" y="5499100"/>
              <a:ext cx="2698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0" name="Line 130"/>
            <p:cNvSpPr>
              <a:spLocks noChangeShapeType="1"/>
            </p:cNvSpPr>
            <p:nvPr/>
          </p:nvSpPr>
          <p:spPr bwMode="auto">
            <a:xfrm>
              <a:off x="4168776" y="55197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1" name="Line 131"/>
            <p:cNvSpPr>
              <a:spLocks noChangeShapeType="1"/>
            </p:cNvSpPr>
            <p:nvPr/>
          </p:nvSpPr>
          <p:spPr bwMode="auto">
            <a:xfrm>
              <a:off x="4202113" y="55229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2" name="Line 132"/>
            <p:cNvSpPr>
              <a:spLocks noChangeShapeType="1"/>
            </p:cNvSpPr>
            <p:nvPr/>
          </p:nvSpPr>
          <p:spPr bwMode="auto">
            <a:xfrm>
              <a:off x="4248151" y="55276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3" name="Line 133"/>
            <p:cNvSpPr>
              <a:spLocks noChangeShapeType="1"/>
            </p:cNvSpPr>
            <p:nvPr/>
          </p:nvSpPr>
          <p:spPr bwMode="auto">
            <a:xfrm>
              <a:off x="4292601" y="55308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4" name="Line 134"/>
            <p:cNvSpPr>
              <a:spLocks noChangeShapeType="1"/>
            </p:cNvSpPr>
            <p:nvPr/>
          </p:nvSpPr>
          <p:spPr bwMode="auto">
            <a:xfrm>
              <a:off x="4338638" y="55340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5" name="Line 135"/>
            <p:cNvSpPr>
              <a:spLocks noChangeShapeType="1"/>
            </p:cNvSpPr>
            <p:nvPr/>
          </p:nvSpPr>
          <p:spPr bwMode="auto">
            <a:xfrm>
              <a:off x="4602163" y="5554663"/>
              <a:ext cx="1270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6" name="Line 136"/>
            <p:cNvSpPr>
              <a:spLocks noChangeShapeType="1"/>
            </p:cNvSpPr>
            <p:nvPr/>
          </p:nvSpPr>
          <p:spPr bwMode="auto">
            <a:xfrm>
              <a:off x="4614863" y="55546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7" name="Line 137"/>
            <p:cNvSpPr>
              <a:spLocks noChangeShapeType="1"/>
            </p:cNvSpPr>
            <p:nvPr/>
          </p:nvSpPr>
          <p:spPr bwMode="auto">
            <a:xfrm>
              <a:off x="4660901" y="55578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8" name="Line 138"/>
            <p:cNvSpPr>
              <a:spLocks noChangeShapeType="1"/>
            </p:cNvSpPr>
            <p:nvPr/>
          </p:nvSpPr>
          <p:spPr bwMode="auto">
            <a:xfrm>
              <a:off x="4705351" y="55610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9" name="Line 139"/>
            <p:cNvSpPr>
              <a:spLocks noChangeShapeType="1"/>
            </p:cNvSpPr>
            <p:nvPr/>
          </p:nvSpPr>
          <p:spPr bwMode="auto">
            <a:xfrm>
              <a:off x="4751388" y="55657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0" name="Line 140"/>
            <p:cNvSpPr>
              <a:spLocks noChangeShapeType="1"/>
            </p:cNvSpPr>
            <p:nvPr/>
          </p:nvSpPr>
          <p:spPr bwMode="auto">
            <a:xfrm>
              <a:off x="4797426" y="5568950"/>
              <a:ext cx="222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1" name="Line 141"/>
            <p:cNvSpPr>
              <a:spLocks noChangeShapeType="1"/>
            </p:cNvSpPr>
            <p:nvPr/>
          </p:nvSpPr>
          <p:spPr bwMode="auto">
            <a:xfrm>
              <a:off x="5038726" y="55832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2" name="Line 142"/>
            <p:cNvSpPr>
              <a:spLocks noChangeShapeType="1"/>
            </p:cNvSpPr>
            <p:nvPr/>
          </p:nvSpPr>
          <p:spPr bwMode="auto">
            <a:xfrm>
              <a:off x="5072063" y="55864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3" name="Line 143"/>
            <p:cNvSpPr>
              <a:spLocks noChangeShapeType="1"/>
            </p:cNvSpPr>
            <p:nvPr/>
          </p:nvSpPr>
          <p:spPr bwMode="auto">
            <a:xfrm>
              <a:off x="5118101" y="558958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4" name="Line 144"/>
            <p:cNvSpPr>
              <a:spLocks noChangeShapeType="1"/>
            </p:cNvSpPr>
            <p:nvPr/>
          </p:nvSpPr>
          <p:spPr bwMode="auto">
            <a:xfrm>
              <a:off x="5165726" y="55911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5" name="Line 145"/>
            <p:cNvSpPr>
              <a:spLocks noChangeShapeType="1"/>
            </p:cNvSpPr>
            <p:nvPr/>
          </p:nvSpPr>
          <p:spPr bwMode="auto">
            <a:xfrm>
              <a:off x="5210176" y="55943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6" name="Line 146"/>
            <p:cNvSpPr>
              <a:spLocks noChangeShapeType="1"/>
            </p:cNvSpPr>
            <p:nvPr/>
          </p:nvSpPr>
          <p:spPr bwMode="auto">
            <a:xfrm>
              <a:off x="5256213" y="5597525"/>
              <a:ext cx="158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7" name="Line 147"/>
            <p:cNvSpPr>
              <a:spLocks noChangeShapeType="1"/>
            </p:cNvSpPr>
            <p:nvPr/>
          </p:nvSpPr>
          <p:spPr bwMode="auto">
            <a:xfrm>
              <a:off x="5478463" y="5608638"/>
              <a:ext cx="63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8" name="Line 148"/>
            <p:cNvSpPr>
              <a:spLocks noChangeShapeType="1"/>
            </p:cNvSpPr>
            <p:nvPr/>
          </p:nvSpPr>
          <p:spPr bwMode="auto">
            <a:xfrm>
              <a:off x="5484813" y="56102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9" name="Line 149"/>
            <p:cNvSpPr>
              <a:spLocks noChangeShapeType="1"/>
            </p:cNvSpPr>
            <p:nvPr/>
          </p:nvSpPr>
          <p:spPr bwMode="auto">
            <a:xfrm>
              <a:off x="5530851" y="56118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0" name="Line 150"/>
            <p:cNvSpPr>
              <a:spLocks noChangeShapeType="1"/>
            </p:cNvSpPr>
            <p:nvPr/>
          </p:nvSpPr>
          <p:spPr bwMode="auto">
            <a:xfrm>
              <a:off x="5576888" y="56134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1" name="Line 151"/>
            <p:cNvSpPr>
              <a:spLocks noChangeShapeType="1"/>
            </p:cNvSpPr>
            <p:nvPr/>
          </p:nvSpPr>
          <p:spPr bwMode="auto">
            <a:xfrm>
              <a:off x="5622926" y="56149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2" name="Line 152"/>
            <p:cNvSpPr>
              <a:spLocks noChangeShapeType="1"/>
            </p:cNvSpPr>
            <p:nvPr/>
          </p:nvSpPr>
          <p:spPr bwMode="auto">
            <a:xfrm>
              <a:off x="5668963" y="5618163"/>
              <a:ext cx="30163"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3" name="Line 153"/>
            <p:cNvSpPr>
              <a:spLocks noChangeShapeType="1"/>
            </p:cNvSpPr>
            <p:nvPr/>
          </p:nvSpPr>
          <p:spPr bwMode="auto">
            <a:xfrm>
              <a:off x="5921376" y="5627688"/>
              <a:ext cx="222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4" name="Line 154"/>
            <p:cNvSpPr>
              <a:spLocks noChangeShapeType="1"/>
            </p:cNvSpPr>
            <p:nvPr/>
          </p:nvSpPr>
          <p:spPr bwMode="auto">
            <a:xfrm>
              <a:off x="5943601" y="562927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5" name="Line 155"/>
            <p:cNvSpPr>
              <a:spLocks noChangeShapeType="1"/>
            </p:cNvSpPr>
            <p:nvPr/>
          </p:nvSpPr>
          <p:spPr bwMode="auto">
            <a:xfrm>
              <a:off x="5989638" y="56308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6" name="Line 156"/>
            <p:cNvSpPr>
              <a:spLocks noChangeShapeType="1"/>
            </p:cNvSpPr>
            <p:nvPr/>
          </p:nvSpPr>
          <p:spPr bwMode="auto">
            <a:xfrm>
              <a:off x="6035676" y="56324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7" name="Line 157"/>
            <p:cNvSpPr>
              <a:spLocks noChangeShapeType="1"/>
            </p:cNvSpPr>
            <p:nvPr/>
          </p:nvSpPr>
          <p:spPr bwMode="auto">
            <a:xfrm>
              <a:off x="6080126" y="56340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8" name="Line 158"/>
            <p:cNvSpPr>
              <a:spLocks noChangeShapeType="1"/>
            </p:cNvSpPr>
            <p:nvPr/>
          </p:nvSpPr>
          <p:spPr bwMode="auto">
            <a:xfrm>
              <a:off x="6126163" y="5634038"/>
              <a:ext cx="190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9" name="Line 159"/>
            <p:cNvSpPr>
              <a:spLocks noChangeShapeType="1"/>
            </p:cNvSpPr>
            <p:nvPr/>
          </p:nvSpPr>
          <p:spPr bwMode="auto">
            <a:xfrm>
              <a:off x="6369051" y="5640388"/>
              <a:ext cx="333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0" name="Line 160"/>
            <p:cNvSpPr>
              <a:spLocks noChangeShapeType="1"/>
            </p:cNvSpPr>
            <p:nvPr/>
          </p:nvSpPr>
          <p:spPr bwMode="auto">
            <a:xfrm>
              <a:off x="6402388" y="56419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1" name="Line 161"/>
            <p:cNvSpPr>
              <a:spLocks noChangeShapeType="1"/>
            </p:cNvSpPr>
            <p:nvPr/>
          </p:nvSpPr>
          <p:spPr bwMode="auto">
            <a:xfrm>
              <a:off x="6448426"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2" name="Line 162"/>
            <p:cNvSpPr>
              <a:spLocks noChangeShapeType="1"/>
            </p:cNvSpPr>
            <p:nvPr/>
          </p:nvSpPr>
          <p:spPr bwMode="auto">
            <a:xfrm>
              <a:off x="6492876" y="56435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3" name="Line 163"/>
            <p:cNvSpPr>
              <a:spLocks noChangeShapeType="1"/>
            </p:cNvSpPr>
            <p:nvPr/>
          </p:nvSpPr>
          <p:spPr bwMode="auto">
            <a:xfrm>
              <a:off x="6540501"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4" name="Line 164"/>
            <p:cNvSpPr>
              <a:spLocks noChangeShapeType="1"/>
            </p:cNvSpPr>
            <p:nvPr/>
          </p:nvSpPr>
          <p:spPr bwMode="auto">
            <a:xfrm>
              <a:off x="6584951" y="5645150"/>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5" name="Line 165"/>
            <p:cNvSpPr>
              <a:spLocks noChangeShapeType="1"/>
            </p:cNvSpPr>
            <p:nvPr/>
          </p:nvSpPr>
          <p:spPr bwMode="auto">
            <a:xfrm>
              <a:off x="6815138" y="56467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6" name="Line 166"/>
            <p:cNvSpPr>
              <a:spLocks noChangeShapeType="1"/>
            </p:cNvSpPr>
            <p:nvPr/>
          </p:nvSpPr>
          <p:spPr bwMode="auto">
            <a:xfrm>
              <a:off x="6859588" y="56483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7" name="Line 167"/>
            <p:cNvSpPr>
              <a:spLocks noChangeShapeType="1"/>
            </p:cNvSpPr>
            <p:nvPr/>
          </p:nvSpPr>
          <p:spPr bwMode="auto">
            <a:xfrm>
              <a:off x="6905626" y="56483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sp>
        <p:nvSpPr>
          <p:cNvPr id="629777" name="Line 168"/>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Tree>
    <p:extLst>
      <p:ext uri="{BB962C8B-B14F-4D97-AF65-F5344CB8AC3E}">
        <p14:creationId xmlns:p14="http://schemas.microsoft.com/office/powerpoint/2010/main" val="23339947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91"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grpSp>
        <p:nvGrpSpPr>
          <p:cNvPr id="2" name="Group 548"/>
          <p:cNvGrpSpPr>
            <a:grpSpLocks/>
          </p:cNvGrpSpPr>
          <p:nvPr/>
        </p:nvGrpSpPr>
        <p:grpSpPr bwMode="auto">
          <a:xfrm>
            <a:off x="-482600" y="2070100"/>
            <a:ext cx="9877425" cy="3857625"/>
            <a:chOff x="-3386667" y="155109"/>
            <a:chExt cx="13264233" cy="6643624"/>
          </a:xfrm>
        </p:grpSpPr>
        <p:cxnSp>
          <p:nvCxnSpPr>
            <p:cNvPr id="12" name="Straight Arrow Connector 11"/>
            <p:cNvCxnSpPr/>
            <p:nvPr/>
          </p:nvCxnSpPr>
          <p:spPr>
            <a:xfrm rot="10800000" flipH="1">
              <a:off x="2614429" y="155109"/>
              <a:ext cx="4472575" cy="273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211"/>
            <p:cNvGrpSpPr>
              <a:grpSpLocks/>
            </p:cNvGrpSpPr>
            <p:nvPr/>
          </p:nvGrpSpPr>
          <p:grpSpPr bwMode="auto">
            <a:xfrm>
              <a:off x="3608614" y="5218489"/>
              <a:ext cx="2775857" cy="696685"/>
              <a:chOff x="5281613" y="5646738"/>
              <a:chExt cx="1438276" cy="628649"/>
            </a:xfrm>
          </p:grpSpPr>
          <p:sp>
            <p:nvSpPr>
              <p:cNvPr id="679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9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9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9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9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9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9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9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9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9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9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9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9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9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9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926"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927"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928"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929"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930"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931"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932"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933"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934"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935"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936"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937"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938"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939"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940"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941"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942"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943"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944"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945"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946"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947"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948"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949"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950"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951"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952"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953"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954"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955"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956"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957"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958"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959"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960"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961"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962"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963"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964"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965"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966"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967"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968"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969"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970"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971"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972"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973"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974"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975"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976"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977"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978"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979"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980"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981"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982"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983"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984"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985"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986"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987"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988"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989"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990"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991"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992"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993"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994"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995"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996"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997"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998"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999"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8000"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8001"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8002"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8003"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8004"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8005"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8006"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8007"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8008"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9351" y="2692263"/>
              <a:ext cx="4261525" cy="820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6" name="Object 2"/>
            <p:cNvGraphicFramePr>
              <a:graphicFrameLocks noChangeAspect="1"/>
            </p:cNvGraphicFramePr>
            <p:nvPr/>
          </p:nvGraphicFramePr>
          <p:xfrm>
            <a:off x="4858559" y="2775826"/>
            <a:ext cx="278306" cy="682401"/>
          </p:xfrm>
          <a:graphic>
            <a:graphicData uri="http://schemas.openxmlformats.org/presentationml/2006/ole">
              <mc:AlternateContent xmlns:mc="http://schemas.openxmlformats.org/markup-compatibility/2006">
                <mc:Choice xmlns:v="urn:schemas-microsoft-com:vml" Requires="v">
                  <p:oleObj name="Equation" r:id="rId2" imgW="266400" imgH="393480" progId="Equation.3">
                    <p:embed/>
                  </p:oleObj>
                </mc:Choice>
                <mc:Fallback>
                  <p:oleObj name="Equation" r:id="rId2" imgW="266400" imgH="393480" progId="Equation.3">
                    <p:embed/>
                    <p:pic>
                      <p:nvPicPr>
                        <p:cNvPr id="675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8559" y="2775826"/>
                          <a:ext cx="278306" cy="68240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8" name="Object 4"/>
            <p:cNvGraphicFramePr>
              <a:graphicFrameLocks noChangeAspect="1"/>
            </p:cNvGraphicFramePr>
            <p:nvPr/>
          </p:nvGraphicFramePr>
          <p:xfrm>
            <a:off x="4787447" y="6117696"/>
            <a:ext cx="277813" cy="681037"/>
          </p:xfrm>
          <a:graphic>
            <a:graphicData uri="http://schemas.openxmlformats.org/presentationml/2006/ole">
              <mc:AlternateContent xmlns:mc="http://schemas.openxmlformats.org/markup-compatibility/2006">
                <mc:Choice xmlns:v="urn:schemas-microsoft-com:vml" Requires="v">
                  <p:oleObj name="Equation" r:id="rId4" imgW="266400" imgH="393480" progId="Equation.3">
                    <p:embed/>
                  </p:oleObj>
                </mc:Choice>
                <mc:Fallback>
                  <p:oleObj name="Equation" r:id="rId4" imgW="266400" imgH="393480" progId="Equation.3">
                    <p:embed/>
                    <p:pic>
                      <p:nvPicPr>
                        <p:cNvPr id="6758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87447" y="6117696"/>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9" name="Object 5"/>
            <p:cNvGraphicFramePr>
              <a:graphicFrameLocks noChangeAspect="1"/>
            </p:cNvGraphicFramePr>
            <p:nvPr/>
          </p:nvGraphicFramePr>
          <p:xfrm>
            <a:off x="7314749" y="3187634"/>
            <a:ext cx="214313" cy="528637"/>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89"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314749" y="3187634"/>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5" name="Straight Arrow Connector 324"/>
            <p:cNvCxnSpPr/>
            <p:nvPr/>
          </p:nvCxnSpPr>
          <p:spPr>
            <a:xfrm flipV="1">
              <a:off x="2791370" y="5576635"/>
              <a:ext cx="692845" cy="10936"/>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90" name="Object 6"/>
            <p:cNvGraphicFramePr>
              <a:graphicFrameLocks noChangeAspect="1"/>
            </p:cNvGraphicFramePr>
            <p:nvPr/>
          </p:nvGraphicFramePr>
          <p:xfrm>
            <a:off x="7071030" y="5288669"/>
            <a:ext cx="215165" cy="527461"/>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9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71030" y="5288669"/>
                          <a:ext cx="215165" cy="52746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597" name="Rectangle 41"/>
            <p:cNvSpPr>
              <a:spLocks noChangeArrowheads="1"/>
            </p:cNvSpPr>
            <p:nvPr/>
          </p:nvSpPr>
          <p:spPr bwMode="auto">
            <a:xfrm>
              <a:off x="2390196" y="45839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8" name="Rectangle 41"/>
            <p:cNvSpPr>
              <a:spLocks noChangeArrowheads="1"/>
            </p:cNvSpPr>
            <p:nvPr/>
          </p:nvSpPr>
          <p:spPr bwMode="auto">
            <a:xfrm>
              <a:off x="4393167" y="4856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9" name="Rectangle 41"/>
            <p:cNvSpPr>
              <a:spLocks noChangeArrowheads="1"/>
            </p:cNvSpPr>
            <p:nvPr/>
          </p:nvSpPr>
          <p:spPr bwMode="auto">
            <a:xfrm>
              <a:off x="2939971" y="507401"/>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67600" name="Line 168"/>
            <p:cNvSpPr>
              <a:spLocks noChangeShapeType="1"/>
            </p:cNvSpPr>
            <p:nvPr/>
          </p:nvSpPr>
          <p:spPr bwMode="auto">
            <a:xfrm>
              <a:off x="4514981" y="1511671"/>
              <a:ext cx="44450" cy="1588"/>
            </a:xfrm>
            <a:prstGeom prst="line">
              <a:avLst/>
            </a:prstGeom>
            <a:noFill/>
            <a:ln w="28">
              <a:solidFill>
                <a:srgbClr val="FF0000"/>
              </a:solidFill>
              <a:round/>
              <a:headEnd/>
              <a:tailEnd/>
            </a:ln>
          </p:spPr>
          <p:txBody>
            <a:bodyPr/>
            <a:lstStyle/>
            <a:p>
              <a:endParaRPr lang="en-US" dirty="0"/>
            </a:p>
          </p:txBody>
        </p:sp>
        <p:sp>
          <p:nvSpPr>
            <p:cNvPr id="338" name="Rectangle 39"/>
            <p:cNvSpPr>
              <a:spLocks noChangeArrowheads="1"/>
            </p:cNvSpPr>
            <p:nvPr/>
          </p:nvSpPr>
          <p:spPr bwMode="auto">
            <a:xfrm>
              <a:off x="1060326" y="491392"/>
              <a:ext cx="4604748" cy="8010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332" name="Rectangle 331"/>
            <p:cNvSpPr/>
            <p:nvPr/>
          </p:nvSpPr>
          <p:spPr>
            <a:xfrm>
              <a:off x="761870" y="269937"/>
              <a:ext cx="1667089" cy="12576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7603" name="Rectangle 45"/>
            <p:cNvSpPr>
              <a:spLocks noChangeArrowheads="1"/>
            </p:cNvSpPr>
            <p:nvPr/>
          </p:nvSpPr>
          <p:spPr bwMode="auto">
            <a:xfrm>
              <a:off x="2374315" y="469281"/>
              <a:ext cx="214170" cy="796833"/>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4" name="Group 18"/>
            <p:cNvGrpSpPr>
              <a:grpSpLocks/>
            </p:cNvGrpSpPr>
            <p:nvPr/>
          </p:nvGrpSpPr>
          <p:grpSpPr bwMode="auto">
            <a:xfrm>
              <a:off x="2379339" y="386004"/>
              <a:ext cx="4620986" cy="1028700"/>
              <a:chOff x="1098455" y="1454019"/>
              <a:chExt cx="7727044" cy="1028700"/>
            </a:xfrm>
          </p:grpSpPr>
          <p:sp>
            <p:nvSpPr>
              <p:cNvPr id="67909"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7910"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pic>
          <p:nvPicPr>
            <p:cNvPr id="67605" name="Picture 9"/>
            <p:cNvPicPr>
              <a:picLocks noChangeAspect="1" noChangeArrowheads="1"/>
            </p:cNvPicPr>
            <p:nvPr/>
          </p:nvPicPr>
          <p:blipFill>
            <a:blip r:embed="rId8" cstate="print"/>
            <a:srcRect/>
            <a:stretch>
              <a:fillRect/>
            </a:stretch>
          </p:blipFill>
          <p:spPr bwMode="auto">
            <a:xfrm>
              <a:off x="2628901" y="1651681"/>
              <a:ext cx="4278086" cy="973137"/>
            </a:xfrm>
            <a:prstGeom prst="rect">
              <a:avLst/>
            </a:prstGeom>
            <a:noFill/>
            <a:ln w="9525">
              <a:noFill/>
              <a:miter lim="800000"/>
              <a:headEnd/>
              <a:tailEnd/>
            </a:ln>
          </p:spPr>
        </p:pic>
        <p:pic>
          <p:nvPicPr>
            <p:cNvPr id="67606" name="Picture 10"/>
            <p:cNvPicPr>
              <a:picLocks noChangeAspect="1" noChangeArrowheads="1"/>
            </p:cNvPicPr>
            <p:nvPr/>
          </p:nvPicPr>
          <p:blipFill>
            <a:blip r:embed="rId9" cstate="print"/>
            <a:srcRect/>
            <a:stretch>
              <a:fillRect/>
            </a:stretch>
          </p:blipFill>
          <p:spPr bwMode="auto">
            <a:xfrm>
              <a:off x="2664279" y="3380241"/>
              <a:ext cx="4226378" cy="1044575"/>
            </a:xfrm>
            <a:prstGeom prst="rect">
              <a:avLst/>
            </a:prstGeom>
            <a:noFill/>
            <a:ln w="9525">
              <a:noFill/>
              <a:miter lim="800000"/>
              <a:headEnd/>
              <a:tailEnd/>
            </a:ln>
          </p:spPr>
        </p:pic>
        <p:pic>
          <p:nvPicPr>
            <p:cNvPr id="67607" name="Picture 11"/>
            <p:cNvPicPr>
              <a:picLocks noChangeAspect="1" noChangeArrowheads="1"/>
            </p:cNvPicPr>
            <p:nvPr/>
          </p:nvPicPr>
          <p:blipFill>
            <a:blip r:embed="rId10" cstate="print"/>
            <a:srcRect/>
            <a:stretch>
              <a:fillRect/>
            </a:stretch>
          </p:blipFill>
          <p:spPr bwMode="auto">
            <a:xfrm>
              <a:off x="2717573" y="4941281"/>
              <a:ext cx="4320041" cy="1165225"/>
            </a:xfrm>
            <a:prstGeom prst="rect">
              <a:avLst/>
            </a:prstGeom>
            <a:noFill/>
            <a:ln w="9525">
              <a:noFill/>
              <a:miter lim="800000"/>
              <a:headEnd/>
              <a:tailEnd/>
            </a:ln>
          </p:spPr>
        </p:pic>
        <p:grpSp>
          <p:nvGrpSpPr>
            <p:cNvPr id="5" name="Group 13"/>
            <p:cNvGrpSpPr>
              <a:grpSpLocks/>
            </p:cNvGrpSpPr>
            <p:nvPr/>
          </p:nvGrpSpPr>
          <p:grpSpPr bwMode="auto">
            <a:xfrm>
              <a:off x="-3386667" y="1894716"/>
              <a:ext cx="13264233" cy="577552"/>
              <a:chOff x="5281613" y="5646738"/>
              <a:chExt cx="1438276" cy="628649"/>
            </a:xfrm>
          </p:grpSpPr>
          <p:sp>
            <p:nvSpPr>
              <p:cNvPr id="678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8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8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8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8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8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8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8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8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8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8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8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8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8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8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82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82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82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82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83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83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83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83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83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83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83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83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83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83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84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84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84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84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84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84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84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84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84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84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85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85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85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85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85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85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85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85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85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85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86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86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86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86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86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86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86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86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86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86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87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87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87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87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87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87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87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87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87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87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88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88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88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88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88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88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88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88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88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88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89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89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89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89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89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89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89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9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9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9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90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90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90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90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90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90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90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90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sp>
            <p:nvSpPr>
              <p:cNvPr id="6790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grpSp>
        <p:grpSp>
          <p:nvGrpSpPr>
            <p:cNvPr id="6" name="Group 112"/>
            <p:cNvGrpSpPr>
              <a:grpSpLocks/>
            </p:cNvGrpSpPr>
            <p:nvPr/>
          </p:nvGrpSpPr>
          <p:grpSpPr bwMode="auto">
            <a:xfrm>
              <a:off x="2775857" y="3575964"/>
              <a:ext cx="5301343" cy="653141"/>
              <a:chOff x="5281613" y="5646738"/>
              <a:chExt cx="1438276" cy="628649"/>
            </a:xfrm>
          </p:grpSpPr>
          <p:sp>
            <p:nvSpPr>
              <p:cNvPr id="67713"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714"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715"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716"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717"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718"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719"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720"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721"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722"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723"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724"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725"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726"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727"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72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729"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730"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731"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732"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733"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734"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735"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736"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737"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738"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739"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740"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741"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742"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743"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744"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745"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746"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747"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748"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749"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750"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751"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752"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753"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754"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755"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756"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757"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758"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759"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760"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761"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762"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763"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764"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765"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766"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767"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768"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769"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770"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771"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772"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773"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774"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775"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776"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777"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778"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779"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780"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781"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782"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783"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784"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785"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786"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787"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788"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789"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790"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791"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792"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793"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794"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795"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796"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797"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98"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99"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00"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01"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02"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803"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804"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805"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806"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807"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808"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809"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810"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7" name="Group 112"/>
            <p:cNvGrpSpPr>
              <a:grpSpLocks/>
            </p:cNvGrpSpPr>
            <p:nvPr/>
          </p:nvGrpSpPr>
          <p:grpSpPr bwMode="auto">
            <a:xfrm>
              <a:off x="2843590" y="5201561"/>
              <a:ext cx="3235477" cy="653141"/>
              <a:chOff x="5281613" y="5646738"/>
              <a:chExt cx="1438276" cy="628649"/>
            </a:xfrm>
          </p:grpSpPr>
          <p:sp>
            <p:nvSpPr>
              <p:cNvPr id="67615"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616"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617"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618"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619"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620"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621"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622"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623"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624"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625"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626"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627"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628"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629"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630"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631"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632"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633"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634"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635"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636"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637"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638"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639"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640"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641"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642"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643"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644"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645"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646"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647"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648"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649"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650"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651"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652"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653"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654"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655"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656"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657"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658"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659"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660"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661"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662"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663"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664"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665"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666"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667"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668"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669"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670"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671"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672"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673"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674"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675"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676"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677"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678"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679"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680"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681"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682"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683"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684"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685"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686"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687"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688"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689"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690"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691"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692"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693"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694"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695"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696"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697"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698"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699"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00"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01"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702"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703"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704"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705"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706"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707"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708"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709"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710"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711"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712"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20" name="Straight Arrow Connector 319"/>
            <p:cNvCxnSpPr/>
            <p:nvPr/>
          </p:nvCxnSpPr>
          <p:spPr>
            <a:xfrm flipV="1">
              <a:off x="6803470" y="3859682"/>
              <a:ext cx="1240724" cy="13669"/>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8" name="Straight Arrow Connector 327"/>
            <p:cNvCxnSpPr/>
            <p:nvPr/>
          </p:nvCxnSpPr>
          <p:spPr>
            <a:xfrm flipV="1">
              <a:off x="6215086" y="5535624"/>
              <a:ext cx="744009"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7" name="Object 3"/>
            <p:cNvGraphicFramePr>
              <a:graphicFrameLocks noChangeAspect="1"/>
            </p:cNvGraphicFramePr>
            <p:nvPr/>
          </p:nvGraphicFramePr>
          <p:xfrm>
            <a:off x="4597400" y="4379913"/>
            <a:ext cx="461963" cy="684212"/>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7587" name="Object 3"/>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597400" y="4379913"/>
                          <a:ext cx="461963" cy="6842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a:off x="2804161" y="6109765"/>
              <a:ext cx="4308425" cy="19139"/>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14" name="Straight Arrow Connector 313"/>
            <p:cNvCxnSpPr/>
            <p:nvPr/>
          </p:nvCxnSpPr>
          <p:spPr>
            <a:xfrm flipV="1">
              <a:off x="2650670" y="4384610"/>
              <a:ext cx="4240206" cy="3007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88385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88"/>
          <p:cNvGrpSpPr>
            <a:grpSpLocks/>
          </p:cNvGrpSpPr>
          <p:nvPr/>
        </p:nvGrpSpPr>
        <p:grpSpPr bwMode="auto">
          <a:xfrm>
            <a:off x="958850" y="1258888"/>
            <a:ext cx="6192838" cy="4930775"/>
            <a:chOff x="130632" y="293908"/>
            <a:chExt cx="7021281" cy="5895414"/>
          </a:xfrm>
        </p:grpSpPr>
        <p:sp>
          <p:nvSpPr>
            <p:cNvPr id="625668" name="Rectangle 41"/>
            <p:cNvSpPr>
              <a:spLocks noChangeArrowheads="1"/>
            </p:cNvSpPr>
            <p:nvPr/>
          </p:nvSpPr>
          <p:spPr bwMode="auto">
            <a:xfrm>
              <a:off x="2509128" y="15264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69" name="Rectangle 41"/>
            <p:cNvSpPr>
              <a:spLocks noChangeArrowheads="1"/>
            </p:cNvSpPr>
            <p:nvPr/>
          </p:nvSpPr>
          <p:spPr bwMode="auto">
            <a:xfrm>
              <a:off x="4512099" y="155362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70" name="TextBox 242"/>
            <p:cNvSpPr txBox="1">
              <a:spLocks noChangeArrowheads="1"/>
            </p:cNvSpPr>
            <p:nvPr/>
          </p:nvSpPr>
          <p:spPr bwMode="auto">
            <a:xfrm>
              <a:off x="163280" y="4800684"/>
              <a:ext cx="1742849" cy="369332"/>
            </a:xfrm>
            <a:prstGeom prst="rect">
              <a:avLst/>
            </a:prstGeom>
            <a:noFill/>
            <a:ln w="9525">
              <a:noFill/>
              <a:miter lim="800000"/>
              <a:headEnd/>
              <a:tailEnd/>
            </a:ln>
          </p:spPr>
          <p:txBody>
            <a:bodyPr wrap="none">
              <a:spAutoFit/>
            </a:bodyPr>
            <a:lstStyle/>
            <a:p>
              <a:r>
                <a:rPr lang="en-US" dirty="0"/>
                <a:t>Pressure Change</a:t>
              </a:r>
            </a:p>
          </p:txBody>
        </p:sp>
        <p:sp>
          <p:nvSpPr>
            <p:cNvPr id="625671" name="Rectangle 41"/>
            <p:cNvSpPr>
              <a:spLocks noChangeArrowheads="1"/>
            </p:cNvSpPr>
            <p:nvPr/>
          </p:nvSpPr>
          <p:spPr bwMode="auto">
            <a:xfrm>
              <a:off x="3058903" y="1575416"/>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2580251" y="1569413"/>
              <a:ext cx="4571662" cy="8009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3" name="Group 18"/>
            <p:cNvGrpSpPr>
              <a:grpSpLocks/>
            </p:cNvGrpSpPr>
            <p:nvPr/>
          </p:nvGrpSpPr>
          <p:grpSpPr bwMode="auto">
            <a:xfrm>
              <a:off x="2498271" y="1454019"/>
              <a:ext cx="4620986" cy="1028700"/>
              <a:chOff x="1098455" y="1454019"/>
              <a:chExt cx="7727044" cy="1028700"/>
            </a:xfrm>
          </p:grpSpPr>
          <p:sp>
            <p:nvSpPr>
              <p:cNvPr id="625851"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5852"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5674" name="TextBox 405"/>
            <p:cNvSpPr txBox="1">
              <a:spLocks noChangeArrowheads="1"/>
            </p:cNvSpPr>
            <p:nvPr/>
          </p:nvSpPr>
          <p:spPr bwMode="auto">
            <a:xfrm>
              <a:off x="130632" y="2863067"/>
              <a:ext cx="1972391" cy="1104107"/>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49" y="971519"/>
              <a:ext cx="4470869" cy="1899"/>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5676" name="TextBox 181"/>
            <p:cNvSpPr txBox="1">
              <a:spLocks noChangeArrowheads="1"/>
            </p:cNvSpPr>
            <p:nvPr/>
          </p:nvSpPr>
          <p:spPr bwMode="auto">
            <a:xfrm>
              <a:off x="4604582" y="293908"/>
              <a:ext cx="424618" cy="584775"/>
            </a:xfrm>
            <a:prstGeom prst="rect">
              <a:avLst/>
            </a:prstGeom>
            <a:noFill/>
            <a:ln w="9525">
              <a:noFill/>
              <a:miter lim="800000"/>
              <a:headEnd/>
              <a:tailEnd/>
            </a:ln>
          </p:spPr>
          <p:txBody>
            <a:bodyPr>
              <a:spAutoFit/>
            </a:bodyPr>
            <a:lstStyle/>
            <a:p>
              <a:r>
                <a:rPr lang="en-US" sz="3200" dirty="0"/>
                <a:t>L</a:t>
              </a:r>
            </a:p>
          </p:txBody>
        </p:sp>
        <p:pic>
          <p:nvPicPr>
            <p:cNvPr id="625677" name="Picture 2"/>
            <p:cNvPicPr>
              <a:picLocks noChangeAspect="1" noChangeArrowheads="1"/>
            </p:cNvPicPr>
            <p:nvPr/>
          </p:nvPicPr>
          <p:blipFill>
            <a:blip r:embed="rId3" cstate="print"/>
            <a:srcRect/>
            <a:stretch>
              <a:fillRect/>
            </a:stretch>
          </p:blipFill>
          <p:spPr bwMode="auto">
            <a:xfrm>
              <a:off x="2400299" y="2941637"/>
              <a:ext cx="4572001" cy="973137"/>
            </a:xfrm>
            <a:prstGeom prst="rect">
              <a:avLst/>
            </a:prstGeom>
            <a:noFill/>
            <a:ln w="9525">
              <a:noFill/>
              <a:miter lim="800000"/>
              <a:headEnd/>
              <a:tailEnd/>
            </a:ln>
          </p:spPr>
        </p:pic>
        <p:cxnSp>
          <p:nvCxnSpPr>
            <p:cNvPr id="211" name="Straight Connector 210"/>
            <p:cNvCxnSpPr/>
            <p:nvPr/>
          </p:nvCxnSpPr>
          <p:spPr>
            <a:xfrm rot="5400000">
              <a:off x="645511" y="4416571"/>
              <a:ext cx="3543702" cy="1800"/>
            </a:xfrm>
            <a:prstGeom prst="line">
              <a:avLst/>
            </a:prstGeom>
          </p:spPr>
          <p:style>
            <a:lnRef idx="1">
              <a:schemeClr val="accent1"/>
            </a:lnRef>
            <a:fillRef idx="0">
              <a:schemeClr val="accent1"/>
            </a:fillRef>
            <a:effectRef idx="0">
              <a:schemeClr val="accent1"/>
            </a:effectRef>
            <a:fontRef idx="minor">
              <a:schemeClr val="tx1"/>
            </a:fontRef>
          </p:style>
        </p:cxnSp>
        <p:grpSp>
          <p:nvGrpSpPr>
            <p:cNvPr id="4" name="Group 197"/>
            <p:cNvGrpSpPr>
              <a:grpSpLocks/>
            </p:cNvGrpSpPr>
            <p:nvPr/>
          </p:nvGrpSpPr>
          <p:grpSpPr bwMode="auto">
            <a:xfrm>
              <a:off x="2538413" y="4981575"/>
              <a:ext cx="4357687" cy="776287"/>
              <a:chOff x="2538413" y="4981575"/>
              <a:chExt cx="4357687" cy="776287"/>
            </a:xfrm>
          </p:grpSpPr>
          <p:sp>
            <p:nvSpPr>
              <p:cNvPr id="38921" name="Line 9"/>
              <p:cNvSpPr>
                <a:spLocks noChangeShapeType="1"/>
              </p:cNvSpPr>
              <p:nvPr/>
            </p:nvSpPr>
            <p:spPr bwMode="auto">
              <a:xfrm flipV="1">
                <a:off x="2538854" y="5356067"/>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2" name="Line 10"/>
              <p:cNvSpPr>
                <a:spLocks noChangeShapeType="1"/>
              </p:cNvSpPr>
              <p:nvPr/>
            </p:nvSpPr>
            <p:spPr bwMode="auto">
              <a:xfrm flipV="1">
                <a:off x="2582051" y="5346578"/>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3" name="Line 11"/>
              <p:cNvSpPr>
                <a:spLocks noChangeShapeType="1"/>
              </p:cNvSpPr>
              <p:nvPr/>
            </p:nvSpPr>
            <p:spPr bwMode="auto">
              <a:xfrm flipV="1">
                <a:off x="2627048"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4" name="Line 12"/>
              <p:cNvSpPr>
                <a:spLocks noChangeShapeType="1"/>
              </p:cNvSpPr>
              <p:nvPr/>
            </p:nvSpPr>
            <p:spPr bwMode="auto">
              <a:xfrm flipV="1">
                <a:off x="2670245" y="5320005"/>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5" name="Line 13"/>
              <p:cNvSpPr>
                <a:spLocks noChangeShapeType="1"/>
              </p:cNvSpPr>
              <p:nvPr/>
            </p:nvSpPr>
            <p:spPr bwMode="auto">
              <a:xfrm flipV="1">
                <a:off x="2713442" y="5306717"/>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6" name="Line 14"/>
              <p:cNvSpPr>
                <a:spLocks noChangeShapeType="1"/>
              </p:cNvSpPr>
              <p:nvPr/>
            </p:nvSpPr>
            <p:spPr bwMode="auto">
              <a:xfrm flipV="1">
                <a:off x="2758438"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7" name="Line 15"/>
              <p:cNvSpPr>
                <a:spLocks noChangeShapeType="1"/>
              </p:cNvSpPr>
              <p:nvPr/>
            </p:nvSpPr>
            <p:spPr bwMode="auto">
              <a:xfrm flipV="1">
                <a:off x="2801635" y="5283941"/>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8" name="Line 16"/>
              <p:cNvSpPr>
                <a:spLocks noChangeShapeType="1"/>
              </p:cNvSpPr>
              <p:nvPr/>
            </p:nvSpPr>
            <p:spPr bwMode="auto">
              <a:xfrm flipV="1">
                <a:off x="2846632" y="5272552"/>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9" name="Line 17"/>
              <p:cNvSpPr>
                <a:spLocks noChangeShapeType="1"/>
              </p:cNvSpPr>
              <p:nvPr/>
            </p:nvSpPr>
            <p:spPr bwMode="auto">
              <a:xfrm flipV="1">
                <a:off x="2889829" y="5259266"/>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0" name="Line 18"/>
              <p:cNvSpPr>
                <a:spLocks noChangeShapeType="1"/>
              </p:cNvSpPr>
              <p:nvPr/>
            </p:nvSpPr>
            <p:spPr bwMode="auto">
              <a:xfrm flipV="1">
                <a:off x="293482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1" name="Line 19"/>
              <p:cNvSpPr>
                <a:spLocks noChangeShapeType="1"/>
              </p:cNvSpPr>
              <p:nvPr/>
            </p:nvSpPr>
            <p:spPr bwMode="auto">
              <a:xfrm flipV="1">
                <a:off x="2978022"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2" name="Line 20"/>
              <p:cNvSpPr>
                <a:spLocks noChangeShapeType="1"/>
              </p:cNvSpPr>
              <p:nvPr/>
            </p:nvSpPr>
            <p:spPr bwMode="auto">
              <a:xfrm flipV="1">
                <a:off x="3023019" y="5225101"/>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3" name="Line 21"/>
              <p:cNvSpPr>
                <a:spLocks noChangeShapeType="1"/>
              </p:cNvSpPr>
              <p:nvPr/>
            </p:nvSpPr>
            <p:spPr bwMode="auto">
              <a:xfrm flipV="1">
                <a:off x="3066216" y="5213713"/>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4" name="Line 22"/>
              <p:cNvSpPr>
                <a:spLocks noChangeShapeType="1"/>
              </p:cNvSpPr>
              <p:nvPr/>
            </p:nvSpPr>
            <p:spPr bwMode="auto">
              <a:xfrm flipV="1">
                <a:off x="3111212"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5" name="Line 23"/>
              <p:cNvSpPr>
                <a:spLocks noChangeShapeType="1"/>
              </p:cNvSpPr>
              <p:nvPr/>
            </p:nvSpPr>
            <p:spPr bwMode="auto">
              <a:xfrm flipV="1">
                <a:off x="3154409" y="519093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6" name="Line 24"/>
              <p:cNvSpPr>
                <a:spLocks noChangeShapeType="1"/>
              </p:cNvSpPr>
              <p:nvPr/>
            </p:nvSpPr>
            <p:spPr bwMode="auto">
              <a:xfrm flipV="1">
                <a:off x="3197605" y="5181445"/>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7" name="Line 25"/>
              <p:cNvSpPr>
                <a:spLocks noChangeShapeType="1"/>
              </p:cNvSpPr>
              <p:nvPr/>
            </p:nvSpPr>
            <p:spPr bwMode="auto">
              <a:xfrm flipV="1">
                <a:off x="3242603"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8" name="Line 26"/>
              <p:cNvSpPr>
                <a:spLocks noChangeShapeType="1"/>
              </p:cNvSpPr>
              <p:nvPr/>
            </p:nvSpPr>
            <p:spPr bwMode="auto">
              <a:xfrm flipV="1">
                <a:off x="3285799" y="5160566"/>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9" name="Line 27"/>
              <p:cNvSpPr>
                <a:spLocks noChangeShapeType="1"/>
              </p:cNvSpPr>
              <p:nvPr/>
            </p:nvSpPr>
            <p:spPr bwMode="auto">
              <a:xfrm flipV="1">
                <a:off x="3330795" y="514917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0" name="Line 28"/>
              <p:cNvSpPr>
                <a:spLocks noChangeShapeType="1"/>
              </p:cNvSpPr>
              <p:nvPr/>
            </p:nvSpPr>
            <p:spPr bwMode="auto">
              <a:xfrm flipV="1">
                <a:off x="3373992" y="5139687"/>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1" name="Line 29"/>
              <p:cNvSpPr>
                <a:spLocks noChangeShapeType="1"/>
              </p:cNvSpPr>
              <p:nvPr/>
            </p:nvSpPr>
            <p:spPr bwMode="auto">
              <a:xfrm flipV="1">
                <a:off x="3418990" y="513019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2" name="Line 30"/>
              <p:cNvSpPr>
                <a:spLocks noChangeShapeType="1"/>
              </p:cNvSpPr>
              <p:nvPr/>
            </p:nvSpPr>
            <p:spPr bwMode="auto">
              <a:xfrm flipV="1">
                <a:off x="3462186" y="5120706"/>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3" name="Line 31"/>
              <p:cNvSpPr>
                <a:spLocks noChangeShapeType="1"/>
              </p:cNvSpPr>
              <p:nvPr/>
            </p:nvSpPr>
            <p:spPr bwMode="auto">
              <a:xfrm flipV="1">
                <a:off x="3507182" y="511121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4" name="Line 32"/>
              <p:cNvSpPr>
                <a:spLocks noChangeShapeType="1"/>
              </p:cNvSpPr>
              <p:nvPr/>
            </p:nvSpPr>
            <p:spPr bwMode="auto">
              <a:xfrm flipV="1">
                <a:off x="3550379" y="5101726"/>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5" name="Line 33"/>
              <p:cNvSpPr>
                <a:spLocks noChangeShapeType="1"/>
              </p:cNvSpPr>
              <p:nvPr/>
            </p:nvSpPr>
            <p:spPr bwMode="auto">
              <a:xfrm flipV="1">
                <a:off x="3595376"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6" name="Line 34"/>
              <p:cNvSpPr>
                <a:spLocks noChangeShapeType="1"/>
              </p:cNvSpPr>
              <p:nvPr/>
            </p:nvSpPr>
            <p:spPr bwMode="auto">
              <a:xfrm flipV="1">
                <a:off x="3638573"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7" name="Line 35"/>
              <p:cNvSpPr>
                <a:spLocks noChangeShapeType="1"/>
              </p:cNvSpPr>
              <p:nvPr/>
            </p:nvSpPr>
            <p:spPr bwMode="auto">
              <a:xfrm flipV="1">
                <a:off x="3683569" y="507515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8" name="Line 36"/>
              <p:cNvSpPr>
                <a:spLocks noChangeShapeType="1"/>
              </p:cNvSpPr>
              <p:nvPr/>
            </p:nvSpPr>
            <p:spPr bwMode="auto">
              <a:xfrm flipV="1">
                <a:off x="3726766"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9" name="Line 37"/>
              <p:cNvSpPr>
                <a:spLocks noChangeShapeType="1"/>
              </p:cNvSpPr>
              <p:nvPr/>
            </p:nvSpPr>
            <p:spPr bwMode="auto">
              <a:xfrm flipV="1">
                <a:off x="3769963" y="5059968"/>
                <a:ext cx="449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0" name="Line 38"/>
              <p:cNvSpPr>
                <a:spLocks noChangeShapeType="1"/>
              </p:cNvSpPr>
              <p:nvPr/>
            </p:nvSpPr>
            <p:spPr bwMode="auto">
              <a:xfrm flipV="1">
                <a:off x="3814960" y="5054274"/>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1" name="Line 39"/>
              <p:cNvSpPr>
                <a:spLocks noChangeShapeType="1"/>
              </p:cNvSpPr>
              <p:nvPr/>
            </p:nvSpPr>
            <p:spPr bwMode="auto">
              <a:xfrm flipV="1">
                <a:off x="3858157" y="5044783"/>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2" name="Line 40"/>
              <p:cNvSpPr>
                <a:spLocks noChangeShapeType="1"/>
              </p:cNvSpPr>
              <p:nvPr/>
            </p:nvSpPr>
            <p:spPr bwMode="auto">
              <a:xfrm flipV="1">
                <a:off x="3903153" y="5039090"/>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3" name="Line 41"/>
              <p:cNvSpPr>
                <a:spLocks noChangeShapeType="1"/>
              </p:cNvSpPr>
              <p:nvPr/>
            </p:nvSpPr>
            <p:spPr bwMode="auto">
              <a:xfrm flipV="1">
                <a:off x="3946350" y="5033395"/>
                <a:ext cx="44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4" name="Line 42"/>
              <p:cNvSpPr>
                <a:spLocks noChangeShapeType="1"/>
              </p:cNvSpPr>
              <p:nvPr/>
            </p:nvSpPr>
            <p:spPr bwMode="auto">
              <a:xfrm flipV="1">
                <a:off x="3991347" y="502580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5" name="Line 43"/>
              <p:cNvSpPr>
                <a:spLocks noChangeShapeType="1"/>
              </p:cNvSpPr>
              <p:nvPr/>
            </p:nvSpPr>
            <p:spPr bwMode="auto">
              <a:xfrm flipV="1">
                <a:off x="4034544" y="5022007"/>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6" name="Line 44"/>
              <p:cNvSpPr>
                <a:spLocks noChangeShapeType="1"/>
              </p:cNvSpPr>
              <p:nvPr/>
            </p:nvSpPr>
            <p:spPr bwMode="auto">
              <a:xfrm flipV="1">
                <a:off x="407954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7" name="Line 45"/>
              <p:cNvSpPr>
                <a:spLocks noChangeShapeType="1"/>
              </p:cNvSpPr>
              <p:nvPr/>
            </p:nvSpPr>
            <p:spPr bwMode="auto">
              <a:xfrm flipV="1">
                <a:off x="4122737"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8" name="Line 46"/>
              <p:cNvSpPr>
                <a:spLocks noChangeShapeType="1"/>
              </p:cNvSpPr>
              <p:nvPr/>
            </p:nvSpPr>
            <p:spPr bwMode="auto">
              <a:xfrm flipV="1">
                <a:off x="4167734" y="5006822"/>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9" name="Line 47"/>
              <p:cNvSpPr>
                <a:spLocks noChangeShapeType="1"/>
              </p:cNvSpPr>
              <p:nvPr/>
            </p:nvSpPr>
            <p:spPr bwMode="auto">
              <a:xfrm flipV="1">
                <a:off x="4210931"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0" name="Line 48"/>
              <p:cNvSpPr>
                <a:spLocks noChangeShapeType="1"/>
              </p:cNvSpPr>
              <p:nvPr/>
            </p:nvSpPr>
            <p:spPr bwMode="auto">
              <a:xfrm flipV="1">
                <a:off x="4254128" y="4999230"/>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1" name="Line 49"/>
              <p:cNvSpPr>
                <a:spLocks noChangeShapeType="1"/>
              </p:cNvSpPr>
              <p:nvPr/>
            </p:nvSpPr>
            <p:spPr bwMode="auto">
              <a:xfrm flipV="1">
                <a:off x="4299124" y="4995434"/>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2" name="Line 50"/>
              <p:cNvSpPr>
                <a:spLocks noChangeShapeType="1"/>
              </p:cNvSpPr>
              <p:nvPr/>
            </p:nvSpPr>
            <p:spPr bwMode="auto">
              <a:xfrm flipV="1">
                <a:off x="4342321" y="499163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3" name="Line 51"/>
              <p:cNvSpPr>
                <a:spLocks noChangeShapeType="1"/>
              </p:cNvSpPr>
              <p:nvPr/>
            </p:nvSpPr>
            <p:spPr bwMode="auto">
              <a:xfrm flipV="1">
                <a:off x="4387318" y="4989740"/>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4" name="Line 52"/>
              <p:cNvSpPr>
                <a:spLocks noChangeShapeType="1"/>
              </p:cNvSpPr>
              <p:nvPr/>
            </p:nvSpPr>
            <p:spPr bwMode="auto">
              <a:xfrm flipV="1">
                <a:off x="4430515" y="4987841"/>
                <a:ext cx="449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5" name="Line 53"/>
              <p:cNvSpPr>
                <a:spLocks noChangeShapeType="1"/>
              </p:cNvSpPr>
              <p:nvPr/>
            </p:nvSpPr>
            <p:spPr bwMode="auto">
              <a:xfrm flipV="1">
                <a:off x="4475511" y="4985944"/>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6" name="Line 54"/>
              <p:cNvSpPr>
                <a:spLocks noChangeShapeType="1"/>
              </p:cNvSpPr>
              <p:nvPr/>
            </p:nvSpPr>
            <p:spPr bwMode="auto">
              <a:xfrm flipV="1">
                <a:off x="4518708" y="4984045"/>
                <a:ext cx="449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7" name="Line 55"/>
              <p:cNvSpPr>
                <a:spLocks noChangeShapeType="1"/>
              </p:cNvSpPr>
              <p:nvPr/>
            </p:nvSpPr>
            <p:spPr bwMode="auto">
              <a:xfrm flipV="1">
                <a:off x="456370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8" name="Line 56"/>
              <p:cNvSpPr>
                <a:spLocks noChangeShapeType="1"/>
              </p:cNvSpPr>
              <p:nvPr/>
            </p:nvSpPr>
            <p:spPr bwMode="auto">
              <a:xfrm flipV="1">
                <a:off x="4606902"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9" name="Line 57"/>
              <p:cNvSpPr>
                <a:spLocks noChangeShapeType="1"/>
              </p:cNvSpPr>
              <p:nvPr/>
            </p:nvSpPr>
            <p:spPr bwMode="auto">
              <a:xfrm flipV="1">
                <a:off x="4651898"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0" name="Line 58"/>
              <p:cNvSpPr>
                <a:spLocks noChangeShapeType="1"/>
              </p:cNvSpPr>
              <p:nvPr/>
            </p:nvSpPr>
            <p:spPr bwMode="auto">
              <a:xfrm>
                <a:off x="469509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1" name="Line 59"/>
              <p:cNvSpPr>
                <a:spLocks noChangeShapeType="1"/>
              </p:cNvSpPr>
              <p:nvPr/>
            </p:nvSpPr>
            <p:spPr bwMode="auto">
              <a:xfrm>
                <a:off x="4738291" y="4982148"/>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2" name="Line 60"/>
              <p:cNvSpPr>
                <a:spLocks noChangeShapeType="1"/>
              </p:cNvSpPr>
              <p:nvPr/>
            </p:nvSpPr>
            <p:spPr bwMode="auto">
              <a:xfrm>
                <a:off x="4783289"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3" name="Line 61"/>
              <p:cNvSpPr>
                <a:spLocks noChangeShapeType="1"/>
              </p:cNvSpPr>
              <p:nvPr/>
            </p:nvSpPr>
            <p:spPr bwMode="auto">
              <a:xfrm>
                <a:off x="4826485"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4" name="Line 62"/>
              <p:cNvSpPr>
                <a:spLocks noChangeShapeType="1"/>
              </p:cNvSpPr>
              <p:nvPr/>
            </p:nvSpPr>
            <p:spPr bwMode="auto">
              <a:xfrm>
                <a:off x="4871482" y="4984045"/>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5" name="Line 63"/>
              <p:cNvSpPr>
                <a:spLocks noChangeShapeType="1"/>
              </p:cNvSpPr>
              <p:nvPr/>
            </p:nvSpPr>
            <p:spPr bwMode="auto">
              <a:xfrm>
                <a:off x="4914678" y="4985944"/>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6" name="Line 64"/>
              <p:cNvSpPr>
                <a:spLocks noChangeShapeType="1"/>
              </p:cNvSpPr>
              <p:nvPr/>
            </p:nvSpPr>
            <p:spPr bwMode="auto">
              <a:xfrm>
                <a:off x="4959676" y="4987841"/>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7" name="Line 65"/>
              <p:cNvSpPr>
                <a:spLocks noChangeShapeType="1"/>
              </p:cNvSpPr>
              <p:nvPr/>
            </p:nvSpPr>
            <p:spPr bwMode="auto">
              <a:xfrm>
                <a:off x="5002872" y="4989740"/>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8" name="Line 66"/>
              <p:cNvSpPr>
                <a:spLocks noChangeShapeType="1"/>
              </p:cNvSpPr>
              <p:nvPr/>
            </p:nvSpPr>
            <p:spPr bwMode="auto">
              <a:xfrm>
                <a:off x="5047869" y="499163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9" name="Line 67"/>
              <p:cNvSpPr>
                <a:spLocks noChangeShapeType="1"/>
              </p:cNvSpPr>
              <p:nvPr/>
            </p:nvSpPr>
            <p:spPr bwMode="auto">
              <a:xfrm>
                <a:off x="5091065" y="4995434"/>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0" name="Line 68"/>
              <p:cNvSpPr>
                <a:spLocks noChangeShapeType="1"/>
              </p:cNvSpPr>
              <p:nvPr/>
            </p:nvSpPr>
            <p:spPr bwMode="auto">
              <a:xfrm>
                <a:off x="5136063" y="4999230"/>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1" name="Line 69"/>
              <p:cNvSpPr>
                <a:spLocks noChangeShapeType="1"/>
              </p:cNvSpPr>
              <p:nvPr/>
            </p:nvSpPr>
            <p:spPr bwMode="auto">
              <a:xfrm>
                <a:off x="5179259"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2" name="Line 70"/>
              <p:cNvSpPr>
                <a:spLocks noChangeShapeType="1"/>
              </p:cNvSpPr>
              <p:nvPr/>
            </p:nvSpPr>
            <p:spPr bwMode="auto">
              <a:xfrm>
                <a:off x="5222456" y="5006822"/>
                <a:ext cx="44996"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3" name="Line 71"/>
              <p:cNvSpPr>
                <a:spLocks noChangeShapeType="1"/>
              </p:cNvSpPr>
              <p:nvPr/>
            </p:nvSpPr>
            <p:spPr bwMode="auto">
              <a:xfrm>
                <a:off x="5267452"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4" name="Line 72"/>
              <p:cNvSpPr>
                <a:spLocks noChangeShapeType="1"/>
              </p:cNvSpPr>
              <p:nvPr/>
            </p:nvSpPr>
            <p:spPr bwMode="auto">
              <a:xfrm>
                <a:off x="531245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5" name="Line 73"/>
              <p:cNvSpPr>
                <a:spLocks noChangeShapeType="1"/>
              </p:cNvSpPr>
              <p:nvPr/>
            </p:nvSpPr>
            <p:spPr bwMode="auto">
              <a:xfrm>
                <a:off x="5355646" y="502200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6" name="Line 74"/>
              <p:cNvSpPr>
                <a:spLocks noChangeShapeType="1"/>
              </p:cNvSpPr>
              <p:nvPr/>
            </p:nvSpPr>
            <p:spPr bwMode="auto">
              <a:xfrm>
                <a:off x="5398843" y="5025803"/>
                <a:ext cx="44996"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7" name="Line 75"/>
              <p:cNvSpPr>
                <a:spLocks noChangeShapeType="1"/>
              </p:cNvSpPr>
              <p:nvPr/>
            </p:nvSpPr>
            <p:spPr bwMode="auto">
              <a:xfrm>
                <a:off x="5443839" y="5033395"/>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8" name="Line 76"/>
              <p:cNvSpPr>
                <a:spLocks noChangeShapeType="1"/>
              </p:cNvSpPr>
              <p:nvPr/>
            </p:nvSpPr>
            <p:spPr bwMode="auto">
              <a:xfrm>
                <a:off x="5487036" y="5039090"/>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9" name="Line 77"/>
              <p:cNvSpPr>
                <a:spLocks noChangeShapeType="1"/>
              </p:cNvSpPr>
              <p:nvPr/>
            </p:nvSpPr>
            <p:spPr bwMode="auto">
              <a:xfrm>
                <a:off x="5532033" y="504478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0" name="Line 78"/>
              <p:cNvSpPr>
                <a:spLocks noChangeShapeType="1"/>
              </p:cNvSpPr>
              <p:nvPr/>
            </p:nvSpPr>
            <p:spPr bwMode="auto">
              <a:xfrm>
                <a:off x="5575230" y="5054274"/>
                <a:ext cx="44996"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1" name="Line 79"/>
              <p:cNvSpPr>
                <a:spLocks noChangeShapeType="1"/>
              </p:cNvSpPr>
              <p:nvPr/>
            </p:nvSpPr>
            <p:spPr bwMode="auto">
              <a:xfrm>
                <a:off x="5620226" y="5059968"/>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2" name="Line 80"/>
              <p:cNvSpPr>
                <a:spLocks noChangeShapeType="1"/>
              </p:cNvSpPr>
              <p:nvPr/>
            </p:nvSpPr>
            <p:spPr bwMode="auto">
              <a:xfrm>
                <a:off x="5663423"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3" name="Line 81"/>
              <p:cNvSpPr>
                <a:spLocks noChangeShapeType="1"/>
              </p:cNvSpPr>
              <p:nvPr/>
            </p:nvSpPr>
            <p:spPr bwMode="auto">
              <a:xfrm>
                <a:off x="5706620" y="5075153"/>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4" name="Line 82"/>
              <p:cNvSpPr>
                <a:spLocks noChangeShapeType="1"/>
              </p:cNvSpPr>
              <p:nvPr/>
            </p:nvSpPr>
            <p:spPr bwMode="auto">
              <a:xfrm>
                <a:off x="5751617"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5" name="Line 83"/>
              <p:cNvSpPr>
                <a:spLocks noChangeShapeType="1"/>
              </p:cNvSpPr>
              <p:nvPr/>
            </p:nvSpPr>
            <p:spPr bwMode="auto">
              <a:xfrm>
                <a:off x="5796613"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6" name="Line 84"/>
              <p:cNvSpPr>
                <a:spLocks noChangeShapeType="1"/>
              </p:cNvSpPr>
              <p:nvPr/>
            </p:nvSpPr>
            <p:spPr bwMode="auto">
              <a:xfrm>
                <a:off x="5839810" y="510172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7" name="Line 85"/>
              <p:cNvSpPr>
                <a:spLocks noChangeShapeType="1"/>
              </p:cNvSpPr>
              <p:nvPr/>
            </p:nvSpPr>
            <p:spPr bwMode="auto">
              <a:xfrm>
                <a:off x="5883007" y="5111217"/>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8" name="Line 86"/>
              <p:cNvSpPr>
                <a:spLocks noChangeShapeType="1"/>
              </p:cNvSpPr>
              <p:nvPr/>
            </p:nvSpPr>
            <p:spPr bwMode="auto">
              <a:xfrm>
                <a:off x="5928004" y="512070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9" name="Line 87"/>
              <p:cNvSpPr>
                <a:spLocks noChangeShapeType="1"/>
              </p:cNvSpPr>
              <p:nvPr/>
            </p:nvSpPr>
            <p:spPr bwMode="auto">
              <a:xfrm>
                <a:off x="5971201" y="5130197"/>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0" name="Line 88"/>
              <p:cNvSpPr>
                <a:spLocks noChangeShapeType="1"/>
              </p:cNvSpPr>
              <p:nvPr/>
            </p:nvSpPr>
            <p:spPr bwMode="auto">
              <a:xfrm>
                <a:off x="6016197" y="5139687"/>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1" name="Line 89"/>
              <p:cNvSpPr>
                <a:spLocks noChangeShapeType="1"/>
              </p:cNvSpPr>
              <p:nvPr/>
            </p:nvSpPr>
            <p:spPr bwMode="auto">
              <a:xfrm>
                <a:off x="6059394" y="5149178"/>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2" name="Line 90"/>
              <p:cNvSpPr>
                <a:spLocks noChangeShapeType="1"/>
              </p:cNvSpPr>
              <p:nvPr/>
            </p:nvSpPr>
            <p:spPr bwMode="auto">
              <a:xfrm>
                <a:off x="6104391" y="5160566"/>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3" name="Line 91"/>
              <p:cNvSpPr>
                <a:spLocks noChangeShapeType="1"/>
              </p:cNvSpPr>
              <p:nvPr/>
            </p:nvSpPr>
            <p:spPr bwMode="auto">
              <a:xfrm>
                <a:off x="6147588"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4" name="Line 92"/>
              <p:cNvSpPr>
                <a:spLocks noChangeShapeType="1"/>
              </p:cNvSpPr>
              <p:nvPr/>
            </p:nvSpPr>
            <p:spPr bwMode="auto">
              <a:xfrm>
                <a:off x="6190785" y="5181445"/>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5" name="Line 93"/>
              <p:cNvSpPr>
                <a:spLocks noChangeShapeType="1"/>
              </p:cNvSpPr>
              <p:nvPr/>
            </p:nvSpPr>
            <p:spPr bwMode="auto">
              <a:xfrm>
                <a:off x="6235781" y="5190936"/>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6" name="Line 94"/>
              <p:cNvSpPr>
                <a:spLocks noChangeShapeType="1"/>
              </p:cNvSpPr>
              <p:nvPr/>
            </p:nvSpPr>
            <p:spPr bwMode="auto">
              <a:xfrm>
                <a:off x="6280778"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7" name="Line 95"/>
              <p:cNvSpPr>
                <a:spLocks noChangeShapeType="1"/>
              </p:cNvSpPr>
              <p:nvPr/>
            </p:nvSpPr>
            <p:spPr bwMode="auto">
              <a:xfrm>
                <a:off x="6323975" y="5213713"/>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8" name="Line 96"/>
              <p:cNvSpPr>
                <a:spLocks noChangeShapeType="1"/>
              </p:cNvSpPr>
              <p:nvPr/>
            </p:nvSpPr>
            <p:spPr bwMode="auto">
              <a:xfrm>
                <a:off x="6367172" y="5225101"/>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9" name="Line 97"/>
              <p:cNvSpPr>
                <a:spLocks noChangeShapeType="1"/>
              </p:cNvSpPr>
              <p:nvPr/>
            </p:nvSpPr>
            <p:spPr bwMode="auto">
              <a:xfrm>
                <a:off x="6412168"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0" name="Line 98"/>
              <p:cNvSpPr>
                <a:spLocks noChangeShapeType="1"/>
              </p:cNvSpPr>
              <p:nvPr/>
            </p:nvSpPr>
            <p:spPr bwMode="auto">
              <a:xfrm>
                <a:off x="645716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1" name="Line 99"/>
              <p:cNvSpPr>
                <a:spLocks noChangeShapeType="1"/>
              </p:cNvSpPr>
              <p:nvPr/>
            </p:nvSpPr>
            <p:spPr bwMode="auto">
              <a:xfrm>
                <a:off x="6500362" y="5259266"/>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2" name="Line 100"/>
              <p:cNvSpPr>
                <a:spLocks noChangeShapeType="1"/>
              </p:cNvSpPr>
              <p:nvPr/>
            </p:nvSpPr>
            <p:spPr bwMode="auto">
              <a:xfrm>
                <a:off x="6543559" y="5272552"/>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3" name="Line 101"/>
              <p:cNvSpPr>
                <a:spLocks noChangeShapeType="1"/>
              </p:cNvSpPr>
              <p:nvPr/>
            </p:nvSpPr>
            <p:spPr bwMode="auto">
              <a:xfrm>
                <a:off x="6588555" y="5283941"/>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4" name="Line 102"/>
              <p:cNvSpPr>
                <a:spLocks noChangeShapeType="1"/>
              </p:cNvSpPr>
              <p:nvPr/>
            </p:nvSpPr>
            <p:spPr bwMode="auto">
              <a:xfrm>
                <a:off x="6631751"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5" name="Line 103"/>
              <p:cNvSpPr>
                <a:spLocks noChangeShapeType="1"/>
              </p:cNvSpPr>
              <p:nvPr/>
            </p:nvSpPr>
            <p:spPr bwMode="auto">
              <a:xfrm>
                <a:off x="6674948" y="530671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6" name="Line 104"/>
              <p:cNvSpPr>
                <a:spLocks noChangeShapeType="1"/>
              </p:cNvSpPr>
              <p:nvPr/>
            </p:nvSpPr>
            <p:spPr bwMode="auto">
              <a:xfrm>
                <a:off x="6719945" y="5320005"/>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7" name="Line 105"/>
              <p:cNvSpPr>
                <a:spLocks noChangeShapeType="1"/>
              </p:cNvSpPr>
              <p:nvPr/>
            </p:nvSpPr>
            <p:spPr bwMode="auto">
              <a:xfrm>
                <a:off x="6764942"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8" name="Line 106"/>
              <p:cNvSpPr>
                <a:spLocks noChangeShapeType="1"/>
              </p:cNvSpPr>
              <p:nvPr/>
            </p:nvSpPr>
            <p:spPr bwMode="auto">
              <a:xfrm>
                <a:off x="6808138" y="534657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9" name="Line 107"/>
              <p:cNvSpPr>
                <a:spLocks noChangeShapeType="1"/>
              </p:cNvSpPr>
              <p:nvPr/>
            </p:nvSpPr>
            <p:spPr bwMode="auto">
              <a:xfrm>
                <a:off x="6851335" y="535606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0" name="Line 108"/>
              <p:cNvSpPr>
                <a:spLocks noChangeShapeType="1"/>
              </p:cNvSpPr>
              <p:nvPr/>
            </p:nvSpPr>
            <p:spPr bwMode="auto">
              <a:xfrm>
                <a:off x="2538854" y="536935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1" name="Line 109"/>
              <p:cNvSpPr>
                <a:spLocks noChangeShapeType="1"/>
              </p:cNvSpPr>
              <p:nvPr/>
            </p:nvSpPr>
            <p:spPr bwMode="auto">
              <a:xfrm>
                <a:off x="2582051" y="5382640"/>
                <a:ext cx="37798"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2" name="Line 110"/>
              <p:cNvSpPr>
                <a:spLocks noChangeShapeType="1"/>
              </p:cNvSpPr>
              <p:nvPr/>
            </p:nvSpPr>
            <p:spPr bwMode="auto">
              <a:xfrm>
                <a:off x="2700842" y="5414908"/>
                <a:ext cx="12600"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3" name="Line 111"/>
              <p:cNvSpPr>
                <a:spLocks noChangeShapeType="1"/>
              </p:cNvSpPr>
              <p:nvPr/>
            </p:nvSpPr>
            <p:spPr bwMode="auto">
              <a:xfrm>
                <a:off x="2713442" y="5418704"/>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4" name="Line 112"/>
              <p:cNvSpPr>
                <a:spLocks noChangeShapeType="1"/>
              </p:cNvSpPr>
              <p:nvPr/>
            </p:nvSpPr>
            <p:spPr bwMode="auto">
              <a:xfrm>
                <a:off x="2758438" y="5431990"/>
                <a:ext cx="23399"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5" name="Line 113"/>
              <p:cNvSpPr>
                <a:spLocks noChangeShapeType="1"/>
              </p:cNvSpPr>
              <p:nvPr/>
            </p:nvSpPr>
            <p:spPr bwMode="auto">
              <a:xfrm>
                <a:off x="2862830" y="5460462"/>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6" name="Line 114"/>
              <p:cNvSpPr>
                <a:spLocks noChangeShapeType="1"/>
              </p:cNvSpPr>
              <p:nvPr/>
            </p:nvSpPr>
            <p:spPr bwMode="auto">
              <a:xfrm>
                <a:off x="2889829" y="5466156"/>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7" name="Line 115"/>
              <p:cNvSpPr>
                <a:spLocks noChangeShapeType="1"/>
              </p:cNvSpPr>
              <p:nvPr/>
            </p:nvSpPr>
            <p:spPr bwMode="auto">
              <a:xfrm>
                <a:off x="2934825" y="5479443"/>
                <a:ext cx="107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8" name="Line 116"/>
              <p:cNvSpPr>
                <a:spLocks noChangeShapeType="1"/>
              </p:cNvSpPr>
              <p:nvPr/>
            </p:nvSpPr>
            <p:spPr bwMode="auto">
              <a:xfrm>
                <a:off x="3028418" y="5502219"/>
                <a:ext cx="37798"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9" name="Line 117"/>
              <p:cNvSpPr>
                <a:spLocks noChangeShapeType="1"/>
              </p:cNvSpPr>
              <p:nvPr/>
            </p:nvSpPr>
            <p:spPr bwMode="auto">
              <a:xfrm>
                <a:off x="3066216" y="5513608"/>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0" name="Line 118"/>
              <p:cNvSpPr>
                <a:spLocks noChangeShapeType="1"/>
              </p:cNvSpPr>
              <p:nvPr/>
            </p:nvSpPr>
            <p:spPr bwMode="auto">
              <a:xfrm>
                <a:off x="3192206" y="5545875"/>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1" name="Line 119"/>
              <p:cNvSpPr>
                <a:spLocks noChangeShapeType="1"/>
              </p:cNvSpPr>
              <p:nvPr/>
            </p:nvSpPr>
            <p:spPr bwMode="auto">
              <a:xfrm>
                <a:off x="3197605" y="5547773"/>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2" name="Line 120"/>
              <p:cNvSpPr>
                <a:spLocks noChangeShapeType="1"/>
              </p:cNvSpPr>
              <p:nvPr/>
            </p:nvSpPr>
            <p:spPr bwMode="auto">
              <a:xfrm>
                <a:off x="3242603" y="5559162"/>
                <a:ext cx="34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3" name="Line 121"/>
              <p:cNvSpPr>
                <a:spLocks noChangeShapeType="1"/>
              </p:cNvSpPr>
              <p:nvPr/>
            </p:nvSpPr>
            <p:spPr bwMode="auto">
              <a:xfrm>
                <a:off x="3363193" y="5587632"/>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4" name="Line 122"/>
              <p:cNvSpPr>
                <a:spLocks noChangeShapeType="1"/>
              </p:cNvSpPr>
              <p:nvPr/>
            </p:nvSpPr>
            <p:spPr bwMode="auto">
              <a:xfrm>
                <a:off x="3373992" y="5589531"/>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5" name="Line 123"/>
              <p:cNvSpPr>
                <a:spLocks noChangeShapeType="1"/>
              </p:cNvSpPr>
              <p:nvPr/>
            </p:nvSpPr>
            <p:spPr bwMode="auto">
              <a:xfrm>
                <a:off x="3418990" y="5599021"/>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6" name="Line 124"/>
              <p:cNvSpPr>
                <a:spLocks noChangeShapeType="1"/>
              </p:cNvSpPr>
              <p:nvPr/>
            </p:nvSpPr>
            <p:spPr bwMode="auto">
              <a:xfrm>
                <a:off x="3535980" y="5625594"/>
                <a:ext cx="14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7" name="Line 125"/>
              <p:cNvSpPr>
                <a:spLocks noChangeShapeType="1"/>
              </p:cNvSpPr>
              <p:nvPr/>
            </p:nvSpPr>
            <p:spPr bwMode="auto">
              <a:xfrm>
                <a:off x="3550379" y="5627492"/>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8" name="Line 126"/>
              <p:cNvSpPr>
                <a:spLocks noChangeShapeType="1"/>
              </p:cNvSpPr>
              <p:nvPr/>
            </p:nvSpPr>
            <p:spPr bwMode="auto">
              <a:xfrm>
                <a:off x="3595376" y="5636982"/>
                <a:ext cx="26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9" name="Line 127"/>
              <p:cNvSpPr>
                <a:spLocks noChangeShapeType="1"/>
              </p:cNvSpPr>
              <p:nvPr/>
            </p:nvSpPr>
            <p:spPr bwMode="auto">
              <a:xfrm>
                <a:off x="3712367" y="5659759"/>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0" name="Line 128"/>
              <p:cNvSpPr>
                <a:spLocks noChangeShapeType="1"/>
              </p:cNvSpPr>
              <p:nvPr/>
            </p:nvSpPr>
            <p:spPr bwMode="auto">
              <a:xfrm>
                <a:off x="3726766"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1" name="Line 129"/>
              <p:cNvSpPr>
                <a:spLocks noChangeShapeType="1"/>
              </p:cNvSpPr>
              <p:nvPr/>
            </p:nvSpPr>
            <p:spPr bwMode="auto">
              <a:xfrm>
                <a:off x="3769963" y="5671147"/>
                <a:ext cx="323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2" name="Line 130"/>
              <p:cNvSpPr>
                <a:spLocks noChangeShapeType="1"/>
              </p:cNvSpPr>
              <p:nvPr/>
            </p:nvSpPr>
            <p:spPr bwMode="auto">
              <a:xfrm>
                <a:off x="3894154" y="5692027"/>
                <a:ext cx="8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3" name="Line 131"/>
              <p:cNvSpPr>
                <a:spLocks noChangeShapeType="1"/>
              </p:cNvSpPr>
              <p:nvPr/>
            </p:nvSpPr>
            <p:spPr bwMode="auto">
              <a:xfrm>
                <a:off x="3903153" y="5693924"/>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4" name="Line 132"/>
              <p:cNvSpPr>
                <a:spLocks noChangeShapeType="1"/>
              </p:cNvSpPr>
              <p:nvPr/>
            </p:nvSpPr>
            <p:spPr bwMode="auto">
              <a:xfrm>
                <a:off x="3946350" y="5699619"/>
                <a:ext cx="37798"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5" name="Line 133"/>
              <p:cNvSpPr>
                <a:spLocks noChangeShapeType="1"/>
              </p:cNvSpPr>
              <p:nvPr/>
            </p:nvSpPr>
            <p:spPr bwMode="auto">
              <a:xfrm>
                <a:off x="4079540" y="5716701"/>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6" name="Line 134"/>
              <p:cNvSpPr>
                <a:spLocks noChangeShapeType="1"/>
              </p:cNvSpPr>
              <p:nvPr/>
            </p:nvSpPr>
            <p:spPr bwMode="auto">
              <a:xfrm>
                <a:off x="4122737"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7" name="Line 135"/>
              <p:cNvSpPr>
                <a:spLocks noChangeShapeType="1"/>
              </p:cNvSpPr>
              <p:nvPr/>
            </p:nvSpPr>
            <p:spPr bwMode="auto">
              <a:xfrm>
                <a:off x="4167734" y="5728089"/>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8" name="Line 136"/>
              <p:cNvSpPr>
                <a:spLocks noChangeShapeType="1"/>
              </p:cNvSpPr>
              <p:nvPr/>
            </p:nvSpPr>
            <p:spPr bwMode="auto">
              <a:xfrm>
                <a:off x="4268527" y="5737580"/>
                <a:ext cx="305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9" name="Line 137"/>
              <p:cNvSpPr>
                <a:spLocks noChangeShapeType="1"/>
              </p:cNvSpPr>
              <p:nvPr/>
            </p:nvSpPr>
            <p:spPr bwMode="auto">
              <a:xfrm>
                <a:off x="4299124" y="5739478"/>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0" name="Line 138"/>
              <p:cNvSpPr>
                <a:spLocks noChangeShapeType="1"/>
              </p:cNvSpPr>
              <p:nvPr/>
            </p:nvSpPr>
            <p:spPr bwMode="auto">
              <a:xfrm>
                <a:off x="4342321" y="5743274"/>
                <a:ext cx="23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1" name="Line 139"/>
              <p:cNvSpPr>
                <a:spLocks noChangeShapeType="1"/>
              </p:cNvSpPr>
              <p:nvPr/>
            </p:nvSpPr>
            <p:spPr bwMode="auto">
              <a:xfrm>
                <a:off x="4462912" y="5750866"/>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2" name="Line 140"/>
              <p:cNvSpPr>
                <a:spLocks noChangeShapeType="1"/>
              </p:cNvSpPr>
              <p:nvPr/>
            </p:nvSpPr>
            <p:spPr bwMode="auto">
              <a:xfrm>
                <a:off x="4475511" y="5752765"/>
                <a:ext cx="43197"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3" name="Line 141"/>
              <p:cNvSpPr>
                <a:spLocks noChangeShapeType="1"/>
              </p:cNvSpPr>
              <p:nvPr/>
            </p:nvSpPr>
            <p:spPr bwMode="auto">
              <a:xfrm>
                <a:off x="4518708"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4" name="Line 142"/>
              <p:cNvSpPr>
                <a:spLocks noChangeShapeType="1"/>
              </p:cNvSpPr>
              <p:nvPr/>
            </p:nvSpPr>
            <p:spPr bwMode="auto">
              <a:xfrm>
                <a:off x="4657298" y="5756561"/>
                <a:ext cx="377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5" name="Line 143"/>
              <p:cNvSpPr>
                <a:spLocks noChangeShapeType="1"/>
              </p:cNvSpPr>
              <p:nvPr/>
            </p:nvSpPr>
            <p:spPr bwMode="auto">
              <a:xfrm>
                <a:off x="4695095" y="5756561"/>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6" name="Line 144"/>
              <p:cNvSpPr>
                <a:spLocks noChangeShapeType="1"/>
              </p:cNvSpPr>
              <p:nvPr/>
            </p:nvSpPr>
            <p:spPr bwMode="auto">
              <a:xfrm flipV="1">
                <a:off x="4738291" y="5756561"/>
                <a:ext cx="17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7" name="Line 145"/>
              <p:cNvSpPr>
                <a:spLocks noChangeShapeType="1"/>
              </p:cNvSpPr>
              <p:nvPr/>
            </p:nvSpPr>
            <p:spPr bwMode="auto">
              <a:xfrm flipV="1">
                <a:off x="4855283" y="5754662"/>
                <a:ext cx="16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8" name="Line 146"/>
              <p:cNvSpPr>
                <a:spLocks noChangeShapeType="1"/>
              </p:cNvSpPr>
              <p:nvPr/>
            </p:nvSpPr>
            <p:spPr bwMode="auto">
              <a:xfrm flipV="1">
                <a:off x="4871482"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9" name="Line 147"/>
              <p:cNvSpPr>
                <a:spLocks noChangeShapeType="1"/>
              </p:cNvSpPr>
              <p:nvPr/>
            </p:nvSpPr>
            <p:spPr bwMode="auto">
              <a:xfrm flipV="1">
                <a:off x="4914678" y="5752765"/>
                <a:ext cx="37798"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0" name="Line 148"/>
              <p:cNvSpPr>
                <a:spLocks noChangeShapeType="1"/>
              </p:cNvSpPr>
              <p:nvPr/>
            </p:nvSpPr>
            <p:spPr bwMode="auto">
              <a:xfrm flipV="1">
                <a:off x="5049669" y="5743274"/>
                <a:ext cx="413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1" name="Line 149"/>
              <p:cNvSpPr>
                <a:spLocks noChangeShapeType="1"/>
              </p:cNvSpPr>
              <p:nvPr/>
            </p:nvSpPr>
            <p:spPr bwMode="auto">
              <a:xfrm flipV="1">
                <a:off x="5091065" y="5739478"/>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2" name="Line 150"/>
              <p:cNvSpPr>
                <a:spLocks noChangeShapeType="1"/>
              </p:cNvSpPr>
              <p:nvPr/>
            </p:nvSpPr>
            <p:spPr bwMode="auto">
              <a:xfrm flipV="1">
                <a:off x="5136063" y="5739478"/>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3" name="Line 151"/>
              <p:cNvSpPr>
                <a:spLocks noChangeShapeType="1"/>
              </p:cNvSpPr>
              <p:nvPr/>
            </p:nvSpPr>
            <p:spPr bwMode="auto">
              <a:xfrm flipV="1">
                <a:off x="5242254" y="5728089"/>
                <a:ext cx="25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4" name="Line 152"/>
              <p:cNvSpPr>
                <a:spLocks noChangeShapeType="1"/>
              </p:cNvSpPr>
              <p:nvPr/>
            </p:nvSpPr>
            <p:spPr bwMode="auto">
              <a:xfrm flipV="1">
                <a:off x="5267452"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5" name="Line 153"/>
              <p:cNvSpPr>
                <a:spLocks noChangeShapeType="1"/>
              </p:cNvSpPr>
              <p:nvPr/>
            </p:nvSpPr>
            <p:spPr bwMode="auto">
              <a:xfrm flipV="1">
                <a:off x="5312450" y="5718600"/>
                <a:ext cx="25198"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6" name="Line 154"/>
              <p:cNvSpPr>
                <a:spLocks noChangeShapeType="1"/>
              </p:cNvSpPr>
              <p:nvPr/>
            </p:nvSpPr>
            <p:spPr bwMode="auto">
              <a:xfrm flipV="1">
                <a:off x="5431241" y="5705313"/>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7" name="Line 155"/>
              <p:cNvSpPr>
                <a:spLocks noChangeShapeType="1"/>
              </p:cNvSpPr>
              <p:nvPr/>
            </p:nvSpPr>
            <p:spPr bwMode="auto">
              <a:xfrm flipV="1">
                <a:off x="5443839" y="5699619"/>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8" name="Line 156"/>
              <p:cNvSpPr>
                <a:spLocks noChangeShapeType="1"/>
              </p:cNvSpPr>
              <p:nvPr/>
            </p:nvSpPr>
            <p:spPr bwMode="auto">
              <a:xfrm flipV="1">
                <a:off x="5487036" y="5693924"/>
                <a:ext cx="35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9" name="Line 157"/>
              <p:cNvSpPr>
                <a:spLocks noChangeShapeType="1"/>
              </p:cNvSpPr>
              <p:nvPr/>
            </p:nvSpPr>
            <p:spPr bwMode="auto">
              <a:xfrm flipV="1">
                <a:off x="5614827" y="5678740"/>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0" name="Line 158"/>
              <p:cNvSpPr>
                <a:spLocks noChangeShapeType="1"/>
              </p:cNvSpPr>
              <p:nvPr/>
            </p:nvSpPr>
            <p:spPr bwMode="auto">
              <a:xfrm flipV="1">
                <a:off x="5620226" y="5671147"/>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1" name="Line 159"/>
              <p:cNvSpPr>
                <a:spLocks noChangeShapeType="1"/>
              </p:cNvSpPr>
              <p:nvPr/>
            </p:nvSpPr>
            <p:spPr bwMode="auto">
              <a:xfrm flipV="1">
                <a:off x="5663423"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2" name="Line 160"/>
              <p:cNvSpPr>
                <a:spLocks noChangeShapeType="1"/>
              </p:cNvSpPr>
              <p:nvPr/>
            </p:nvSpPr>
            <p:spPr bwMode="auto">
              <a:xfrm flipV="1">
                <a:off x="5794814" y="5646473"/>
                <a:ext cx="1799"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3" name="Line 161"/>
              <p:cNvSpPr>
                <a:spLocks noChangeShapeType="1"/>
              </p:cNvSpPr>
              <p:nvPr/>
            </p:nvSpPr>
            <p:spPr bwMode="auto">
              <a:xfrm flipV="1">
                <a:off x="5796613" y="5636982"/>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4" name="Line 162"/>
              <p:cNvSpPr>
                <a:spLocks noChangeShapeType="1"/>
              </p:cNvSpPr>
              <p:nvPr/>
            </p:nvSpPr>
            <p:spPr bwMode="auto">
              <a:xfrm flipV="1">
                <a:off x="5839810" y="5627492"/>
                <a:ext cx="41398"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5" name="Line 163"/>
              <p:cNvSpPr>
                <a:spLocks noChangeShapeType="1"/>
              </p:cNvSpPr>
              <p:nvPr/>
            </p:nvSpPr>
            <p:spPr bwMode="auto">
              <a:xfrm flipV="1">
                <a:off x="5969400" y="5608512"/>
                <a:ext cx="1800"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6" name="Line 164"/>
              <p:cNvSpPr>
                <a:spLocks noChangeShapeType="1"/>
              </p:cNvSpPr>
              <p:nvPr/>
            </p:nvSpPr>
            <p:spPr bwMode="auto">
              <a:xfrm flipV="1">
                <a:off x="5971201" y="5599021"/>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7" name="Line 165"/>
              <p:cNvSpPr>
                <a:spLocks noChangeShapeType="1"/>
              </p:cNvSpPr>
              <p:nvPr/>
            </p:nvSpPr>
            <p:spPr bwMode="auto">
              <a:xfrm flipV="1">
                <a:off x="6016197" y="5589531"/>
                <a:ext cx="395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8" name="Line 166"/>
              <p:cNvSpPr>
                <a:spLocks noChangeShapeType="1"/>
              </p:cNvSpPr>
              <p:nvPr/>
            </p:nvSpPr>
            <p:spPr bwMode="auto">
              <a:xfrm flipV="1">
                <a:off x="6140388" y="5568651"/>
                <a:ext cx="71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9" name="Line 167"/>
              <p:cNvSpPr>
                <a:spLocks noChangeShapeType="1"/>
              </p:cNvSpPr>
              <p:nvPr/>
            </p:nvSpPr>
            <p:spPr bwMode="auto">
              <a:xfrm flipV="1">
                <a:off x="6147588" y="5559162"/>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0" name="Line 168"/>
              <p:cNvSpPr>
                <a:spLocks noChangeShapeType="1"/>
              </p:cNvSpPr>
              <p:nvPr/>
            </p:nvSpPr>
            <p:spPr bwMode="auto">
              <a:xfrm flipV="1">
                <a:off x="6190785" y="5549671"/>
                <a:ext cx="34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1" name="Line 169"/>
              <p:cNvSpPr>
                <a:spLocks noChangeShapeType="1"/>
              </p:cNvSpPr>
              <p:nvPr/>
            </p:nvSpPr>
            <p:spPr bwMode="auto">
              <a:xfrm flipV="1">
                <a:off x="6309576" y="5524996"/>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2" name="Line 170"/>
              <p:cNvSpPr>
                <a:spLocks noChangeShapeType="1"/>
              </p:cNvSpPr>
              <p:nvPr/>
            </p:nvSpPr>
            <p:spPr bwMode="auto">
              <a:xfrm flipV="1">
                <a:off x="6323975" y="551360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3" name="Line 171"/>
              <p:cNvSpPr>
                <a:spLocks noChangeShapeType="1"/>
              </p:cNvSpPr>
              <p:nvPr/>
            </p:nvSpPr>
            <p:spPr bwMode="auto">
              <a:xfrm flipV="1">
                <a:off x="6367172" y="5507913"/>
                <a:ext cx="251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4" name="Line 172"/>
              <p:cNvSpPr>
                <a:spLocks noChangeShapeType="1"/>
              </p:cNvSpPr>
              <p:nvPr/>
            </p:nvSpPr>
            <p:spPr bwMode="auto">
              <a:xfrm flipV="1">
                <a:off x="6473363" y="5479443"/>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5" name="Line 173"/>
              <p:cNvSpPr>
                <a:spLocks noChangeShapeType="1"/>
              </p:cNvSpPr>
              <p:nvPr/>
            </p:nvSpPr>
            <p:spPr bwMode="auto">
              <a:xfrm flipV="1">
                <a:off x="6500362" y="5466156"/>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6" name="Line 174"/>
              <p:cNvSpPr>
                <a:spLocks noChangeShapeType="1"/>
              </p:cNvSpPr>
              <p:nvPr/>
            </p:nvSpPr>
            <p:spPr bwMode="auto">
              <a:xfrm flipV="1">
                <a:off x="6543559" y="5462359"/>
                <a:ext cx="125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7" name="Line 175"/>
              <p:cNvSpPr>
                <a:spLocks noChangeShapeType="1"/>
              </p:cNvSpPr>
              <p:nvPr/>
            </p:nvSpPr>
            <p:spPr bwMode="auto">
              <a:xfrm flipV="1">
                <a:off x="6637152" y="5431990"/>
                <a:ext cx="377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8" name="Line 176"/>
              <p:cNvSpPr>
                <a:spLocks noChangeShapeType="1"/>
              </p:cNvSpPr>
              <p:nvPr/>
            </p:nvSpPr>
            <p:spPr bwMode="auto">
              <a:xfrm flipV="1">
                <a:off x="6674948" y="541870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9" name="Line 177"/>
              <p:cNvSpPr>
                <a:spLocks noChangeShapeType="1"/>
              </p:cNvSpPr>
              <p:nvPr/>
            </p:nvSpPr>
            <p:spPr bwMode="auto">
              <a:xfrm flipV="1">
                <a:off x="6799140" y="5394029"/>
                <a:ext cx="89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0" name="Line 178"/>
              <p:cNvSpPr>
                <a:spLocks noChangeShapeType="1"/>
              </p:cNvSpPr>
              <p:nvPr/>
            </p:nvSpPr>
            <p:spPr bwMode="auto">
              <a:xfrm flipV="1">
                <a:off x="6808138" y="5382640"/>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1" name="Line 179"/>
              <p:cNvSpPr>
                <a:spLocks noChangeShapeType="1"/>
              </p:cNvSpPr>
              <p:nvPr/>
            </p:nvSpPr>
            <p:spPr bwMode="auto">
              <a:xfrm flipV="1">
                <a:off x="6851335" y="5375048"/>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grpSp>
      <p:pic>
        <p:nvPicPr>
          <p:cNvPr id="94209" name="Picture 1"/>
          <p:cNvPicPr>
            <a:picLocks noChangeAspect="1" noChangeArrowheads="1"/>
          </p:cNvPicPr>
          <p:nvPr/>
        </p:nvPicPr>
        <p:blipFill>
          <a:blip r:embed="rId4" cstate="print"/>
          <a:srcRect/>
          <a:stretch>
            <a:fillRect/>
          </a:stretch>
        </p:blipFill>
        <p:spPr bwMode="auto">
          <a:xfrm>
            <a:off x="468313" y="917575"/>
            <a:ext cx="8207375" cy="5021263"/>
          </a:xfrm>
          <a:prstGeom prst="rect">
            <a:avLst/>
          </a:prstGeom>
          <a:noFill/>
          <a:ln w="9525">
            <a:noFill/>
            <a:miter lim="800000"/>
            <a:headEnd/>
            <a:tailEnd/>
          </a:ln>
          <a:effectLst/>
        </p:spPr>
      </p:pic>
    </p:spTree>
    <p:extLst>
      <p:ext uri="{BB962C8B-B14F-4D97-AF65-F5344CB8AC3E}">
        <p14:creationId xmlns:p14="http://schemas.microsoft.com/office/powerpoint/2010/main" val="16638217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Rectangle 326"/>
          <p:cNvSpPr/>
          <p:nvPr/>
        </p:nvSpPr>
        <p:spPr>
          <a:xfrm>
            <a:off x="0" y="0"/>
            <a:ext cx="9144000" cy="68580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6570" name="Picture 2"/>
          <p:cNvPicPr>
            <a:picLocks noChangeAspect="1" noChangeArrowheads="1"/>
          </p:cNvPicPr>
          <p:nvPr/>
        </p:nvPicPr>
        <p:blipFill>
          <a:blip r:embed="rId2" cstate="print"/>
          <a:srcRect/>
          <a:stretch>
            <a:fillRect/>
          </a:stretch>
        </p:blipFill>
        <p:spPr bwMode="auto">
          <a:xfrm>
            <a:off x="2498725" y="3397250"/>
            <a:ext cx="4718050" cy="1042988"/>
          </a:xfrm>
          <a:prstGeom prst="rect">
            <a:avLst/>
          </a:prstGeom>
          <a:noFill/>
          <a:ln w="9525">
            <a:noFill/>
            <a:miter lim="800000"/>
            <a:headEnd/>
            <a:tailEnd/>
          </a:ln>
        </p:spPr>
      </p:pic>
      <p:pic>
        <p:nvPicPr>
          <p:cNvPr id="66571" name="Picture 3"/>
          <p:cNvPicPr>
            <a:picLocks noChangeAspect="1" noChangeArrowheads="1"/>
          </p:cNvPicPr>
          <p:nvPr/>
        </p:nvPicPr>
        <p:blipFill>
          <a:blip r:embed="rId3" cstate="print"/>
          <a:srcRect/>
          <a:stretch>
            <a:fillRect/>
          </a:stretch>
        </p:blipFill>
        <p:spPr bwMode="auto">
          <a:xfrm>
            <a:off x="2471738" y="1798638"/>
            <a:ext cx="4679950" cy="973137"/>
          </a:xfrm>
          <a:prstGeom prst="rect">
            <a:avLst/>
          </a:prstGeom>
          <a:noFill/>
          <a:ln w="9525">
            <a:noFill/>
            <a:miter lim="800000"/>
            <a:headEnd/>
            <a:tailEnd/>
          </a:ln>
        </p:spPr>
      </p:pic>
      <p:pic>
        <p:nvPicPr>
          <p:cNvPr id="66572" name="Picture 4"/>
          <p:cNvPicPr>
            <a:picLocks noChangeAspect="1" noChangeArrowheads="1"/>
          </p:cNvPicPr>
          <p:nvPr/>
        </p:nvPicPr>
        <p:blipFill>
          <a:blip r:embed="rId4" cstate="print"/>
          <a:srcRect/>
          <a:stretch>
            <a:fillRect/>
          </a:stretch>
        </p:blipFill>
        <p:spPr bwMode="auto">
          <a:xfrm>
            <a:off x="2776538" y="4870450"/>
            <a:ext cx="4440237" cy="1165225"/>
          </a:xfrm>
          <a:prstGeom prst="rect">
            <a:avLst/>
          </a:prstGeom>
          <a:noFill/>
          <a:ln w="9525">
            <a:noFill/>
            <a:miter lim="800000"/>
            <a:headEnd/>
            <a:tailEnd/>
          </a:ln>
        </p:spPr>
      </p:pic>
      <p:sp>
        <p:nvSpPr>
          <p:cNvPr id="66573" name="Rectangle 41"/>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p:cNvGrpSpPr>
            <a:grpSpLocks/>
          </p:cNvGrpSpPr>
          <p:nvPr/>
        </p:nvGrpSpPr>
        <p:grpSpPr bwMode="auto">
          <a:xfrm>
            <a:off x="2498725" y="523875"/>
            <a:ext cx="4621213" cy="1028700"/>
            <a:chOff x="1098455" y="1454019"/>
            <a:chExt cx="7727044" cy="1028700"/>
          </a:xfrm>
        </p:grpSpPr>
        <p:sp>
          <p:nvSpPr>
            <p:cNvPr id="66884"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13"/>
          <p:cNvGrpSpPr>
            <a:grpSpLocks/>
          </p:cNvGrpSpPr>
          <p:nvPr/>
        </p:nvGrpSpPr>
        <p:grpSpPr bwMode="auto">
          <a:xfrm>
            <a:off x="1109663" y="1992313"/>
            <a:ext cx="7429500" cy="603250"/>
            <a:chOff x="5281613" y="5646738"/>
            <a:chExt cx="1438276" cy="628649"/>
          </a:xfrm>
        </p:grpSpPr>
        <p:sp>
          <p:nvSpPr>
            <p:cNvPr id="66786"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787"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788"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789"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790"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791"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792"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793"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794"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795"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796"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797"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98"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99"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800"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801"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802"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803"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804"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805"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806"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807"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808"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809"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810"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811"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812"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813"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814"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815"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816"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817"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818"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819"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820"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821"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822"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823"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824"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825"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826"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827"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828"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829"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830"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831"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832"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833"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834"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835"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836"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837"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838"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839"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840"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841"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842"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843"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844"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845"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846"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847"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848"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849"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850"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851"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852"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853"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854"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855"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856"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857"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858"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859"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860"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861"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862"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863"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864"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865"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866"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867"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868"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869"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870"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871"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872"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873"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874"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875"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876"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877"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878"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879"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880"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881"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882"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883"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4" name="Group 112"/>
          <p:cNvGrpSpPr>
            <a:grpSpLocks/>
          </p:cNvGrpSpPr>
          <p:nvPr/>
        </p:nvGrpSpPr>
        <p:grpSpPr bwMode="auto">
          <a:xfrm>
            <a:off x="1404938" y="3576638"/>
            <a:ext cx="4619625" cy="652462"/>
            <a:chOff x="5281613" y="5646738"/>
            <a:chExt cx="1438276" cy="628649"/>
          </a:xfrm>
        </p:grpSpPr>
        <p:sp>
          <p:nvSpPr>
            <p:cNvPr id="66688"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689"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690"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691"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692"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693"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694"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695"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696"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697"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98"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99"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00"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01"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702"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703"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704"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705"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706"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707"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708"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709"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710"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711"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712"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713"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714"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715"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716"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717"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718"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719"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720"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721"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722"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723"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724"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725"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726"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727"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728"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729"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730"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731"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732"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733"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734"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735"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736"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737"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738"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739"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740"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741"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742"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743"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744"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745"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746"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747"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748"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749"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750"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751"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752"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753"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754"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755"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756"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757"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758"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759"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760"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761"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762"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763"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764"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765"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766"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767"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768"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769"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770"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771"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772"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773"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774"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775"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776"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777"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778"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779"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780"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781"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782"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783"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784"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785"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5" name="Group 211"/>
          <p:cNvGrpSpPr>
            <a:grpSpLocks/>
          </p:cNvGrpSpPr>
          <p:nvPr/>
        </p:nvGrpSpPr>
        <p:grpSpPr bwMode="auto">
          <a:xfrm>
            <a:off x="3608388" y="5100638"/>
            <a:ext cx="2776537" cy="695325"/>
            <a:chOff x="5281613" y="5646738"/>
            <a:chExt cx="1438276" cy="628649"/>
          </a:xfrm>
        </p:grpSpPr>
        <p:sp>
          <p:nvSpPr>
            <p:cNvPr id="66590"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591"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592"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593"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594"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595"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596"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597"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598"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599"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00"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01"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602"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603"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604"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605"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60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60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60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60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61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61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61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61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61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61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61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61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61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61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62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62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62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62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62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62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62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62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62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62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63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63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63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63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63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63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63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63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63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63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64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64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64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64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64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64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64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64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64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64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65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65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65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65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65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65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65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65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65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65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66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66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66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66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66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66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66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66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66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66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67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67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67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67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67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67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67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67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67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67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68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68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68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68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68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68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68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68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8900" y="2673350"/>
            <a:ext cx="4273550"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2" name="Object 2"/>
          <p:cNvGraphicFramePr>
            <a:graphicFrameLocks noChangeAspect="1"/>
          </p:cNvGraphicFramePr>
          <p:nvPr/>
        </p:nvGraphicFramePr>
        <p:xfrm>
          <a:off x="4689475" y="2776538"/>
          <a:ext cx="277813" cy="6810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2" name="Object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89475" y="2776538"/>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6583"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cxnSp>
        <p:nvCxnSpPr>
          <p:cNvPr id="314" name="Straight Arrow Connector 313"/>
          <p:cNvCxnSpPr/>
          <p:nvPr/>
        </p:nvCxnSpPr>
        <p:spPr>
          <a:xfrm flipV="1">
            <a:off x="2651125" y="4475163"/>
            <a:ext cx="4271963" cy="25400"/>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3" name="Object 3"/>
          <p:cNvGraphicFramePr>
            <a:graphicFrameLocks noChangeAspect="1"/>
          </p:cNvGraphicFramePr>
          <p:nvPr/>
        </p:nvGraphicFramePr>
        <p:xfrm>
          <a:off x="4706938" y="4567238"/>
          <a:ext cx="241300" cy="309562"/>
        </p:xfrm>
        <a:graphic>
          <a:graphicData uri="http://schemas.openxmlformats.org/presentationml/2006/ole">
            <mc:AlternateContent xmlns:mc="http://schemas.openxmlformats.org/markup-compatibility/2006">
              <mc:Choice xmlns:v="urn:schemas-microsoft-com:vml" Requires="v">
                <p:oleObj name="Equation" r:id="rId7" imgW="139680" imgH="177480" progId="Equation.3">
                  <p:embed/>
                </p:oleObj>
              </mc:Choice>
              <mc:Fallback>
                <p:oleObj name="Equation" r:id="rId7" imgW="139680" imgH="177480" progId="Equation.3">
                  <p:embed/>
                  <p:pic>
                    <p:nvPicPr>
                      <p:cNvPr id="66563" name="Object 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706938" y="4567238"/>
                        <a:ext cx="241300" cy="3095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4" name="Object 4"/>
          <p:cNvGraphicFramePr>
            <a:graphicFrameLocks noChangeAspect="1"/>
          </p:cNvGraphicFramePr>
          <p:nvPr/>
        </p:nvGraphicFramePr>
        <p:xfrm>
          <a:off x="4787900" y="5999163"/>
          <a:ext cx="277813" cy="681037"/>
        </p:xfrm>
        <a:graphic>
          <a:graphicData uri="http://schemas.openxmlformats.org/presentationml/2006/ole">
            <mc:AlternateContent xmlns:mc="http://schemas.openxmlformats.org/markup-compatibility/2006">
              <mc:Choice xmlns:v="urn:schemas-microsoft-com:vml" Requires="v">
                <p:oleObj name="Equation" r:id="rId9" imgW="266400" imgH="393480" progId="Equation.3">
                  <p:embed/>
                </p:oleObj>
              </mc:Choice>
              <mc:Fallback>
                <p:oleObj name="Equation" r:id="rId9" imgW="266400" imgH="393480" progId="Equation.3">
                  <p:embed/>
                  <p:pic>
                    <p:nvPicPr>
                      <p:cNvPr id="66564" name="Object 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787900" y="5999163"/>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17" name="Straight Arrow Connector 316"/>
          <p:cNvCxnSpPr/>
          <p:nvPr/>
        </p:nvCxnSpPr>
        <p:spPr>
          <a:xfrm flipV="1">
            <a:off x="1398588" y="4164013"/>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0" name="Straight Arrow Connector 319"/>
          <p:cNvCxnSpPr/>
          <p:nvPr/>
        </p:nvCxnSpPr>
        <p:spPr>
          <a:xfrm flipV="1">
            <a:off x="6057900" y="3940175"/>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5" name="Object 8"/>
          <p:cNvGraphicFramePr>
            <a:graphicFrameLocks noChangeAspect="1"/>
          </p:cNvGraphicFramePr>
          <p:nvPr/>
        </p:nvGraphicFramePr>
        <p:xfrm>
          <a:off x="2022475" y="3624263"/>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5"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022475" y="3624263"/>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6" name="Object 6"/>
          <p:cNvGraphicFramePr>
            <a:graphicFrameLocks noChangeAspect="1"/>
          </p:cNvGraphicFramePr>
          <p:nvPr/>
        </p:nvGraphicFramePr>
        <p:xfrm>
          <a:off x="7416800" y="3678238"/>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6" name="Object 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416800" y="3678238"/>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flipV="1">
            <a:off x="2803525" y="5965825"/>
            <a:ext cx="4271963"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5" name="Straight Arrow Connector 324"/>
          <p:cNvCxnSpPr/>
          <p:nvPr/>
        </p:nvCxnSpPr>
        <p:spPr>
          <a:xfrm flipV="1">
            <a:off x="2792413" y="5459413"/>
            <a:ext cx="690562" cy="11112"/>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7" name="Object 7"/>
          <p:cNvGraphicFramePr>
            <a:graphicFrameLocks noChangeAspect="1"/>
          </p:cNvGraphicFramePr>
          <p:nvPr/>
        </p:nvGraphicFramePr>
        <p:xfrm>
          <a:off x="2484438" y="5165725"/>
          <a:ext cx="215900" cy="527050"/>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7" name="Object 7"/>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484438" y="5165725"/>
                        <a:ext cx="215900" cy="5270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8" name="Straight Arrow Connector 327"/>
          <p:cNvCxnSpPr/>
          <p:nvPr/>
        </p:nvCxnSpPr>
        <p:spPr>
          <a:xfrm flipV="1">
            <a:off x="6519863" y="5448300"/>
            <a:ext cx="692150" cy="11113"/>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8" name="Object 8"/>
          <p:cNvGraphicFramePr>
            <a:graphicFrameLocks noChangeAspect="1"/>
          </p:cNvGraphicFramePr>
          <p:nvPr/>
        </p:nvGraphicFramePr>
        <p:xfrm>
          <a:off x="7273925" y="5186363"/>
          <a:ext cx="215900"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8"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273925" y="5186363"/>
                        <a:ext cx="215900"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0995509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223.7.2.6</a:t>
            </a:r>
          </a:p>
        </p:txBody>
      </p:sp>
      <p:sp>
        <p:nvSpPr>
          <p:cNvPr id="77828" name="Rectangle 3"/>
          <p:cNvSpPr>
            <a:spLocks noGrp="1" noChangeArrowheads="1"/>
          </p:cNvSpPr>
          <p:nvPr>
            <p:ph idx="1"/>
          </p:nvPr>
        </p:nvSpPr>
        <p:spPr/>
        <p:txBody>
          <a:bodyPr>
            <a:normAutofit fontScale="92500" lnSpcReduction="20000"/>
          </a:bodyPr>
          <a:lstStyle/>
          <a:p>
            <a:pPr marL="609600" indent="-609600" eaLnBrk="1" hangingPunct="1">
              <a:buFontTx/>
              <a:buNone/>
            </a:pPr>
            <a:r>
              <a:rPr lang="en-US" dirty="0"/>
              <a:t>A pipe, open on both ends has a tuning fork next to it which is oscillating at the pipe’s second harmonic frequency. The pipe is 30cm long? The speed of sound is 343m/s. What is the frequency we will hear?</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50</a:t>
            </a:fld>
            <a:endParaRPr lang="en-US"/>
          </a:p>
        </p:txBody>
      </p:sp>
    </p:spTree>
    <p:extLst>
      <p:ext uri="{BB962C8B-B14F-4D97-AF65-F5344CB8AC3E}">
        <p14:creationId xmlns:p14="http://schemas.microsoft.com/office/powerpoint/2010/main" val="315584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223.7.2.7</a:t>
            </a:r>
          </a:p>
        </p:txBody>
      </p:sp>
      <p:sp>
        <p:nvSpPr>
          <p:cNvPr id="77828" name="Rectangle 3"/>
          <p:cNvSpPr>
            <a:spLocks noGrp="1" noChangeArrowheads="1"/>
          </p:cNvSpPr>
          <p:nvPr>
            <p:ph idx="1"/>
          </p:nvPr>
        </p:nvSpPr>
        <p:spPr/>
        <p:txBody>
          <a:bodyPr>
            <a:normAutofit fontScale="92500" lnSpcReduction="10000"/>
          </a:bodyPr>
          <a:lstStyle/>
          <a:p>
            <a:pPr marL="609600" indent="-609600" eaLnBrk="1" hangingPunct="1">
              <a:buFontTx/>
              <a:buNone/>
            </a:pPr>
            <a:r>
              <a:rPr lang="en-US" dirty="0"/>
              <a:t>A pipe,  closed on one end has a tuning fork next to it which is oscillating at the pipe’s second harmonic frequency, How big is the wavelength compared to the pipe length?</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51</a:t>
            </a:fld>
            <a:endParaRPr lang="en-US"/>
          </a:p>
        </p:txBody>
      </p:sp>
    </p:spTree>
    <p:extLst>
      <p:ext uri="{BB962C8B-B14F-4D97-AF65-F5344CB8AC3E}">
        <p14:creationId xmlns:p14="http://schemas.microsoft.com/office/powerpoint/2010/main" val="74041432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9" name="Rectangle 2"/>
          <p:cNvSpPr>
            <a:spLocks noGrp="1" noChangeArrowheads="1"/>
          </p:cNvSpPr>
          <p:nvPr>
            <p:ph type="title"/>
          </p:nvPr>
        </p:nvSpPr>
        <p:spPr/>
        <p:txBody>
          <a:bodyPr/>
          <a:lstStyle/>
          <a:p>
            <a:r>
              <a:rPr lang="en-US" dirty="0"/>
              <a:t>Question 223.7.4</a:t>
            </a:r>
          </a:p>
        </p:txBody>
      </p:sp>
      <p:sp>
        <p:nvSpPr>
          <p:cNvPr id="80900" name="Rectangle 3"/>
          <p:cNvSpPr>
            <a:spLocks noGrp="1" noChangeArrowheads="1"/>
          </p:cNvSpPr>
          <p:nvPr>
            <p:ph idx="1"/>
          </p:nvPr>
        </p:nvSpPr>
        <p:spPr/>
        <p:txBody>
          <a:bodyPr/>
          <a:lstStyle/>
          <a:p>
            <a:pPr marL="533400" indent="-533400" eaLnBrk="1" hangingPunct="1">
              <a:lnSpc>
                <a:spcPct val="90000"/>
              </a:lnSpc>
              <a:buFontTx/>
              <a:buNone/>
            </a:pPr>
            <a:r>
              <a:rPr lang="en-US" sz="2800"/>
              <a:t>You have designed a support structure, but you find you have a device placed on the structure that excites a longitudinal natural frequency of a support strut. To dampen this effect you could</a:t>
            </a:r>
          </a:p>
          <a:p>
            <a:pPr marL="533400" indent="-533400" eaLnBrk="1" hangingPunct="1">
              <a:lnSpc>
                <a:spcPct val="90000"/>
              </a:lnSpc>
              <a:buFontTx/>
              <a:buAutoNum type="arabicPeriod"/>
            </a:pPr>
            <a:r>
              <a:rPr lang="en-US" sz="2800"/>
              <a:t>Clamp the strut at a non resonant point</a:t>
            </a:r>
          </a:p>
          <a:p>
            <a:pPr marL="533400" indent="-533400" eaLnBrk="1" hangingPunct="1">
              <a:lnSpc>
                <a:spcPct val="90000"/>
              </a:lnSpc>
              <a:buFontTx/>
              <a:buAutoNum type="arabicPeriod"/>
            </a:pPr>
            <a:r>
              <a:rPr lang="en-US" sz="2800"/>
              <a:t>Apply glue to the end where the struts fastens</a:t>
            </a:r>
          </a:p>
          <a:p>
            <a:pPr marL="533400" indent="-533400" eaLnBrk="1" hangingPunct="1">
              <a:lnSpc>
                <a:spcPct val="90000"/>
              </a:lnSpc>
              <a:buFontTx/>
              <a:buAutoNum type="arabicPeriod"/>
            </a:pPr>
            <a:r>
              <a:rPr lang="en-US" sz="2800"/>
              <a:t>Add a device that superposes another frequency on the strut</a:t>
            </a:r>
          </a:p>
          <a:p>
            <a:pPr marL="533400" indent="-533400" eaLnBrk="1" hangingPunct="1">
              <a:lnSpc>
                <a:spcPct val="90000"/>
              </a:lnSpc>
              <a:buFontTx/>
              <a:buAutoNum type="arabicPeriod"/>
            </a:pPr>
            <a:r>
              <a:rPr lang="en-US" sz="2800"/>
              <a:t>Can’t tell</a:t>
            </a:r>
          </a:p>
          <a:p>
            <a:pPr marL="533400" indent="-533400" eaLnBrk="1" hangingPunct="1">
              <a:lnSpc>
                <a:spcPct val="90000"/>
              </a:lnSpc>
            </a:pPr>
            <a:endParaRPr lang="en-US" sz="2800"/>
          </a:p>
        </p:txBody>
      </p:sp>
      <p:sp>
        <p:nvSpPr>
          <p:cNvPr id="80898" name="Slide Number Placeholder 5"/>
          <p:cNvSpPr>
            <a:spLocks noGrp="1"/>
          </p:cNvSpPr>
          <p:nvPr>
            <p:ph type="sldNum" sz="quarter" idx="12"/>
          </p:nvPr>
        </p:nvSpPr>
        <p:spPr>
          <a:noFill/>
        </p:spPr>
        <p:txBody>
          <a:bodyPr/>
          <a:lstStyle/>
          <a:p>
            <a:fld id="{56DE3A01-1A34-4F53-9F3D-35C41E47E61D}" type="slidenum">
              <a:rPr lang="en-US" smtClean="0"/>
              <a:pPr/>
              <a:t>52</a:t>
            </a:fld>
            <a:endParaRPr lang="en-US"/>
          </a:p>
        </p:txBody>
      </p:sp>
    </p:spTree>
    <p:extLst>
      <p:ext uri="{BB962C8B-B14F-4D97-AF65-F5344CB8AC3E}">
        <p14:creationId xmlns:p14="http://schemas.microsoft.com/office/powerpoint/2010/main" val="11871657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3" name="Rectangle 2"/>
          <p:cNvSpPr>
            <a:spLocks noGrp="1" noChangeArrowheads="1"/>
          </p:cNvSpPr>
          <p:nvPr>
            <p:ph type="title"/>
          </p:nvPr>
        </p:nvSpPr>
        <p:spPr/>
        <p:txBody>
          <a:bodyPr/>
          <a:lstStyle/>
          <a:p>
            <a:r>
              <a:rPr lang="en-US" dirty="0"/>
              <a:t>Question </a:t>
            </a:r>
            <a:r>
              <a:rPr lang="en-US"/>
              <a:t>223.7.5 </a:t>
            </a:r>
            <a:endParaRPr lang="en-US" dirty="0"/>
          </a:p>
        </p:txBody>
      </p:sp>
      <p:sp>
        <p:nvSpPr>
          <p:cNvPr id="81924" name="Rectangle 3"/>
          <p:cNvSpPr>
            <a:spLocks noGrp="1" noChangeArrowheads="1"/>
          </p:cNvSpPr>
          <p:nvPr>
            <p:ph idx="1"/>
          </p:nvPr>
        </p:nvSpPr>
        <p:spPr/>
        <p:txBody>
          <a:bodyPr/>
          <a:lstStyle/>
          <a:p>
            <a:pPr marL="609600" indent="-609600" eaLnBrk="1" hangingPunct="1">
              <a:lnSpc>
                <a:spcPct val="90000"/>
              </a:lnSpc>
              <a:buFontTx/>
              <a:buNone/>
            </a:pPr>
            <a:r>
              <a:rPr lang="en-US" sz="2400"/>
              <a:t>Suppose you have designed a large telescope with a whopping 6m diameter primary mirror. The telescope will be mounted on a motorized platform. Should you be concerned about vibration ruining your imagery?</a:t>
            </a:r>
          </a:p>
          <a:p>
            <a:pPr marL="609600" indent="-609600" eaLnBrk="1" hangingPunct="1">
              <a:lnSpc>
                <a:spcPct val="90000"/>
              </a:lnSpc>
              <a:buFontTx/>
              <a:buAutoNum type="alphaLcParenR"/>
            </a:pPr>
            <a:r>
              <a:rPr lang="en-US" sz="2400"/>
              <a:t>No, the curved circular shape of the mirror precludes any longitudinal or transverse waves.</a:t>
            </a:r>
          </a:p>
          <a:p>
            <a:pPr marL="609600" indent="-609600" eaLnBrk="1" hangingPunct="1">
              <a:lnSpc>
                <a:spcPct val="90000"/>
              </a:lnSpc>
              <a:buFontTx/>
              <a:buAutoNum type="alphaLcParenR"/>
            </a:pPr>
            <a:r>
              <a:rPr lang="en-US" sz="2400"/>
              <a:t>Yes there are normal modes of oscillation in any structure</a:t>
            </a:r>
          </a:p>
          <a:p>
            <a:pPr marL="609600" indent="-609600" eaLnBrk="1" hangingPunct="1">
              <a:lnSpc>
                <a:spcPct val="90000"/>
              </a:lnSpc>
              <a:buFontTx/>
              <a:buAutoNum type="alphaLcParenR"/>
            </a:pPr>
            <a:r>
              <a:rPr lang="en-US" sz="2400"/>
              <a:t>No. the motor will produce longitudinal waves, such as a long thin structure like a rod can support.</a:t>
            </a:r>
          </a:p>
        </p:txBody>
      </p:sp>
      <p:sp>
        <p:nvSpPr>
          <p:cNvPr id="81922" name="Slide Number Placeholder 5"/>
          <p:cNvSpPr>
            <a:spLocks noGrp="1"/>
          </p:cNvSpPr>
          <p:nvPr>
            <p:ph type="sldNum" sz="quarter" idx="12"/>
          </p:nvPr>
        </p:nvSpPr>
        <p:spPr>
          <a:noFill/>
        </p:spPr>
        <p:txBody>
          <a:bodyPr/>
          <a:lstStyle/>
          <a:p>
            <a:fld id="{B1E063D5-32A5-4E0B-81C5-339BFC6521C2}" type="slidenum">
              <a:rPr lang="en-US" smtClean="0"/>
              <a:pPr/>
              <a:t>53</a:t>
            </a:fld>
            <a:endParaRPr lang="en-US"/>
          </a:p>
        </p:txBody>
      </p:sp>
    </p:spTree>
    <p:extLst>
      <p:ext uri="{BB962C8B-B14F-4D97-AF65-F5344CB8AC3E}">
        <p14:creationId xmlns:p14="http://schemas.microsoft.com/office/powerpoint/2010/main" val="6440853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4"/>
          <p:cNvSpPr>
            <a:spLocks noGrp="1" noChangeArrowheads="1"/>
          </p:cNvSpPr>
          <p:nvPr>
            <p:ph type="title"/>
          </p:nvPr>
        </p:nvSpPr>
        <p:spPr/>
        <p:txBody>
          <a:bodyPr/>
          <a:lstStyle/>
          <a:p>
            <a:pPr eaLnBrk="1" hangingPunct="1"/>
            <a:r>
              <a:rPr lang="en-US"/>
              <a:t>Clamped Rod</a:t>
            </a:r>
          </a:p>
        </p:txBody>
      </p:sp>
      <p:grpSp>
        <p:nvGrpSpPr>
          <p:cNvPr id="2" name="Group 14"/>
          <p:cNvGrpSpPr>
            <a:grpSpLocks/>
          </p:cNvGrpSpPr>
          <p:nvPr/>
        </p:nvGrpSpPr>
        <p:grpSpPr bwMode="auto">
          <a:xfrm>
            <a:off x="0" y="1654175"/>
            <a:ext cx="9144000" cy="2586038"/>
            <a:chOff x="0" y="1042"/>
            <a:chExt cx="5760" cy="1629"/>
          </a:xfrm>
        </p:grpSpPr>
        <p:sp>
          <p:nvSpPr>
            <p:cNvPr id="22532" name="AutoShape 5"/>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2533" name="Rectangle 6"/>
            <p:cNvSpPr>
              <a:spLocks noChangeArrowheads="1"/>
            </p:cNvSpPr>
            <p:nvPr/>
          </p:nvSpPr>
          <p:spPr bwMode="auto">
            <a:xfrm>
              <a:off x="2939"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2534" name="Rectangle 7"/>
            <p:cNvSpPr>
              <a:spLocks noChangeArrowheads="1"/>
            </p:cNvSpPr>
            <p:nvPr/>
          </p:nvSpPr>
          <p:spPr bwMode="auto">
            <a:xfrm>
              <a:off x="2834"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2535" name="Rectangle 8"/>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2536" name="Line 9"/>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37" name="Text Box 10"/>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2538" name="Text Box 11"/>
            <p:cNvSpPr txBox="1">
              <a:spLocks noChangeArrowheads="1"/>
            </p:cNvSpPr>
            <p:nvPr/>
          </p:nvSpPr>
          <p:spPr bwMode="auto">
            <a:xfrm>
              <a:off x="2345"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2539" name="Line 12"/>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40" name="Text Box 13"/>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23719761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a:t>Clamped Rod: Center Clamp</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2105025" y="2298700"/>
            <a:ext cx="4514850" cy="2981325"/>
          </a:xfrm>
          <a:prstGeom prst="rect">
            <a:avLst/>
          </a:prstGeom>
          <a:noFill/>
          <a:ln w="9525" algn="ctr">
            <a:noFill/>
            <a:miter lim="800000"/>
            <a:headEnd/>
            <a:tailEnd/>
          </a:ln>
        </p:spPr>
      </p:pic>
    </p:spTree>
    <p:extLst>
      <p:ext uri="{BB962C8B-B14F-4D97-AF65-F5344CB8AC3E}">
        <p14:creationId xmlns:p14="http://schemas.microsoft.com/office/powerpoint/2010/main" val="9743205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t>Clamped Rod</a:t>
            </a:r>
          </a:p>
        </p:txBody>
      </p:sp>
      <p:grpSp>
        <p:nvGrpSpPr>
          <p:cNvPr id="2" name="Group 13"/>
          <p:cNvGrpSpPr>
            <a:grpSpLocks/>
          </p:cNvGrpSpPr>
          <p:nvPr/>
        </p:nvGrpSpPr>
        <p:grpSpPr bwMode="auto">
          <a:xfrm>
            <a:off x="0" y="1654175"/>
            <a:ext cx="9144000" cy="2586038"/>
            <a:chOff x="0" y="1042"/>
            <a:chExt cx="5760" cy="1629"/>
          </a:xfrm>
        </p:grpSpPr>
        <p:sp>
          <p:nvSpPr>
            <p:cNvPr id="24580" name="AutoShape 4"/>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4581" name="Rectangle 5"/>
            <p:cNvSpPr>
              <a:spLocks noChangeArrowheads="1"/>
            </p:cNvSpPr>
            <p:nvPr/>
          </p:nvSpPr>
          <p:spPr bwMode="auto">
            <a:xfrm>
              <a:off x="2075"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4582" name="Rectangle 6"/>
            <p:cNvSpPr>
              <a:spLocks noChangeArrowheads="1"/>
            </p:cNvSpPr>
            <p:nvPr/>
          </p:nvSpPr>
          <p:spPr bwMode="auto">
            <a:xfrm>
              <a:off x="1970"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4583" name="Rectangle 7"/>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4584" name="Line 8"/>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5" name="Text Box 9"/>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4586" name="Text Box 10"/>
            <p:cNvSpPr txBox="1">
              <a:spLocks noChangeArrowheads="1"/>
            </p:cNvSpPr>
            <p:nvPr/>
          </p:nvSpPr>
          <p:spPr bwMode="auto">
            <a:xfrm>
              <a:off x="1650"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4587" name="Line 11"/>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8" name="Text Box 12"/>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13663881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pPr eaLnBrk="1" hangingPunct="1"/>
            <a:r>
              <a:rPr lang="en-US"/>
              <a:t>Clamped Rod: L/4 Clamp</a:t>
            </a:r>
          </a:p>
        </p:txBody>
      </p:sp>
      <p:sp>
        <p:nvSpPr>
          <p:cNvPr id="25603" name="Rectangle 3"/>
          <p:cNvSpPr>
            <a:spLocks noGrp="1" noChangeArrowheads="1"/>
          </p:cNvSpPr>
          <p:nvPr>
            <p:ph type="body" idx="1"/>
          </p:nvPr>
        </p:nvSpPr>
        <p:spPr/>
        <p:txBody>
          <a:bodyPr/>
          <a:lstStyle/>
          <a:p>
            <a:pPr eaLnBrk="1" hangingPunct="1"/>
            <a:endParaRPr lang="en-US"/>
          </a:p>
        </p:txBody>
      </p:sp>
      <p:pic>
        <p:nvPicPr>
          <p:cNvPr id="25604" name="Picture 4"/>
          <p:cNvPicPr>
            <a:picLocks noChangeAspect="1" noChangeArrowheads="1"/>
          </p:cNvPicPr>
          <p:nvPr/>
        </p:nvPicPr>
        <p:blipFill>
          <a:blip r:embed="rId2" cstate="print"/>
          <a:srcRect/>
          <a:stretch>
            <a:fillRect/>
          </a:stretch>
        </p:blipFill>
        <p:spPr bwMode="auto">
          <a:xfrm>
            <a:off x="1554163" y="1739900"/>
            <a:ext cx="5930900" cy="3916363"/>
          </a:xfrm>
          <a:prstGeom prst="rect">
            <a:avLst/>
          </a:prstGeom>
          <a:noFill/>
          <a:ln w="9525" algn="ctr">
            <a:noFill/>
            <a:miter lim="800000"/>
            <a:headEnd/>
            <a:tailEnd/>
          </a:ln>
        </p:spPr>
      </p:pic>
    </p:spTree>
    <p:extLst>
      <p:ext uri="{BB962C8B-B14F-4D97-AF65-F5344CB8AC3E}">
        <p14:creationId xmlns:p14="http://schemas.microsoft.com/office/powerpoint/2010/main" val="30845180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a:t>Drum Head</a:t>
            </a:r>
          </a:p>
        </p:txBody>
      </p:sp>
      <p:pic>
        <p:nvPicPr>
          <p:cNvPr id="10" name="Picture 9" descr="Drum_vibration_mode01.gif"/>
          <p:cNvPicPr>
            <a:picLocks noChangeAspect="1"/>
          </p:cNvPicPr>
          <p:nvPr/>
        </p:nvPicPr>
        <p:blipFill>
          <a:blip r:embed="rId3" cstate="print"/>
          <a:stretch>
            <a:fillRect/>
          </a:stretch>
        </p:blipFill>
        <p:spPr>
          <a:xfrm>
            <a:off x="914400" y="1943100"/>
            <a:ext cx="2362200" cy="1238250"/>
          </a:xfrm>
          <a:prstGeom prst="rect">
            <a:avLst/>
          </a:prstGeom>
        </p:spPr>
      </p:pic>
      <p:pic>
        <p:nvPicPr>
          <p:cNvPr id="12" name="Picture 11" descr="Drum_vibration_mode03.gif"/>
          <p:cNvPicPr>
            <a:picLocks noChangeAspect="1"/>
          </p:cNvPicPr>
          <p:nvPr/>
        </p:nvPicPr>
        <p:blipFill>
          <a:blip r:embed="rId4" cstate="print"/>
          <a:stretch>
            <a:fillRect/>
          </a:stretch>
        </p:blipFill>
        <p:spPr>
          <a:xfrm>
            <a:off x="3771900" y="1943100"/>
            <a:ext cx="2381250" cy="1238250"/>
          </a:xfrm>
          <a:prstGeom prst="rect">
            <a:avLst/>
          </a:prstGeom>
        </p:spPr>
      </p:pic>
      <p:pic>
        <p:nvPicPr>
          <p:cNvPr id="13" name="Picture 12" descr="Drum_vibration_mode11.gif"/>
          <p:cNvPicPr>
            <a:picLocks noChangeAspect="1"/>
          </p:cNvPicPr>
          <p:nvPr/>
        </p:nvPicPr>
        <p:blipFill>
          <a:blip r:embed="rId5" cstate="print"/>
          <a:stretch>
            <a:fillRect/>
          </a:stretch>
        </p:blipFill>
        <p:spPr>
          <a:xfrm>
            <a:off x="6477000" y="1943100"/>
            <a:ext cx="2362200" cy="1238250"/>
          </a:xfrm>
          <a:prstGeom prst="rect">
            <a:avLst/>
          </a:prstGeom>
        </p:spPr>
      </p:pic>
      <p:pic>
        <p:nvPicPr>
          <p:cNvPr id="14" name="Picture 13" descr="Drum_vibration_mode21.gif"/>
          <p:cNvPicPr>
            <a:picLocks noChangeAspect="1"/>
          </p:cNvPicPr>
          <p:nvPr/>
        </p:nvPicPr>
        <p:blipFill>
          <a:blip r:embed="rId6" cstate="print"/>
          <a:stretch>
            <a:fillRect/>
          </a:stretch>
        </p:blipFill>
        <p:spPr>
          <a:xfrm>
            <a:off x="914400" y="4343400"/>
            <a:ext cx="2362200" cy="1238250"/>
          </a:xfrm>
          <a:prstGeom prst="rect">
            <a:avLst/>
          </a:prstGeom>
        </p:spPr>
      </p:pic>
      <p:pic>
        <p:nvPicPr>
          <p:cNvPr id="15" name="Picture 14" descr="Drum_vibration_mode22.gif"/>
          <p:cNvPicPr>
            <a:picLocks noChangeAspect="1"/>
          </p:cNvPicPr>
          <p:nvPr/>
        </p:nvPicPr>
        <p:blipFill>
          <a:blip r:embed="rId7" cstate="print"/>
          <a:stretch>
            <a:fillRect/>
          </a:stretch>
        </p:blipFill>
        <p:spPr>
          <a:xfrm>
            <a:off x="3781425" y="4343400"/>
            <a:ext cx="2362200" cy="1238250"/>
          </a:xfrm>
          <a:prstGeom prst="rect">
            <a:avLst/>
          </a:prstGeom>
        </p:spPr>
      </p:pic>
      <p:pic>
        <p:nvPicPr>
          <p:cNvPr id="16" name="Picture 15" descr="Drum_vibration_mode23.gif"/>
          <p:cNvPicPr>
            <a:picLocks noChangeAspect="1"/>
          </p:cNvPicPr>
          <p:nvPr/>
        </p:nvPicPr>
        <p:blipFill>
          <a:blip r:embed="rId8" cstate="print"/>
          <a:stretch>
            <a:fillRect/>
          </a:stretch>
        </p:blipFill>
        <p:spPr>
          <a:xfrm>
            <a:off x="6467475" y="4343400"/>
            <a:ext cx="2381250" cy="1238250"/>
          </a:xfrm>
          <a:prstGeom prst="rect">
            <a:avLst/>
          </a:prstGeom>
        </p:spPr>
      </p:pic>
    </p:spTree>
    <p:extLst>
      <p:ext uri="{BB962C8B-B14F-4D97-AF65-F5344CB8AC3E}">
        <p14:creationId xmlns:p14="http://schemas.microsoft.com/office/powerpoint/2010/main" val="3092040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5" name="Rectangle 2"/>
          <p:cNvSpPr>
            <a:spLocks noGrp="1" noChangeArrowheads="1"/>
          </p:cNvSpPr>
          <p:nvPr>
            <p:ph type="title"/>
          </p:nvPr>
        </p:nvSpPr>
        <p:spPr/>
        <p:txBody>
          <a:bodyPr/>
          <a:lstStyle/>
          <a:p>
            <a:r>
              <a:rPr lang="en-US" dirty="0"/>
              <a:t>Question 223.7.3</a:t>
            </a:r>
          </a:p>
        </p:txBody>
      </p:sp>
      <p:sp>
        <p:nvSpPr>
          <p:cNvPr id="79876" name="Rectangle 3"/>
          <p:cNvSpPr>
            <a:spLocks noGrp="1" noChangeArrowheads="1"/>
          </p:cNvSpPr>
          <p:nvPr>
            <p:ph idx="1"/>
          </p:nvPr>
        </p:nvSpPr>
        <p:spPr/>
        <p:txBody>
          <a:bodyPr/>
          <a:lstStyle/>
          <a:p>
            <a:pPr marL="609600" indent="-609600" eaLnBrk="1" hangingPunct="1">
              <a:buFontTx/>
              <a:buNone/>
            </a:pPr>
            <a:r>
              <a:rPr lang="en-US" dirty="0"/>
              <a:t>Sound that produces standing wave frequencies that are not related by integer multiples is called</a:t>
            </a:r>
          </a:p>
          <a:p>
            <a:pPr marL="990600" lvl="1" indent="-533400" eaLnBrk="1" hangingPunct="1">
              <a:buFontTx/>
              <a:buAutoNum type="alphaLcParenR"/>
            </a:pPr>
            <a:r>
              <a:rPr lang="en-US" dirty="0"/>
              <a:t>Atonal</a:t>
            </a:r>
          </a:p>
          <a:p>
            <a:pPr marL="990600" lvl="1" indent="-533400" eaLnBrk="1" hangingPunct="1">
              <a:buFontTx/>
              <a:buAutoNum type="alphaLcParenR"/>
            </a:pPr>
            <a:r>
              <a:rPr lang="en-US" dirty="0"/>
              <a:t>Noise</a:t>
            </a:r>
          </a:p>
          <a:p>
            <a:pPr marL="990600" lvl="1" indent="-533400" eaLnBrk="1" hangingPunct="1">
              <a:buFontTx/>
              <a:buAutoNum type="alphaLcParenR"/>
            </a:pPr>
            <a:r>
              <a:rPr lang="en-US" dirty="0"/>
              <a:t>Circle of 5ths</a:t>
            </a:r>
          </a:p>
          <a:p>
            <a:pPr marL="990600" lvl="1" indent="-533400" eaLnBrk="1" hangingPunct="1">
              <a:buFontTx/>
              <a:buAutoNum type="alphaLcParenR"/>
            </a:pPr>
            <a:r>
              <a:rPr lang="en-US" dirty="0"/>
              <a:t>Guns n Roses</a:t>
            </a:r>
          </a:p>
          <a:p>
            <a:pPr marL="990600" lvl="1" indent="-533400" eaLnBrk="1" hangingPunct="1">
              <a:buFontTx/>
              <a:buAutoNum type="alphaLcParenR"/>
            </a:pPr>
            <a:r>
              <a:rPr lang="en-US" dirty="0"/>
              <a:t>Can’t tell</a:t>
            </a:r>
          </a:p>
        </p:txBody>
      </p:sp>
      <p:sp>
        <p:nvSpPr>
          <p:cNvPr id="79874" name="Slide Number Placeholder 5"/>
          <p:cNvSpPr>
            <a:spLocks noGrp="1"/>
          </p:cNvSpPr>
          <p:nvPr>
            <p:ph type="sldNum" sz="quarter" idx="12"/>
          </p:nvPr>
        </p:nvSpPr>
        <p:spPr>
          <a:noFill/>
        </p:spPr>
        <p:txBody>
          <a:bodyPr/>
          <a:lstStyle/>
          <a:p>
            <a:fld id="{B67075D8-6D99-4CDD-B335-536597771E2C}" type="slidenum">
              <a:rPr lang="en-US" smtClean="0"/>
              <a:pPr/>
              <a:t>59</a:t>
            </a:fld>
            <a:endParaRPr lang="en-US"/>
          </a:p>
        </p:txBody>
      </p:sp>
    </p:spTree>
    <p:extLst>
      <p:ext uri="{BB962C8B-B14F-4D97-AF65-F5344CB8AC3E}">
        <p14:creationId xmlns:p14="http://schemas.microsoft.com/office/powerpoint/2010/main" val="25853217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6" name="Rectangle 1735"/>
          <p:cNvSpPr/>
          <p:nvPr/>
        </p:nvSpPr>
        <p:spPr>
          <a:xfrm>
            <a:off x="2589213" y="3433763"/>
            <a:ext cx="3935412"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Rectangle 1"/>
          <p:cNvSpPr/>
          <p:nvPr/>
        </p:nvSpPr>
        <p:spPr>
          <a:xfrm>
            <a:off x="1611313" y="2735263"/>
            <a:ext cx="217487"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21550" y="2733675"/>
            <a:ext cx="220663"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5908" name="Rectangle 5"/>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09" name="Rectangle 6"/>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10" name="Rectangle 7"/>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cxnSp>
        <p:nvCxnSpPr>
          <p:cNvPr id="1738" name="Straight Arrow Connector 1737"/>
          <p:cNvCxnSpPr/>
          <p:nvPr/>
        </p:nvCxnSpPr>
        <p:spPr>
          <a:xfrm rot="5400000">
            <a:off x="1650207" y="3177381"/>
            <a:ext cx="1441450" cy="18573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5912" name="TextBox 1740"/>
          <p:cNvSpPr txBox="1">
            <a:spLocks noChangeArrowheads="1"/>
          </p:cNvSpPr>
          <p:nvPr/>
        </p:nvSpPr>
        <p:spPr bwMode="auto">
          <a:xfrm>
            <a:off x="4181475"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60550" y="5556250"/>
            <a:ext cx="2293938"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62575" y="5554663"/>
            <a:ext cx="1890713"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5915" name="TextBox 1745"/>
          <p:cNvSpPr txBox="1">
            <a:spLocks noChangeArrowheads="1"/>
          </p:cNvSpPr>
          <p:nvPr/>
        </p:nvSpPr>
        <p:spPr bwMode="auto">
          <a:xfrm>
            <a:off x="1408113" y="1633538"/>
            <a:ext cx="3225800" cy="830262"/>
          </a:xfrm>
          <a:prstGeom prst="rect">
            <a:avLst/>
          </a:prstGeom>
          <a:noFill/>
          <a:ln w="9525">
            <a:noFill/>
            <a:miter lim="800000"/>
            <a:headEnd/>
            <a:tailEnd/>
          </a:ln>
        </p:spPr>
        <p:txBody>
          <a:bodyPr>
            <a:spAutoFit/>
          </a:bodyPr>
          <a:lstStyle/>
          <a:p>
            <a:r>
              <a:rPr lang="en-US" sz="2400" i="1"/>
              <a:t>A flash from a light bulb gets the wave started</a:t>
            </a:r>
          </a:p>
        </p:txBody>
      </p:sp>
      <p:sp>
        <p:nvSpPr>
          <p:cNvPr id="1751" name="Explosion 1 1750"/>
          <p:cNvSpPr/>
          <p:nvPr/>
        </p:nvSpPr>
        <p:spPr>
          <a:xfrm>
            <a:off x="1890713" y="3821113"/>
            <a:ext cx="650875" cy="681037"/>
          </a:xfrm>
          <a:prstGeom prst="irregularSeal1">
            <a:avLst/>
          </a:prstGeom>
          <a:solidFill>
            <a:srgbClr val="F6684C"/>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7" name="Group 1751"/>
          <p:cNvGrpSpPr>
            <a:grpSpLocks/>
          </p:cNvGrpSpPr>
          <p:nvPr/>
        </p:nvGrpSpPr>
        <p:grpSpPr bwMode="auto">
          <a:xfrm>
            <a:off x="2400300" y="4003675"/>
            <a:ext cx="1830388" cy="279400"/>
            <a:chOff x="3441733" y="5039131"/>
            <a:chExt cx="1828999" cy="741977"/>
          </a:xfrm>
        </p:grpSpPr>
        <p:sp>
          <p:nvSpPr>
            <p:cNvPr id="636481"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482"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483"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484"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485"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486"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487"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488"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489"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490"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491"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492"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493"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494"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495"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496"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497"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498"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499"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500"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501"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502"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503"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504"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505"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506"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507"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508"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509"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510"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511"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512"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513"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514"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515"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516"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517"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518"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519"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520"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521"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522"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523"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524"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525"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526"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527"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528"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529"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530"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531"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532"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533"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534"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535"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536"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537"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538"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539"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540"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541"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542"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543"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544"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545"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546"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547"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548"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549"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550"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551"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552"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553"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554"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555"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556"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557"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558"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559"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560"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561"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562"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563"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564"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565"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566"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567"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568"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569"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570"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571"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572"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573"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574"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575"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576"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577"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578"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579"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580"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581"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582"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583"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584"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585"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586"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587"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588"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589"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590"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591"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592"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593"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594"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595"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596"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597"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598"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599"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600"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601"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602"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603"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604"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605"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606"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607"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608"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609"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610"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611"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612"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613"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614"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615"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616"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617"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618"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619"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620"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621"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622"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623"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624"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625"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626"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627"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628"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629"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630"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631"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632"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633"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634"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635"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636"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637"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638"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639"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640"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641"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642"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643"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644"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645"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646"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647"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648"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649"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650"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651"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652"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653"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654"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655"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656"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657"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658"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659"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660"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661"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662"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663"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664"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665"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666"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667"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668"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669"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670"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671"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672"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673"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674"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675"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676"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677"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678"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679"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grpSp>
        <p:nvGrpSpPr>
          <p:cNvPr id="8" name="Group 1951"/>
          <p:cNvGrpSpPr>
            <a:grpSpLocks/>
          </p:cNvGrpSpPr>
          <p:nvPr/>
        </p:nvGrpSpPr>
        <p:grpSpPr bwMode="auto">
          <a:xfrm>
            <a:off x="4227513" y="4016375"/>
            <a:ext cx="1828800" cy="279400"/>
            <a:chOff x="3441733" y="5039131"/>
            <a:chExt cx="1828999" cy="741977"/>
          </a:xfrm>
        </p:grpSpPr>
        <p:sp>
          <p:nvSpPr>
            <p:cNvPr id="636282"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283"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284"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285"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286"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287"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288"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289"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290"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291"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292"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293"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294"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295"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296"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297"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298"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299"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300"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301"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302"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303"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304"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305"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306"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307"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308"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309"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310"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311"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312"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313"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314"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315"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316"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317"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318"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319"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320"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321"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322"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323"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324"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325"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326"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327"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328"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329"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330"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331"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332"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333"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334"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335"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336"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337"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338"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339"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340"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341"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342"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343"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344"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345"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346"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347"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348"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349"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350"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351"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352"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353"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354"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355"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356"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357"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358"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359"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360"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361"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362"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363"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364"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365"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366"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367"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368"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369"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370"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371"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372"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373"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374"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375"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376"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377"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378"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379"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380"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381"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382"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383"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384"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385"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386"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387"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388"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389"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390"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391"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392"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393"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394"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395"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396"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397"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398"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399"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400"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401"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402"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403"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404"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405"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406"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407"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408"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409"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410"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411"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412"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413"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414"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415"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416"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417"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418"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419"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420"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421"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422"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423"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424"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425"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426"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427"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428"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429"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430"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431"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432"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433"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434"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435"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436"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437"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438"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439"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440"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441"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442"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443"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444"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445"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446"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447"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448"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449"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450"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451"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452"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453"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454"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455"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456"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457"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458"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459"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460"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461"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462"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463"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464"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465"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466"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467"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468"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469"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470"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471"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472"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473"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474"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475"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476"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477"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478"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479"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480"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cxnSp>
        <p:nvCxnSpPr>
          <p:cNvPr id="2153" name="Straight Arrow Connector 2152"/>
          <p:cNvCxnSpPr/>
          <p:nvPr/>
        </p:nvCxnSpPr>
        <p:spPr>
          <a:xfrm rot="16200000" flipH="1">
            <a:off x="6385719" y="3169444"/>
            <a:ext cx="1038225" cy="63658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grpSp>
        <p:nvGrpSpPr>
          <p:cNvPr id="9" name="Group 1951"/>
          <p:cNvGrpSpPr>
            <a:grpSpLocks/>
          </p:cNvGrpSpPr>
          <p:nvPr/>
        </p:nvGrpSpPr>
        <p:grpSpPr bwMode="auto">
          <a:xfrm>
            <a:off x="5448300" y="4014788"/>
            <a:ext cx="1830388" cy="279400"/>
            <a:chOff x="3441733" y="5039131"/>
            <a:chExt cx="1828999" cy="741977"/>
          </a:xfrm>
        </p:grpSpPr>
        <p:sp>
          <p:nvSpPr>
            <p:cNvPr id="636083"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084"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085"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086"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087"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088"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089"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090"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091"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092"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093"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094"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095"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096"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097"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098"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099"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100"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101"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102"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103"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104"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105"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106"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107"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108"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109"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110"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111"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112"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113"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114"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115"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116"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117"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118"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119"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120"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121"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122"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123"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124"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125"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126"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127"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128"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129"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130"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131"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132"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133"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134"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135"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136"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137"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138"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139"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140"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141"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142"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143"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144"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145"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146"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147"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148"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149"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150"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151"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152"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153"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154"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155"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156"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157"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158"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159"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160"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161"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162"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163"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164"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165"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166"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167"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168"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169"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170"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171"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172"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173"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174"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175"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176"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177"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178"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179"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180"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181"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182"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183"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184"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185"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186"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187"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188"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189"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190"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191"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192"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193"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194"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195"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196"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197"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198"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199"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200"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201"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202"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203"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204"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205"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206"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207"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208"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209"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210"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211"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212"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213"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214"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215"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216"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217"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218"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219"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220"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221"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222"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223"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224"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225"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226"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227"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228"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229"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230"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231"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232"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233"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234"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235"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236"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237"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238"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239"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240"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241"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242"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243"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244"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245"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246"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247"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248"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249"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250"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251"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252"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253"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254"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255"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256"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257"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258"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259"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260"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261"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262"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263"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264"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265"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266"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267"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268"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269"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270"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271"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272"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273"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274"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275"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276"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277"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278"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279"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280"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281"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635921" name="TextBox 2356"/>
          <p:cNvSpPr txBox="1">
            <a:spLocks noChangeArrowheads="1"/>
          </p:cNvSpPr>
          <p:nvPr/>
        </p:nvSpPr>
        <p:spPr bwMode="auto">
          <a:xfrm>
            <a:off x="5032375" y="1708150"/>
            <a:ext cx="3225800" cy="1200150"/>
          </a:xfrm>
          <a:prstGeom prst="rect">
            <a:avLst/>
          </a:prstGeom>
          <a:noFill/>
          <a:ln w="9525">
            <a:noFill/>
            <a:miter lim="800000"/>
            <a:headEnd/>
            <a:tailEnd/>
          </a:ln>
        </p:spPr>
        <p:txBody>
          <a:bodyPr>
            <a:spAutoFit/>
          </a:bodyPr>
          <a:lstStyle/>
          <a:p>
            <a:r>
              <a:rPr lang="en-US" sz="2400" i="1"/>
              <a:t>Reflected wave is inverted and forms a standing wave</a:t>
            </a:r>
          </a:p>
        </p:txBody>
      </p:sp>
      <p:sp>
        <p:nvSpPr>
          <p:cNvPr id="635922" name="Line 126"/>
          <p:cNvSpPr>
            <a:spLocks noChangeShapeType="1"/>
          </p:cNvSpPr>
          <p:nvPr/>
        </p:nvSpPr>
        <p:spPr bwMode="auto">
          <a:xfrm flipV="1">
            <a:off x="5667375" y="4283075"/>
            <a:ext cx="1588" cy="0"/>
          </a:xfrm>
          <a:prstGeom prst="line">
            <a:avLst/>
          </a:prstGeom>
          <a:noFill/>
          <a:ln w="28575">
            <a:solidFill>
              <a:srgbClr val="FF0000"/>
            </a:solidFill>
            <a:round/>
            <a:headEnd/>
            <a:tailEnd/>
          </a:ln>
        </p:spPr>
        <p:txBody>
          <a:bodyPr/>
          <a:lstStyle/>
          <a:p>
            <a:endParaRPr lang="en-US"/>
          </a:p>
        </p:txBody>
      </p:sp>
      <p:sp>
        <p:nvSpPr>
          <p:cNvPr id="635923" name="Line 127"/>
          <p:cNvSpPr>
            <a:spLocks noChangeShapeType="1"/>
          </p:cNvSpPr>
          <p:nvPr/>
        </p:nvSpPr>
        <p:spPr bwMode="auto">
          <a:xfrm flipV="1">
            <a:off x="5668963" y="4273550"/>
            <a:ext cx="9525" cy="9525"/>
          </a:xfrm>
          <a:prstGeom prst="line">
            <a:avLst/>
          </a:prstGeom>
          <a:noFill/>
          <a:ln w="28575">
            <a:solidFill>
              <a:srgbClr val="FF0000"/>
            </a:solidFill>
            <a:round/>
            <a:headEnd/>
            <a:tailEnd/>
          </a:ln>
        </p:spPr>
        <p:txBody>
          <a:bodyPr/>
          <a:lstStyle/>
          <a:p>
            <a:endParaRPr lang="en-US"/>
          </a:p>
        </p:txBody>
      </p:sp>
      <p:sp>
        <p:nvSpPr>
          <p:cNvPr id="635924" name="Line 128"/>
          <p:cNvSpPr>
            <a:spLocks noChangeShapeType="1"/>
          </p:cNvSpPr>
          <p:nvPr/>
        </p:nvSpPr>
        <p:spPr bwMode="auto">
          <a:xfrm flipV="1">
            <a:off x="5678488" y="4271963"/>
            <a:ext cx="1587" cy="1587"/>
          </a:xfrm>
          <a:prstGeom prst="line">
            <a:avLst/>
          </a:prstGeom>
          <a:noFill/>
          <a:ln w="28575">
            <a:solidFill>
              <a:srgbClr val="FF0000"/>
            </a:solidFill>
            <a:round/>
            <a:headEnd/>
            <a:tailEnd/>
          </a:ln>
        </p:spPr>
        <p:txBody>
          <a:bodyPr/>
          <a:lstStyle/>
          <a:p>
            <a:endParaRPr lang="en-US"/>
          </a:p>
        </p:txBody>
      </p:sp>
      <p:sp>
        <p:nvSpPr>
          <p:cNvPr id="635925" name="Line 129"/>
          <p:cNvSpPr>
            <a:spLocks noChangeShapeType="1"/>
          </p:cNvSpPr>
          <p:nvPr/>
        </p:nvSpPr>
        <p:spPr bwMode="auto">
          <a:xfrm flipV="1">
            <a:off x="5691188" y="4252913"/>
            <a:ext cx="6350" cy="6350"/>
          </a:xfrm>
          <a:prstGeom prst="line">
            <a:avLst/>
          </a:prstGeom>
          <a:noFill/>
          <a:ln w="28575">
            <a:solidFill>
              <a:srgbClr val="FF0000"/>
            </a:solidFill>
            <a:round/>
            <a:headEnd/>
            <a:tailEnd/>
          </a:ln>
        </p:spPr>
        <p:txBody>
          <a:bodyPr/>
          <a:lstStyle/>
          <a:p>
            <a:endParaRPr lang="en-US"/>
          </a:p>
        </p:txBody>
      </p:sp>
      <p:sp>
        <p:nvSpPr>
          <p:cNvPr id="635926" name="Line 130"/>
          <p:cNvSpPr>
            <a:spLocks noChangeShapeType="1"/>
          </p:cNvSpPr>
          <p:nvPr/>
        </p:nvSpPr>
        <p:spPr bwMode="auto">
          <a:xfrm flipV="1">
            <a:off x="5697538" y="4246563"/>
            <a:ext cx="4762" cy="6350"/>
          </a:xfrm>
          <a:prstGeom prst="line">
            <a:avLst/>
          </a:prstGeom>
          <a:noFill/>
          <a:ln w="28575">
            <a:solidFill>
              <a:srgbClr val="FF0000"/>
            </a:solidFill>
            <a:round/>
            <a:headEnd/>
            <a:tailEnd/>
          </a:ln>
        </p:spPr>
        <p:txBody>
          <a:bodyPr/>
          <a:lstStyle/>
          <a:p>
            <a:endParaRPr lang="en-US"/>
          </a:p>
        </p:txBody>
      </p:sp>
      <p:sp>
        <p:nvSpPr>
          <p:cNvPr id="635927" name="Line 131"/>
          <p:cNvSpPr>
            <a:spLocks noChangeShapeType="1"/>
          </p:cNvSpPr>
          <p:nvPr/>
        </p:nvSpPr>
        <p:spPr bwMode="auto">
          <a:xfrm flipV="1">
            <a:off x="5713413" y="4229100"/>
            <a:ext cx="1587" cy="4763"/>
          </a:xfrm>
          <a:prstGeom prst="line">
            <a:avLst/>
          </a:prstGeom>
          <a:noFill/>
          <a:ln w="28575">
            <a:solidFill>
              <a:srgbClr val="FF0000"/>
            </a:solidFill>
            <a:round/>
            <a:headEnd/>
            <a:tailEnd/>
          </a:ln>
        </p:spPr>
        <p:txBody>
          <a:bodyPr/>
          <a:lstStyle/>
          <a:p>
            <a:endParaRPr lang="en-US"/>
          </a:p>
        </p:txBody>
      </p:sp>
      <p:sp>
        <p:nvSpPr>
          <p:cNvPr id="635928" name="Line 132"/>
          <p:cNvSpPr>
            <a:spLocks noChangeShapeType="1"/>
          </p:cNvSpPr>
          <p:nvPr/>
        </p:nvSpPr>
        <p:spPr bwMode="auto">
          <a:xfrm flipV="1">
            <a:off x="5715000" y="4219575"/>
            <a:ext cx="7938" cy="9525"/>
          </a:xfrm>
          <a:prstGeom prst="line">
            <a:avLst/>
          </a:prstGeom>
          <a:noFill/>
          <a:ln w="28575">
            <a:solidFill>
              <a:srgbClr val="FF0000"/>
            </a:solidFill>
            <a:round/>
            <a:headEnd/>
            <a:tailEnd/>
          </a:ln>
        </p:spPr>
        <p:txBody>
          <a:bodyPr/>
          <a:lstStyle/>
          <a:p>
            <a:endParaRPr lang="en-US"/>
          </a:p>
        </p:txBody>
      </p:sp>
      <p:sp>
        <p:nvSpPr>
          <p:cNvPr id="635929" name="Line 133"/>
          <p:cNvSpPr>
            <a:spLocks noChangeShapeType="1"/>
          </p:cNvSpPr>
          <p:nvPr/>
        </p:nvSpPr>
        <p:spPr bwMode="auto">
          <a:xfrm flipV="1">
            <a:off x="5732463" y="4203700"/>
            <a:ext cx="1587" cy="1588"/>
          </a:xfrm>
          <a:prstGeom prst="line">
            <a:avLst/>
          </a:prstGeom>
          <a:noFill/>
          <a:ln w="28575">
            <a:solidFill>
              <a:srgbClr val="FF0000"/>
            </a:solidFill>
            <a:round/>
            <a:headEnd/>
            <a:tailEnd/>
          </a:ln>
        </p:spPr>
        <p:txBody>
          <a:bodyPr/>
          <a:lstStyle/>
          <a:p>
            <a:endParaRPr lang="en-US"/>
          </a:p>
        </p:txBody>
      </p:sp>
      <p:sp>
        <p:nvSpPr>
          <p:cNvPr id="635930" name="Line 134"/>
          <p:cNvSpPr>
            <a:spLocks noChangeShapeType="1"/>
          </p:cNvSpPr>
          <p:nvPr/>
        </p:nvSpPr>
        <p:spPr bwMode="auto">
          <a:xfrm flipV="1">
            <a:off x="5734050" y="4192588"/>
            <a:ext cx="7938" cy="11112"/>
          </a:xfrm>
          <a:prstGeom prst="line">
            <a:avLst/>
          </a:prstGeom>
          <a:noFill/>
          <a:ln w="28575">
            <a:solidFill>
              <a:srgbClr val="FF0000"/>
            </a:solidFill>
            <a:round/>
            <a:headEnd/>
            <a:tailEnd/>
          </a:ln>
        </p:spPr>
        <p:txBody>
          <a:bodyPr/>
          <a:lstStyle/>
          <a:p>
            <a:endParaRPr lang="en-US"/>
          </a:p>
        </p:txBody>
      </p:sp>
      <p:sp>
        <p:nvSpPr>
          <p:cNvPr id="635931" name="Line 135"/>
          <p:cNvSpPr>
            <a:spLocks noChangeShapeType="1"/>
          </p:cNvSpPr>
          <p:nvPr/>
        </p:nvSpPr>
        <p:spPr bwMode="auto">
          <a:xfrm flipV="1">
            <a:off x="5749925" y="4175125"/>
            <a:ext cx="3175" cy="3175"/>
          </a:xfrm>
          <a:prstGeom prst="line">
            <a:avLst/>
          </a:prstGeom>
          <a:noFill/>
          <a:ln w="28575">
            <a:solidFill>
              <a:srgbClr val="FF0000"/>
            </a:solidFill>
            <a:round/>
            <a:headEnd/>
            <a:tailEnd/>
          </a:ln>
        </p:spPr>
        <p:txBody>
          <a:bodyPr/>
          <a:lstStyle/>
          <a:p>
            <a:endParaRPr lang="en-US"/>
          </a:p>
        </p:txBody>
      </p:sp>
      <p:sp>
        <p:nvSpPr>
          <p:cNvPr id="635932" name="Line 136"/>
          <p:cNvSpPr>
            <a:spLocks noChangeShapeType="1"/>
          </p:cNvSpPr>
          <p:nvPr/>
        </p:nvSpPr>
        <p:spPr bwMode="auto">
          <a:xfrm flipV="1">
            <a:off x="5753100" y="4165600"/>
            <a:ext cx="6350" cy="9525"/>
          </a:xfrm>
          <a:prstGeom prst="line">
            <a:avLst/>
          </a:prstGeom>
          <a:noFill/>
          <a:ln w="28575">
            <a:solidFill>
              <a:srgbClr val="FF0000"/>
            </a:solidFill>
            <a:round/>
            <a:headEnd/>
            <a:tailEnd/>
          </a:ln>
        </p:spPr>
        <p:txBody>
          <a:bodyPr/>
          <a:lstStyle/>
          <a:p>
            <a:endParaRPr lang="en-US"/>
          </a:p>
        </p:txBody>
      </p:sp>
      <p:sp>
        <p:nvSpPr>
          <p:cNvPr id="635933" name="Line 137"/>
          <p:cNvSpPr>
            <a:spLocks noChangeShapeType="1"/>
          </p:cNvSpPr>
          <p:nvPr/>
        </p:nvSpPr>
        <p:spPr bwMode="auto">
          <a:xfrm flipV="1">
            <a:off x="5768975" y="4148138"/>
            <a:ext cx="1588" cy="3175"/>
          </a:xfrm>
          <a:prstGeom prst="line">
            <a:avLst/>
          </a:prstGeom>
          <a:noFill/>
          <a:ln w="28575">
            <a:solidFill>
              <a:srgbClr val="FF0000"/>
            </a:solidFill>
            <a:round/>
            <a:headEnd/>
            <a:tailEnd/>
          </a:ln>
        </p:spPr>
        <p:txBody>
          <a:bodyPr/>
          <a:lstStyle/>
          <a:p>
            <a:endParaRPr lang="en-US"/>
          </a:p>
        </p:txBody>
      </p:sp>
      <p:sp>
        <p:nvSpPr>
          <p:cNvPr id="635934" name="Line 138"/>
          <p:cNvSpPr>
            <a:spLocks noChangeShapeType="1"/>
          </p:cNvSpPr>
          <p:nvPr/>
        </p:nvSpPr>
        <p:spPr bwMode="auto">
          <a:xfrm flipV="1">
            <a:off x="5770563" y="4138613"/>
            <a:ext cx="7937" cy="9525"/>
          </a:xfrm>
          <a:prstGeom prst="line">
            <a:avLst/>
          </a:prstGeom>
          <a:noFill/>
          <a:ln w="28575">
            <a:solidFill>
              <a:srgbClr val="FF0000"/>
            </a:solidFill>
            <a:round/>
            <a:headEnd/>
            <a:tailEnd/>
          </a:ln>
        </p:spPr>
        <p:txBody>
          <a:bodyPr/>
          <a:lstStyle/>
          <a:p>
            <a:endParaRPr lang="en-US"/>
          </a:p>
        </p:txBody>
      </p:sp>
      <p:sp>
        <p:nvSpPr>
          <p:cNvPr id="635935" name="Line 139"/>
          <p:cNvSpPr>
            <a:spLocks noChangeShapeType="1"/>
          </p:cNvSpPr>
          <p:nvPr/>
        </p:nvSpPr>
        <p:spPr bwMode="auto">
          <a:xfrm flipV="1">
            <a:off x="5786438" y="4119563"/>
            <a:ext cx="3175" cy="4762"/>
          </a:xfrm>
          <a:prstGeom prst="line">
            <a:avLst/>
          </a:prstGeom>
          <a:noFill/>
          <a:ln w="28575">
            <a:solidFill>
              <a:srgbClr val="FF0000"/>
            </a:solidFill>
            <a:round/>
            <a:headEnd/>
            <a:tailEnd/>
          </a:ln>
        </p:spPr>
        <p:txBody>
          <a:bodyPr/>
          <a:lstStyle/>
          <a:p>
            <a:endParaRPr lang="en-US"/>
          </a:p>
        </p:txBody>
      </p:sp>
      <p:sp>
        <p:nvSpPr>
          <p:cNvPr id="635936" name="Line 140"/>
          <p:cNvSpPr>
            <a:spLocks noChangeShapeType="1"/>
          </p:cNvSpPr>
          <p:nvPr/>
        </p:nvSpPr>
        <p:spPr bwMode="auto">
          <a:xfrm flipV="1">
            <a:off x="5789613" y="4110038"/>
            <a:ext cx="6350" cy="9525"/>
          </a:xfrm>
          <a:prstGeom prst="line">
            <a:avLst/>
          </a:prstGeom>
          <a:noFill/>
          <a:ln w="28575">
            <a:solidFill>
              <a:srgbClr val="FF0000"/>
            </a:solidFill>
            <a:round/>
            <a:headEnd/>
            <a:tailEnd/>
          </a:ln>
        </p:spPr>
        <p:txBody>
          <a:bodyPr/>
          <a:lstStyle/>
          <a:p>
            <a:endParaRPr lang="en-US"/>
          </a:p>
        </p:txBody>
      </p:sp>
      <p:sp>
        <p:nvSpPr>
          <p:cNvPr id="635937" name="Line 141"/>
          <p:cNvSpPr>
            <a:spLocks noChangeShapeType="1"/>
          </p:cNvSpPr>
          <p:nvPr/>
        </p:nvSpPr>
        <p:spPr bwMode="auto">
          <a:xfrm flipV="1">
            <a:off x="5805488" y="4094163"/>
            <a:ext cx="3175" cy="3175"/>
          </a:xfrm>
          <a:prstGeom prst="line">
            <a:avLst/>
          </a:prstGeom>
          <a:noFill/>
          <a:ln w="28575">
            <a:solidFill>
              <a:srgbClr val="FF0000"/>
            </a:solidFill>
            <a:round/>
            <a:headEnd/>
            <a:tailEnd/>
          </a:ln>
        </p:spPr>
        <p:txBody>
          <a:bodyPr/>
          <a:lstStyle/>
          <a:p>
            <a:endParaRPr lang="en-US"/>
          </a:p>
        </p:txBody>
      </p:sp>
      <p:sp>
        <p:nvSpPr>
          <p:cNvPr id="635938" name="Line 142"/>
          <p:cNvSpPr>
            <a:spLocks noChangeShapeType="1"/>
          </p:cNvSpPr>
          <p:nvPr/>
        </p:nvSpPr>
        <p:spPr bwMode="auto">
          <a:xfrm flipV="1">
            <a:off x="5808663" y="4084638"/>
            <a:ext cx="7937" cy="9525"/>
          </a:xfrm>
          <a:prstGeom prst="line">
            <a:avLst/>
          </a:prstGeom>
          <a:noFill/>
          <a:ln w="28575">
            <a:solidFill>
              <a:srgbClr val="FF0000"/>
            </a:solidFill>
            <a:round/>
            <a:headEnd/>
            <a:tailEnd/>
          </a:ln>
        </p:spPr>
        <p:txBody>
          <a:bodyPr/>
          <a:lstStyle/>
          <a:p>
            <a:endParaRPr lang="en-US"/>
          </a:p>
        </p:txBody>
      </p:sp>
      <p:sp>
        <p:nvSpPr>
          <p:cNvPr id="635939" name="Line 143"/>
          <p:cNvSpPr>
            <a:spLocks noChangeShapeType="1"/>
          </p:cNvSpPr>
          <p:nvPr/>
        </p:nvSpPr>
        <p:spPr bwMode="auto">
          <a:xfrm flipV="1">
            <a:off x="5826125" y="4060825"/>
            <a:ext cx="9525" cy="9525"/>
          </a:xfrm>
          <a:prstGeom prst="line">
            <a:avLst/>
          </a:prstGeom>
          <a:noFill/>
          <a:ln w="28575">
            <a:solidFill>
              <a:srgbClr val="FF0000"/>
            </a:solidFill>
            <a:round/>
            <a:headEnd/>
            <a:tailEnd/>
          </a:ln>
        </p:spPr>
        <p:txBody>
          <a:bodyPr/>
          <a:lstStyle/>
          <a:p>
            <a:endParaRPr lang="en-US"/>
          </a:p>
        </p:txBody>
      </p:sp>
      <p:sp>
        <p:nvSpPr>
          <p:cNvPr id="635940" name="Line 144"/>
          <p:cNvSpPr>
            <a:spLocks noChangeShapeType="1"/>
          </p:cNvSpPr>
          <p:nvPr/>
        </p:nvSpPr>
        <p:spPr bwMode="auto">
          <a:xfrm flipV="1">
            <a:off x="5835650" y="4057650"/>
            <a:ext cx="1588" cy="3175"/>
          </a:xfrm>
          <a:prstGeom prst="line">
            <a:avLst/>
          </a:prstGeom>
          <a:noFill/>
          <a:ln w="28575">
            <a:solidFill>
              <a:srgbClr val="FF0000"/>
            </a:solidFill>
            <a:round/>
            <a:headEnd/>
            <a:tailEnd/>
          </a:ln>
        </p:spPr>
        <p:txBody>
          <a:bodyPr/>
          <a:lstStyle/>
          <a:p>
            <a:endParaRPr lang="en-US"/>
          </a:p>
        </p:txBody>
      </p:sp>
      <p:sp>
        <p:nvSpPr>
          <p:cNvPr id="635941" name="Line 145"/>
          <p:cNvSpPr>
            <a:spLocks noChangeShapeType="1"/>
          </p:cNvSpPr>
          <p:nvPr/>
        </p:nvSpPr>
        <p:spPr bwMode="auto">
          <a:xfrm flipV="1">
            <a:off x="5849938" y="4041775"/>
            <a:ext cx="4762" cy="3175"/>
          </a:xfrm>
          <a:prstGeom prst="line">
            <a:avLst/>
          </a:prstGeom>
          <a:noFill/>
          <a:ln w="28575">
            <a:solidFill>
              <a:srgbClr val="FF0000"/>
            </a:solidFill>
            <a:round/>
            <a:headEnd/>
            <a:tailEnd/>
          </a:ln>
        </p:spPr>
        <p:txBody>
          <a:bodyPr/>
          <a:lstStyle/>
          <a:p>
            <a:endParaRPr lang="en-US"/>
          </a:p>
        </p:txBody>
      </p:sp>
      <p:sp>
        <p:nvSpPr>
          <p:cNvPr id="635942" name="Line 146"/>
          <p:cNvSpPr>
            <a:spLocks noChangeShapeType="1"/>
          </p:cNvSpPr>
          <p:nvPr/>
        </p:nvSpPr>
        <p:spPr bwMode="auto">
          <a:xfrm flipV="1">
            <a:off x="5854700" y="4033838"/>
            <a:ext cx="7938" cy="7937"/>
          </a:xfrm>
          <a:prstGeom prst="line">
            <a:avLst/>
          </a:prstGeom>
          <a:noFill/>
          <a:ln w="28575">
            <a:solidFill>
              <a:srgbClr val="FF0000"/>
            </a:solidFill>
            <a:round/>
            <a:headEnd/>
            <a:tailEnd/>
          </a:ln>
        </p:spPr>
        <p:txBody>
          <a:bodyPr/>
          <a:lstStyle/>
          <a:p>
            <a:endParaRPr lang="en-US"/>
          </a:p>
        </p:txBody>
      </p:sp>
      <p:sp>
        <p:nvSpPr>
          <p:cNvPr id="635943" name="Line 147"/>
          <p:cNvSpPr>
            <a:spLocks noChangeShapeType="1"/>
          </p:cNvSpPr>
          <p:nvPr/>
        </p:nvSpPr>
        <p:spPr bwMode="auto">
          <a:xfrm flipV="1">
            <a:off x="5862638" y="4033838"/>
            <a:ext cx="1587" cy="1587"/>
          </a:xfrm>
          <a:prstGeom prst="line">
            <a:avLst/>
          </a:prstGeom>
          <a:noFill/>
          <a:ln w="28575">
            <a:solidFill>
              <a:srgbClr val="FF0000"/>
            </a:solidFill>
            <a:round/>
            <a:headEnd/>
            <a:tailEnd/>
          </a:ln>
        </p:spPr>
        <p:txBody>
          <a:bodyPr/>
          <a:lstStyle/>
          <a:p>
            <a:endParaRPr lang="en-US"/>
          </a:p>
        </p:txBody>
      </p:sp>
      <p:sp>
        <p:nvSpPr>
          <p:cNvPr id="635944" name="Line 148"/>
          <p:cNvSpPr>
            <a:spLocks noChangeShapeType="1"/>
          </p:cNvSpPr>
          <p:nvPr/>
        </p:nvSpPr>
        <p:spPr bwMode="auto">
          <a:xfrm flipV="1">
            <a:off x="5878513" y="4022725"/>
            <a:ext cx="3175" cy="1588"/>
          </a:xfrm>
          <a:prstGeom prst="line">
            <a:avLst/>
          </a:prstGeom>
          <a:noFill/>
          <a:ln w="28575">
            <a:solidFill>
              <a:srgbClr val="FF0000"/>
            </a:solidFill>
            <a:round/>
            <a:headEnd/>
            <a:tailEnd/>
          </a:ln>
        </p:spPr>
        <p:txBody>
          <a:bodyPr/>
          <a:lstStyle/>
          <a:p>
            <a:endParaRPr lang="en-US"/>
          </a:p>
        </p:txBody>
      </p:sp>
      <p:sp>
        <p:nvSpPr>
          <p:cNvPr id="635945" name="Line 149"/>
          <p:cNvSpPr>
            <a:spLocks noChangeShapeType="1"/>
          </p:cNvSpPr>
          <p:nvPr/>
        </p:nvSpPr>
        <p:spPr bwMode="auto">
          <a:xfrm flipV="1">
            <a:off x="5881688" y="4019550"/>
            <a:ext cx="9525" cy="3175"/>
          </a:xfrm>
          <a:prstGeom prst="line">
            <a:avLst/>
          </a:prstGeom>
          <a:noFill/>
          <a:ln w="28575">
            <a:solidFill>
              <a:srgbClr val="FF0000"/>
            </a:solidFill>
            <a:round/>
            <a:headEnd/>
            <a:tailEnd/>
          </a:ln>
        </p:spPr>
        <p:txBody>
          <a:bodyPr/>
          <a:lstStyle/>
          <a:p>
            <a:endParaRPr lang="en-US"/>
          </a:p>
        </p:txBody>
      </p:sp>
      <p:sp>
        <p:nvSpPr>
          <p:cNvPr id="635946" name="Line 150"/>
          <p:cNvSpPr>
            <a:spLocks noChangeShapeType="1"/>
          </p:cNvSpPr>
          <p:nvPr/>
        </p:nvSpPr>
        <p:spPr bwMode="auto">
          <a:xfrm flipV="1">
            <a:off x="5891213" y="4016375"/>
            <a:ext cx="6350" cy="3175"/>
          </a:xfrm>
          <a:prstGeom prst="line">
            <a:avLst/>
          </a:prstGeom>
          <a:noFill/>
          <a:ln w="28575">
            <a:solidFill>
              <a:srgbClr val="FF0000"/>
            </a:solidFill>
            <a:round/>
            <a:headEnd/>
            <a:tailEnd/>
          </a:ln>
        </p:spPr>
        <p:txBody>
          <a:bodyPr/>
          <a:lstStyle/>
          <a:p>
            <a:endParaRPr lang="en-US"/>
          </a:p>
        </p:txBody>
      </p:sp>
      <p:sp>
        <p:nvSpPr>
          <p:cNvPr id="635947" name="Line 151"/>
          <p:cNvSpPr>
            <a:spLocks noChangeShapeType="1"/>
          </p:cNvSpPr>
          <p:nvPr/>
        </p:nvSpPr>
        <p:spPr bwMode="auto">
          <a:xfrm>
            <a:off x="5916613" y="4014788"/>
            <a:ext cx="1587" cy="1587"/>
          </a:xfrm>
          <a:prstGeom prst="line">
            <a:avLst/>
          </a:prstGeom>
          <a:noFill/>
          <a:ln w="28575">
            <a:solidFill>
              <a:srgbClr val="FF0000"/>
            </a:solidFill>
            <a:round/>
            <a:headEnd/>
            <a:tailEnd/>
          </a:ln>
        </p:spPr>
        <p:txBody>
          <a:bodyPr/>
          <a:lstStyle/>
          <a:p>
            <a:endParaRPr lang="en-US"/>
          </a:p>
        </p:txBody>
      </p:sp>
      <p:sp>
        <p:nvSpPr>
          <p:cNvPr id="635948" name="Line 152"/>
          <p:cNvSpPr>
            <a:spLocks noChangeShapeType="1"/>
          </p:cNvSpPr>
          <p:nvPr/>
        </p:nvSpPr>
        <p:spPr bwMode="auto">
          <a:xfrm>
            <a:off x="5918200" y="4014788"/>
            <a:ext cx="9525" cy="1587"/>
          </a:xfrm>
          <a:prstGeom prst="line">
            <a:avLst/>
          </a:prstGeom>
          <a:noFill/>
          <a:ln w="28575">
            <a:solidFill>
              <a:srgbClr val="FF0000"/>
            </a:solidFill>
            <a:round/>
            <a:headEnd/>
            <a:tailEnd/>
          </a:ln>
        </p:spPr>
        <p:txBody>
          <a:bodyPr/>
          <a:lstStyle/>
          <a:p>
            <a:endParaRPr lang="en-US"/>
          </a:p>
        </p:txBody>
      </p:sp>
      <p:sp>
        <p:nvSpPr>
          <p:cNvPr id="635949" name="Line 153"/>
          <p:cNvSpPr>
            <a:spLocks noChangeShapeType="1"/>
          </p:cNvSpPr>
          <p:nvPr/>
        </p:nvSpPr>
        <p:spPr bwMode="auto">
          <a:xfrm>
            <a:off x="5927725" y="4016375"/>
            <a:ext cx="9525" cy="3175"/>
          </a:xfrm>
          <a:prstGeom prst="line">
            <a:avLst/>
          </a:prstGeom>
          <a:noFill/>
          <a:ln w="28575">
            <a:solidFill>
              <a:srgbClr val="FF0000"/>
            </a:solidFill>
            <a:round/>
            <a:headEnd/>
            <a:tailEnd/>
          </a:ln>
        </p:spPr>
        <p:txBody>
          <a:bodyPr/>
          <a:lstStyle/>
          <a:p>
            <a:endParaRPr lang="en-US"/>
          </a:p>
        </p:txBody>
      </p:sp>
      <p:sp>
        <p:nvSpPr>
          <p:cNvPr id="635950" name="Line 154"/>
          <p:cNvSpPr>
            <a:spLocks noChangeShapeType="1"/>
          </p:cNvSpPr>
          <p:nvPr/>
        </p:nvSpPr>
        <p:spPr bwMode="auto">
          <a:xfrm>
            <a:off x="5954713" y="4027488"/>
            <a:ext cx="1587" cy="0"/>
          </a:xfrm>
          <a:prstGeom prst="line">
            <a:avLst/>
          </a:prstGeom>
          <a:noFill/>
          <a:ln w="28575">
            <a:solidFill>
              <a:srgbClr val="FF0000"/>
            </a:solidFill>
            <a:round/>
            <a:headEnd/>
            <a:tailEnd/>
          </a:ln>
        </p:spPr>
        <p:txBody>
          <a:bodyPr/>
          <a:lstStyle/>
          <a:p>
            <a:endParaRPr lang="en-US"/>
          </a:p>
        </p:txBody>
      </p:sp>
      <p:sp>
        <p:nvSpPr>
          <p:cNvPr id="635951" name="Line 155"/>
          <p:cNvSpPr>
            <a:spLocks noChangeShapeType="1"/>
          </p:cNvSpPr>
          <p:nvPr/>
        </p:nvSpPr>
        <p:spPr bwMode="auto">
          <a:xfrm>
            <a:off x="5956300" y="4027488"/>
            <a:ext cx="9525" cy="6350"/>
          </a:xfrm>
          <a:prstGeom prst="line">
            <a:avLst/>
          </a:prstGeom>
          <a:noFill/>
          <a:ln w="28575">
            <a:solidFill>
              <a:srgbClr val="FF0000"/>
            </a:solidFill>
            <a:round/>
            <a:headEnd/>
            <a:tailEnd/>
          </a:ln>
        </p:spPr>
        <p:txBody>
          <a:bodyPr/>
          <a:lstStyle/>
          <a:p>
            <a:endParaRPr lang="en-US"/>
          </a:p>
        </p:txBody>
      </p:sp>
      <p:sp>
        <p:nvSpPr>
          <p:cNvPr id="635952" name="Line 156"/>
          <p:cNvSpPr>
            <a:spLocks noChangeShapeType="1"/>
          </p:cNvSpPr>
          <p:nvPr/>
        </p:nvSpPr>
        <p:spPr bwMode="auto">
          <a:xfrm>
            <a:off x="5965825" y="4033838"/>
            <a:ext cx="3175" cy="4762"/>
          </a:xfrm>
          <a:prstGeom prst="line">
            <a:avLst/>
          </a:prstGeom>
          <a:noFill/>
          <a:ln w="28575">
            <a:solidFill>
              <a:srgbClr val="FF0000"/>
            </a:solidFill>
            <a:round/>
            <a:headEnd/>
            <a:tailEnd/>
          </a:ln>
        </p:spPr>
        <p:txBody>
          <a:bodyPr/>
          <a:lstStyle/>
          <a:p>
            <a:endParaRPr lang="en-US"/>
          </a:p>
        </p:txBody>
      </p:sp>
      <p:sp>
        <p:nvSpPr>
          <p:cNvPr id="635953" name="Line 157"/>
          <p:cNvSpPr>
            <a:spLocks noChangeShapeType="1"/>
          </p:cNvSpPr>
          <p:nvPr/>
        </p:nvSpPr>
        <p:spPr bwMode="auto">
          <a:xfrm>
            <a:off x="5981700" y="4049713"/>
            <a:ext cx="1588" cy="1587"/>
          </a:xfrm>
          <a:prstGeom prst="line">
            <a:avLst/>
          </a:prstGeom>
          <a:noFill/>
          <a:ln w="28575">
            <a:solidFill>
              <a:srgbClr val="FF0000"/>
            </a:solidFill>
            <a:round/>
            <a:headEnd/>
            <a:tailEnd/>
          </a:ln>
        </p:spPr>
        <p:txBody>
          <a:bodyPr/>
          <a:lstStyle/>
          <a:p>
            <a:endParaRPr lang="en-US"/>
          </a:p>
        </p:txBody>
      </p:sp>
      <p:sp>
        <p:nvSpPr>
          <p:cNvPr id="635954" name="Line 158"/>
          <p:cNvSpPr>
            <a:spLocks noChangeShapeType="1"/>
          </p:cNvSpPr>
          <p:nvPr/>
        </p:nvSpPr>
        <p:spPr bwMode="auto">
          <a:xfrm>
            <a:off x="5983288" y="4051300"/>
            <a:ext cx="9525" cy="9525"/>
          </a:xfrm>
          <a:prstGeom prst="line">
            <a:avLst/>
          </a:prstGeom>
          <a:noFill/>
          <a:ln w="28575">
            <a:solidFill>
              <a:srgbClr val="FF0000"/>
            </a:solidFill>
            <a:round/>
            <a:headEnd/>
            <a:tailEnd/>
          </a:ln>
        </p:spPr>
        <p:txBody>
          <a:bodyPr/>
          <a:lstStyle/>
          <a:p>
            <a:endParaRPr lang="en-US"/>
          </a:p>
        </p:txBody>
      </p:sp>
      <p:sp>
        <p:nvSpPr>
          <p:cNvPr id="635955" name="Line 159"/>
          <p:cNvSpPr>
            <a:spLocks noChangeShapeType="1"/>
          </p:cNvSpPr>
          <p:nvPr/>
        </p:nvSpPr>
        <p:spPr bwMode="auto">
          <a:xfrm>
            <a:off x="5992813" y="4060825"/>
            <a:ext cx="1587" cy="0"/>
          </a:xfrm>
          <a:prstGeom prst="line">
            <a:avLst/>
          </a:prstGeom>
          <a:noFill/>
          <a:ln w="28575">
            <a:solidFill>
              <a:srgbClr val="FF0000"/>
            </a:solidFill>
            <a:round/>
            <a:headEnd/>
            <a:tailEnd/>
          </a:ln>
        </p:spPr>
        <p:txBody>
          <a:bodyPr/>
          <a:lstStyle/>
          <a:p>
            <a:endParaRPr lang="en-US"/>
          </a:p>
        </p:txBody>
      </p:sp>
      <p:sp>
        <p:nvSpPr>
          <p:cNvPr id="635956" name="Line 160"/>
          <p:cNvSpPr>
            <a:spLocks noChangeShapeType="1"/>
          </p:cNvSpPr>
          <p:nvPr/>
        </p:nvSpPr>
        <p:spPr bwMode="auto">
          <a:xfrm>
            <a:off x="6005513" y="4075113"/>
            <a:ext cx="6350" cy="7937"/>
          </a:xfrm>
          <a:prstGeom prst="line">
            <a:avLst/>
          </a:prstGeom>
          <a:noFill/>
          <a:ln w="28575">
            <a:solidFill>
              <a:srgbClr val="FF0000"/>
            </a:solidFill>
            <a:round/>
            <a:headEnd/>
            <a:tailEnd/>
          </a:ln>
        </p:spPr>
        <p:txBody>
          <a:bodyPr/>
          <a:lstStyle/>
          <a:p>
            <a:endParaRPr lang="en-US"/>
          </a:p>
        </p:txBody>
      </p:sp>
      <p:sp>
        <p:nvSpPr>
          <p:cNvPr id="635957" name="Line 161"/>
          <p:cNvSpPr>
            <a:spLocks noChangeShapeType="1"/>
          </p:cNvSpPr>
          <p:nvPr/>
        </p:nvSpPr>
        <p:spPr bwMode="auto">
          <a:xfrm>
            <a:off x="6011863" y="4083050"/>
            <a:ext cx="3175" cy="4763"/>
          </a:xfrm>
          <a:prstGeom prst="line">
            <a:avLst/>
          </a:prstGeom>
          <a:noFill/>
          <a:ln w="28575">
            <a:solidFill>
              <a:srgbClr val="FF0000"/>
            </a:solidFill>
            <a:round/>
            <a:headEnd/>
            <a:tailEnd/>
          </a:ln>
        </p:spPr>
        <p:txBody>
          <a:bodyPr/>
          <a:lstStyle/>
          <a:p>
            <a:endParaRPr lang="en-US"/>
          </a:p>
        </p:txBody>
      </p:sp>
      <p:sp>
        <p:nvSpPr>
          <p:cNvPr id="635958" name="Line 162"/>
          <p:cNvSpPr>
            <a:spLocks noChangeShapeType="1"/>
          </p:cNvSpPr>
          <p:nvPr/>
        </p:nvSpPr>
        <p:spPr bwMode="auto">
          <a:xfrm>
            <a:off x="6026150" y="4100513"/>
            <a:ext cx="3175" cy="6350"/>
          </a:xfrm>
          <a:prstGeom prst="line">
            <a:avLst/>
          </a:prstGeom>
          <a:noFill/>
          <a:ln w="28575">
            <a:solidFill>
              <a:srgbClr val="FF0000"/>
            </a:solidFill>
            <a:round/>
            <a:headEnd/>
            <a:tailEnd/>
          </a:ln>
        </p:spPr>
        <p:txBody>
          <a:bodyPr/>
          <a:lstStyle/>
          <a:p>
            <a:endParaRPr lang="en-US"/>
          </a:p>
        </p:txBody>
      </p:sp>
      <p:sp>
        <p:nvSpPr>
          <p:cNvPr id="635959" name="Line 163"/>
          <p:cNvSpPr>
            <a:spLocks noChangeShapeType="1"/>
          </p:cNvSpPr>
          <p:nvPr/>
        </p:nvSpPr>
        <p:spPr bwMode="auto">
          <a:xfrm>
            <a:off x="6029325" y="4106863"/>
            <a:ext cx="6350" cy="7937"/>
          </a:xfrm>
          <a:prstGeom prst="line">
            <a:avLst/>
          </a:prstGeom>
          <a:noFill/>
          <a:ln w="28575">
            <a:solidFill>
              <a:srgbClr val="FF0000"/>
            </a:solidFill>
            <a:round/>
            <a:headEnd/>
            <a:tailEnd/>
          </a:ln>
        </p:spPr>
        <p:txBody>
          <a:bodyPr/>
          <a:lstStyle/>
          <a:p>
            <a:endParaRPr lang="en-US"/>
          </a:p>
        </p:txBody>
      </p:sp>
      <p:sp>
        <p:nvSpPr>
          <p:cNvPr id="635960" name="Line 164"/>
          <p:cNvSpPr>
            <a:spLocks noChangeShapeType="1"/>
          </p:cNvSpPr>
          <p:nvPr/>
        </p:nvSpPr>
        <p:spPr bwMode="auto">
          <a:xfrm>
            <a:off x="6043613" y="4129088"/>
            <a:ext cx="4762" cy="4762"/>
          </a:xfrm>
          <a:prstGeom prst="line">
            <a:avLst/>
          </a:prstGeom>
          <a:noFill/>
          <a:ln w="28575">
            <a:solidFill>
              <a:srgbClr val="FF0000"/>
            </a:solidFill>
            <a:round/>
            <a:headEnd/>
            <a:tailEnd/>
          </a:ln>
        </p:spPr>
        <p:txBody>
          <a:bodyPr/>
          <a:lstStyle/>
          <a:p>
            <a:endParaRPr lang="en-US"/>
          </a:p>
        </p:txBody>
      </p:sp>
      <p:sp>
        <p:nvSpPr>
          <p:cNvPr id="635961" name="Line 165"/>
          <p:cNvSpPr>
            <a:spLocks noChangeShapeType="1"/>
          </p:cNvSpPr>
          <p:nvPr/>
        </p:nvSpPr>
        <p:spPr bwMode="auto">
          <a:xfrm>
            <a:off x="6048375" y="4133850"/>
            <a:ext cx="4763" cy="7938"/>
          </a:xfrm>
          <a:prstGeom prst="line">
            <a:avLst/>
          </a:prstGeom>
          <a:noFill/>
          <a:ln w="28575">
            <a:solidFill>
              <a:srgbClr val="FF0000"/>
            </a:solidFill>
            <a:round/>
            <a:headEnd/>
            <a:tailEnd/>
          </a:ln>
        </p:spPr>
        <p:txBody>
          <a:bodyPr/>
          <a:lstStyle/>
          <a:p>
            <a:endParaRPr lang="en-US"/>
          </a:p>
        </p:txBody>
      </p:sp>
      <p:sp>
        <p:nvSpPr>
          <p:cNvPr id="635962" name="Line 166"/>
          <p:cNvSpPr>
            <a:spLocks noChangeShapeType="1"/>
          </p:cNvSpPr>
          <p:nvPr/>
        </p:nvSpPr>
        <p:spPr bwMode="auto">
          <a:xfrm>
            <a:off x="6062663" y="4156075"/>
            <a:ext cx="4762" cy="6350"/>
          </a:xfrm>
          <a:prstGeom prst="line">
            <a:avLst/>
          </a:prstGeom>
          <a:noFill/>
          <a:ln w="28575">
            <a:solidFill>
              <a:srgbClr val="FF0000"/>
            </a:solidFill>
            <a:round/>
            <a:headEnd/>
            <a:tailEnd/>
          </a:ln>
        </p:spPr>
        <p:txBody>
          <a:bodyPr/>
          <a:lstStyle/>
          <a:p>
            <a:endParaRPr lang="en-US"/>
          </a:p>
        </p:txBody>
      </p:sp>
      <p:sp>
        <p:nvSpPr>
          <p:cNvPr id="635963" name="Line 167"/>
          <p:cNvSpPr>
            <a:spLocks noChangeShapeType="1"/>
          </p:cNvSpPr>
          <p:nvPr/>
        </p:nvSpPr>
        <p:spPr bwMode="auto">
          <a:xfrm>
            <a:off x="6067425" y="4162425"/>
            <a:ext cx="4763" cy="6350"/>
          </a:xfrm>
          <a:prstGeom prst="line">
            <a:avLst/>
          </a:prstGeom>
          <a:noFill/>
          <a:ln w="28575">
            <a:solidFill>
              <a:srgbClr val="FF0000"/>
            </a:solidFill>
            <a:round/>
            <a:headEnd/>
            <a:tailEnd/>
          </a:ln>
        </p:spPr>
        <p:txBody>
          <a:bodyPr/>
          <a:lstStyle/>
          <a:p>
            <a:endParaRPr lang="en-US"/>
          </a:p>
        </p:txBody>
      </p:sp>
      <p:sp>
        <p:nvSpPr>
          <p:cNvPr id="635964" name="Line 168"/>
          <p:cNvSpPr>
            <a:spLocks noChangeShapeType="1"/>
          </p:cNvSpPr>
          <p:nvPr/>
        </p:nvSpPr>
        <p:spPr bwMode="auto">
          <a:xfrm>
            <a:off x="6080125" y="4183063"/>
            <a:ext cx="4763" cy="6350"/>
          </a:xfrm>
          <a:prstGeom prst="line">
            <a:avLst/>
          </a:prstGeom>
          <a:noFill/>
          <a:ln w="28575">
            <a:solidFill>
              <a:srgbClr val="FF0000"/>
            </a:solidFill>
            <a:round/>
            <a:headEnd/>
            <a:tailEnd/>
          </a:ln>
        </p:spPr>
        <p:txBody>
          <a:bodyPr/>
          <a:lstStyle/>
          <a:p>
            <a:endParaRPr lang="en-US"/>
          </a:p>
        </p:txBody>
      </p:sp>
      <p:sp>
        <p:nvSpPr>
          <p:cNvPr id="635965" name="Line 169"/>
          <p:cNvSpPr>
            <a:spLocks noChangeShapeType="1"/>
          </p:cNvSpPr>
          <p:nvPr/>
        </p:nvSpPr>
        <p:spPr bwMode="auto">
          <a:xfrm>
            <a:off x="6084888" y="4189413"/>
            <a:ext cx="4762" cy="7937"/>
          </a:xfrm>
          <a:prstGeom prst="line">
            <a:avLst/>
          </a:prstGeom>
          <a:noFill/>
          <a:ln w="28575">
            <a:solidFill>
              <a:srgbClr val="FF0000"/>
            </a:solidFill>
            <a:round/>
            <a:headEnd/>
            <a:tailEnd/>
          </a:ln>
        </p:spPr>
        <p:txBody>
          <a:bodyPr/>
          <a:lstStyle/>
          <a:p>
            <a:endParaRPr lang="en-US"/>
          </a:p>
        </p:txBody>
      </p:sp>
      <p:sp>
        <p:nvSpPr>
          <p:cNvPr id="635966" name="Line 170"/>
          <p:cNvSpPr>
            <a:spLocks noChangeShapeType="1"/>
          </p:cNvSpPr>
          <p:nvPr/>
        </p:nvSpPr>
        <p:spPr bwMode="auto">
          <a:xfrm>
            <a:off x="6099175" y="4210050"/>
            <a:ext cx="4763" cy="6350"/>
          </a:xfrm>
          <a:prstGeom prst="line">
            <a:avLst/>
          </a:prstGeom>
          <a:noFill/>
          <a:ln w="28575">
            <a:solidFill>
              <a:srgbClr val="FF0000"/>
            </a:solidFill>
            <a:round/>
            <a:headEnd/>
            <a:tailEnd/>
          </a:ln>
        </p:spPr>
        <p:txBody>
          <a:bodyPr/>
          <a:lstStyle/>
          <a:p>
            <a:endParaRPr lang="en-US"/>
          </a:p>
        </p:txBody>
      </p:sp>
      <p:sp>
        <p:nvSpPr>
          <p:cNvPr id="635967" name="Line 171"/>
          <p:cNvSpPr>
            <a:spLocks noChangeShapeType="1"/>
          </p:cNvSpPr>
          <p:nvPr/>
        </p:nvSpPr>
        <p:spPr bwMode="auto">
          <a:xfrm>
            <a:off x="6103938" y="4216400"/>
            <a:ext cx="4762" cy="7938"/>
          </a:xfrm>
          <a:prstGeom prst="line">
            <a:avLst/>
          </a:prstGeom>
          <a:noFill/>
          <a:ln w="28575">
            <a:solidFill>
              <a:srgbClr val="FF0000"/>
            </a:solidFill>
            <a:round/>
            <a:headEnd/>
            <a:tailEnd/>
          </a:ln>
        </p:spPr>
        <p:txBody>
          <a:bodyPr/>
          <a:lstStyle/>
          <a:p>
            <a:endParaRPr lang="en-US"/>
          </a:p>
        </p:txBody>
      </p:sp>
      <p:sp>
        <p:nvSpPr>
          <p:cNvPr id="635968" name="Line 172"/>
          <p:cNvSpPr>
            <a:spLocks noChangeShapeType="1"/>
          </p:cNvSpPr>
          <p:nvPr/>
        </p:nvSpPr>
        <p:spPr bwMode="auto">
          <a:xfrm>
            <a:off x="6118225" y="4237038"/>
            <a:ext cx="4763" cy="4762"/>
          </a:xfrm>
          <a:prstGeom prst="line">
            <a:avLst/>
          </a:prstGeom>
          <a:noFill/>
          <a:ln w="28575">
            <a:solidFill>
              <a:srgbClr val="FF0000"/>
            </a:solidFill>
            <a:round/>
            <a:headEnd/>
            <a:tailEnd/>
          </a:ln>
        </p:spPr>
        <p:txBody>
          <a:bodyPr/>
          <a:lstStyle/>
          <a:p>
            <a:endParaRPr lang="en-US"/>
          </a:p>
        </p:txBody>
      </p:sp>
      <p:sp>
        <p:nvSpPr>
          <p:cNvPr id="635969" name="Line 173"/>
          <p:cNvSpPr>
            <a:spLocks noChangeShapeType="1"/>
          </p:cNvSpPr>
          <p:nvPr/>
        </p:nvSpPr>
        <p:spPr bwMode="auto">
          <a:xfrm>
            <a:off x="6122988" y="4241800"/>
            <a:ext cx="6350" cy="7938"/>
          </a:xfrm>
          <a:prstGeom prst="line">
            <a:avLst/>
          </a:prstGeom>
          <a:noFill/>
          <a:ln w="28575">
            <a:solidFill>
              <a:srgbClr val="FF0000"/>
            </a:solidFill>
            <a:round/>
            <a:headEnd/>
            <a:tailEnd/>
          </a:ln>
        </p:spPr>
        <p:txBody>
          <a:bodyPr/>
          <a:lstStyle/>
          <a:p>
            <a:endParaRPr lang="en-US"/>
          </a:p>
        </p:txBody>
      </p:sp>
      <p:sp>
        <p:nvSpPr>
          <p:cNvPr id="635970" name="Line 174"/>
          <p:cNvSpPr>
            <a:spLocks noChangeShapeType="1"/>
          </p:cNvSpPr>
          <p:nvPr/>
        </p:nvSpPr>
        <p:spPr bwMode="auto">
          <a:xfrm>
            <a:off x="6140450" y="4262438"/>
            <a:ext cx="1588" cy="1587"/>
          </a:xfrm>
          <a:prstGeom prst="line">
            <a:avLst/>
          </a:prstGeom>
          <a:noFill/>
          <a:ln w="28575">
            <a:solidFill>
              <a:srgbClr val="FF0000"/>
            </a:solidFill>
            <a:round/>
            <a:headEnd/>
            <a:tailEnd/>
          </a:ln>
        </p:spPr>
        <p:txBody>
          <a:bodyPr/>
          <a:lstStyle/>
          <a:p>
            <a:endParaRPr lang="en-US"/>
          </a:p>
        </p:txBody>
      </p:sp>
      <p:sp>
        <p:nvSpPr>
          <p:cNvPr id="635971" name="Line 175"/>
          <p:cNvSpPr>
            <a:spLocks noChangeShapeType="1"/>
          </p:cNvSpPr>
          <p:nvPr/>
        </p:nvSpPr>
        <p:spPr bwMode="auto">
          <a:xfrm>
            <a:off x="6140450" y="4264025"/>
            <a:ext cx="9525" cy="9525"/>
          </a:xfrm>
          <a:prstGeom prst="line">
            <a:avLst/>
          </a:prstGeom>
          <a:noFill/>
          <a:ln w="28575">
            <a:solidFill>
              <a:srgbClr val="FF0000"/>
            </a:solidFill>
            <a:round/>
            <a:headEnd/>
            <a:tailEnd/>
          </a:ln>
        </p:spPr>
        <p:txBody>
          <a:bodyPr/>
          <a:lstStyle/>
          <a:p>
            <a:endParaRPr lang="en-US"/>
          </a:p>
        </p:txBody>
      </p:sp>
      <p:sp>
        <p:nvSpPr>
          <p:cNvPr id="635972" name="Line 176"/>
          <p:cNvSpPr>
            <a:spLocks noChangeShapeType="1"/>
          </p:cNvSpPr>
          <p:nvPr/>
        </p:nvSpPr>
        <p:spPr bwMode="auto">
          <a:xfrm>
            <a:off x="6149975" y="4273550"/>
            <a:ext cx="1588" cy="1588"/>
          </a:xfrm>
          <a:prstGeom prst="line">
            <a:avLst/>
          </a:prstGeom>
          <a:noFill/>
          <a:ln w="28575">
            <a:solidFill>
              <a:srgbClr val="FF0000"/>
            </a:solidFill>
            <a:round/>
            <a:headEnd/>
            <a:tailEnd/>
          </a:ln>
        </p:spPr>
        <p:txBody>
          <a:bodyPr/>
          <a:lstStyle/>
          <a:p>
            <a:endParaRPr lang="en-US"/>
          </a:p>
        </p:txBody>
      </p:sp>
      <p:sp>
        <p:nvSpPr>
          <p:cNvPr id="635973" name="Line 177"/>
          <p:cNvSpPr>
            <a:spLocks noChangeShapeType="1"/>
          </p:cNvSpPr>
          <p:nvPr/>
        </p:nvSpPr>
        <p:spPr bwMode="auto">
          <a:xfrm>
            <a:off x="6165850" y="4286250"/>
            <a:ext cx="3175" cy="3175"/>
          </a:xfrm>
          <a:prstGeom prst="line">
            <a:avLst/>
          </a:prstGeom>
          <a:noFill/>
          <a:ln w="28575">
            <a:solidFill>
              <a:srgbClr val="FF0000"/>
            </a:solidFill>
            <a:round/>
            <a:headEnd/>
            <a:tailEnd/>
          </a:ln>
        </p:spPr>
        <p:txBody>
          <a:bodyPr/>
          <a:lstStyle/>
          <a:p>
            <a:endParaRPr lang="en-US"/>
          </a:p>
        </p:txBody>
      </p:sp>
      <p:sp>
        <p:nvSpPr>
          <p:cNvPr id="635974" name="Line 178"/>
          <p:cNvSpPr>
            <a:spLocks noChangeShapeType="1"/>
          </p:cNvSpPr>
          <p:nvPr/>
        </p:nvSpPr>
        <p:spPr bwMode="auto">
          <a:xfrm>
            <a:off x="6169025" y="4289425"/>
            <a:ext cx="7938" cy="6350"/>
          </a:xfrm>
          <a:prstGeom prst="line">
            <a:avLst/>
          </a:prstGeom>
          <a:noFill/>
          <a:ln w="28575">
            <a:solidFill>
              <a:srgbClr val="FF0000"/>
            </a:solidFill>
            <a:round/>
            <a:headEnd/>
            <a:tailEnd/>
          </a:ln>
        </p:spPr>
        <p:txBody>
          <a:bodyPr/>
          <a:lstStyle/>
          <a:p>
            <a:endParaRPr lang="en-US"/>
          </a:p>
        </p:txBody>
      </p:sp>
      <p:sp>
        <p:nvSpPr>
          <p:cNvPr id="635975" name="Line 179"/>
          <p:cNvSpPr>
            <a:spLocks noChangeShapeType="1"/>
          </p:cNvSpPr>
          <p:nvPr/>
        </p:nvSpPr>
        <p:spPr bwMode="auto">
          <a:xfrm>
            <a:off x="6176963" y="4295775"/>
            <a:ext cx="3175" cy="1588"/>
          </a:xfrm>
          <a:prstGeom prst="line">
            <a:avLst/>
          </a:prstGeom>
          <a:noFill/>
          <a:ln w="28575">
            <a:solidFill>
              <a:srgbClr val="FF0000"/>
            </a:solidFill>
            <a:round/>
            <a:headEnd/>
            <a:tailEnd/>
          </a:ln>
        </p:spPr>
        <p:txBody>
          <a:bodyPr/>
          <a:lstStyle/>
          <a:p>
            <a:endParaRPr lang="en-US"/>
          </a:p>
        </p:txBody>
      </p:sp>
      <p:sp>
        <p:nvSpPr>
          <p:cNvPr id="635976" name="Line 180"/>
          <p:cNvSpPr>
            <a:spLocks noChangeShapeType="1"/>
          </p:cNvSpPr>
          <p:nvPr/>
        </p:nvSpPr>
        <p:spPr bwMode="auto">
          <a:xfrm>
            <a:off x="6197600" y="4305300"/>
            <a:ext cx="7938" cy="3175"/>
          </a:xfrm>
          <a:prstGeom prst="line">
            <a:avLst/>
          </a:prstGeom>
          <a:noFill/>
          <a:ln w="28575">
            <a:solidFill>
              <a:srgbClr val="FF0000"/>
            </a:solidFill>
            <a:round/>
            <a:headEnd/>
            <a:tailEnd/>
          </a:ln>
        </p:spPr>
        <p:txBody>
          <a:bodyPr/>
          <a:lstStyle/>
          <a:p>
            <a:endParaRPr lang="en-US"/>
          </a:p>
        </p:txBody>
      </p:sp>
      <p:sp>
        <p:nvSpPr>
          <p:cNvPr id="635977" name="Line 181"/>
          <p:cNvSpPr>
            <a:spLocks noChangeShapeType="1"/>
          </p:cNvSpPr>
          <p:nvPr/>
        </p:nvSpPr>
        <p:spPr bwMode="auto">
          <a:xfrm>
            <a:off x="6205538" y="4308475"/>
            <a:ext cx="9525" cy="0"/>
          </a:xfrm>
          <a:prstGeom prst="line">
            <a:avLst/>
          </a:prstGeom>
          <a:noFill/>
          <a:ln w="28575">
            <a:solidFill>
              <a:srgbClr val="FF0000"/>
            </a:solidFill>
            <a:round/>
            <a:headEnd/>
            <a:tailEnd/>
          </a:ln>
        </p:spPr>
        <p:txBody>
          <a:bodyPr/>
          <a:lstStyle/>
          <a:p>
            <a:endParaRPr lang="en-US"/>
          </a:p>
        </p:txBody>
      </p:sp>
      <p:sp>
        <p:nvSpPr>
          <p:cNvPr id="635978" name="Line 182"/>
          <p:cNvSpPr>
            <a:spLocks noChangeShapeType="1"/>
          </p:cNvSpPr>
          <p:nvPr/>
        </p:nvSpPr>
        <p:spPr bwMode="auto">
          <a:xfrm>
            <a:off x="6215063" y="4308475"/>
            <a:ext cx="3175" cy="1588"/>
          </a:xfrm>
          <a:prstGeom prst="line">
            <a:avLst/>
          </a:prstGeom>
          <a:noFill/>
          <a:ln w="28575">
            <a:solidFill>
              <a:srgbClr val="FF0000"/>
            </a:solidFill>
            <a:round/>
            <a:headEnd/>
            <a:tailEnd/>
          </a:ln>
        </p:spPr>
        <p:txBody>
          <a:bodyPr/>
          <a:lstStyle/>
          <a:p>
            <a:endParaRPr lang="en-US"/>
          </a:p>
        </p:txBody>
      </p:sp>
      <p:sp>
        <p:nvSpPr>
          <p:cNvPr id="635979" name="Line 183"/>
          <p:cNvSpPr>
            <a:spLocks noChangeShapeType="1"/>
          </p:cNvSpPr>
          <p:nvPr/>
        </p:nvSpPr>
        <p:spPr bwMode="auto">
          <a:xfrm flipV="1">
            <a:off x="6237288" y="4305300"/>
            <a:ext cx="4762" cy="1588"/>
          </a:xfrm>
          <a:prstGeom prst="line">
            <a:avLst/>
          </a:prstGeom>
          <a:noFill/>
          <a:ln w="28575">
            <a:solidFill>
              <a:srgbClr val="FF0000"/>
            </a:solidFill>
            <a:round/>
            <a:headEnd/>
            <a:tailEnd/>
          </a:ln>
        </p:spPr>
        <p:txBody>
          <a:bodyPr/>
          <a:lstStyle/>
          <a:p>
            <a:endParaRPr lang="en-US"/>
          </a:p>
        </p:txBody>
      </p:sp>
      <p:sp>
        <p:nvSpPr>
          <p:cNvPr id="635980" name="Line 184"/>
          <p:cNvSpPr>
            <a:spLocks noChangeShapeType="1"/>
          </p:cNvSpPr>
          <p:nvPr/>
        </p:nvSpPr>
        <p:spPr bwMode="auto">
          <a:xfrm flipV="1">
            <a:off x="6242050" y="4302125"/>
            <a:ext cx="9525" cy="3175"/>
          </a:xfrm>
          <a:prstGeom prst="line">
            <a:avLst/>
          </a:prstGeom>
          <a:noFill/>
          <a:ln w="28575">
            <a:solidFill>
              <a:srgbClr val="FF0000"/>
            </a:solidFill>
            <a:round/>
            <a:headEnd/>
            <a:tailEnd/>
          </a:ln>
        </p:spPr>
        <p:txBody>
          <a:bodyPr/>
          <a:lstStyle/>
          <a:p>
            <a:endParaRPr lang="en-US"/>
          </a:p>
        </p:txBody>
      </p:sp>
      <p:sp>
        <p:nvSpPr>
          <p:cNvPr id="635981" name="Line 185"/>
          <p:cNvSpPr>
            <a:spLocks noChangeShapeType="1"/>
          </p:cNvSpPr>
          <p:nvPr/>
        </p:nvSpPr>
        <p:spPr bwMode="auto">
          <a:xfrm flipV="1">
            <a:off x="6251575" y="4298950"/>
            <a:ext cx="3175" cy="3175"/>
          </a:xfrm>
          <a:prstGeom prst="line">
            <a:avLst/>
          </a:prstGeom>
          <a:noFill/>
          <a:ln w="28575">
            <a:solidFill>
              <a:srgbClr val="FF0000"/>
            </a:solidFill>
            <a:round/>
            <a:headEnd/>
            <a:tailEnd/>
          </a:ln>
        </p:spPr>
        <p:txBody>
          <a:bodyPr/>
          <a:lstStyle/>
          <a:p>
            <a:endParaRPr lang="en-US"/>
          </a:p>
        </p:txBody>
      </p:sp>
      <p:sp>
        <p:nvSpPr>
          <p:cNvPr id="635982" name="Line 186"/>
          <p:cNvSpPr>
            <a:spLocks noChangeShapeType="1"/>
          </p:cNvSpPr>
          <p:nvPr/>
        </p:nvSpPr>
        <p:spPr bwMode="auto">
          <a:xfrm flipV="1">
            <a:off x="6270625" y="4283075"/>
            <a:ext cx="9525" cy="6350"/>
          </a:xfrm>
          <a:prstGeom prst="line">
            <a:avLst/>
          </a:prstGeom>
          <a:noFill/>
          <a:ln w="28575">
            <a:solidFill>
              <a:srgbClr val="FF0000"/>
            </a:solidFill>
            <a:round/>
            <a:headEnd/>
            <a:tailEnd/>
          </a:ln>
        </p:spPr>
        <p:txBody>
          <a:bodyPr/>
          <a:lstStyle/>
          <a:p>
            <a:endParaRPr lang="en-US"/>
          </a:p>
        </p:txBody>
      </p:sp>
      <p:sp>
        <p:nvSpPr>
          <p:cNvPr id="635983" name="Line 187"/>
          <p:cNvSpPr>
            <a:spLocks noChangeShapeType="1"/>
          </p:cNvSpPr>
          <p:nvPr/>
        </p:nvSpPr>
        <p:spPr bwMode="auto">
          <a:xfrm flipV="1">
            <a:off x="6280150" y="4276725"/>
            <a:ext cx="4763" cy="6350"/>
          </a:xfrm>
          <a:prstGeom prst="line">
            <a:avLst/>
          </a:prstGeom>
          <a:noFill/>
          <a:ln w="28575">
            <a:solidFill>
              <a:srgbClr val="FF0000"/>
            </a:solidFill>
            <a:round/>
            <a:headEnd/>
            <a:tailEnd/>
          </a:ln>
        </p:spPr>
        <p:txBody>
          <a:bodyPr/>
          <a:lstStyle/>
          <a:p>
            <a:endParaRPr lang="en-US"/>
          </a:p>
        </p:txBody>
      </p:sp>
      <p:sp>
        <p:nvSpPr>
          <p:cNvPr id="635984" name="Line 188"/>
          <p:cNvSpPr>
            <a:spLocks noChangeShapeType="1"/>
          </p:cNvSpPr>
          <p:nvPr/>
        </p:nvSpPr>
        <p:spPr bwMode="auto">
          <a:xfrm flipV="1">
            <a:off x="6296025" y="4264025"/>
            <a:ext cx="1588" cy="1588"/>
          </a:xfrm>
          <a:prstGeom prst="line">
            <a:avLst/>
          </a:prstGeom>
          <a:noFill/>
          <a:ln w="28575">
            <a:solidFill>
              <a:srgbClr val="FF0000"/>
            </a:solidFill>
            <a:round/>
            <a:headEnd/>
            <a:tailEnd/>
          </a:ln>
        </p:spPr>
        <p:txBody>
          <a:bodyPr/>
          <a:lstStyle/>
          <a:p>
            <a:endParaRPr lang="en-US"/>
          </a:p>
        </p:txBody>
      </p:sp>
      <p:sp>
        <p:nvSpPr>
          <p:cNvPr id="635985" name="Line 189"/>
          <p:cNvSpPr>
            <a:spLocks noChangeShapeType="1"/>
          </p:cNvSpPr>
          <p:nvPr/>
        </p:nvSpPr>
        <p:spPr bwMode="auto">
          <a:xfrm flipV="1">
            <a:off x="6297613" y="4252913"/>
            <a:ext cx="9525" cy="11112"/>
          </a:xfrm>
          <a:prstGeom prst="line">
            <a:avLst/>
          </a:prstGeom>
          <a:noFill/>
          <a:ln w="28575">
            <a:solidFill>
              <a:srgbClr val="FF0000"/>
            </a:solidFill>
            <a:round/>
            <a:headEnd/>
            <a:tailEnd/>
          </a:ln>
        </p:spPr>
        <p:txBody>
          <a:bodyPr/>
          <a:lstStyle/>
          <a:p>
            <a:endParaRPr lang="en-US"/>
          </a:p>
        </p:txBody>
      </p:sp>
      <p:sp>
        <p:nvSpPr>
          <p:cNvPr id="635986" name="Line 190"/>
          <p:cNvSpPr>
            <a:spLocks noChangeShapeType="1"/>
          </p:cNvSpPr>
          <p:nvPr/>
        </p:nvSpPr>
        <p:spPr bwMode="auto">
          <a:xfrm flipV="1">
            <a:off x="6307138" y="4252913"/>
            <a:ext cx="1587" cy="0"/>
          </a:xfrm>
          <a:prstGeom prst="line">
            <a:avLst/>
          </a:prstGeom>
          <a:noFill/>
          <a:ln w="28575">
            <a:solidFill>
              <a:srgbClr val="FF0000"/>
            </a:solidFill>
            <a:round/>
            <a:headEnd/>
            <a:tailEnd/>
          </a:ln>
        </p:spPr>
        <p:txBody>
          <a:bodyPr/>
          <a:lstStyle/>
          <a:p>
            <a:endParaRPr lang="en-US"/>
          </a:p>
        </p:txBody>
      </p:sp>
      <p:sp>
        <p:nvSpPr>
          <p:cNvPr id="635987" name="Line 191"/>
          <p:cNvSpPr>
            <a:spLocks noChangeShapeType="1"/>
          </p:cNvSpPr>
          <p:nvPr/>
        </p:nvSpPr>
        <p:spPr bwMode="auto">
          <a:xfrm flipV="1">
            <a:off x="6318250" y="4229100"/>
            <a:ext cx="7938" cy="9525"/>
          </a:xfrm>
          <a:prstGeom prst="line">
            <a:avLst/>
          </a:prstGeom>
          <a:noFill/>
          <a:ln w="28575">
            <a:solidFill>
              <a:srgbClr val="FF0000"/>
            </a:solidFill>
            <a:round/>
            <a:headEnd/>
            <a:tailEnd/>
          </a:ln>
        </p:spPr>
        <p:txBody>
          <a:bodyPr/>
          <a:lstStyle/>
          <a:p>
            <a:endParaRPr lang="en-US"/>
          </a:p>
        </p:txBody>
      </p:sp>
      <p:sp>
        <p:nvSpPr>
          <p:cNvPr id="635988" name="Line 192"/>
          <p:cNvSpPr>
            <a:spLocks noChangeShapeType="1"/>
          </p:cNvSpPr>
          <p:nvPr/>
        </p:nvSpPr>
        <p:spPr bwMode="auto">
          <a:xfrm flipV="1">
            <a:off x="6326188" y="4225925"/>
            <a:ext cx="1587" cy="3175"/>
          </a:xfrm>
          <a:prstGeom prst="line">
            <a:avLst/>
          </a:prstGeom>
          <a:noFill/>
          <a:ln w="28575">
            <a:solidFill>
              <a:srgbClr val="FF0000"/>
            </a:solidFill>
            <a:round/>
            <a:headEnd/>
            <a:tailEnd/>
          </a:ln>
        </p:spPr>
        <p:txBody>
          <a:bodyPr/>
          <a:lstStyle/>
          <a:p>
            <a:endParaRPr lang="en-US"/>
          </a:p>
        </p:txBody>
      </p:sp>
      <p:sp>
        <p:nvSpPr>
          <p:cNvPr id="635989" name="Line 193"/>
          <p:cNvSpPr>
            <a:spLocks noChangeShapeType="1"/>
          </p:cNvSpPr>
          <p:nvPr/>
        </p:nvSpPr>
        <p:spPr bwMode="auto">
          <a:xfrm flipV="1">
            <a:off x="6337300" y="4203700"/>
            <a:ext cx="6350" cy="7938"/>
          </a:xfrm>
          <a:prstGeom prst="line">
            <a:avLst/>
          </a:prstGeom>
          <a:noFill/>
          <a:ln w="28575">
            <a:solidFill>
              <a:srgbClr val="FF0000"/>
            </a:solidFill>
            <a:round/>
            <a:headEnd/>
            <a:tailEnd/>
          </a:ln>
        </p:spPr>
        <p:txBody>
          <a:bodyPr/>
          <a:lstStyle/>
          <a:p>
            <a:endParaRPr lang="en-US"/>
          </a:p>
        </p:txBody>
      </p:sp>
      <p:sp>
        <p:nvSpPr>
          <p:cNvPr id="635990" name="Line 194"/>
          <p:cNvSpPr>
            <a:spLocks noChangeShapeType="1"/>
          </p:cNvSpPr>
          <p:nvPr/>
        </p:nvSpPr>
        <p:spPr bwMode="auto">
          <a:xfrm flipV="1">
            <a:off x="6343650" y="4198938"/>
            <a:ext cx="3175" cy="4762"/>
          </a:xfrm>
          <a:prstGeom prst="line">
            <a:avLst/>
          </a:prstGeom>
          <a:noFill/>
          <a:ln w="28575">
            <a:solidFill>
              <a:srgbClr val="FF0000"/>
            </a:solidFill>
            <a:round/>
            <a:headEnd/>
            <a:tailEnd/>
          </a:ln>
        </p:spPr>
        <p:txBody>
          <a:bodyPr/>
          <a:lstStyle/>
          <a:p>
            <a:endParaRPr lang="en-US"/>
          </a:p>
        </p:txBody>
      </p:sp>
      <p:sp>
        <p:nvSpPr>
          <p:cNvPr id="635991" name="Line 195"/>
          <p:cNvSpPr>
            <a:spLocks noChangeShapeType="1"/>
          </p:cNvSpPr>
          <p:nvPr/>
        </p:nvSpPr>
        <p:spPr bwMode="auto">
          <a:xfrm flipV="1">
            <a:off x="6356350" y="4175125"/>
            <a:ext cx="6350" cy="9525"/>
          </a:xfrm>
          <a:prstGeom prst="line">
            <a:avLst/>
          </a:prstGeom>
          <a:noFill/>
          <a:ln w="28575">
            <a:solidFill>
              <a:srgbClr val="FF0000"/>
            </a:solidFill>
            <a:round/>
            <a:headEnd/>
            <a:tailEnd/>
          </a:ln>
        </p:spPr>
        <p:txBody>
          <a:bodyPr/>
          <a:lstStyle/>
          <a:p>
            <a:endParaRPr lang="en-US"/>
          </a:p>
        </p:txBody>
      </p:sp>
      <p:sp>
        <p:nvSpPr>
          <p:cNvPr id="635992" name="Line 196"/>
          <p:cNvSpPr>
            <a:spLocks noChangeShapeType="1"/>
          </p:cNvSpPr>
          <p:nvPr/>
        </p:nvSpPr>
        <p:spPr bwMode="auto">
          <a:xfrm flipV="1">
            <a:off x="6362700" y="4171950"/>
            <a:ext cx="3175" cy="3175"/>
          </a:xfrm>
          <a:prstGeom prst="line">
            <a:avLst/>
          </a:prstGeom>
          <a:noFill/>
          <a:ln w="28575">
            <a:solidFill>
              <a:srgbClr val="FF0000"/>
            </a:solidFill>
            <a:round/>
            <a:headEnd/>
            <a:tailEnd/>
          </a:ln>
        </p:spPr>
        <p:txBody>
          <a:bodyPr/>
          <a:lstStyle/>
          <a:p>
            <a:endParaRPr lang="en-US"/>
          </a:p>
        </p:txBody>
      </p:sp>
      <p:sp>
        <p:nvSpPr>
          <p:cNvPr id="635993" name="Line 107"/>
          <p:cNvSpPr>
            <a:spLocks noChangeShapeType="1"/>
          </p:cNvSpPr>
          <p:nvPr/>
        </p:nvSpPr>
        <p:spPr bwMode="auto">
          <a:xfrm flipV="1">
            <a:off x="6369050" y="4144963"/>
            <a:ext cx="9525" cy="14287"/>
          </a:xfrm>
          <a:prstGeom prst="line">
            <a:avLst/>
          </a:prstGeom>
          <a:noFill/>
          <a:ln w="28575">
            <a:solidFill>
              <a:srgbClr val="FF0000"/>
            </a:solidFill>
            <a:round/>
            <a:headEnd/>
            <a:tailEnd/>
          </a:ln>
        </p:spPr>
        <p:txBody>
          <a:bodyPr/>
          <a:lstStyle/>
          <a:p>
            <a:endParaRPr lang="en-US"/>
          </a:p>
        </p:txBody>
      </p:sp>
      <p:sp>
        <p:nvSpPr>
          <p:cNvPr id="635994" name="Line 108"/>
          <p:cNvSpPr>
            <a:spLocks noChangeShapeType="1"/>
          </p:cNvSpPr>
          <p:nvPr/>
        </p:nvSpPr>
        <p:spPr bwMode="auto">
          <a:xfrm flipV="1">
            <a:off x="6388100" y="4132263"/>
            <a:ext cx="1588" cy="0"/>
          </a:xfrm>
          <a:prstGeom prst="line">
            <a:avLst/>
          </a:prstGeom>
          <a:noFill/>
          <a:ln w="28575">
            <a:solidFill>
              <a:srgbClr val="FF0000"/>
            </a:solidFill>
            <a:round/>
            <a:headEnd/>
            <a:tailEnd/>
          </a:ln>
        </p:spPr>
        <p:txBody>
          <a:bodyPr/>
          <a:lstStyle/>
          <a:p>
            <a:endParaRPr lang="en-US"/>
          </a:p>
        </p:txBody>
      </p:sp>
      <p:sp>
        <p:nvSpPr>
          <p:cNvPr id="635995" name="Line 109"/>
          <p:cNvSpPr>
            <a:spLocks noChangeShapeType="1"/>
          </p:cNvSpPr>
          <p:nvPr/>
        </p:nvSpPr>
        <p:spPr bwMode="auto">
          <a:xfrm flipV="1">
            <a:off x="6388100" y="4117975"/>
            <a:ext cx="9525" cy="14288"/>
          </a:xfrm>
          <a:prstGeom prst="line">
            <a:avLst/>
          </a:prstGeom>
          <a:noFill/>
          <a:ln w="28575">
            <a:solidFill>
              <a:srgbClr val="FF0000"/>
            </a:solidFill>
            <a:round/>
            <a:headEnd/>
            <a:tailEnd/>
          </a:ln>
        </p:spPr>
        <p:txBody>
          <a:bodyPr/>
          <a:lstStyle/>
          <a:p>
            <a:endParaRPr lang="en-US"/>
          </a:p>
        </p:txBody>
      </p:sp>
      <p:sp>
        <p:nvSpPr>
          <p:cNvPr id="635996" name="Line 110"/>
          <p:cNvSpPr>
            <a:spLocks noChangeShapeType="1"/>
          </p:cNvSpPr>
          <p:nvPr/>
        </p:nvSpPr>
        <p:spPr bwMode="auto">
          <a:xfrm flipV="1">
            <a:off x="6407150" y="4103688"/>
            <a:ext cx="1588" cy="1587"/>
          </a:xfrm>
          <a:prstGeom prst="line">
            <a:avLst/>
          </a:prstGeom>
          <a:noFill/>
          <a:ln w="28575">
            <a:solidFill>
              <a:srgbClr val="FF0000"/>
            </a:solidFill>
            <a:round/>
            <a:headEnd/>
            <a:tailEnd/>
          </a:ln>
        </p:spPr>
        <p:txBody>
          <a:bodyPr/>
          <a:lstStyle/>
          <a:p>
            <a:endParaRPr lang="en-US"/>
          </a:p>
        </p:txBody>
      </p:sp>
      <p:sp>
        <p:nvSpPr>
          <p:cNvPr id="635997" name="Line 111"/>
          <p:cNvSpPr>
            <a:spLocks noChangeShapeType="1"/>
          </p:cNvSpPr>
          <p:nvPr/>
        </p:nvSpPr>
        <p:spPr bwMode="auto">
          <a:xfrm flipV="1">
            <a:off x="6407150" y="4092575"/>
            <a:ext cx="9525" cy="12700"/>
          </a:xfrm>
          <a:prstGeom prst="line">
            <a:avLst/>
          </a:prstGeom>
          <a:noFill/>
          <a:ln w="28575">
            <a:solidFill>
              <a:srgbClr val="FF0000"/>
            </a:solidFill>
            <a:round/>
            <a:headEnd/>
            <a:tailEnd/>
          </a:ln>
        </p:spPr>
        <p:txBody>
          <a:bodyPr/>
          <a:lstStyle/>
          <a:p>
            <a:endParaRPr lang="en-US"/>
          </a:p>
        </p:txBody>
      </p:sp>
      <p:sp>
        <p:nvSpPr>
          <p:cNvPr id="635998" name="Line 112"/>
          <p:cNvSpPr>
            <a:spLocks noChangeShapeType="1"/>
          </p:cNvSpPr>
          <p:nvPr/>
        </p:nvSpPr>
        <p:spPr bwMode="auto">
          <a:xfrm flipV="1">
            <a:off x="6416675" y="4090988"/>
            <a:ext cx="1588" cy="1587"/>
          </a:xfrm>
          <a:prstGeom prst="line">
            <a:avLst/>
          </a:prstGeom>
          <a:noFill/>
          <a:ln w="28575">
            <a:solidFill>
              <a:srgbClr val="FF0000"/>
            </a:solidFill>
            <a:round/>
            <a:headEnd/>
            <a:tailEnd/>
          </a:ln>
        </p:spPr>
        <p:txBody>
          <a:bodyPr/>
          <a:lstStyle/>
          <a:p>
            <a:endParaRPr lang="en-US"/>
          </a:p>
        </p:txBody>
      </p:sp>
      <p:sp>
        <p:nvSpPr>
          <p:cNvPr id="635999" name="Line 113"/>
          <p:cNvSpPr>
            <a:spLocks noChangeShapeType="1"/>
          </p:cNvSpPr>
          <p:nvPr/>
        </p:nvSpPr>
        <p:spPr bwMode="auto">
          <a:xfrm flipV="1">
            <a:off x="6426200" y="4068763"/>
            <a:ext cx="7938" cy="9525"/>
          </a:xfrm>
          <a:prstGeom prst="line">
            <a:avLst/>
          </a:prstGeom>
          <a:noFill/>
          <a:ln w="28575">
            <a:solidFill>
              <a:srgbClr val="FF0000"/>
            </a:solidFill>
            <a:round/>
            <a:headEnd/>
            <a:tailEnd/>
          </a:ln>
        </p:spPr>
        <p:txBody>
          <a:bodyPr/>
          <a:lstStyle/>
          <a:p>
            <a:endParaRPr lang="en-US"/>
          </a:p>
        </p:txBody>
      </p:sp>
      <p:sp>
        <p:nvSpPr>
          <p:cNvPr id="636000" name="Line 114"/>
          <p:cNvSpPr>
            <a:spLocks noChangeShapeType="1"/>
          </p:cNvSpPr>
          <p:nvPr/>
        </p:nvSpPr>
        <p:spPr bwMode="auto">
          <a:xfrm flipV="1">
            <a:off x="6434138" y="4065588"/>
            <a:ext cx="3175" cy="3175"/>
          </a:xfrm>
          <a:prstGeom prst="line">
            <a:avLst/>
          </a:prstGeom>
          <a:noFill/>
          <a:ln w="28575">
            <a:solidFill>
              <a:srgbClr val="FF0000"/>
            </a:solidFill>
            <a:round/>
            <a:headEnd/>
            <a:tailEnd/>
          </a:ln>
        </p:spPr>
        <p:txBody>
          <a:bodyPr/>
          <a:lstStyle/>
          <a:p>
            <a:endParaRPr lang="en-US"/>
          </a:p>
        </p:txBody>
      </p:sp>
      <p:sp>
        <p:nvSpPr>
          <p:cNvPr id="636001" name="Line 115"/>
          <p:cNvSpPr>
            <a:spLocks noChangeShapeType="1"/>
          </p:cNvSpPr>
          <p:nvPr/>
        </p:nvSpPr>
        <p:spPr bwMode="auto">
          <a:xfrm flipV="1">
            <a:off x="6448425" y="4048125"/>
            <a:ext cx="4763" cy="4763"/>
          </a:xfrm>
          <a:prstGeom prst="line">
            <a:avLst/>
          </a:prstGeom>
          <a:noFill/>
          <a:ln w="28575">
            <a:solidFill>
              <a:srgbClr val="FF0000"/>
            </a:solidFill>
            <a:round/>
            <a:headEnd/>
            <a:tailEnd/>
          </a:ln>
        </p:spPr>
        <p:txBody>
          <a:bodyPr/>
          <a:lstStyle/>
          <a:p>
            <a:endParaRPr lang="en-US"/>
          </a:p>
        </p:txBody>
      </p:sp>
      <p:sp>
        <p:nvSpPr>
          <p:cNvPr id="636002" name="Line 116"/>
          <p:cNvSpPr>
            <a:spLocks noChangeShapeType="1"/>
          </p:cNvSpPr>
          <p:nvPr/>
        </p:nvSpPr>
        <p:spPr bwMode="auto">
          <a:xfrm flipV="1">
            <a:off x="6453188" y="4040188"/>
            <a:ext cx="7937" cy="7937"/>
          </a:xfrm>
          <a:prstGeom prst="line">
            <a:avLst/>
          </a:prstGeom>
          <a:noFill/>
          <a:ln w="28575">
            <a:solidFill>
              <a:srgbClr val="FF0000"/>
            </a:solidFill>
            <a:round/>
            <a:headEnd/>
            <a:tailEnd/>
          </a:ln>
        </p:spPr>
        <p:txBody>
          <a:bodyPr/>
          <a:lstStyle/>
          <a:p>
            <a:endParaRPr lang="en-US"/>
          </a:p>
        </p:txBody>
      </p:sp>
      <p:sp>
        <p:nvSpPr>
          <p:cNvPr id="636003" name="Line 117"/>
          <p:cNvSpPr>
            <a:spLocks noChangeShapeType="1"/>
          </p:cNvSpPr>
          <p:nvPr/>
        </p:nvSpPr>
        <p:spPr bwMode="auto">
          <a:xfrm flipV="1">
            <a:off x="6475413" y="4024313"/>
            <a:ext cx="4762" cy="4762"/>
          </a:xfrm>
          <a:prstGeom prst="line">
            <a:avLst/>
          </a:prstGeom>
          <a:noFill/>
          <a:ln w="28575">
            <a:solidFill>
              <a:srgbClr val="FF0000"/>
            </a:solidFill>
            <a:round/>
            <a:headEnd/>
            <a:tailEnd/>
          </a:ln>
        </p:spPr>
        <p:txBody>
          <a:bodyPr/>
          <a:lstStyle/>
          <a:p>
            <a:endParaRPr lang="en-US"/>
          </a:p>
        </p:txBody>
      </p:sp>
      <p:sp>
        <p:nvSpPr>
          <p:cNvPr id="636004" name="Line 118"/>
          <p:cNvSpPr>
            <a:spLocks noChangeShapeType="1"/>
          </p:cNvSpPr>
          <p:nvPr/>
        </p:nvSpPr>
        <p:spPr bwMode="auto">
          <a:xfrm flipV="1">
            <a:off x="6480175" y="4019550"/>
            <a:ext cx="9525" cy="4763"/>
          </a:xfrm>
          <a:prstGeom prst="line">
            <a:avLst/>
          </a:prstGeom>
          <a:noFill/>
          <a:ln w="28575">
            <a:solidFill>
              <a:srgbClr val="FF0000"/>
            </a:solidFill>
            <a:round/>
            <a:headEnd/>
            <a:tailEnd/>
          </a:ln>
        </p:spPr>
        <p:txBody>
          <a:bodyPr/>
          <a:lstStyle/>
          <a:p>
            <a:endParaRPr lang="en-US"/>
          </a:p>
        </p:txBody>
      </p:sp>
      <p:sp>
        <p:nvSpPr>
          <p:cNvPr id="636005" name="Line 119"/>
          <p:cNvSpPr>
            <a:spLocks noChangeShapeType="1"/>
          </p:cNvSpPr>
          <p:nvPr/>
        </p:nvSpPr>
        <p:spPr bwMode="auto">
          <a:xfrm flipV="1">
            <a:off x="6489700" y="4019550"/>
            <a:ext cx="1588" cy="0"/>
          </a:xfrm>
          <a:prstGeom prst="line">
            <a:avLst/>
          </a:prstGeom>
          <a:noFill/>
          <a:ln w="28575">
            <a:solidFill>
              <a:srgbClr val="FF0000"/>
            </a:solidFill>
            <a:round/>
            <a:headEnd/>
            <a:tailEnd/>
          </a:ln>
        </p:spPr>
        <p:txBody>
          <a:bodyPr/>
          <a:lstStyle/>
          <a:p>
            <a:endParaRPr lang="en-US"/>
          </a:p>
        </p:txBody>
      </p:sp>
      <p:sp>
        <p:nvSpPr>
          <p:cNvPr id="636006" name="Line 120"/>
          <p:cNvSpPr>
            <a:spLocks noChangeShapeType="1"/>
          </p:cNvSpPr>
          <p:nvPr/>
        </p:nvSpPr>
        <p:spPr bwMode="auto">
          <a:xfrm flipV="1">
            <a:off x="6510338" y="4011613"/>
            <a:ext cx="7937" cy="1587"/>
          </a:xfrm>
          <a:prstGeom prst="line">
            <a:avLst/>
          </a:prstGeom>
          <a:noFill/>
          <a:ln w="28575">
            <a:solidFill>
              <a:srgbClr val="FF0000"/>
            </a:solidFill>
            <a:round/>
            <a:headEnd/>
            <a:tailEnd/>
          </a:ln>
        </p:spPr>
        <p:txBody>
          <a:bodyPr/>
          <a:lstStyle/>
          <a:p>
            <a:endParaRPr lang="en-US"/>
          </a:p>
        </p:txBody>
      </p:sp>
      <p:sp>
        <p:nvSpPr>
          <p:cNvPr id="636007" name="Line 121"/>
          <p:cNvSpPr>
            <a:spLocks noChangeShapeType="1"/>
          </p:cNvSpPr>
          <p:nvPr/>
        </p:nvSpPr>
        <p:spPr bwMode="auto">
          <a:xfrm flipV="1">
            <a:off x="6518275" y="4011613"/>
            <a:ext cx="7938" cy="0"/>
          </a:xfrm>
          <a:prstGeom prst="line">
            <a:avLst/>
          </a:prstGeom>
          <a:noFill/>
          <a:ln w="28575">
            <a:solidFill>
              <a:srgbClr val="FF0000"/>
            </a:solidFill>
            <a:round/>
            <a:headEnd/>
            <a:tailEnd/>
          </a:ln>
        </p:spPr>
        <p:txBody>
          <a:bodyPr/>
          <a:lstStyle/>
          <a:p>
            <a:endParaRPr lang="en-US"/>
          </a:p>
        </p:txBody>
      </p:sp>
      <p:sp>
        <p:nvSpPr>
          <p:cNvPr id="636008" name="Line 122"/>
          <p:cNvSpPr>
            <a:spLocks noChangeShapeType="1"/>
          </p:cNvSpPr>
          <p:nvPr/>
        </p:nvSpPr>
        <p:spPr bwMode="auto">
          <a:xfrm>
            <a:off x="6526213" y="4011613"/>
            <a:ext cx="3175" cy="1587"/>
          </a:xfrm>
          <a:prstGeom prst="line">
            <a:avLst/>
          </a:prstGeom>
          <a:noFill/>
          <a:ln w="28575">
            <a:solidFill>
              <a:srgbClr val="FF0000"/>
            </a:solidFill>
            <a:round/>
            <a:headEnd/>
            <a:tailEnd/>
          </a:ln>
        </p:spPr>
        <p:txBody>
          <a:bodyPr/>
          <a:lstStyle/>
          <a:p>
            <a:endParaRPr lang="en-US"/>
          </a:p>
        </p:txBody>
      </p:sp>
      <p:sp>
        <p:nvSpPr>
          <p:cNvPr id="636009" name="Line 123"/>
          <p:cNvSpPr>
            <a:spLocks noChangeShapeType="1"/>
          </p:cNvSpPr>
          <p:nvPr/>
        </p:nvSpPr>
        <p:spPr bwMode="auto">
          <a:xfrm>
            <a:off x="6548438" y="4017963"/>
            <a:ext cx="6350" cy="1587"/>
          </a:xfrm>
          <a:prstGeom prst="line">
            <a:avLst/>
          </a:prstGeom>
          <a:noFill/>
          <a:ln w="28575">
            <a:solidFill>
              <a:srgbClr val="FF0000"/>
            </a:solidFill>
            <a:round/>
            <a:headEnd/>
            <a:tailEnd/>
          </a:ln>
        </p:spPr>
        <p:txBody>
          <a:bodyPr/>
          <a:lstStyle/>
          <a:p>
            <a:endParaRPr lang="en-US"/>
          </a:p>
        </p:txBody>
      </p:sp>
      <p:sp>
        <p:nvSpPr>
          <p:cNvPr id="636010" name="Line 124"/>
          <p:cNvSpPr>
            <a:spLocks noChangeShapeType="1"/>
          </p:cNvSpPr>
          <p:nvPr/>
        </p:nvSpPr>
        <p:spPr bwMode="auto">
          <a:xfrm>
            <a:off x="6554788" y="4019550"/>
            <a:ext cx="9525" cy="4763"/>
          </a:xfrm>
          <a:prstGeom prst="line">
            <a:avLst/>
          </a:prstGeom>
          <a:noFill/>
          <a:ln w="28575">
            <a:solidFill>
              <a:srgbClr val="FF0000"/>
            </a:solidFill>
            <a:round/>
            <a:headEnd/>
            <a:tailEnd/>
          </a:ln>
        </p:spPr>
        <p:txBody>
          <a:bodyPr/>
          <a:lstStyle/>
          <a:p>
            <a:endParaRPr lang="en-US"/>
          </a:p>
        </p:txBody>
      </p:sp>
      <p:sp>
        <p:nvSpPr>
          <p:cNvPr id="636011" name="Line 125"/>
          <p:cNvSpPr>
            <a:spLocks noChangeShapeType="1"/>
          </p:cNvSpPr>
          <p:nvPr/>
        </p:nvSpPr>
        <p:spPr bwMode="auto">
          <a:xfrm>
            <a:off x="6564313" y="4024313"/>
            <a:ext cx="1587" cy="3175"/>
          </a:xfrm>
          <a:prstGeom prst="line">
            <a:avLst/>
          </a:prstGeom>
          <a:noFill/>
          <a:ln w="28575">
            <a:solidFill>
              <a:srgbClr val="FF0000"/>
            </a:solidFill>
            <a:round/>
            <a:headEnd/>
            <a:tailEnd/>
          </a:ln>
        </p:spPr>
        <p:txBody>
          <a:bodyPr/>
          <a:lstStyle/>
          <a:p>
            <a:endParaRPr lang="en-US"/>
          </a:p>
        </p:txBody>
      </p:sp>
      <p:sp>
        <p:nvSpPr>
          <p:cNvPr id="636012" name="Line 126"/>
          <p:cNvSpPr>
            <a:spLocks noChangeShapeType="1"/>
          </p:cNvSpPr>
          <p:nvPr/>
        </p:nvSpPr>
        <p:spPr bwMode="auto">
          <a:xfrm>
            <a:off x="6580188" y="4037013"/>
            <a:ext cx="1587" cy="1587"/>
          </a:xfrm>
          <a:prstGeom prst="line">
            <a:avLst/>
          </a:prstGeom>
          <a:noFill/>
          <a:ln w="28575">
            <a:solidFill>
              <a:srgbClr val="FF0000"/>
            </a:solidFill>
            <a:round/>
            <a:headEnd/>
            <a:tailEnd/>
          </a:ln>
        </p:spPr>
        <p:txBody>
          <a:bodyPr/>
          <a:lstStyle/>
          <a:p>
            <a:endParaRPr lang="en-US"/>
          </a:p>
        </p:txBody>
      </p:sp>
      <p:sp>
        <p:nvSpPr>
          <p:cNvPr id="636013" name="Line 127"/>
          <p:cNvSpPr>
            <a:spLocks noChangeShapeType="1"/>
          </p:cNvSpPr>
          <p:nvPr/>
        </p:nvSpPr>
        <p:spPr bwMode="auto">
          <a:xfrm>
            <a:off x="6581775" y="4038600"/>
            <a:ext cx="9525" cy="9525"/>
          </a:xfrm>
          <a:prstGeom prst="line">
            <a:avLst/>
          </a:prstGeom>
          <a:noFill/>
          <a:ln w="28575">
            <a:solidFill>
              <a:srgbClr val="FF0000"/>
            </a:solidFill>
            <a:round/>
            <a:headEnd/>
            <a:tailEnd/>
          </a:ln>
        </p:spPr>
        <p:txBody>
          <a:bodyPr/>
          <a:lstStyle/>
          <a:p>
            <a:endParaRPr lang="en-US"/>
          </a:p>
        </p:txBody>
      </p:sp>
      <p:sp>
        <p:nvSpPr>
          <p:cNvPr id="636014" name="Line 128"/>
          <p:cNvSpPr>
            <a:spLocks noChangeShapeType="1"/>
          </p:cNvSpPr>
          <p:nvPr/>
        </p:nvSpPr>
        <p:spPr bwMode="auto">
          <a:xfrm>
            <a:off x="6591300" y="4048125"/>
            <a:ext cx="1588" cy="1588"/>
          </a:xfrm>
          <a:prstGeom prst="line">
            <a:avLst/>
          </a:prstGeom>
          <a:noFill/>
          <a:ln w="28575">
            <a:solidFill>
              <a:srgbClr val="FF0000"/>
            </a:solidFill>
            <a:round/>
            <a:headEnd/>
            <a:tailEnd/>
          </a:ln>
        </p:spPr>
        <p:txBody>
          <a:bodyPr/>
          <a:lstStyle/>
          <a:p>
            <a:endParaRPr lang="en-US"/>
          </a:p>
        </p:txBody>
      </p:sp>
      <p:sp>
        <p:nvSpPr>
          <p:cNvPr id="636015" name="Line 129"/>
          <p:cNvSpPr>
            <a:spLocks noChangeShapeType="1"/>
          </p:cNvSpPr>
          <p:nvPr/>
        </p:nvSpPr>
        <p:spPr bwMode="auto">
          <a:xfrm>
            <a:off x="6604000" y="4062413"/>
            <a:ext cx="6350" cy="6350"/>
          </a:xfrm>
          <a:prstGeom prst="line">
            <a:avLst/>
          </a:prstGeom>
          <a:noFill/>
          <a:ln w="28575">
            <a:solidFill>
              <a:srgbClr val="FF0000"/>
            </a:solidFill>
            <a:round/>
            <a:headEnd/>
            <a:tailEnd/>
          </a:ln>
        </p:spPr>
        <p:txBody>
          <a:bodyPr/>
          <a:lstStyle/>
          <a:p>
            <a:endParaRPr lang="en-US"/>
          </a:p>
        </p:txBody>
      </p:sp>
      <p:sp>
        <p:nvSpPr>
          <p:cNvPr id="636016" name="Line 130"/>
          <p:cNvSpPr>
            <a:spLocks noChangeShapeType="1"/>
          </p:cNvSpPr>
          <p:nvPr/>
        </p:nvSpPr>
        <p:spPr bwMode="auto">
          <a:xfrm>
            <a:off x="6610350" y="4068763"/>
            <a:ext cx="4763" cy="6350"/>
          </a:xfrm>
          <a:prstGeom prst="line">
            <a:avLst/>
          </a:prstGeom>
          <a:noFill/>
          <a:ln w="28575">
            <a:solidFill>
              <a:srgbClr val="FF0000"/>
            </a:solidFill>
            <a:round/>
            <a:headEnd/>
            <a:tailEnd/>
          </a:ln>
        </p:spPr>
        <p:txBody>
          <a:bodyPr/>
          <a:lstStyle/>
          <a:p>
            <a:endParaRPr lang="en-US"/>
          </a:p>
        </p:txBody>
      </p:sp>
      <p:sp>
        <p:nvSpPr>
          <p:cNvPr id="636017" name="Line 131"/>
          <p:cNvSpPr>
            <a:spLocks noChangeShapeType="1"/>
          </p:cNvSpPr>
          <p:nvPr/>
        </p:nvSpPr>
        <p:spPr bwMode="auto">
          <a:xfrm>
            <a:off x="6626225" y="4087813"/>
            <a:ext cx="1588" cy="4762"/>
          </a:xfrm>
          <a:prstGeom prst="line">
            <a:avLst/>
          </a:prstGeom>
          <a:noFill/>
          <a:ln w="28575">
            <a:solidFill>
              <a:srgbClr val="FF0000"/>
            </a:solidFill>
            <a:round/>
            <a:headEnd/>
            <a:tailEnd/>
          </a:ln>
        </p:spPr>
        <p:txBody>
          <a:bodyPr/>
          <a:lstStyle/>
          <a:p>
            <a:endParaRPr lang="en-US"/>
          </a:p>
        </p:txBody>
      </p:sp>
      <p:sp>
        <p:nvSpPr>
          <p:cNvPr id="636018" name="Line 132"/>
          <p:cNvSpPr>
            <a:spLocks noChangeShapeType="1"/>
          </p:cNvSpPr>
          <p:nvPr/>
        </p:nvSpPr>
        <p:spPr bwMode="auto">
          <a:xfrm>
            <a:off x="6627813" y="4092575"/>
            <a:ext cx="7937" cy="9525"/>
          </a:xfrm>
          <a:prstGeom prst="line">
            <a:avLst/>
          </a:prstGeom>
          <a:noFill/>
          <a:ln w="28575">
            <a:solidFill>
              <a:srgbClr val="FF0000"/>
            </a:solidFill>
            <a:round/>
            <a:headEnd/>
            <a:tailEnd/>
          </a:ln>
        </p:spPr>
        <p:txBody>
          <a:bodyPr/>
          <a:lstStyle/>
          <a:p>
            <a:endParaRPr lang="en-US"/>
          </a:p>
        </p:txBody>
      </p:sp>
      <p:sp>
        <p:nvSpPr>
          <p:cNvPr id="636019" name="Line 133"/>
          <p:cNvSpPr>
            <a:spLocks noChangeShapeType="1"/>
          </p:cNvSpPr>
          <p:nvPr/>
        </p:nvSpPr>
        <p:spPr bwMode="auto">
          <a:xfrm>
            <a:off x="6645275" y="4114800"/>
            <a:ext cx="1588" cy="3175"/>
          </a:xfrm>
          <a:prstGeom prst="line">
            <a:avLst/>
          </a:prstGeom>
          <a:noFill/>
          <a:ln w="28575">
            <a:solidFill>
              <a:srgbClr val="FF0000"/>
            </a:solidFill>
            <a:round/>
            <a:headEnd/>
            <a:tailEnd/>
          </a:ln>
        </p:spPr>
        <p:txBody>
          <a:bodyPr/>
          <a:lstStyle/>
          <a:p>
            <a:endParaRPr lang="en-US"/>
          </a:p>
        </p:txBody>
      </p:sp>
      <p:sp>
        <p:nvSpPr>
          <p:cNvPr id="636020" name="Line 134"/>
          <p:cNvSpPr>
            <a:spLocks noChangeShapeType="1"/>
          </p:cNvSpPr>
          <p:nvPr/>
        </p:nvSpPr>
        <p:spPr bwMode="auto">
          <a:xfrm>
            <a:off x="6646863" y="4117975"/>
            <a:ext cx="7937" cy="11113"/>
          </a:xfrm>
          <a:prstGeom prst="line">
            <a:avLst/>
          </a:prstGeom>
          <a:noFill/>
          <a:ln w="28575">
            <a:solidFill>
              <a:srgbClr val="FF0000"/>
            </a:solidFill>
            <a:round/>
            <a:headEnd/>
            <a:tailEnd/>
          </a:ln>
        </p:spPr>
        <p:txBody>
          <a:bodyPr/>
          <a:lstStyle/>
          <a:p>
            <a:endParaRPr lang="en-US"/>
          </a:p>
        </p:txBody>
      </p:sp>
      <p:sp>
        <p:nvSpPr>
          <p:cNvPr id="636021" name="Line 135"/>
          <p:cNvSpPr>
            <a:spLocks noChangeShapeType="1"/>
          </p:cNvSpPr>
          <p:nvPr/>
        </p:nvSpPr>
        <p:spPr bwMode="auto">
          <a:xfrm>
            <a:off x="6662738" y="4141788"/>
            <a:ext cx="3175" cy="3175"/>
          </a:xfrm>
          <a:prstGeom prst="line">
            <a:avLst/>
          </a:prstGeom>
          <a:noFill/>
          <a:ln w="28575">
            <a:solidFill>
              <a:srgbClr val="FF0000"/>
            </a:solidFill>
            <a:round/>
            <a:headEnd/>
            <a:tailEnd/>
          </a:ln>
        </p:spPr>
        <p:txBody>
          <a:bodyPr/>
          <a:lstStyle/>
          <a:p>
            <a:endParaRPr lang="en-US"/>
          </a:p>
        </p:txBody>
      </p:sp>
      <p:sp>
        <p:nvSpPr>
          <p:cNvPr id="636022" name="Line 136"/>
          <p:cNvSpPr>
            <a:spLocks noChangeShapeType="1"/>
          </p:cNvSpPr>
          <p:nvPr/>
        </p:nvSpPr>
        <p:spPr bwMode="auto">
          <a:xfrm>
            <a:off x="6665913" y="4144963"/>
            <a:ext cx="6350" cy="11112"/>
          </a:xfrm>
          <a:prstGeom prst="line">
            <a:avLst/>
          </a:prstGeom>
          <a:noFill/>
          <a:ln w="28575">
            <a:solidFill>
              <a:srgbClr val="FF0000"/>
            </a:solidFill>
            <a:round/>
            <a:headEnd/>
            <a:tailEnd/>
          </a:ln>
        </p:spPr>
        <p:txBody>
          <a:bodyPr/>
          <a:lstStyle/>
          <a:p>
            <a:endParaRPr lang="en-US"/>
          </a:p>
        </p:txBody>
      </p:sp>
      <p:sp>
        <p:nvSpPr>
          <p:cNvPr id="636023" name="Line 137"/>
          <p:cNvSpPr>
            <a:spLocks noChangeShapeType="1"/>
          </p:cNvSpPr>
          <p:nvPr/>
        </p:nvSpPr>
        <p:spPr bwMode="auto">
          <a:xfrm>
            <a:off x="6681788" y="4170363"/>
            <a:ext cx="1587" cy="3175"/>
          </a:xfrm>
          <a:prstGeom prst="line">
            <a:avLst/>
          </a:prstGeom>
          <a:noFill/>
          <a:ln w="28575">
            <a:solidFill>
              <a:srgbClr val="FF0000"/>
            </a:solidFill>
            <a:round/>
            <a:headEnd/>
            <a:tailEnd/>
          </a:ln>
        </p:spPr>
        <p:txBody>
          <a:bodyPr/>
          <a:lstStyle/>
          <a:p>
            <a:endParaRPr lang="en-US"/>
          </a:p>
        </p:txBody>
      </p:sp>
      <p:sp>
        <p:nvSpPr>
          <p:cNvPr id="636024" name="Line 138"/>
          <p:cNvSpPr>
            <a:spLocks noChangeShapeType="1"/>
          </p:cNvSpPr>
          <p:nvPr/>
        </p:nvSpPr>
        <p:spPr bwMode="auto">
          <a:xfrm>
            <a:off x="6683375" y="4173538"/>
            <a:ext cx="7938" cy="9525"/>
          </a:xfrm>
          <a:prstGeom prst="line">
            <a:avLst/>
          </a:prstGeom>
          <a:noFill/>
          <a:ln w="28575">
            <a:solidFill>
              <a:srgbClr val="FF0000"/>
            </a:solidFill>
            <a:round/>
            <a:headEnd/>
            <a:tailEnd/>
          </a:ln>
        </p:spPr>
        <p:txBody>
          <a:bodyPr/>
          <a:lstStyle/>
          <a:p>
            <a:endParaRPr lang="en-US"/>
          </a:p>
        </p:txBody>
      </p:sp>
      <p:sp>
        <p:nvSpPr>
          <p:cNvPr id="636025" name="Line 139"/>
          <p:cNvSpPr>
            <a:spLocks noChangeShapeType="1"/>
          </p:cNvSpPr>
          <p:nvPr/>
        </p:nvSpPr>
        <p:spPr bwMode="auto">
          <a:xfrm>
            <a:off x="6699250" y="4197350"/>
            <a:ext cx="3175" cy="3175"/>
          </a:xfrm>
          <a:prstGeom prst="line">
            <a:avLst/>
          </a:prstGeom>
          <a:noFill/>
          <a:ln w="28575">
            <a:solidFill>
              <a:srgbClr val="FF0000"/>
            </a:solidFill>
            <a:round/>
            <a:headEnd/>
            <a:tailEnd/>
          </a:ln>
        </p:spPr>
        <p:txBody>
          <a:bodyPr/>
          <a:lstStyle/>
          <a:p>
            <a:endParaRPr lang="en-US"/>
          </a:p>
        </p:txBody>
      </p:sp>
      <p:sp>
        <p:nvSpPr>
          <p:cNvPr id="636026" name="Line 140"/>
          <p:cNvSpPr>
            <a:spLocks noChangeShapeType="1"/>
          </p:cNvSpPr>
          <p:nvPr/>
        </p:nvSpPr>
        <p:spPr bwMode="auto">
          <a:xfrm>
            <a:off x="6702425" y="4200525"/>
            <a:ext cx="6350" cy="9525"/>
          </a:xfrm>
          <a:prstGeom prst="line">
            <a:avLst/>
          </a:prstGeom>
          <a:noFill/>
          <a:ln w="28575">
            <a:solidFill>
              <a:srgbClr val="FF0000"/>
            </a:solidFill>
            <a:round/>
            <a:headEnd/>
            <a:tailEnd/>
          </a:ln>
        </p:spPr>
        <p:txBody>
          <a:bodyPr/>
          <a:lstStyle/>
          <a:p>
            <a:endParaRPr lang="en-US"/>
          </a:p>
        </p:txBody>
      </p:sp>
      <p:sp>
        <p:nvSpPr>
          <p:cNvPr id="636027" name="Line 141"/>
          <p:cNvSpPr>
            <a:spLocks noChangeShapeType="1"/>
          </p:cNvSpPr>
          <p:nvPr/>
        </p:nvSpPr>
        <p:spPr bwMode="auto">
          <a:xfrm>
            <a:off x="6718300" y="4224338"/>
            <a:ext cx="3175" cy="1587"/>
          </a:xfrm>
          <a:prstGeom prst="line">
            <a:avLst/>
          </a:prstGeom>
          <a:noFill/>
          <a:ln w="28575">
            <a:solidFill>
              <a:srgbClr val="FF0000"/>
            </a:solidFill>
            <a:round/>
            <a:headEnd/>
            <a:tailEnd/>
          </a:ln>
        </p:spPr>
        <p:txBody>
          <a:bodyPr/>
          <a:lstStyle/>
          <a:p>
            <a:endParaRPr lang="en-US"/>
          </a:p>
        </p:txBody>
      </p:sp>
      <p:sp>
        <p:nvSpPr>
          <p:cNvPr id="636028" name="Line 142"/>
          <p:cNvSpPr>
            <a:spLocks noChangeShapeType="1"/>
          </p:cNvSpPr>
          <p:nvPr/>
        </p:nvSpPr>
        <p:spPr bwMode="auto">
          <a:xfrm>
            <a:off x="6721475" y="4225925"/>
            <a:ext cx="7938" cy="11113"/>
          </a:xfrm>
          <a:prstGeom prst="line">
            <a:avLst/>
          </a:prstGeom>
          <a:noFill/>
          <a:ln w="28575">
            <a:solidFill>
              <a:srgbClr val="FF0000"/>
            </a:solidFill>
            <a:round/>
            <a:headEnd/>
            <a:tailEnd/>
          </a:ln>
        </p:spPr>
        <p:txBody>
          <a:bodyPr/>
          <a:lstStyle/>
          <a:p>
            <a:endParaRPr lang="en-US"/>
          </a:p>
        </p:txBody>
      </p:sp>
      <p:sp>
        <p:nvSpPr>
          <p:cNvPr id="636029" name="Line 143"/>
          <p:cNvSpPr>
            <a:spLocks noChangeShapeType="1"/>
          </p:cNvSpPr>
          <p:nvPr/>
        </p:nvSpPr>
        <p:spPr bwMode="auto">
          <a:xfrm>
            <a:off x="6738938" y="4251325"/>
            <a:ext cx="9525" cy="9525"/>
          </a:xfrm>
          <a:prstGeom prst="line">
            <a:avLst/>
          </a:prstGeom>
          <a:noFill/>
          <a:ln w="28575">
            <a:solidFill>
              <a:srgbClr val="FF0000"/>
            </a:solidFill>
            <a:round/>
            <a:headEnd/>
            <a:tailEnd/>
          </a:ln>
        </p:spPr>
        <p:txBody>
          <a:bodyPr/>
          <a:lstStyle/>
          <a:p>
            <a:endParaRPr lang="en-US"/>
          </a:p>
        </p:txBody>
      </p:sp>
      <p:sp>
        <p:nvSpPr>
          <p:cNvPr id="636030" name="Line 144"/>
          <p:cNvSpPr>
            <a:spLocks noChangeShapeType="1"/>
          </p:cNvSpPr>
          <p:nvPr/>
        </p:nvSpPr>
        <p:spPr bwMode="auto">
          <a:xfrm>
            <a:off x="6748463" y="4260850"/>
            <a:ext cx="1587" cy="3175"/>
          </a:xfrm>
          <a:prstGeom prst="line">
            <a:avLst/>
          </a:prstGeom>
          <a:noFill/>
          <a:ln w="28575">
            <a:solidFill>
              <a:srgbClr val="FF0000"/>
            </a:solidFill>
            <a:round/>
            <a:headEnd/>
            <a:tailEnd/>
          </a:ln>
        </p:spPr>
        <p:txBody>
          <a:bodyPr/>
          <a:lstStyle/>
          <a:p>
            <a:endParaRPr lang="en-US"/>
          </a:p>
        </p:txBody>
      </p:sp>
      <p:sp>
        <p:nvSpPr>
          <p:cNvPr id="636031" name="Line 145"/>
          <p:cNvSpPr>
            <a:spLocks noChangeShapeType="1"/>
          </p:cNvSpPr>
          <p:nvPr/>
        </p:nvSpPr>
        <p:spPr bwMode="auto">
          <a:xfrm>
            <a:off x="6762750" y="4275138"/>
            <a:ext cx="4763" cy="4762"/>
          </a:xfrm>
          <a:prstGeom prst="line">
            <a:avLst/>
          </a:prstGeom>
          <a:noFill/>
          <a:ln w="28575">
            <a:solidFill>
              <a:srgbClr val="FF0000"/>
            </a:solidFill>
            <a:round/>
            <a:headEnd/>
            <a:tailEnd/>
          </a:ln>
        </p:spPr>
        <p:txBody>
          <a:bodyPr/>
          <a:lstStyle/>
          <a:p>
            <a:endParaRPr lang="en-US"/>
          </a:p>
        </p:txBody>
      </p:sp>
      <p:sp>
        <p:nvSpPr>
          <p:cNvPr id="636032" name="Line 146"/>
          <p:cNvSpPr>
            <a:spLocks noChangeShapeType="1"/>
          </p:cNvSpPr>
          <p:nvPr/>
        </p:nvSpPr>
        <p:spPr bwMode="auto">
          <a:xfrm>
            <a:off x="6767513" y="4279900"/>
            <a:ext cx="7937" cy="7938"/>
          </a:xfrm>
          <a:prstGeom prst="line">
            <a:avLst/>
          </a:prstGeom>
          <a:noFill/>
          <a:ln w="28575">
            <a:solidFill>
              <a:srgbClr val="FF0000"/>
            </a:solidFill>
            <a:round/>
            <a:headEnd/>
            <a:tailEnd/>
          </a:ln>
        </p:spPr>
        <p:txBody>
          <a:bodyPr/>
          <a:lstStyle/>
          <a:p>
            <a:endParaRPr lang="en-US"/>
          </a:p>
        </p:txBody>
      </p:sp>
      <p:sp>
        <p:nvSpPr>
          <p:cNvPr id="636033" name="Line 147"/>
          <p:cNvSpPr>
            <a:spLocks noChangeShapeType="1"/>
          </p:cNvSpPr>
          <p:nvPr/>
        </p:nvSpPr>
        <p:spPr bwMode="auto">
          <a:xfrm>
            <a:off x="6775450" y="4286250"/>
            <a:ext cx="1588" cy="1588"/>
          </a:xfrm>
          <a:prstGeom prst="line">
            <a:avLst/>
          </a:prstGeom>
          <a:noFill/>
          <a:ln w="28575">
            <a:solidFill>
              <a:srgbClr val="FF0000"/>
            </a:solidFill>
            <a:round/>
            <a:headEnd/>
            <a:tailEnd/>
          </a:ln>
        </p:spPr>
        <p:txBody>
          <a:bodyPr/>
          <a:lstStyle/>
          <a:p>
            <a:endParaRPr lang="en-US"/>
          </a:p>
        </p:txBody>
      </p:sp>
      <p:sp>
        <p:nvSpPr>
          <p:cNvPr id="636034" name="Line 148"/>
          <p:cNvSpPr>
            <a:spLocks noChangeShapeType="1"/>
          </p:cNvSpPr>
          <p:nvPr/>
        </p:nvSpPr>
        <p:spPr bwMode="auto">
          <a:xfrm>
            <a:off x="6791325" y="4297363"/>
            <a:ext cx="3175" cy="1587"/>
          </a:xfrm>
          <a:prstGeom prst="line">
            <a:avLst/>
          </a:prstGeom>
          <a:noFill/>
          <a:ln w="28575">
            <a:solidFill>
              <a:srgbClr val="FF0000"/>
            </a:solidFill>
            <a:round/>
            <a:headEnd/>
            <a:tailEnd/>
          </a:ln>
        </p:spPr>
        <p:txBody>
          <a:bodyPr/>
          <a:lstStyle/>
          <a:p>
            <a:endParaRPr lang="en-US"/>
          </a:p>
        </p:txBody>
      </p:sp>
      <p:sp>
        <p:nvSpPr>
          <p:cNvPr id="636035" name="Line 149"/>
          <p:cNvSpPr>
            <a:spLocks noChangeShapeType="1"/>
          </p:cNvSpPr>
          <p:nvPr/>
        </p:nvSpPr>
        <p:spPr bwMode="auto">
          <a:xfrm>
            <a:off x="6794500" y="4298950"/>
            <a:ext cx="9525" cy="3175"/>
          </a:xfrm>
          <a:prstGeom prst="line">
            <a:avLst/>
          </a:prstGeom>
          <a:noFill/>
          <a:ln w="28575">
            <a:solidFill>
              <a:srgbClr val="FF0000"/>
            </a:solidFill>
            <a:round/>
            <a:headEnd/>
            <a:tailEnd/>
          </a:ln>
        </p:spPr>
        <p:txBody>
          <a:bodyPr/>
          <a:lstStyle/>
          <a:p>
            <a:endParaRPr lang="en-US"/>
          </a:p>
        </p:txBody>
      </p:sp>
      <p:sp>
        <p:nvSpPr>
          <p:cNvPr id="636036" name="Line 150"/>
          <p:cNvSpPr>
            <a:spLocks noChangeShapeType="1"/>
          </p:cNvSpPr>
          <p:nvPr/>
        </p:nvSpPr>
        <p:spPr bwMode="auto">
          <a:xfrm>
            <a:off x="6804025" y="4302125"/>
            <a:ext cx="6350" cy="1588"/>
          </a:xfrm>
          <a:prstGeom prst="line">
            <a:avLst/>
          </a:prstGeom>
          <a:noFill/>
          <a:ln w="28575">
            <a:solidFill>
              <a:srgbClr val="FF0000"/>
            </a:solidFill>
            <a:round/>
            <a:headEnd/>
            <a:tailEnd/>
          </a:ln>
        </p:spPr>
        <p:txBody>
          <a:bodyPr/>
          <a:lstStyle/>
          <a:p>
            <a:endParaRPr lang="en-US"/>
          </a:p>
        </p:txBody>
      </p:sp>
      <p:sp>
        <p:nvSpPr>
          <p:cNvPr id="636037" name="Line 151"/>
          <p:cNvSpPr>
            <a:spLocks noChangeShapeType="1"/>
          </p:cNvSpPr>
          <p:nvPr/>
        </p:nvSpPr>
        <p:spPr bwMode="auto">
          <a:xfrm flipV="1">
            <a:off x="6829425" y="4305300"/>
            <a:ext cx="1588" cy="1588"/>
          </a:xfrm>
          <a:prstGeom prst="line">
            <a:avLst/>
          </a:prstGeom>
          <a:noFill/>
          <a:ln w="28575">
            <a:solidFill>
              <a:srgbClr val="FF0000"/>
            </a:solidFill>
            <a:round/>
            <a:headEnd/>
            <a:tailEnd/>
          </a:ln>
        </p:spPr>
        <p:txBody>
          <a:bodyPr/>
          <a:lstStyle/>
          <a:p>
            <a:endParaRPr lang="en-US"/>
          </a:p>
        </p:txBody>
      </p:sp>
      <p:sp>
        <p:nvSpPr>
          <p:cNvPr id="636038" name="Line 152"/>
          <p:cNvSpPr>
            <a:spLocks noChangeShapeType="1"/>
          </p:cNvSpPr>
          <p:nvPr/>
        </p:nvSpPr>
        <p:spPr bwMode="auto">
          <a:xfrm flipV="1">
            <a:off x="6831013" y="4305300"/>
            <a:ext cx="9525" cy="1588"/>
          </a:xfrm>
          <a:prstGeom prst="line">
            <a:avLst/>
          </a:prstGeom>
          <a:noFill/>
          <a:ln w="28575">
            <a:solidFill>
              <a:srgbClr val="FF0000"/>
            </a:solidFill>
            <a:round/>
            <a:headEnd/>
            <a:tailEnd/>
          </a:ln>
        </p:spPr>
        <p:txBody>
          <a:bodyPr/>
          <a:lstStyle/>
          <a:p>
            <a:endParaRPr lang="en-US"/>
          </a:p>
        </p:txBody>
      </p:sp>
      <p:sp>
        <p:nvSpPr>
          <p:cNvPr id="636039" name="Line 153"/>
          <p:cNvSpPr>
            <a:spLocks noChangeShapeType="1"/>
          </p:cNvSpPr>
          <p:nvPr/>
        </p:nvSpPr>
        <p:spPr bwMode="auto">
          <a:xfrm flipV="1">
            <a:off x="6840538" y="4302125"/>
            <a:ext cx="9525" cy="3175"/>
          </a:xfrm>
          <a:prstGeom prst="line">
            <a:avLst/>
          </a:prstGeom>
          <a:noFill/>
          <a:ln w="28575">
            <a:solidFill>
              <a:srgbClr val="FF0000"/>
            </a:solidFill>
            <a:round/>
            <a:headEnd/>
            <a:tailEnd/>
          </a:ln>
        </p:spPr>
        <p:txBody>
          <a:bodyPr/>
          <a:lstStyle/>
          <a:p>
            <a:endParaRPr lang="en-US"/>
          </a:p>
        </p:txBody>
      </p:sp>
      <p:sp>
        <p:nvSpPr>
          <p:cNvPr id="636040" name="Line 154"/>
          <p:cNvSpPr>
            <a:spLocks noChangeShapeType="1"/>
          </p:cNvSpPr>
          <p:nvPr/>
        </p:nvSpPr>
        <p:spPr bwMode="auto">
          <a:xfrm flipV="1">
            <a:off x="6867525" y="4294188"/>
            <a:ext cx="1588" cy="0"/>
          </a:xfrm>
          <a:prstGeom prst="line">
            <a:avLst/>
          </a:prstGeom>
          <a:noFill/>
          <a:ln w="28575">
            <a:solidFill>
              <a:srgbClr val="FF0000"/>
            </a:solidFill>
            <a:round/>
            <a:headEnd/>
            <a:tailEnd/>
          </a:ln>
        </p:spPr>
        <p:txBody>
          <a:bodyPr/>
          <a:lstStyle/>
          <a:p>
            <a:endParaRPr lang="en-US"/>
          </a:p>
        </p:txBody>
      </p:sp>
      <p:sp>
        <p:nvSpPr>
          <p:cNvPr id="636041" name="Line 155"/>
          <p:cNvSpPr>
            <a:spLocks noChangeShapeType="1"/>
          </p:cNvSpPr>
          <p:nvPr/>
        </p:nvSpPr>
        <p:spPr bwMode="auto">
          <a:xfrm flipV="1">
            <a:off x="6869113" y="4287838"/>
            <a:ext cx="9525" cy="6350"/>
          </a:xfrm>
          <a:prstGeom prst="line">
            <a:avLst/>
          </a:prstGeom>
          <a:noFill/>
          <a:ln w="28575">
            <a:solidFill>
              <a:srgbClr val="FF0000"/>
            </a:solidFill>
            <a:round/>
            <a:headEnd/>
            <a:tailEnd/>
          </a:ln>
        </p:spPr>
        <p:txBody>
          <a:bodyPr/>
          <a:lstStyle/>
          <a:p>
            <a:endParaRPr lang="en-US"/>
          </a:p>
        </p:txBody>
      </p:sp>
      <p:sp>
        <p:nvSpPr>
          <p:cNvPr id="636042" name="Line 156"/>
          <p:cNvSpPr>
            <a:spLocks noChangeShapeType="1"/>
          </p:cNvSpPr>
          <p:nvPr/>
        </p:nvSpPr>
        <p:spPr bwMode="auto">
          <a:xfrm flipV="1">
            <a:off x="6878638" y="4283075"/>
            <a:ext cx="3175" cy="4763"/>
          </a:xfrm>
          <a:prstGeom prst="line">
            <a:avLst/>
          </a:prstGeom>
          <a:noFill/>
          <a:ln w="28575">
            <a:solidFill>
              <a:srgbClr val="FF0000"/>
            </a:solidFill>
            <a:round/>
            <a:headEnd/>
            <a:tailEnd/>
          </a:ln>
        </p:spPr>
        <p:txBody>
          <a:bodyPr/>
          <a:lstStyle/>
          <a:p>
            <a:endParaRPr lang="en-US"/>
          </a:p>
        </p:txBody>
      </p:sp>
      <p:sp>
        <p:nvSpPr>
          <p:cNvPr id="636043" name="Line 157"/>
          <p:cNvSpPr>
            <a:spLocks noChangeShapeType="1"/>
          </p:cNvSpPr>
          <p:nvPr/>
        </p:nvSpPr>
        <p:spPr bwMode="auto">
          <a:xfrm flipV="1">
            <a:off x="6894513" y="4270375"/>
            <a:ext cx="1587" cy="1588"/>
          </a:xfrm>
          <a:prstGeom prst="line">
            <a:avLst/>
          </a:prstGeom>
          <a:noFill/>
          <a:ln w="28575">
            <a:solidFill>
              <a:srgbClr val="FF0000"/>
            </a:solidFill>
            <a:round/>
            <a:headEnd/>
            <a:tailEnd/>
          </a:ln>
        </p:spPr>
        <p:txBody>
          <a:bodyPr/>
          <a:lstStyle/>
          <a:p>
            <a:endParaRPr lang="en-US"/>
          </a:p>
        </p:txBody>
      </p:sp>
      <p:sp>
        <p:nvSpPr>
          <p:cNvPr id="636044" name="Line 158"/>
          <p:cNvSpPr>
            <a:spLocks noChangeShapeType="1"/>
          </p:cNvSpPr>
          <p:nvPr/>
        </p:nvSpPr>
        <p:spPr bwMode="auto">
          <a:xfrm flipV="1">
            <a:off x="6896100" y="4260850"/>
            <a:ext cx="9525" cy="9525"/>
          </a:xfrm>
          <a:prstGeom prst="line">
            <a:avLst/>
          </a:prstGeom>
          <a:noFill/>
          <a:ln w="28575">
            <a:solidFill>
              <a:srgbClr val="FF0000"/>
            </a:solidFill>
            <a:round/>
            <a:headEnd/>
            <a:tailEnd/>
          </a:ln>
        </p:spPr>
        <p:txBody>
          <a:bodyPr/>
          <a:lstStyle/>
          <a:p>
            <a:endParaRPr lang="en-US"/>
          </a:p>
        </p:txBody>
      </p:sp>
      <p:sp>
        <p:nvSpPr>
          <p:cNvPr id="636045" name="Line 159"/>
          <p:cNvSpPr>
            <a:spLocks noChangeShapeType="1"/>
          </p:cNvSpPr>
          <p:nvPr/>
        </p:nvSpPr>
        <p:spPr bwMode="auto">
          <a:xfrm flipV="1">
            <a:off x="6905625" y="4259263"/>
            <a:ext cx="1588" cy="1587"/>
          </a:xfrm>
          <a:prstGeom prst="line">
            <a:avLst/>
          </a:prstGeom>
          <a:noFill/>
          <a:ln w="28575">
            <a:solidFill>
              <a:srgbClr val="FF0000"/>
            </a:solidFill>
            <a:round/>
            <a:headEnd/>
            <a:tailEnd/>
          </a:ln>
        </p:spPr>
        <p:txBody>
          <a:bodyPr/>
          <a:lstStyle/>
          <a:p>
            <a:endParaRPr lang="en-US"/>
          </a:p>
        </p:txBody>
      </p:sp>
      <p:sp>
        <p:nvSpPr>
          <p:cNvPr id="636046" name="Line 160"/>
          <p:cNvSpPr>
            <a:spLocks noChangeShapeType="1"/>
          </p:cNvSpPr>
          <p:nvPr/>
        </p:nvSpPr>
        <p:spPr bwMode="auto">
          <a:xfrm flipV="1">
            <a:off x="6918325" y="4238625"/>
            <a:ext cx="6350" cy="7938"/>
          </a:xfrm>
          <a:prstGeom prst="line">
            <a:avLst/>
          </a:prstGeom>
          <a:noFill/>
          <a:ln w="28575">
            <a:solidFill>
              <a:srgbClr val="FF0000"/>
            </a:solidFill>
            <a:round/>
            <a:headEnd/>
            <a:tailEnd/>
          </a:ln>
        </p:spPr>
        <p:txBody>
          <a:bodyPr/>
          <a:lstStyle/>
          <a:p>
            <a:endParaRPr lang="en-US"/>
          </a:p>
        </p:txBody>
      </p:sp>
      <p:sp>
        <p:nvSpPr>
          <p:cNvPr id="636047" name="Line 161"/>
          <p:cNvSpPr>
            <a:spLocks noChangeShapeType="1"/>
          </p:cNvSpPr>
          <p:nvPr/>
        </p:nvSpPr>
        <p:spPr bwMode="auto">
          <a:xfrm flipV="1">
            <a:off x="6924675" y="4233863"/>
            <a:ext cx="3175" cy="4762"/>
          </a:xfrm>
          <a:prstGeom prst="line">
            <a:avLst/>
          </a:prstGeom>
          <a:noFill/>
          <a:ln w="28575">
            <a:solidFill>
              <a:srgbClr val="FF0000"/>
            </a:solidFill>
            <a:round/>
            <a:headEnd/>
            <a:tailEnd/>
          </a:ln>
        </p:spPr>
        <p:txBody>
          <a:bodyPr/>
          <a:lstStyle/>
          <a:p>
            <a:endParaRPr lang="en-US"/>
          </a:p>
        </p:txBody>
      </p:sp>
      <p:sp>
        <p:nvSpPr>
          <p:cNvPr id="636048" name="Line 162"/>
          <p:cNvSpPr>
            <a:spLocks noChangeShapeType="1"/>
          </p:cNvSpPr>
          <p:nvPr/>
        </p:nvSpPr>
        <p:spPr bwMode="auto">
          <a:xfrm flipV="1">
            <a:off x="6938963" y="4213225"/>
            <a:ext cx="3175" cy="6350"/>
          </a:xfrm>
          <a:prstGeom prst="line">
            <a:avLst/>
          </a:prstGeom>
          <a:noFill/>
          <a:ln w="28575">
            <a:solidFill>
              <a:srgbClr val="FF0000"/>
            </a:solidFill>
            <a:round/>
            <a:headEnd/>
            <a:tailEnd/>
          </a:ln>
        </p:spPr>
        <p:txBody>
          <a:bodyPr/>
          <a:lstStyle/>
          <a:p>
            <a:endParaRPr lang="en-US"/>
          </a:p>
        </p:txBody>
      </p:sp>
      <p:sp>
        <p:nvSpPr>
          <p:cNvPr id="636049" name="Line 163"/>
          <p:cNvSpPr>
            <a:spLocks noChangeShapeType="1"/>
          </p:cNvSpPr>
          <p:nvPr/>
        </p:nvSpPr>
        <p:spPr bwMode="auto">
          <a:xfrm flipV="1">
            <a:off x="6942138" y="4206875"/>
            <a:ext cx="6350" cy="6350"/>
          </a:xfrm>
          <a:prstGeom prst="line">
            <a:avLst/>
          </a:prstGeom>
          <a:noFill/>
          <a:ln w="28575">
            <a:solidFill>
              <a:srgbClr val="FF0000"/>
            </a:solidFill>
            <a:round/>
            <a:headEnd/>
            <a:tailEnd/>
          </a:ln>
        </p:spPr>
        <p:txBody>
          <a:bodyPr/>
          <a:lstStyle/>
          <a:p>
            <a:endParaRPr lang="en-US"/>
          </a:p>
        </p:txBody>
      </p:sp>
      <p:sp>
        <p:nvSpPr>
          <p:cNvPr id="636050" name="Line 164"/>
          <p:cNvSpPr>
            <a:spLocks noChangeShapeType="1"/>
          </p:cNvSpPr>
          <p:nvPr/>
        </p:nvSpPr>
        <p:spPr bwMode="auto">
          <a:xfrm flipV="1">
            <a:off x="6956425" y="4186238"/>
            <a:ext cx="4763" cy="6350"/>
          </a:xfrm>
          <a:prstGeom prst="line">
            <a:avLst/>
          </a:prstGeom>
          <a:noFill/>
          <a:ln w="28575">
            <a:solidFill>
              <a:srgbClr val="FF0000"/>
            </a:solidFill>
            <a:round/>
            <a:headEnd/>
            <a:tailEnd/>
          </a:ln>
        </p:spPr>
        <p:txBody>
          <a:bodyPr/>
          <a:lstStyle/>
          <a:p>
            <a:endParaRPr lang="en-US"/>
          </a:p>
        </p:txBody>
      </p:sp>
      <p:sp>
        <p:nvSpPr>
          <p:cNvPr id="636051" name="Line 165"/>
          <p:cNvSpPr>
            <a:spLocks noChangeShapeType="1"/>
          </p:cNvSpPr>
          <p:nvPr/>
        </p:nvSpPr>
        <p:spPr bwMode="auto">
          <a:xfrm flipV="1">
            <a:off x="6961188" y="4179888"/>
            <a:ext cx="4762" cy="6350"/>
          </a:xfrm>
          <a:prstGeom prst="line">
            <a:avLst/>
          </a:prstGeom>
          <a:noFill/>
          <a:ln w="28575">
            <a:solidFill>
              <a:srgbClr val="FF0000"/>
            </a:solidFill>
            <a:round/>
            <a:headEnd/>
            <a:tailEnd/>
          </a:ln>
        </p:spPr>
        <p:txBody>
          <a:bodyPr/>
          <a:lstStyle/>
          <a:p>
            <a:endParaRPr lang="en-US"/>
          </a:p>
        </p:txBody>
      </p:sp>
      <p:sp>
        <p:nvSpPr>
          <p:cNvPr id="636052" name="Line 166"/>
          <p:cNvSpPr>
            <a:spLocks noChangeShapeType="1"/>
          </p:cNvSpPr>
          <p:nvPr/>
        </p:nvSpPr>
        <p:spPr bwMode="auto">
          <a:xfrm flipV="1">
            <a:off x="6975475" y="4159250"/>
            <a:ext cx="4763" cy="6350"/>
          </a:xfrm>
          <a:prstGeom prst="line">
            <a:avLst/>
          </a:prstGeom>
          <a:noFill/>
          <a:ln w="28575">
            <a:solidFill>
              <a:srgbClr val="FF0000"/>
            </a:solidFill>
            <a:round/>
            <a:headEnd/>
            <a:tailEnd/>
          </a:ln>
        </p:spPr>
        <p:txBody>
          <a:bodyPr/>
          <a:lstStyle/>
          <a:p>
            <a:endParaRPr lang="en-US"/>
          </a:p>
        </p:txBody>
      </p:sp>
      <p:sp>
        <p:nvSpPr>
          <p:cNvPr id="636053" name="Line 167"/>
          <p:cNvSpPr>
            <a:spLocks noChangeShapeType="1"/>
          </p:cNvSpPr>
          <p:nvPr/>
        </p:nvSpPr>
        <p:spPr bwMode="auto">
          <a:xfrm flipV="1">
            <a:off x="6980238" y="4151313"/>
            <a:ext cx="4762" cy="7937"/>
          </a:xfrm>
          <a:prstGeom prst="line">
            <a:avLst/>
          </a:prstGeom>
          <a:noFill/>
          <a:ln w="28575">
            <a:solidFill>
              <a:srgbClr val="FF0000"/>
            </a:solidFill>
            <a:round/>
            <a:headEnd/>
            <a:tailEnd/>
          </a:ln>
        </p:spPr>
        <p:txBody>
          <a:bodyPr/>
          <a:lstStyle/>
          <a:p>
            <a:endParaRPr lang="en-US"/>
          </a:p>
        </p:txBody>
      </p:sp>
      <p:sp>
        <p:nvSpPr>
          <p:cNvPr id="636054" name="Line 168"/>
          <p:cNvSpPr>
            <a:spLocks noChangeShapeType="1"/>
          </p:cNvSpPr>
          <p:nvPr/>
        </p:nvSpPr>
        <p:spPr bwMode="auto">
          <a:xfrm flipV="1">
            <a:off x="6992938" y="4132263"/>
            <a:ext cx="4762" cy="6350"/>
          </a:xfrm>
          <a:prstGeom prst="line">
            <a:avLst/>
          </a:prstGeom>
          <a:noFill/>
          <a:ln w="28575">
            <a:solidFill>
              <a:srgbClr val="FF0000"/>
            </a:solidFill>
            <a:round/>
            <a:headEnd/>
            <a:tailEnd/>
          </a:ln>
        </p:spPr>
        <p:txBody>
          <a:bodyPr/>
          <a:lstStyle/>
          <a:p>
            <a:endParaRPr lang="en-US"/>
          </a:p>
        </p:txBody>
      </p:sp>
      <p:sp>
        <p:nvSpPr>
          <p:cNvPr id="636055" name="Line 169"/>
          <p:cNvSpPr>
            <a:spLocks noChangeShapeType="1"/>
          </p:cNvSpPr>
          <p:nvPr/>
        </p:nvSpPr>
        <p:spPr bwMode="auto">
          <a:xfrm flipV="1">
            <a:off x="6997700" y="4124325"/>
            <a:ext cx="4763" cy="7938"/>
          </a:xfrm>
          <a:prstGeom prst="line">
            <a:avLst/>
          </a:prstGeom>
          <a:noFill/>
          <a:ln w="28575">
            <a:solidFill>
              <a:srgbClr val="FF0000"/>
            </a:solidFill>
            <a:round/>
            <a:headEnd/>
            <a:tailEnd/>
          </a:ln>
        </p:spPr>
        <p:txBody>
          <a:bodyPr/>
          <a:lstStyle/>
          <a:p>
            <a:endParaRPr lang="en-US"/>
          </a:p>
        </p:txBody>
      </p:sp>
      <p:sp>
        <p:nvSpPr>
          <p:cNvPr id="636056" name="Line 170"/>
          <p:cNvSpPr>
            <a:spLocks noChangeShapeType="1"/>
          </p:cNvSpPr>
          <p:nvPr/>
        </p:nvSpPr>
        <p:spPr bwMode="auto">
          <a:xfrm flipV="1">
            <a:off x="7011988" y="4105275"/>
            <a:ext cx="4762" cy="6350"/>
          </a:xfrm>
          <a:prstGeom prst="line">
            <a:avLst/>
          </a:prstGeom>
          <a:noFill/>
          <a:ln w="28575">
            <a:solidFill>
              <a:srgbClr val="FF0000"/>
            </a:solidFill>
            <a:round/>
            <a:headEnd/>
            <a:tailEnd/>
          </a:ln>
        </p:spPr>
        <p:txBody>
          <a:bodyPr/>
          <a:lstStyle/>
          <a:p>
            <a:endParaRPr lang="en-US"/>
          </a:p>
        </p:txBody>
      </p:sp>
      <p:sp>
        <p:nvSpPr>
          <p:cNvPr id="636057" name="Line 171"/>
          <p:cNvSpPr>
            <a:spLocks noChangeShapeType="1"/>
          </p:cNvSpPr>
          <p:nvPr/>
        </p:nvSpPr>
        <p:spPr bwMode="auto">
          <a:xfrm flipV="1">
            <a:off x="7016750" y="4097338"/>
            <a:ext cx="4763" cy="7937"/>
          </a:xfrm>
          <a:prstGeom prst="line">
            <a:avLst/>
          </a:prstGeom>
          <a:noFill/>
          <a:ln w="28575">
            <a:solidFill>
              <a:srgbClr val="FF0000"/>
            </a:solidFill>
            <a:round/>
            <a:headEnd/>
            <a:tailEnd/>
          </a:ln>
        </p:spPr>
        <p:txBody>
          <a:bodyPr/>
          <a:lstStyle/>
          <a:p>
            <a:endParaRPr lang="en-US"/>
          </a:p>
        </p:txBody>
      </p:sp>
      <p:sp>
        <p:nvSpPr>
          <p:cNvPr id="636058" name="Line 172"/>
          <p:cNvSpPr>
            <a:spLocks noChangeShapeType="1"/>
          </p:cNvSpPr>
          <p:nvPr/>
        </p:nvSpPr>
        <p:spPr bwMode="auto">
          <a:xfrm flipV="1">
            <a:off x="7031038" y="4079875"/>
            <a:ext cx="4762" cy="4763"/>
          </a:xfrm>
          <a:prstGeom prst="line">
            <a:avLst/>
          </a:prstGeom>
          <a:noFill/>
          <a:ln w="28575">
            <a:solidFill>
              <a:srgbClr val="FF0000"/>
            </a:solidFill>
            <a:round/>
            <a:headEnd/>
            <a:tailEnd/>
          </a:ln>
        </p:spPr>
        <p:txBody>
          <a:bodyPr/>
          <a:lstStyle/>
          <a:p>
            <a:endParaRPr lang="en-US"/>
          </a:p>
        </p:txBody>
      </p:sp>
      <p:sp>
        <p:nvSpPr>
          <p:cNvPr id="636059" name="Line 173"/>
          <p:cNvSpPr>
            <a:spLocks noChangeShapeType="1"/>
          </p:cNvSpPr>
          <p:nvPr/>
        </p:nvSpPr>
        <p:spPr bwMode="auto">
          <a:xfrm flipV="1">
            <a:off x="7035800" y="4070350"/>
            <a:ext cx="6350" cy="9525"/>
          </a:xfrm>
          <a:prstGeom prst="line">
            <a:avLst/>
          </a:prstGeom>
          <a:noFill/>
          <a:ln w="28575">
            <a:solidFill>
              <a:srgbClr val="FF0000"/>
            </a:solidFill>
            <a:round/>
            <a:headEnd/>
            <a:tailEnd/>
          </a:ln>
        </p:spPr>
        <p:txBody>
          <a:bodyPr/>
          <a:lstStyle/>
          <a:p>
            <a:endParaRPr lang="en-US"/>
          </a:p>
        </p:txBody>
      </p:sp>
      <p:sp>
        <p:nvSpPr>
          <p:cNvPr id="636060" name="Line 174"/>
          <p:cNvSpPr>
            <a:spLocks noChangeShapeType="1"/>
          </p:cNvSpPr>
          <p:nvPr/>
        </p:nvSpPr>
        <p:spPr bwMode="auto">
          <a:xfrm flipV="1">
            <a:off x="7053263" y="4057650"/>
            <a:ext cx="1587" cy="0"/>
          </a:xfrm>
          <a:prstGeom prst="line">
            <a:avLst/>
          </a:prstGeom>
          <a:noFill/>
          <a:ln w="28575">
            <a:solidFill>
              <a:srgbClr val="FF0000"/>
            </a:solidFill>
            <a:round/>
            <a:headEnd/>
            <a:tailEnd/>
          </a:ln>
        </p:spPr>
        <p:txBody>
          <a:bodyPr/>
          <a:lstStyle/>
          <a:p>
            <a:endParaRPr lang="en-US"/>
          </a:p>
        </p:txBody>
      </p:sp>
      <p:sp>
        <p:nvSpPr>
          <p:cNvPr id="636061" name="Line 175"/>
          <p:cNvSpPr>
            <a:spLocks noChangeShapeType="1"/>
          </p:cNvSpPr>
          <p:nvPr/>
        </p:nvSpPr>
        <p:spPr bwMode="auto">
          <a:xfrm flipV="1">
            <a:off x="7053263" y="4048125"/>
            <a:ext cx="9525" cy="9525"/>
          </a:xfrm>
          <a:prstGeom prst="line">
            <a:avLst/>
          </a:prstGeom>
          <a:noFill/>
          <a:ln w="28575">
            <a:solidFill>
              <a:srgbClr val="FF0000"/>
            </a:solidFill>
            <a:round/>
            <a:headEnd/>
            <a:tailEnd/>
          </a:ln>
        </p:spPr>
        <p:txBody>
          <a:bodyPr/>
          <a:lstStyle/>
          <a:p>
            <a:endParaRPr lang="en-US"/>
          </a:p>
        </p:txBody>
      </p:sp>
      <p:sp>
        <p:nvSpPr>
          <p:cNvPr id="636062" name="Line 176"/>
          <p:cNvSpPr>
            <a:spLocks noChangeShapeType="1"/>
          </p:cNvSpPr>
          <p:nvPr/>
        </p:nvSpPr>
        <p:spPr bwMode="auto">
          <a:xfrm flipV="1">
            <a:off x="7062788" y="4046538"/>
            <a:ext cx="1587" cy="1587"/>
          </a:xfrm>
          <a:prstGeom prst="line">
            <a:avLst/>
          </a:prstGeom>
          <a:noFill/>
          <a:ln w="28575">
            <a:solidFill>
              <a:srgbClr val="FF0000"/>
            </a:solidFill>
            <a:round/>
            <a:headEnd/>
            <a:tailEnd/>
          </a:ln>
        </p:spPr>
        <p:txBody>
          <a:bodyPr/>
          <a:lstStyle/>
          <a:p>
            <a:endParaRPr lang="en-US"/>
          </a:p>
        </p:txBody>
      </p:sp>
      <p:sp>
        <p:nvSpPr>
          <p:cNvPr id="636063" name="Line 177"/>
          <p:cNvSpPr>
            <a:spLocks noChangeShapeType="1"/>
          </p:cNvSpPr>
          <p:nvPr/>
        </p:nvSpPr>
        <p:spPr bwMode="auto">
          <a:xfrm flipV="1">
            <a:off x="7078663" y="4032250"/>
            <a:ext cx="3175" cy="1588"/>
          </a:xfrm>
          <a:prstGeom prst="line">
            <a:avLst/>
          </a:prstGeom>
          <a:noFill/>
          <a:ln w="28575">
            <a:solidFill>
              <a:srgbClr val="FF0000"/>
            </a:solidFill>
            <a:round/>
            <a:headEnd/>
            <a:tailEnd/>
          </a:ln>
        </p:spPr>
        <p:txBody>
          <a:bodyPr/>
          <a:lstStyle/>
          <a:p>
            <a:endParaRPr lang="en-US"/>
          </a:p>
        </p:txBody>
      </p:sp>
      <p:sp>
        <p:nvSpPr>
          <p:cNvPr id="636064" name="Line 178"/>
          <p:cNvSpPr>
            <a:spLocks noChangeShapeType="1"/>
          </p:cNvSpPr>
          <p:nvPr/>
        </p:nvSpPr>
        <p:spPr bwMode="auto">
          <a:xfrm flipV="1">
            <a:off x="7081838" y="4024313"/>
            <a:ext cx="7937" cy="7937"/>
          </a:xfrm>
          <a:prstGeom prst="line">
            <a:avLst/>
          </a:prstGeom>
          <a:noFill/>
          <a:ln w="28575">
            <a:solidFill>
              <a:srgbClr val="FF0000"/>
            </a:solidFill>
            <a:round/>
            <a:headEnd/>
            <a:tailEnd/>
          </a:ln>
        </p:spPr>
        <p:txBody>
          <a:bodyPr/>
          <a:lstStyle/>
          <a:p>
            <a:endParaRPr lang="en-US"/>
          </a:p>
        </p:txBody>
      </p:sp>
      <p:sp>
        <p:nvSpPr>
          <p:cNvPr id="636065" name="Line 179"/>
          <p:cNvSpPr>
            <a:spLocks noChangeShapeType="1"/>
          </p:cNvSpPr>
          <p:nvPr/>
        </p:nvSpPr>
        <p:spPr bwMode="auto">
          <a:xfrm flipV="1">
            <a:off x="7089775" y="4024313"/>
            <a:ext cx="3175" cy="0"/>
          </a:xfrm>
          <a:prstGeom prst="line">
            <a:avLst/>
          </a:prstGeom>
          <a:noFill/>
          <a:ln w="28575">
            <a:solidFill>
              <a:srgbClr val="FF0000"/>
            </a:solidFill>
            <a:round/>
            <a:headEnd/>
            <a:tailEnd/>
          </a:ln>
        </p:spPr>
        <p:txBody>
          <a:bodyPr/>
          <a:lstStyle/>
          <a:p>
            <a:endParaRPr lang="en-US"/>
          </a:p>
        </p:txBody>
      </p:sp>
      <p:sp>
        <p:nvSpPr>
          <p:cNvPr id="636066" name="Line 180"/>
          <p:cNvSpPr>
            <a:spLocks noChangeShapeType="1"/>
          </p:cNvSpPr>
          <p:nvPr/>
        </p:nvSpPr>
        <p:spPr bwMode="auto">
          <a:xfrm flipV="1">
            <a:off x="7110413" y="4013200"/>
            <a:ext cx="7937" cy="1588"/>
          </a:xfrm>
          <a:prstGeom prst="line">
            <a:avLst/>
          </a:prstGeom>
          <a:noFill/>
          <a:ln w="28575">
            <a:solidFill>
              <a:srgbClr val="FF0000"/>
            </a:solidFill>
            <a:round/>
            <a:headEnd/>
            <a:tailEnd/>
          </a:ln>
        </p:spPr>
        <p:txBody>
          <a:bodyPr/>
          <a:lstStyle/>
          <a:p>
            <a:endParaRPr lang="en-US"/>
          </a:p>
        </p:txBody>
      </p:sp>
      <p:sp>
        <p:nvSpPr>
          <p:cNvPr id="636067" name="Line 181"/>
          <p:cNvSpPr>
            <a:spLocks noChangeShapeType="1"/>
          </p:cNvSpPr>
          <p:nvPr/>
        </p:nvSpPr>
        <p:spPr bwMode="auto">
          <a:xfrm flipV="1">
            <a:off x="7118350" y="4011613"/>
            <a:ext cx="9525" cy="1587"/>
          </a:xfrm>
          <a:prstGeom prst="line">
            <a:avLst/>
          </a:prstGeom>
          <a:noFill/>
          <a:ln w="28575">
            <a:solidFill>
              <a:srgbClr val="FF0000"/>
            </a:solidFill>
            <a:round/>
            <a:headEnd/>
            <a:tailEnd/>
          </a:ln>
        </p:spPr>
        <p:txBody>
          <a:bodyPr/>
          <a:lstStyle/>
          <a:p>
            <a:endParaRPr lang="en-US"/>
          </a:p>
        </p:txBody>
      </p:sp>
      <p:sp>
        <p:nvSpPr>
          <p:cNvPr id="636068" name="Line 182"/>
          <p:cNvSpPr>
            <a:spLocks noChangeShapeType="1"/>
          </p:cNvSpPr>
          <p:nvPr/>
        </p:nvSpPr>
        <p:spPr bwMode="auto">
          <a:xfrm flipV="1">
            <a:off x="7127875" y="4011613"/>
            <a:ext cx="3175" cy="0"/>
          </a:xfrm>
          <a:prstGeom prst="line">
            <a:avLst/>
          </a:prstGeom>
          <a:noFill/>
          <a:ln w="28575">
            <a:solidFill>
              <a:srgbClr val="FF0000"/>
            </a:solidFill>
            <a:round/>
            <a:headEnd/>
            <a:tailEnd/>
          </a:ln>
        </p:spPr>
        <p:txBody>
          <a:bodyPr/>
          <a:lstStyle/>
          <a:p>
            <a:endParaRPr lang="en-US"/>
          </a:p>
        </p:txBody>
      </p:sp>
      <p:sp>
        <p:nvSpPr>
          <p:cNvPr id="636069" name="Line 183"/>
          <p:cNvSpPr>
            <a:spLocks noChangeShapeType="1"/>
          </p:cNvSpPr>
          <p:nvPr/>
        </p:nvSpPr>
        <p:spPr bwMode="auto">
          <a:xfrm>
            <a:off x="7150100" y="4014788"/>
            <a:ext cx="4763" cy="1587"/>
          </a:xfrm>
          <a:prstGeom prst="line">
            <a:avLst/>
          </a:prstGeom>
          <a:noFill/>
          <a:ln w="28575">
            <a:solidFill>
              <a:srgbClr val="FF0000"/>
            </a:solidFill>
            <a:round/>
            <a:headEnd/>
            <a:tailEnd/>
          </a:ln>
        </p:spPr>
        <p:txBody>
          <a:bodyPr/>
          <a:lstStyle/>
          <a:p>
            <a:endParaRPr lang="en-US"/>
          </a:p>
        </p:txBody>
      </p:sp>
      <p:sp>
        <p:nvSpPr>
          <p:cNvPr id="636070" name="Line 184"/>
          <p:cNvSpPr>
            <a:spLocks noChangeShapeType="1"/>
          </p:cNvSpPr>
          <p:nvPr/>
        </p:nvSpPr>
        <p:spPr bwMode="auto">
          <a:xfrm>
            <a:off x="7154863" y="4016375"/>
            <a:ext cx="9525" cy="3175"/>
          </a:xfrm>
          <a:prstGeom prst="line">
            <a:avLst/>
          </a:prstGeom>
          <a:noFill/>
          <a:ln w="28575">
            <a:solidFill>
              <a:srgbClr val="FF0000"/>
            </a:solidFill>
            <a:round/>
            <a:headEnd/>
            <a:tailEnd/>
          </a:ln>
        </p:spPr>
        <p:txBody>
          <a:bodyPr/>
          <a:lstStyle/>
          <a:p>
            <a:endParaRPr lang="en-US"/>
          </a:p>
        </p:txBody>
      </p:sp>
      <p:sp>
        <p:nvSpPr>
          <p:cNvPr id="636071" name="Line 185"/>
          <p:cNvSpPr>
            <a:spLocks noChangeShapeType="1"/>
          </p:cNvSpPr>
          <p:nvPr/>
        </p:nvSpPr>
        <p:spPr bwMode="auto">
          <a:xfrm>
            <a:off x="7164388" y="4019550"/>
            <a:ext cx="3175" cy="3175"/>
          </a:xfrm>
          <a:prstGeom prst="line">
            <a:avLst/>
          </a:prstGeom>
          <a:noFill/>
          <a:ln w="28575">
            <a:solidFill>
              <a:srgbClr val="FF0000"/>
            </a:solidFill>
            <a:round/>
            <a:headEnd/>
            <a:tailEnd/>
          </a:ln>
        </p:spPr>
        <p:txBody>
          <a:bodyPr/>
          <a:lstStyle/>
          <a:p>
            <a:endParaRPr lang="en-US"/>
          </a:p>
        </p:txBody>
      </p:sp>
      <p:sp>
        <p:nvSpPr>
          <p:cNvPr id="636072" name="Line 186"/>
          <p:cNvSpPr>
            <a:spLocks noChangeShapeType="1"/>
          </p:cNvSpPr>
          <p:nvPr/>
        </p:nvSpPr>
        <p:spPr bwMode="auto">
          <a:xfrm>
            <a:off x="7183438" y="4032250"/>
            <a:ext cx="9525" cy="6350"/>
          </a:xfrm>
          <a:prstGeom prst="line">
            <a:avLst/>
          </a:prstGeom>
          <a:noFill/>
          <a:ln w="28575">
            <a:solidFill>
              <a:srgbClr val="FF0000"/>
            </a:solidFill>
            <a:round/>
            <a:headEnd/>
            <a:tailEnd/>
          </a:ln>
        </p:spPr>
        <p:txBody>
          <a:bodyPr/>
          <a:lstStyle/>
          <a:p>
            <a:endParaRPr lang="en-US"/>
          </a:p>
        </p:txBody>
      </p:sp>
      <p:sp>
        <p:nvSpPr>
          <p:cNvPr id="636073" name="Line 187"/>
          <p:cNvSpPr>
            <a:spLocks noChangeShapeType="1"/>
          </p:cNvSpPr>
          <p:nvPr/>
        </p:nvSpPr>
        <p:spPr bwMode="auto">
          <a:xfrm>
            <a:off x="7192963" y="4038600"/>
            <a:ext cx="4762" cy="4763"/>
          </a:xfrm>
          <a:prstGeom prst="line">
            <a:avLst/>
          </a:prstGeom>
          <a:noFill/>
          <a:ln w="28575">
            <a:solidFill>
              <a:srgbClr val="FF0000"/>
            </a:solidFill>
            <a:round/>
            <a:headEnd/>
            <a:tailEnd/>
          </a:ln>
        </p:spPr>
        <p:txBody>
          <a:bodyPr/>
          <a:lstStyle/>
          <a:p>
            <a:endParaRPr lang="en-US"/>
          </a:p>
        </p:txBody>
      </p:sp>
      <p:sp>
        <p:nvSpPr>
          <p:cNvPr id="636074" name="Line 188"/>
          <p:cNvSpPr>
            <a:spLocks noChangeShapeType="1"/>
          </p:cNvSpPr>
          <p:nvPr/>
        </p:nvSpPr>
        <p:spPr bwMode="auto">
          <a:xfrm>
            <a:off x="7208838" y="4056063"/>
            <a:ext cx="1587" cy="1587"/>
          </a:xfrm>
          <a:prstGeom prst="line">
            <a:avLst/>
          </a:prstGeom>
          <a:noFill/>
          <a:ln w="28575">
            <a:solidFill>
              <a:srgbClr val="FF0000"/>
            </a:solidFill>
            <a:round/>
            <a:headEnd/>
            <a:tailEnd/>
          </a:ln>
        </p:spPr>
        <p:txBody>
          <a:bodyPr/>
          <a:lstStyle/>
          <a:p>
            <a:endParaRPr lang="en-US"/>
          </a:p>
        </p:txBody>
      </p:sp>
      <p:sp>
        <p:nvSpPr>
          <p:cNvPr id="636075" name="Line 189"/>
          <p:cNvSpPr>
            <a:spLocks noChangeShapeType="1"/>
          </p:cNvSpPr>
          <p:nvPr/>
        </p:nvSpPr>
        <p:spPr bwMode="auto">
          <a:xfrm>
            <a:off x="7210425" y="4057650"/>
            <a:ext cx="9525" cy="11113"/>
          </a:xfrm>
          <a:prstGeom prst="line">
            <a:avLst/>
          </a:prstGeom>
          <a:noFill/>
          <a:ln w="28575">
            <a:solidFill>
              <a:srgbClr val="FF0000"/>
            </a:solidFill>
            <a:round/>
            <a:headEnd/>
            <a:tailEnd/>
          </a:ln>
        </p:spPr>
        <p:txBody>
          <a:bodyPr/>
          <a:lstStyle/>
          <a:p>
            <a:endParaRPr lang="en-US"/>
          </a:p>
        </p:txBody>
      </p:sp>
      <p:sp>
        <p:nvSpPr>
          <p:cNvPr id="636076" name="Line 190"/>
          <p:cNvSpPr>
            <a:spLocks noChangeShapeType="1"/>
          </p:cNvSpPr>
          <p:nvPr/>
        </p:nvSpPr>
        <p:spPr bwMode="auto">
          <a:xfrm>
            <a:off x="7219950" y="4068763"/>
            <a:ext cx="1588" cy="0"/>
          </a:xfrm>
          <a:prstGeom prst="line">
            <a:avLst/>
          </a:prstGeom>
          <a:noFill/>
          <a:ln w="28575">
            <a:solidFill>
              <a:srgbClr val="FF0000"/>
            </a:solidFill>
            <a:round/>
            <a:headEnd/>
            <a:tailEnd/>
          </a:ln>
        </p:spPr>
        <p:txBody>
          <a:bodyPr/>
          <a:lstStyle/>
          <a:p>
            <a:endParaRPr lang="en-US"/>
          </a:p>
        </p:txBody>
      </p:sp>
      <p:sp>
        <p:nvSpPr>
          <p:cNvPr id="636077" name="Line 191"/>
          <p:cNvSpPr>
            <a:spLocks noChangeShapeType="1"/>
          </p:cNvSpPr>
          <p:nvPr/>
        </p:nvSpPr>
        <p:spPr bwMode="auto">
          <a:xfrm>
            <a:off x="7231063" y="4083050"/>
            <a:ext cx="7937" cy="9525"/>
          </a:xfrm>
          <a:prstGeom prst="line">
            <a:avLst/>
          </a:prstGeom>
          <a:noFill/>
          <a:ln w="28575">
            <a:solidFill>
              <a:srgbClr val="FF0000"/>
            </a:solidFill>
            <a:round/>
            <a:headEnd/>
            <a:tailEnd/>
          </a:ln>
        </p:spPr>
        <p:txBody>
          <a:bodyPr/>
          <a:lstStyle/>
          <a:p>
            <a:endParaRPr lang="en-US"/>
          </a:p>
        </p:txBody>
      </p:sp>
      <p:sp>
        <p:nvSpPr>
          <p:cNvPr id="636078" name="Line 192"/>
          <p:cNvSpPr>
            <a:spLocks noChangeShapeType="1"/>
          </p:cNvSpPr>
          <p:nvPr/>
        </p:nvSpPr>
        <p:spPr bwMode="auto">
          <a:xfrm>
            <a:off x="7239000" y="4092575"/>
            <a:ext cx="1588" cy="3175"/>
          </a:xfrm>
          <a:prstGeom prst="line">
            <a:avLst/>
          </a:prstGeom>
          <a:noFill/>
          <a:ln w="28575">
            <a:solidFill>
              <a:srgbClr val="FF0000"/>
            </a:solidFill>
            <a:round/>
            <a:headEnd/>
            <a:tailEnd/>
          </a:ln>
        </p:spPr>
        <p:txBody>
          <a:bodyPr/>
          <a:lstStyle/>
          <a:p>
            <a:endParaRPr lang="en-US"/>
          </a:p>
        </p:txBody>
      </p:sp>
      <p:sp>
        <p:nvSpPr>
          <p:cNvPr id="636079" name="Line 193"/>
          <p:cNvSpPr>
            <a:spLocks noChangeShapeType="1"/>
          </p:cNvSpPr>
          <p:nvPr/>
        </p:nvSpPr>
        <p:spPr bwMode="auto">
          <a:xfrm>
            <a:off x="7250113" y="4108450"/>
            <a:ext cx="6350" cy="9525"/>
          </a:xfrm>
          <a:prstGeom prst="line">
            <a:avLst/>
          </a:prstGeom>
          <a:noFill/>
          <a:ln w="28575">
            <a:solidFill>
              <a:srgbClr val="FF0000"/>
            </a:solidFill>
            <a:round/>
            <a:headEnd/>
            <a:tailEnd/>
          </a:ln>
        </p:spPr>
        <p:txBody>
          <a:bodyPr/>
          <a:lstStyle/>
          <a:p>
            <a:endParaRPr lang="en-US"/>
          </a:p>
        </p:txBody>
      </p:sp>
      <p:sp>
        <p:nvSpPr>
          <p:cNvPr id="636080" name="Line 194"/>
          <p:cNvSpPr>
            <a:spLocks noChangeShapeType="1"/>
          </p:cNvSpPr>
          <p:nvPr/>
        </p:nvSpPr>
        <p:spPr bwMode="auto">
          <a:xfrm>
            <a:off x="7256463" y="4117975"/>
            <a:ext cx="3175" cy="4763"/>
          </a:xfrm>
          <a:prstGeom prst="line">
            <a:avLst/>
          </a:prstGeom>
          <a:noFill/>
          <a:ln w="28575">
            <a:solidFill>
              <a:srgbClr val="FF0000"/>
            </a:solidFill>
            <a:round/>
            <a:headEnd/>
            <a:tailEnd/>
          </a:ln>
        </p:spPr>
        <p:txBody>
          <a:bodyPr/>
          <a:lstStyle/>
          <a:p>
            <a:endParaRPr lang="en-US"/>
          </a:p>
        </p:txBody>
      </p:sp>
      <p:sp>
        <p:nvSpPr>
          <p:cNvPr id="636081" name="Line 195"/>
          <p:cNvSpPr>
            <a:spLocks noChangeShapeType="1"/>
          </p:cNvSpPr>
          <p:nvPr/>
        </p:nvSpPr>
        <p:spPr bwMode="auto">
          <a:xfrm>
            <a:off x="7269163" y="4135438"/>
            <a:ext cx="6350" cy="9525"/>
          </a:xfrm>
          <a:prstGeom prst="line">
            <a:avLst/>
          </a:prstGeom>
          <a:noFill/>
          <a:ln w="28575">
            <a:solidFill>
              <a:srgbClr val="FF0000"/>
            </a:solidFill>
            <a:round/>
            <a:headEnd/>
            <a:tailEnd/>
          </a:ln>
        </p:spPr>
        <p:txBody>
          <a:bodyPr/>
          <a:lstStyle/>
          <a:p>
            <a:endParaRPr lang="en-US"/>
          </a:p>
        </p:txBody>
      </p:sp>
      <p:sp>
        <p:nvSpPr>
          <p:cNvPr id="636082" name="Line 196"/>
          <p:cNvSpPr>
            <a:spLocks noChangeShapeType="1"/>
          </p:cNvSpPr>
          <p:nvPr/>
        </p:nvSpPr>
        <p:spPr bwMode="auto">
          <a:xfrm>
            <a:off x="7275513" y="4144963"/>
            <a:ext cx="3175" cy="4762"/>
          </a:xfrm>
          <a:prstGeom prst="line">
            <a:avLst/>
          </a:prstGeom>
          <a:noFill/>
          <a:ln w="28575">
            <a:solidFill>
              <a:srgbClr val="FF0000"/>
            </a:solidFill>
            <a:round/>
            <a:headEnd/>
            <a:tailEnd/>
          </a:ln>
        </p:spPr>
        <p:txBody>
          <a:bodyPr/>
          <a:lstStyle/>
          <a:p>
            <a:endParaRPr lang="en-US"/>
          </a:p>
        </p:txBody>
      </p:sp>
    </p:spTree>
    <p:extLst>
      <p:ext uri="{BB962C8B-B14F-4D97-AF65-F5344CB8AC3E}">
        <p14:creationId xmlns:p14="http://schemas.microsoft.com/office/powerpoint/2010/main" val="42918439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27188" y="2735263"/>
            <a:ext cx="215900"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35838" y="2733675"/>
            <a:ext cx="220662"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6931" name="Rectangle 5"/>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2" name="Rectangle 6"/>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3" name="Rectangle 7"/>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grpSp>
        <p:nvGrpSpPr>
          <p:cNvPr id="7" name="Group 394"/>
          <p:cNvGrpSpPr>
            <a:grpSpLocks/>
          </p:cNvGrpSpPr>
          <p:nvPr/>
        </p:nvGrpSpPr>
        <p:grpSpPr bwMode="auto">
          <a:xfrm>
            <a:off x="1847850" y="3746500"/>
            <a:ext cx="1828800" cy="742950"/>
            <a:chOff x="2073275" y="2591774"/>
            <a:chExt cx="1828999" cy="741977"/>
          </a:xfrm>
        </p:grpSpPr>
        <p:grpSp>
          <p:nvGrpSpPr>
            <p:cNvPr id="8" name="Group 203"/>
            <p:cNvGrpSpPr>
              <a:grpSpLocks/>
            </p:cNvGrpSpPr>
            <p:nvPr/>
          </p:nvGrpSpPr>
          <p:grpSpPr bwMode="auto">
            <a:xfrm>
              <a:off x="2073275" y="2600326"/>
              <a:ext cx="915988" cy="733425"/>
              <a:chOff x="2073275" y="2600326"/>
              <a:chExt cx="915988" cy="733425"/>
            </a:xfrm>
          </p:grpSpPr>
          <p:sp>
            <p:nvSpPr>
              <p:cNvPr id="6944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944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944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944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944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944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944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944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944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944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944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944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944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944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944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944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944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944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944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944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944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944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944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944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944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944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944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944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944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944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944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944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944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944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944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944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944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944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944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944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944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944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944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944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944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4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4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4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4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4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4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4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4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4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4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4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4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4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4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4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4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4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4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4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4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4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4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4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4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4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4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4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4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4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4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4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4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4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4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4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4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4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4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4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5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5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5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5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5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5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5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5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5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5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5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5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5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5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5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5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5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5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5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5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5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5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5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5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5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5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5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5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5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5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5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5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5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5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5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5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5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5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5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5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5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5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5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5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5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5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5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5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5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5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5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5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5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5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5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5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5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5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5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5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5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5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5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5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5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5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5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5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5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5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5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5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5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5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5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5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5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5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5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5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5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5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5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5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5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5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5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5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5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5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5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5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5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5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5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5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5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5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5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5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6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6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6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6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6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9" name="Group 204"/>
            <p:cNvGrpSpPr>
              <a:grpSpLocks/>
            </p:cNvGrpSpPr>
            <p:nvPr/>
          </p:nvGrpSpPr>
          <p:grpSpPr bwMode="auto">
            <a:xfrm flipV="1">
              <a:off x="2986286" y="2591774"/>
              <a:ext cx="915988" cy="733425"/>
              <a:chOff x="2073275" y="2600326"/>
              <a:chExt cx="915988" cy="733425"/>
            </a:xfrm>
          </p:grpSpPr>
          <p:sp>
            <p:nvSpPr>
              <p:cNvPr id="63790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90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90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91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91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91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91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91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91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91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91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91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91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92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92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92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92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92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92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92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92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92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92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93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93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93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93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93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93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93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93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93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93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94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94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94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94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94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94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94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94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94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94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95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95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2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2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2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2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2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2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2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2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2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2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2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2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2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2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2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2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2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2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2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2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2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2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2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2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2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2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2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2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3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3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3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3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3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3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3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3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3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3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3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3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3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3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3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3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3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3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3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3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3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3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3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3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3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3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3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3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3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3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3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3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3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3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3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3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3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3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3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3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3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3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3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3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3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3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3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3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3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3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3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3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3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3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3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3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3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3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3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3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3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3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3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3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3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3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3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3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3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3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3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3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3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3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3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3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3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3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3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3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3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3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3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3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3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3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3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3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3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3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3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3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3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3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3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3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3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3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3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3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4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4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4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4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4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4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4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4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4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4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4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4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4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4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4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4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0" name="Group 395"/>
          <p:cNvGrpSpPr>
            <a:grpSpLocks/>
          </p:cNvGrpSpPr>
          <p:nvPr/>
        </p:nvGrpSpPr>
        <p:grpSpPr bwMode="auto">
          <a:xfrm>
            <a:off x="3676650" y="3741738"/>
            <a:ext cx="1828800" cy="742950"/>
            <a:chOff x="2073275" y="2591774"/>
            <a:chExt cx="1828999" cy="741977"/>
          </a:xfrm>
        </p:grpSpPr>
        <p:grpSp>
          <p:nvGrpSpPr>
            <p:cNvPr id="11" name="Group 203"/>
            <p:cNvGrpSpPr>
              <a:grpSpLocks/>
            </p:cNvGrpSpPr>
            <p:nvPr/>
          </p:nvGrpSpPr>
          <p:grpSpPr bwMode="auto">
            <a:xfrm>
              <a:off x="2073275" y="2600326"/>
              <a:ext cx="915988" cy="733425"/>
              <a:chOff x="2073275" y="2600326"/>
              <a:chExt cx="915988" cy="733425"/>
            </a:xfrm>
          </p:grpSpPr>
          <p:sp>
            <p:nvSpPr>
              <p:cNvPr id="6377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7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7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7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7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7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7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7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7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7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7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7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7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7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7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7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7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7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7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7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7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7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7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7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7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7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7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7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7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7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7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7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7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7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7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7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7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7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7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7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7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7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7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7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7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7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7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7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7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7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7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7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7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7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7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7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7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7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7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7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7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7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7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7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7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7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7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7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7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7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7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7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7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7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7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7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7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7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7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7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7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7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7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7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8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8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8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8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8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8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8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8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8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8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8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8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8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8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8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8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8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8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8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8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8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8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8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8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8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8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8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8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8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8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8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8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8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8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8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8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8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8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8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8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8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8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8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8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8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8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8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8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8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8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8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8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8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8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8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8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8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8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8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8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8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8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8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8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8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8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8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8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8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8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8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8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8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8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8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8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8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8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8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8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8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8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8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8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8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8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8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8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8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8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8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8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8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8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8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8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8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8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8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8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9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9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9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9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9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2" name="Group 204"/>
            <p:cNvGrpSpPr>
              <a:grpSpLocks/>
            </p:cNvGrpSpPr>
            <p:nvPr/>
          </p:nvGrpSpPr>
          <p:grpSpPr bwMode="auto">
            <a:xfrm flipV="1">
              <a:off x="2986286" y="2591774"/>
              <a:ext cx="915988" cy="733425"/>
              <a:chOff x="2073275" y="2600326"/>
              <a:chExt cx="915988" cy="733425"/>
            </a:xfrm>
          </p:grpSpPr>
          <p:sp>
            <p:nvSpPr>
              <p:cNvPr id="63752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52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52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53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53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53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53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53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53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53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53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53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53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54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54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54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54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54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54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54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54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54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54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55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55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55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55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55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55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55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55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55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55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56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56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56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56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56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56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56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56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56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56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57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57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5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5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5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5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5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5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5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5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5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5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5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5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5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5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5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5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5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5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5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5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5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5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5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5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5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5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5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5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6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6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6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6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6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6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6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6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6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6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6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6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6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6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6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6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6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6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6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6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6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6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6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6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6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6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6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6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6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6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6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6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6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6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6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6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6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6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6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6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6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6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6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6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6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6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6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6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6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6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6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6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6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6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6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6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6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6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6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6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6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6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6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6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6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6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6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6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6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6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6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6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6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6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6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6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6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6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6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6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6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6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6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6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6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6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6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6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6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6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6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6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6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6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6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6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6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6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6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6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7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7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7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7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7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7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7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7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7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7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7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7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7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7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7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7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3" name="Group 776"/>
          <p:cNvGrpSpPr>
            <a:grpSpLocks/>
          </p:cNvGrpSpPr>
          <p:nvPr/>
        </p:nvGrpSpPr>
        <p:grpSpPr bwMode="auto">
          <a:xfrm>
            <a:off x="5505450" y="3732213"/>
            <a:ext cx="1828800" cy="742950"/>
            <a:chOff x="2073275" y="2591774"/>
            <a:chExt cx="1828999" cy="741977"/>
          </a:xfrm>
        </p:grpSpPr>
        <p:grpSp>
          <p:nvGrpSpPr>
            <p:cNvPr id="14" name="Group 203"/>
            <p:cNvGrpSpPr>
              <a:grpSpLocks/>
            </p:cNvGrpSpPr>
            <p:nvPr/>
          </p:nvGrpSpPr>
          <p:grpSpPr bwMode="auto">
            <a:xfrm>
              <a:off x="2073275" y="2600326"/>
              <a:ext cx="915988" cy="733425"/>
              <a:chOff x="2073275" y="2600326"/>
              <a:chExt cx="915988" cy="733425"/>
            </a:xfrm>
          </p:grpSpPr>
          <p:sp>
            <p:nvSpPr>
              <p:cNvPr id="63733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33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33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33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34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34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34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34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34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34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34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34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34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34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35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35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35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35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35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35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35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35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35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35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36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36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36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36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36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36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36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36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36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36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37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37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37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37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37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37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37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37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37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37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38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38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38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38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38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38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38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38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38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38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39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39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39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39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39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39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39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39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39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39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40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40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40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40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40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40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40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40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40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40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41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41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41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41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41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41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41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41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41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41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42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42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42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42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42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42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42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42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42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42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43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43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43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43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43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43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43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43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43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43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44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44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44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44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44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44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44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44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44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44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45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45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45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45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45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45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45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45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45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45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46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46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46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46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46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46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46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46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46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46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47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47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47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47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47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47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47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47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47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47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48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48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48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48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48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48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48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48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48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48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49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49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49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49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49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49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49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49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49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49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50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50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50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50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50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50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50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50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50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50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51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51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51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51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51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51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51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51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51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51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52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52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52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52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52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5" name="Group 204"/>
            <p:cNvGrpSpPr>
              <a:grpSpLocks/>
            </p:cNvGrpSpPr>
            <p:nvPr/>
          </p:nvGrpSpPr>
          <p:grpSpPr bwMode="auto">
            <a:xfrm flipV="1">
              <a:off x="2986286" y="2591774"/>
              <a:ext cx="915988" cy="733425"/>
              <a:chOff x="2073275" y="2600326"/>
              <a:chExt cx="915988" cy="733425"/>
            </a:xfrm>
          </p:grpSpPr>
          <p:sp>
            <p:nvSpPr>
              <p:cNvPr id="63714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14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14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15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15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15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15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15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15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15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15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15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15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16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16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16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16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16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16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16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16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16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16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17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17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17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17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17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17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17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17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17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17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18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18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18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18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18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18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18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18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18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18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19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19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19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19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19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19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19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19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19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19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20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20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20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20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20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20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20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20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20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20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21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21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21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21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21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21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21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21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21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21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22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22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22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22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22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22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22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22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22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22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23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23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23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23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23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23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23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23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23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23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24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24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24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24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24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24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24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24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24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24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25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25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25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25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25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25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25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25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25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25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26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26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26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26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26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26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26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26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26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26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27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27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27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27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27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27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27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27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27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27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28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28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28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28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28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28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28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28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28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28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29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29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29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29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29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29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29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29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29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29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30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30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30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30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30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30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30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30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30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30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31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31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31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31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31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31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31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31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31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31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32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32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32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32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32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32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32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32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32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32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33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33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33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33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33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33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6" name="Group 1733"/>
          <p:cNvGrpSpPr>
            <a:grpSpLocks/>
          </p:cNvGrpSpPr>
          <p:nvPr/>
        </p:nvGrpSpPr>
        <p:grpSpPr bwMode="auto">
          <a:xfrm>
            <a:off x="7331075" y="4006850"/>
            <a:ext cx="1828800" cy="279400"/>
            <a:chOff x="3441733" y="5039131"/>
            <a:chExt cx="1828999" cy="741977"/>
          </a:xfrm>
        </p:grpSpPr>
        <p:sp>
          <p:nvSpPr>
            <p:cNvPr id="636946"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947"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948"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949"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950"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951"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952"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953"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954"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955"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956"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957"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958"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959"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960"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961"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962"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963"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964"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965"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966"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967"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968"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969"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970"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971"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972"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973"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974"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975"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976"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977"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978"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979"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980"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981"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982"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983"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984"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985"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986"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987"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988"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989"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990"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991"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992"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993"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994"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995"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996"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997"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998"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999"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7000"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7001"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7002"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7003"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7004"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7005"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7006"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7007"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7008"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7009"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7010"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7011"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7012"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7013"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7014"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7015"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7016"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7017"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7018"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7019"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7020"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7021"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7022"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7023"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7024"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7025"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7026"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7027"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7028"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7029"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7030"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7031"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7032"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7033"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7034"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7035"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7036"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7037"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7038"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7039"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7040"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7041"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7042"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7043"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7044"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7045"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7046"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7047"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7048"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7049"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7050"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7051"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7052"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7053"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7054"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7055"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7056"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7057"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7058"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7059"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7060"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7061"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7062"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7063"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7064"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7065"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7066"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7067"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7068"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7069"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7070"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7071"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7072"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7073"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7074"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7075"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7076"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7077"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7078"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7079"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7080"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7081"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7082"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7083"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7084"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7085"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7086"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7087"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7088"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7089"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7090"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7091"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7092"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7093"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7094"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7095"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7096"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7097"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7098"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7099"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7100"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7101"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7102"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7103"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7104"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7105"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7106"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7107"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7108"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7109"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7110"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7111"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7112"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7113"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7114"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7115"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7116"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7117"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7118"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7119"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7120"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7121"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7122"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7123"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7124"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7125"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7126"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7127"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7128"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7129"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7130"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7131"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7132"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7133"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7134"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7135"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7136"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7137"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7138"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7139"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7140"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7141"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7142"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7143"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7144"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1736" name="Rectangle 1735"/>
          <p:cNvSpPr/>
          <p:nvPr/>
        </p:nvSpPr>
        <p:spPr>
          <a:xfrm>
            <a:off x="2603500" y="3433763"/>
            <a:ext cx="3937000"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738" name="Straight Arrow Connector 1737"/>
          <p:cNvCxnSpPr>
            <a:stCxn id="636940" idx="2"/>
          </p:cNvCxnSpPr>
          <p:nvPr/>
        </p:nvCxnSpPr>
        <p:spPr>
          <a:xfrm rot="16200000" flipH="1">
            <a:off x="3090863" y="3052763"/>
            <a:ext cx="777875" cy="168275"/>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6940" name="TextBox 1738"/>
          <p:cNvSpPr txBox="1">
            <a:spLocks noChangeArrowheads="1"/>
          </p:cNvSpPr>
          <p:nvPr/>
        </p:nvSpPr>
        <p:spPr bwMode="auto">
          <a:xfrm>
            <a:off x="2727325" y="2286000"/>
            <a:ext cx="1336675" cy="461963"/>
          </a:xfrm>
          <a:prstGeom prst="rect">
            <a:avLst/>
          </a:prstGeom>
          <a:noFill/>
          <a:ln w="9525">
            <a:noFill/>
            <a:miter lim="800000"/>
            <a:headEnd/>
            <a:tailEnd/>
          </a:ln>
        </p:spPr>
        <p:txBody>
          <a:bodyPr wrap="none">
            <a:spAutoFit/>
          </a:bodyPr>
          <a:lstStyle/>
          <a:p>
            <a:r>
              <a:rPr lang="en-US" sz="2400" i="1"/>
              <a:t>Amplifier</a:t>
            </a:r>
          </a:p>
        </p:txBody>
      </p:sp>
      <p:sp>
        <p:nvSpPr>
          <p:cNvPr id="636941" name="TextBox 1740"/>
          <p:cNvSpPr txBox="1">
            <a:spLocks noChangeArrowheads="1"/>
          </p:cNvSpPr>
          <p:nvPr/>
        </p:nvSpPr>
        <p:spPr bwMode="auto">
          <a:xfrm>
            <a:off x="4197350"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74838" y="5556250"/>
            <a:ext cx="2293937"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76863" y="5554663"/>
            <a:ext cx="1890712"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6944" name="TextBox 1745"/>
          <p:cNvSpPr txBox="1">
            <a:spLocks noChangeArrowheads="1"/>
          </p:cNvSpPr>
          <p:nvPr/>
        </p:nvSpPr>
        <p:spPr bwMode="auto">
          <a:xfrm>
            <a:off x="4568825" y="2128838"/>
            <a:ext cx="3225800" cy="831850"/>
          </a:xfrm>
          <a:prstGeom prst="rect">
            <a:avLst/>
          </a:prstGeom>
          <a:noFill/>
          <a:ln w="9525">
            <a:noFill/>
            <a:miter lim="800000"/>
            <a:headEnd/>
            <a:tailEnd/>
          </a:ln>
        </p:spPr>
        <p:txBody>
          <a:bodyPr>
            <a:spAutoFit/>
          </a:bodyPr>
          <a:lstStyle/>
          <a:p>
            <a:r>
              <a:rPr lang="en-US" sz="2400" i="1"/>
              <a:t>Partial mirror that lets some light out</a:t>
            </a:r>
          </a:p>
        </p:txBody>
      </p:sp>
      <p:sp>
        <p:nvSpPr>
          <p:cNvPr id="1749" name="Freeform 1748"/>
          <p:cNvSpPr/>
          <p:nvPr/>
        </p:nvSpPr>
        <p:spPr>
          <a:xfrm>
            <a:off x="6554788" y="2890838"/>
            <a:ext cx="698500" cy="1162050"/>
          </a:xfrm>
          <a:custGeom>
            <a:avLst/>
            <a:gdLst>
              <a:gd name="connsiteX0" fmla="*/ 697424 w 697424"/>
              <a:gd name="connsiteY0" fmla="*/ 1162373 h 1162373"/>
              <a:gd name="connsiteX1" fmla="*/ 0 w 697424"/>
              <a:gd name="connsiteY1" fmla="*/ 0 h 1162373"/>
            </a:gdLst>
            <a:ahLst/>
            <a:cxnLst>
              <a:cxn ang="0">
                <a:pos x="connsiteX0" y="connsiteY0"/>
              </a:cxn>
              <a:cxn ang="0">
                <a:pos x="connsiteX1" y="connsiteY1"/>
              </a:cxn>
            </a:cxnLst>
            <a:rect l="l" t="t" r="r" b="b"/>
            <a:pathLst>
              <a:path w="697424" h="1162373">
                <a:moveTo>
                  <a:pt x="697424" y="1162373"/>
                </a:moveTo>
                <a:lnTo>
                  <a:pt x="0" y="0"/>
                </a:lnTo>
              </a:path>
            </a:pathLst>
          </a:custGeom>
          <a:ln>
            <a:solidFill>
              <a:srgbClr val="4D4D4D"/>
            </a:solidFill>
            <a:headEnd type="arrow" w="lg" len="lg"/>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Tree>
    <p:extLst>
      <p:ext uri="{BB962C8B-B14F-4D97-AF65-F5344CB8AC3E}">
        <p14:creationId xmlns:p14="http://schemas.microsoft.com/office/powerpoint/2010/main" val="374823961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466</TotalTime>
  <Words>1823</Words>
  <Application>Microsoft Office PowerPoint</Application>
  <PresentationFormat>On-screen Show (4:3)</PresentationFormat>
  <Paragraphs>292</Paragraphs>
  <Slides>62</Slides>
  <Notes>5</Notes>
  <HiddenSlides>0</HiddenSlides>
  <MMClips>2</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62</vt:i4>
      </vt:variant>
    </vt:vector>
  </HeadingPairs>
  <TitlesOfParts>
    <vt:vector size="68" baseType="lpstr">
      <vt:lpstr>Arial</vt:lpstr>
      <vt:lpstr>Calibri</vt:lpstr>
      <vt:lpstr>Cambria Math</vt:lpstr>
      <vt:lpstr>Symbol</vt:lpstr>
      <vt:lpstr>Office Theme</vt:lpstr>
      <vt:lpstr>Equation</vt:lpstr>
      <vt:lpstr>Lecture 8</vt:lpstr>
      <vt:lpstr>Um….I may have to apologize after today’s lecture </vt:lpstr>
      <vt:lpstr>What you need to know</vt:lpstr>
      <vt:lpstr>Equations you actually want</vt:lpstr>
      <vt:lpstr>Question 123.7.1</vt:lpstr>
      <vt:lpstr>PowerPoint Presentation</vt:lpstr>
      <vt:lpstr>PowerPoint Presentation</vt:lpstr>
      <vt:lpstr>Review Problem</vt:lpstr>
      <vt:lpstr>PowerPoint Presentation</vt:lpstr>
      <vt:lpstr>PowerPoint Presentation</vt:lpstr>
      <vt:lpstr>PowerPoint Presentation</vt:lpstr>
      <vt:lpstr>PowerPoint Presentation</vt:lpstr>
      <vt:lpstr>End</vt:lpstr>
      <vt:lpstr>Frequency Response</vt:lpstr>
      <vt:lpstr>PowerPoint Presentation</vt:lpstr>
      <vt:lpstr>PowerPoint Presentation</vt:lpstr>
      <vt:lpstr>PowerPoint Presentation</vt:lpstr>
      <vt:lpstr>Question 223.4.11  123.22.7</vt:lpstr>
      <vt:lpstr>Question 223.4.12 123.22.8</vt:lpstr>
      <vt:lpstr>Question 223.4.13 123.22.9</vt:lpstr>
      <vt:lpstr>Question 223.4.14  123.22.10</vt:lpstr>
      <vt:lpstr>Question 223.4.15 GR 123.22.11 GR</vt:lpstr>
      <vt:lpstr>Question 223.4.16  123.22.12</vt:lpstr>
      <vt:lpstr>PowerPoint Presentation</vt:lpstr>
      <vt:lpstr>PowerPoint Presentation</vt:lpstr>
      <vt:lpstr>PowerPoint Presentation</vt:lpstr>
      <vt:lpstr>Question 223.6.1.6</vt:lpstr>
      <vt:lpstr>Question 223.6.3 Question 123.23.2</vt:lpstr>
      <vt:lpstr>Question 223.6.2</vt:lpstr>
      <vt:lpstr>Question 223.6.4 Question 123.23.1</vt:lpstr>
      <vt:lpstr>Question 223.6.5 Question 123.23.3</vt:lpstr>
      <vt:lpstr>Question 223.6.6 Question 123.23.4</vt:lpstr>
      <vt:lpstr>Question 223.6.7 Question 123.23.5</vt:lpstr>
      <vt:lpstr>Question 223.6.8 Question 123.23.5</vt:lpstr>
      <vt:lpstr>Answer</vt:lpstr>
      <vt:lpstr>Question 223.6.9 Question 123.23.6</vt:lpstr>
      <vt:lpstr>Answer</vt:lpstr>
      <vt:lpstr>PowerPoint Presentation</vt:lpstr>
      <vt:lpstr>Question</vt:lpstr>
      <vt:lpstr>Question</vt:lpstr>
      <vt:lpstr>PowerPoint Presentation</vt:lpstr>
      <vt:lpstr>PowerPoint Presentation</vt:lpstr>
      <vt:lpstr>Question 223.7.1</vt:lpstr>
      <vt:lpstr>Question 223.7.2</vt:lpstr>
      <vt:lpstr>Question 223.7.2.5</vt:lpstr>
      <vt:lpstr>PowerPoint Presentation</vt:lpstr>
      <vt:lpstr>PowerPoint Presentation</vt:lpstr>
      <vt:lpstr>PowerPoint Presentation</vt:lpstr>
      <vt:lpstr>PowerPoint Presentation</vt:lpstr>
      <vt:lpstr>Question 223.7.2.6</vt:lpstr>
      <vt:lpstr>Question 223.7.2.7</vt:lpstr>
      <vt:lpstr>Question 223.7.4</vt:lpstr>
      <vt:lpstr>Question 223.7.5 </vt:lpstr>
      <vt:lpstr>Clamped Rod</vt:lpstr>
      <vt:lpstr>Clamped Rod: Center Clamp</vt:lpstr>
      <vt:lpstr>Clamped Rod</vt:lpstr>
      <vt:lpstr>Clamped Rod: L/4 Clamp</vt:lpstr>
      <vt:lpstr>Drum Head</vt:lpstr>
      <vt:lpstr>Question 223.7.3</vt:lpstr>
      <vt:lpstr>PowerPoint Presentation</vt:lpstr>
      <vt:lpstr>PowerPoint Presentation</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7</cp:revision>
  <dcterms:created xsi:type="dcterms:W3CDTF">2011-09-21T13:59:32Z</dcterms:created>
  <dcterms:modified xsi:type="dcterms:W3CDTF">2026-05-01T18:16:01Z</dcterms:modified>
</cp:coreProperties>
</file>