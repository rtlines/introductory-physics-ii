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sldIdLst>
    <p:sldId id="302" r:id="rId2"/>
    <p:sldId id="330" r:id="rId3"/>
    <p:sldId id="1443" r:id="rId4"/>
    <p:sldId id="1439" r:id="rId5"/>
    <p:sldId id="1441" r:id="rId6"/>
    <p:sldId id="1071" r:id="rId7"/>
    <p:sldId id="1072" r:id="rId8"/>
    <p:sldId id="1138" r:id="rId9"/>
    <p:sldId id="1139" r:id="rId10"/>
    <p:sldId id="1140" r:id="rId11"/>
    <p:sldId id="1141" r:id="rId12"/>
    <p:sldId id="304" r:id="rId13"/>
    <p:sldId id="305" r:id="rId14"/>
    <p:sldId id="306" r:id="rId15"/>
    <p:sldId id="307" r:id="rId16"/>
    <p:sldId id="308" r:id="rId17"/>
    <p:sldId id="309" r:id="rId18"/>
    <p:sldId id="310" r:id="rId19"/>
    <p:sldId id="1445" r:id="rId20"/>
    <p:sldId id="313" r:id="rId21"/>
    <p:sldId id="327" r:id="rId22"/>
    <p:sldId id="328" r:id="rId23"/>
    <p:sldId id="329" r:id="rId24"/>
    <p:sldId id="314" r:id="rId25"/>
    <p:sldId id="311" r:id="rId26"/>
    <p:sldId id="312" r:id="rId27"/>
    <p:sldId id="315" r:id="rId28"/>
    <p:sldId id="316" r:id="rId29"/>
    <p:sldId id="317" r:id="rId30"/>
    <p:sldId id="318" r:id="rId31"/>
    <p:sldId id="1444" r:id="rId32"/>
    <p:sldId id="319" r:id="rId33"/>
    <p:sldId id="320" r:id="rId34"/>
    <p:sldId id="321" r:id="rId35"/>
    <p:sldId id="322" r:id="rId36"/>
    <p:sldId id="323" r:id="rId37"/>
    <p:sldId id="324" r:id="rId38"/>
    <p:sldId id="325" r:id="rId39"/>
    <p:sldId id="326" r:id="rId40"/>
    <p:sldId id="256" r:id="rId41"/>
    <p:sldId id="303" r:id="rId42"/>
    <p:sldId id="295" r:id="rId43"/>
    <p:sldId id="296" r:id="rId44"/>
    <p:sldId id="297" r:id="rId45"/>
    <p:sldId id="293" r:id="rId46"/>
    <p:sldId id="294" r:id="rId47"/>
    <p:sldId id="258" r:id="rId48"/>
    <p:sldId id="265" r:id="rId49"/>
    <p:sldId id="261" r:id="rId50"/>
    <p:sldId id="263" r:id="rId51"/>
    <p:sldId id="259" r:id="rId52"/>
    <p:sldId id="264" r:id="rId53"/>
    <p:sldId id="298" r:id="rId54"/>
    <p:sldId id="299" r:id="rId55"/>
    <p:sldId id="266" r:id="rId56"/>
    <p:sldId id="267" r:id="rId57"/>
    <p:sldId id="268" r:id="rId58"/>
    <p:sldId id="300" r:id="rId59"/>
    <p:sldId id="301" r:id="rId60"/>
    <p:sldId id="269" r:id="rId61"/>
    <p:sldId id="270" r:id="rId62"/>
    <p:sldId id="271" r:id="rId63"/>
    <p:sldId id="272" r:id="rId64"/>
    <p:sldId id="273" r:id="rId65"/>
    <p:sldId id="274" r:id="rId66"/>
    <p:sldId id="275" r:id="rId67"/>
    <p:sldId id="276" r:id="rId68"/>
    <p:sldId id="277" r:id="rId69"/>
    <p:sldId id="278" r:id="rId70"/>
    <p:sldId id="279" r:id="rId71"/>
    <p:sldId id="280" r:id="rId72"/>
    <p:sldId id="281" r:id="rId73"/>
    <p:sldId id="282" r:id="rId74"/>
    <p:sldId id="283" r:id="rId75"/>
    <p:sldId id="284" r:id="rId76"/>
    <p:sldId id="285" r:id="rId77"/>
    <p:sldId id="286" r:id="rId78"/>
    <p:sldId id="287" r:id="rId79"/>
    <p:sldId id="288" r:id="rId80"/>
    <p:sldId id="289" r:id="rId81"/>
    <p:sldId id="290" r:id="rId82"/>
    <p:sldId id="291" r:id="rId83"/>
    <p:sldId id="292" r:id="rId8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11" autoAdjust="0"/>
    <p:restoredTop sz="86322" autoAdjust="0"/>
  </p:normalViewPr>
  <p:slideViewPr>
    <p:cSldViewPr snapToGrid="0">
      <p:cViewPr varScale="1">
        <p:scale>
          <a:sx n="23" d="100"/>
          <a:sy n="23" d="100"/>
        </p:scale>
        <p:origin x="48" y="1530"/>
      </p:cViewPr>
      <p:guideLst>
        <p:guide orient="horz" pos="2160"/>
        <p:guide pos="2880"/>
      </p:guideLst>
    </p:cSldViewPr>
  </p:slideViewPr>
  <p:outlineViewPr>
    <p:cViewPr>
      <p:scale>
        <a:sx n="33" d="100"/>
        <a:sy n="33" d="100"/>
      </p:scale>
      <p:origin x="264"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microsoft.com/office/2016/11/relationships/changesInfo" Target="changesInfos/changesInfo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custSel addSld modSld">
      <pc:chgData name="Todd Lines" userId="afaf7c3a-e8aa-4568-882a-02ad8f9e19b0" providerId="ADAL" clId="{5FF5AC1B-ABA9-43D7-A1E3-2D92732CD6E2}" dt="2026-08-26T18:51:41.276" v="7" actId="1076"/>
      <pc:docMkLst>
        <pc:docMk/>
      </pc:docMkLst>
      <pc:sldChg chg="modSp mod">
        <pc:chgData name="Todd Lines" userId="afaf7c3a-e8aa-4568-882a-02ad8f9e19b0" providerId="ADAL" clId="{5FF5AC1B-ABA9-43D7-A1E3-2D92732CD6E2}" dt="2026-08-26T18:50:03.136" v="1" actId="20577"/>
        <pc:sldMkLst>
          <pc:docMk/>
          <pc:sldMk cId="3858767974" sldId="302"/>
        </pc:sldMkLst>
        <pc:spChg chg="mod">
          <ac:chgData name="Todd Lines" userId="afaf7c3a-e8aa-4568-882a-02ad8f9e19b0" providerId="ADAL" clId="{5FF5AC1B-ABA9-43D7-A1E3-2D92732CD6E2}" dt="2026-08-26T18:50:03.136" v="1" actId="20577"/>
          <ac:spMkLst>
            <pc:docMk/>
            <pc:sldMk cId="3858767974" sldId="302"/>
            <ac:spMk id="2" creationId="{C4C0A0E9-AC12-D017-8ECF-474E70FAB23A}"/>
          </ac:spMkLst>
        </pc:spChg>
      </pc:sldChg>
      <pc:sldChg chg="addSp delSp modSp new mod">
        <pc:chgData name="Todd Lines" userId="afaf7c3a-e8aa-4568-882a-02ad8f9e19b0" providerId="ADAL" clId="{5FF5AC1B-ABA9-43D7-A1E3-2D92732CD6E2}" dt="2026-08-26T18:51:41.276" v="7" actId="1076"/>
        <pc:sldMkLst>
          <pc:docMk/>
          <pc:sldMk cId="1447658127" sldId="1445"/>
        </pc:sldMkLst>
        <pc:spChg chg="del">
          <ac:chgData name="Todd Lines" userId="afaf7c3a-e8aa-4568-882a-02ad8f9e19b0" providerId="ADAL" clId="{5FF5AC1B-ABA9-43D7-A1E3-2D92732CD6E2}" dt="2026-08-26T18:51:34.603" v="5" actId="478"/>
          <ac:spMkLst>
            <pc:docMk/>
            <pc:sldMk cId="1447658127" sldId="1445"/>
            <ac:spMk id="2" creationId="{6B9F2693-20BD-73EF-4DC8-1B763570CA7D}"/>
          </ac:spMkLst>
        </pc:spChg>
        <pc:spChg chg="del">
          <ac:chgData name="Todd Lines" userId="afaf7c3a-e8aa-4568-882a-02ad8f9e19b0" providerId="ADAL" clId="{5FF5AC1B-ABA9-43D7-A1E3-2D92732CD6E2}" dt="2026-08-26T18:51:32.291" v="4" actId="478"/>
          <ac:spMkLst>
            <pc:docMk/>
            <pc:sldMk cId="1447658127" sldId="1445"/>
            <ac:spMk id="3" creationId="{71199BC5-33D0-9502-37AF-5A39E58626F0}"/>
          </ac:spMkLst>
        </pc:spChg>
        <pc:picChg chg="add mod">
          <ac:chgData name="Todd Lines" userId="afaf7c3a-e8aa-4568-882a-02ad8f9e19b0" providerId="ADAL" clId="{5FF5AC1B-ABA9-43D7-A1E3-2D92732CD6E2}" dt="2026-08-26T18:51:41.276" v="7" actId="1076"/>
          <ac:picMkLst>
            <pc:docMk/>
            <pc:sldMk cId="1447658127" sldId="1445"/>
            <ac:picMk id="5" creationId="{823CC161-822D-FB7B-609E-932F898CE33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DC20DDF-410A-4A2E-BE2B-BF9258AB4EBC}" type="datetimeFigureOut">
              <a:rPr lang="en-US" smtClean="0"/>
              <a:t>8/26/2026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7D45037-B36C-428B-80E4-B5F1332A92C9}" type="slidenum">
              <a:rPr lang="en-US" smtClean="0"/>
              <a:t>‹#›</a:t>
            </a:fld>
            <a:endParaRPr lang="en-US"/>
          </a:p>
        </p:txBody>
      </p:sp>
    </p:spTree>
    <p:extLst>
      <p:ext uri="{BB962C8B-B14F-4D97-AF65-F5344CB8AC3E}">
        <p14:creationId xmlns:p14="http://schemas.microsoft.com/office/powerpoint/2010/main" val="6298059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689" name="Slide Image Placeholder 1"/>
          <p:cNvSpPr>
            <a:spLocks noGrp="1" noRot="1" noChangeAspect="1"/>
          </p:cNvSpPr>
          <p:nvPr>
            <p:ph type="sldImg"/>
          </p:nvPr>
        </p:nvSpPr>
        <p:spPr bwMode="auto">
          <a:noFill/>
          <a:ln>
            <a:solidFill>
              <a:srgbClr val="000000"/>
            </a:solidFill>
            <a:miter lim="800000"/>
            <a:headEnd/>
            <a:tailEnd/>
          </a:ln>
        </p:spPr>
      </p:sp>
      <p:sp>
        <p:nvSpPr>
          <p:cNvPr id="626690"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26691"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D4F8A5F3-0208-4830-9EE2-D4C6CC4F1569}" type="slidenum">
              <a:rPr lang="en-US"/>
              <a:pPr fontAlgn="base">
                <a:spcBef>
                  <a:spcPct val="0"/>
                </a:spcBef>
                <a:spcAft>
                  <a:spcPct val="0"/>
                </a:spcAft>
              </a:pPr>
              <a:t>20</a:t>
            </a:fld>
            <a:endParaRPr lang="en-US" dirty="0"/>
          </a:p>
        </p:txBody>
      </p:sp>
    </p:spTree>
    <p:extLst>
      <p:ext uri="{BB962C8B-B14F-4D97-AF65-F5344CB8AC3E}">
        <p14:creationId xmlns:p14="http://schemas.microsoft.com/office/powerpoint/2010/main" val="249641677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0785" name="Slide Image Placeholder 1"/>
          <p:cNvSpPr>
            <a:spLocks noGrp="1" noRot="1" noChangeAspect="1"/>
          </p:cNvSpPr>
          <p:nvPr>
            <p:ph type="sldImg"/>
          </p:nvPr>
        </p:nvSpPr>
        <p:spPr bwMode="auto">
          <a:noFill/>
          <a:ln>
            <a:solidFill>
              <a:srgbClr val="000000"/>
            </a:solidFill>
            <a:miter lim="800000"/>
            <a:headEnd/>
            <a:tailEnd/>
          </a:ln>
        </p:spPr>
      </p:sp>
      <p:sp>
        <p:nvSpPr>
          <p:cNvPr id="6307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endParaRPr lang="en-US" dirty="0"/>
          </a:p>
        </p:txBody>
      </p:sp>
      <p:sp>
        <p:nvSpPr>
          <p:cNvPr id="6307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AAD429F3-ED27-46E8-8F2C-5E6075FC71E0}" type="slidenum">
              <a:rPr lang="en-US"/>
              <a:pPr fontAlgn="base">
                <a:spcBef>
                  <a:spcPct val="0"/>
                </a:spcBef>
                <a:spcAft>
                  <a:spcPct val="0"/>
                </a:spcAft>
              </a:pPr>
              <a:t>25</a:t>
            </a:fld>
            <a:endParaRPr lang="en-US" dirty="0"/>
          </a:p>
        </p:txBody>
      </p:sp>
    </p:spTree>
    <p:extLst>
      <p:ext uri="{BB962C8B-B14F-4D97-AF65-F5344CB8AC3E}">
        <p14:creationId xmlns:p14="http://schemas.microsoft.com/office/powerpoint/2010/main" val="23871502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4AFECFA9-DC3E-4562-9E83-FF802A3C38DE}" type="slidenum">
              <a:rPr lang="en-US" smtClean="0"/>
              <a:pPr/>
              <a:t>36</a:t>
            </a:fld>
            <a:endParaRPr lang="en-US"/>
          </a:p>
        </p:txBody>
      </p:sp>
    </p:spTree>
    <p:extLst>
      <p:ext uri="{BB962C8B-B14F-4D97-AF65-F5344CB8AC3E}">
        <p14:creationId xmlns:p14="http://schemas.microsoft.com/office/powerpoint/2010/main" val="24101712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Image Placeholder 1"/>
          <p:cNvSpPr>
            <a:spLocks noGrp="1" noRot="1" noChangeAspect="1" noTextEdit="1"/>
          </p:cNvSpPr>
          <p:nvPr>
            <p:ph type="sldImg"/>
          </p:nvPr>
        </p:nvSpPr>
        <p:spPr bwMode="auto">
          <a:noFill/>
          <a:ln>
            <a:solidFill>
              <a:srgbClr val="000000"/>
            </a:solidFill>
            <a:miter lim="800000"/>
            <a:headEnd/>
            <a:tailEnd/>
          </a:ln>
        </p:spPr>
      </p:sp>
      <p:sp>
        <p:nvSpPr>
          <p:cNvPr id="30723"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p>
        </p:txBody>
      </p:sp>
      <p:sp>
        <p:nvSpPr>
          <p:cNvPr id="3072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CA5995E9-268A-47CD-8EB6-6898CE55DF23}" type="slidenum">
              <a:rPr lang="en-US" smtClean="0"/>
              <a:pPr/>
              <a:t>57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70D32CF-726D-406C-8E04-892C3237510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0D32CF-726D-406C-8E04-892C3237510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70D32CF-726D-406C-8E04-892C3237510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70D32CF-726D-406C-8E04-892C32375105}"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70D32CF-726D-406C-8E04-892C32375105}" type="datetimeFigureOut">
              <a:rPr lang="en-US" smtClean="0"/>
              <a:pPr/>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70D32CF-726D-406C-8E04-892C32375105}" type="datetimeFigureOut">
              <a:rPr lang="en-US" smtClean="0"/>
              <a:pPr/>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70D32CF-726D-406C-8E04-892C32375105}" type="datetimeFigureOut">
              <a:rPr lang="en-US" smtClean="0"/>
              <a:pPr/>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70D32CF-726D-406C-8E04-892C32375105}"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70D32CF-726D-406C-8E04-892C32375105}" type="datetimeFigureOut">
              <a:rPr lang="en-US" smtClean="0"/>
              <a:pPr/>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0D32CF-726D-406C-8E04-892C3237510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70D32CF-726D-406C-8E04-892C32375105}" type="datetimeFigureOut">
              <a:rPr lang="en-US" smtClean="0"/>
              <a:pPr/>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0EA76A9-D8C5-4554-9094-501E768039D7}"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70D32CF-726D-406C-8E04-892C32375105}" type="datetimeFigureOut">
              <a:rPr lang="en-US" smtClean="0"/>
              <a:pPr/>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EA76A9-D8C5-4554-9094-501E768039D7}"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6.xml"/><Relationship Id="rId1" Type="http://schemas.openxmlformats.org/officeDocument/2006/relationships/video" Target="https://www.youtube.com/embed/PAsMlDptjx8?start=35&amp;feature=oembed"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slideLayout" Target="../slideLayouts/slideLayout6.xml"/><Relationship Id="rId1" Type="http://schemas.openxmlformats.org/officeDocument/2006/relationships/video" Target="https://www.youtube.com/embed/qNf9nzvnd1k?feature=oembed"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7.jpeg"/></Relationships>
</file>

<file path=ppt/slides/_rels/slide2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image" Target="../media/image8.emf"/><Relationship Id="rId1" Type="http://schemas.openxmlformats.org/officeDocument/2006/relationships/slideLayout" Target="../slideLayouts/slideLayout7.xml"/><Relationship Id="rId4" Type="http://schemas.openxmlformats.org/officeDocument/2006/relationships/image" Target="../media/image9.wmf"/></Relationships>
</file>

<file path=ppt/slides/_rels/slide2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10.emf"/><Relationship Id="rId1" Type="http://schemas.openxmlformats.org/officeDocument/2006/relationships/slideLayout" Target="../slideLayouts/slideLayout7.xml"/><Relationship Id="rId6" Type="http://schemas.openxmlformats.org/officeDocument/2006/relationships/image" Target="../media/image12.wmf"/><Relationship Id="rId5" Type="http://schemas.openxmlformats.org/officeDocument/2006/relationships/oleObject" Target="../embeddings/oleObject4.bin"/><Relationship Id="rId4" Type="http://schemas.openxmlformats.org/officeDocument/2006/relationships/image" Target="../media/image11.wmf"/></Relationships>
</file>

<file path=ppt/slides/_rels/slide23.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image" Target="../media/image13.emf"/><Relationship Id="rId1" Type="http://schemas.openxmlformats.org/officeDocument/2006/relationships/slideLayout" Target="../slideLayouts/slideLayout7.xml"/><Relationship Id="rId6" Type="http://schemas.openxmlformats.org/officeDocument/2006/relationships/image" Target="../media/image12.wmf"/><Relationship Id="rId5" Type="http://schemas.openxmlformats.org/officeDocument/2006/relationships/oleObject" Target="../embeddings/oleObject4.bin"/><Relationship Id="rId4" Type="http://schemas.openxmlformats.org/officeDocument/2006/relationships/image" Target="../media/image14.wmf"/></Relationships>
</file>

<file path=ppt/slides/_rels/slide24.xml.rels><?xml version="1.0" encoding="UTF-8" standalone="yes"?>
<Relationships xmlns="http://schemas.openxmlformats.org/package/2006/relationships"><Relationship Id="rId8" Type="http://schemas.openxmlformats.org/officeDocument/2006/relationships/image" Target="../media/image11.wmf"/><Relationship Id="rId3" Type="http://schemas.openxmlformats.org/officeDocument/2006/relationships/image" Target="../media/image8.emf"/><Relationship Id="rId7" Type="http://schemas.openxmlformats.org/officeDocument/2006/relationships/oleObject" Target="../embeddings/oleObject3.bin"/><Relationship Id="rId12" Type="http://schemas.openxmlformats.org/officeDocument/2006/relationships/image" Target="../media/image12.wmf"/><Relationship Id="rId2" Type="http://schemas.openxmlformats.org/officeDocument/2006/relationships/image" Target="../media/image10.emf"/><Relationship Id="rId1" Type="http://schemas.openxmlformats.org/officeDocument/2006/relationships/slideLayout" Target="../slideLayouts/slideLayout7.xml"/><Relationship Id="rId6" Type="http://schemas.openxmlformats.org/officeDocument/2006/relationships/image" Target="../media/image9.wmf"/><Relationship Id="rId11" Type="http://schemas.openxmlformats.org/officeDocument/2006/relationships/oleObject" Target="../embeddings/oleObject4.bin"/><Relationship Id="rId5" Type="http://schemas.openxmlformats.org/officeDocument/2006/relationships/oleObject" Target="../embeddings/oleObject2.bin"/><Relationship Id="rId10" Type="http://schemas.openxmlformats.org/officeDocument/2006/relationships/image" Target="../media/image14.wmf"/><Relationship Id="rId4" Type="http://schemas.openxmlformats.org/officeDocument/2006/relationships/image" Target="../media/image13.emf"/><Relationship Id="rId9" Type="http://schemas.openxmlformats.org/officeDocument/2006/relationships/oleObject" Target="../embeddings/oleObject5.bin"/></Relationships>
</file>

<file path=ppt/slides/_rels/slide25.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image" Target="../media/image16.wmf"/><Relationship Id="rId7" Type="http://schemas.openxmlformats.org/officeDocument/2006/relationships/image" Target="../media/image12.wmf"/><Relationship Id="rId12" Type="http://schemas.openxmlformats.org/officeDocument/2006/relationships/image" Target="../media/image21.wmf"/><Relationship Id="rId2" Type="http://schemas.openxmlformats.org/officeDocument/2006/relationships/oleObject" Target="../embeddings/oleObject6.bin"/><Relationship Id="rId1" Type="http://schemas.openxmlformats.org/officeDocument/2006/relationships/slideLayout" Target="../slideLayouts/slideLayout7.xml"/><Relationship Id="rId6" Type="http://schemas.openxmlformats.org/officeDocument/2006/relationships/oleObject" Target="../embeddings/oleObject8.bin"/><Relationship Id="rId11" Type="http://schemas.openxmlformats.org/officeDocument/2006/relationships/oleObject" Target="../embeddings/oleObject9.bin"/><Relationship Id="rId5" Type="http://schemas.openxmlformats.org/officeDocument/2006/relationships/image" Target="../media/image17.wmf"/><Relationship Id="rId10" Type="http://schemas.openxmlformats.org/officeDocument/2006/relationships/image" Target="../media/image20.emf"/><Relationship Id="rId4" Type="http://schemas.openxmlformats.org/officeDocument/2006/relationships/oleObject" Target="../embeddings/oleObject7.bin"/><Relationship Id="rId9" Type="http://schemas.openxmlformats.org/officeDocument/2006/relationships/image" Target="../media/image19.e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slideLayout" Target="../slideLayouts/slideLayout2.xml"/><Relationship Id="rId1" Type="http://schemas.openxmlformats.org/officeDocument/2006/relationships/video" Target="https://www.youtube.com/embed/Q5TArPeNB6o?feature=oembed"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image" Target="../media/image23.wmf"/><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24.wmf"/><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30.gif"/><Relationship Id="rId3" Type="http://schemas.openxmlformats.org/officeDocument/2006/relationships/image" Target="../media/image25.gif"/><Relationship Id="rId7" Type="http://schemas.openxmlformats.org/officeDocument/2006/relationships/image" Target="../media/image29.gif"/><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8.gif"/><Relationship Id="rId5" Type="http://schemas.openxmlformats.org/officeDocument/2006/relationships/image" Target="../media/image27.gif"/><Relationship Id="rId4" Type="http://schemas.openxmlformats.org/officeDocument/2006/relationships/image" Target="../media/image26.gi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8" Type="http://schemas.openxmlformats.org/officeDocument/2006/relationships/image" Target="../media/image38.wmf"/><Relationship Id="rId3" Type="http://schemas.openxmlformats.org/officeDocument/2006/relationships/oleObject" Target="../embeddings/oleObject10.bin"/><Relationship Id="rId7" Type="http://schemas.openxmlformats.org/officeDocument/2006/relationships/oleObject" Target="../embeddings/oleObject12.bin"/><Relationship Id="rId2" Type="http://schemas.openxmlformats.org/officeDocument/2006/relationships/image" Target="../media/image35.emf"/><Relationship Id="rId1" Type="http://schemas.openxmlformats.org/officeDocument/2006/relationships/slideLayout" Target="../slideLayouts/slideLayout2.xml"/><Relationship Id="rId6" Type="http://schemas.openxmlformats.org/officeDocument/2006/relationships/image" Target="../media/image37.emf"/><Relationship Id="rId5" Type="http://schemas.openxmlformats.org/officeDocument/2006/relationships/oleObject" Target="../embeddings/oleObject11.bin"/><Relationship Id="rId4" Type="http://schemas.openxmlformats.org/officeDocument/2006/relationships/image" Target="../media/image36.emf"/><Relationship Id="rId9" Type="http://schemas.openxmlformats.org/officeDocument/2006/relationships/image" Target="../media/image39.emf"/></Relationships>
</file>

<file path=ppt/slides/_rels/slide57.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41.emf"/><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43.emf"/><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44.emf"/><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hyperlink" Target="Anamations/bamboo%20six%20hole%20flute.wma" TargetMode="Externa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hyperlink" Target="Anamations/recorder.wma" TargetMode="External"/><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7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hyperlink" Target="../../Course_Materials/PH117/recorder.wma" TargetMode="Externa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3.wmf"/><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54.wmf"/><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55.wmf"/><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56.wmf"/><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image" Target="../media/image57.wmf"/><Relationship Id="rId1" Type="http://schemas.openxmlformats.org/officeDocument/2006/relationships/slideLayout" Target="../slideLayouts/slideLayout2.xml"/><Relationship Id="rId6" Type="http://schemas.openxmlformats.org/officeDocument/2006/relationships/image" Target="../media/image59.wmf"/><Relationship Id="rId5" Type="http://schemas.openxmlformats.org/officeDocument/2006/relationships/oleObject" Target="../embeddings/oleObject14.bin"/><Relationship Id="rId4" Type="http://schemas.openxmlformats.org/officeDocument/2006/relationships/image" Target="../media/image58.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C0A0E9-AC12-D017-8ECF-474E70FAB23A}"/>
              </a:ext>
            </a:extLst>
          </p:cNvPr>
          <p:cNvSpPr>
            <a:spLocks noGrp="1"/>
          </p:cNvSpPr>
          <p:nvPr>
            <p:ph type="ctrTitle"/>
          </p:nvPr>
        </p:nvSpPr>
        <p:spPr/>
        <p:txBody>
          <a:bodyPr/>
          <a:lstStyle/>
          <a:p>
            <a:r>
              <a:rPr lang="en-US" dirty="0"/>
              <a:t>Lecture 8</a:t>
            </a:r>
          </a:p>
        </p:txBody>
      </p:sp>
      <p:sp>
        <p:nvSpPr>
          <p:cNvPr id="3" name="Subtitle 2">
            <a:extLst>
              <a:ext uri="{FF2B5EF4-FFF2-40B4-BE49-F238E27FC236}">
                <a16:creationId xmlns:a16="http://schemas.microsoft.com/office/drawing/2014/main" id="{EEA104DE-86AC-0B05-61A5-06494D7252A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587679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457200" y="117882"/>
            <a:ext cx="8229600" cy="483008"/>
          </a:xfrm>
        </p:spPr>
        <p:txBody>
          <a:bodyPr>
            <a:normAutofit fontScale="90000"/>
          </a:bodyPr>
          <a:lstStyle/>
          <a:p>
            <a:r>
              <a:rPr lang="en-US" dirty="0"/>
              <a:t>Frequency Response</a:t>
            </a:r>
          </a:p>
        </p:txBody>
      </p:sp>
      <p:pic>
        <p:nvPicPr>
          <p:cNvPr id="21505" name="Picture 1"/>
          <p:cNvPicPr>
            <a:picLocks noChangeAspect="1" noChangeArrowheads="1"/>
          </p:cNvPicPr>
          <p:nvPr/>
        </p:nvPicPr>
        <p:blipFill>
          <a:blip r:embed="rId2" cstate="print"/>
          <a:srcRect/>
          <a:stretch>
            <a:fillRect/>
          </a:stretch>
        </p:blipFill>
        <p:spPr bwMode="auto">
          <a:xfrm>
            <a:off x="1143000" y="0"/>
            <a:ext cx="6496050" cy="6591300"/>
          </a:xfrm>
          <a:prstGeom prst="rect">
            <a:avLst/>
          </a:prstGeom>
          <a:noFill/>
          <a:ln w="9525">
            <a:noFill/>
            <a:miter lim="800000"/>
            <a:headEnd/>
            <a:tailEnd/>
          </a:ln>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ChangeArrowheads="1"/>
          </p:cNvSpPr>
          <p:nvPr/>
        </p:nvSpPr>
        <p:spPr bwMode="auto">
          <a:xfrm>
            <a:off x="0" y="0"/>
            <a:ext cx="9144000" cy="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graphicFrame>
        <p:nvGraphicFramePr>
          <p:cNvPr id="31745" name="Object 1"/>
          <p:cNvGraphicFramePr>
            <a:graphicFrameLocks noChangeAspect="1"/>
          </p:cNvGraphicFramePr>
          <p:nvPr/>
        </p:nvGraphicFramePr>
        <p:xfrm>
          <a:off x="519113" y="685800"/>
          <a:ext cx="8183562" cy="5257800"/>
        </p:xfrm>
        <a:graphic>
          <a:graphicData uri="http://schemas.openxmlformats.org/presentationml/2006/ole">
            <mc:AlternateContent xmlns:mc="http://schemas.openxmlformats.org/markup-compatibility/2006">
              <mc:Choice xmlns:v="urn:schemas-microsoft-com:vml" Requires="v">
                <p:oleObj name="Equation" r:id="rId2" imgW="3632040" imgH="2336760" progId="Equation.3">
                  <p:embed/>
                </p:oleObj>
              </mc:Choice>
              <mc:Fallback>
                <p:oleObj name="Equation" r:id="rId2" imgW="3632040" imgH="2336760" progId="Equation.3">
                  <p:embed/>
                  <p:pic>
                    <p:nvPicPr>
                      <p:cNvPr id="31745" name="Object 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9113" y="685800"/>
                        <a:ext cx="8183562" cy="52578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E922B-74CE-0FC3-2C32-DF3B2D2DD93B}"/>
              </a:ext>
            </a:extLst>
          </p:cNvPr>
          <p:cNvSpPr>
            <a:spLocks noGrp="1"/>
          </p:cNvSpPr>
          <p:nvPr>
            <p:ph type="title"/>
          </p:nvPr>
        </p:nvSpPr>
        <p:spPr/>
        <p:txBody>
          <a:bodyPr/>
          <a:lstStyle/>
          <a:p>
            <a:endParaRPr lang="en-US"/>
          </a:p>
        </p:txBody>
      </p:sp>
      <p:pic>
        <p:nvPicPr>
          <p:cNvPr id="4" name="Online Media 3" title="20 - 20,000 Hz Audio Sweep | Range of Human Hearing">
            <a:hlinkClick r:id="" action="ppaction://media"/>
            <a:extLst>
              <a:ext uri="{FF2B5EF4-FFF2-40B4-BE49-F238E27FC236}">
                <a16:creationId xmlns:a16="http://schemas.microsoft.com/office/drawing/2014/main" id="{DAE2A153-1463-CA84-1DAF-92C73B41B839}"/>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38917472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A7BF2-A4B1-C5BA-E446-A723CFB1643C}"/>
              </a:ext>
            </a:extLst>
          </p:cNvPr>
          <p:cNvSpPr>
            <a:spLocks noGrp="1"/>
          </p:cNvSpPr>
          <p:nvPr>
            <p:ph type="title"/>
          </p:nvPr>
        </p:nvSpPr>
        <p:spPr/>
        <p:txBody>
          <a:bodyPr/>
          <a:lstStyle/>
          <a:p>
            <a:endParaRPr lang="en-US"/>
          </a:p>
        </p:txBody>
      </p:sp>
      <p:pic>
        <p:nvPicPr>
          <p:cNvPr id="3" name="Online Media 2" title="20Hz to 20kHz (Human Audio Spectrum)">
            <a:hlinkClick r:id="" action="ppaction://media"/>
            <a:extLst>
              <a:ext uri="{FF2B5EF4-FFF2-40B4-BE49-F238E27FC236}">
                <a16:creationId xmlns:a16="http://schemas.microsoft.com/office/drawing/2014/main" id="{54F8483C-4599-61F7-AADE-B5A17726C974}"/>
              </a:ext>
            </a:extLst>
          </p:cNvPr>
          <p:cNvPicPr>
            <a:picLocks noRot="1" noChangeAspect="1"/>
          </p:cNvPicPr>
          <p:nvPr>
            <a:videoFile r:link="rId1"/>
          </p:nvPr>
        </p:nvPicPr>
        <p:blipFill>
          <a:blip r:embed="rId3"/>
          <a:stretch>
            <a:fillRect/>
          </a:stretch>
        </p:blipFill>
        <p:spPr>
          <a:xfrm>
            <a:off x="0" y="847725"/>
            <a:ext cx="9144000" cy="5162550"/>
          </a:xfrm>
          <a:prstGeom prst="rect">
            <a:avLst/>
          </a:prstGeom>
        </p:spPr>
      </p:pic>
    </p:spTree>
    <p:extLst>
      <p:ext uri="{BB962C8B-B14F-4D97-AF65-F5344CB8AC3E}">
        <p14:creationId xmlns:p14="http://schemas.microsoft.com/office/powerpoint/2010/main" val="2287922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5793" name="Title 1"/>
          <p:cNvSpPr>
            <a:spLocks noGrp="1"/>
          </p:cNvSpPr>
          <p:nvPr>
            <p:ph type="title"/>
          </p:nvPr>
        </p:nvSpPr>
        <p:spPr/>
        <p:txBody>
          <a:bodyPr/>
          <a:lstStyle/>
          <a:p>
            <a:r>
              <a:rPr lang="en-US" dirty="0"/>
              <a:t>Question 223.4.11  123.22.7</a:t>
            </a:r>
          </a:p>
        </p:txBody>
      </p:sp>
      <p:sp>
        <p:nvSpPr>
          <p:cNvPr id="545794" name="Content Placeholder 2"/>
          <p:cNvSpPr>
            <a:spLocks noGrp="1"/>
          </p:cNvSpPr>
          <p:nvPr>
            <p:ph idx="1"/>
          </p:nvPr>
        </p:nvSpPr>
        <p:spPr/>
        <p:txBody>
          <a:bodyPr/>
          <a:lstStyle/>
          <a:p>
            <a:pPr>
              <a:buFontTx/>
              <a:buNone/>
            </a:pPr>
            <a:r>
              <a:rPr lang="en-US" b="1" dirty="0"/>
              <a:t>Suppose I have a loud speaker and 1m away from that loud speaker I measure an intensity of 1W /m². What is the sound level? </a:t>
            </a:r>
          </a:p>
          <a:p>
            <a:pPr>
              <a:buFontTx/>
              <a:buNone/>
            </a:pPr>
            <a:r>
              <a:rPr lang="en-US" b="1" dirty="0"/>
              <a:t>a)  3dB</a:t>
            </a:r>
          </a:p>
          <a:p>
            <a:pPr>
              <a:buFontTx/>
              <a:buNone/>
            </a:pPr>
            <a:r>
              <a:rPr lang="en-US" b="1" dirty="0"/>
              <a:t>b) 10dB</a:t>
            </a:r>
          </a:p>
          <a:p>
            <a:pPr>
              <a:buFontTx/>
              <a:buNone/>
            </a:pPr>
            <a:r>
              <a:rPr lang="en-US" b="1" dirty="0"/>
              <a:t>c) 120dB</a:t>
            </a:r>
          </a:p>
          <a:p>
            <a:pPr>
              <a:buFontTx/>
              <a:buNone/>
            </a:pPr>
            <a:r>
              <a:rPr lang="en-US" b="1" dirty="0"/>
              <a:t>d) 150dB</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6817" name="Title 1"/>
          <p:cNvSpPr>
            <a:spLocks noGrp="1"/>
          </p:cNvSpPr>
          <p:nvPr>
            <p:ph type="title"/>
          </p:nvPr>
        </p:nvSpPr>
        <p:spPr/>
        <p:txBody>
          <a:bodyPr/>
          <a:lstStyle/>
          <a:p>
            <a:r>
              <a:rPr lang="en-US" dirty="0"/>
              <a:t>Question 223.4.12 123.22.8</a:t>
            </a:r>
          </a:p>
        </p:txBody>
      </p:sp>
      <p:sp>
        <p:nvSpPr>
          <p:cNvPr id="546818" name="Content Placeholder 2"/>
          <p:cNvSpPr>
            <a:spLocks noGrp="1"/>
          </p:cNvSpPr>
          <p:nvPr>
            <p:ph idx="1"/>
          </p:nvPr>
        </p:nvSpPr>
        <p:spPr/>
        <p:txBody>
          <a:bodyPr/>
          <a:lstStyle/>
          <a:p>
            <a:pPr>
              <a:buFontTx/>
              <a:buNone/>
            </a:pPr>
            <a:r>
              <a:rPr lang="en-US" b="1" dirty="0"/>
              <a:t>Suppose I have a loud speaker and 10m away from that loud speaker I measure an intensity of 0.01 W /m². What is the sound level? </a:t>
            </a:r>
          </a:p>
          <a:p>
            <a:pPr>
              <a:buFontTx/>
              <a:buNone/>
            </a:pPr>
            <a:r>
              <a:rPr lang="en-US" b="1" dirty="0"/>
              <a:t>a)  30dB</a:t>
            </a:r>
          </a:p>
          <a:p>
            <a:pPr>
              <a:buFontTx/>
              <a:buNone/>
            </a:pPr>
            <a:r>
              <a:rPr lang="en-US" b="1" dirty="0"/>
              <a:t>b) 100dB</a:t>
            </a:r>
          </a:p>
          <a:p>
            <a:pPr>
              <a:buFontTx/>
              <a:buNone/>
            </a:pPr>
            <a:r>
              <a:rPr lang="en-US" b="1" dirty="0"/>
              <a:t>c) 120dB</a:t>
            </a:r>
          </a:p>
          <a:p>
            <a:pPr>
              <a:buFontTx/>
              <a:buNone/>
            </a:pPr>
            <a:r>
              <a:rPr lang="en-US" b="1" dirty="0"/>
              <a:t>d) 150dB</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1" name="Title 1"/>
          <p:cNvSpPr>
            <a:spLocks noGrp="1"/>
          </p:cNvSpPr>
          <p:nvPr>
            <p:ph type="title"/>
          </p:nvPr>
        </p:nvSpPr>
        <p:spPr/>
        <p:txBody>
          <a:bodyPr/>
          <a:lstStyle/>
          <a:p>
            <a:r>
              <a:rPr lang="en-US" dirty="0"/>
              <a:t>Question 223.4.13 123.22.9</a:t>
            </a:r>
          </a:p>
        </p:txBody>
      </p:sp>
      <p:sp>
        <p:nvSpPr>
          <p:cNvPr id="547842" name="Content Placeholder 2"/>
          <p:cNvSpPr>
            <a:spLocks noGrp="1"/>
          </p:cNvSpPr>
          <p:nvPr>
            <p:ph idx="1"/>
          </p:nvPr>
        </p:nvSpPr>
        <p:spPr/>
        <p:txBody>
          <a:bodyPr>
            <a:normAutofit lnSpcReduction="10000"/>
          </a:bodyPr>
          <a:lstStyle/>
          <a:p>
            <a:pPr>
              <a:buFontTx/>
              <a:buNone/>
            </a:pPr>
            <a:r>
              <a:rPr lang="en-US" b="1" dirty="0"/>
              <a:t>Suppose I have two French horn players both playing the same note at the same time.  I stand a meter away and find that they are each playing with an intensity of  0.00001 W/m</a:t>
            </a:r>
            <a:r>
              <a:rPr lang="en-US" b="1" baseline="30000" dirty="0"/>
              <a:t>2</a:t>
            </a:r>
            <a:r>
              <a:rPr lang="en-US" b="1" dirty="0"/>
              <a:t>. What is the sound level? </a:t>
            </a:r>
          </a:p>
          <a:p>
            <a:pPr>
              <a:buFontTx/>
              <a:buNone/>
            </a:pPr>
            <a:r>
              <a:rPr lang="en-US" b="1" dirty="0"/>
              <a:t>a) 0.00001</a:t>
            </a:r>
          </a:p>
          <a:p>
            <a:pPr>
              <a:buFontTx/>
              <a:buNone/>
            </a:pPr>
            <a:r>
              <a:rPr lang="en-US" b="1" dirty="0"/>
              <a:t>b) 70dB</a:t>
            </a:r>
          </a:p>
          <a:p>
            <a:pPr>
              <a:buFontTx/>
              <a:buNone/>
            </a:pPr>
            <a:r>
              <a:rPr lang="en-US" b="1" dirty="0"/>
              <a:t>c) 73dB</a:t>
            </a:r>
          </a:p>
          <a:p>
            <a:pPr>
              <a:buFontTx/>
              <a:buNone/>
            </a:pPr>
            <a:r>
              <a:rPr lang="en-US" b="1" dirty="0"/>
              <a:t>d) 1400dB</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8865" name="Title 1"/>
          <p:cNvSpPr>
            <a:spLocks noGrp="1"/>
          </p:cNvSpPr>
          <p:nvPr>
            <p:ph type="title"/>
          </p:nvPr>
        </p:nvSpPr>
        <p:spPr/>
        <p:txBody>
          <a:bodyPr>
            <a:normAutofit/>
          </a:bodyPr>
          <a:lstStyle/>
          <a:p>
            <a:r>
              <a:rPr lang="en-US" dirty="0"/>
              <a:t>Question 223.4.14  123.22.10</a:t>
            </a:r>
          </a:p>
        </p:txBody>
      </p:sp>
      <p:sp>
        <p:nvSpPr>
          <p:cNvPr id="548866" name="Content Placeholder 2"/>
          <p:cNvSpPr>
            <a:spLocks noGrp="1"/>
          </p:cNvSpPr>
          <p:nvPr>
            <p:ph idx="1"/>
          </p:nvPr>
        </p:nvSpPr>
        <p:spPr/>
        <p:txBody>
          <a:bodyPr>
            <a:normAutofit lnSpcReduction="10000"/>
          </a:bodyPr>
          <a:lstStyle/>
          <a:p>
            <a:pPr>
              <a:buFontTx/>
              <a:buNone/>
            </a:pPr>
            <a:r>
              <a:rPr lang="en-US" dirty="0"/>
              <a:t>You are sitting in church. The speaker is talking into a microphone. The sound system radiates sound with a power of 50W . You are 20m  from the sound system output. What is the sound level? </a:t>
            </a:r>
          </a:p>
          <a:p>
            <a:pPr>
              <a:buFontTx/>
              <a:buNone/>
            </a:pPr>
            <a:r>
              <a:rPr lang="en-US" b="1" dirty="0"/>
              <a:t>a) 78dB</a:t>
            </a:r>
          </a:p>
          <a:p>
            <a:pPr>
              <a:buFontTx/>
              <a:buNone/>
            </a:pPr>
            <a:r>
              <a:rPr lang="en-US" b="1" dirty="0"/>
              <a:t>b) 80dB</a:t>
            </a:r>
          </a:p>
          <a:p>
            <a:pPr>
              <a:buFontTx/>
              <a:buNone/>
            </a:pPr>
            <a:r>
              <a:rPr lang="en-US" b="1" dirty="0"/>
              <a:t>c) 100dB</a:t>
            </a:r>
          </a:p>
          <a:p>
            <a:pPr>
              <a:buFontTx/>
              <a:buNone/>
            </a:pPr>
            <a:r>
              <a:rPr lang="en-US" b="1" dirty="0"/>
              <a:t>d) 120dB</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9889" name="Title 1"/>
          <p:cNvSpPr>
            <a:spLocks noGrp="1"/>
          </p:cNvSpPr>
          <p:nvPr>
            <p:ph type="title"/>
          </p:nvPr>
        </p:nvSpPr>
        <p:spPr/>
        <p:txBody>
          <a:bodyPr>
            <a:normAutofit fontScale="90000"/>
          </a:bodyPr>
          <a:lstStyle/>
          <a:p>
            <a:r>
              <a:rPr lang="en-US" dirty="0"/>
              <a:t>Question 223.4.15 GR 123.22.11 GR</a:t>
            </a:r>
          </a:p>
        </p:txBody>
      </p:sp>
      <p:sp>
        <p:nvSpPr>
          <p:cNvPr id="549890" name="Content Placeholder 2"/>
          <p:cNvSpPr>
            <a:spLocks noGrp="1"/>
          </p:cNvSpPr>
          <p:nvPr>
            <p:ph idx="1"/>
          </p:nvPr>
        </p:nvSpPr>
        <p:spPr/>
        <p:txBody>
          <a:bodyPr>
            <a:normAutofit fontScale="92500" lnSpcReduction="20000"/>
          </a:bodyPr>
          <a:lstStyle/>
          <a:p>
            <a:pPr>
              <a:buFontTx/>
              <a:buNone/>
            </a:pPr>
            <a:r>
              <a:rPr lang="en-US" dirty="0"/>
              <a:t>You are standing outside a Guns &amp; Roses Concert. The concert is in a stadium. You are 40 m from the stadium. You have a sound level meter with you and find that where you stand the sound level is 120dB. How much acoustic power are the “musicians” creating at their output location?</a:t>
            </a:r>
          </a:p>
          <a:p>
            <a:pPr>
              <a:buFontTx/>
              <a:buNone/>
            </a:pPr>
            <a:r>
              <a:rPr lang="en-US" b="1" dirty="0"/>
              <a:t>a) 78W</a:t>
            </a:r>
          </a:p>
          <a:p>
            <a:pPr>
              <a:buFontTx/>
              <a:buNone/>
            </a:pPr>
            <a:r>
              <a:rPr lang="en-US" b="1" dirty="0"/>
              <a:t>b) 134W</a:t>
            </a:r>
          </a:p>
          <a:p>
            <a:pPr>
              <a:buFontTx/>
              <a:buNone/>
            </a:pPr>
            <a:r>
              <a:rPr lang="en-US" b="1" dirty="0"/>
              <a:t>c) 545W</a:t>
            </a:r>
          </a:p>
          <a:p>
            <a:pPr>
              <a:buFontTx/>
              <a:buNone/>
            </a:pPr>
            <a:r>
              <a:rPr lang="en-US" b="1" dirty="0"/>
              <a:t>d) 20106W</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0913" name="Title 1"/>
          <p:cNvSpPr>
            <a:spLocks noGrp="1"/>
          </p:cNvSpPr>
          <p:nvPr>
            <p:ph type="title"/>
          </p:nvPr>
        </p:nvSpPr>
        <p:spPr/>
        <p:txBody>
          <a:bodyPr/>
          <a:lstStyle/>
          <a:p>
            <a:r>
              <a:rPr lang="en-US" dirty="0"/>
              <a:t>Question 223.4.16  123.22.12</a:t>
            </a:r>
          </a:p>
        </p:txBody>
      </p:sp>
      <p:sp>
        <p:nvSpPr>
          <p:cNvPr id="550914" name="Content Placeholder 2"/>
          <p:cNvSpPr>
            <a:spLocks noGrp="1"/>
          </p:cNvSpPr>
          <p:nvPr>
            <p:ph idx="1"/>
          </p:nvPr>
        </p:nvSpPr>
        <p:spPr/>
        <p:txBody>
          <a:bodyPr>
            <a:normAutofit fontScale="92500" lnSpcReduction="20000"/>
          </a:bodyPr>
          <a:lstStyle/>
          <a:p>
            <a:pPr>
              <a:buFontTx/>
              <a:buNone/>
            </a:pPr>
            <a:r>
              <a:rPr lang="en-US" dirty="0"/>
              <a:t>You are sitting in church. The speaker is talking into a microphone. The sound system radiates sound with a power of 100W . You are 10m  from the sound system output. What is the sound level? We can find this using our new SIL equation that includes power and distance.</a:t>
            </a:r>
          </a:p>
          <a:p>
            <a:pPr>
              <a:buFontTx/>
              <a:buNone/>
            </a:pPr>
            <a:r>
              <a:rPr lang="en-US" b="1" dirty="0"/>
              <a:t>a)50dB</a:t>
            </a:r>
          </a:p>
          <a:p>
            <a:pPr>
              <a:buFontTx/>
              <a:buNone/>
            </a:pPr>
            <a:r>
              <a:rPr lang="en-US" b="1" dirty="0"/>
              <a:t>b) 78dB</a:t>
            </a:r>
          </a:p>
          <a:p>
            <a:pPr>
              <a:buFontTx/>
              <a:buNone/>
            </a:pPr>
            <a:r>
              <a:rPr lang="en-US" b="1" dirty="0"/>
              <a:t>c) 109dB</a:t>
            </a:r>
          </a:p>
          <a:p>
            <a:pPr>
              <a:buFontTx/>
              <a:buNone/>
            </a:pPr>
            <a:r>
              <a:rPr lang="en-US" b="1" dirty="0"/>
              <a:t>d) 140dB</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fontScale="92500" lnSpcReduction="20000"/>
          </a:bodyPr>
          <a:lstStyle/>
          <a:p>
            <a:pPr marL="0" indent="0">
              <a:buNone/>
            </a:pPr>
            <a:r>
              <a:rPr lang="en-US" dirty="0"/>
              <a:t>A sound wave travels down a pipe. When it reaches the end what will happen?</a:t>
            </a:r>
          </a:p>
          <a:p>
            <a:pPr marL="514350" indent="-514350">
              <a:buFont typeface="+mj-lt"/>
              <a:buAutoNum type="alphaLcParenR"/>
            </a:pPr>
            <a:r>
              <a:rPr lang="en-US" dirty="0"/>
              <a:t>The wave will keep going into the air in the room</a:t>
            </a:r>
          </a:p>
          <a:p>
            <a:pPr marL="514350" indent="-514350">
              <a:buFont typeface="+mj-lt"/>
              <a:buAutoNum type="alphaLcParenR"/>
            </a:pPr>
            <a:r>
              <a:rPr lang="en-US" dirty="0"/>
              <a:t>The wave will stop at the end of the pipe and reflect back.</a:t>
            </a:r>
          </a:p>
          <a:p>
            <a:pPr marL="514350" indent="-514350">
              <a:buFont typeface="+mj-lt"/>
              <a:buAutoNum type="alphaLcParenR"/>
            </a:pPr>
            <a:r>
              <a:rPr lang="en-US" dirty="0"/>
              <a:t>Some of the energy in the wave will keep going into the room air, and some will reflect back.</a:t>
            </a:r>
          </a:p>
          <a:p>
            <a:pPr marL="514350" indent="-514350">
              <a:buFont typeface="+mj-lt"/>
              <a:buAutoNum type="alphaLcParenR"/>
            </a:pPr>
            <a:r>
              <a:rPr lang="en-US" dirty="0"/>
              <a:t>The pipe will explode</a:t>
            </a:r>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2898891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F2773D3-0E3B-4A2A-B624-AC9F5D01670A}"/>
              </a:ext>
            </a:extLst>
          </p:cNvPr>
          <p:cNvSpPr>
            <a:spLocks noGrp="1"/>
          </p:cNvSpPr>
          <p:nvPr>
            <p:ph idx="1"/>
          </p:nvPr>
        </p:nvSpPr>
        <p:spPr>
          <a:xfrm>
            <a:off x="457200" y="3136900"/>
            <a:ext cx="8293100" cy="3556000"/>
          </a:xfrm>
        </p:spPr>
        <p:txBody>
          <a:bodyPr>
            <a:normAutofit/>
          </a:bodyPr>
          <a:lstStyle/>
          <a:p>
            <a:pPr marL="0" indent="0">
              <a:buNone/>
            </a:pPr>
            <a:r>
              <a:rPr lang="en-US" dirty="0"/>
              <a:t>A sound wave travels down a pipe. When it reaches the end of the pipe, Some of the energy in the wave will keep going into the room air, and some will reflect back. How does it reflect back?</a:t>
            </a:r>
          </a:p>
          <a:p>
            <a:pPr marL="0" indent="0">
              <a:buNone/>
            </a:pPr>
            <a:endParaRPr lang="en-US" dirty="0"/>
          </a:p>
        </p:txBody>
      </p:sp>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498474" y="423862"/>
            <a:ext cx="8366125" cy="2586037"/>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498725" y="1454150"/>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1003301" y="741362"/>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2" name="Title 1">
            <a:extLst>
              <a:ext uri="{FF2B5EF4-FFF2-40B4-BE49-F238E27FC236}">
                <a16:creationId xmlns:a16="http://schemas.microsoft.com/office/drawing/2014/main" id="{EE7E76A1-DF46-4876-8DD4-2BC8D71ADCBA}"/>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16904827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6" name="Rectangle 41">
            <a:extLst>
              <a:ext uri="{FF2B5EF4-FFF2-40B4-BE49-F238E27FC236}">
                <a16:creationId xmlns:a16="http://schemas.microsoft.com/office/drawing/2014/main" id="{7F9AC09F-78D4-4170-B12A-FB6F27141E7E}"/>
              </a:ext>
            </a:extLst>
          </p:cNvPr>
          <p:cNvSpPr>
            <a:spLocks noChangeArrowheads="1"/>
          </p:cNvSpPr>
          <p:nvPr/>
        </p:nvSpPr>
        <p:spPr bwMode="auto">
          <a:xfrm>
            <a:off x="2839657" y="1745488"/>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7" name="Rectangle 39">
            <a:extLst>
              <a:ext uri="{FF2B5EF4-FFF2-40B4-BE49-F238E27FC236}">
                <a16:creationId xmlns:a16="http://schemas.microsoft.com/office/drawing/2014/main" id="{A881BD98-04A8-458A-8A74-2CAF0F160561}"/>
              </a:ext>
            </a:extLst>
          </p:cNvPr>
          <p:cNvSpPr>
            <a:spLocks noChangeArrowheads="1"/>
          </p:cNvSpPr>
          <p:nvPr/>
        </p:nvSpPr>
        <p:spPr bwMode="auto">
          <a:xfrm>
            <a:off x="842582" y="1740726"/>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9" name="Group 18">
            <a:extLst>
              <a:ext uri="{FF2B5EF4-FFF2-40B4-BE49-F238E27FC236}">
                <a16:creationId xmlns:a16="http://schemas.microsoft.com/office/drawing/2014/main" id="{0F825B6B-DCC7-43D6-B405-16CE972F94EC}"/>
              </a:ext>
            </a:extLst>
          </p:cNvPr>
          <p:cNvGrpSpPr>
            <a:grpSpLocks/>
          </p:cNvGrpSpPr>
          <p:nvPr/>
        </p:nvGrpSpPr>
        <p:grpSpPr bwMode="auto">
          <a:xfrm>
            <a:off x="2279269" y="1624838"/>
            <a:ext cx="4621213" cy="1028700"/>
            <a:chOff x="1098455" y="1454019"/>
            <a:chExt cx="7727044" cy="1028700"/>
          </a:xfrm>
        </p:grpSpPr>
        <p:sp>
          <p:nvSpPr>
            <p:cNvPr id="10" name="Rectangle 43">
              <a:extLst>
                <a:ext uri="{FF2B5EF4-FFF2-40B4-BE49-F238E27FC236}">
                  <a16:creationId xmlns:a16="http://schemas.microsoft.com/office/drawing/2014/main" id="{C5472943-311C-4029-8E40-18BFB1BD89C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1" name="Rectangle 42">
              <a:extLst>
                <a:ext uri="{FF2B5EF4-FFF2-40B4-BE49-F238E27FC236}">
                  <a16:creationId xmlns:a16="http://schemas.microsoft.com/office/drawing/2014/main" id="{A98388A7-56EF-4044-B8BB-46998131BB1D}"/>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274507" y="1707388"/>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6" name="Oval 15">
            <a:extLst>
              <a:ext uri="{FF2B5EF4-FFF2-40B4-BE49-F238E27FC236}">
                <a16:creationId xmlns:a16="http://schemas.microsoft.com/office/drawing/2014/main" id="{4E09DCD3-7C8B-449E-AEB8-3D5AAFC53D87}"/>
              </a:ext>
            </a:extLst>
          </p:cNvPr>
          <p:cNvSpPr/>
          <p:nvPr/>
        </p:nvSpPr>
        <p:spPr>
          <a:xfrm>
            <a:off x="2739644" y="17962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44F123F-55F1-4944-9274-473752F783A0}"/>
              </a:ext>
            </a:extLst>
          </p:cNvPr>
          <p:cNvSpPr/>
          <p:nvPr/>
        </p:nvSpPr>
        <p:spPr>
          <a:xfrm>
            <a:off x="2803144" y="2139188"/>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873DC9CF-B919-4F7D-913D-1F881E823B0B}"/>
              </a:ext>
            </a:extLst>
          </p:cNvPr>
          <p:cNvSpPr/>
          <p:nvPr/>
        </p:nvSpPr>
        <p:spPr>
          <a:xfrm>
            <a:off x="2954611" y="2283432"/>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432FE1D-0FAA-46B8-91DE-42C6CC76EB5A}"/>
              </a:ext>
            </a:extLst>
          </p:cNvPr>
          <p:cNvSpPr/>
          <p:nvPr/>
        </p:nvSpPr>
        <p:spPr>
          <a:xfrm>
            <a:off x="3019044" y="197408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A74C96D-D84F-4ACF-9EF6-44DCE5B2C107}"/>
              </a:ext>
            </a:extLst>
          </p:cNvPr>
          <p:cNvSpPr/>
          <p:nvPr/>
        </p:nvSpPr>
        <p:spPr>
          <a:xfrm>
            <a:off x="3679444" y="2050288"/>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AE50F1-8933-47DD-8FAB-D7307BFA2CFD}"/>
              </a:ext>
            </a:extLst>
          </p:cNvPr>
          <p:cNvSpPr/>
          <p:nvPr/>
        </p:nvSpPr>
        <p:spPr>
          <a:xfrm>
            <a:off x="4250944" y="2062988"/>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ED2308BB-3F93-4AD5-B861-B739F8906D54}"/>
              </a:ext>
            </a:extLst>
          </p:cNvPr>
          <p:cNvSpPr/>
          <p:nvPr/>
        </p:nvSpPr>
        <p:spPr>
          <a:xfrm>
            <a:off x="4987544" y="2062988"/>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EA367FDD-BCF8-4FC4-A3E3-02F5BBC6B5FD}"/>
              </a:ext>
            </a:extLst>
          </p:cNvPr>
          <p:cNvSpPr/>
          <p:nvPr/>
        </p:nvSpPr>
        <p:spPr>
          <a:xfrm>
            <a:off x="5711444" y="205028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5739E4D7-6C86-4D2C-9DDB-3534BFC1378C}"/>
              </a:ext>
            </a:extLst>
          </p:cNvPr>
          <p:cNvSpPr/>
          <p:nvPr/>
        </p:nvSpPr>
        <p:spPr>
          <a:xfrm>
            <a:off x="6397244" y="2050288"/>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BE61775-9C12-4EB0-8E2B-177024A0E757}"/>
              </a:ext>
            </a:extLst>
          </p:cNvPr>
          <p:cNvSpPr/>
          <p:nvPr/>
        </p:nvSpPr>
        <p:spPr>
          <a:xfrm>
            <a:off x="6994144" y="2037588"/>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E9A391AB-5CE9-42F6-99C7-F9B190354777}"/>
              </a:ext>
            </a:extLst>
          </p:cNvPr>
          <p:cNvCxnSpPr>
            <a:cxnSpLocks/>
          </p:cNvCxnSpPr>
          <p:nvPr/>
        </p:nvCxnSpPr>
        <p:spPr>
          <a:xfrm>
            <a:off x="3236808" y="21085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6B868F9A-B63A-4270-98F0-D0B94907FC35}"/>
              </a:ext>
            </a:extLst>
          </p:cNvPr>
          <p:cNvCxnSpPr>
            <a:cxnSpLocks/>
          </p:cNvCxnSpPr>
          <p:nvPr/>
        </p:nvCxnSpPr>
        <p:spPr>
          <a:xfrm>
            <a:off x="2969758" y="190860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649FC2C-5C14-47FB-BAAB-906C3A37DDC8}"/>
              </a:ext>
            </a:extLst>
          </p:cNvPr>
          <p:cNvCxnSpPr>
            <a:cxnSpLocks/>
          </p:cNvCxnSpPr>
          <p:nvPr/>
        </p:nvCxnSpPr>
        <p:spPr>
          <a:xfrm>
            <a:off x="3038268" y="2270733"/>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2DD5ED6-BC8F-4789-9A5E-86A70D343F01}"/>
              </a:ext>
            </a:extLst>
          </p:cNvPr>
          <p:cNvCxnSpPr>
            <a:cxnSpLocks/>
          </p:cNvCxnSpPr>
          <p:nvPr/>
        </p:nvCxnSpPr>
        <p:spPr>
          <a:xfrm>
            <a:off x="3182279" y="239796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EACA333-90D2-4B64-8FE3-714FBFF9863F}"/>
              </a:ext>
            </a:extLst>
          </p:cNvPr>
          <p:cNvCxnSpPr>
            <a:cxnSpLocks/>
          </p:cNvCxnSpPr>
          <p:nvPr/>
        </p:nvCxnSpPr>
        <p:spPr>
          <a:xfrm flipV="1">
            <a:off x="3854796" y="2016266"/>
            <a:ext cx="212522" cy="978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41AE4FE-797C-4C99-9D16-83501E07C8E1}"/>
              </a:ext>
            </a:extLst>
          </p:cNvPr>
          <p:cNvCxnSpPr>
            <a:cxnSpLocks/>
          </p:cNvCxnSpPr>
          <p:nvPr/>
        </p:nvCxnSpPr>
        <p:spPr>
          <a:xfrm flipH="1">
            <a:off x="4142819" y="2234380"/>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BCAC3638-78DB-482A-8AF6-6908C1918BA9}"/>
              </a:ext>
            </a:extLst>
          </p:cNvPr>
          <p:cNvCxnSpPr>
            <a:cxnSpLocks/>
          </p:cNvCxnSpPr>
          <p:nvPr/>
        </p:nvCxnSpPr>
        <p:spPr>
          <a:xfrm flipV="1">
            <a:off x="5080987" y="1882042"/>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26BBF2BF-04E5-4F46-B818-F1BD45D4D849}"/>
              </a:ext>
            </a:extLst>
          </p:cNvPr>
          <p:cNvCxnSpPr>
            <a:cxnSpLocks/>
          </p:cNvCxnSpPr>
          <p:nvPr/>
        </p:nvCxnSpPr>
        <p:spPr>
          <a:xfrm flipH="1">
            <a:off x="5636060" y="223438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7E3302F2-9641-4F89-86ED-896AFD8386BF}"/>
              </a:ext>
            </a:extLst>
          </p:cNvPr>
          <p:cNvCxnSpPr>
            <a:cxnSpLocks/>
          </p:cNvCxnSpPr>
          <p:nvPr/>
        </p:nvCxnSpPr>
        <p:spPr>
          <a:xfrm flipH="1" flipV="1">
            <a:off x="6323957" y="1907209"/>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816983AD-60EE-4076-835F-89420D8CDC12}"/>
              </a:ext>
            </a:extLst>
          </p:cNvPr>
          <p:cNvCxnSpPr>
            <a:cxnSpLocks/>
          </p:cNvCxnSpPr>
          <p:nvPr/>
        </p:nvCxnSpPr>
        <p:spPr>
          <a:xfrm flipV="1">
            <a:off x="7238358" y="2150490"/>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171823" y="148336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F4D13ACE-7EA0-46B6-97BA-B27BA489A67E}"/>
              </a:ext>
            </a:extLst>
          </p:cNvPr>
          <p:cNvSpPr/>
          <p:nvPr/>
        </p:nvSpPr>
        <p:spPr>
          <a:xfrm>
            <a:off x="7388543" y="1565125"/>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7886D297-2599-46FE-8794-D1C1AA66D924}"/>
              </a:ext>
            </a:extLst>
          </p:cNvPr>
          <p:cNvCxnSpPr>
            <a:cxnSpLocks/>
          </p:cNvCxnSpPr>
          <p:nvPr/>
        </p:nvCxnSpPr>
        <p:spPr>
          <a:xfrm flipH="1">
            <a:off x="8096439" y="166745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0A5F7C08-2B3C-4EB6-9194-76C7B5D1AD0E}"/>
              </a:ext>
            </a:extLst>
          </p:cNvPr>
          <p:cNvCxnSpPr>
            <a:cxnSpLocks/>
          </p:cNvCxnSpPr>
          <p:nvPr/>
        </p:nvCxnSpPr>
        <p:spPr>
          <a:xfrm flipH="1" flipV="1">
            <a:off x="7315256" y="1422046"/>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72" name="Group 71">
            <a:extLst>
              <a:ext uri="{FF2B5EF4-FFF2-40B4-BE49-F238E27FC236}">
                <a16:creationId xmlns:a16="http://schemas.microsoft.com/office/drawing/2014/main" id="{57591A92-11F9-4682-8CDF-2F83288D261A}"/>
              </a:ext>
            </a:extLst>
          </p:cNvPr>
          <p:cNvGrpSpPr/>
          <p:nvPr/>
        </p:nvGrpSpPr>
        <p:grpSpPr>
          <a:xfrm rot="8990946">
            <a:off x="6871105" y="2212010"/>
            <a:ext cx="1764368" cy="853930"/>
            <a:chOff x="5840602" y="3215780"/>
            <a:chExt cx="1764368" cy="853930"/>
          </a:xfrm>
        </p:grpSpPr>
        <p:sp>
          <p:nvSpPr>
            <p:cNvPr id="59" name="Oval 58">
              <a:extLst>
                <a:ext uri="{FF2B5EF4-FFF2-40B4-BE49-F238E27FC236}">
                  <a16:creationId xmlns:a16="http://schemas.microsoft.com/office/drawing/2014/main" id="{243D3014-180A-4B53-96E9-FC64E0C7D852}"/>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41" name="Rectangle 41">
            <a:extLst>
              <a:ext uri="{FF2B5EF4-FFF2-40B4-BE49-F238E27FC236}">
                <a16:creationId xmlns:a16="http://schemas.microsoft.com/office/drawing/2014/main" id="{A50DB616-4DD8-4866-93E4-4C6326305A21}"/>
              </a:ext>
            </a:extLst>
          </p:cNvPr>
          <p:cNvSpPr>
            <a:spLocks noChangeArrowheads="1"/>
          </p:cNvSpPr>
          <p:nvPr/>
        </p:nvSpPr>
        <p:spPr bwMode="auto">
          <a:xfrm>
            <a:off x="2289280" y="4520311"/>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142" name="Rectangle 41">
            <a:extLst>
              <a:ext uri="{FF2B5EF4-FFF2-40B4-BE49-F238E27FC236}">
                <a16:creationId xmlns:a16="http://schemas.microsoft.com/office/drawing/2014/main" id="{B8893645-C80C-406D-B56B-A8609717AC1E}"/>
              </a:ext>
            </a:extLst>
          </p:cNvPr>
          <p:cNvSpPr>
            <a:spLocks noChangeArrowheads="1"/>
          </p:cNvSpPr>
          <p:nvPr/>
        </p:nvSpPr>
        <p:spPr bwMode="auto">
          <a:xfrm>
            <a:off x="277916" y="3416998"/>
            <a:ext cx="8646628" cy="2849690"/>
          </a:xfrm>
          <a:prstGeom prst="rect">
            <a:avLst/>
          </a:prstGeom>
          <a:solidFill>
            <a:schemeClr val="accent1"/>
          </a:solidFill>
          <a:ln w="9525">
            <a:noFill/>
            <a:miter lim="800000"/>
            <a:headEnd/>
            <a:tailEnd/>
          </a:ln>
        </p:spPr>
        <p:txBody>
          <a:bodyPr wrap="none" anchor="ctr"/>
          <a:lstStyle/>
          <a:p>
            <a:endParaRPr lang="en-US" dirty="0"/>
          </a:p>
        </p:txBody>
      </p:sp>
      <p:sp>
        <p:nvSpPr>
          <p:cNvPr id="143" name="Rectangle 41">
            <a:extLst>
              <a:ext uri="{FF2B5EF4-FFF2-40B4-BE49-F238E27FC236}">
                <a16:creationId xmlns:a16="http://schemas.microsoft.com/office/drawing/2014/main" id="{F8CFC320-C4B6-4921-BC47-B99057395B28}"/>
              </a:ext>
            </a:extLst>
          </p:cNvPr>
          <p:cNvSpPr>
            <a:spLocks noChangeArrowheads="1"/>
          </p:cNvSpPr>
          <p:nvPr/>
        </p:nvSpPr>
        <p:spPr bwMode="auto">
          <a:xfrm>
            <a:off x="2838555" y="4567936"/>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144" name="Rectangle 39">
            <a:extLst>
              <a:ext uri="{FF2B5EF4-FFF2-40B4-BE49-F238E27FC236}">
                <a16:creationId xmlns:a16="http://schemas.microsoft.com/office/drawing/2014/main" id="{5BCCDE5F-631D-40E7-9CB7-A1864B6796FB}"/>
              </a:ext>
            </a:extLst>
          </p:cNvPr>
          <p:cNvSpPr>
            <a:spLocks noChangeArrowheads="1"/>
          </p:cNvSpPr>
          <p:nvPr/>
        </p:nvSpPr>
        <p:spPr bwMode="auto">
          <a:xfrm>
            <a:off x="5620512" y="4575366"/>
            <a:ext cx="1987296"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145" name="Group 18">
            <a:extLst>
              <a:ext uri="{FF2B5EF4-FFF2-40B4-BE49-F238E27FC236}">
                <a16:creationId xmlns:a16="http://schemas.microsoft.com/office/drawing/2014/main" id="{855AA1CE-D0E6-4DBA-AF01-25C89C3F6EE1}"/>
              </a:ext>
            </a:extLst>
          </p:cNvPr>
          <p:cNvGrpSpPr>
            <a:grpSpLocks/>
          </p:cNvGrpSpPr>
          <p:nvPr/>
        </p:nvGrpSpPr>
        <p:grpSpPr bwMode="auto">
          <a:xfrm>
            <a:off x="2278167" y="4447286"/>
            <a:ext cx="4621213" cy="1028700"/>
            <a:chOff x="1098455" y="1454019"/>
            <a:chExt cx="7727044" cy="1028700"/>
          </a:xfrm>
        </p:grpSpPr>
        <p:sp>
          <p:nvSpPr>
            <p:cNvPr id="146" name="Rectangle 43">
              <a:extLst>
                <a:ext uri="{FF2B5EF4-FFF2-40B4-BE49-F238E27FC236}">
                  <a16:creationId xmlns:a16="http://schemas.microsoft.com/office/drawing/2014/main" id="{FF6DCBFD-5044-4FC9-A4DB-6D378A5CA65F}"/>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147" name="Rectangle 42">
              <a:extLst>
                <a:ext uri="{FF2B5EF4-FFF2-40B4-BE49-F238E27FC236}">
                  <a16:creationId xmlns:a16="http://schemas.microsoft.com/office/drawing/2014/main" id="{FB73BF8E-1B53-4674-A0AA-88D62260DC24}"/>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148" name="Rectangle 45">
            <a:extLst>
              <a:ext uri="{FF2B5EF4-FFF2-40B4-BE49-F238E27FC236}">
                <a16:creationId xmlns:a16="http://schemas.microsoft.com/office/drawing/2014/main" id="{69A0F532-FCB1-49EA-BF3E-0FD9B719811E}"/>
              </a:ext>
            </a:extLst>
          </p:cNvPr>
          <p:cNvSpPr>
            <a:spLocks noChangeArrowheads="1"/>
          </p:cNvSpPr>
          <p:nvPr/>
        </p:nvSpPr>
        <p:spPr bwMode="auto">
          <a:xfrm>
            <a:off x="2273405" y="4529836"/>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49" name="Line 168">
            <a:extLst>
              <a:ext uri="{FF2B5EF4-FFF2-40B4-BE49-F238E27FC236}">
                <a16:creationId xmlns:a16="http://schemas.microsoft.com/office/drawing/2014/main" id="{F9589C23-C936-4096-9B30-44EC3355996F}"/>
              </a:ext>
            </a:extLst>
          </p:cNvPr>
          <p:cNvSpPr>
            <a:spLocks noChangeShapeType="1"/>
          </p:cNvSpPr>
          <p:nvPr/>
        </p:nvSpPr>
        <p:spPr bwMode="auto">
          <a:xfrm>
            <a:off x="4413355" y="5572824"/>
            <a:ext cx="44450" cy="1587"/>
          </a:xfrm>
          <a:prstGeom prst="line">
            <a:avLst/>
          </a:prstGeom>
          <a:noFill/>
          <a:ln w="28">
            <a:solidFill>
              <a:srgbClr val="FF0000"/>
            </a:solidFill>
            <a:round/>
            <a:headEnd/>
            <a:tailEnd/>
          </a:ln>
        </p:spPr>
        <p:txBody>
          <a:bodyPr/>
          <a:lstStyle/>
          <a:p>
            <a:endParaRPr lang="en-US" dirty="0"/>
          </a:p>
        </p:txBody>
      </p:sp>
      <p:sp>
        <p:nvSpPr>
          <p:cNvPr id="150" name="Rectangle 41">
            <a:extLst>
              <a:ext uri="{FF2B5EF4-FFF2-40B4-BE49-F238E27FC236}">
                <a16:creationId xmlns:a16="http://schemas.microsoft.com/office/drawing/2014/main" id="{835F5320-1B8B-49E2-8693-3C19D3BE7887}"/>
              </a:ext>
            </a:extLst>
          </p:cNvPr>
          <p:cNvSpPr>
            <a:spLocks noChangeArrowheads="1"/>
          </p:cNvSpPr>
          <p:nvPr/>
        </p:nvSpPr>
        <p:spPr bwMode="auto">
          <a:xfrm>
            <a:off x="782743" y="3734498"/>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151" name="Oval 150">
            <a:extLst>
              <a:ext uri="{FF2B5EF4-FFF2-40B4-BE49-F238E27FC236}">
                <a16:creationId xmlns:a16="http://schemas.microsoft.com/office/drawing/2014/main" id="{CC5C7426-4375-425A-8376-6B0F4B57BF9D}"/>
              </a:ext>
            </a:extLst>
          </p:cNvPr>
          <p:cNvSpPr/>
          <p:nvPr/>
        </p:nvSpPr>
        <p:spPr>
          <a:xfrm>
            <a:off x="3787054" y="469188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Oval 151">
            <a:extLst>
              <a:ext uri="{FF2B5EF4-FFF2-40B4-BE49-F238E27FC236}">
                <a16:creationId xmlns:a16="http://schemas.microsoft.com/office/drawing/2014/main" id="{E7CBCE4A-F112-4642-8066-FC7753BF4897}"/>
              </a:ext>
            </a:extLst>
          </p:cNvPr>
          <p:cNvSpPr/>
          <p:nvPr/>
        </p:nvSpPr>
        <p:spPr>
          <a:xfrm>
            <a:off x="3265338" y="4900676"/>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 name="Oval 152">
            <a:extLst>
              <a:ext uri="{FF2B5EF4-FFF2-40B4-BE49-F238E27FC236}">
                <a16:creationId xmlns:a16="http://schemas.microsoft.com/office/drawing/2014/main" id="{F564C753-896A-44C8-BAAB-B8A1FD854DCD}"/>
              </a:ext>
            </a:extLst>
          </p:cNvPr>
          <p:cNvSpPr/>
          <p:nvPr/>
        </p:nvSpPr>
        <p:spPr>
          <a:xfrm>
            <a:off x="3599685" y="5008344"/>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4" name="Oval 153">
            <a:extLst>
              <a:ext uri="{FF2B5EF4-FFF2-40B4-BE49-F238E27FC236}">
                <a16:creationId xmlns:a16="http://schemas.microsoft.com/office/drawing/2014/main" id="{0AFDD00D-BD55-4E51-BFC2-02CB81AEBF7B}"/>
              </a:ext>
            </a:extLst>
          </p:cNvPr>
          <p:cNvSpPr/>
          <p:nvPr/>
        </p:nvSpPr>
        <p:spPr>
          <a:xfrm>
            <a:off x="3505622" y="4674616"/>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02E7E6D9-EA84-42F4-BA91-AF59430E049B}"/>
              </a:ext>
            </a:extLst>
          </p:cNvPr>
          <p:cNvSpPr/>
          <p:nvPr/>
        </p:nvSpPr>
        <p:spPr>
          <a:xfrm>
            <a:off x="4031910" y="5019040"/>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6" name="Oval 155">
            <a:extLst>
              <a:ext uri="{FF2B5EF4-FFF2-40B4-BE49-F238E27FC236}">
                <a16:creationId xmlns:a16="http://schemas.microsoft.com/office/drawing/2014/main" id="{AAB8AAF5-D502-4110-9756-18CADAA35287}"/>
              </a:ext>
            </a:extLst>
          </p:cNvPr>
          <p:cNvSpPr/>
          <p:nvPr/>
        </p:nvSpPr>
        <p:spPr>
          <a:xfrm>
            <a:off x="6346866" y="5068316"/>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EA126220-90A5-48B5-8BBF-F52EE79C2B24}"/>
              </a:ext>
            </a:extLst>
          </p:cNvPr>
          <p:cNvSpPr/>
          <p:nvPr/>
        </p:nvSpPr>
        <p:spPr>
          <a:xfrm>
            <a:off x="6498250" y="4800092"/>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ADF079A5-27B7-4739-A503-FEE66C747313}"/>
              </a:ext>
            </a:extLst>
          </p:cNvPr>
          <p:cNvSpPr/>
          <p:nvPr/>
        </p:nvSpPr>
        <p:spPr>
          <a:xfrm>
            <a:off x="6710086" y="5031232"/>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6BCEA0D5-714F-4595-967A-A2CF4EC4A3E9}"/>
              </a:ext>
            </a:extLst>
          </p:cNvPr>
          <p:cNvSpPr/>
          <p:nvPr/>
        </p:nvSpPr>
        <p:spPr>
          <a:xfrm>
            <a:off x="6749710" y="465328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Oval 159">
            <a:extLst>
              <a:ext uri="{FF2B5EF4-FFF2-40B4-BE49-F238E27FC236}">
                <a16:creationId xmlns:a16="http://schemas.microsoft.com/office/drawing/2014/main" id="{91B28832-766A-46F1-ACF2-1CA2A3A4B3A1}"/>
              </a:ext>
            </a:extLst>
          </p:cNvPr>
          <p:cNvSpPr/>
          <p:nvPr/>
        </p:nvSpPr>
        <p:spPr>
          <a:xfrm>
            <a:off x="6993042" y="4860036"/>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Arrow Connector 160">
            <a:extLst>
              <a:ext uri="{FF2B5EF4-FFF2-40B4-BE49-F238E27FC236}">
                <a16:creationId xmlns:a16="http://schemas.microsoft.com/office/drawing/2014/main" id="{58EDD6F1-5198-4C7F-AB55-F407FBD5EEE7}"/>
              </a:ext>
            </a:extLst>
          </p:cNvPr>
          <p:cNvCxnSpPr>
            <a:cxnSpLocks/>
          </p:cNvCxnSpPr>
          <p:nvPr/>
        </p:nvCxnSpPr>
        <p:spPr>
          <a:xfrm>
            <a:off x="6515354" y="519921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Straight Arrow Connector 161">
            <a:extLst>
              <a:ext uri="{FF2B5EF4-FFF2-40B4-BE49-F238E27FC236}">
                <a16:creationId xmlns:a16="http://schemas.microsoft.com/office/drawing/2014/main" id="{A9BB7AC0-261C-47F5-A416-E4C3064F31F2}"/>
              </a:ext>
            </a:extLst>
          </p:cNvPr>
          <p:cNvCxnSpPr>
            <a:cxnSpLocks/>
          </p:cNvCxnSpPr>
          <p:nvPr/>
        </p:nvCxnSpPr>
        <p:spPr>
          <a:xfrm>
            <a:off x="6943248" y="474324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Straight Arrow Connector 162">
            <a:extLst>
              <a:ext uri="{FF2B5EF4-FFF2-40B4-BE49-F238E27FC236}">
                <a16:creationId xmlns:a16="http://schemas.microsoft.com/office/drawing/2014/main" id="{4342E18D-989E-425E-91F9-D997B9999F3C}"/>
              </a:ext>
            </a:extLst>
          </p:cNvPr>
          <p:cNvCxnSpPr>
            <a:cxnSpLocks/>
          </p:cNvCxnSpPr>
          <p:nvPr/>
        </p:nvCxnSpPr>
        <p:spPr>
          <a:xfrm>
            <a:off x="6950798" y="5154141"/>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4" name="Straight Arrow Connector 163">
            <a:extLst>
              <a:ext uri="{FF2B5EF4-FFF2-40B4-BE49-F238E27FC236}">
                <a16:creationId xmlns:a16="http://schemas.microsoft.com/office/drawing/2014/main" id="{7F5C45AA-A1E4-4508-A3CB-AAA16CCC44CB}"/>
              </a:ext>
            </a:extLst>
          </p:cNvPr>
          <p:cNvCxnSpPr>
            <a:cxnSpLocks/>
          </p:cNvCxnSpPr>
          <p:nvPr/>
        </p:nvCxnSpPr>
        <p:spPr>
          <a:xfrm>
            <a:off x="6716857" y="4939998"/>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5" name="Straight Arrow Connector 164">
            <a:extLst>
              <a:ext uri="{FF2B5EF4-FFF2-40B4-BE49-F238E27FC236}">
                <a16:creationId xmlns:a16="http://schemas.microsoft.com/office/drawing/2014/main" id="{689C723B-86B8-45C9-A77B-8F4696760385}"/>
              </a:ext>
            </a:extLst>
          </p:cNvPr>
          <p:cNvCxnSpPr>
            <a:cxnSpLocks/>
          </p:cNvCxnSpPr>
          <p:nvPr/>
        </p:nvCxnSpPr>
        <p:spPr>
          <a:xfrm flipH="1" flipV="1">
            <a:off x="3328416" y="4765900"/>
            <a:ext cx="208286"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6" name="Straight Arrow Connector 165">
            <a:extLst>
              <a:ext uri="{FF2B5EF4-FFF2-40B4-BE49-F238E27FC236}">
                <a16:creationId xmlns:a16="http://schemas.microsoft.com/office/drawing/2014/main" id="{45D7636A-88F8-494E-89BF-DA5431551A5C}"/>
              </a:ext>
            </a:extLst>
          </p:cNvPr>
          <p:cNvCxnSpPr>
            <a:cxnSpLocks/>
          </p:cNvCxnSpPr>
          <p:nvPr/>
        </p:nvCxnSpPr>
        <p:spPr>
          <a:xfrm flipH="1">
            <a:off x="6872725" y="492271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7" name="Straight Arrow Connector 166">
            <a:extLst>
              <a:ext uri="{FF2B5EF4-FFF2-40B4-BE49-F238E27FC236}">
                <a16:creationId xmlns:a16="http://schemas.microsoft.com/office/drawing/2014/main" id="{98AEB3CB-C81F-40B9-90B0-E24C3697DF07}"/>
              </a:ext>
            </a:extLst>
          </p:cNvPr>
          <p:cNvCxnSpPr>
            <a:cxnSpLocks/>
          </p:cNvCxnSpPr>
          <p:nvPr/>
        </p:nvCxnSpPr>
        <p:spPr>
          <a:xfrm flipH="1">
            <a:off x="3901441" y="5169408"/>
            <a:ext cx="195071" cy="17068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8" name="Straight Arrow Connector 167">
            <a:extLst>
              <a:ext uri="{FF2B5EF4-FFF2-40B4-BE49-F238E27FC236}">
                <a16:creationId xmlns:a16="http://schemas.microsoft.com/office/drawing/2014/main" id="{9AA6E7C7-1706-4DF8-8436-4E052D1B1E8E}"/>
              </a:ext>
            </a:extLst>
          </p:cNvPr>
          <p:cNvCxnSpPr>
            <a:cxnSpLocks/>
          </p:cNvCxnSpPr>
          <p:nvPr/>
        </p:nvCxnSpPr>
        <p:spPr>
          <a:xfrm flipH="1">
            <a:off x="3511296" y="5105600"/>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9" name="Straight Arrow Connector 168">
            <a:extLst>
              <a:ext uri="{FF2B5EF4-FFF2-40B4-BE49-F238E27FC236}">
                <a16:creationId xmlns:a16="http://schemas.microsoft.com/office/drawing/2014/main" id="{06C026E5-B314-46E7-9B52-B1BE4CB0F9DB}"/>
              </a:ext>
            </a:extLst>
          </p:cNvPr>
          <p:cNvCxnSpPr>
            <a:cxnSpLocks/>
          </p:cNvCxnSpPr>
          <p:nvPr/>
        </p:nvCxnSpPr>
        <p:spPr>
          <a:xfrm flipH="1" flipV="1">
            <a:off x="3689383" y="459554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0" name="Straight Arrow Connector 169">
            <a:extLst>
              <a:ext uri="{FF2B5EF4-FFF2-40B4-BE49-F238E27FC236}">
                <a16:creationId xmlns:a16="http://schemas.microsoft.com/office/drawing/2014/main" id="{E09CC0A9-DF3C-4955-BF8F-6751373AC384}"/>
              </a:ext>
            </a:extLst>
          </p:cNvPr>
          <p:cNvCxnSpPr>
            <a:cxnSpLocks/>
          </p:cNvCxnSpPr>
          <p:nvPr/>
        </p:nvCxnSpPr>
        <p:spPr>
          <a:xfrm flipH="1" flipV="1">
            <a:off x="3048000" y="4997323"/>
            <a:ext cx="190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1" name="Line 168">
            <a:extLst>
              <a:ext uri="{FF2B5EF4-FFF2-40B4-BE49-F238E27FC236}">
                <a16:creationId xmlns:a16="http://schemas.microsoft.com/office/drawing/2014/main" id="{16D0D26E-6A0D-44C2-BAA4-DFD5081B298B}"/>
              </a:ext>
            </a:extLst>
          </p:cNvPr>
          <p:cNvSpPr>
            <a:spLocks noChangeShapeType="1"/>
          </p:cNvSpPr>
          <p:nvPr/>
        </p:nvSpPr>
        <p:spPr bwMode="auto">
          <a:xfrm>
            <a:off x="2967708" y="5622095"/>
            <a:ext cx="44450" cy="1587"/>
          </a:xfrm>
          <a:prstGeom prst="line">
            <a:avLst/>
          </a:prstGeom>
          <a:noFill/>
          <a:ln w="28">
            <a:solidFill>
              <a:srgbClr val="FF0000"/>
            </a:solidFill>
            <a:round/>
            <a:headEnd/>
            <a:tailEnd/>
          </a:ln>
        </p:spPr>
        <p:txBody>
          <a:bodyPr/>
          <a:lstStyle/>
          <a:p>
            <a:endParaRPr lang="en-US" dirty="0"/>
          </a:p>
        </p:txBody>
      </p:sp>
      <p:sp>
        <p:nvSpPr>
          <p:cNvPr id="172" name="Oval 171">
            <a:extLst>
              <a:ext uri="{FF2B5EF4-FFF2-40B4-BE49-F238E27FC236}">
                <a16:creationId xmlns:a16="http://schemas.microsoft.com/office/drawing/2014/main" id="{BAB96CCE-D7D0-4767-BE24-5A02A9D6D389}"/>
              </a:ext>
            </a:extLst>
          </p:cNvPr>
          <p:cNvSpPr/>
          <p:nvPr/>
        </p:nvSpPr>
        <p:spPr>
          <a:xfrm>
            <a:off x="7789763" y="393048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3" name="Oval 172">
            <a:extLst>
              <a:ext uri="{FF2B5EF4-FFF2-40B4-BE49-F238E27FC236}">
                <a16:creationId xmlns:a16="http://schemas.microsoft.com/office/drawing/2014/main" id="{7E8696B3-3E3A-40D4-8AAB-0A5361EEE4A9}"/>
              </a:ext>
            </a:extLst>
          </p:cNvPr>
          <p:cNvSpPr/>
          <p:nvPr/>
        </p:nvSpPr>
        <p:spPr>
          <a:xfrm>
            <a:off x="8170721" y="430580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 name="Oval 173">
            <a:extLst>
              <a:ext uri="{FF2B5EF4-FFF2-40B4-BE49-F238E27FC236}">
                <a16:creationId xmlns:a16="http://schemas.microsoft.com/office/drawing/2014/main" id="{9EA69D6E-39AD-4430-B2ED-6C644054078A}"/>
              </a:ext>
            </a:extLst>
          </p:cNvPr>
          <p:cNvSpPr/>
          <p:nvPr/>
        </p:nvSpPr>
        <p:spPr>
          <a:xfrm>
            <a:off x="7387441" y="4387573"/>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Oval 174">
            <a:extLst>
              <a:ext uri="{FF2B5EF4-FFF2-40B4-BE49-F238E27FC236}">
                <a16:creationId xmlns:a16="http://schemas.microsoft.com/office/drawing/2014/main" id="{22ADFF0A-2547-4260-8FBB-C62BC9065FFB}"/>
              </a:ext>
            </a:extLst>
          </p:cNvPr>
          <p:cNvSpPr/>
          <p:nvPr/>
        </p:nvSpPr>
        <p:spPr>
          <a:xfrm>
            <a:off x="6902161" y="37960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6" name="Straight Arrow Connector 175">
            <a:extLst>
              <a:ext uri="{FF2B5EF4-FFF2-40B4-BE49-F238E27FC236}">
                <a16:creationId xmlns:a16="http://schemas.microsoft.com/office/drawing/2014/main" id="{D13E2895-455E-4F48-8A3B-92B5B24FFED2}"/>
              </a:ext>
            </a:extLst>
          </p:cNvPr>
          <p:cNvCxnSpPr>
            <a:cxnSpLocks/>
          </p:cNvCxnSpPr>
          <p:nvPr/>
        </p:nvCxnSpPr>
        <p:spPr>
          <a:xfrm flipV="1">
            <a:off x="7883206" y="374954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a:extLst>
              <a:ext uri="{FF2B5EF4-FFF2-40B4-BE49-F238E27FC236}">
                <a16:creationId xmlns:a16="http://schemas.microsoft.com/office/drawing/2014/main" id="{572846B6-A5D2-4F71-8D06-4A2CA57BB5E9}"/>
              </a:ext>
            </a:extLst>
          </p:cNvPr>
          <p:cNvCxnSpPr>
            <a:cxnSpLocks/>
          </p:cNvCxnSpPr>
          <p:nvPr/>
        </p:nvCxnSpPr>
        <p:spPr>
          <a:xfrm flipH="1">
            <a:off x="8095337" y="4489904"/>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8" name="Straight Arrow Connector 177">
            <a:extLst>
              <a:ext uri="{FF2B5EF4-FFF2-40B4-BE49-F238E27FC236}">
                <a16:creationId xmlns:a16="http://schemas.microsoft.com/office/drawing/2014/main" id="{E660FCFA-13B3-44AC-A018-1958A4329659}"/>
              </a:ext>
            </a:extLst>
          </p:cNvPr>
          <p:cNvCxnSpPr>
            <a:cxnSpLocks/>
          </p:cNvCxnSpPr>
          <p:nvPr/>
        </p:nvCxnSpPr>
        <p:spPr>
          <a:xfrm flipH="1" flipV="1">
            <a:off x="7314154" y="4244494"/>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9" name="Straight Arrow Connector 178">
            <a:extLst>
              <a:ext uri="{FF2B5EF4-FFF2-40B4-BE49-F238E27FC236}">
                <a16:creationId xmlns:a16="http://schemas.microsoft.com/office/drawing/2014/main" id="{15176580-2F60-4B56-BD2C-BEB0AE8C2B91}"/>
              </a:ext>
            </a:extLst>
          </p:cNvPr>
          <p:cNvCxnSpPr>
            <a:cxnSpLocks/>
          </p:cNvCxnSpPr>
          <p:nvPr/>
        </p:nvCxnSpPr>
        <p:spPr>
          <a:xfrm flipV="1">
            <a:off x="7146375" y="390893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80" name="Group 179">
            <a:extLst>
              <a:ext uri="{FF2B5EF4-FFF2-40B4-BE49-F238E27FC236}">
                <a16:creationId xmlns:a16="http://schemas.microsoft.com/office/drawing/2014/main" id="{1E04A46F-C9DD-4186-A017-61B724202EAC}"/>
              </a:ext>
            </a:extLst>
          </p:cNvPr>
          <p:cNvGrpSpPr/>
          <p:nvPr/>
        </p:nvGrpSpPr>
        <p:grpSpPr>
          <a:xfrm rot="8990946">
            <a:off x="6870003" y="5034458"/>
            <a:ext cx="1764368" cy="853930"/>
            <a:chOff x="5840602" y="3215780"/>
            <a:chExt cx="1764368" cy="853930"/>
          </a:xfrm>
        </p:grpSpPr>
        <p:sp>
          <p:nvSpPr>
            <p:cNvPr id="181" name="Oval 180">
              <a:extLst>
                <a:ext uri="{FF2B5EF4-FFF2-40B4-BE49-F238E27FC236}">
                  <a16:creationId xmlns:a16="http://schemas.microsoft.com/office/drawing/2014/main" id="{6686B539-97E6-481C-8887-1031FA7B5D28}"/>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Oval 181">
              <a:extLst>
                <a:ext uri="{FF2B5EF4-FFF2-40B4-BE49-F238E27FC236}">
                  <a16:creationId xmlns:a16="http://schemas.microsoft.com/office/drawing/2014/main" id="{E4C345DE-47A7-4361-A760-E046314033A9}"/>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Oval 182">
              <a:extLst>
                <a:ext uri="{FF2B5EF4-FFF2-40B4-BE49-F238E27FC236}">
                  <a16:creationId xmlns:a16="http://schemas.microsoft.com/office/drawing/2014/main" id="{E144CD39-A795-4DC5-AF89-8CBA455007BF}"/>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Oval 183">
              <a:extLst>
                <a:ext uri="{FF2B5EF4-FFF2-40B4-BE49-F238E27FC236}">
                  <a16:creationId xmlns:a16="http://schemas.microsoft.com/office/drawing/2014/main" id="{766750A1-D2F4-47A8-B892-941636C6C373}"/>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5" name="Straight Arrow Connector 184">
              <a:extLst>
                <a:ext uri="{FF2B5EF4-FFF2-40B4-BE49-F238E27FC236}">
                  <a16:creationId xmlns:a16="http://schemas.microsoft.com/office/drawing/2014/main" id="{1FD12904-F849-4613-BDE3-051AF2BC171F}"/>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Straight Arrow Connector 185">
              <a:extLst>
                <a:ext uri="{FF2B5EF4-FFF2-40B4-BE49-F238E27FC236}">
                  <a16:creationId xmlns:a16="http://schemas.microsoft.com/office/drawing/2014/main" id="{661CFC80-5FA2-49EE-8486-93D1A1B44DDE}"/>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Straight Arrow Connector 186">
              <a:extLst>
                <a:ext uri="{FF2B5EF4-FFF2-40B4-BE49-F238E27FC236}">
                  <a16:creationId xmlns:a16="http://schemas.microsoft.com/office/drawing/2014/main" id="{0401C1B0-5F84-47E1-ACD6-C0B5C04E11FB}"/>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8" name="Straight Arrow Connector 187">
              <a:extLst>
                <a:ext uri="{FF2B5EF4-FFF2-40B4-BE49-F238E27FC236}">
                  <a16:creationId xmlns:a16="http://schemas.microsoft.com/office/drawing/2014/main" id="{14E8D634-46C7-4DBF-8DC6-EA8748DB0988}"/>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89" name="Group 188">
            <a:extLst>
              <a:ext uri="{FF2B5EF4-FFF2-40B4-BE49-F238E27FC236}">
                <a16:creationId xmlns:a16="http://schemas.microsoft.com/office/drawing/2014/main" id="{FAF2ADAA-2138-4BED-89E4-167B3EF7A5C0}"/>
              </a:ext>
            </a:extLst>
          </p:cNvPr>
          <p:cNvGrpSpPr/>
          <p:nvPr/>
        </p:nvGrpSpPr>
        <p:grpSpPr>
          <a:xfrm flipH="1">
            <a:off x="3879589" y="5637178"/>
            <a:ext cx="2457625" cy="869921"/>
            <a:chOff x="4209875" y="3534058"/>
            <a:chExt cx="2457625" cy="869921"/>
          </a:xfrm>
        </p:grpSpPr>
        <p:sp>
          <p:nvSpPr>
            <p:cNvPr id="190" name="Line 168">
              <a:extLst>
                <a:ext uri="{FF2B5EF4-FFF2-40B4-BE49-F238E27FC236}">
                  <a16:creationId xmlns:a16="http://schemas.microsoft.com/office/drawing/2014/main" id="{AB06BAC0-2936-4770-BF7A-2A9CA7320D25}"/>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191" name="Oval 190">
              <a:extLst>
                <a:ext uri="{FF2B5EF4-FFF2-40B4-BE49-F238E27FC236}">
                  <a16:creationId xmlns:a16="http://schemas.microsoft.com/office/drawing/2014/main" id="{266A60F9-0DD7-49CF-A099-8627331523E0}"/>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2" name="Oval 191">
              <a:extLst>
                <a:ext uri="{FF2B5EF4-FFF2-40B4-BE49-F238E27FC236}">
                  <a16:creationId xmlns:a16="http://schemas.microsoft.com/office/drawing/2014/main" id="{402A2E4B-4C18-4B3E-9EDE-49500C5A7390}"/>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3" name="Oval 192">
              <a:extLst>
                <a:ext uri="{FF2B5EF4-FFF2-40B4-BE49-F238E27FC236}">
                  <a16:creationId xmlns:a16="http://schemas.microsoft.com/office/drawing/2014/main" id="{68A98286-A340-461D-BF4C-88C0F2E781E4}"/>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 name="Oval 193">
              <a:extLst>
                <a:ext uri="{FF2B5EF4-FFF2-40B4-BE49-F238E27FC236}">
                  <a16:creationId xmlns:a16="http://schemas.microsoft.com/office/drawing/2014/main" id="{BF40105F-9130-4B4B-915C-5EF74DD32740}"/>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5" name="Straight Arrow Connector 194">
              <a:extLst>
                <a:ext uri="{FF2B5EF4-FFF2-40B4-BE49-F238E27FC236}">
                  <a16:creationId xmlns:a16="http://schemas.microsoft.com/office/drawing/2014/main" id="{15A21BC7-8D2D-4C24-8D72-5FAB7AE14A73}"/>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6" name="Straight Arrow Connector 195">
              <a:extLst>
                <a:ext uri="{FF2B5EF4-FFF2-40B4-BE49-F238E27FC236}">
                  <a16:creationId xmlns:a16="http://schemas.microsoft.com/office/drawing/2014/main" id="{F60BF552-9696-433E-8E7D-731DEDDDEB7F}"/>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7" name="Straight Arrow Connector 196">
              <a:extLst>
                <a:ext uri="{FF2B5EF4-FFF2-40B4-BE49-F238E27FC236}">
                  <a16:creationId xmlns:a16="http://schemas.microsoft.com/office/drawing/2014/main" id="{6DB001A8-3693-4F69-97D9-E2395702A9E0}"/>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98" name="Straight Arrow Connector 197">
              <a:extLst>
                <a:ext uri="{FF2B5EF4-FFF2-40B4-BE49-F238E27FC236}">
                  <a16:creationId xmlns:a16="http://schemas.microsoft.com/office/drawing/2014/main" id="{3F8342AA-BA03-4ECB-A934-550180B81008}"/>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99" name="Group 198">
            <a:extLst>
              <a:ext uri="{FF2B5EF4-FFF2-40B4-BE49-F238E27FC236}">
                <a16:creationId xmlns:a16="http://schemas.microsoft.com/office/drawing/2014/main" id="{85862AE0-2B4E-47D7-993A-A332A3B92E4C}"/>
              </a:ext>
            </a:extLst>
          </p:cNvPr>
          <p:cNvGrpSpPr/>
          <p:nvPr/>
        </p:nvGrpSpPr>
        <p:grpSpPr>
          <a:xfrm flipH="1" flipV="1">
            <a:off x="3788148" y="3343275"/>
            <a:ext cx="2457625" cy="856869"/>
            <a:chOff x="4209875" y="3534058"/>
            <a:chExt cx="2457625" cy="869921"/>
          </a:xfrm>
        </p:grpSpPr>
        <p:sp>
          <p:nvSpPr>
            <p:cNvPr id="200" name="Line 168">
              <a:extLst>
                <a:ext uri="{FF2B5EF4-FFF2-40B4-BE49-F238E27FC236}">
                  <a16:creationId xmlns:a16="http://schemas.microsoft.com/office/drawing/2014/main" id="{91CD206F-3755-476E-8E53-A230FCCA9F0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201" name="Oval 200">
              <a:extLst>
                <a:ext uri="{FF2B5EF4-FFF2-40B4-BE49-F238E27FC236}">
                  <a16:creationId xmlns:a16="http://schemas.microsoft.com/office/drawing/2014/main" id="{FF143932-CA65-41AE-B0C0-E6CFC62A06A7}"/>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Oval 201">
              <a:extLst>
                <a:ext uri="{FF2B5EF4-FFF2-40B4-BE49-F238E27FC236}">
                  <a16:creationId xmlns:a16="http://schemas.microsoft.com/office/drawing/2014/main" id="{E2822107-5166-4F89-A270-2210FA83D67A}"/>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3" name="Oval 202">
              <a:extLst>
                <a:ext uri="{FF2B5EF4-FFF2-40B4-BE49-F238E27FC236}">
                  <a16:creationId xmlns:a16="http://schemas.microsoft.com/office/drawing/2014/main" id="{08B78221-21D8-4C0C-B0E6-115240979589}"/>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 name="Oval 203">
              <a:extLst>
                <a:ext uri="{FF2B5EF4-FFF2-40B4-BE49-F238E27FC236}">
                  <a16:creationId xmlns:a16="http://schemas.microsoft.com/office/drawing/2014/main" id="{A3B03E85-456F-4441-B80D-773FD291ACDD}"/>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5" name="Straight Arrow Connector 204">
              <a:extLst>
                <a:ext uri="{FF2B5EF4-FFF2-40B4-BE49-F238E27FC236}">
                  <a16:creationId xmlns:a16="http://schemas.microsoft.com/office/drawing/2014/main" id="{803DF586-0593-46AD-A80E-FA3779A10920}"/>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6" name="Straight Arrow Connector 205">
              <a:extLst>
                <a:ext uri="{FF2B5EF4-FFF2-40B4-BE49-F238E27FC236}">
                  <a16:creationId xmlns:a16="http://schemas.microsoft.com/office/drawing/2014/main" id="{332F3929-A1F8-44DF-A41D-ACB9CC503382}"/>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7" name="Straight Arrow Connector 206">
              <a:extLst>
                <a:ext uri="{FF2B5EF4-FFF2-40B4-BE49-F238E27FC236}">
                  <a16:creationId xmlns:a16="http://schemas.microsoft.com/office/drawing/2014/main" id="{9CC12E47-AAA0-434C-A5A3-B3BCE8E5F88A}"/>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8" name="Straight Arrow Connector 207">
              <a:extLst>
                <a:ext uri="{FF2B5EF4-FFF2-40B4-BE49-F238E27FC236}">
                  <a16:creationId xmlns:a16="http://schemas.microsoft.com/office/drawing/2014/main" id="{A3290B7D-54FC-42AA-A54E-942922FB5242}"/>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09" name="Group 208">
            <a:extLst>
              <a:ext uri="{FF2B5EF4-FFF2-40B4-BE49-F238E27FC236}">
                <a16:creationId xmlns:a16="http://schemas.microsoft.com/office/drawing/2014/main" id="{C803D707-E03C-4DB0-B6B8-0E1C388B1B5B}"/>
              </a:ext>
            </a:extLst>
          </p:cNvPr>
          <p:cNvGrpSpPr/>
          <p:nvPr/>
        </p:nvGrpSpPr>
        <p:grpSpPr>
          <a:xfrm rot="20270269">
            <a:off x="1170244" y="3675050"/>
            <a:ext cx="1764368" cy="853930"/>
            <a:chOff x="5840602" y="3215780"/>
            <a:chExt cx="1764368" cy="853930"/>
          </a:xfrm>
        </p:grpSpPr>
        <p:sp>
          <p:nvSpPr>
            <p:cNvPr id="210" name="Oval 209">
              <a:extLst>
                <a:ext uri="{FF2B5EF4-FFF2-40B4-BE49-F238E27FC236}">
                  <a16:creationId xmlns:a16="http://schemas.microsoft.com/office/drawing/2014/main" id="{08896924-1E6A-4678-874D-E37A8D05303D}"/>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1" name="Oval 210">
              <a:extLst>
                <a:ext uri="{FF2B5EF4-FFF2-40B4-BE49-F238E27FC236}">
                  <a16:creationId xmlns:a16="http://schemas.microsoft.com/office/drawing/2014/main" id="{B769853D-4F77-479F-B365-A4F56443BDD2}"/>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Oval 211">
              <a:extLst>
                <a:ext uri="{FF2B5EF4-FFF2-40B4-BE49-F238E27FC236}">
                  <a16:creationId xmlns:a16="http://schemas.microsoft.com/office/drawing/2014/main" id="{98396040-26A9-4072-909C-587A63CFD4ED}"/>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3" name="Oval 212">
              <a:extLst>
                <a:ext uri="{FF2B5EF4-FFF2-40B4-BE49-F238E27FC236}">
                  <a16:creationId xmlns:a16="http://schemas.microsoft.com/office/drawing/2014/main" id="{97061D9C-91A3-4CAD-8043-6DC91577129A}"/>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4" name="Straight Arrow Connector 213">
              <a:extLst>
                <a:ext uri="{FF2B5EF4-FFF2-40B4-BE49-F238E27FC236}">
                  <a16:creationId xmlns:a16="http://schemas.microsoft.com/office/drawing/2014/main" id="{C128639A-F85F-48BD-8E1D-D615F56F5532}"/>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5" name="Straight Arrow Connector 214">
              <a:extLst>
                <a:ext uri="{FF2B5EF4-FFF2-40B4-BE49-F238E27FC236}">
                  <a16:creationId xmlns:a16="http://schemas.microsoft.com/office/drawing/2014/main" id="{A3BB13DB-8E1F-4966-8A5D-AEC003372682}"/>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6" name="Straight Arrow Connector 215">
              <a:extLst>
                <a:ext uri="{FF2B5EF4-FFF2-40B4-BE49-F238E27FC236}">
                  <a16:creationId xmlns:a16="http://schemas.microsoft.com/office/drawing/2014/main" id="{AC6FE295-90D5-458A-83AF-B77580F3239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7" name="Straight Arrow Connector 216">
              <a:extLst>
                <a:ext uri="{FF2B5EF4-FFF2-40B4-BE49-F238E27FC236}">
                  <a16:creationId xmlns:a16="http://schemas.microsoft.com/office/drawing/2014/main" id="{CC946281-1602-4FFF-99CF-F1273AE280CA}"/>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8" name="Group 217">
            <a:extLst>
              <a:ext uri="{FF2B5EF4-FFF2-40B4-BE49-F238E27FC236}">
                <a16:creationId xmlns:a16="http://schemas.microsoft.com/office/drawing/2014/main" id="{1B73007D-9081-4C10-AD46-35465A5D8425}"/>
              </a:ext>
            </a:extLst>
          </p:cNvPr>
          <p:cNvGrpSpPr/>
          <p:nvPr/>
        </p:nvGrpSpPr>
        <p:grpSpPr>
          <a:xfrm rot="14390946">
            <a:off x="298516" y="4827194"/>
            <a:ext cx="1764368" cy="853930"/>
            <a:chOff x="5840602" y="3215780"/>
            <a:chExt cx="1764368" cy="853930"/>
          </a:xfrm>
        </p:grpSpPr>
        <p:sp>
          <p:nvSpPr>
            <p:cNvPr id="219" name="Oval 218">
              <a:extLst>
                <a:ext uri="{FF2B5EF4-FFF2-40B4-BE49-F238E27FC236}">
                  <a16:creationId xmlns:a16="http://schemas.microsoft.com/office/drawing/2014/main" id="{A7A811AA-674B-4521-91FF-03B4C3315ED7}"/>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0" name="Oval 219">
              <a:extLst>
                <a:ext uri="{FF2B5EF4-FFF2-40B4-BE49-F238E27FC236}">
                  <a16:creationId xmlns:a16="http://schemas.microsoft.com/office/drawing/2014/main" id="{DC8A9022-7DFC-427A-B0F9-7B57EB919E0B}"/>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1" name="Oval 220">
              <a:extLst>
                <a:ext uri="{FF2B5EF4-FFF2-40B4-BE49-F238E27FC236}">
                  <a16:creationId xmlns:a16="http://schemas.microsoft.com/office/drawing/2014/main" id="{30908295-39DB-477C-9749-561E1DA16B9C}"/>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2" name="Oval 221">
              <a:extLst>
                <a:ext uri="{FF2B5EF4-FFF2-40B4-BE49-F238E27FC236}">
                  <a16:creationId xmlns:a16="http://schemas.microsoft.com/office/drawing/2014/main" id="{EF87F73A-6B98-4104-A721-224C87BF4264}"/>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3" name="Straight Arrow Connector 222">
              <a:extLst>
                <a:ext uri="{FF2B5EF4-FFF2-40B4-BE49-F238E27FC236}">
                  <a16:creationId xmlns:a16="http://schemas.microsoft.com/office/drawing/2014/main" id="{AA8C790B-D95D-4433-8F77-3FBAC3BE5411}"/>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4" name="Straight Arrow Connector 223">
              <a:extLst>
                <a:ext uri="{FF2B5EF4-FFF2-40B4-BE49-F238E27FC236}">
                  <a16:creationId xmlns:a16="http://schemas.microsoft.com/office/drawing/2014/main" id="{7B2B777E-A31F-4174-9585-E1FC026528E3}"/>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5" name="Straight Arrow Connector 224">
              <a:extLst>
                <a:ext uri="{FF2B5EF4-FFF2-40B4-BE49-F238E27FC236}">
                  <a16:creationId xmlns:a16="http://schemas.microsoft.com/office/drawing/2014/main" id="{5D8E171D-DF74-4C84-A52F-3C4149797AC8}"/>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6" name="Straight Arrow Connector 225">
              <a:extLst>
                <a:ext uri="{FF2B5EF4-FFF2-40B4-BE49-F238E27FC236}">
                  <a16:creationId xmlns:a16="http://schemas.microsoft.com/office/drawing/2014/main" id="{30289542-AEFA-4597-BC65-162F97D0A557}"/>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27" name="Oval 226">
            <a:extLst>
              <a:ext uri="{FF2B5EF4-FFF2-40B4-BE49-F238E27FC236}">
                <a16:creationId xmlns:a16="http://schemas.microsoft.com/office/drawing/2014/main" id="{B0EFD68C-F739-4862-9D7E-540D85382B2B}"/>
              </a:ext>
            </a:extLst>
          </p:cNvPr>
          <p:cNvSpPr/>
          <p:nvPr/>
        </p:nvSpPr>
        <p:spPr>
          <a:xfrm>
            <a:off x="2919059" y="596045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8" name="Oval 227">
            <a:extLst>
              <a:ext uri="{FF2B5EF4-FFF2-40B4-BE49-F238E27FC236}">
                <a16:creationId xmlns:a16="http://schemas.microsoft.com/office/drawing/2014/main" id="{D5576BB7-2C6B-4B25-AA5B-C51928F2998E}"/>
              </a:ext>
            </a:extLst>
          </p:cNvPr>
          <p:cNvSpPr/>
          <p:nvPr/>
        </p:nvSpPr>
        <p:spPr>
          <a:xfrm>
            <a:off x="3458513" y="559206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Oval 228">
            <a:extLst>
              <a:ext uri="{FF2B5EF4-FFF2-40B4-BE49-F238E27FC236}">
                <a16:creationId xmlns:a16="http://schemas.microsoft.com/office/drawing/2014/main" id="{055435F4-8B88-4699-867D-F91F2339233A}"/>
              </a:ext>
            </a:extLst>
          </p:cNvPr>
          <p:cNvSpPr/>
          <p:nvPr/>
        </p:nvSpPr>
        <p:spPr>
          <a:xfrm>
            <a:off x="3211681" y="4137637"/>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0" name="Oval 229">
            <a:extLst>
              <a:ext uri="{FF2B5EF4-FFF2-40B4-BE49-F238E27FC236}">
                <a16:creationId xmlns:a16="http://schemas.microsoft.com/office/drawing/2014/main" id="{22DDA89C-A9C2-4688-B58D-63B662B9FA8B}"/>
              </a:ext>
            </a:extLst>
          </p:cNvPr>
          <p:cNvSpPr/>
          <p:nvPr/>
        </p:nvSpPr>
        <p:spPr>
          <a:xfrm>
            <a:off x="2031457" y="5826000"/>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1" name="Straight Arrow Connector 230">
            <a:extLst>
              <a:ext uri="{FF2B5EF4-FFF2-40B4-BE49-F238E27FC236}">
                <a16:creationId xmlns:a16="http://schemas.microsoft.com/office/drawing/2014/main" id="{045A469F-4B76-4C15-BFC9-B069D85D9D16}"/>
              </a:ext>
            </a:extLst>
          </p:cNvPr>
          <p:cNvCxnSpPr>
            <a:cxnSpLocks/>
          </p:cNvCxnSpPr>
          <p:nvPr/>
        </p:nvCxnSpPr>
        <p:spPr>
          <a:xfrm flipV="1">
            <a:off x="3012502" y="5779511"/>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2" name="Straight Arrow Connector 231">
            <a:extLst>
              <a:ext uri="{FF2B5EF4-FFF2-40B4-BE49-F238E27FC236}">
                <a16:creationId xmlns:a16="http://schemas.microsoft.com/office/drawing/2014/main" id="{9C7106F8-F2F5-4E0C-9408-F6B365E7D0B8}"/>
              </a:ext>
            </a:extLst>
          </p:cNvPr>
          <p:cNvCxnSpPr>
            <a:cxnSpLocks/>
          </p:cNvCxnSpPr>
          <p:nvPr/>
        </p:nvCxnSpPr>
        <p:spPr>
          <a:xfrm flipH="1">
            <a:off x="3383130" y="5772912"/>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3" name="Straight Arrow Connector 232">
            <a:extLst>
              <a:ext uri="{FF2B5EF4-FFF2-40B4-BE49-F238E27FC236}">
                <a16:creationId xmlns:a16="http://schemas.microsoft.com/office/drawing/2014/main" id="{6A8558A1-6FB8-4D7F-AFDD-35FD07670153}"/>
              </a:ext>
            </a:extLst>
          </p:cNvPr>
          <p:cNvCxnSpPr>
            <a:cxnSpLocks/>
          </p:cNvCxnSpPr>
          <p:nvPr/>
        </p:nvCxnSpPr>
        <p:spPr>
          <a:xfrm flipH="1" flipV="1">
            <a:off x="3138394" y="3994558"/>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4" name="Straight Arrow Connector 233">
            <a:extLst>
              <a:ext uri="{FF2B5EF4-FFF2-40B4-BE49-F238E27FC236}">
                <a16:creationId xmlns:a16="http://schemas.microsoft.com/office/drawing/2014/main" id="{B0575DAA-7539-4160-BDA3-04D0B6ACB072}"/>
              </a:ext>
            </a:extLst>
          </p:cNvPr>
          <p:cNvCxnSpPr>
            <a:cxnSpLocks/>
          </p:cNvCxnSpPr>
          <p:nvPr/>
        </p:nvCxnSpPr>
        <p:spPr>
          <a:xfrm flipV="1">
            <a:off x="2275671" y="5938902"/>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5" name="Line 168">
            <a:extLst>
              <a:ext uri="{FF2B5EF4-FFF2-40B4-BE49-F238E27FC236}">
                <a16:creationId xmlns:a16="http://schemas.microsoft.com/office/drawing/2014/main" id="{1525CFB6-2952-4FD6-90BF-8A9869B9CADB}"/>
              </a:ext>
            </a:extLst>
          </p:cNvPr>
          <p:cNvSpPr>
            <a:spLocks noChangeShapeType="1"/>
          </p:cNvSpPr>
          <p:nvPr/>
        </p:nvSpPr>
        <p:spPr bwMode="auto">
          <a:xfrm>
            <a:off x="194028" y="3775007"/>
            <a:ext cx="44450" cy="1587"/>
          </a:xfrm>
          <a:prstGeom prst="line">
            <a:avLst/>
          </a:prstGeom>
          <a:noFill/>
          <a:ln w="28">
            <a:solidFill>
              <a:srgbClr val="FF0000"/>
            </a:solidFill>
            <a:round/>
            <a:headEnd/>
            <a:tailEnd/>
          </a:ln>
        </p:spPr>
        <p:txBody>
          <a:bodyPr/>
          <a:lstStyle/>
          <a:p>
            <a:endParaRPr lang="en-US" dirty="0"/>
          </a:p>
        </p:txBody>
      </p:sp>
      <p:sp>
        <p:nvSpPr>
          <p:cNvPr id="236" name="Oval 235">
            <a:extLst>
              <a:ext uri="{FF2B5EF4-FFF2-40B4-BE49-F238E27FC236}">
                <a16:creationId xmlns:a16="http://schemas.microsoft.com/office/drawing/2014/main" id="{9B3F70D2-A0E2-4642-A37C-B9DE16F90D56}"/>
              </a:ext>
            </a:extLst>
          </p:cNvPr>
          <p:cNvSpPr/>
          <p:nvPr/>
        </p:nvSpPr>
        <p:spPr>
          <a:xfrm>
            <a:off x="684833" y="374497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7" name="Straight Arrow Connector 236">
            <a:extLst>
              <a:ext uri="{FF2B5EF4-FFF2-40B4-BE49-F238E27FC236}">
                <a16:creationId xmlns:a16="http://schemas.microsoft.com/office/drawing/2014/main" id="{81AC4184-4A1A-41BF-BE50-0F705CC89544}"/>
              </a:ext>
            </a:extLst>
          </p:cNvPr>
          <p:cNvCxnSpPr>
            <a:cxnSpLocks/>
          </p:cNvCxnSpPr>
          <p:nvPr/>
        </p:nvCxnSpPr>
        <p:spPr>
          <a:xfrm flipH="1">
            <a:off x="609450" y="392582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44" name="Rectangle 243">
            <a:extLst>
              <a:ext uri="{FF2B5EF4-FFF2-40B4-BE49-F238E27FC236}">
                <a16:creationId xmlns:a16="http://schemas.microsoft.com/office/drawing/2014/main" id="{6C7C7B11-13F4-4F94-B481-67E36B39E182}"/>
              </a:ext>
            </a:extLst>
          </p:cNvPr>
          <p:cNvSpPr/>
          <p:nvPr/>
        </p:nvSpPr>
        <p:spPr>
          <a:xfrm>
            <a:off x="304800" y="3389376"/>
            <a:ext cx="8619744" cy="170688"/>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45234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1">
            <a:extLst>
              <a:ext uri="{FF2B5EF4-FFF2-40B4-BE49-F238E27FC236}">
                <a16:creationId xmlns:a16="http://schemas.microsoft.com/office/drawing/2014/main" id="{DE034C38-4D8A-496C-89C5-CB1F2D3612CD}"/>
              </a:ext>
            </a:extLst>
          </p:cNvPr>
          <p:cNvSpPr>
            <a:spLocks noChangeArrowheads="1"/>
          </p:cNvSpPr>
          <p:nvPr/>
        </p:nvSpPr>
        <p:spPr bwMode="auto">
          <a:xfrm>
            <a:off x="2290382" y="1697863"/>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5" name="Rectangle 41">
            <a:extLst>
              <a:ext uri="{FF2B5EF4-FFF2-40B4-BE49-F238E27FC236}">
                <a16:creationId xmlns:a16="http://schemas.microsoft.com/office/drawing/2014/main" id="{A76EEA42-AD5C-45AF-8666-2BD030FAF2CC}"/>
              </a:ext>
            </a:extLst>
          </p:cNvPr>
          <p:cNvSpPr>
            <a:spLocks noChangeArrowheads="1"/>
          </p:cNvSpPr>
          <p:nvPr/>
        </p:nvSpPr>
        <p:spPr bwMode="auto">
          <a:xfrm>
            <a:off x="279018" y="594550"/>
            <a:ext cx="8645526" cy="2941130"/>
          </a:xfrm>
          <a:prstGeom prst="rect">
            <a:avLst/>
          </a:prstGeom>
          <a:solidFill>
            <a:schemeClr val="accent1"/>
          </a:solidFill>
          <a:ln w="9525">
            <a:noFill/>
            <a:miter lim="800000"/>
            <a:headEnd/>
            <a:tailEnd/>
          </a:ln>
        </p:spPr>
        <p:txBody>
          <a:bodyPr wrap="none" anchor="ctr"/>
          <a:lstStyle/>
          <a:p>
            <a:endParaRPr lang="en-US" dirty="0"/>
          </a:p>
        </p:txBody>
      </p:sp>
      <p:sp>
        <p:nvSpPr>
          <p:cNvPr id="12" name="Rectangle 45">
            <a:extLst>
              <a:ext uri="{FF2B5EF4-FFF2-40B4-BE49-F238E27FC236}">
                <a16:creationId xmlns:a16="http://schemas.microsoft.com/office/drawing/2014/main" id="{FAC863FD-B8B0-4956-9E5A-5B18194298BB}"/>
              </a:ext>
            </a:extLst>
          </p:cNvPr>
          <p:cNvSpPr>
            <a:spLocks noChangeArrowheads="1"/>
          </p:cNvSpPr>
          <p:nvPr/>
        </p:nvSpPr>
        <p:spPr bwMode="auto">
          <a:xfrm>
            <a:off x="2518347" y="1731772"/>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sp>
        <p:nvSpPr>
          <p:cNvPr id="13" name="Line 168">
            <a:extLst>
              <a:ext uri="{FF2B5EF4-FFF2-40B4-BE49-F238E27FC236}">
                <a16:creationId xmlns:a16="http://schemas.microsoft.com/office/drawing/2014/main" id="{9CA2CF55-21B5-4F28-9C39-69DA798E0DE1}"/>
              </a:ext>
            </a:extLst>
          </p:cNvPr>
          <p:cNvSpPr>
            <a:spLocks noChangeShapeType="1"/>
          </p:cNvSpPr>
          <p:nvPr/>
        </p:nvSpPr>
        <p:spPr bwMode="auto">
          <a:xfrm>
            <a:off x="4414457" y="2750376"/>
            <a:ext cx="44450" cy="1587"/>
          </a:xfrm>
          <a:prstGeom prst="line">
            <a:avLst/>
          </a:prstGeom>
          <a:noFill/>
          <a:ln w="28">
            <a:solidFill>
              <a:srgbClr val="FF0000"/>
            </a:solidFill>
            <a:round/>
            <a:headEnd/>
            <a:tailEnd/>
          </a:ln>
        </p:spPr>
        <p:txBody>
          <a:bodyPr/>
          <a:lstStyle/>
          <a:p>
            <a:endParaRPr lang="en-US" dirty="0"/>
          </a:p>
        </p:txBody>
      </p:sp>
      <p:sp>
        <p:nvSpPr>
          <p:cNvPr id="14" name="Rectangle 41">
            <a:extLst>
              <a:ext uri="{FF2B5EF4-FFF2-40B4-BE49-F238E27FC236}">
                <a16:creationId xmlns:a16="http://schemas.microsoft.com/office/drawing/2014/main" id="{1F183EEC-1847-49BE-A99E-A908D094F324}"/>
              </a:ext>
            </a:extLst>
          </p:cNvPr>
          <p:cNvSpPr>
            <a:spLocks noChangeArrowheads="1"/>
          </p:cNvSpPr>
          <p:nvPr/>
        </p:nvSpPr>
        <p:spPr bwMode="auto">
          <a:xfrm>
            <a:off x="783845" y="912050"/>
            <a:ext cx="1498600" cy="2205037"/>
          </a:xfrm>
          <a:prstGeom prst="rect">
            <a:avLst/>
          </a:prstGeom>
          <a:solidFill>
            <a:schemeClr val="accent1"/>
          </a:solidFill>
          <a:ln w="9525">
            <a:noFill/>
            <a:miter lim="800000"/>
            <a:headEnd/>
            <a:tailEnd/>
          </a:ln>
        </p:spPr>
        <p:txBody>
          <a:bodyPr wrap="none" anchor="ctr"/>
          <a:lstStyle/>
          <a:p>
            <a:endParaRPr lang="en-US" dirty="0"/>
          </a:p>
        </p:txBody>
      </p:sp>
      <p:sp>
        <p:nvSpPr>
          <p:cNvPr id="49" name="Line 168">
            <a:extLst>
              <a:ext uri="{FF2B5EF4-FFF2-40B4-BE49-F238E27FC236}">
                <a16:creationId xmlns:a16="http://schemas.microsoft.com/office/drawing/2014/main" id="{4213692D-0ED7-4C70-9D7A-1F91D23D88B2}"/>
              </a:ext>
            </a:extLst>
          </p:cNvPr>
          <p:cNvSpPr>
            <a:spLocks noChangeShapeType="1"/>
          </p:cNvSpPr>
          <p:nvPr/>
        </p:nvSpPr>
        <p:spPr bwMode="auto">
          <a:xfrm>
            <a:off x="2968810" y="2799647"/>
            <a:ext cx="44450" cy="1587"/>
          </a:xfrm>
          <a:prstGeom prst="line">
            <a:avLst/>
          </a:prstGeom>
          <a:noFill/>
          <a:ln w="28">
            <a:solidFill>
              <a:srgbClr val="FF0000"/>
            </a:solidFill>
            <a:round/>
            <a:headEnd/>
            <a:tailEnd/>
          </a:ln>
        </p:spPr>
        <p:txBody>
          <a:bodyPr/>
          <a:lstStyle/>
          <a:p>
            <a:endParaRPr lang="en-US" dirty="0"/>
          </a:p>
        </p:txBody>
      </p:sp>
      <p:sp>
        <p:nvSpPr>
          <p:cNvPr id="51" name="Oval 50">
            <a:extLst>
              <a:ext uri="{FF2B5EF4-FFF2-40B4-BE49-F238E27FC236}">
                <a16:creationId xmlns:a16="http://schemas.microsoft.com/office/drawing/2014/main" id="{32E4B543-0351-45BC-BE14-6114288308A2}"/>
              </a:ext>
            </a:extLst>
          </p:cNvPr>
          <p:cNvSpPr/>
          <p:nvPr/>
        </p:nvSpPr>
        <p:spPr>
          <a:xfrm>
            <a:off x="7790865" y="1108041"/>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C01858D-1781-4922-9383-96FE5A2395E0}"/>
              </a:ext>
            </a:extLst>
          </p:cNvPr>
          <p:cNvSpPr/>
          <p:nvPr/>
        </p:nvSpPr>
        <p:spPr>
          <a:xfrm>
            <a:off x="8037711" y="15687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25C7FD17-5155-4219-88D8-6075DB2C56FC}"/>
              </a:ext>
            </a:extLst>
          </p:cNvPr>
          <p:cNvSpPr/>
          <p:nvPr/>
        </p:nvSpPr>
        <p:spPr>
          <a:xfrm>
            <a:off x="6903263" y="973584"/>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Arrow Connector 54">
            <a:extLst>
              <a:ext uri="{FF2B5EF4-FFF2-40B4-BE49-F238E27FC236}">
                <a16:creationId xmlns:a16="http://schemas.microsoft.com/office/drawing/2014/main" id="{FD74EE90-9F10-4E09-A2E7-2DD433BF2D2E}"/>
              </a:ext>
            </a:extLst>
          </p:cNvPr>
          <p:cNvCxnSpPr>
            <a:cxnSpLocks/>
          </p:cNvCxnSpPr>
          <p:nvPr/>
        </p:nvCxnSpPr>
        <p:spPr>
          <a:xfrm flipV="1">
            <a:off x="7884308" y="927095"/>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45BB7DD-7A3B-4E38-B822-C87A9C2D7AA3}"/>
              </a:ext>
            </a:extLst>
          </p:cNvPr>
          <p:cNvCxnSpPr>
            <a:cxnSpLocks/>
          </p:cNvCxnSpPr>
          <p:nvPr/>
        </p:nvCxnSpPr>
        <p:spPr>
          <a:xfrm flipV="1">
            <a:off x="7147477" y="1086486"/>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243D3014-180A-4B53-96E9-FC64E0C7D852}"/>
              </a:ext>
            </a:extLst>
          </p:cNvPr>
          <p:cNvSpPr/>
          <p:nvPr/>
        </p:nvSpPr>
        <p:spPr>
          <a:xfrm rot="8990946">
            <a:off x="7628499" y="2704167"/>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1C6630EF-3B84-4549-87DD-55381417E797}"/>
              </a:ext>
            </a:extLst>
          </p:cNvPr>
          <p:cNvSpPr/>
          <p:nvPr/>
        </p:nvSpPr>
        <p:spPr>
          <a:xfrm rot="8990946">
            <a:off x="6955529" y="288662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448BA9E4-D734-482B-A618-80D585A40200}"/>
              </a:ext>
            </a:extLst>
          </p:cNvPr>
          <p:cNvSpPr/>
          <p:nvPr/>
        </p:nvSpPr>
        <p:spPr>
          <a:xfrm rot="8990946">
            <a:off x="7746805" y="210684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38C2FE0D-3B0E-40FD-BF8E-6AF135B39886}"/>
              </a:ext>
            </a:extLst>
          </p:cNvPr>
          <p:cNvSpPr/>
          <p:nvPr/>
        </p:nvSpPr>
        <p:spPr>
          <a:xfrm rot="8990946">
            <a:off x="8463548" y="237460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Arrow Connector 62">
            <a:extLst>
              <a:ext uri="{FF2B5EF4-FFF2-40B4-BE49-F238E27FC236}">
                <a16:creationId xmlns:a16="http://schemas.microsoft.com/office/drawing/2014/main" id="{E350A7AF-F008-41A0-A2B8-12FF32BDF8C9}"/>
              </a:ext>
            </a:extLst>
          </p:cNvPr>
          <p:cNvCxnSpPr>
            <a:cxnSpLocks/>
          </p:cNvCxnSpPr>
          <p:nvPr/>
        </p:nvCxnSpPr>
        <p:spPr>
          <a:xfrm rot="8990946" flipV="1">
            <a:off x="7838367" y="28948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BAFE704C-411E-4F00-9458-3061FCED35D1}"/>
              </a:ext>
            </a:extLst>
          </p:cNvPr>
          <p:cNvCxnSpPr>
            <a:cxnSpLocks/>
          </p:cNvCxnSpPr>
          <p:nvPr/>
        </p:nvCxnSpPr>
        <p:spPr>
          <a:xfrm rot="8990946" flipH="1">
            <a:off x="7038036" y="2716512"/>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B518033F-56BF-4A62-B32B-C89AC01F4E37}"/>
              </a:ext>
            </a:extLst>
          </p:cNvPr>
          <p:cNvCxnSpPr>
            <a:cxnSpLocks/>
          </p:cNvCxnSpPr>
          <p:nvPr/>
        </p:nvCxnSpPr>
        <p:spPr>
          <a:xfrm>
            <a:off x="7886192" y="2343095"/>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472F7B8-0E22-41D1-BA85-E95846F4DAC4}"/>
              </a:ext>
            </a:extLst>
          </p:cNvPr>
          <p:cNvCxnSpPr>
            <a:cxnSpLocks/>
          </p:cNvCxnSpPr>
          <p:nvPr/>
        </p:nvCxnSpPr>
        <p:spPr>
          <a:xfrm rot="8990946" flipV="1">
            <a:off x="8212519" y="2611005"/>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85" name="Group 84">
            <a:extLst>
              <a:ext uri="{FF2B5EF4-FFF2-40B4-BE49-F238E27FC236}">
                <a16:creationId xmlns:a16="http://schemas.microsoft.com/office/drawing/2014/main" id="{81381FAE-5433-431D-8184-29ABA6F71187}"/>
              </a:ext>
            </a:extLst>
          </p:cNvPr>
          <p:cNvGrpSpPr/>
          <p:nvPr/>
        </p:nvGrpSpPr>
        <p:grpSpPr>
          <a:xfrm flipH="1">
            <a:off x="3880691" y="2814730"/>
            <a:ext cx="2457625" cy="869921"/>
            <a:chOff x="4209875" y="3534058"/>
            <a:chExt cx="2457625" cy="869921"/>
          </a:xfrm>
        </p:grpSpPr>
        <p:sp>
          <p:nvSpPr>
            <p:cNvPr id="76" name="Line 168">
              <a:extLst>
                <a:ext uri="{FF2B5EF4-FFF2-40B4-BE49-F238E27FC236}">
                  <a16:creationId xmlns:a16="http://schemas.microsoft.com/office/drawing/2014/main" id="{5C1D288F-A857-4BF4-B52F-3A7CA1BC3123}"/>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77" name="Oval 76">
              <a:extLst>
                <a:ext uri="{FF2B5EF4-FFF2-40B4-BE49-F238E27FC236}">
                  <a16:creationId xmlns:a16="http://schemas.microsoft.com/office/drawing/2014/main" id="{FD1B03C8-7299-401E-839B-26950FB70892}"/>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3E8B518-297D-4FBA-844F-246A26E022F5}"/>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CC8B8A5-BC3C-4AE2-9CB1-0C9C856CD891}"/>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3467FD22-61EF-4BED-9000-7B03632F6987}"/>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186527F2-136E-4F6E-A481-EFE37392C3DF}"/>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E2378625-B179-4EFD-9A50-13F7C8BD6403}"/>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3" name="Straight Arrow Connector 82">
              <a:extLst>
                <a:ext uri="{FF2B5EF4-FFF2-40B4-BE49-F238E27FC236}">
                  <a16:creationId xmlns:a16="http://schemas.microsoft.com/office/drawing/2014/main" id="{3E62D0B4-16BE-42FD-8050-2016B305118E}"/>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7B0E749D-F7C4-45D7-B825-D3D0FBBDB820}"/>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5E34989-0A7A-49CF-A1B7-F38105497213}"/>
              </a:ext>
            </a:extLst>
          </p:cNvPr>
          <p:cNvGrpSpPr/>
          <p:nvPr/>
        </p:nvGrpSpPr>
        <p:grpSpPr>
          <a:xfrm flipH="1" flipV="1">
            <a:off x="3789250" y="520827"/>
            <a:ext cx="2457625" cy="856869"/>
            <a:chOff x="4209875" y="3534058"/>
            <a:chExt cx="2457625" cy="869921"/>
          </a:xfrm>
        </p:grpSpPr>
        <p:sp>
          <p:nvSpPr>
            <p:cNvPr id="87" name="Line 168">
              <a:extLst>
                <a:ext uri="{FF2B5EF4-FFF2-40B4-BE49-F238E27FC236}">
                  <a16:creationId xmlns:a16="http://schemas.microsoft.com/office/drawing/2014/main" id="{89261864-0A11-4D2A-BC55-4E0A1241463A}"/>
                </a:ext>
              </a:extLst>
            </p:cNvPr>
            <p:cNvSpPr>
              <a:spLocks noChangeShapeType="1"/>
            </p:cNvSpPr>
            <p:nvPr/>
          </p:nvSpPr>
          <p:spPr bwMode="auto">
            <a:xfrm>
              <a:off x="4481513" y="4402392"/>
              <a:ext cx="44450" cy="1587"/>
            </a:xfrm>
            <a:prstGeom prst="line">
              <a:avLst/>
            </a:prstGeom>
            <a:noFill/>
            <a:ln w="28">
              <a:solidFill>
                <a:srgbClr val="FF0000"/>
              </a:solidFill>
              <a:round/>
              <a:headEnd/>
              <a:tailEnd/>
            </a:ln>
          </p:spPr>
          <p:txBody>
            <a:bodyPr/>
            <a:lstStyle/>
            <a:p>
              <a:endParaRPr lang="en-US" dirty="0"/>
            </a:p>
          </p:txBody>
        </p:sp>
        <p:sp>
          <p:nvSpPr>
            <p:cNvPr id="88" name="Oval 87">
              <a:extLst>
                <a:ext uri="{FF2B5EF4-FFF2-40B4-BE49-F238E27FC236}">
                  <a16:creationId xmlns:a16="http://schemas.microsoft.com/office/drawing/2014/main" id="{F6FADA1A-B4F1-4758-AB6F-52BF827F3C0C}"/>
                </a:ext>
              </a:extLst>
            </p:cNvPr>
            <p:cNvSpPr/>
            <p:nvPr/>
          </p:nvSpPr>
          <p:spPr>
            <a:xfrm>
              <a:off x="4318000" y="3715004"/>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2AE0CB1D-718A-4515-9AE2-8DAFB958FAD1}"/>
                </a:ext>
              </a:extLst>
            </p:cNvPr>
            <p:cNvSpPr/>
            <p:nvPr/>
          </p:nvSpPr>
          <p:spPr>
            <a:xfrm>
              <a:off x="5054600" y="371500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3D61F7E0-A89A-47F1-8AA7-EF1F180CA595}"/>
                </a:ext>
              </a:extLst>
            </p:cNvPr>
            <p:cNvSpPr/>
            <p:nvPr/>
          </p:nvSpPr>
          <p:spPr>
            <a:xfrm>
              <a:off x="5778500" y="3702304"/>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0221314A-5A3E-4DFD-9568-889CBC6B2E2B}"/>
                </a:ext>
              </a:extLst>
            </p:cNvPr>
            <p:cNvSpPr/>
            <p:nvPr/>
          </p:nvSpPr>
          <p:spPr>
            <a:xfrm>
              <a:off x="6464300" y="3702304"/>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 name="Straight Arrow Connector 91">
              <a:extLst>
                <a:ext uri="{FF2B5EF4-FFF2-40B4-BE49-F238E27FC236}">
                  <a16:creationId xmlns:a16="http://schemas.microsoft.com/office/drawing/2014/main" id="{C0BD8096-DB3C-47CF-A592-4C0528EA8E09}"/>
                </a:ext>
              </a:extLst>
            </p:cNvPr>
            <p:cNvCxnSpPr>
              <a:cxnSpLocks/>
            </p:cNvCxnSpPr>
            <p:nvPr/>
          </p:nvCxnSpPr>
          <p:spPr>
            <a:xfrm flipH="1">
              <a:off x="4209875" y="3886396"/>
              <a:ext cx="134225" cy="10905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E0CEFD4-D062-4DAE-AEEA-B7256C3CC235}"/>
                </a:ext>
              </a:extLst>
            </p:cNvPr>
            <p:cNvCxnSpPr>
              <a:cxnSpLocks/>
            </p:cNvCxnSpPr>
            <p:nvPr/>
          </p:nvCxnSpPr>
          <p:spPr>
            <a:xfrm flipV="1">
              <a:off x="5148043" y="3534058"/>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id="{0F1A30AE-F616-4350-8EFF-142449D219B3}"/>
                </a:ext>
              </a:extLst>
            </p:cNvPr>
            <p:cNvCxnSpPr>
              <a:cxnSpLocks/>
            </p:cNvCxnSpPr>
            <p:nvPr/>
          </p:nvCxnSpPr>
          <p:spPr>
            <a:xfrm flipH="1">
              <a:off x="5703116" y="3886400"/>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7F47EE0-7731-4914-87F9-26579D9CAB9B}"/>
                </a:ext>
              </a:extLst>
            </p:cNvPr>
            <p:cNvCxnSpPr>
              <a:cxnSpLocks/>
            </p:cNvCxnSpPr>
            <p:nvPr/>
          </p:nvCxnSpPr>
          <p:spPr>
            <a:xfrm flipH="1" flipV="1">
              <a:off x="6391013" y="3559225"/>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6" name="Group 105">
            <a:extLst>
              <a:ext uri="{FF2B5EF4-FFF2-40B4-BE49-F238E27FC236}">
                <a16:creationId xmlns:a16="http://schemas.microsoft.com/office/drawing/2014/main" id="{E9254B07-B84A-4390-805C-2E3334315CC6}"/>
              </a:ext>
            </a:extLst>
          </p:cNvPr>
          <p:cNvGrpSpPr/>
          <p:nvPr/>
        </p:nvGrpSpPr>
        <p:grpSpPr>
          <a:xfrm rot="20270269">
            <a:off x="1171346" y="852602"/>
            <a:ext cx="1764368" cy="853930"/>
            <a:chOff x="5840602" y="3215780"/>
            <a:chExt cx="1764368" cy="853930"/>
          </a:xfrm>
        </p:grpSpPr>
        <p:sp>
          <p:nvSpPr>
            <p:cNvPr id="107" name="Oval 106">
              <a:extLst>
                <a:ext uri="{FF2B5EF4-FFF2-40B4-BE49-F238E27FC236}">
                  <a16:creationId xmlns:a16="http://schemas.microsoft.com/office/drawing/2014/main" id="{33378D6A-4B8F-4D8F-B3F2-BAE4E493B400}"/>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9042AAE4-1A35-48E8-B903-449E56347337}"/>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DBF24221-8C81-4845-AD23-A90DE77A8F2A}"/>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Oval 109">
              <a:extLst>
                <a:ext uri="{FF2B5EF4-FFF2-40B4-BE49-F238E27FC236}">
                  <a16:creationId xmlns:a16="http://schemas.microsoft.com/office/drawing/2014/main" id="{0CB0232A-62B5-4524-BE1B-1CFD11118BE1}"/>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Arrow Connector 110">
              <a:extLst>
                <a:ext uri="{FF2B5EF4-FFF2-40B4-BE49-F238E27FC236}">
                  <a16:creationId xmlns:a16="http://schemas.microsoft.com/office/drawing/2014/main" id="{2F81296E-A54E-496A-8F0A-120E00F67959}"/>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580D612D-401A-40B6-9437-6C1CE1304A9D}"/>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Straight Arrow Connector 112">
              <a:extLst>
                <a:ext uri="{FF2B5EF4-FFF2-40B4-BE49-F238E27FC236}">
                  <a16:creationId xmlns:a16="http://schemas.microsoft.com/office/drawing/2014/main" id="{71D6D07A-5BBC-450B-972B-FC193FF0BB76}"/>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4" name="Straight Arrow Connector 113">
              <a:extLst>
                <a:ext uri="{FF2B5EF4-FFF2-40B4-BE49-F238E27FC236}">
                  <a16:creationId xmlns:a16="http://schemas.microsoft.com/office/drawing/2014/main" id="{BB3F59D9-BE47-46DC-A88E-F1055CBC1E74}"/>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5" name="Group 114">
            <a:extLst>
              <a:ext uri="{FF2B5EF4-FFF2-40B4-BE49-F238E27FC236}">
                <a16:creationId xmlns:a16="http://schemas.microsoft.com/office/drawing/2014/main" id="{9C2B474F-B4FB-48F6-8F73-F88540DD3786}"/>
              </a:ext>
            </a:extLst>
          </p:cNvPr>
          <p:cNvGrpSpPr/>
          <p:nvPr/>
        </p:nvGrpSpPr>
        <p:grpSpPr>
          <a:xfrm rot="14390946">
            <a:off x="299618" y="2004746"/>
            <a:ext cx="1764368" cy="853930"/>
            <a:chOff x="5840602" y="3215780"/>
            <a:chExt cx="1764368" cy="853930"/>
          </a:xfrm>
        </p:grpSpPr>
        <p:sp>
          <p:nvSpPr>
            <p:cNvPr id="116" name="Oval 115">
              <a:extLst>
                <a:ext uri="{FF2B5EF4-FFF2-40B4-BE49-F238E27FC236}">
                  <a16:creationId xmlns:a16="http://schemas.microsoft.com/office/drawing/2014/main" id="{85C7A1F3-328C-4145-A9DF-29DBC38C7A74}"/>
                </a:ext>
              </a:extLst>
            </p:cNvPr>
            <p:cNvSpPr/>
            <p:nvPr/>
          </p:nvSpPr>
          <p:spPr>
            <a:xfrm>
              <a:off x="6728204" y="3396726"/>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4C5A86DA-8DA9-4ED6-8C24-54240D144E3A}"/>
                </a:ext>
              </a:extLst>
            </p:cNvPr>
            <p:cNvSpPr/>
            <p:nvPr/>
          </p:nvSpPr>
          <p:spPr>
            <a:xfrm>
              <a:off x="7401770" y="3576973"/>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Oval 117">
              <a:extLst>
                <a:ext uri="{FF2B5EF4-FFF2-40B4-BE49-F238E27FC236}">
                  <a16:creationId xmlns:a16="http://schemas.microsoft.com/office/drawing/2014/main" id="{95B31543-E81E-46A6-A059-B275B2B16F67}"/>
                </a:ext>
              </a:extLst>
            </p:cNvPr>
            <p:cNvSpPr/>
            <p:nvPr/>
          </p:nvSpPr>
          <p:spPr>
            <a:xfrm>
              <a:off x="6325882" y="3853810"/>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9AE3099-AE70-4429-81D1-1DA44054E1A9}"/>
                </a:ext>
              </a:extLst>
            </p:cNvPr>
            <p:cNvSpPr/>
            <p:nvPr/>
          </p:nvSpPr>
          <p:spPr>
            <a:xfrm>
              <a:off x="5840602" y="3262269"/>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Arrow Connector 119">
              <a:extLst>
                <a:ext uri="{FF2B5EF4-FFF2-40B4-BE49-F238E27FC236}">
                  <a16:creationId xmlns:a16="http://schemas.microsoft.com/office/drawing/2014/main" id="{8C948139-2FF9-4FB9-871B-07668D7DB827}"/>
                </a:ext>
              </a:extLst>
            </p:cNvPr>
            <p:cNvCxnSpPr>
              <a:cxnSpLocks/>
            </p:cNvCxnSpPr>
            <p:nvPr/>
          </p:nvCxnSpPr>
          <p:spPr>
            <a:xfrm flipV="1">
              <a:off x="6821647" y="3215780"/>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1" name="Straight Arrow Connector 120">
              <a:extLst>
                <a:ext uri="{FF2B5EF4-FFF2-40B4-BE49-F238E27FC236}">
                  <a16:creationId xmlns:a16="http://schemas.microsoft.com/office/drawing/2014/main" id="{CC1F90F4-106C-424D-BD91-452A017789C9}"/>
                </a:ext>
              </a:extLst>
            </p:cNvPr>
            <p:cNvCxnSpPr>
              <a:cxnSpLocks/>
            </p:cNvCxnSpPr>
            <p:nvPr/>
          </p:nvCxnSpPr>
          <p:spPr>
            <a:xfrm flipH="1">
              <a:off x="7326386" y="3761069"/>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2" name="Straight Arrow Connector 121">
              <a:extLst>
                <a:ext uri="{FF2B5EF4-FFF2-40B4-BE49-F238E27FC236}">
                  <a16:creationId xmlns:a16="http://schemas.microsoft.com/office/drawing/2014/main" id="{8188DAEA-8C9B-4D5D-A220-697C83360F3C}"/>
                </a:ext>
              </a:extLst>
            </p:cNvPr>
            <p:cNvCxnSpPr>
              <a:cxnSpLocks/>
            </p:cNvCxnSpPr>
            <p:nvPr/>
          </p:nvCxnSpPr>
          <p:spPr>
            <a:xfrm rot="12609054">
              <a:off x="6488830" y="3722020"/>
              <a:ext cx="1" cy="1177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9534759E-6EA3-4150-8E46-599E809ACEFB}"/>
                </a:ext>
              </a:extLst>
            </p:cNvPr>
            <p:cNvCxnSpPr>
              <a:cxnSpLocks/>
            </p:cNvCxnSpPr>
            <p:nvPr/>
          </p:nvCxnSpPr>
          <p:spPr>
            <a:xfrm flipV="1">
              <a:off x="6084816" y="3375171"/>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24" name="Oval 123">
            <a:extLst>
              <a:ext uri="{FF2B5EF4-FFF2-40B4-BE49-F238E27FC236}">
                <a16:creationId xmlns:a16="http://schemas.microsoft.com/office/drawing/2014/main" id="{AC1D5FDF-52A6-4332-A89E-0C0D6AFE4092}"/>
              </a:ext>
            </a:extLst>
          </p:cNvPr>
          <p:cNvSpPr/>
          <p:nvPr/>
        </p:nvSpPr>
        <p:spPr>
          <a:xfrm>
            <a:off x="2920161" y="3138009"/>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5AB0DB1B-2EFF-4D1A-8EC4-43C47B167832}"/>
              </a:ext>
            </a:extLst>
          </p:cNvPr>
          <p:cNvSpPr/>
          <p:nvPr/>
        </p:nvSpPr>
        <p:spPr>
          <a:xfrm>
            <a:off x="3459615" y="2769616"/>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3D11C433-E0F1-401F-B34C-3D0A675B9B90}"/>
              </a:ext>
            </a:extLst>
          </p:cNvPr>
          <p:cNvSpPr/>
          <p:nvPr/>
        </p:nvSpPr>
        <p:spPr>
          <a:xfrm>
            <a:off x="3212783" y="1315189"/>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AC26E3F-8FA3-4682-9D55-89B367614D5A}"/>
              </a:ext>
            </a:extLst>
          </p:cNvPr>
          <p:cNvSpPr/>
          <p:nvPr/>
        </p:nvSpPr>
        <p:spPr>
          <a:xfrm>
            <a:off x="2032559" y="300355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8" name="Straight Arrow Connector 127">
            <a:extLst>
              <a:ext uri="{FF2B5EF4-FFF2-40B4-BE49-F238E27FC236}">
                <a16:creationId xmlns:a16="http://schemas.microsoft.com/office/drawing/2014/main" id="{AF30246D-E11C-49C1-936E-1838B991C609}"/>
              </a:ext>
            </a:extLst>
          </p:cNvPr>
          <p:cNvCxnSpPr>
            <a:cxnSpLocks/>
          </p:cNvCxnSpPr>
          <p:nvPr/>
        </p:nvCxnSpPr>
        <p:spPr>
          <a:xfrm flipV="1">
            <a:off x="3013604" y="2957063"/>
            <a:ext cx="0" cy="17477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9" name="Straight Arrow Connector 128">
            <a:extLst>
              <a:ext uri="{FF2B5EF4-FFF2-40B4-BE49-F238E27FC236}">
                <a16:creationId xmlns:a16="http://schemas.microsoft.com/office/drawing/2014/main" id="{1697D4DF-4655-457F-BD4E-EFC9AABC64C9}"/>
              </a:ext>
            </a:extLst>
          </p:cNvPr>
          <p:cNvCxnSpPr>
            <a:cxnSpLocks/>
          </p:cNvCxnSpPr>
          <p:nvPr/>
        </p:nvCxnSpPr>
        <p:spPr>
          <a:xfrm flipH="1">
            <a:off x="3384232" y="2950464"/>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50D7D985-31F9-47A7-A388-A650EFC031EB}"/>
              </a:ext>
            </a:extLst>
          </p:cNvPr>
          <p:cNvCxnSpPr>
            <a:cxnSpLocks/>
          </p:cNvCxnSpPr>
          <p:nvPr/>
        </p:nvCxnSpPr>
        <p:spPr>
          <a:xfrm flipH="1" flipV="1">
            <a:off x="3139496" y="1172110"/>
            <a:ext cx="107658" cy="14121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1" name="Straight Arrow Connector 130">
            <a:extLst>
              <a:ext uri="{FF2B5EF4-FFF2-40B4-BE49-F238E27FC236}">
                <a16:creationId xmlns:a16="http://schemas.microsoft.com/office/drawing/2014/main" id="{7F5A692B-6072-46EB-8F7C-02D776B606BD}"/>
              </a:ext>
            </a:extLst>
          </p:cNvPr>
          <p:cNvCxnSpPr>
            <a:cxnSpLocks/>
          </p:cNvCxnSpPr>
          <p:nvPr/>
        </p:nvCxnSpPr>
        <p:spPr>
          <a:xfrm flipV="1">
            <a:off x="2276773" y="3116454"/>
            <a:ext cx="2432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8" name="Line 168">
            <a:extLst>
              <a:ext uri="{FF2B5EF4-FFF2-40B4-BE49-F238E27FC236}">
                <a16:creationId xmlns:a16="http://schemas.microsoft.com/office/drawing/2014/main" id="{7DF7D757-DF9C-4529-AA71-CF043EACAFA0}"/>
              </a:ext>
            </a:extLst>
          </p:cNvPr>
          <p:cNvSpPr>
            <a:spLocks noChangeShapeType="1"/>
          </p:cNvSpPr>
          <p:nvPr/>
        </p:nvSpPr>
        <p:spPr bwMode="auto">
          <a:xfrm>
            <a:off x="195130" y="952559"/>
            <a:ext cx="44450" cy="1587"/>
          </a:xfrm>
          <a:prstGeom prst="line">
            <a:avLst/>
          </a:prstGeom>
          <a:noFill/>
          <a:ln w="28">
            <a:solidFill>
              <a:srgbClr val="FF0000"/>
            </a:solidFill>
            <a:round/>
            <a:headEnd/>
            <a:tailEnd/>
          </a:ln>
        </p:spPr>
        <p:txBody>
          <a:bodyPr/>
          <a:lstStyle/>
          <a:p>
            <a:endParaRPr lang="en-US" dirty="0"/>
          </a:p>
        </p:txBody>
      </p:sp>
      <p:sp>
        <p:nvSpPr>
          <p:cNvPr id="139" name="Oval 138">
            <a:extLst>
              <a:ext uri="{FF2B5EF4-FFF2-40B4-BE49-F238E27FC236}">
                <a16:creationId xmlns:a16="http://schemas.microsoft.com/office/drawing/2014/main" id="{E49B41B9-9413-4334-A047-DA797A73816F}"/>
              </a:ext>
            </a:extLst>
          </p:cNvPr>
          <p:cNvSpPr/>
          <p:nvPr/>
        </p:nvSpPr>
        <p:spPr>
          <a:xfrm>
            <a:off x="685935" y="922528"/>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0" name="Straight Arrow Connector 139">
            <a:extLst>
              <a:ext uri="{FF2B5EF4-FFF2-40B4-BE49-F238E27FC236}">
                <a16:creationId xmlns:a16="http://schemas.microsoft.com/office/drawing/2014/main" id="{4A41D590-7572-44F5-BAF8-46ACC2A2D4CE}"/>
              </a:ext>
            </a:extLst>
          </p:cNvPr>
          <p:cNvCxnSpPr>
            <a:cxnSpLocks/>
          </p:cNvCxnSpPr>
          <p:nvPr/>
        </p:nvCxnSpPr>
        <p:spPr>
          <a:xfrm flipH="1">
            <a:off x="610552" y="1103376"/>
            <a:ext cx="102680" cy="16263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9" name="Oval 238">
            <a:extLst>
              <a:ext uri="{FF2B5EF4-FFF2-40B4-BE49-F238E27FC236}">
                <a16:creationId xmlns:a16="http://schemas.microsoft.com/office/drawing/2014/main" id="{08744D62-9653-478F-8F74-545F9D811114}"/>
              </a:ext>
            </a:extLst>
          </p:cNvPr>
          <p:cNvSpPr/>
          <p:nvPr/>
        </p:nvSpPr>
        <p:spPr>
          <a:xfrm>
            <a:off x="3244510" y="1918208"/>
            <a:ext cx="203200" cy="215900"/>
          </a:xfrm>
          <a:prstGeom prst="ellipse">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25D7EA3F-540F-4A7E-829D-14C2902DA495}"/>
              </a:ext>
            </a:extLst>
          </p:cNvPr>
          <p:cNvSpPr/>
          <p:nvPr/>
        </p:nvSpPr>
        <p:spPr>
          <a:xfrm>
            <a:off x="2820330" y="2175764"/>
            <a:ext cx="203200" cy="21590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Oval 240">
            <a:extLst>
              <a:ext uri="{FF2B5EF4-FFF2-40B4-BE49-F238E27FC236}">
                <a16:creationId xmlns:a16="http://schemas.microsoft.com/office/drawing/2014/main" id="{41475FB2-363A-48E8-8129-C295ECBF20B0}"/>
              </a:ext>
            </a:extLst>
          </p:cNvPr>
          <p:cNvSpPr/>
          <p:nvPr/>
        </p:nvSpPr>
        <p:spPr>
          <a:xfrm>
            <a:off x="3118101" y="2320008"/>
            <a:ext cx="203200" cy="215900"/>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Oval 241">
            <a:extLst>
              <a:ext uri="{FF2B5EF4-FFF2-40B4-BE49-F238E27FC236}">
                <a16:creationId xmlns:a16="http://schemas.microsoft.com/office/drawing/2014/main" id="{85308AD8-0C76-412E-9523-6999C0B214CF}"/>
              </a:ext>
            </a:extLst>
          </p:cNvPr>
          <p:cNvSpPr/>
          <p:nvPr/>
        </p:nvSpPr>
        <p:spPr>
          <a:xfrm>
            <a:off x="2816774" y="1852168"/>
            <a:ext cx="203200" cy="215900"/>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Oval 242">
            <a:extLst>
              <a:ext uri="{FF2B5EF4-FFF2-40B4-BE49-F238E27FC236}">
                <a16:creationId xmlns:a16="http://schemas.microsoft.com/office/drawing/2014/main" id="{E317863D-5219-4698-A048-B39738BDAB79}"/>
              </a:ext>
            </a:extLst>
          </p:cNvPr>
          <p:cNvSpPr/>
          <p:nvPr/>
        </p:nvSpPr>
        <p:spPr>
          <a:xfrm>
            <a:off x="3538134" y="2196592"/>
            <a:ext cx="203200" cy="215900"/>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 name="Oval 244">
            <a:extLst>
              <a:ext uri="{FF2B5EF4-FFF2-40B4-BE49-F238E27FC236}">
                <a16:creationId xmlns:a16="http://schemas.microsoft.com/office/drawing/2014/main" id="{2ADEA11F-1A40-450F-865D-A32262FCEFF1}"/>
              </a:ext>
            </a:extLst>
          </p:cNvPr>
          <p:cNvSpPr/>
          <p:nvPr/>
        </p:nvSpPr>
        <p:spPr>
          <a:xfrm>
            <a:off x="7182018" y="2440940"/>
            <a:ext cx="203200" cy="215900"/>
          </a:xfrm>
          <a:prstGeom prst="ellipse">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Oval 245">
            <a:extLst>
              <a:ext uri="{FF2B5EF4-FFF2-40B4-BE49-F238E27FC236}">
                <a16:creationId xmlns:a16="http://schemas.microsoft.com/office/drawing/2014/main" id="{B8B48205-38E1-44EB-B8B1-01FEEC18EE71}"/>
              </a:ext>
            </a:extLst>
          </p:cNvPr>
          <p:cNvSpPr/>
          <p:nvPr/>
        </p:nvSpPr>
        <p:spPr>
          <a:xfrm>
            <a:off x="7040794" y="1916684"/>
            <a:ext cx="203200" cy="215900"/>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Oval 246">
            <a:extLst>
              <a:ext uri="{FF2B5EF4-FFF2-40B4-BE49-F238E27FC236}">
                <a16:creationId xmlns:a16="http://schemas.microsoft.com/office/drawing/2014/main" id="{AA813BC0-881D-4305-B382-43908FF96D8A}"/>
              </a:ext>
            </a:extLst>
          </p:cNvPr>
          <p:cNvSpPr/>
          <p:nvPr/>
        </p:nvSpPr>
        <p:spPr>
          <a:xfrm>
            <a:off x="7423318" y="2306320"/>
            <a:ext cx="203200" cy="215900"/>
          </a:xfrm>
          <a:prstGeom prst="ellipse">
            <a:avLst/>
          </a:prstGeom>
          <a:solidFill>
            <a:srgbClr val="0070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Oval 247">
            <a:extLst>
              <a:ext uri="{FF2B5EF4-FFF2-40B4-BE49-F238E27FC236}">
                <a16:creationId xmlns:a16="http://schemas.microsoft.com/office/drawing/2014/main" id="{B0035058-EF1F-4E19-B521-77849CD303DE}"/>
              </a:ext>
            </a:extLst>
          </p:cNvPr>
          <p:cNvSpPr/>
          <p:nvPr/>
        </p:nvSpPr>
        <p:spPr>
          <a:xfrm>
            <a:off x="7462942" y="1855216"/>
            <a:ext cx="203200" cy="215900"/>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Oval 248">
            <a:extLst>
              <a:ext uri="{FF2B5EF4-FFF2-40B4-BE49-F238E27FC236}">
                <a16:creationId xmlns:a16="http://schemas.microsoft.com/office/drawing/2014/main" id="{E4E58468-C426-48E2-AE2D-A12D38251D93}"/>
              </a:ext>
            </a:extLst>
          </p:cNvPr>
          <p:cNvSpPr/>
          <p:nvPr/>
        </p:nvSpPr>
        <p:spPr>
          <a:xfrm>
            <a:off x="7157634" y="2122932"/>
            <a:ext cx="203200" cy="215900"/>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0" name="Straight Arrow Connector 249">
            <a:extLst>
              <a:ext uri="{FF2B5EF4-FFF2-40B4-BE49-F238E27FC236}">
                <a16:creationId xmlns:a16="http://schemas.microsoft.com/office/drawing/2014/main" id="{7AF4DBCB-CF13-444F-8E3C-C1F68E2CA144}"/>
              </a:ext>
            </a:extLst>
          </p:cNvPr>
          <p:cNvCxnSpPr>
            <a:cxnSpLocks/>
          </p:cNvCxnSpPr>
          <p:nvPr/>
        </p:nvCxnSpPr>
        <p:spPr>
          <a:xfrm>
            <a:off x="7569962" y="2413346"/>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1" name="Straight Arrow Connector 250">
            <a:extLst>
              <a:ext uri="{FF2B5EF4-FFF2-40B4-BE49-F238E27FC236}">
                <a16:creationId xmlns:a16="http://schemas.microsoft.com/office/drawing/2014/main" id="{DD241EA0-481D-494A-8BF5-019FD2ABD449}"/>
              </a:ext>
            </a:extLst>
          </p:cNvPr>
          <p:cNvCxnSpPr>
            <a:cxnSpLocks/>
          </p:cNvCxnSpPr>
          <p:nvPr/>
        </p:nvCxnSpPr>
        <p:spPr>
          <a:xfrm>
            <a:off x="7656480" y="1945184"/>
            <a:ext cx="64595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2" name="Straight Arrow Connector 251">
            <a:extLst>
              <a:ext uri="{FF2B5EF4-FFF2-40B4-BE49-F238E27FC236}">
                <a16:creationId xmlns:a16="http://schemas.microsoft.com/office/drawing/2014/main" id="{25243D54-675C-467E-8D69-2BC657C76945}"/>
              </a:ext>
            </a:extLst>
          </p:cNvPr>
          <p:cNvCxnSpPr>
            <a:cxnSpLocks/>
          </p:cNvCxnSpPr>
          <p:nvPr/>
        </p:nvCxnSpPr>
        <p:spPr>
          <a:xfrm>
            <a:off x="7310462" y="2624301"/>
            <a:ext cx="151042" cy="14328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3" name="Straight Arrow Connector 252">
            <a:extLst>
              <a:ext uri="{FF2B5EF4-FFF2-40B4-BE49-F238E27FC236}">
                <a16:creationId xmlns:a16="http://schemas.microsoft.com/office/drawing/2014/main" id="{4B21151B-4C2E-4CE9-88DE-B81655002BAF}"/>
              </a:ext>
            </a:extLst>
          </p:cNvPr>
          <p:cNvCxnSpPr>
            <a:cxnSpLocks/>
          </p:cNvCxnSpPr>
          <p:nvPr/>
        </p:nvCxnSpPr>
        <p:spPr>
          <a:xfrm flipH="1">
            <a:off x="6851904" y="2251662"/>
            <a:ext cx="34653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4" name="Straight Arrow Connector 253">
            <a:extLst>
              <a:ext uri="{FF2B5EF4-FFF2-40B4-BE49-F238E27FC236}">
                <a16:creationId xmlns:a16="http://schemas.microsoft.com/office/drawing/2014/main" id="{E5080E96-5995-4411-A1A7-A35107841729}"/>
              </a:ext>
            </a:extLst>
          </p:cNvPr>
          <p:cNvCxnSpPr>
            <a:cxnSpLocks/>
          </p:cNvCxnSpPr>
          <p:nvPr/>
        </p:nvCxnSpPr>
        <p:spPr>
          <a:xfrm flipV="1">
            <a:off x="2994158" y="1755648"/>
            <a:ext cx="126994" cy="15123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5" name="Straight Arrow Connector 254">
            <a:extLst>
              <a:ext uri="{FF2B5EF4-FFF2-40B4-BE49-F238E27FC236}">
                <a16:creationId xmlns:a16="http://schemas.microsoft.com/office/drawing/2014/main" id="{0E0E36C8-DF2B-43FD-B31F-DF01DCEB4238}"/>
              </a:ext>
            </a:extLst>
          </p:cNvPr>
          <p:cNvCxnSpPr>
            <a:cxnSpLocks/>
          </p:cNvCxnSpPr>
          <p:nvPr/>
        </p:nvCxnSpPr>
        <p:spPr>
          <a:xfrm flipH="1" flipV="1">
            <a:off x="6888480" y="1853184"/>
            <a:ext cx="161143" cy="10078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6" name="Straight Arrow Connector 255">
            <a:extLst>
              <a:ext uri="{FF2B5EF4-FFF2-40B4-BE49-F238E27FC236}">
                <a16:creationId xmlns:a16="http://schemas.microsoft.com/office/drawing/2014/main" id="{5FD20E8A-9D2F-4E2E-ACDF-FC06425E38C0}"/>
              </a:ext>
            </a:extLst>
          </p:cNvPr>
          <p:cNvCxnSpPr>
            <a:cxnSpLocks/>
          </p:cNvCxnSpPr>
          <p:nvPr/>
        </p:nvCxnSpPr>
        <p:spPr>
          <a:xfrm flipH="1" flipV="1">
            <a:off x="3352800" y="2182368"/>
            <a:ext cx="201169" cy="115824"/>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7" name="Straight Arrow Connector 256">
            <a:extLst>
              <a:ext uri="{FF2B5EF4-FFF2-40B4-BE49-F238E27FC236}">
                <a16:creationId xmlns:a16="http://schemas.microsoft.com/office/drawing/2014/main" id="{D8BB8D1B-11B8-49D4-9CA9-03656E864F6D}"/>
              </a:ext>
            </a:extLst>
          </p:cNvPr>
          <p:cNvCxnSpPr>
            <a:cxnSpLocks/>
          </p:cNvCxnSpPr>
          <p:nvPr/>
        </p:nvCxnSpPr>
        <p:spPr>
          <a:xfrm flipH="1">
            <a:off x="3041904" y="2417264"/>
            <a:ext cx="90730"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8" name="Straight Arrow Connector 257">
            <a:extLst>
              <a:ext uri="{FF2B5EF4-FFF2-40B4-BE49-F238E27FC236}">
                <a16:creationId xmlns:a16="http://schemas.microsoft.com/office/drawing/2014/main" id="{9420AB44-BF72-4EF6-A90D-6A97A843818A}"/>
              </a:ext>
            </a:extLst>
          </p:cNvPr>
          <p:cNvCxnSpPr>
            <a:cxnSpLocks/>
          </p:cNvCxnSpPr>
          <p:nvPr/>
        </p:nvCxnSpPr>
        <p:spPr>
          <a:xfrm flipH="1" flipV="1">
            <a:off x="3108960" y="2072810"/>
            <a:ext cx="145537"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9" name="Straight Arrow Connector 258">
            <a:extLst>
              <a:ext uri="{FF2B5EF4-FFF2-40B4-BE49-F238E27FC236}">
                <a16:creationId xmlns:a16="http://schemas.microsoft.com/office/drawing/2014/main" id="{C9B269CC-0CC3-48DD-8214-34074C31F76A}"/>
              </a:ext>
            </a:extLst>
          </p:cNvPr>
          <p:cNvCxnSpPr>
            <a:cxnSpLocks/>
          </p:cNvCxnSpPr>
          <p:nvPr/>
        </p:nvCxnSpPr>
        <p:spPr>
          <a:xfrm flipV="1">
            <a:off x="2963960" y="2284604"/>
            <a:ext cx="327880" cy="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0" name="Straight Arrow Connector 259">
            <a:extLst>
              <a:ext uri="{FF2B5EF4-FFF2-40B4-BE49-F238E27FC236}">
                <a16:creationId xmlns:a16="http://schemas.microsoft.com/office/drawing/2014/main" id="{DF52A239-06CA-424C-9C9D-12F35868276C}"/>
              </a:ext>
            </a:extLst>
          </p:cNvPr>
          <p:cNvCxnSpPr>
            <a:cxnSpLocks/>
          </p:cNvCxnSpPr>
          <p:nvPr/>
        </p:nvCxnSpPr>
        <p:spPr>
          <a:xfrm flipH="1">
            <a:off x="7967321" y="1728416"/>
            <a:ext cx="100667" cy="1593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261" name="Group 18">
            <a:extLst>
              <a:ext uri="{FF2B5EF4-FFF2-40B4-BE49-F238E27FC236}">
                <a16:creationId xmlns:a16="http://schemas.microsoft.com/office/drawing/2014/main" id="{FE057A1D-A4A3-4A54-86F6-83EDFA08D9C9}"/>
              </a:ext>
            </a:extLst>
          </p:cNvPr>
          <p:cNvGrpSpPr>
            <a:grpSpLocks/>
          </p:cNvGrpSpPr>
          <p:nvPr/>
        </p:nvGrpSpPr>
        <p:grpSpPr bwMode="auto">
          <a:xfrm>
            <a:off x="2515911" y="1624838"/>
            <a:ext cx="4621213" cy="1028700"/>
            <a:chOff x="1098455" y="1454019"/>
            <a:chExt cx="7727044" cy="1028700"/>
          </a:xfrm>
        </p:grpSpPr>
        <p:sp>
          <p:nvSpPr>
            <p:cNvPr id="262" name="Rectangle 43">
              <a:extLst>
                <a:ext uri="{FF2B5EF4-FFF2-40B4-BE49-F238E27FC236}">
                  <a16:creationId xmlns:a16="http://schemas.microsoft.com/office/drawing/2014/main" id="{7729751C-0907-4633-B3B5-1ADE3113CB18}"/>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263" name="Rectangle 42">
              <a:extLst>
                <a:ext uri="{FF2B5EF4-FFF2-40B4-BE49-F238E27FC236}">
                  <a16:creationId xmlns:a16="http://schemas.microsoft.com/office/drawing/2014/main" id="{D39A8741-B38F-40F6-B555-C78F22717166}"/>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30" name="TextBox 29">
            <a:extLst>
              <a:ext uri="{FF2B5EF4-FFF2-40B4-BE49-F238E27FC236}">
                <a16:creationId xmlns:a16="http://schemas.microsoft.com/office/drawing/2014/main" id="{E9DA2188-6F2A-4248-A863-9BDB8163AEF1}"/>
              </a:ext>
            </a:extLst>
          </p:cNvPr>
          <p:cNvSpPr txBox="1"/>
          <p:nvPr/>
        </p:nvSpPr>
        <p:spPr>
          <a:xfrm>
            <a:off x="5218176" y="3755136"/>
            <a:ext cx="1856342" cy="369332"/>
          </a:xfrm>
          <a:prstGeom prst="rect">
            <a:avLst/>
          </a:prstGeom>
          <a:noFill/>
        </p:spPr>
        <p:txBody>
          <a:bodyPr wrap="none" rtlCol="0">
            <a:spAutoFit/>
          </a:bodyPr>
          <a:lstStyle/>
          <a:p>
            <a:r>
              <a:rPr lang="en-US" dirty="0"/>
              <a:t>Some reflect back</a:t>
            </a:r>
          </a:p>
        </p:txBody>
      </p:sp>
      <p:cxnSp>
        <p:nvCxnSpPr>
          <p:cNvPr id="37" name="Straight Arrow Connector 36">
            <a:extLst>
              <a:ext uri="{FF2B5EF4-FFF2-40B4-BE49-F238E27FC236}">
                <a16:creationId xmlns:a16="http://schemas.microsoft.com/office/drawing/2014/main" id="{2B40F373-AC44-4A05-945E-2BD4E589F13B}"/>
              </a:ext>
            </a:extLst>
          </p:cNvPr>
          <p:cNvCxnSpPr/>
          <p:nvPr/>
        </p:nvCxnSpPr>
        <p:spPr>
          <a:xfrm flipV="1">
            <a:off x="5815584" y="2414016"/>
            <a:ext cx="1121664" cy="126796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264" name="Straight Arrow Connector 263">
            <a:extLst>
              <a:ext uri="{FF2B5EF4-FFF2-40B4-BE49-F238E27FC236}">
                <a16:creationId xmlns:a16="http://schemas.microsoft.com/office/drawing/2014/main" id="{14D38712-6AA8-4EAF-8132-B2FFF78D7991}"/>
              </a:ext>
            </a:extLst>
          </p:cNvPr>
          <p:cNvCxnSpPr>
            <a:cxnSpLocks/>
          </p:cNvCxnSpPr>
          <p:nvPr/>
        </p:nvCxnSpPr>
        <p:spPr>
          <a:xfrm flipH="1" flipV="1">
            <a:off x="7687056" y="2590800"/>
            <a:ext cx="323088" cy="1481328"/>
          </a:xfrm>
          <a:prstGeom prst="straightConnector1">
            <a:avLst/>
          </a:prstGeom>
          <a:ln w="57150">
            <a:solidFill>
              <a:srgbClr val="FFC000"/>
            </a:solidFill>
            <a:tailEnd type="triangle"/>
          </a:ln>
        </p:spPr>
        <p:style>
          <a:lnRef idx="1">
            <a:schemeClr val="accent1"/>
          </a:lnRef>
          <a:fillRef idx="0">
            <a:schemeClr val="accent1"/>
          </a:fillRef>
          <a:effectRef idx="0">
            <a:schemeClr val="accent1"/>
          </a:effectRef>
          <a:fontRef idx="minor">
            <a:schemeClr val="tx1"/>
          </a:fontRef>
        </p:style>
      </p:cxnSp>
      <p:sp>
        <p:nvSpPr>
          <p:cNvPr id="265" name="TextBox 264">
            <a:extLst>
              <a:ext uri="{FF2B5EF4-FFF2-40B4-BE49-F238E27FC236}">
                <a16:creationId xmlns:a16="http://schemas.microsoft.com/office/drawing/2014/main" id="{CA434055-D620-4E4A-88CF-BD0A895B7A04}"/>
              </a:ext>
            </a:extLst>
          </p:cNvPr>
          <p:cNvSpPr txBox="1"/>
          <p:nvPr/>
        </p:nvSpPr>
        <p:spPr>
          <a:xfrm>
            <a:off x="6943344" y="4139184"/>
            <a:ext cx="1838004" cy="369332"/>
          </a:xfrm>
          <a:prstGeom prst="rect">
            <a:avLst/>
          </a:prstGeom>
          <a:noFill/>
        </p:spPr>
        <p:txBody>
          <a:bodyPr wrap="none" rtlCol="0">
            <a:spAutoFit/>
          </a:bodyPr>
          <a:lstStyle/>
          <a:p>
            <a:r>
              <a:rPr lang="en-US" dirty="0"/>
              <a:t>Some Keep Going</a:t>
            </a:r>
          </a:p>
        </p:txBody>
      </p:sp>
    </p:spTree>
    <p:extLst>
      <p:ext uri="{BB962C8B-B14F-4D97-AF65-F5344CB8AC3E}">
        <p14:creationId xmlns:p14="http://schemas.microsoft.com/office/powerpoint/2010/main" val="146563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223.7.1</a:t>
            </a:r>
          </a:p>
        </p:txBody>
      </p:sp>
      <p:sp>
        <p:nvSpPr>
          <p:cNvPr id="77828" name="Rectangle 3"/>
          <p:cNvSpPr>
            <a:spLocks noGrp="1" noChangeArrowheads="1"/>
          </p:cNvSpPr>
          <p:nvPr>
            <p:ph idx="1"/>
          </p:nvPr>
        </p:nvSpPr>
        <p:spPr/>
        <p:txBody>
          <a:bodyPr/>
          <a:lstStyle/>
          <a:p>
            <a:pPr marL="609600" indent="-609600" eaLnBrk="1" hangingPunct="1">
              <a:buFontTx/>
              <a:buNone/>
            </a:pPr>
            <a:r>
              <a:rPr lang="en-US" dirty="0"/>
              <a:t>A pipe, closed at one end, has a displacement node at one end. Why?</a:t>
            </a:r>
          </a:p>
          <a:p>
            <a:pPr marL="609600" indent="-609600" eaLnBrk="1" hangingPunct="1">
              <a:buFontTx/>
              <a:buAutoNum type="alphaLcParenR"/>
            </a:pPr>
            <a:r>
              <a:rPr lang="en-US" dirty="0"/>
              <a:t>The pressure there must match atmospheric pressure</a:t>
            </a:r>
          </a:p>
          <a:p>
            <a:pPr marL="609600" indent="-609600" eaLnBrk="1" hangingPunct="1">
              <a:buFontTx/>
              <a:buAutoNum type="alphaLcParenR"/>
            </a:pPr>
            <a:r>
              <a:rPr lang="en-US" dirty="0"/>
              <a:t>The molecules experience a 3</a:t>
            </a:r>
            <a:r>
              <a:rPr lang="en-US" baseline="30000" dirty="0"/>
              <a:t>rd</a:t>
            </a:r>
            <a:r>
              <a:rPr lang="en-US" dirty="0"/>
              <a:t> law reaction force</a:t>
            </a:r>
          </a:p>
          <a:p>
            <a:pPr marL="609600" indent="-609600" eaLnBrk="1" hangingPunct="1">
              <a:buFontTx/>
              <a:buAutoNum type="alphaLcParenR"/>
            </a:pPr>
            <a:r>
              <a:rPr lang="en-US" dirty="0"/>
              <a:t>The end prevents the molecules from moving in a longitudinal direction</a:t>
            </a: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16</a:t>
            </a:fld>
            <a:endParaRPr lang="en-US"/>
          </a:p>
        </p:txBody>
      </p:sp>
    </p:spTree>
    <p:extLst>
      <p:ext uri="{BB962C8B-B14F-4D97-AF65-F5344CB8AC3E}">
        <p14:creationId xmlns:p14="http://schemas.microsoft.com/office/powerpoint/2010/main" val="5819129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1" name="Rectangle 2"/>
          <p:cNvSpPr>
            <a:spLocks noGrp="1" noChangeArrowheads="1"/>
          </p:cNvSpPr>
          <p:nvPr>
            <p:ph type="title"/>
          </p:nvPr>
        </p:nvSpPr>
        <p:spPr/>
        <p:txBody>
          <a:bodyPr/>
          <a:lstStyle/>
          <a:p>
            <a:r>
              <a:rPr lang="en-US" dirty="0"/>
              <a:t>Question 223.7.2</a:t>
            </a:r>
          </a:p>
        </p:txBody>
      </p:sp>
      <p:sp>
        <p:nvSpPr>
          <p:cNvPr id="78852" name="Rectangle 3"/>
          <p:cNvSpPr>
            <a:spLocks noGrp="1" noChangeArrowheads="1"/>
          </p:cNvSpPr>
          <p:nvPr>
            <p:ph idx="1"/>
          </p:nvPr>
        </p:nvSpPr>
        <p:spPr/>
        <p:txBody>
          <a:bodyPr/>
          <a:lstStyle/>
          <a:p>
            <a:pPr marL="609600" indent="-609600" eaLnBrk="1" hangingPunct="1">
              <a:buFontTx/>
              <a:buNone/>
            </a:pPr>
            <a:r>
              <a:rPr lang="en-US" dirty="0"/>
              <a:t>A pipe that is open at both ends has a standing sound wave generated in it. The pipe will have a pressure ____________ at both ends.</a:t>
            </a:r>
          </a:p>
          <a:p>
            <a:pPr marL="609600" indent="-609600" eaLnBrk="1" hangingPunct="1">
              <a:buFontTx/>
              <a:buNone/>
            </a:pPr>
            <a:endParaRPr lang="en-US" dirty="0"/>
          </a:p>
          <a:p>
            <a:pPr marL="609600" indent="-609600" eaLnBrk="1" hangingPunct="1">
              <a:buFontTx/>
              <a:buAutoNum type="alphaLcParenR"/>
            </a:pPr>
            <a:r>
              <a:rPr lang="en-US" dirty="0"/>
              <a:t>Node</a:t>
            </a:r>
          </a:p>
          <a:p>
            <a:pPr marL="609600" indent="-609600" eaLnBrk="1" hangingPunct="1">
              <a:buFontTx/>
              <a:buAutoNum type="alphaLcParenR"/>
            </a:pPr>
            <a:r>
              <a:rPr lang="en-US" dirty="0" err="1"/>
              <a:t>Antinode</a:t>
            </a:r>
            <a:endParaRPr lang="en-US" dirty="0"/>
          </a:p>
          <a:p>
            <a:pPr marL="609600" indent="-609600" eaLnBrk="1" hangingPunct="1">
              <a:buFontTx/>
              <a:buAutoNum type="alphaLcParenR"/>
            </a:pPr>
            <a:r>
              <a:rPr lang="en-US" dirty="0"/>
              <a:t>Neither</a:t>
            </a:r>
          </a:p>
        </p:txBody>
      </p:sp>
      <p:sp>
        <p:nvSpPr>
          <p:cNvPr id="78850" name="Slide Number Placeholder 5"/>
          <p:cNvSpPr>
            <a:spLocks noGrp="1"/>
          </p:cNvSpPr>
          <p:nvPr>
            <p:ph type="sldNum" sz="quarter" idx="12"/>
          </p:nvPr>
        </p:nvSpPr>
        <p:spPr>
          <a:noFill/>
        </p:spPr>
        <p:txBody>
          <a:bodyPr/>
          <a:lstStyle/>
          <a:p>
            <a:fld id="{065A0839-7BAF-41EB-A70B-3F1C3D56D995}" type="slidenum">
              <a:rPr lang="en-US" smtClean="0"/>
              <a:pPr/>
              <a:t>17</a:t>
            </a:fld>
            <a:endParaRPr lang="en-US"/>
          </a:p>
        </p:txBody>
      </p:sp>
    </p:spTree>
    <p:extLst>
      <p:ext uri="{BB962C8B-B14F-4D97-AF65-F5344CB8AC3E}">
        <p14:creationId xmlns:p14="http://schemas.microsoft.com/office/powerpoint/2010/main" val="2428795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223.7.2.5</a:t>
            </a:r>
          </a:p>
        </p:txBody>
      </p:sp>
      <p:sp>
        <p:nvSpPr>
          <p:cNvPr id="77828" name="Rectangle 3"/>
          <p:cNvSpPr>
            <a:spLocks noGrp="1" noChangeArrowheads="1"/>
          </p:cNvSpPr>
          <p:nvPr>
            <p:ph idx="1"/>
          </p:nvPr>
        </p:nvSpPr>
        <p:spPr/>
        <p:txBody>
          <a:bodyPr>
            <a:normAutofit/>
          </a:bodyPr>
          <a:lstStyle/>
          <a:p>
            <a:pPr marL="609600" indent="-609600" eaLnBrk="1" hangingPunct="1">
              <a:buFontTx/>
              <a:buNone/>
            </a:pPr>
            <a:r>
              <a:rPr lang="en-US" dirty="0"/>
              <a:t>A pipe, open on both ends has a tuning fork next to it which is oscillating at the pipe’s second harmonic frequency, How big is the wavelength compared to the pipe length?</a:t>
            </a:r>
          </a:p>
          <a:p>
            <a:pPr marL="609600" indent="-609600" eaLnBrk="1" hangingPunct="1">
              <a:buFontTx/>
              <a:buAutoNum type="alphaLcParenR"/>
            </a:pPr>
            <a:r>
              <a:rPr lang="en-US" dirty="0">
                <a:sym typeface="Symbol"/>
              </a:rPr>
              <a:t> = L/2</a:t>
            </a:r>
          </a:p>
          <a:p>
            <a:pPr marL="609600" indent="-609600">
              <a:buFontTx/>
              <a:buAutoNum type="alphaLcParenR"/>
            </a:pPr>
            <a:r>
              <a:rPr lang="en-US" dirty="0">
                <a:sym typeface="Symbol"/>
              </a:rPr>
              <a:t> = L</a:t>
            </a:r>
          </a:p>
          <a:p>
            <a:pPr marL="609600" indent="-609600">
              <a:buFontTx/>
              <a:buAutoNum type="alphaLcParenR"/>
            </a:pPr>
            <a:r>
              <a:rPr lang="en-US" dirty="0">
                <a:sym typeface="Symbol"/>
              </a:rPr>
              <a:t> = 2L</a:t>
            </a:r>
          </a:p>
          <a:p>
            <a:pPr marL="609600" indent="-609600">
              <a:buFontTx/>
              <a:buAutoNum type="alphaLcParenR"/>
            </a:pPr>
            <a:r>
              <a:rPr lang="en-US" dirty="0">
                <a:sym typeface="Symbol"/>
              </a:rPr>
              <a:t> = (3/2)L</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18</a:t>
            </a:fld>
            <a:endParaRPr lang="en-US"/>
          </a:p>
        </p:txBody>
      </p:sp>
    </p:spTree>
    <p:extLst>
      <p:ext uri="{BB962C8B-B14F-4D97-AF65-F5344CB8AC3E}">
        <p14:creationId xmlns:p14="http://schemas.microsoft.com/office/powerpoint/2010/main" val="31423062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23CC161-822D-FB7B-609E-932F898CE33F}"/>
              </a:ext>
            </a:extLst>
          </p:cNvPr>
          <p:cNvPicPr>
            <a:picLocks noChangeAspect="1"/>
          </p:cNvPicPr>
          <p:nvPr/>
        </p:nvPicPr>
        <p:blipFill>
          <a:blip r:embed="rId2"/>
          <a:stretch>
            <a:fillRect/>
          </a:stretch>
        </p:blipFill>
        <p:spPr>
          <a:xfrm>
            <a:off x="2052031" y="1455887"/>
            <a:ext cx="5039937" cy="3946226"/>
          </a:xfrm>
          <a:prstGeom prst="rect">
            <a:avLst/>
          </a:prstGeom>
        </p:spPr>
      </p:pic>
    </p:spTree>
    <p:extLst>
      <p:ext uri="{BB962C8B-B14F-4D97-AF65-F5344CB8AC3E}">
        <p14:creationId xmlns:p14="http://schemas.microsoft.com/office/powerpoint/2010/main" val="1447658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grpSp>
        <p:nvGrpSpPr>
          <p:cNvPr id="2" name="Group 188"/>
          <p:cNvGrpSpPr>
            <a:grpSpLocks/>
          </p:cNvGrpSpPr>
          <p:nvPr/>
        </p:nvGrpSpPr>
        <p:grpSpPr bwMode="auto">
          <a:xfrm>
            <a:off x="958850" y="1258888"/>
            <a:ext cx="6192838" cy="4930775"/>
            <a:chOff x="130632" y="293908"/>
            <a:chExt cx="7021281" cy="5895414"/>
          </a:xfrm>
        </p:grpSpPr>
        <p:sp>
          <p:nvSpPr>
            <p:cNvPr id="625668" name="Rectangle 41"/>
            <p:cNvSpPr>
              <a:spLocks noChangeArrowheads="1"/>
            </p:cNvSpPr>
            <p:nvPr/>
          </p:nvSpPr>
          <p:spPr bwMode="auto">
            <a:xfrm>
              <a:off x="2509128" y="15264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69" name="Rectangle 41"/>
            <p:cNvSpPr>
              <a:spLocks noChangeArrowheads="1"/>
            </p:cNvSpPr>
            <p:nvPr/>
          </p:nvSpPr>
          <p:spPr bwMode="auto">
            <a:xfrm>
              <a:off x="4512099" y="155362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25670" name="TextBox 242"/>
            <p:cNvSpPr txBox="1">
              <a:spLocks noChangeArrowheads="1"/>
            </p:cNvSpPr>
            <p:nvPr/>
          </p:nvSpPr>
          <p:spPr bwMode="auto">
            <a:xfrm>
              <a:off x="163280" y="4800684"/>
              <a:ext cx="1742849" cy="369332"/>
            </a:xfrm>
            <a:prstGeom prst="rect">
              <a:avLst/>
            </a:prstGeom>
            <a:noFill/>
            <a:ln w="9525">
              <a:noFill/>
              <a:miter lim="800000"/>
              <a:headEnd/>
              <a:tailEnd/>
            </a:ln>
          </p:spPr>
          <p:txBody>
            <a:bodyPr wrap="none">
              <a:spAutoFit/>
            </a:bodyPr>
            <a:lstStyle/>
            <a:p>
              <a:r>
                <a:rPr lang="en-US" dirty="0"/>
                <a:t>Pressure Change</a:t>
              </a:r>
            </a:p>
          </p:txBody>
        </p:sp>
        <p:sp>
          <p:nvSpPr>
            <p:cNvPr id="625671" name="Rectangle 41"/>
            <p:cNvSpPr>
              <a:spLocks noChangeArrowheads="1"/>
            </p:cNvSpPr>
            <p:nvPr/>
          </p:nvSpPr>
          <p:spPr bwMode="auto">
            <a:xfrm>
              <a:off x="3058903" y="1575416"/>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2580251" y="1569413"/>
              <a:ext cx="4571662" cy="8009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3" name="Group 18"/>
            <p:cNvGrpSpPr>
              <a:grpSpLocks/>
            </p:cNvGrpSpPr>
            <p:nvPr/>
          </p:nvGrpSpPr>
          <p:grpSpPr bwMode="auto">
            <a:xfrm>
              <a:off x="2498271" y="1454019"/>
              <a:ext cx="4620986" cy="1028700"/>
              <a:chOff x="1098455" y="1454019"/>
              <a:chExt cx="7727044" cy="1028700"/>
            </a:xfrm>
          </p:grpSpPr>
          <p:sp>
            <p:nvSpPr>
              <p:cNvPr id="625851"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5852"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5674" name="TextBox 405"/>
            <p:cNvSpPr txBox="1">
              <a:spLocks noChangeArrowheads="1"/>
            </p:cNvSpPr>
            <p:nvPr/>
          </p:nvSpPr>
          <p:spPr bwMode="auto">
            <a:xfrm>
              <a:off x="130632" y="2863067"/>
              <a:ext cx="1972391" cy="1104107"/>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49" y="971519"/>
              <a:ext cx="4470869" cy="1899"/>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5676" name="TextBox 181"/>
            <p:cNvSpPr txBox="1">
              <a:spLocks noChangeArrowheads="1"/>
            </p:cNvSpPr>
            <p:nvPr/>
          </p:nvSpPr>
          <p:spPr bwMode="auto">
            <a:xfrm>
              <a:off x="4604582" y="293908"/>
              <a:ext cx="424618" cy="584775"/>
            </a:xfrm>
            <a:prstGeom prst="rect">
              <a:avLst/>
            </a:prstGeom>
            <a:noFill/>
            <a:ln w="9525">
              <a:noFill/>
              <a:miter lim="800000"/>
              <a:headEnd/>
              <a:tailEnd/>
            </a:ln>
          </p:spPr>
          <p:txBody>
            <a:bodyPr>
              <a:spAutoFit/>
            </a:bodyPr>
            <a:lstStyle/>
            <a:p>
              <a:r>
                <a:rPr lang="en-US" sz="3200" dirty="0"/>
                <a:t>L</a:t>
              </a:r>
            </a:p>
          </p:txBody>
        </p:sp>
        <p:pic>
          <p:nvPicPr>
            <p:cNvPr id="625677" name="Picture 2"/>
            <p:cNvPicPr>
              <a:picLocks noChangeAspect="1" noChangeArrowheads="1"/>
            </p:cNvPicPr>
            <p:nvPr/>
          </p:nvPicPr>
          <p:blipFill>
            <a:blip r:embed="rId3" cstate="print"/>
            <a:srcRect/>
            <a:stretch>
              <a:fillRect/>
            </a:stretch>
          </p:blipFill>
          <p:spPr bwMode="auto">
            <a:xfrm>
              <a:off x="2400299" y="2941637"/>
              <a:ext cx="4572001" cy="973137"/>
            </a:xfrm>
            <a:prstGeom prst="rect">
              <a:avLst/>
            </a:prstGeom>
            <a:noFill/>
            <a:ln w="9525">
              <a:noFill/>
              <a:miter lim="800000"/>
              <a:headEnd/>
              <a:tailEnd/>
            </a:ln>
          </p:spPr>
        </p:pic>
        <p:cxnSp>
          <p:nvCxnSpPr>
            <p:cNvPr id="211" name="Straight Connector 210"/>
            <p:cNvCxnSpPr/>
            <p:nvPr/>
          </p:nvCxnSpPr>
          <p:spPr>
            <a:xfrm rot="5400000">
              <a:off x="645511" y="4416571"/>
              <a:ext cx="3543702" cy="1800"/>
            </a:xfrm>
            <a:prstGeom prst="line">
              <a:avLst/>
            </a:prstGeom>
          </p:spPr>
          <p:style>
            <a:lnRef idx="1">
              <a:schemeClr val="accent1"/>
            </a:lnRef>
            <a:fillRef idx="0">
              <a:schemeClr val="accent1"/>
            </a:fillRef>
            <a:effectRef idx="0">
              <a:schemeClr val="accent1"/>
            </a:effectRef>
            <a:fontRef idx="minor">
              <a:schemeClr val="tx1"/>
            </a:fontRef>
          </p:style>
        </p:cxnSp>
        <p:grpSp>
          <p:nvGrpSpPr>
            <p:cNvPr id="4" name="Group 197"/>
            <p:cNvGrpSpPr>
              <a:grpSpLocks/>
            </p:cNvGrpSpPr>
            <p:nvPr/>
          </p:nvGrpSpPr>
          <p:grpSpPr bwMode="auto">
            <a:xfrm>
              <a:off x="2538413" y="4981575"/>
              <a:ext cx="4357687" cy="776287"/>
              <a:chOff x="2538413" y="4981575"/>
              <a:chExt cx="4357687" cy="776287"/>
            </a:xfrm>
          </p:grpSpPr>
          <p:sp>
            <p:nvSpPr>
              <p:cNvPr id="38921" name="Line 9"/>
              <p:cNvSpPr>
                <a:spLocks noChangeShapeType="1"/>
              </p:cNvSpPr>
              <p:nvPr/>
            </p:nvSpPr>
            <p:spPr bwMode="auto">
              <a:xfrm flipV="1">
                <a:off x="2538854" y="5356067"/>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2" name="Line 10"/>
              <p:cNvSpPr>
                <a:spLocks noChangeShapeType="1"/>
              </p:cNvSpPr>
              <p:nvPr/>
            </p:nvSpPr>
            <p:spPr bwMode="auto">
              <a:xfrm flipV="1">
                <a:off x="2582051" y="5346578"/>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3" name="Line 11"/>
              <p:cNvSpPr>
                <a:spLocks noChangeShapeType="1"/>
              </p:cNvSpPr>
              <p:nvPr/>
            </p:nvSpPr>
            <p:spPr bwMode="auto">
              <a:xfrm flipV="1">
                <a:off x="2627048"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4" name="Line 12"/>
              <p:cNvSpPr>
                <a:spLocks noChangeShapeType="1"/>
              </p:cNvSpPr>
              <p:nvPr/>
            </p:nvSpPr>
            <p:spPr bwMode="auto">
              <a:xfrm flipV="1">
                <a:off x="2670245" y="5320005"/>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5" name="Line 13"/>
              <p:cNvSpPr>
                <a:spLocks noChangeShapeType="1"/>
              </p:cNvSpPr>
              <p:nvPr/>
            </p:nvSpPr>
            <p:spPr bwMode="auto">
              <a:xfrm flipV="1">
                <a:off x="2713442" y="5306717"/>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6" name="Line 14"/>
              <p:cNvSpPr>
                <a:spLocks noChangeShapeType="1"/>
              </p:cNvSpPr>
              <p:nvPr/>
            </p:nvSpPr>
            <p:spPr bwMode="auto">
              <a:xfrm flipV="1">
                <a:off x="2758438"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7" name="Line 15"/>
              <p:cNvSpPr>
                <a:spLocks noChangeShapeType="1"/>
              </p:cNvSpPr>
              <p:nvPr/>
            </p:nvSpPr>
            <p:spPr bwMode="auto">
              <a:xfrm flipV="1">
                <a:off x="2801635" y="5283941"/>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8" name="Line 16"/>
              <p:cNvSpPr>
                <a:spLocks noChangeShapeType="1"/>
              </p:cNvSpPr>
              <p:nvPr/>
            </p:nvSpPr>
            <p:spPr bwMode="auto">
              <a:xfrm flipV="1">
                <a:off x="2846632" y="5272552"/>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29" name="Line 17"/>
              <p:cNvSpPr>
                <a:spLocks noChangeShapeType="1"/>
              </p:cNvSpPr>
              <p:nvPr/>
            </p:nvSpPr>
            <p:spPr bwMode="auto">
              <a:xfrm flipV="1">
                <a:off x="2889829" y="5259266"/>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0" name="Line 18"/>
              <p:cNvSpPr>
                <a:spLocks noChangeShapeType="1"/>
              </p:cNvSpPr>
              <p:nvPr/>
            </p:nvSpPr>
            <p:spPr bwMode="auto">
              <a:xfrm flipV="1">
                <a:off x="293482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1" name="Line 19"/>
              <p:cNvSpPr>
                <a:spLocks noChangeShapeType="1"/>
              </p:cNvSpPr>
              <p:nvPr/>
            </p:nvSpPr>
            <p:spPr bwMode="auto">
              <a:xfrm flipV="1">
                <a:off x="2978022"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2" name="Line 20"/>
              <p:cNvSpPr>
                <a:spLocks noChangeShapeType="1"/>
              </p:cNvSpPr>
              <p:nvPr/>
            </p:nvSpPr>
            <p:spPr bwMode="auto">
              <a:xfrm flipV="1">
                <a:off x="3023019" y="5225101"/>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3" name="Line 21"/>
              <p:cNvSpPr>
                <a:spLocks noChangeShapeType="1"/>
              </p:cNvSpPr>
              <p:nvPr/>
            </p:nvSpPr>
            <p:spPr bwMode="auto">
              <a:xfrm flipV="1">
                <a:off x="3066216" y="5213713"/>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4" name="Line 22"/>
              <p:cNvSpPr>
                <a:spLocks noChangeShapeType="1"/>
              </p:cNvSpPr>
              <p:nvPr/>
            </p:nvSpPr>
            <p:spPr bwMode="auto">
              <a:xfrm flipV="1">
                <a:off x="3111212"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5" name="Line 23"/>
              <p:cNvSpPr>
                <a:spLocks noChangeShapeType="1"/>
              </p:cNvSpPr>
              <p:nvPr/>
            </p:nvSpPr>
            <p:spPr bwMode="auto">
              <a:xfrm flipV="1">
                <a:off x="3154409" y="519093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6" name="Line 24"/>
              <p:cNvSpPr>
                <a:spLocks noChangeShapeType="1"/>
              </p:cNvSpPr>
              <p:nvPr/>
            </p:nvSpPr>
            <p:spPr bwMode="auto">
              <a:xfrm flipV="1">
                <a:off x="3197605" y="5181445"/>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7" name="Line 25"/>
              <p:cNvSpPr>
                <a:spLocks noChangeShapeType="1"/>
              </p:cNvSpPr>
              <p:nvPr/>
            </p:nvSpPr>
            <p:spPr bwMode="auto">
              <a:xfrm flipV="1">
                <a:off x="3242603"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8" name="Line 26"/>
              <p:cNvSpPr>
                <a:spLocks noChangeShapeType="1"/>
              </p:cNvSpPr>
              <p:nvPr/>
            </p:nvSpPr>
            <p:spPr bwMode="auto">
              <a:xfrm flipV="1">
                <a:off x="3285799" y="5160566"/>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39" name="Line 27"/>
              <p:cNvSpPr>
                <a:spLocks noChangeShapeType="1"/>
              </p:cNvSpPr>
              <p:nvPr/>
            </p:nvSpPr>
            <p:spPr bwMode="auto">
              <a:xfrm flipV="1">
                <a:off x="3330795" y="514917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0" name="Line 28"/>
              <p:cNvSpPr>
                <a:spLocks noChangeShapeType="1"/>
              </p:cNvSpPr>
              <p:nvPr/>
            </p:nvSpPr>
            <p:spPr bwMode="auto">
              <a:xfrm flipV="1">
                <a:off x="3373992" y="5139687"/>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1" name="Line 29"/>
              <p:cNvSpPr>
                <a:spLocks noChangeShapeType="1"/>
              </p:cNvSpPr>
              <p:nvPr/>
            </p:nvSpPr>
            <p:spPr bwMode="auto">
              <a:xfrm flipV="1">
                <a:off x="3418990" y="513019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2" name="Line 30"/>
              <p:cNvSpPr>
                <a:spLocks noChangeShapeType="1"/>
              </p:cNvSpPr>
              <p:nvPr/>
            </p:nvSpPr>
            <p:spPr bwMode="auto">
              <a:xfrm flipV="1">
                <a:off x="3462186" y="5120706"/>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3" name="Line 31"/>
              <p:cNvSpPr>
                <a:spLocks noChangeShapeType="1"/>
              </p:cNvSpPr>
              <p:nvPr/>
            </p:nvSpPr>
            <p:spPr bwMode="auto">
              <a:xfrm flipV="1">
                <a:off x="3507182" y="5111217"/>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4" name="Line 32"/>
              <p:cNvSpPr>
                <a:spLocks noChangeShapeType="1"/>
              </p:cNvSpPr>
              <p:nvPr/>
            </p:nvSpPr>
            <p:spPr bwMode="auto">
              <a:xfrm flipV="1">
                <a:off x="3550379" y="5101726"/>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5" name="Line 33"/>
              <p:cNvSpPr>
                <a:spLocks noChangeShapeType="1"/>
              </p:cNvSpPr>
              <p:nvPr/>
            </p:nvSpPr>
            <p:spPr bwMode="auto">
              <a:xfrm flipV="1">
                <a:off x="3595376"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6" name="Line 34"/>
              <p:cNvSpPr>
                <a:spLocks noChangeShapeType="1"/>
              </p:cNvSpPr>
              <p:nvPr/>
            </p:nvSpPr>
            <p:spPr bwMode="auto">
              <a:xfrm flipV="1">
                <a:off x="3638573"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7" name="Line 35"/>
              <p:cNvSpPr>
                <a:spLocks noChangeShapeType="1"/>
              </p:cNvSpPr>
              <p:nvPr/>
            </p:nvSpPr>
            <p:spPr bwMode="auto">
              <a:xfrm flipV="1">
                <a:off x="3683569" y="507515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8" name="Line 36"/>
              <p:cNvSpPr>
                <a:spLocks noChangeShapeType="1"/>
              </p:cNvSpPr>
              <p:nvPr/>
            </p:nvSpPr>
            <p:spPr bwMode="auto">
              <a:xfrm flipV="1">
                <a:off x="3726766"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49" name="Line 37"/>
              <p:cNvSpPr>
                <a:spLocks noChangeShapeType="1"/>
              </p:cNvSpPr>
              <p:nvPr/>
            </p:nvSpPr>
            <p:spPr bwMode="auto">
              <a:xfrm flipV="1">
                <a:off x="3769963" y="5059968"/>
                <a:ext cx="449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0" name="Line 38"/>
              <p:cNvSpPr>
                <a:spLocks noChangeShapeType="1"/>
              </p:cNvSpPr>
              <p:nvPr/>
            </p:nvSpPr>
            <p:spPr bwMode="auto">
              <a:xfrm flipV="1">
                <a:off x="3814960" y="5054274"/>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1" name="Line 39"/>
              <p:cNvSpPr>
                <a:spLocks noChangeShapeType="1"/>
              </p:cNvSpPr>
              <p:nvPr/>
            </p:nvSpPr>
            <p:spPr bwMode="auto">
              <a:xfrm flipV="1">
                <a:off x="3858157" y="5044783"/>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2" name="Line 40"/>
              <p:cNvSpPr>
                <a:spLocks noChangeShapeType="1"/>
              </p:cNvSpPr>
              <p:nvPr/>
            </p:nvSpPr>
            <p:spPr bwMode="auto">
              <a:xfrm flipV="1">
                <a:off x="3903153" y="5039090"/>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3" name="Line 41"/>
              <p:cNvSpPr>
                <a:spLocks noChangeShapeType="1"/>
              </p:cNvSpPr>
              <p:nvPr/>
            </p:nvSpPr>
            <p:spPr bwMode="auto">
              <a:xfrm flipV="1">
                <a:off x="3946350" y="5033395"/>
                <a:ext cx="44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4" name="Line 42"/>
              <p:cNvSpPr>
                <a:spLocks noChangeShapeType="1"/>
              </p:cNvSpPr>
              <p:nvPr/>
            </p:nvSpPr>
            <p:spPr bwMode="auto">
              <a:xfrm flipV="1">
                <a:off x="3991347" y="502580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5" name="Line 43"/>
              <p:cNvSpPr>
                <a:spLocks noChangeShapeType="1"/>
              </p:cNvSpPr>
              <p:nvPr/>
            </p:nvSpPr>
            <p:spPr bwMode="auto">
              <a:xfrm flipV="1">
                <a:off x="4034544" y="5022007"/>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6" name="Line 44"/>
              <p:cNvSpPr>
                <a:spLocks noChangeShapeType="1"/>
              </p:cNvSpPr>
              <p:nvPr/>
            </p:nvSpPr>
            <p:spPr bwMode="auto">
              <a:xfrm flipV="1">
                <a:off x="407954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7" name="Line 45"/>
              <p:cNvSpPr>
                <a:spLocks noChangeShapeType="1"/>
              </p:cNvSpPr>
              <p:nvPr/>
            </p:nvSpPr>
            <p:spPr bwMode="auto">
              <a:xfrm flipV="1">
                <a:off x="4122737"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8" name="Line 46"/>
              <p:cNvSpPr>
                <a:spLocks noChangeShapeType="1"/>
              </p:cNvSpPr>
              <p:nvPr/>
            </p:nvSpPr>
            <p:spPr bwMode="auto">
              <a:xfrm flipV="1">
                <a:off x="4167734" y="5006822"/>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59" name="Line 47"/>
              <p:cNvSpPr>
                <a:spLocks noChangeShapeType="1"/>
              </p:cNvSpPr>
              <p:nvPr/>
            </p:nvSpPr>
            <p:spPr bwMode="auto">
              <a:xfrm flipV="1">
                <a:off x="4210931"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0" name="Line 48"/>
              <p:cNvSpPr>
                <a:spLocks noChangeShapeType="1"/>
              </p:cNvSpPr>
              <p:nvPr/>
            </p:nvSpPr>
            <p:spPr bwMode="auto">
              <a:xfrm flipV="1">
                <a:off x="4254128" y="4999230"/>
                <a:ext cx="44996"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1" name="Line 49"/>
              <p:cNvSpPr>
                <a:spLocks noChangeShapeType="1"/>
              </p:cNvSpPr>
              <p:nvPr/>
            </p:nvSpPr>
            <p:spPr bwMode="auto">
              <a:xfrm flipV="1">
                <a:off x="4299124" y="4995434"/>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2" name="Line 50"/>
              <p:cNvSpPr>
                <a:spLocks noChangeShapeType="1"/>
              </p:cNvSpPr>
              <p:nvPr/>
            </p:nvSpPr>
            <p:spPr bwMode="auto">
              <a:xfrm flipV="1">
                <a:off x="4342321" y="499163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3" name="Line 51"/>
              <p:cNvSpPr>
                <a:spLocks noChangeShapeType="1"/>
              </p:cNvSpPr>
              <p:nvPr/>
            </p:nvSpPr>
            <p:spPr bwMode="auto">
              <a:xfrm flipV="1">
                <a:off x="4387318" y="4989740"/>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4" name="Line 52"/>
              <p:cNvSpPr>
                <a:spLocks noChangeShapeType="1"/>
              </p:cNvSpPr>
              <p:nvPr/>
            </p:nvSpPr>
            <p:spPr bwMode="auto">
              <a:xfrm flipV="1">
                <a:off x="4430515" y="4987841"/>
                <a:ext cx="449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5" name="Line 53"/>
              <p:cNvSpPr>
                <a:spLocks noChangeShapeType="1"/>
              </p:cNvSpPr>
              <p:nvPr/>
            </p:nvSpPr>
            <p:spPr bwMode="auto">
              <a:xfrm flipV="1">
                <a:off x="4475511" y="4985944"/>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6" name="Line 54"/>
              <p:cNvSpPr>
                <a:spLocks noChangeShapeType="1"/>
              </p:cNvSpPr>
              <p:nvPr/>
            </p:nvSpPr>
            <p:spPr bwMode="auto">
              <a:xfrm flipV="1">
                <a:off x="4518708" y="4984045"/>
                <a:ext cx="449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7" name="Line 55"/>
              <p:cNvSpPr>
                <a:spLocks noChangeShapeType="1"/>
              </p:cNvSpPr>
              <p:nvPr/>
            </p:nvSpPr>
            <p:spPr bwMode="auto">
              <a:xfrm flipV="1">
                <a:off x="456370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8" name="Line 56"/>
              <p:cNvSpPr>
                <a:spLocks noChangeShapeType="1"/>
              </p:cNvSpPr>
              <p:nvPr/>
            </p:nvSpPr>
            <p:spPr bwMode="auto">
              <a:xfrm flipV="1">
                <a:off x="4606902"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69" name="Line 57"/>
              <p:cNvSpPr>
                <a:spLocks noChangeShapeType="1"/>
              </p:cNvSpPr>
              <p:nvPr/>
            </p:nvSpPr>
            <p:spPr bwMode="auto">
              <a:xfrm flipV="1">
                <a:off x="4651898"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0" name="Line 58"/>
              <p:cNvSpPr>
                <a:spLocks noChangeShapeType="1"/>
              </p:cNvSpPr>
              <p:nvPr/>
            </p:nvSpPr>
            <p:spPr bwMode="auto">
              <a:xfrm>
                <a:off x="4695095"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1" name="Line 59"/>
              <p:cNvSpPr>
                <a:spLocks noChangeShapeType="1"/>
              </p:cNvSpPr>
              <p:nvPr/>
            </p:nvSpPr>
            <p:spPr bwMode="auto">
              <a:xfrm>
                <a:off x="4738291" y="4982148"/>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2" name="Line 60"/>
              <p:cNvSpPr>
                <a:spLocks noChangeShapeType="1"/>
              </p:cNvSpPr>
              <p:nvPr/>
            </p:nvSpPr>
            <p:spPr bwMode="auto">
              <a:xfrm>
                <a:off x="4783289" y="4982148"/>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3" name="Line 61"/>
              <p:cNvSpPr>
                <a:spLocks noChangeShapeType="1"/>
              </p:cNvSpPr>
              <p:nvPr/>
            </p:nvSpPr>
            <p:spPr bwMode="auto">
              <a:xfrm>
                <a:off x="4826485" y="4982148"/>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4" name="Line 62"/>
              <p:cNvSpPr>
                <a:spLocks noChangeShapeType="1"/>
              </p:cNvSpPr>
              <p:nvPr/>
            </p:nvSpPr>
            <p:spPr bwMode="auto">
              <a:xfrm>
                <a:off x="4871482" y="4984045"/>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5" name="Line 63"/>
              <p:cNvSpPr>
                <a:spLocks noChangeShapeType="1"/>
              </p:cNvSpPr>
              <p:nvPr/>
            </p:nvSpPr>
            <p:spPr bwMode="auto">
              <a:xfrm>
                <a:off x="4914678" y="4985944"/>
                <a:ext cx="449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6" name="Line 64"/>
              <p:cNvSpPr>
                <a:spLocks noChangeShapeType="1"/>
              </p:cNvSpPr>
              <p:nvPr/>
            </p:nvSpPr>
            <p:spPr bwMode="auto">
              <a:xfrm>
                <a:off x="4959676" y="4987841"/>
                <a:ext cx="43197"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7" name="Line 65"/>
              <p:cNvSpPr>
                <a:spLocks noChangeShapeType="1"/>
              </p:cNvSpPr>
              <p:nvPr/>
            </p:nvSpPr>
            <p:spPr bwMode="auto">
              <a:xfrm>
                <a:off x="5002872" y="4989740"/>
                <a:ext cx="44996"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8" name="Line 66"/>
              <p:cNvSpPr>
                <a:spLocks noChangeShapeType="1"/>
              </p:cNvSpPr>
              <p:nvPr/>
            </p:nvSpPr>
            <p:spPr bwMode="auto">
              <a:xfrm>
                <a:off x="5047869" y="499163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79" name="Line 67"/>
              <p:cNvSpPr>
                <a:spLocks noChangeShapeType="1"/>
              </p:cNvSpPr>
              <p:nvPr/>
            </p:nvSpPr>
            <p:spPr bwMode="auto">
              <a:xfrm>
                <a:off x="5091065" y="4995434"/>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0" name="Line 68"/>
              <p:cNvSpPr>
                <a:spLocks noChangeShapeType="1"/>
              </p:cNvSpPr>
              <p:nvPr/>
            </p:nvSpPr>
            <p:spPr bwMode="auto">
              <a:xfrm>
                <a:off x="5136063" y="4999230"/>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1" name="Line 69"/>
              <p:cNvSpPr>
                <a:spLocks noChangeShapeType="1"/>
              </p:cNvSpPr>
              <p:nvPr/>
            </p:nvSpPr>
            <p:spPr bwMode="auto">
              <a:xfrm>
                <a:off x="5179259" y="5003026"/>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2" name="Line 70"/>
              <p:cNvSpPr>
                <a:spLocks noChangeShapeType="1"/>
              </p:cNvSpPr>
              <p:nvPr/>
            </p:nvSpPr>
            <p:spPr bwMode="auto">
              <a:xfrm>
                <a:off x="5222456" y="5006822"/>
                <a:ext cx="44996"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3" name="Line 71"/>
              <p:cNvSpPr>
                <a:spLocks noChangeShapeType="1"/>
              </p:cNvSpPr>
              <p:nvPr/>
            </p:nvSpPr>
            <p:spPr bwMode="auto">
              <a:xfrm>
                <a:off x="5267452" y="5012517"/>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4" name="Line 72"/>
              <p:cNvSpPr>
                <a:spLocks noChangeShapeType="1"/>
              </p:cNvSpPr>
              <p:nvPr/>
            </p:nvSpPr>
            <p:spPr bwMode="auto">
              <a:xfrm>
                <a:off x="5312450" y="5016313"/>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5" name="Line 73"/>
              <p:cNvSpPr>
                <a:spLocks noChangeShapeType="1"/>
              </p:cNvSpPr>
              <p:nvPr/>
            </p:nvSpPr>
            <p:spPr bwMode="auto">
              <a:xfrm>
                <a:off x="5355646" y="5022007"/>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6" name="Line 74"/>
              <p:cNvSpPr>
                <a:spLocks noChangeShapeType="1"/>
              </p:cNvSpPr>
              <p:nvPr/>
            </p:nvSpPr>
            <p:spPr bwMode="auto">
              <a:xfrm>
                <a:off x="5398843" y="5025803"/>
                <a:ext cx="44996"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7" name="Line 75"/>
              <p:cNvSpPr>
                <a:spLocks noChangeShapeType="1"/>
              </p:cNvSpPr>
              <p:nvPr/>
            </p:nvSpPr>
            <p:spPr bwMode="auto">
              <a:xfrm>
                <a:off x="5443839" y="5033395"/>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8" name="Line 76"/>
              <p:cNvSpPr>
                <a:spLocks noChangeShapeType="1"/>
              </p:cNvSpPr>
              <p:nvPr/>
            </p:nvSpPr>
            <p:spPr bwMode="auto">
              <a:xfrm>
                <a:off x="5487036" y="5039090"/>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89" name="Line 77"/>
              <p:cNvSpPr>
                <a:spLocks noChangeShapeType="1"/>
              </p:cNvSpPr>
              <p:nvPr/>
            </p:nvSpPr>
            <p:spPr bwMode="auto">
              <a:xfrm>
                <a:off x="5532033" y="5044783"/>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0" name="Line 78"/>
              <p:cNvSpPr>
                <a:spLocks noChangeShapeType="1"/>
              </p:cNvSpPr>
              <p:nvPr/>
            </p:nvSpPr>
            <p:spPr bwMode="auto">
              <a:xfrm>
                <a:off x="5575230" y="5054274"/>
                <a:ext cx="44996"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1" name="Line 79"/>
              <p:cNvSpPr>
                <a:spLocks noChangeShapeType="1"/>
              </p:cNvSpPr>
              <p:nvPr/>
            </p:nvSpPr>
            <p:spPr bwMode="auto">
              <a:xfrm>
                <a:off x="5620226" y="5059968"/>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2" name="Line 80"/>
              <p:cNvSpPr>
                <a:spLocks noChangeShapeType="1"/>
              </p:cNvSpPr>
              <p:nvPr/>
            </p:nvSpPr>
            <p:spPr bwMode="auto">
              <a:xfrm>
                <a:off x="5663423" y="5067560"/>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3" name="Line 81"/>
              <p:cNvSpPr>
                <a:spLocks noChangeShapeType="1"/>
              </p:cNvSpPr>
              <p:nvPr/>
            </p:nvSpPr>
            <p:spPr bwMode="auto">
              <a:xfrm>
                <a:off x="5706620" y="5075153"/>
                <a:ext cx="449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4" name="Line 82"/>
              <p:cNvSpPr>
                <a:spLocks noChangeShapeType="1"/>
              </p:cNvSpPr>
              <p:nvPr/>
            </p:nvSpPr>
            <p:spPr bwMode="auto">
              <a:xfrm>
                <a:off x="5751617" y="5084644"/>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5" name="Line 83"/>
              <p:cNvSpPr>
                <a:spLocks noChangeShapeType="1"/>
              </p:cNvSpPr>
              <p:nvPr/>
            </p:nvSpPr>
            <p:spPr bwMode="auto">
              <a:xfrm>
                <a:off x="5796613" y="5094133"/>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6" name="Line 84"/>
              <p:cNvSpPr>
                <a:spLocks noChangeShapeType="1"/>
              </p:cNvSpPr>
              <p:nvPr/>
            </p:nvSpPr>
            <p:spPr bwMode="auto">
              <a:xfrm>
                <a:off x="5839810" y="510172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7" name="Line 85"/>
              <p:cNvSpPr>
                <a:spLocks noChangeShapeType="1"/>
              </p:cNvSpPr>
              <p:nvPr/>
            </p:nvSpPr>
            <p:spPr bwMode="auto">
              <a:xfrm>
                <a:off x="5883007" y="5111217"/>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8" name="Line 86"/>
              <p:cNvSpPr>
                <a:spLocks noChangeShapeType="1"/>
              </p:cNvSpPr>
              <p:nvPr/>
            </p:nvSpPr>
            <p:spPr bwMode="auto">
              <a:xfrm>
                <a:off x="5928004" y="5120706"/>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8999" name="Line 87"/>
              <p:cNvSpPr>
                <a:spLocks noChangeShapeType="1"/>
              </p:cNvSpPr>
              <p:nvPr/>
            </p:nvSpPr>
            <p:spPr bwMode="auto">
              <a:xfrm>
                <a:off x="5971201" y="5130197"/>
                <a:ext cx="44996"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0" name="Line 88"/>
              <p:cNvSpPr>
                <a:spLocks noChangeShapeType="1"/>
              </p:cNvSpPr>
              <p:nvPr/>
            </p:nvSpPr>
            <p:spPr bwMode="auto">
              <a:xfrm>
                <a:off x="6016197" y="5139687"/>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1" name="Line 89"/>
              <p:cNvSpPr>
                <a:spLocks noChangeShapeType="1"/>
              </p:cNvSpPr>
              <p:nvPr/>
            </p:nvSpPr>
            <p:spPr bwMode="auto">
              <a:xfrm>
                <a:off x="6059394" y="5149178"/>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2" name="Line 90"/>
              <p:cNvSpPr>
                <a:spLocks noChangeShapeType="1"/>
              </p:cNvSpPr>
              <p:nvPr/>
            </p:nvSpPr>
            <p:spPr bwMode="auto">
              <a:xfrm>
                <a:off x="6104391" y="5160566"/>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3" name="Line 91"/>
              <p:cNvSpPr>
                <a:spLocks noChangeShapeType="1"/>
              </p:cNvSpPr>
              <p:nvPr/>
            </p:nvSpPr>
            <p:spPr bwMode="auto">
              <a:xfrm>
                <a:off x="6147588" y="5170056"/>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4" name="Line 92"/>
              <p:cNvSpPr>
                <a:spLocks noChangeShapeType="1"/>
              </p:cNvSpPr>
              <p:nvPr/>
            </p:nvSpPr>
            <p:spPr bwMode="auto">
              <a:xfrm>
                <a:off x="6190785" y="5181445"/>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5" name="Line 93"/>
              <p:cNvSpPr>
                <a:spLocks noChangeShapeType="1"/>
              </p:cNvSpPr>
              <p:nvPr/>
            </p:nvSpPr>
            <p:spPr bwMode="auto">
              <a:xfrm>
                <a:off x="6235781" y="5190936"/>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6" name="Line 94"/>
              <p:cNvSpPr>
                <a:spLocks noChangeShapeType="1"/>
              </p:cNvSpPr>
              <p:nvPr/>
            </p:nvSpPr>
            <p:spPr bwMode="auto">
              <a:xfrm>
                <a:off x="6280778" y="5202324"/>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7" name="Line 95"/>
              <p:cNvSpPr>
                <a:spLocks noChangeShapeType="1"/>
              </p:cNvSpPr>
              <p:nvPr/>
            </p:nvSpPr>
            <p:spPr bwMode="auto">
              <a:xfrm>
                <a:off x="6323975" y="5213713"/>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8" name="Line 96"/>
              <p:cNvSpPr>
                <a:spLocks noChangeShapeType="1"/>
              </p:cNvSpPr>
              <p:nvPr/>
            </p:nvSpPr>
            <p:spPr bwMode="auto">
              <a:xfrm>
                <a:off x="6367172" y="5225101"/>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09" name="Line 97"/>
              <p:cNvSpPr>
                <a:spLocks noChangeShapeType="1"/>
              </p:cNvSpPr>
              <p:nvPr/>
            </p:nvSpPr>
            <p:spPr bwMode="auto">
              <a:xfrm>
                <a:off x="6412168" y="5236489"/>
                <a:ext cx="449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0" name="Line 98"/>
              <p:cNvSpPr>
                <a:spLocks noChangeShapeType="1"/>
              </p:cNvSpPr>
              <p:nvPr/>
            </p:nvSpPr>
            <p:spPr bwMode="auto">
              <a:xfrm>
                <a:off x="6457165" y="5249775"/>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1" name="Line 99"/>
              <p:cNvSpPr>
                <a:spLocks noChangeShapeType="1"/>
              </p:cNvSpPr>
              <p:nvPr/>
            </p:nvSpPr>
            <p:spPr bwMode="auto">
              <a:xfrm>
                <a:off x="6500362" y="5259266"/>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2" name="Line 100"/>
              <p:cNvSpPr>
                <a:spLocks noChangeShapeType="1"/>
              </p:cNvSpPr>
              <p:nvPr/>
            </p:nvSpPr>
            <p:spPr bwMode="auto">
              <a:xfrm>
                <a:off x="6543559" y="5272552"/>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3" name="Line 101"/>
              <p:cNvSpPr>
                <a:spLocks noChangeShapeType="1"/>
              </p:cNvSpPr>
              <p:nvPr/>
            </p:nvSpPr>
            <p:spPr bwMode="auto">
              <a:xfrm>
                <a:off x="6588555" y="5283941"/>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4" name="Line 102"/>
              <p:cNvSpPr>
                <a:spLocks noChangeShapeType="1"/>
              </p:cNvSpPr>
              <p:nvPr/>
            </p:nvSpPr>
            <p:spPr bwMode="auto">
              <a:xfrm>
                <a:off x="6631751" y="529722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5" name="Line 103"/>
              <p:cNvSpPr>
                <a:spLocks noChangeShapeType="1"/>
              </p:cNvSpPr>
              <p:nvPr/>
            </p:nvSpPr>
            <p:spPr bwMode="auto">
              <a:xfrm>
                <a:off x="6674948" y="530671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6" name="Line 104"/>
              <p:cNvSpPr>
                <a:spLocks noChangeShapeType="1"/>
              </p:cNvSpPr>
              <p:nvPr/>
            </p:nvSpPr>
            <p:spPr bwMode="auto">
              <a:xfrm>
                <a:off x="6719945" y="5320005"/>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7" name="Line 105"/>
              <p:cNvSpPr>
                <a:spLocks noChangeShapeType="1"/>
              </p:cNvSpPr>
              <p:nvPr/>
            </p:nvSpPr>
            <p:spPr bwMode="auto">
              <a:xfrm>
                <a:off x="6764942" y="5333290"/>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8" name="Line 106"/>
              <p:cNvSpPr>
                <a:spLocks noChangeShapeType="1"/>
              </p:cNvSpPr>
              <p:nvPr/>
            </p:nvSpPr>
            <p:spPr bwMode="auto">
              <a:xfrm>
                <a:off x="6808138" y="5346578"/>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19" name="Line 107"/>
              <p:cNvSpPr>
                <a:spLocks noChangeShapeType="1"/>
              </p:cNvSpPr>
              <p:nvPr/>
            </p:nvSpPr>
            <p:spPr bwMode="auto">
              <a:xfrm>
                <a:off x="6851335" y="5356067"/>
                <a:ext cx="449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0" name="Line 108"/>
              <p:cNvSpPr>
                <a:spLocks noChangeShapeType="1"/>
              </p:cNvSpPr>
              <p:nvPr/>
            </p:nvSpPr>
            <p:spPr bwMode="auto">
              <a:xfrm>
                <a:off x="2538854" y="536935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1" name="Line 109"/>
              <p:cNvSpPr>
                <a:spLocks noChangeShapeType="1"/>
              </p:cNvSpPr>
              <p:nvPr/>
            </p:nvSpPr>
            <p:spPr bwMode="auto">
              <a:xfrm>
                <a:off x="2582051" y="5382640"/>
                <a:ext cx="37798"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2" name="Line 110"/>
              <p:cNvSpPr>
                <a:spLocks noChangeShapeType="1"/>
              </p:cNvSpPr>
              <p:nvPr/>
            </p:nvSpPr>
            <p:spPr bwMode="auto">
              <a:xfrm>
                <a:off x="2700842" y="5414908"/>
                <a:ext cx="12600"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3" name="Line 111"/>
              <p:cNvSpPr>
                <a:spLocks noChangeShapeType="1"/>
              </p:cNvSpPr>
              <p:nvPr/>
            </p:nvSpPr>
            <p:spPr bwMode="auto">
              <a:xfrm>
                <a:off x="2713442" y="5418704"/>
                <a:ext cx="44996"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4" name="Line 112"/>
              <p:cNvSpPr>
                <a:spLocks noChangeShapeType="1"/>
              </p:cNvSpPr>
              <p:nvPr/>
            </p:nvSpPr>
            <p:spPr bwMode="auto">
              <a:xfrm>
                <a:off x="2758438" y="5431990"/>
                <a:ext cx="23399"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5" name="Line 113"/>
              <p:cNvSpPr>
                <a:spLocks noChangeShapeType="1"/>
              </p:cNvSpPr>
              <p:nvPr/>
            </p:nvSpPr>
            <p:spPr bwMode="auto">
              <a:xfrm>
                <a:off x="2862830" y="5460462"/>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6" name="Line 114"/>
              <p:cNvSpPr>
                <a:spLocks noChangeShapeType="1"/>
              </p:cNvSpPr>
              <p:nvPr/>
            </p:nvSpPr>
            <p:spPr bwMode="auto">
              <a:xfrm>
                <a:off x="2889829" y="5466156"/>
                <a:ext cx="44996"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7" name="Line 115"/>
              <p:cNvSpPr>
                <a:spLocks noChangeShapeType="1"/>
              </p:cNvSpPr>
              <p:nvPr/>
            </p:nvSpPr>
            <p:spPr bwMode="auto">
              <a:xfrm>
                <a:off x="2934825" y="5479443"/>
                <a:ext cx="107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8" name="Line 116"/>
              <p:cNvSpPr>
                <a:spLocks noChangeShapeType="1"/>
              </p:cNvSpPr>
              <p:nvPr/>
            </p:nvSpPr>
            <p:spPr bwMode="auto">
              <a:xfrm>
                <a:off x="3028418" y="5502219"/>
                <a:ext cx="37798"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29" name="Line 117"/>
              <p:cNvSpPr>
                <a:spLocks noChangeShapeType="1"/>
              </p:cNvSpPr>
              <p:nvPr/>
            </p:nvSpPr>
            <p:spPr bwMode="auto">
              <a:xfrm>
                <a:off x="3066216" y="5513608"/>
                <a:ext cx="44996"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0" name="Line 118"/>
              <p:cNvSpPr>
                <a:spLocks noChangeShapeType="1"/>
              </p:cNvSpPr>
              <p:nvPr/>
            </p:nvSpPr>
            <p:spPr bwMode="auto">
              <a:xfrm>
                <a:off x="3192206" y="5545875"/>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1" name="Line 119"/>
              <p:cNvSpPr>
                <a:spLocks noChangeShapeType="1"/>
              </p:cNvSpPr>
              <p:nvPr/>
            </p:nvSpPr>
            <p:spPr bwMode="auto">
              <a:xfrm>
                <a:off x="3197605" y="5547773"/>
                <a:ext cx="449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2" name="Line 120"/>
              <p:cNvSpPr>
                <a:spLocks noChangeShapeType="1"/>
              </p:cNvSpPr>
              <p:nvPr/>
            </p:nvSpPr>
            <p:spPr bwMode="auto">
              <a:xfrm>
                <a:off x="3242603" y="5559162"/>
                <a:ext cx="34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3" name="Line 121"/>
              <p:cNvSpPr>
                <a:spLocks noChangeShapeType="1"/>
              </p:cNvSpPr>
              <p:nvPr/>
            </p:nvSpPr>
            <p:spPr bwMode="auto">
              <a:xfrm>
                <a:off x="3363193" y="5587632"/>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4" name="Line 122"/>
              <p:cNvSpPr>
                <a:spLocks noChangeShapeType="1"/>
              </p:cNvSpPr>
              <p:nvPr/>
            </p:nvSpPr>
            <p:spPr bwMode="auto">
              <a:xfrm>
                <a:off x="3373992" y="5589531"/>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5" name="Line 123"/>
              <p:cNvSpPr>
                <a:spLocks noChangeShapeType="1"/>
              </p:cNvSpPr>
              <p:nvPr/>
            </p:nvSpPr>
            <p:spPr bwMode="auto">
              <a:xfrm>
                <a:off x="3418990" y="5599021"/>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6" name="Line 124"/>
              <p:cNvSpPr>
                <a:spLocks noChangeShapeType="1"/>
              </p:cNvSpPr>
              <p:nvPr/>
            </p:nvSpPr>
            <p:spPr bwMode="auto">
              <a:xfrm>
                <a:off x="3535980" y="5625594"/>
                <a:ext cx="14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7" name="Line 125"/>
              <p:cNvSpPr>
                <a:spLocks noChangeShapeType="1"/>
              </p:cNvSpPr>
              <p:nvPr/>
            </p:nvSpPr>
            <p:spPr bwMode="auto">
              <a:xfrm>
                <a:off x="3550379" y="5627492"/>
                <a:ext cx="449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8" name="Line 126"/>
              <p:cNvSpPr>
                <a:spLocks noChangeShapeType="1"/>
              </p:cNvSpPr>
              <p:nvPr/>
            </p:nvSpPr>
            <p:spPr bwMode="auto">
              <a:xfrm>
                <a:off x="3595376" y="5636982"/>
                <a:ext cx="26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39" name="Line 127"/>
              <p:cNvSpPr>
                <a:spLocks noChangeShapeType="1"/>
              </p:cNvSpPr>
              <p:nvPr/>
            </p:nvSpPr>
            <p:spPr bwMode="auto">
              <a:xfrm>
                <a:off x="3712367" y="5659759"/>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0" name="Line 128"/>
              <p:cNvSpPr>
                <a:spLocks noChangeShapeType="1"/>
              </p:cNvSpPr>
              <p:nvPr/>
            </p:nvSpPr>
            <p:spPr bwMode="auto">
              <a:xfrm>
                <a:off x="3726766"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1" name="Line 129"/>
              <p:cNvSpPr>
                <a:spLocks noChangeShapeType="1"/>
              </p:cNvSpPr>
              <p:nvPr/>
            </p:nvSpPr>
            <p:spPr bwMode="auto">
              <a:xfrm>
                <a:off x="3769963" y="5671147"/>
                <a:ext cx="323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2" name="Line 130"/>
              <p:cNvSpPr>
                <a:spLocks noChangeShapeType="1"/>
              </p:cNvSpPr>
              <p:nvPr/>
            </p:nvSpPr>
            <p:spPr bwMode="auto">
              <a:xfrm>
                <a:off x="3894154" y="5692027"/>
                <a:ext cx="8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3" name="Line 131"/>
              <p:cNvSpPr>
                <a:spLocks noChangeShapeType="1"/>
              </p:cNvSpPr>
              <p:nvPr/>
            </p:nvSpPr>
            <p:spPr bwMode="auto">
              <a:xfrm>
                <a:off x="3903153" y="5693924"/>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4" name="Line 132"/>
              <p:cNvSpPr>
                <a:spLocks noChangeShapeType="1"/>
              </p:cNvSpPr>
              <p:nvPr/>
            </p:nvSpPr>
            <p:spPr bwMode="auto">
              <a:xfrm>
                <a:off x="3946350" y="5699619"/>
                <a:ext cx="37798"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5" name="Line 133"/>
              <p:cNvSpPr>
                <a:spLocks noChangeShapeType="1"/>
              </p:cNvSpPr>
              <p:nvPr/>
            </p:nvSpPr>
            <p:spPr bwMode="auto">
              <a:xfrm>
                <a:off x="4079540" y="5716701"/>
                <a:ext cx="431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6" name="Line 134"/>
              <p:cNvSpPr>
                <a:spLocks noChangeShapeType="1"/>
              </p:cNvSpPr>
              <p:nvPr/>
            </p:nvSpPr>
            <p:spPr bwMode="auto">
              <a:xfrm>
                <a:off x="4122737"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7" name="Line 135"/>
              <p:cNvSpPr>
                <a:spLocks noChangeShapeType="1"/>
              </p:cNvSpPr>
              <p:nvPr/>
            </p:nvSpPr>
            <p:spPr bwMode="auto">
              <a:xfrm>
                <a:off x="4167734" y="5728089"/>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8" name="Line 136"/>
              <p:cNvSpPr>
                <a:spLocks noChangeShapeType="1"/>
              </p:cNvSpPr>
              <p:nvPr/>
            </p:nvSpPr>
            <p:spPr bwMode="auto">
              <a:xfrm>
                <a:off x="4268527" y="5737580"/>
                <a:ext cx="305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49" name="Line 137"/>
              <p:cNvSpPr>
                <a:spLocks noChangeShapeType="1"/>
              </p:cNvSpPr>
              <p:nvPr/>
            </p:nvSpPr>
            <p:spPr bwMode="auto">
              <a:xfrm>
                <a:off x="4299124" y="5739478"/>
                <a:ext cx="431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0" name="Line 138"/>
              <p:cNvSpPr>
                <a:spLocks noChangeShapeType="1"/>
              </p:cNvSpPr>
              <p:nvPr/>
            </p:nvSpPr>
            <p:spPr bwMode="auto">
              <a:xfrm>
                <a:off x="4342321" y="5743274"/>
                <a:ext cx="23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1" name="Line 139"/>
              <p:cNvSpPr>
                <a:spLocks noChangeShapeType="1"/>
              </p:cNvSpPr>
              <p:nvPr/>
            </p:nvSpPr>
            <p:spPr bwMode="auto">
              <a:xfrm>
                <a:off x="4462912" y="5750866"/>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2" name="Line 140"/>
              <p:cNvSpPr>
                <a:spLocks noChangeShapeType="1"/>
              </p:cNvSpPr>
              <p:nvPr/>
            </p:nvSpPr>
            <p:spPr bwMode="auto">
              <a:xfrm>
                <a:off x="4475511" y="5752765"/>
                <a:ext cx="43197"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3" name="Line 141"/>
              <p:cNvSpPr>
                <a:spLocks noChangeShapeType="1"/>
              </p:cNvSpPr>
              <p:nvPr/>
            </p:nvSpPr>
            <p:spPr bwMode="auto">
              <a:xfrm>
                <a:off x="4518708"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4" name="Line 142"/>
              <p:cNvSpPr>
                <a:spLocks noChangeShapeType="1"/>
              </p:cNvSpPr>
              <p:nvPr/>
            </p:nvSpPr>
            <p:spPr bwMode="auto">
              <a:xfrm>
                <a:off x="4657298" y="5756561"/>
                <a:ext cx="377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5" name="Line 143"/>
              <p:cNvSpPr>
                <a:spLocks noChangeShapeType="1"/>
              </p:cNvSpPr>
              <p:nvPr/>
            </p:nvSpPr>
            <p:spPr bwMode="auto">
              <a:xfrm>
                <a:off x="4695095" y="5756561"/>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6" name="Line 144"/>
              <p:cNvSpPr>
                <a:spLocks noChangeShapeType="1"/>
              </p:cNvSpPr>
              <p:nvPr/>
            </p:nvSpPr>
            <p:spPr bwMode="auto">
              <a:xfrm flipV="1">
                <a:off x="4738291" y="5756561"/>
                <a:ext cx="17999"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7" name="Line 145"/>
              <p:cNvSpPr>
                <a:spLocks noChangeShapeType="1"/>
              </p:cNvSpPr>
              <p:nvPr/>
            </p:nvSpPr>
            <p:spPr bwMode="auto">
              <a:xfrm flipV="1">
                <a:off x="4855283" y="5754662"/>
                <a:ext cx="16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8" name="Line 146"/>
              <p:cNvSpPr>
                <a:spLocks noChangeShapeType="1"/>
              </p:cNvSpPr>
              <p:nvPr/>
            </p:nvSpPr>
            <p:spPr bwMode="auto">
              <a:xfrm flipV="1">
                <a:off x="4871482" y="5752765"/>
                <a:ext cx="43197"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59" name="Line 147"/>
              <p:cNvSpPr>
                <a:spLocks noChangeShapeType="1"/>
              </p:cNvSpPr>
              <p:nvPr/>
            </p:nvSpPr>
            <p:spPr bwMode="auto">
              <a:xfrm flipV="1">
                <a:off x="4914678" y="5752765"/>
                <a:ext cx="37798"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0" name="Line 148"/>
              <p:cNvSpPr>
                <a:spLocks noChangeShapeType="1"/>
              </p:cNvSpPr>
              <p:nvPr/>
            </p:nvSpPr>
            <p:spPr bwMode="auto">
              <a:xfrm flipV="1">
                <a:off x="5049669" y="5743274"/>
                <a:ext cx="41396"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1" name="Line 149"/>
              <p:cNvSpPr>
                <a:spLocks noChangeShapeType="1"/>
              </p:cNvSpPr>
              <p:nvPr/>
            </p:nvSpPr>
            <p:spPr bwMode="auto">
              <a:xfrm flipV="1">
                <a:off x="5091065" y="5739478"/>
                <a:ext cx="44997"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2" name="Line 150"/>
              <p:cNvSpPr>
                <a:spLocks noChangeShapeType="1"/>
              </p:cNvSpPr>
              <p:nvPr/>
            </p:nvSpPr>
            <p:spPr bwMode="auto">
              <a:xfrm flipV="1">
                <a:off x="5136063" y="5739478"/>
                <a:ext cx="107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3" name="Line 151"/>
              <p:cNvSpPr>
                <a:spLocks noChangeShapeType="1"/>
              </p:cNvSpPr>
              <p:nvPr/>
            </p:nvSpPr>
            <p:spPr bwMode="auto">
              <a:xfrm flipV="1">
                <a:off x="5242254" y="5728089"/>
                <a:ext cx="25198"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4" name="Line 152"/>
              <p:cNvSpPr>
                <a:spLocks noChangeShapeType="1"/>
              </p:cNvSpPr>
              <p:nvPr/>
            </p:nvSpPr>
            <p:spPr bwMode="auto">
              <a:xfrm flipV="1">
                <a:off x="5267452" y="5722396"/>
                <a:ext cx="449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5" name="Line 153"/>
              <p:cNvSpPr>
                <a:spLocks noChangeShapeType="1"/>
              </p:cNvSpPr>
              <p:nvPr/>
            </p:nvSpPr>
            <p:spPr bwMode="auto">
              <a:xfrm flipV="1">
                <a:off x="5312450" y="5718600"/>
                <a:ext cx="25198"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6" name="Line 154"/>
              <p:cNvSpPr>
                <a:spLocks noChangeShapeType="1"/>
              </p:cNvSpPr>
              <p:nvPr/>
            </p:nvSpPr>
            <p:spPr bwMode="auto">
              <a:xfrm flipV="1">
                <a:off x="5431241" y="5705313"/>
                <a:ext cx="125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7" name="Line 155"/>
              <p:cNvSpPr>
                <a:spLocks noChangeShapeType="1"/>
              </p:cNvSpPr>
              <p:nvPr/>
            </p:nvSpPr>
            <p:spPr bwMode="auto">
              <a:xfrm flipV="1">
                <a:off x="5443839" y="5699619"/>
                <a:ext cx="43197"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8" name="Line 156"/>
              <p:cNvSpPr>
                <a:spLocks noChangeShapeType="1"/>
              </p:cNvSpPr>
              <p:nvPr/>
            </p:nvSpPr>
            <p:spPr bwMode="auto">
              <a:xfrm flipV="1">
                <a:off x="5487036" y="5693924"/>
                <a:ext cx="35997"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69" name="Line 157"/>
              <p:cNvSpPr>
                <a:spLocks noChangeShapeType="1"/>
              </p:cNvSpPr>
              <p:nvPr/>
            </p:nvSpPr>
            <p:spPr bwMode="auto">
              <a:xfrm flipV="1">
                <a:off x="5614827" y="5678740"/>
                <a:ext cx="53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0" name="Line 158"/>
              <p:cNvSpPr>
                <a:spLocks noChangeShapeType="1"/>
              </p:cNvSpPr>
              <p:nvPr/>
            </p:nvSpPr>
            <p:spPr bwMode="auto">
              <a:xfrm flipV="1">
                <a:off x="5620226" y="5671147"/>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1" name="Line 159"/>
              <p:cNvSpPr>
                <a:spLocks noChangeShapeType="1"/>
              </p:cNvSpPr>
              <p:nvPr/>
            </p:nvSpPr>
            <p:spPr bwMode="auto">
              <a:xfrm flipV="1">
                <a:off x="5663423" y="5663555"/>
                <a:ext cx="43197"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2" name="Line 160"/>
              <p:cNvSpPr>
                <a:spLocks noChangeShapeType="1"/>
              </p:cNvSpPr>
              <p:nvPr/>
            </p:nvSpPr>
            <p:spPr bwMode="auto">
              <a:xfrm flipV="1">
                <a:off x="5794814" y="5646473"/>
                <a:ext cx="1799" cy="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3" name="Line 161"/>
              <p:cNvSpPr>
                <a:spLocks noChangeShapeType="1"/>
              </p:cNvSpPr>
              <p:nvPr/>
            </p:nvSpPr>
            <p:spPr bwMode="auto">
              <a:xfrm flipV="1">
                <a:off x="5796613" y="5636982"/>
                <a:ext cx="43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4" name="Line 162"/>
              <p:cNvSpPr>
                <a:spLocks noChangeShapeType="1"/>
              </p:cNvSpPr>
              <p:nvPr/>
            </p:nvSpPr>
            <p:spPr bwMode="auto">
              <a:xfrm flipV="1">
                <a:off x="5839810" y="5627492"/>
                <a:ext cx="41398"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5" name="Line 163"/>
              <p:cNvSpPr>
                <a:spLocks noChangeShapeType="1"/>
              </p:cNvSpPr>
              <p:nvPr/>
            </p:nvSpPr>
            <p:spPr bwMode="auto">
              <a:xfrm flipV="1">
                <a:off x="5969400" y="5608512"/>
                <a:ext cx="1800" cy="189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6" name="Line 164"/>
              <p:cNvSpPr>
                <a:spLocks noChangeShapeType="1"/>
              </p:cNvSpPr>
              <p:nvPr/>
            </p:nvSpPr>
            <p:spPr bwMode="auto">
              <a:xfrm flipV="1">
                <a:off x="5971201" y="5599021"/>
                <a:ext cx="44996"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7" name="Line 165"/>
              <p:cNvSpPr>
                <a:spLocks noChangeShapeType="1"/>
              </p:cNvSpPr>
              <p:nvPr/>
            </p:nvSpPr>
            <p:spPr bwMode="auto">
              <a:xfrm flipV="1">
                <a:off x="6016197" y="5589531"/>
                <a:ext cx="395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8" name="Line 166"/>
              <p:cNvSpPr>
                <a:spLocks noChangeShapeType="1"/>
              </p:cNvSpPr>
              <p:nvPr/>
            </p:nvSpPr>
            <p:spPr bwMode="auto">
              <a:xfrm flipV="1">
                <a:off x="6140388" y="5568651"/>
                <a:ext cx="71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79" name="Line 167"/>
              <p:cNvSpPr>
                <a:spLocks noChangeShapeType="1"/>
              </p:cNvSpPr>
              <p:nvPr/>
            </p:nvSpPr>
            <p:spPr bwMode="auto">
              <a:xfrm flipV="1">
                <a:off x="6147588" y="5559162"/>
                <a:ext cx="43197" cy="9490"/>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0" name="Line 168"/>
              <p:cNvSpPr>
                <a:spLocks noChangeShapeType="1"/>
              </p:cNvSpPr>
              <p:nvPr/>
            </p:nvSpPr>
            <p:spPr bwMode="auto">
              <a:xfrm flipV="1">
                <a:off x="6190785" y="5549671"/>
                <a:ext cx="341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1" name="Line 169"/>
              <p:cNvSpPr>
                <a:spLocks noChangeShapeType="1"/>
              </p:cNvSpPr>
              <p:nvPr/>
            </p:nvSpPr>
            <p:spPr bwMode="auto">
              <a:xfrm flipV="1">
                <a:off x="6309576" y="5524996"/>
                <a:ext cx="143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2" name="Line 170"/>
              <p:cNvSpPr>
                <a:spLocks noChangeShapeType="1"/>
              </p:cNvSpPr>
              <p:nvPr/>
            </p:nvSpPr>
            <p:spPr bwMode="auto">
              <a:xfrm flipV="1">
                <a:off x="6323975" y="5513608"/>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3" name="Line 171"/>
              <p:cNvSpPr>
                <a:spLocks noChangeShapeType="1"/>
              </p:cNvSpPr>
              <p:nvPr/>
            </p:nvSpPr>
            <p:spPr bwMode="auto">
              <a:xfrm flipV="1">
                <a:off x="6367172" y="5507913"/>
                <a:ext cx="25198" cy="5695"/>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4" name="Line 172"/>
              <p:cNvSpPr>
                <a:spLocks noChangeShapeType="1"/>
              </p:cNvSpPr>
              <p:nvPr/>
            </p:nvSpPr>
            <p:spPr bwMode="auto">
              <a:xfrm flipV="1">
                <a:off x="6473363" y="5479443"/>
                <a:ext cx="26999" cy="5694"/>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5" name="Line 173"/>
              <p:cNvSpPr>
                <a:spLocks noChangeShapeType="1"/>
              </p:cNvSpPr>
              <p:nvPr/>
            </p:nvSpPr>
            <p:spPr bwMode="auto">
              <a:xfrm flipV="1">
                <a:off x="6500362" y="5466156"/>
                <a:ext cx="43197" cy="13287"/>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6" name="Line 174"/>
              <p:cNvSpPr>
                <a:spLocks noChangeShapeType="1"/>
              </p:cNvSpPr>
              <p:nvPr/>
            </p:nvSpPr>
            <p:spPr bwMode="auto">
              <a:xfrm flipV="1">
                <a:off x="6543559" y="5462359"/>
                <a:ext cx="12599" cy="379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7" name="Line 175"/>
              <p:cNvSpPr>
                <a:spLocks noChangeShapeType="1"/>
              </p:cNvSpPr>
              <p:nvPr/>
            </p:nvSpPr>
            <p:spPr bwMode="auto">
              <a:xfrm flipV="1">
                <a:off x="6637152" y="5431990"/>
                <a:ext cx="37797" cy="9491"/>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8" name="Line 176"/>
              <p:cNvSpPr>
                <a:spLocks noChangeShapeType="1"/>
              </p:cNvSpPr>
              <p:nvPr/>
            </p:nvSpPr>
            <p:spPr bwMode="auto">
              <a:xfrm flipV="1">
                <a:off x="6674948" y="5418704"/>
                <a:ext cx="43197" cy="13286"/>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89" name="Line 177"/>
              <p:cNvSpPr>
                <a:spLocks noChangeShapeType="1"/>
              </p:cNvSpPr>
              <p:nvPr/>
            </p:nvSpPr>
            <p:spPr bwMode="auto">
              <a:xfrm flipV="1">
                <a:off x="6799140" y="5394029"/>
                <a:ext cx="8999" cy="1899"/>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0" name="Line 178"/>
              <p:cNvSpPr>
                <a:spLocks noChangeShapeType="1"/>
              </p:cNvSpPr>
              <p:nvPr/>
            </p:nvSpPr>
            <p:spPr bwMode="auto">
              <a:xfrm flipV="1">
                <a:off x="6808138" y="5382640"/>
                <a:ext cx="43197" cy="11388"/>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39091" name="Line 179"/>
              <p:cNvSpPr>
                <a:spLocks noChangeShapeType="1"/>
              </p:cNvSpPr>
              <p:nvPr/>
            </p:nvSpPr>
            <p:spPr bwMode="auto">
              <a:xfrm flipV="1">
                <a:off x="6851335" y="5375048"/>
                <a:ext cx="28798" cy="7592"/>
              </a:xfrm>
              <a:prstGeom prst="line">
                <a:avLst/>
              </a:prstGeom>
              <a:noFill/>
              <a:ln w="12">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grpSp>
      <p:pic>
        <p:nvPicPr>
          <p:cNvPr id="94209" name="Picture 1"/>
          <p:cNvPicPr>
            <a:picLocks noChangeAspect="1" noChangeArrowheads="1"/>
          </p:cNvPicPr>
          <p:nvPr/>
        </p:nvPicPr>
        <p:blipFill>
          <a:blip r:embed="rId4" cstate="print"/>
          <a:srcRect/>
          <a:stretch>
            <a:fillRect/>
          </a:stretch>
        </p:blipFill>
        <p:spPr bwMode="auto">
          <a:xfrm>
            <a:off x="468313" y="917575"/>
            <a:ext cx="8207375" cy="5021263"/>
          </a:xfrm>
          <a:prstGeom prst="rect">
            <a:avLst/>
          </a:prstGeom>
          <a:noFill/>
          <a:ln w="9525">
            <a:noFill/>
            <a:miter lim="800000"/>
            <a:headEnd/>
            <a:tailEnd/>
          </a:ln>
          <a:effectLst/>
        </p:spPr>
      </p:pic>
    </p:spTree>
    <p:extLst>
      <p:ext uri="{BB962C8B-B14F-4D97-AF65-F5344CB8AC3E}">
        <p14:creationId xmlns:p14="http://schemas.microsoft.com/office/powerpoint/2010/main" val="1663821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94368-3DEB-432C-C5B0-68A3426A24F9}"/>
            </a:ext>
          </a:extLst>
        </p:cNvPr>
        <p:cNvGrpSpPr/>
        <p:nvPr/>
      </p:nvGrpSpPr>
      <p:grpSpPr>
        <a:xfrm>
          <a:off x="0" y="0"/>
          <a:ext cx="0" cy="0"/>
          <a:chOff x="0" y="0"/>
          <a:chExt cx="0" cy="0"/>
        </a:xfrm>
      </p:grpSpPr>
      <p:sp>
        <p:nvSpPr>
          <p:cNvPr id="327" name="Rectangle 326">
            <a:extLst>
              <a:ext uri="{FF2B5EF4-FFF2-40B4-BE49-F238E27FC236}">
                <a16:creationId xmlns:a16="http://schemas.microsoft.com/office/drawing/2014/main" id="{DEF80C5B-F74F-8511-9D52-57A098B88F5C}"/>
              </a:ext>
            </a:extLst>
          </p:cNvPr>
          <p:cNvSpPr/>
          <p:nvPr/>
        </p:nvSpPr>
        <p:spPr>
          <a:xfrm>
            <a:off x="0" y="0"/>
            <a:ext cx="9144000" cy="38481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en-US" dirty="0"/>
          </a:p>
        </p:txBody>
      </p:sp>
      <p:pic>
        <p:nvPicPr>
          <p:cNvPr id="66571" name="Picture 3">
            <a:extLst>
              <a:ext uri="{FF2B5EF4-FFF2-40B4-BE49-F238E27FC236}">
                <a16:creationId xmlns:a16="http://schemas.microsoft.com/office/drawing/2014/main" id="{2B696C22-E379-810C-ED15-B3D5052440AE}"/>
              </a:ext>
            </a:extLst>
          </p:cNvPr>
          <p:cNvPicPr>
            <a:picLocks noChangeAspect="1" noChangeArrowheads="1"/>
          </p:cNvPicPr>
          <p:nvPr/>
        </p:nvPicPr>
        <p:blipFill>
          <a:blip r:embed="rId2" cstate="print"/>
          <a:srcRect/>
          <a:stretch>
            <a:fillRect/>
          </a:stretch>
        </p:blipFill>
        <p:spPr bwMode="auto">
          <a:xfrm>
            <a:off x="2471738" y="1798638"/>
            <a:ext cx="4679950" cy="973137"/>
          </a:xfrm>
          <a:prstGeom prst="rect">
            <a:avLst/>
          </a:prstGeom>
          <a:noFill/>
          <a:ln w="9525">
            <a:noFill/>
            <a:miter lim="800000"/>
            <a:headEnd/>
            <a:tailEnd/>
          </a:ln>
        </p:spPr>
      </p:pic>
      <p:sp>
        <p:nvSpPr>
          <p:cNvPr id="66573" name="Rectangle 41">
            <a:extLst>
              <a:ext uri="{FF2B5EF4-FFF2-40B4-BE49-F238E27FC236}">
                <a16:creationId xmlns:a16="http://schemas.microsoft.com/office/drawing/2014/main" id="{558DB27A-D3C0-E5DB-DF5A-73245E7941FA}"/>
              </a:ext>
            </a:extLst>
          </p:cNvPr>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a:extLst>
              <a:ext uri="{FF2B5EF4-FFF2-40B4-BE49-F238E27FC236}">
                <a16:creationId xmlns:a16="http://schemas.microsoft.com/office/drawing/2014/main" id="{3852E7FF-5EC9-CFC6-19F1-5F1E1473BD47}"/>
              </a:ext>
            </a:extLst>
          </p:cNvPr>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a:extLst>
              <a:ext uri="{FF2B5EF4-FFF2-40B4-BE49-F238E27FC236}">
                <a16:creationId xmlns:a16="http://schemas.microsoft.com/office/drawing/2014/main" id="{565DC25A-D7E8-7C4A-24D0-F715825B04D5}"/>
              </a:ext>
            </a:extLst>
          </p:cNvPr>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a:extLst>
              <a:ext uri="{FF2B5EF4-FFF2-40B4-BE49-F238E27FC236}">
                <a16:creationId xmlns:a16="http://schemas.microsoft.com/office/drawing/2014/main" id="{D2C4ACCB-9540-9520-13E8-F9B6903B446E}"/>
              </a:ext>
            </a:extLst>
          </p:cNvPr>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a:extLst>
              <a:ext uri="{FF2B5EF4-FFF2-40B4-BE49-F238E27FC236}">
                <a16:creationId xmlns:a16="http://schemas.microsoft.com/office/drawing/2014/main" id="{B9DFE247-10CD-578B-DD00-CEB648B2355C}"/>
              </a:ext>
            </a:extLst>
          </p:cNvPr>
          <p:cNvGrpSpPr>
            <a:grpSpLocks/>
          </p:cNvGrpSpPr>
          <p:nvPr/>
        </p:nvGrpSpPr>
        <p:grpSpPr bwMode="auto">
          <a:xfrm>
            <a:off x="2498725" y="523875"/>
            <a:ext cx="4621213" cy="1028700"/>
            <a:chOff x="1098455" y="1454019"/>
            <a:chExt cx="7727044" cy="1028700"/>
          </a:xfrm>
        </p:grpSpPr>
        <p:sp>
          <p:nvSpPr>
            <p:cNvPr id="66884" name="Rectangle 43">
              <a:extLst>
                <a:ext uri="{FF2B5EF4-FFF2-40B4-BE49-F238E27FC236}">
                  <a16:creationId xmlns:a16="http://schemas.microsoft.com/office/drawing/2014/main" id="{0AE3E79D-B467-9484-45FC-C7C69A71757B}"/>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a:extLst>
                <a:ext uri="{FF2B5EF4-FFF2-40B4-BE49-F238E27FC236}">
                  <a16:creationId xmlns:a16="http://schemas.microsoft.com/office/drawing/2014/main" id="{470659DC-AFDD-89C0-30E2-5838E359678A}"/>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a:extLst>
              <a:ext uri="{FF2B5EF4-FFF2-40B4-BE49-F238E27FC236}">
                <a16:creationId xmlns:a16="http://schemas.microsoft.com/office/drawing/2014/main" id="{02E90108-3C48-8D53-2EB9-41868EFB60BE}"/>
              </a:ext>
            </a:extLst>
          </p:cNvPr>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13">
            <a:extLst>
              <a:ext uri="{FF2B5EF4-FFF2-40B4-BE49-F238E27FC236}">
                <a16:creationId xmlns:a16="http://schemas.microsoft.com/office/drawing/2014/main" id="{39E13480-BE21-9C5D-49FE-5B19CD6C1F1E}"/>
              </a:ext>
            </a:extLst>
          </p:cNvPr>
          <p:cNvGrpSpPr>
            <a:grpSpLocks/>
          </p:cNvGrpSpPr>
          <p:nvPr/>
        </p:nvGrpSpPr>
        <p:grpSpPr bwMode="auto">
          <a:xfrm>
            <a:off x="1109663" y="1992313"/>
            <a:ext cx="7429500" cy="603250"/>
            <a:chOff x="5281613" y="5646738"/>
            <a:chExt cx="1438276" cy="628649"/>
          </a:xfrm>
        </p:grpSpPr>
        <p:sp>
          <p:nvSpPr>
            <p:cNvPr id="66786" name="Line 9">
              <a:extLst>
                <a:ext uri="{FF2B5EF4-FFF2-40B4-BE49-F238E27FC236}">
                  <a16:creationId xmlns:a16="http://schemas.microsoft.com/office/drawing/2014/main" id="{B58D7EE4-FA02-9057-0B80-A0266B18ED35}"/>
                </a:ext>
              </a:extLst>
            </p:cNvPr>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787" name="Line 10">
              <a:extLst>
                <a:ext uri="{FF2B5EF4-FFF2-40B4-BE49-F238E27FC236}">
                  <a16:creationId xmlns:a16="http://schemas.microsoft.com/office/drawing/2014/main" id="{141C7427-F3F2-7334-D2FE-F9372C87672F}"/>
                </a:ext>
              </a:extLst>
            </p:cNvPr>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788" name="Line 11">
              <a:extLst>
                <a:ext uri="{FF2B5EF4-FFF2-40B4-BE49-F238E27FC236}">
                  <a16:creationId xmlns:a16="http://schemas.microsoft.com/office/drawing/2014/main" id="{365E1C68-D0EF-9EF6-0163-CECF0C712215}"/>
                </a:ext>
              </a:extLst>
            </p:cNvPr>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789" name="Line 12">
              <a:extLst>
                <a:ext uri="{FF2B5EF4-FFF2-40B4-BE49-F238E27FC236}">
                  <a16:creationId xmlns:a16="http://schemas.microsoft.com/office/drawing/2014/main" id="{250E63D2-5DD1-DD40-33EF-B6A65D14F029}"/>
                </a:ext>
              </a:extLst>
            </p:cNvPr>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790" name="Line 13">
              <a:extLst>
                <a:ext uri="{FF2B5EF4-FFF2-40B4-BE49-F238E27FC236}">
                  <a16:creationId xmlns:a16="http://schemas.microsoft.com/office/drawing/2014/main" id="{24D93FB9-AB01-F3F7-001D-A2EC64398103}"/>
                </a:ext>
              </a:extLst>
            </p:cNvPr>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791" name="Line 14">
              <a:extLst>
                <a:ext uri="{FF2B5EF4-FFF2-40B4-BE49-F238E27FC236}">
                  <a16:creationId xmlns:a16="http://schemas.microsoft.com/office/drawing/2014/main" id="{4407CC92-2F49-AFCE-0B39-BB3ADF2B0C7F}"/>
                </a:ext>
              </a:extLst>
            </p:cNvPr>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792" name="Line 15">
              <a:extLst>
                <a:ext uri="{FF2B5EF4-FFF2-40B4-BE49-F238E27FC236}">
                  <a16:creationId xmlns:a16="http://schemas.microsoft.com/office/drawing/2014/main" id="{466ECBE6-A43E-2EA2-2060-229720905FEC}"/>
                </a:ext>
              </a:extLst>
            </p:cNvPr>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793" name="Line 16">
              <a:extLst>
                <a:ext uri="{FF2B5EF4-FFF2-40B4-BE49-F238E27FC236}">
                  <a16:creationId xmlns:a16="http://schemas.microsoft.com/office/drawing/2014/main" id="{8A6DCEAE-FB83-2B8E-C476-99141A25EC2F}"/>
                </a:ext>
              </a:extLst>
            </p:cNvPr>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794" name="Line 17">
              <a:extLst>
                <a:ext uri="{FF2B5EF4-FFF2-40B4-BE49-F238E27FC236}">
                  <a16:creationId xmlns:a16="http://schemas.microsoft.com/office/drawing/2014/main" id="{DA34128F-8ED7-C60C-8400-E16E69301975}"/>
                </a:ext>
              </a:extLst>
            </p:cNvPr>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795" name="Line 18">
              <a:extLst>
                <a:ext uri="{FF2B5EF4-FFF2-40B4-BE49-F238E27FC236}">
                  <a16:creationId xmlns:a16="http://schemas.microsoft.com/office/drawing/2014/main" id="{1AD85BB6-8F38-56EC-19E9-2B229E102F9C}"/>
                </a:ext>
              </a:extLst>
            </p:cNvPr>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796" name="Line 19">
              <a:extLst>
                <a:ext uri="{FF2B5EF4-FFF2-40B4-BE49-F238E27FC236}">
                  <a16:creationId xmlns:a16="http://schemas.microsoft.com/office/drawing/2014/main" id="{F1B9340C-9262-2480-E3BA-66C08715CB33}"/>
                </a:ext>
              </a:extLst>
            </p:cNvPr>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797" name="Line 20">
              <a:extLst>
                <a:ext uri="{FF2B5EF4-FFF2-40B4-BE49-F238E27FC236}">
                  <a16:creationId xmlns:a16="http://schemas.microsoft.com/office/drawing/2014/main" id="{71E2915C-CEEE-514B-CF76-93F072DA3F14}"/>
                </a:ext>
              </a:extLst>
            </p:cNvPr>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98" name="Line 21">
              <a:extLst>
                <a:ext uri="{FF2B5EF4-FFF2-40B4-BE49-F238E27FC236}">
                  <a16:creationId xmlns:a16="http://schemas.microsoft.com/office/drawing/2014/main" id="{82A4E336-0D45-43F8-E83D-6B379A4DE4AF}"/>
                </a:ext>
              </a:extLst>
            </p:cNvPr>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99" name="Line 22">
              <a:extLst>
                <a:ext uri="{FF2B5EF4-FFF2-40B4-BE49-F238E27FC236}">
                  <a16:creationId xmlns:a16="http://schemas.microsoft.com/office/drawing/2014/main" id="{EA2AE553-9ABF-B821-AA48-D95D290488D2}"/>
                </a:ext>
              </a:extLst>
            </p:cNvPr>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800" name="Line 23">
              <a:extLst>
                <a:ext uri="{FF2B5EF4-FFF2-40B4-BE49-F238E27FC236}">
                  <a16:creationId xmlns:a16="http://schemas.microsoft.com/office/drawing/2014/main" id="{C4D61551-1745-2133-00D5-9A98532B7A1F}"/>
                </a:ext>
              </a:extLst>
            </p:cNvPr>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801" name="Line 24">
              <a:extLst>
                <a:ext uri="{FF2B5EF4-FFF2-40B4-BE49-F238E27FC236}">
                  <a16:creationId xmlns:a16="http://schemas.microsoft.com/office/drawing/2014/main" id="{0368C401-B2B5-598C-32DC-5ACA9B45A509}"/>
                </a:ext>
              </a:extLst>
            </p:cNvPr>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802" name="Line 25">
              <a:extLst>
                <a:ext uri="{FF2B5EF4-FFF2-40B4-BE49-F238E27FC236}">
                  <a16:creationId xmlns:a16="http://schemas.microsoft.com/office/drawing/2014/main" id="{159DC972-D719-CBD5-03E7-A749F4CF20D2}"/>
                </a:ext>
              </a:extLst>
            </p:cNvPr>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803" name="Line 26">
              <a:extLst>
                <a:ext uri="{FF2B5EF4-FFF2-40B4-BE49-F238E27FC236}">
                  <a16:creationId xmlns:a16="http://schemas.microsoft.com/office/drawing/2014/main" id="{AF4B1546-8BEF-AB2E-7018-930B235F6176}"/>
                </a:ext>
              </a:extLst>
            </p:cNvPr>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804" name="Line 27">
              <a:extLst>
                <a:ext uri="{FF2B5EF4-FFF2-40B4-BE49-F238E27FC236}">
                  <a16:creationId xmlns:a16="http://schemas.microsoft.com/office/drawing/2014/main" id="{AC42BBC0-0CB4-B85E-5A54-63F58F1DCB17}"/>
                </a:ext>
              </a:extLst>
            </p:cNvPr>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805" name="Line 28">
              <a:extLst>
                <a:ext uri="{FF2B5EF4-FFF2-40B4-BE49-F238E27FC236}">
                  <a16:creationId xmlns:a16="http://schemas.microsoft.com/office/drawing/2014/main" id="{0D75D1BE-74E6-5742-A557-2F13CF6D08B4}"/>
                </a:ext>
              </a:extLst>
            </p:cNvPr>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806" name="Line 29">
              <a:extLst>
                <a:ext uri="{FF2B5EF4-FFF2-40B4-BE49-F238E27FC236}">
                  <a16:creationId xmlns:a16="http://schemas.microsoft.com/office/drawing/2014/main" id="{1FB9A411-73A2-C7A3-9ED3-9617BFA3C11F}"/>
                </a:ext>
              </a:extLst>
            </p:cNvPr>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807" name="Line 30">
              <a:extLst>
                <a:ext uri="{FF2B5EF4-FFF2-40B4-BE49-F238E27FC236}">
                  <a16:creationId xmlns:a16="http://schemas.microsoft.com/office/drawing/2014/main" id="{DB5E3DD8-D416-4A6A-5A0D-A55DAE1E2C04}"/>
                </a:ext>
              </a:extLst>
            </p:cNvPr>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808" name="Line 31">
              <a:extLst>
                <a:ext uri="{FF2B5EF4-FFF2-40B4-BE49-F238E27FC236}">
                  <a16:creationId xmlns:a16="http://schemas.microsoft.com/office/drawing/2014/main" id="{B2B3D503-C046-20E2-DBAE-0E2BBEFE1A32}"/>
                </a:ext>
              </a:extLst>
            </p:cNvPr>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809" name="Line 32">
              <a:extLst>
                <a:ext uri="{FF2B5EF4-FFF2-40B4-BE49-F238E27FC236}">
                  <a16:creationId xmlns:a16="http://schemas.microsoft.com/office/drawing/2014/main" id="{CEE7A8AF-C794-1C33-07A9-60AC7AD0014C}"/>
                </a:ext>
              </a:extLst>
            </p:cNvPr>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810" name="Line 33">
              <a:extLst>
                <a:ext uri="{FF2B5EF4-FFF2-40B4-BE49-F238E27FC236}">
                  <a16:creationId xmlns:a16="http://schemas.microsoft.com/office/drawing/2014/main" id="{C521640E-FFED-679D-133B-03F76E047758}"/>
                </a:ext>
              </a:extLst>
            </p:cNvPr>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811" name="Line 34">
              <a:extLst>
                <a:ext uri="{FF2B5EF4-FFF2-40B4-BE49-F238E27FC236}">
                  <a16:creationId xmlns:a16="http://schemas.microsoft.com/office/drawing/2014/main" id="{4378A032-203C-1B34-BDF4-6DD63DA9F208}"/>
                </a:ext>
              </a:extLst>
            </p:cNvPr>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812" name="Line 35">
              <a:extLst>
                <a:ext uri="{FF2B5EF4-FFF2-40B4-BE49-F238E27FC236}">
                  <a16:creationId xmlns:a16="http://schemas.microsoft.com/office/drawing/2014/main" id="{6CEE23F9-E875-2B30-8736-935B67FFFA0D}"/>
                </a:ext>
              </a:extLst>
            </p:cNvPr>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813" name="Line 36">
              <a:extLst>
                <a:ext uri="{FF2B5EF4-FFF2-40B4-BE49-F238E27FC236}">
                  <a16:creationId xmlns:a16="http://schemas.microsoft.com/office/drawing/2014/main" id="{54B3A7BD-2958-D6E6-8747-E51DB2C9E180}"/>
                </a:ext>
              </a:extLst>
            </p:cNvPr>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814" name="Line 37">
              <a:extLst>
                <a:ext uri="{FF2B5EF4-FFF2-40B4-BE49-F238E27FC236}">
                  <a16:creationId xmlns:a16="http://schemas.microsoft.com/office/drawing/2014/main" id="{193E6CCF-B4EC-4583-2010-19E272D82430}"/>
                </a:ext>
              </a:extLst>
            </p:cNvPr>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815" name="Line 38">
              <a:extLst>
                <a:ext uri="{FF2B5EF4-FFF2-40B4-BE49-F238E27FC236}">
                  <a16:creationId xmlns:a16="http://schemas.microsoft.com/office/drawing/2014/main" id="{44BC43CA-EBD9-2355-F238-C1CB987243E4}"/>
                </a:ext>
              </a:extLst>
            </p:cNvPr>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816" name="Line 39">
              <a:extLst>
                <a:ext uri="{FF2B5EF4-FFF2-40B4-BE49-F238E27FC236}">
                  <a16:creationId xmlns:a16="http://schemas.microsoft.com/office/drawing/2014/main" id="{1725C3E2-33BC-BD27-F89C-75EBD7865CC7}"/>
                </a:ext>
              </a:extLst>
            </p:cNvPr>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817" name="Line 40">
              <a:extLst>
                <a:ext uri="{FF2B5EF4-FFF2-40B4-BE49-F238E27FC236}">
                  <a16:creationId xmlns:a16="http://schemas.microsoft.com/office/drawing/2014/main" id="{0C109F40-F277-7CE3-3C1B-15C3EC70C34D}"/>
                </a:ext>
              </a:extLst>
            </p:cNvPr>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818" name="Line 41">
              <a:extLst>
                <a:ext uri="{FF2B5EF4-FFF2-40B4-BE49-F238E27FC236}">
                  <a16:creationId xmlns:a16="http://schemas.microsoft.com/office/drawing/2014/main" id="{515DF9DC-8CAD-AFAA-7279-A16D6C27AF37}"/>
                </a:ext>
              </a:extLst>
            </p:cNvPr>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819" name="Line 42">
              <a:extLst>
                <a:ext uri="{FF2B5EF4-FFF2-40B4-BE49-F238E27FC236}">
                  <a16:creationId xmlns:a16="http://schemas.microsoft.com/office/drawing/2014/main" id="{7978063A-0E10-36ED-AE7E-DAD21F94ED0B}"/>
                </a:ext>
              </a:extLst>
            </p:cNvPr>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820" name="Line 43">
              <a:extLst>
                <a:ext uri="{FF2B5EF4-FFF2-40B4-BE49-F238E27FC236}">
                  <a16:creationId xmlns:a16="http://schemas.microsoft.com/office/drawing/2014/main" id="{69856C79-5BDB-2911-BB9B-1EA499EF4899}"/>
                </a:ext>
              </a:extLst>
            </p:cNvPr>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821" name="Line 44">
              <a:extLst>
                <a:ext uri="{FF2B5EF4-FFF2-40B4-BE49-F238E27FC236}">
                  <a16:creationId xmlns:a16="http://schemas.microsoft.com/office/drawing/2014/main" id="{C2057DF0-C8DA-1E89-6B06-3221A5B5EA4C}"/>
                </a:ext>
              </a:extLst>
            </p:cNvPr>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822" name="Line 45">
              <a:extLst>
                <a:ext uri="{FF2B5EF4-FFF2-40B4-BE49-F238E27FC236}">
                  <a16:creationId xmlns:a16="http://schemas.microsoft.com/office/drawing/2014/main" id="{4332DEB1-8ECE-F313-64F8-6E88220D8438}"/>
                </a:ext>
              </a:extLst>
            </p:cNvPr>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823" name="Line 46">
              <a:extLst>
                <a:ext uri="{FF2B5EF4-FFF2-40B4-BE49-F238E27FC236}">
                  <a16:creationId xmlns:a16="http://schemas.microsoft.com/office/drawing/2014/main" id="{B720BBF8-8CCA-395B-3C73-C2E98692CDD5}"/>
                </a:ext>
              </a:extLst>
            </p:cNvPr>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824" name="Line 47">
              <a:extLst>
                <a:ext uri="{FF2B5EF4-FFF2-40B4-BE49-F238E27FC236}">
                  <a16:creationId xmlns:a16="http://schemas.microsoft.com/office/drawing/2014/main" id="{52ACA84F-9ADA-3331-0E95-C47B2E229D87}"/>
                </a:ext>
              </a:extLst>
            </p:cNvPr>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825" name="Line 48">
              <a:extLst>
                <a:ext uri="{FF2B5EF4-FFF2-40B4-BE49-F238E27FC236}">
                  <a16:creationId xmlns:a16="http://schemas.microsoft.com/office/drawing/2014/main" id="{2401B921-83CE-3CA9-9D4B-2A24C54C0539}"/>
                </a:ext>
              </a:extLst>
            </p:cNvPr>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826" name="Line 49">
              <a:extLst>
                <a:ext uri="{FF2B5EF4-FFF2-40B4-BE49-F238E27FC236}">
                  <a16:creationId xmlns:a16="http://schemas.microsoft.com/office/drawing/2014/main" id="{8B06F576-D18A-0D92-E96A-2AC5A2573699}"/>
                </a:ext>
              </a:extLst>
            </p:cNvPr>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827" name="Line 50">
              <a:extLst>
                <a:ext uri="{FF2B5EF4-FFF2-40B4-BE49-F238E27FC236}">
                  <a16:creationId xmlns:a16="http://schemas.microsoft.com/office/drawing/2014/main" id="{F115E882-1B42-BBAE-B44A-15ACA97B8DCB}"/>
                </a:ext>
              </a:extLst>
            </p:cNvPr>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828" name="Line 51">
              <a:extLst>
                <a:ext uri="{FF2B5EF4-FFF2-40B4-BE49-F238E27FC236}">
                  <a16:creationId xmlns:a16="http://schemas.microsoft.com/office/drawing/2014/main" id="{AB4D74B1-4064-EBBB-BC5F-1A01C58EF634}"/>
                </a:ext>
              </a:extLst>
            </p:cNvPr>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829" name="Line 52">
              <a:extLst>
                <a:ext uri="{FF2B5EF4-FFF2-40B4-BE49-F238E27FC236}">
                  <a16:creationId xmlns:a16="http://schemas.microsoft.com/office/drawing/2014/main" id="{3A7DCB44-1C8E-F56D-CC69-A337E2514804}"/>
                </a:ext>
              </a:extLst>
            </p:cNvPr>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830" name="Line 53">
              <a:extLst>
                <a:ext uri="{FF2B5EF4-FFF2-40B4-BE49-F238E27FC236}">
                  <a16:creationId xmlns:a16="http://schemas.microsoft.com/office/drawing/2014/main" id="{868694DF-B396-EC81-2B8C-76F9E00AE446}"/>
                </a:ext>
              </a:extLst>
            </p:cNvPr>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831" name="Line 54">
              <a:extLst>
                <a:ext uri="{FF2B5EF4-FFF2-40B4-BE49-F238E27FC236}">
                  <a16:creationId xmlns:a16="http://schemas.microsoft.com/office/drawing/2014/main" id="{4218953F-E2D1-A433-8311-59B1512C550E}"/>
                </a:ext>
              </a:extLst>
            </p:cNvPr>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832" name="Line 55">
              <a:extLst>
                <a:ext uri="{FF2B5EF4-FFF2-40B4-BE49-F238E27FC236}">
                  <a16:creationId xmlns:a16="http://schemas.microsoft.com/office/drawing/2014/main" id="{C3E177AD-6BCC-C4AB-E54B-953331DC0010}"/>
                </a:ext>
              </a:extLst>
            </p:cNvPr>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833" name="Line 56">
              <a:extLst>
                <a:ext uri="{FF2B5EF4-FFF2-40B4-BE49-F238E27FC236}">
                  <a16:creationId xmlns:a16="http://schemas.microsoft.com/office/drawing/2014/main" id="{1EEC9D62-8BB6-463D-F6DD-C6872F6BC32A}"/>
                </a:ext>
              </a:extLst>
            </p:cNvPr>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834" name="Line 57">
              <a:extLst>
                <a:ext uri="{FF2B5EF4-FFF2-40B4-BE49-F238E27FC236}">
                  <a16:creationId xmlns:a16="http://schemas.microsoft.com/office/drawing/2014/main" id="{DFE8B3CD-1A65-B7DC-4714-EE415573CF1E}"/>
                </a:ext>
              </a:extLst>
            </p:cNvPr>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835" name="Line 58">
              <a:extLst>
                <a:ext uri="{FF2B5EF4-FFF2-40B4-BE49-F238E27FC236}">
                  <a16:creationId xmlns:a16="http://schemas.microsoft.com/office/drawing/2014/main" id="{22A2DB90-BDF5-4857-A8F4-B99CFF493B38}"/>
                </a:ext>
              </a:extLst>
            </p:cNvPr>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836" name="Line 59">
              <a:extLst>
                <a:ext uri="{FF2B5EF4-FFF2-40B4-BE49-F238E27FC236}">
                  <a16:creationId xmlns:a16="http://schemas.microsoft.com/office/drawing/2014/main" id="{745BA694-813E-F25C-9603-B65C0CB6BCB9}"/>
                </a:ext>
              </a:extLst>
            </p:cNvPr>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837" name="Line 60">
              <a:extLst>
                <a:ext uri="{FF2B5EF4-FFF2-40B4-BE49-F238E27FC236}">
                  <a16:creationId xmlns:a16="http://schemas.microsoft.com/office/drawing/2014/main" id="{73F9C416-ABF3-8295-D480-8570FB0710E6}"/>
                </a:ext>
              </a:extLst>
            </p:cNvPr>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838" name="Line 61">
              <a:extLst>
                <a:ext uri="{FF2B5EF4-FFF2-40B4-BE49-F238E27FC236}">
                  <a16:creationId xmlns:a16="http://schemas.microsoft.com/office/drawing/2014/main" id="{5D1B2B65-F9A9-D786-18D2-E20B48584A75}"/>
                </a:ext>
              </a:extLst>
            </p:cNvPr>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839" name="Line 62">
              <a:extLst>
                <a:ext uri="{FF2B5EF4-FFF2-40B4-BE49-F238E27FC236}">
                  <a16:creationId xmlns:a16="http://schemas.microsoft.com/office/drawing/2014/main" id="{0DF0432F-C4AD-2E15-0066-C397281CCB4A}"/>
                </a:ext>
              </a:extLst>
            </p:cNvPr>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840" name="Line 63">
              <a:extLst>
                <a:ext uri="{FF2B5EF4-FFF2-40B4-BE49-F238E27FC236}">
                  <a16:creationId xmlns:a16="http://schemas.microsoft.com/office/drawing/2014/main" id="{1C499FED-C0BC-CA86-98F4-324D3449E3B4}"/>
                </a:ext>
              </a:extLst>
            </p:cNvPr>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841" name="Line 64">
              <a:extLst>
                <a:ext uri="{FF2B5EF4-FFF2-40B4-BE49-F238E27FC236}">
                  <a16:creationId xmlns:a16="http://schemas.microsoft.com/office/drawing/2014/main" id="{50983F66-A895-6919-6F35-CF83C7FB3AED}"/>
                </a:ext>
              </a:extLst>
            </p:cNvPr>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842" name="Line 65">
              <a:extLst>
                <a:ext uri="{FF2B5EF4-FFF2-40B4-BE49-F238E27FC236}">
                  <a16:creationId xmlns:a16="http://schemas.microsoft.com/office/drawing/2014/main" id="{DEF57782-9807-E3A4-3A3B-AA8BC93D644C}"/>
                </a:ext>
              </a:extLst>
            </p:cNvPr>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843" name="Line 66">
              <a:extLst>
                <a:ext uri="{FF2B5EF4-FFF2-40B4-BE49-F238E27FC236}">
                  <a16:creationId xmlns:a16="http://schemas.microsoft.com/office/drawing/2014/main" id="{CBE31EEE-0879-E0B3-8722-044BD3EA26F8}"/>
                </a:ext>
              </a:extLst>
            </p:cNvPr>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844" name="Line 67">
              <a:extLst>
                <a:ext uri="{FF2B5EF4-FFF2-40B4-BE49-F238E27FC236}">
                  <a16:creationId xmlns:a16="http://schemas.microsoft.com/office/drawing/2014/main" id="{8B43D7DE-C51F-E012-D471-DC00088A70CD}"/>
                </a:ext>
              </a:extLst>
            </p:cNvPr>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845" name="Line 68">
              <a:extLst>
                <a:ext uri="{FF2B5EF4-FFF2-40B4-BE49-F238E27FC236}">
                  <a16:creationId xmlns:a16="http://schemas.microsoft.com/office/drawing/2014/main" id="{CB9AA3F6-0736-B5F5-1A63-A42B5219CA6F}"/>
                </a:ext>
              </a:extLst>
            </p:cNvPr>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846" name="Line 69">
              <a:extLst>
                <a:ext uri="{FF2B5EF4-FFF2-40B4-BE49-F238E27FC236}">
                  <a16:creationId xmlns:a16="http://schemas.microsoft.com/office/drawing/2014/main" id="{A572153F-D600-C489-B80D-ACC142D39FB1}"/>
                </a:ext>
              </a:extLst>
            </p:cNvPr>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847" name="Line 70">
              <a:extLst>
                <a:ext uri="{FF2B5EF4-FFF2-40B4-BE49-F238E27FC236}">
                  <a16:creationId xmlns:a16="http://schemas.microsoft.com/office/drawing/2014/main" id="{1BB680E7-027D-B6F4-5CAE-01F9833FFE0F}"/>
                </a:ext>
              </a:extLst>
            </p:cNvPr>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848" name="Line 71">
              <a:extLst>
                <a:ext uri="{FF2B5EF4-FFF2-40B4-BE49-F238E27FC236}">
                  <a16:creationId xmlns:a16="http://schemas.microsoft.com/office/drawing/2014/main" id="{F8F7381A-A668-FA00-B66D-A93F1673A799}"/>
                </a:ext>
              </a:extLst>
            </p:cNvPr>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849" name="Line 72">
              <a:extLst>
                <a:ext uri="{FF2B5EF4-FFF2-40B4-BE49-F238E27FC236}">
                  <a16:creationId xmlns:a16="http://schemas.microsoft.com/office/drawing/2014/main" id="{4662E26C-9D00-C3B8-D7E2-6843BA5BB718}"/>
                </a:ext>
              </a:extLst>
            </p:cNvPr>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850" name="Line 73">
              <a:extLst>
                <a:ext uri="{FF2B5EF4-FFF2-40B4-BE49-F238E27FC236}">
                  <a16:creationId xmlns:a16="http://schemas.microsoft.com/office/drawing/2014/main" id="{425D41C5-3F7F-2F9F-1DCD-4997950D6488}"/>
                </a:ext>
              </a:extLst>
            </p:cNvPr>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851" name="Line 74">
              <a:extLst>
                <a:ext uri="{FF2B5EF4-FFF2-40B4-BE49-F238E27FC236}">
                  <a16:creationId xmlns:a16="http://schemas.microsoft.com/office/drawing/2014/main" id="{F43504C7-3CAD-77CB-F805-5777520469D0}"/>
                </a:ext>
              </a:extLst>
            </p:cNvPr>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852" name="Line 75">
              <a:extLst>
                <a:ext uri="{FF2B5EF4-FFF2-40B4-BE49-F238E27FC236}">
                  <a16:creationId xmlns:a16="http://schemas.microsoft.com/office/drawing/2014/main" id="{034E9B75-0D66-B249-BE0F-B561C5241852}"/>
                </a:ext>
              </a:extLst>
            </p:cNvPr>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853" name="Line 76">
              <a:extLst>
                <a:ext uri="{FF2B5EF4-FFF2-40B4-BE49-F238E27FC236}">
                  <a16:creationId xmlns:a16="http://schemas.microsoft.com/office/drawing/2014/main" id="{1E42FA74-C781-FEF9-7496-04B8E71DF77D}"/>
                </a:ext>
              </a:extLst>
            </p:cNvPr>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854" name="Line 77">
              <a:extLst>
                <a:ext uri="{FF2B5EF4-FFF2-40B4-BE49-F238E27FC236}">
                  <a16:creationId xmlns:a16="http://schemas.microsoft.com/office/drawing/2014/main" id="{A8683A61-3192-AD5E-084E-D678057656D5}"/>
                </a:ext>
              </a:extLst>
            </p:cNvPr>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855" name="Line 78">
              <a:extLst>
                <a:ext uri="{FF2B5EF4-FFF2-40B4-BE49-F238E27FC236}">
                  <a16:creationId xmlns:a16="http://schemas.microsoft.com/office/drawing/2014/main" id="{4C958554-7CC4-3D1D-6F0B-BFF055359227}"/>
                </a:ext>
              </a:extLst>
            </p:cNvPr>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856" name="Line 79">
              <a:extLst>
                <a:ext uri="{FF2B5EF4-FFF2-40B4-BE49-F238E27FC236}">
                  <a16:creationId xmlns:a16="http://schemas.microsoft.com/office/drawing/2014/main" id="{BD0D6BAC-AB02-6F1B-7E95-CD852EED03AF}"/>
                </a:ext>
              </a:extLst>
            </p:cNvPr>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857" name="Line 80">
              <a:extLst>
                <a:ext uri="{FF2B5EF4-FFF2-40B4-BE49-F238E27FC236}">
                  <a16:creationId xmlns:a16="http://schemas.microsoft.com/office/drawing/2014/main" id="{27791C2D-2705-A6B5-B60B-3D3DA8330790}"/>
                </a:ext>
              </a:extLst>
            </p:cNvPr>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858" name="Line 81">
              <a:extLst>
                <a:ext uri="{FF2B5EF4-FFF2-40B4-BE49-F238E27FC236}">
                  <a16:creationId xmlns:a16="http://schemas.microsoft.com/office/drawing/2014/main" id="{CB340DC1-956A-FC2C-4E0B-0C932E08F846}"/>
                </a:ext>
              </a:extLst>
            </p:cNvPr>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859" name="Line 82">
              <a:extLst>
                <a:ext uri="{FF2B5EF4-FFF2-40B4-BE49-F238E27FC236}">
                  <a16:creationId xmlns:a16="http://schemas.microsoft.com/office/drawing/2014/main" id="{81EE893A-6DC5-0EBF-3BA3-FBD622EDA1EC}"/>
                </a:ext>
              </a:extLst>
            </p:cNvPr>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860" name="Line 83">
              <a:extLst>
                <a:ext uri="{FF2B5EF4-FFF2-40B4-BE49-F238E27FC236}">
                  <a16:creationId xmlns:a16="http://schemas.microsoft.com/office/drawing/2014/main" id="{1393EF5B-8FCA-1F01-D9E3-12C2A4457DA1}"/>
                </a:ext>
              </a:extLst>
            </p:cNvPr>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861" name="Line 84">
              <a:extLst>
                <a:ext uri="{FF2B5EF4-FFF2-40B4-BE49-F238E27FC236}">
                  <a16:creationId xmlns:a16="http://schemas.microsoft.com/office/drawing/2014/main" id="{0144BB44-4A0D-7B86-F874-3B1A9E51B812}"/>
                </a:ext>
              </a:extLst>
            </p:cNvPr>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862" name="Line 85">
              <a:extLst>
                <a:ext uri="{FF2B5EF4-FFF2-40B4-BE49-F238E27FC236}">
                  <a16:creationId xmlns:a16="http://schemas.microsoft.com/office/drawing/2014/main" id="{CA5C18FD-EE06-E2C9-1959-FFD7F4B2F4F0}"/>
                </a:ext>
              </a:extLst>
            </p:cNvPr>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863" name="Line 86">
              <a:extLst>
                <a:ext uri="{FF2B5EF4-FFF2-40B4-BE49-F238E27FC236}">
                  <a16:creationId xmlns:a16="http://schemas.microsoft.com/office/drawing/2014/main" id="{5A8F5975-DA66-FBF5-D2FC-0C5877EEB6D0}"/>
                </a:ext>
              </a:extLst>
            </p:cNvPr>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864" name="Line 87">
              <a:extLst>
                <a:ext uri="{FF2B5EF4-FFF2-40B4-BE49-F238E27FC236}">
                  <a16:creationId xmlns:a16="http://schemas.microsoft.com/office/drawing/2014/main" id="{2E131492-90F5-B0E1-D6E3-35C3EBBB50C9}"/>
                </a:ext>
              </a:extLst>
            </p:cNvPr>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865" name="Line 88">
              <a:extLst>
                <a:ext uri="{FF2B5EF4-FFF2-40B4-BE49-F238E27FC236}">
                  <a16:creationId xmlns:a16="http://schemas.microsoft.com/office/drawing/2014/main" id="{2C19F14D-18B0-ABEB-378C-F730DC9DB320}"/>
                </a:ext>
              </a:extLst>
            </p:cNvPr>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866" name="Line 89">
              <a:extLst>
                <a:ext uri="{FF2B5EF4-FFF2-40B4-BE49-F238E27FC236}">
                  <a16:creationId xmlns:a16="http://schemas.microsoft.com/office/drawing/2014/main" id="{7808FE27-1075-ECBA-7D4C-602CBBD22F85}"/>
                </a:ext>
              </a:extLst>
            </p:cNvPr>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867" name="Line 90">
              <a:extLst>
                <a:ext uri="{FF2B5EF4-FFF2-40B4-BE49-F238E27FC236}">
                  <a16:creationId xmlns:a16="http://schemas.microsoft.com/office/drawing/2014/main" id="{2E2B6226-D8C5-A05A-A472-E597411D537D}"/>
                </a:ext>
              </a:extLst>
            </p:cNvPr>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868" name="Line 91">
              <a:extLst>
                <a:ext uri="{FF2B5EF4-FFF2-40B4-BE49-F238E27FC236}">
                  <a16:creationId xmlns:a16="http://schemas.microsoft.com/office/drawing/2014/main" id="{4199DC7D-8F05-A8E2-AA35-5B4FFF38BB53}"/>
                </a:ext>
              </a:extLst>
            </p:cNvPr>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869" name="Line 92">
              <a:extLst>
                <a:ext uri="{FF2B5EF4-FFF2-40B4-BE49-F238E27FC236}">
                  <a16:creationId xmlns:a16="http://schemas.microsoft.com/office/drawing/2014/main" id="{7AFFC4CF-90F8-6D90-EC3B-5BEC690F13AB}"/>
                </a:ext>
              </a:extLst>
            </p:cNvPr>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870" name="Line 93">
              <a:extLst>
                <a:ext uri="{FF2B5EF4-FFF2-40B4-BE49-F238E27FC236}">
                  <a16:creationId xmlns:a16="http://schemas.microsoft.com/office/drawing/2014/main" id="{BA9C4323-B8B1-C362-8807-092D1CB1F5C1}"/>
                </a:ext>
              </a:extLst>
            </p:cNvPr>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871" name="Line 94">
              <a:extLst>
                <a:ext uri="{FF2B5EF4-FFF2-40B4-BE49-F238E27FC236}">
                  <a16:creationId xmlns:a16="http://schemas.microsoft.com/office/drawing/2014/main" id="{D96939A2-A975-C4CA-F2E4-7E748472D1D5}"/>
                </a:ext>
              </a:extLst>
            </p:cNvPr>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872" name="Line 95">
              <a:extLst>
                <a:ext uri="{FF2B5EF4-FFF2-40B4-BE49-F238E27FC236}">
                  <a16:creationId xmlns:a16="http://schemas.microsoft.com/office/drawing/2014/main" id="{776C8886-789D-65E1-EFBE-EFAE521D7A4C}"/>
                </a:ext>
              </a:extLst>
            </p:cNvPr>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873" name="Line 96">
              <a:extLst>
                <a:ext uri="{FF2B5EF4-FFF2-40B4-BE49-F238E27FC236}">
                  <a16:creationId xmlns:a16="http://schemas.microsoft.com/office/drawing/2014/main" id="{109F24C4-A772-C362-53EE-F715FAA49DB4}"/>
                </a:ext>
              </a:extLst>
            </p:cNvPr>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874" name="Line 97">
              <a:extLst>
                <a:ext uri="{FF2B5EF4-FFF2-40B4-BE49-F238E27FC236}">
                  <a16:creationId xmlns:a16="http://schemas.microsoft.com/office/drawing/2014/main" id="{531821FD-A1F1-E512-FB8E-BA6885ABF205}"/>
                </a:ext>
              </a:extLst>
            </p:cNvPr>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875" name="Line 98">
              <a:extLst>
                <a:ext uri="{FF2B5EF4-FFF2-40B4-BE49-F238E27FC236}">
                  <a16:creationId xmlns:a16="http://schemas.microsoft.com/office/drawing/2014/main" id="{7A0E8EE1-532D-6B34-9D99-C1F047A25F80}"/>
                </a:ext>
              </a:extLst>
            </p:cNvPr>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876" name="Line 99">
              <a:extLst>
                <a:ext uri="{FF2B5EF4-FFF2-40B4-BE49-F238E27FC236}">
                  <a16:creationId xmlns:a16="http://schemas.microsoft.com/office/drawing/2014/main" id="{3C6D5C85-F43E-CAF6-2DD3-02DDE26FE0AC}"/>
                </a:ext>
              </a:extLst>
            </p:cNvPr>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877" name="Line 100">
              <a:extLst>
                <a:ext uri="{FF2B5EF4-FFF2-40B4-BE49-F238E27FC236}">
                  <a16:creationId xmlns:a16="http://schemas.microsoft.com/office/drawing/2014/main" id="{FFC27101-BFF4-0172-9703-7594417C9C57}"/>
                </a:ext>
              </a:extLst>
            </p:cNvPr>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878" name="Line 101">
              <a:extLst>
                <a:ext uri="{FF2B5EF4-FFF2-40B4-BE49-F238E27FC236}">
                  <a16:creationId xmlns:a16="http://schemas.microsoft.com/office/drawing/2014/main" id="{6AFA3F34-4B7D-CEB6-69D6-E60706656F96}"/>
                </a:ext>
              </a:extLst>
            </p:cNvPr>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879" name="Line 102">
              <a:extLst>
                <a:ext uri="{FF2B5EF4-FFF2-40B4-BE49-F238E27FC236}">
                  <a16:creationId xmlns:a16="http://schemas.microsoft.com/office/drawing/2014/main" id="{4B191474-F959-DE97-7B5D-5B335181E4F5}"/>
                </a:ext>
              </a:extLst>
            </p:cNvPr>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880" name="Line 103">
              <a:extLst>
                <a:ext uri="{FF2B5EF4-FFF2-40B4-BE49-F238E27FC236}">
                  <a16:creationId xmlns:a16="http://schemas.microsoft.com/office/drawing/2014/main" id="{0FCED5B8-DC6A-71B9-0DD1-FF460DAF71FB}"/>
                </a:ext>
              </a:extLst>
            </p:cNvPr>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881" name="Line 104">
              <a:extLst>
                <a:ext uri="{FF2B5EF4-FFF2-40B4-BE49-F238E27FC236}">
                  <a16:creationId xmlns:a16="http://schemas.microsoft.com/office/drawing/2014/main" id="{21C0F216-02CC-0469-C40F-9FF04F8AAA65}"/>
                </a:ext>
              </a:extLst>
            </p:cNvPr>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882" name="Line 105">
              <a:extLst>
                <a:ext uri="{FF2B5EF4-FFF2-40B4-BE49-F238E27FC236}">
                  <a16:creationId xmlns:a16="http://schemas.microsoft.com/office/drawing/2014/main" id="{BDD77A99-8255-AEC1-6C37-DEA92F72BE42}"/>
                </a:ext>
              </a:extLst>
            </p:cNvPr>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883" name="Line 106">
              <a:extLst>
                <a:ext uri="{FF2B5EF4-FFF2-40B4-BE49-F238E27FC236}">
                  <a16:creationId xmlns:a16="http://schemas.microsoft.com/office/drawing/2014/main" id="{7AFEC6CB-B86D-8CF7-86FE-7D08B00B226A}"/>
                </a:ext>
              </a:extLst>
            </p:cNvPr>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a:extLst>
              <a:ext uri="{FF2B5EF4-FFF2-40B4-BE49-F238E27FC236}">
                <a16:creationId xmlns:a16="http://schemas.microsoft.com/office/drawing/2014/main" id="{4DADC6C5-ACAD-3656-CDA3-23855611A76D}"/>
              </a:ext>
            </a:extLst>
          </p:cNvPr>
          <p:cNvCxnSpPr/>
          <p:nvPr/>
        </p:nvCxnSpPr>
        <p:spPr>
          <a:xfrm flipV="1">
            <a:off x="2628900" y="2673350"/>
            <a:ext cx="4273550"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2" name="Object 2">
            <a:extLst>
              <a:ext uri="{FF2B5EF4-FFF2-40B4-BE49-F238E27FC236}">
                <a16:creationId xmlns:a16="http://schemas.microsoft.com/office/drawing/2014/main" id="{7FAB9110-9C58-E5D6-EEC1-80D0F6928E51}"/>
              </a:ext>
            </a:extLst>
          </p:cNvPr>
          <p:cNvGraphicFramePr>
            <a:graphicFrameLocks noChangeAspect="1"/>
          </p:cNvGraphicFramePr>
          <p:nvPr/>
        </p:nvGraphicFramePr>
        <p:xfrm>
          <a:off x="4689475" y="2776538"/>
          <a:ext cx="277813" cy="681037"/>
        </p:xfrm>
        <a:graphic>
          <a:graphicData uri="http://schemas.openxmlformats.org/presentationml/2006/ole">
            <mc:AlternateContent xmlns:mc="http://schemas.openxmlformats.org/markup-compatibility/2006">
              <mc:Choice xmlns:v="urn:schemas-microsoft-com:vml" Requires="v">
                <p:oleObj name="Equation" r:id="rId3" imgW="266400" imgH="393480" progId="Equation.3">
                  <p:embed/>
                </p:oleObj>
              </mc:Choice>
              <mc:Fallback>
                <p:oleObj name="Equation" r:id="rId3" imgW="266400" imgH="393480" progId="Equation.3">
                  <p:embed/>
                  <p:pic>
                    <p:nvPicPr>
                      <p:cNvPr id="66562" name="Object 2">
                        <a:extLst>
                          <a:ext uri="{FF2B5EF4-FFF2-40B4-BE49-F238E27FC236}">
                            <a16:creationId xmlns:a16="http://schemas.microsoft.com/office/drawing/2014/main" id="{7FAB9110-9C58-E5D6-EEC1-80D0F6928E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89475" y="2776538"/>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6583" name="TextBox 312">
            <a:extLst>
              <a:ext uri="{FF2B5EF4-FFF2-40B4-BE49-F238E27FC236}">
                <a16:creationId xmlns:a16="http://schemas.microsoft.com/office/drawing/2014/main" id="{1504ED85-AE71-529C-2EA5-8CC57523892F}"/>
              </a:ext>
            </a:extLst>
          </p:cNvPr>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spTree>
    <p:extLst>
      <p:ext uri="{BB962C8B-B14F-4D97-AF65-F5344CB8AC3E}">
        <p14:creationId xmlns:p14="http://schemas.microsoft.com/office/powerpoint/2010/main" val="12089285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5BE30-015B-CBCC-31B9-0ACC5091DC6D}"/>
            </a:ext>
          </a:extLst>
        </p:cNvPr>
        <p:cNvGrpSpPr/>
        <p:nvPr/>
      </p:nvGrpSpPr>
      <p:grpSpPr>
        <a:xfrm>
          <a:off x="0" y="0"/>
          <a:ext cx="0" cy="0"/>
          <a:chOff x="0" y="0"/>
          <a:chExt cx="0" cy="0"/>
        </a:xfrm>
      </p:grpSpPr>
      <p:sp>
        <p:nvSpPr>
          <p:cNvPr id="327" name="Rectangle 326">
            <a:extLst>
              <a:ext uri="{FF2B5EF4-FFF2-40B4-BE49-F238E27FC236}">
                <a16:creationId xmlns:a16="http://schemas.microsoft.com/office/drawing/2014/main" id="{8B1DB4A9-2247-D015-DF6F-4B0CEA579C34}"/>
              </a:ext>
            </a:extLst>
          </p:cNvPr>
          <p:cNvSpPr/>
          <p:nvPr/>
        </p:nvSpPr>
        <p:spPr>
          <a:xfrm>
            <a:off x="0" y="-33338"/>
            <a:ext cx="9144000" cy="38814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lang="en-US" dirty="0"/>
          </a:p>
        </p:txBody>
      </p:sp>
      <p:pic>
        <p:nvPicPr>
          <p:cNvPr id="66570" name="Picture 2">
            <a:extLst>
              <a:ext uri="{FF2B5EF4-FFF2-40B4-BE49-F238E27FC236}">
                <a16:creationId xmlns:a16="http://schemas.microsoft.com/office/drawing/2014/main" id="{5F6EF48B-93E7-AB02-E898-79EE1D9A6A34}"/>
              </a:ext>
            </a:extLst>
          </p:cNvPr>
          <p:cNvPicPr>
            <a:picLocks noChangeAspect="1" noChangeArrowheads="1"/>
          </p:cNvPicPr>
          <p:nvPr/>
        </p:nvPicPr>
        <p:blipFill>
          <a:blip r:embed="rId2" cstate="print"/>
          <a:srcRect/>
          <a:stretch>
            <a:fillRect/>
          </a:stretch>
        </p:blipFill>
        <p:spPr bwMode="auto">
          <a:xfrm>
            <a:off x="2498725" y="1987550"/>
            <a:ext cx="4718050" cy="1042988"/>
          </a:xfrm>
          <a:prstGeom prst="rect">
            <a:avLst/>
          </a:prstGeom>
          <a:noFill/>
          <a:ln w="9525">
            <a:noFill/>
            <a:miter lim="800000"/>
            <a:headEnd/>
            <a:tailEnd/>
          </a:ln>
        </p:spPr>
      </p:pic>
      <p:sp>
        <p:nvSpPr>
          <p:cNvPr id="66573" name="Rectangle 41">
            <a:extLst>
              <a:ext uri="{FF2B5EF4-FFF2-40B4-BE49-F238E27FC236}">
                <a16:creationId xmlns:a16="http://schemas.microsoft.com/office/drawing/2014/main" id="{233A31C9-FCAF-6029-6CE3-E16EDBCA6F8F}"/>
              </a:ext>
            </a:extLst>
          </p:cNvPr>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a:extLst>
              <a:ext uri="{FF2B5EF4-FFF2-40B4-BE49-F238E27FC236}">
                <a16:creationId xmlns:a16="http://schemas.microsoft.com/office/drawing/2014/main" id="{6854E9FE-7E7B-714A-A74F-C396B827CB75}"/>
              </a:ext>
            </a:extLst>
          </p:cNvPr>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a:extLst>
              <a:ext uri="{FF2B5EF4-FFF2-40B4-BE49-F238E27FC236}">
                <a16:creationId xmlns:a16="http://schemas.microsoft.com/office/drawing/2014/main" id="{BE19C061-46A0-9768-F3BE-43DB89BDA3E5}"/>
              </a:ext>
            </a:extLst>
          </p:cNvPr>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a:extLst>
              <a:ext uri="{FF2B5EF4-FFF2-40B4-BE49-F238E27FC236}">
                <a16:creationId xmlns:a16="http://schemas.microsoft.com/office/drawing/2014/main" id="{6D638CF7-0C63-C197-CEAD-27752BAC9157}"/>
              </a:ext>
            </a:extLst>
          </p:cNvPr>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a:extLst>
              <a:ext uri="{FF2B5EF4-FFF2-40B4-BE49-F238E27FC236}">
                <a16:creationId xmlns:a16="http://schemas.microsoft.com/office/drawing/2014/main" id="{985C7C08-F343-EFB5-CD68-5FD5B89DD450}"/>
              </a:ext>
            </a:extLst>
          </p:cNvPr>
          <p:cNvGrpSpPr>
            <a:grpSpLocks/>
          </p:cNvGrpSpPr>
          <p:nvPr/>
        </p:nvGrpSpPr>
        <p:grpSpPr bwMode="auto">
          <a:xfrm>
            <a:off x="2498725" y="523875"/>
            <a:ext cx="4621213" cy="1028700"/>
            <a:chOff x="1098455" y="1454019"/>
            <a:chExt cx="7727044" cy="1028700"/>
          </a:xfrm>
        </p:grpSpPr>
        <p:sp>
          <p:nvSpPr>
            <p:cNvPr id="66884" name="Rectangle 43">
              <a:extLst>
                <a:ext uri="{FF2B5EF4-FFF2-40B4-BE49-F238E27FC236}">
                  <a16:creationId xmlns:a16="http://schemas.microsoft.com/office/drawing/2014/main" id="{641AD1F6-0F28-159B-4E42-2A0E2723087B}"/>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a:extLst>
                <a:ext uri="{FF2B5EF4-FFF2-40B4-BE49-F238E27FC236}">
                  <a16:creationId xmlns:a16="http://schemas.microsoft.com/office/drawing/2014/main" id="{D5D313F9-7D95-287B-4593-3993B728326B}"/>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a:extLst>
              <a:ext uri="{FF2B5EF4-FFF2-40B4-BE49-F238E27FC236}">
                <a16:creationId xmlns:a16="http://schemas.microsoft.com/office/drawing/2014/main" id="{E851480C-F6A5-3E87-DC82-82DF0C962CC3}"/>
              </a:ext>
            </a:extLst>
          </p:cNvPr>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4" name="Group 112">
            <a:extLst>
              <a:ext uri="{FF2B5EF4-FFF2-40B4-BE49-F238E27FC236}">
                <a16:creationId xmlns:a16="http://schemas.microsoft.com/office/drawing/2014/main" id="{4B9421A7-57D7-2B6E-CD35-4E903FD4933A}"/>
              </a:ext>
            </a:extLst>
          </p:cNvPr>
          <p:cNvGrpSpPr>
            <a:grpSpLocks/>
          </p:cNvGrpSpPr>
          <p:nvPr/>
        </p:nvGrpSpPr>
        <p:grpSpPr bwMode="auto">
          <a:xfrm>
            <a:off x="1404938" y="2166938"/>
            <a:ext cx="4619625" cy="652462"/>
            <a:chOff x="5281613" y="5646738"/>
            <a:chExt cx="1438276" cy="628649"/>
          </a:xfrm>
        </p:grpSpPr>
        <p:sp>
          <p:nvSpPr>
            <p:cNvPr id="66688" name="Line 9">
              <a:extLst>
                <a:ext uri="{FF2B5EF4-FFF2-40B4-BE49-F238E27FC236}">
                  <a16:creationId xmlns:a16="http://schemas.microsoft.com/office/drawing/2014/main" id="{8DBEF914-4FCF-64D0-5EEB-8E3256E9B253}"/>
                </a:ext>
              </a:extLst>
            </p:cNvPr>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689" name="Line 10">
              <a:extLst>
                <a:ext uri="{FF2B5EF4-FFF2-40B4-BE49-F238E27FC236}">
                  <a16:creationId xmlns:a16="http://schemas.microsoft.com/office/drawing/2014/main" id="{3F8F805F-3E2A-167C-2A34-C1802A0D841A}"/>
                </a:ext>
              </a:extLst>
            </p:cNvPr>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690" name="Line 11">
              <a:extLst>
                <a:ext uri="{FF2B5EF4-FFF2-40B4-BE49-F238E27FC236}">
                  <a16:creationId xmlns:a16="http://schemas.microsoft.com/office/drawing/2014/main" id="{1ABA71CC-15C8-9783-BB60-4668899063DB}"/>
                </a:ext>
              </a:extLst>
            </p:cNvPr>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691" name="Line 12">
              <a:extLst>
                <a:ext uri="{FF2B5EF4-FFF2-40B4-BE49-F238E27FC236}">
                  <a16:creationId xmlns:a16="http://schemas.microsoft.com/office/drawing/2014/main" id="{9F301882-917F-648F-E517-899F5B728A5B}"/>
                </a:ext>
              </a:extLst>
            </p:cNvPr>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692" name="Line 13">
              <a:extLst>
                <a:ext uri="{FF2B5EF4-FFF2-40B4-BE49-F238E27FC236}">
                  <a16:creationId xmlns:a16="http://schemas.microsoft.com/office/drawing/2014/main" id="{C0CB47E4-08D1-97E6-095A-54B13732ED77}"/>
                </a:ext>
              </a:extLst>
            </p:cNvPr>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693" name="Line 14">
              <a:extLst>
                <a:ext uri="{FF2B5EF4-FFF2-40B4-BE49-F238E27FC236}">
                  <a16:creationId xmlns:a16="http://schemas.microsoft.com/office/drawing/2014/main" id="{7EEC7A8C-F486-26D7-D9CB-F67DA1FEADE4}"/>
                </a:ext>
              </a:extLst>
            </p:cNvPr>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694" name="Line 15">
              <a:extLst>
                <a:ext uri="{FF2B5EF4-FFF2-40B4-BE49-F238E27FC236}">
                  <a16:creationId xmlns:a16="http://schemas.microsoft.com/office/drawing/2014/main" id="{390A62F4-5802-4964-68FF-8AC2704146CE}"/>
                </a:ext>
              </a:extLst>
            </p:cNvPr>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695" name="Line 16">
              <a:extLst>
                <a:ext uri="{FF2B5EF4-FFF2-40B4-BE49-F238E27FC236}">
                  <a16:creationId xmlns:a16="http://schemas.microsoft.com/office/drawing/2014/main" id="{32F73023-E22C-1BF8-EE40-97886CD6DA54}"/>
                </a:ext>
              </a:extLst>
            </p:cNvPr>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696" name="Line 17">
              <a:extLst>
                <a:ext uri="{FF2B5EF4-FFF2-40B4-BE49-F238E27FC236}">
                  <a16:creationId xmlns:a16="http://schemas.microsoft.com/office/drawing/2014/main" id="{467C13E6-9508-C769-1799-F31FD2765F9F}"/>
                </a:ext>
              </a:extLst>
            </p:cNvPr>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697" name="Line 18">
              <a:extLst>
                <a:ext uri="{FF2B5EF4-FFF2-40B4-BE49-F238E27FC236}">
                  <a16:creationId xmlns:a16="http://schemas.microsoft.com/office/drawing/2014/main" id="{42919C0B-5AA0-F67D-ABBD-178D0BB86037}"/>
                </a:ext>
              </a:extLst>
            </p:cNvPr>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98" name="Line 19">
              <a:extLst>
                <a:ext uri="{FF2B5EF4-FFF2-40B4-BE49-F238E27FC236}">
                  <a16:creationId xmlns:a16="http://schemas.microsoft.com/office/drawing/2014/main" id="{630359E9-5EB5-0DA9-58A1-2E8A53F90F74}"/>
                </a:ext>
              </a:extLst>
            </p:cNvPr>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99" name="Line 20">
              <a:extLst>
                <a:ext uri="{FF2B5EF4-FFF2-40B4-BE49-F238E27FC236}">
                  <a16:creationId xmlns:a16="http://schemas.microsoft.com/office/drawing/2014/main" id="{76C3D707-3387-4F2F-AC6B-335B42C1AF28}"/>
                </a:ext>
              </a:extLst>
            </p:cNvPr>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00" name="Line 21">
              <a:extLst>
                <a:ext uri="{FF2B5EF4-FFF2-40B4-BE49-F238E27FC236}">
                  <a16:creationId xmlns:a16="http://schemas.microsoft.com/office/drawing/2014/main" id="{38919428-E55B-1C41-DDDF-3DF83E2461EC}"/>
                </a:ext>
              </a:extLst>
            </p:cNvPr>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01" name="Line 22">
              <a:extLst>
                <a:ext uri="{FF2B5EF4-FFF2-40B4-BE49-F238E27FC236}">
                  <a16:creationId xmlns:a16="http://schemas.microsoft.com/office/drawing/2014/main" id="{86E1F6DF-8CA9-9C88-3200-1376201190F5}"/>
                </a:ext>
              </a:extLst>
            </p:cNvPr>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702" name="Line 23">
              <a:extLst>
                <a:ext uri="{FF2B5EF4-FFF2-40B4-BE49-F238E27FC236}">
                  <a16:creationId xmlns:a16="http://schemas.microsoft.com/office/drawing/2014/main" id="{73448281-F99A-799A-554E-125B8B4A597F}"/>
                </a:ext>
              </a:extLst>
            </p:cNvPr>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703" name="Line 24">
              <a:extLst>
                <a:ext uri="{FF2B5EF4-FFF2-40B4-BE49-F238E27FC236}">
                  <a16:creationId xmlns:a16="http://schemas.microsoft.com/office/drawing/2014/main" id="{6572D4EB-B9B1-BD3F-992D-0F67ACABBA13}"/>
                </a:ext>
              </a:extLst>
            </p:cNvPr>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704" name="Line 25">
              <a:extLst>
                <a:ext uri="{FF2B5EF4-FFF2-40B4-BE49-F238E27FC236}">
                  <a16:creationId xmlns:a16="http://schemas.microsoft.com/office/drawing/2014/main" id="{7664406C-C402-6230-F971-470A5BF01B79}"/>
                </a:ext>
              </a:extLst>
            </p:cNvPr>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705" name="Line 26">
              <a:extLst>
                <a:ext uri="{FF2B5EF4-FFF2-40B4-BE49-F238E27FC236}">
                  <a16:creationId xmlns:a16="http://schemas.microsoft.com/office/drawing/2014/main" id="{3E59D15C-CC47-F9F3-D8BE-DB18C3B7BE76}"/>
                </a:ext>
              </a:extLst>
            </p:cNvPr>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706" name="Line 27">
              <a:extLst>
                <a:ext uri="{FF2B5EF4-FFF2-40B4-BE49-F238E27FC236}">
                  <a16:creationId xmlns:a16="http://schemas.microsoft.com/office/drawing/2014/main" id="{F18A3309-0804-E493-3201-F2199417E1E8}"/>
                </a:ext>
              </a:extLst>
            </p:cNvPr>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707" name="Line 28">
              <a:extLst>
                <a:ext uri="{FF2B5EF4-FFF2-40B4-BE49-F238E27FC236}">
                  <a16:creationId xmlns:a16="http://schemas.microsoft.com/office/drawing/2014/main" id="{B9BF8E07-E8DF-14A8-D311-BBB0F194BF96}"/>
                </a:ext>
              </a:extLst>
            </p:cNvPr>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708" name="Line 29">
              <a:extLst>
                <a:ext uri="{FF2B5EF4-FFF2-40B4-BE49-F238E27FC236}">
                  <a16:creationId xmlns:a16="http://schemas.microsoft.com/office/drawing/2014/main" id="{E076ABF7-04CB-A75A-F4BC-A03AB31D43BA}"/>
                </a:ext>
              </a:extLst>
            </p:cNvPr>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709" name="Line 30">
              <a:extLst>
                <a:ext uri="{FF2B5EF4-FFF2-40B4-BE49-F238E27FC236}">
                  <a16:creationId xmlns:a16="http://schemas.microsoft.com/office/drawing/2014/main" id="{3A790B0D-F18D-EFAA-40AC-43331D5CCB4A}"/>
                </a:ext>
              </a:extLst>
            </p:cNvPr>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710" name="Line 31">
              <a:extLst>
                <a:ext uri="{FF2B5EF4-FFF2-40B4-BE49-F238E27FC236}">
                  <a16:creationId xmlns:a16="http://schemas.microsoft.com/office/drawing/2014/main" id="{E53F4871-EB6B-7020-05F3-1E6AC50CCF43}"/>
                </a:ext>
              </a:extLst>
            </p:cNvPr>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711" name="Line 32">
              <a:extLst>
                <a:ext uri="{FF2B5EF4-FFF2-40B4-BE49-F238E27FC236}">
                  <a16:creationId xmlns:a16="http://schemas.microsoft.com/office/drawing/2014/main" id="{BCC7553B-85CE-4C78-7828-81661399BF57}"/>
                </a:ext>
              </a:extLst>
            </p:cNvPr>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712" name="Line 33">
              <a:extLst>
                <a:ext uri="{FF2B5EF4-FFF2-40B4-BE49-F238E27FC236}">
                  <a16:creationId xmlns:a16="http://schemas.microsoft.com/office/drawing/2014/main" id="{D6E2BE2E-F522-7B92-A083-D7E75FDE647D}"/>
                </a:ext>
              </a:extLst>
            </p:cNvPr>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713" name="Line 34">
              <a:extLst>
                <a:ext uri="{FF2B5EF4-FFF2-40B4-BE49-F238E27FC236}">
                  <a16:creationId xmlns:a16="http://schemas.microsoft.com/office/drawing/2014/main" id="{84E6B683-E373-6F86-F50C-5EBC16CDB60E}"/>
                </a:ext>
              </a:extLst>
            </p:cNvPr>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714" name="Line 35">
              <a:extLst>
                <a:ext uri="{FF2B5EF4-FFF2-40B4-BE49-F238E27FC236}">
                  <a16:creationId xmlns:a16="http://schemas.microsoft.com/office/drawing/2014/main" id="{C2DF3231-40D6-D4AE-C804-C2684F660150}"/>
                </a:ext>
              </a:extLst>
            </p:cNvPr>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715" name="Line 36">
              <a:extLst>
                <a:ext uri="{FF2B5EF4-FFF2-40B4-BE49-F238E27FC236}">
                  <a16:creationId xmlns:a16="http://schemas.microsoft.com/office/drawing/2014/main" id="{6916C33A-1344-21DD-7919-31B980B3EC22}"/>
                </a:ext>
              </a:extLst>
            </p:cNvPr>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716" name="Line 37">
              <a:extLst>
                <a:ext uri="{FF2B5EF4-FFF2-40B4-BE49-F238E27FC236}">
                  <a16:creationId xmlns:a16="http://schemas.microsoft.com/office/drawing/2014/main" id="{391E3221-0C6C-5785-07A8-1DD0B42FE13A}"/>
                </a:ext>
              </a:extLst>
            </p:cNvPr>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717" name="Line 38">
              <a:extLst>
                <a:ext uri="{FF2B5EF4-FFF2-40B4-BE49-F238E27FC236}">
                  <a16:creationId xmlns:a16="http://schemas.microsoft.com/office/drawing/2014/main" id="{2A3D8189-ED58-07AC-A535-C27A44D58D7B}"/>
                </a:ext>
              </a:extLst>
            </p:cNvPr>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718" name="Line 39">
              <a:extLst>
                <a:ext uri="{FF2B5EF4-FFF2-40B4-BE49-F238E27FC236}">
                  <a16:creationId xmlns:a16="http://schemas.microsoft.com/office/drawing/2014/main" id="{EEDD129F-733B-805B-2C98-F0AA1D31C6BE}"/>
                </a:ext>
              </a:extLst>
            </p:cNvPr>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719" name="Line 40">
              <a:extLst>
                <a:ext uri="{FF2B5EF4-FFF2-40B4-BE49-F238E27FC236}">
                  <a16:creationId xmlns:a16="http://schemas.microsoft.com/office/drawing/2014/main" id="{26C58CDF-A115-041D-B8A9-6DD80B8822AD}"/>
                </a:ext>
              </a:extLst>
            </p:cNvPr>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720" name="Line 41">
              <a:extLst>
                <a:ext uri="{FF2B5EF4-FFF2-40B4-BE49-F238E27FC236}">
                  <a16:creationId xmlns:a16="http://schemas.microsoft.com/office/drawing/2014/main" id="{2FA6A6AE-C8E7-6FD6-01BB-FA67BCD3741A}"/>
                </a:ext>
              </a:extLst>
            </p:cNvPr>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721" name="Line 42">
              <a:extLst>
                <a:ext uri="{FF2B5EF4-FFF2-40B4-BE49-F238E27FC236}">
                  <a16:creationId xmlns:a16="http://schemas.microsoft.com/office/drawing/2014/main" id="{459A95D8-C1B1-0E7F-8953-21BCA2C2BCD9}"/>
                </a:ext>
              </a:extLst>
            </p:cNvPr>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722" name="Line 43">
              <a:extLst>
                <a:ext uri="{FF2B5EF4-FFF2-40B4-BE49-F238E27FC236}">
                  <a16:creationId xmlns:a16="http://schemas.microsoft.com/office/drawing/2014/main" id="{27C3E003-9BB5-F099-C0FC-43D4C35DAAA1}"/>
                </a:ext>
              </a:extLst>
            </p:cNvPr>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723" name="Line 44">
              <a:extLst>
                <a:ext uri="{FF2B5EF4-FFF2-40B4-BE49-F238E27FC236}">
                  <a16:creationId xmlns:a16="http://schemas.microsoft.com/office/drawing/2014/main" id="{45F886D7-4869-7297-6656-37C68B2DC121}"/>
                </a:ext>
              </a:extLst>
            </p:cNvPr>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724" name="Line 45">
              <a:extLst>
                <a:ext uri="{FF2B5EF4-FFF2-40B4-BE49-F238E27FC236}">
                  <a16:creationId xmlns:a16="http://schemas.microsoft.com/office/drawing/2014/main" id="{F4A289B3-6191-427A-4FFB-90E57654B6B2}"/>
                </a:ext>
              </a:extLst>
            </p:cNvPr>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725" name="Line 46">
              <a:extLst>
                <a:ext uri="{FF2B5EF4-FFF2-40B4-BE49-F238E27FC236}">
                  <a16:creationId xmlns:a16="http://schemas.microsoft.com/office/drawing/2014/main" id="{5986FA53-E20A-D5AB-F982-723CDBDE966D}"/>
                </a:ext>
              </a:extLst>
            </p:cNvPr>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726" name="Line 47">
              <a:extLst>
                <a:ext uri="{FF2B5EF4-FFF2-40B4-BE49-F238E27FC236}">
                  <a16:creationId xmlns:a16="http://schemas.microsoft.com/office/drawing/2014/main" id="{CD0F21D8-CB8B-1C70-F449-24181328B84E}"/>
                </a:ext>
              </a:extLst>
            </p:cNvPr>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727" name="Line 48">
              <a:extLst>
                <a:ext uri="{FF2B5EF4-FFF2-40B4-BE49-F238E27FC236}">
                  <a16:creationId xmlns:a16="http://schemas.microsoft.com/office/drawing/2014/main" id="{24CB79BA-51F7-C0B0-ECE3-1388050747C9}"/>
                </a:ext>
              </a:extLst>
            </p:cNvPr>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728" name="Line 49">
              <a:extLst>
                <a:ext uri="{FF2B5EF4-FFF2-40B4-BE49-F238E27FC236}">
                  <a16:creationId xmlns:a16="http://schemas.microsoft.com/office/drawing/2014/main" id="{BA627181-2DAF-D772-F666-4AE66FA8E0B2}"/>
                </a:ext>
              </a:extLst>
            </p:cNvPr>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729" name="Line 50">
              <a:extLst>
                <a:ext uri="{FF2B5EF4-FFF2-40B4-BE49-F238E27FC236}">
                  <a16:creationId xmlns:a16="http://schemas.microsoft.com/office/drawing/2014/main" id="{ECA04750-8543-78B5-5DF1-4836F86E05DD}"/>
                </a:ext>
              </a:extLst>
            </p:cNvPr>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730" name="Line 51">
              <a:extLst>
                <a:ext uri="{FF2B5EF4-FFF2-40B4-BE49-F238E27FC236}">
                  <a16:creationId xmlns:a16="http://schemas.microsoft.com/office/drawing/2014/main" id="{8044E785-3BB2-01DA-31DE-80873FFCD44C}"/>
                </a:ext>
              </a:extLst>
            </p:cNvPr>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731" name="Line 52">
              <a:extLst>
                <a:ext uri="{FF2B5EF4-FFF2-40B4-BE49-F238E27FC236}">
                  <a16:creationId xmlns:a16="http://schemas.microsoft.com/office/drawing/2014/main" id="{58737D8A-05F8-0F38-7962-C1AA00A7CA79}"/>
                </a:ext>
              </a:extLst>
            </p:cNvPr>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732" name="Line 53">
              <a:extLst>
                <a:ext uri="{FF2B5EF4-FFF2-40B4-BE49-F238E27FC236}">
                  <a16:creationId xmlns:a16="http://schemas.microsoft.com/office/drawing/2014/main" id="{9EAD39AB-16D7-A9EB-5168-41139FD3CD42}"/>
                </a:ext>
              </a:extLst>
            </p:cNvPr>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733" name="Line 54">
              <a:extLst>
                <a:ext uri="{FF2B5EF4-FFF2-40B4-BE49-F238E27FC236}">
                  <a16:creationId xmlns:a16="http://schemas.microsoft.com/office/drawing/2014/main" id="{904BC188-E5C1-25A8-7AD3-C8721DBA70AD}"/>
                </a:ext>
              </a:extLst>
            </p:cNvPr>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734" name="Line 55">
              <a:extLst>
                <a:ext uri="{FF2B5EF4-FFF2-40B4-BE49-F238E27FC236}">
                  <a16:creationId xmlns:a16="http://schemas.microsoft.com/office/drawing/2014/main" id="{3CCDCD64-57FE-68EC-CF98-74189594A15E}"/>
                </a:ext>
              </a:extLst>
            </p:cNvPr>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735" name="Line 56">
              <a:extLst>
                <a:ext uri="{FF2B5EF4-FFF2-40B4-BE49-F238E27FC236}">
                  <a16:creationId xmlns:a16="http://schemas.microsoft.com/office/drawing/2014/main" id="{6D8DE785-CD18-4055-2E79-24B346FD1580}"/>
                </a:ext>
              </a:extLst>
            </p:cNvPr>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736" name="Line 57">
              <a:extLst>
                <a:ext uri="{FF2B5EF4-FFF2-40B4-BE49-F238E27FC236}">
                  <a16:creationId xmlns:a16="http://schemas.microsoft.com/office/drawing/2014/main" id="{41BCA0C2-555E-0CC4-C310-36470AEF71CC}"/>
                </a:ext>
              </a:extLst>
            </p:cNvPr>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737" name="Line 58">
              <a:extLst>
                <a:ext uri="{FF2B5EF4-FFF2-40B4-BE49-F238E27FC236}">
                  <a16:creationId xmlns:a16="http://schemas.microsoft.com/office/drawing/2014/main" id="{86E157E6-75CF-7F8F-2957-3CECE524E4FB}"/>
                </a:ext>
              </a:extLst>
            </p:cNvPr>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738" name="Line 59">
              <a:extLst>
                <a:ext uri="{FF2B5EF4-FFF2-40B4-BE49-F238E27FC236}">
                  <a16:creationId xmlns:a16="http://schemas.microsoft.com/office/drawing/2014/main" id="{CBE660F4-9790-359D-BE25-15CC91E32C11}"/>
                </a:ext>
              </a:extLst>
            </p:cNvPr>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739" name="Line 60">
              <a:extLst>
                <a:ext uri="{FF2B5EF4-FFF2-40B4-BE49-F238E27FC236}">
                  <a16:creationId xmlns:a16="http://schemas.microsoft.com/office/drawing/2014/main" id="{A7BACD8F-02E1-1631-D7ED-32A2885551AF}"/>
                </a:ext>
              </a:extLst>
            </p:cNvPr>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740" name="Line 61">
              <a:extLst>
                <a:ext uri="{FF2B5EF4-FFF2-40B4-BE49-F238E27FC236}">
                  <a16:creationId xmlns:a16="http://schemas.microsoft.com/office/drawing/2014/main" id="{60350ACB-4DC5-DF26-4A0E-912DDCB241D2}"/>
                </a:ext>
              </a:extLst>
            </p:cNvPr>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741" name="Line 62">
              <a:extLst>
                <a:ext uri="{FF2B5EF4-FFF2-40B4-BE49-F238E27FC236}">
                  <a16:creationId xmlns:a16="http://schemas.microsoft.com/office/drawing/2014/main" id="{FB810604-F041-35FD-2BD9-83A596DABF5E}"/>
                </a:ext>
              </a:extLst>
            </p:cNvPr>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742" name="Line 63">
              <a:extLst>
                <a:ext uri="{FF2B5EF4-FFF2-40B4-BE49-F238E27FC236}">
                  <a16:creationId xmlns:a16="http://schemas.microsoft.com/office/drawing/2014/main" id="{677BB09D-A4FC-AFEB-70CA-7FB2F4FC2D41}"/>
                </a:ext>
              </a:extLst>
            </p:cNvPr>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743" name="Line 64">
              <a:extLst>
                <a:ext uri="{FF2B5EF4-FFF2-40B4-BE49-F238E27FC236}">
                  <a16:creationId xmlns:a16="http://schemas.microsoft.com/office/drawing/2014/main" id="{F12EE4D6-2813-FBF2-EAED-E0A7BCB3C759}"/>
                </a:ext>
              </a:extLst>
            </p:cNvPr>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744" name="Line 65">
              <a:extLst>
                <a:ext uri="{FF2B5EF4-FFF2-40B4-BE49-F238E27FC236}">
                  <a16:creationId xmlns:a16="http://schemas.microsoft.com/office/drawing/2014/main" id="{93745B35-918E-EBCC-AFA8-9BBCD8A05206}"/>
                </a:ext>
              </a:extLst>
            </p:cNvPr>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745" name="Line 66">
              <a:extLst>
                <a:ext uri="{FF2B5EF4-FFF2-40B4-BE49-F238E27FC236}">
                  <a16:creationId xmlns:a16="http://schemas.microsoft.com/office/drawing/2014/main" id="{8EFE2880-4AE0-80D5-1401-91250111A671}"/>
                </a:ext>
              </a:extLst>
            </p:cNvPr>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746" name="Line 67">
              <a:extLst>
                <a:ext uri="{FF2B5EF4-FFF2-40B4-BE49-F238E27FC236}">
                  <a16:creationId xmlns:a16="http://schemas.microsoft.com/office/drawing/2014/main" id="{D94EFEC7-725C-EB57-A895-A8495CB2E368}"/>
                </a:ext>
              </a:extLst>
            </p:cNvPr>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747" name="Line 68">
              <a:extLst>
                <a:ext uri="{FF2B5EF4-FFF2-40B4-BE49-F238E27FC236}">
                  <a16:creationId xmlns:a16="http://schemas.microsoft.com/office/drawing/2014/main" id="{F3A7C9DF-AB30-89DD-7BC2-FAE90887D66D}"/>
                </a:ext>
              </a:extLst>
            </p:cNvPr>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748" name="Line 69">
              <a:extLst>
                <a:ext uri="{FF2B5EF4-FFF2-40B4-BE49-F238E27FC236}">
                  <a16:creationId xmlns:a16="http://schemas.microsoft.com/office/drawing/2014/main" id="{0B78EBA1-0C91-4B69-7A3C-63CB13A510DD}"/>
                </a:ext>
              </a:extLst>
            </p:cNvPr>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749" name="Line 70">
              <a:extLst>
                <a:ext uri="{FF2B5EF4-FFF2-40B4-BE49-F238E27FC236}">
                  <a16:creationId xmlns:a16="http://schemas.microsoft.com/office/drawing/2014/main" id="{1A1DC55B-E187-9F4A-D059-AAE04E0FF10E}"/>
                </a:ext>
              </a:extLst>
            </p:cNvPr>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750" name="Line 71">
              <a:extLst>
                <a:ext uri="{FF2B5EF4-FFF2-40B4-BE49-F238E27FC236}">
                  <a16:creationId xmlns:a16="http://schemas.microsoft.com/office/drawing/2014/main" id="{DE2ACF4B-AC75-0A08-071E-1429CC19CBFB}"/>
                </a:ext>
              </a:extLst>
            </p:cNvPr>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751" name="Line 72">
              <a:extLst>
                <a:ext uri="{FF2B5EF4-FFF2-40B4-BE49-F238E27FC236}">
                  <a16:creationId xmlns:a16="http://schemas.microsoft.com/office/drawing/2014/main" id="{1E674A6D-D094-C4AA-0F9C-E366A8CE21B9}"/>
                </a:ext>
              </a:extLst>
            </p:cNvPr>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752" name="Line 73">
              <a:extLst>
                <a:ext uri="{FF2B5EF4-FFF2-40B4-BE49-F238E27FC236}">
                  <a16:creationId xmlns:a16="http://schemas.microsoft.com/office/drawing/2014/main" id="{48E966AD-9238-4D7F-9732-D094528804D1}"/>
                </a:ext>
              </a:extLst>
            </p:cNvPr>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753" name="Line 74">
              <a:extLst>
                <a:ext uri="{FF2B5EF4-FFF2-40B4-BE49-F238E27FC236}">
                  <a16:creationId xmlns:a16="http://schemas.microsoft.com/office/drawing/2014/main" id="{E90D02C0-FA56-79F5-7322-8414735D33BF}"/>
                </a:ext>
              </a:extLst>
            </p:cNvPr>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754" name="Line 75">
              <a:extLst>
                <a:ext uri="{FF2B5EF4-FFF2-40B4-BE49-F238E27FC236}">
                  <a16:creationId xmlns:a16="http://schemas.microsoft.com/office/drawing/2014/main" id="{9A8E2B06-4C97-078F-C44E-38CE74C5D60B}"/>
                </a:ext>
              </a:extLst>
            </p:cNvPr>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755" name="Line 76">
              <a:extLst>
                <a:ext uri="{FF2B5EF4-FFF2-40B4-BE49-F238E27FC236}">
                  <a16:creationId xmlns:a16="http://schemas.microsoft.com/office/drawing/2014/main" id="{265BD631-F3BB-0912-B7CC-9656657AB4E3}"/>
                </a:ext>
              </a:extLst>
            </p:cNvPr>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756" name="Line 77">
              <a:extLst>
                <a:ext uri="{FF2B5EF4-FFF2-40B4-BE49-F238E27FC236}">
                  <a16:creationId xmlns:a16="http://schemas.microsoft.com/office/drawing/2014/main" id="{91343DB4-341C-42E7-5EFB-D5C28894A67F}"/>
                </a:ext>
              </a:extLst>
            </p:cNvPr>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757" name="Line 78">
              <a:extLst>
                <a:ext uri="{FF2B5EF4-FFF2-40B4-BE49-F238E27FC236}">
                  <a16:creationId xmlns:a16="http://schemas.microsoft.com/office/drawing/2014/main" id="{1F3CDDD0-3CA9-5D15-739C-89FC8BEBC320}"/>
                </a:ext>
              </a:extLst>
            </p:cNvPr>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758" name="Line 79">
              <a:extLst>
                <a:ext uri="{FF2B5EF4-FFF2-40B4-BE49-F238E27FC236}">
                  <a16:creationId xmlns:a16="http://schemas.microsoft.com/office/drawing/2014/main" id="{3055AFDC-727C-3590-6A04-4217067C8D4C}"/>
                </a:ext>
              </a:extLst>
            </p:cNvPr>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759" name="Line 80">
              <a:extLst>
                <a:ext uri="{FF2B5EF4-FFF2-40B4-BE49-F238E27FC236}">
                  <a16:creationId xmlns:a16="http://schemas.microsoft.com/office/drawing/2014/main" id="{C0F65AD5-C868-5647-61BA-23E9EE301DE8}"/>
                </a:ext>
              </a:extLst>
            </p:cNvPr>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760" name="Line 81">
              <a:extLst>
                <a:ext uri="{FF2B5EF4-FFF2-40B4-BE49-F238E27FC236}">
                  <a16:creationId xmlns:a16="http://schemas.microsoft.com/office/drawing/2014/main" id="{460DA8A6-B624-8452-337E-8A412EC15E9F}"/>
                </a:ext>
              </a:extLst>
            </p:cNvPr>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761" name="Line 82">
              <a:extLst>
                <a:ext uri="{FF2B5EF4-FFF2-40B4-BE49-F238E27FC236}">
                  <a16:creationId xmlns:a16="http://schemas.microsoft.com/office/drawing/2014/main" id="{3470BF32-8C9A-2C68-372C-757A25092972}"/>
                </a:ext>
              </a:extLst>
            </p:cNvPr>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762" name="Line 83">
              <a:extLst>
                <a:ext uri="{FF2B5EF4-FFF2-40B4-BE49-F238E27FC236}">
                  <a16:creationId xmlns:a16="http://schemas.microsoft.com/office/drawing/2014/main" id="{CFB1837A-DE4C-D7A5-8547-28FD73004DD9}"/>
                </a:ext>
              </a:extLst>
            </p:cNvPr>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763" name="Line 84">
              <a:extLst>
                <a:ext uri="{FF2B5EF4-FFF2-40B4-BE49-F238E27FC236}">
                  <a16:creationId xmlns:a16="http://schemas.microsoft.com/office/drawing/2014/main" id="{8F86132B-5531-8CA5-0992-7610469ADF80}"/>
                </a:ext>
              </a:extLst>
            </p:cNvPr>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764" name="Line 85">
              <a:extLst>
                <a:ext uri="{FF2B5EF4-FFF2-40B4-BE49-F238E27FC236}">
                  <a16:creationId xmlns:a16="http://schemas.microsoft.com/office/drawing/2014/main" id="{D70EE7E2-0041-34A6-DD2F-69949ABD8A60}"/>
                </a:ext>
              </a:extLst>
            </p:cNvPr>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765" name="Line 86">
              <a:extLst>
                <a:ext uri="{FF2B5EF4-FFF2-40B4-BE49-F238E27FC236}">
                  <a16:creationId xmlns:a16="http://schemas.microsoft.com/office/drawing/2014/main" id="{8E36295A-DC2A-A4B0-0BF3-70B38F2442E6}"/>
                </a:ext>
              </a:extLst>
            </p:cNvPr>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766" name="Line 87">
              <a:extLst>
                <a:ext uri="{FF2B5EF4-FFF2-40B4-BE49-F238E27FC236}">
                  <a16:creationId xmlns:a16="http://schemas.microsoft.com/office/drawing/2014/main" id="{2336E533-7BBC-7FF7-0285-52728A9AD493}"/>
                </a:ext>
              </a:extLst>
            </p:cNvPr>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767" name="Line 88">
              <a:extLst>
                <a:ext uri="{FF2B5EF4-FFF2-40B4-BE49-F238E27FC236}">
                  <a16:creationId xmlns:a16="http://schemas.microsoft.com/office/drawing/2014/main" id="{31272D57-58BB-4071-4B6C-2D16FCB6297E}"/>
                </a:ext>
              </a:extLst>
            </p:cNvPr>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768" name="Line 89">
              <a:extLst>
                <a:ext uri="{FF2B5EF4-FFF2-40B4-BE49-F238E27FC236}">
                  <a16:creationId xmlns:a16="http://schemas.microsoft.com/office/drawing/2014/main" id="{D758720B-1274-49FB-7553-127B01DF38B6}"/>
                </a:ext>
              </a:extLst>
            </p:cNvPr>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769" name="Line 90">
              <a:extLst>
                <a:ext uri="{FF2B5EF4-FFF2-40B4-BE49-F238E27FC236}">
                  <a16:creationId xmlns:a16="http://schemas.microsoft.com/office/drawing/2014/main" id="{023E7348-A4FA-E0A5-3756-C9CD7A66F0EC}"/>
                </a:ext>
              </a:extLst>
            </p:cNvPr>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770" name="Line 91">
              <a:extLst>
                <a:ext uri="{FF2B5EF4-FFF2-40B4-BE49-F238E27FC236}">
                  <a16:creationId xmlns:a16="http://schemas.microsoft.com/office/drawing/2014/main" id="{B9B5CF2C-9212-DE29-5224-93962E7F71C7}"/>
                </a:ext>
              </a:extLst>
            </p:cNvPr>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771" name="Line 92">
              <a:extLst>
                <a:ext uri="{FF2B5EF4-FFF2-40B4-BE49-F238E27FC236}">
                  <a16:creationId xmlns:a16="http://schemas.microsoft.com/office/drawing/2014/main" id="{58102EA4-9F58-46D0-FC11-1AA7A16CD219}"/>
                </a:ext>
              </a:extLst>
            </p:cNvPr>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772" name="Line 93">
              <a:extLst>
                <a:ext uri="{FF2B5EF4-FFF2-40B4-BE49-F238E27FC236}">
                  <a16:creationId xmlns:a16="http://schemas.microsoft.com/office/drawing/2014/main" id="{F78ADC32-C131-5D6A-0DC9-EB951A65BB6F}"/>
                </a:ext>
              </a:extLst>
            </p:cNvPr>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773" name="Line 94">
              <a:extLst>
                <a:ext uri="{FF2B5EF4-FFF2-40B4-BE49-F238E27FC236}">
                  <a16:creationId xmlns:a16="http://schemas.microsoft.com/office/drawing/2014/main" id="{DE33BC69-5CD9-E161-65B2-5A71C78BA9B6}"/>
                </a:ext>
              </a:extLst>
            </p:cNvPr>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774" name="Line 95">
              <a:extLst>
                <a:ext uri="{FF2B5EF4-FFF2-40B4-BE49-F238E27FC236}">
                  <a16:creationId xmlns:a16="http://schemas.microsoft.com/office/drawing/2014/main" id="{CF4A3F33-6456-F583-F312-1429A46C5AFA}"/>
                </a:ext>
              </a:extLst>
            </p:cNvPr>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775" name="Line 96">
              <a:extLst>
                <a:ext uri="{FF2B5EF4-FFF2-40B4-BE49-F238E27FC236}">
                  <a16:creationId xmlns:a16="http://schemas.microsoft.com/office/drawing/2014/main" id="{45BF10D4-366D-52E2-BDF5-BC98BB280D3C}"/>
                </a:ext>
              </a:extLst>
            </p:cNvPr>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776" name="Line 97">
              <a:extLst>
                <a:ext uri="{FF2B5EF4-FFF2-40B4-BE49-F238E27FC236}">
                  <a16:creationId xmlns:a16="http://schemas.microsoft.com/office/drawing/2014/main" id="{F94C57D7-7348-1E60-93DA-FE5D02769060}"/>
                </a:ext>
              </a:extLst>
            </p:cNvPr>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777" name="Line 98">
              <a:extLst>
                <a:ext uri="{FF2B5EF4-FFF2-40B4-BE49-F238E27FC236}">
                  <a16:creationId xmlns:a16="http://schemas.microsoft.com/office/drawing/2014/main" id="{63791E87-A9B8-9DE6-7EEA-865D80F5CC23}"/>
                </a:ext>
              </a:extLst>
            </p:cNvPr>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778" name="Line 99">
              <a:extLst>
                <a:ext uri="{FF2B5EF4-FFF2-40B4-BE49-F238E27FC236}">
                  <a16:creationId xmlns:a16="http://schemas.microsoft.com/office/drawing/2014/main" id="{26BD2B82-D8F6-9F8D-23B8-A6DAD3B96380}"/>
                </a:ext>
              </a:extLst>
            </p:cNvPr>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779" name="Line 100">
              <a:extLst>
                <a:ext uri="{FF2B5EF4-FFF2-40B4-BE49-F238E27FC236}">
                  <a16:creationId xmlns:a16="http://schemas.microsoft.com/office/drawing/2014/main" id="{3A9F21A8-4C13-F71F-58FA-1A44D25CA668}"/>
                </a:ext>
              </a:extLst>
            </p:cNvPr>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780" name="Line 101">
              <a:extLst>
                <a:ext uri="{FF2B5EF4-FFF2-40B4-BE49-F238E27FC236}">
                  <a16:creationId xmlns:a16="http://schemas.microsoft.com/office/drawing/2014/main" id="{B74C34F6-8F14-AAE2-B787-791FE7D0AB63}"/>
                </a:ext>
              </a:extLst>
            </p:cNvPr>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781" name="Line 102">
              <a:extLst>
                <a:ext uri="{FF2B5EF4-FFF2-40B4-BE49-F238E27FC236}">
                  <a16:creationId xmlns:a16="http://schemas.microsoft.com/office/drawing/2014/main" id="{4848458D-039B-C2BF-5EAB-648D8FEF6B19}"/>
                </a:ext>
              </a:extLst>
            </p:cNvPr>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782" name="Line 103">
              <a:extLst>
                <a:ext uri="{FF2B5EF4-FFF2-40B4-BE49-F238E27FC236}">
                  <a16:creationId xmlns:a16="http://schemas.microsoft.com/office/drawing/2014/main" id="{2440D4BB-BAC6-64ED-B0B0-84B95DDA60FB}"/>
                </a:ext>
              </a:extLst>
            </p:cNvPr>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783" name="Line 104">
              <a:extLst>
                <a:ext uri="{FF2B5EF4-FFF2-40B4-BE49-F238E27FC236}">
                  <a16:creationId xmlns:a16="http://schemas.microsoft.com/office/drawing/2014/main" id="{0807D5DB-37B3-CEBC-226E-53F5CD63F089}"/>
                </a:ext>
              </a:extLst>
            </p:cNvPr>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784" name="Line 105">
              <a:extLst>
                <a:ext uri="{FF2B5EF4-FFF2-40B4-BE49-F238E27FC236}">
                  <a16:creationId xmlns:a16="http://schemas.microsoft.com/office/drawing/2014/main" id="{C65AEA12-BEBB-F427-C317-C95CDEBBF2F4}"/>
                </a:ext>
              </a:extLst>
            </p:cNvPr>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785" name="Line 106">
              <a:extLst>
                <a:ext uri="{FF2B5EF4-FFF2-40B4-BE49-F238E27FC236}">
                  <a16:creationId xmlns:a16="http://schemas.microsoft.com/office/drawing/2014/main" id="{7A6C9E81-0740-C8B5-5736-3703E06AE65B}"/>
                </a:ext>
              </a:extLst>
            </p:cNvPr>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sp>
        <p:nvSpPr>
          <p:cNvPr id="66583" name="TextBox 312">
            <a:extLst>
              <a:ext uri="{FF2B5EF4-FFF2-40B4-BE49-F238E27FC236}">
                <a16:creationId xmlns:a16="http://schemas.microsoft.com/office/drawing/2014/main" id="{46F378A5-2DAC-242F-5A68-8473A4FEFF25}"/>
              </a:ext>
            </a:extLst>
          </p:cNvPr>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cxnSp>
        <p:nvCxnSpPr>
          <p:cNvPr id="314" name="Straight Arrow Connector 313">
            <a:extLst>
              <a:ext uri="{FF2B5EF4-FFF2-40B4-BE49-F238E27FC236}">
                <a16:creationId xmlns:a16="http://schemas.microsoft.com/office/drawing/2014/main" id="{55EF3D92-6B6C-4923-F887-ACE940C4F6C5}"/>
              </a:ext>
            </a:extLst>
          </p:cNvPr>
          <p:cNvCxnSpPr/>
          <p:nvPr/>
        </p:nvCxnSpPr>
        <p:spPr>
          <a:xfrm flipV="1">
            <a:off x="2651125" y="3065463"/>
            <a:ext cx="4271963" cy="25400"/>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3" name="Object 3">
            <a:extLst>
              <a:ext uri="{FF2B5EF4-FFF2-40B4-BE49-F238E27FC236}">
                <a16:creationId xmlns:a16="http://schemas.microsoft.com/office/drawing/2014/main" id="{A55D0367-B7FD-474B-62C1-50A735168B94}"/>
              </a:ext>
            </a:extLst>
          </p:cNvPr>
          <p:cNvGraphicFramePr>
            <a:graphicFrameLocks noChangeAspect="1"/>
          </p:cNvGraphicFramePr>
          <p:nvPr>
            <p:extLst>
              <p:ext uri="{D42A27DB-BD31-4B8C-83A1-F6EECF244321}">
                <p14:modId xmlns:p14="http://schemas.microsoft.com/office/powerpoint/2010/main" val="4038124477"/>
              </p:ext>
            </p:extLst>
          </p:nvPr>
        </p:nvGraphicFramePr>
        <p:xfrm>
          <a:off x="4706938" y="3157538"/>
          <a:ext cx="241300" cy="309562"/>
        </p:xfrm>
        <a:graphic>
          <a:graphicData uri="http://schemas.openxmlformats.org/presentationml/2006/ole">
            <mc:AlternateContent xmlns:mc="http://schemas.openxmlformats.org/markup-compatibility/2006">
              <mc:Choice xmlns:v="urn:schemas-microsoft-com:vml" Requires="v">
                <p:oleObj name="Equation" r:id="rId3" imgW="139680" imgH="177480" progId="Equation.3">
                  <p:embed/>
                </p:oleObj>
              </mc:Choice>
              <mc:Fallback>
                <p:oleObj name="Equation" r:id="rId3" imgW="139680" imgH="177480" progId="Equation.3">
                  <p:embed/>
                  <p:pic>
                    <p:nvPicPr>
                      <p:cNvPr id="66563" name="Object 3">
                        <a:extLst>
                          <a:ext uri="{FF2B5EF4-FFF2-40B4-BE49-F238E27FC236}">
                            <a16:creationId xmlns:a16="http://schemas.microsoft.com/office/drawing/2014/main" id="{A55D0367-B7FD-474B-62C1-50A735168B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06938" y="3157538"/>
                        <a:ext cx="241300" cy="3095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17" name="Straight Arrow Connector 316">
            <a:extLst>
              <a:ext uri="{FF2B5EF4-FFF2-40B4-BE49-F238E27FC236}">
                <a16:creationId xmlns:a16="http://schemas.microsoft.com/office/drawing/2014/main" id="{B3AB59C8-59D4-74C9-1D7A-FB57726EDC3F}"/>
              </a:ext>
            </a:extLst>
          </p:cNvPr>
          <p:cNvCxnSpPr/>
          <p:nvPr/>
        </p:nvCxnSpPr>
        <p:spPr>
          <a:xfrm flipV="1">
            <a:off x="1398588" y="2754313"/>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E14E6405-29D9-ECC2-95A3-5AED33194FD0}"/>
              </a:ext>
            </a:extLst>
          </p:cNvPr>
          <p:cNvCxnSpPr/>
          <p:nvPr/>
        </p:nvCxnSpPr>
        <p:spPr>
          <a:xfrm flipV="1">
            <a:off x="6057900" y="2530475"/>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5" name="Object 8">
            <a:extLst>
              <a:ext uri="{FF2B5EF4-FFF2-40B4-BE49-F238E27FC236}">
                <a16:creationId xmlns:a16="http://schemas.microsoft.com/office/drawing/2014/main" id="{FAEB4E45-879A-0A79-3857-5C5F5453E730}"/>
              </a:ext>
            </a:extLst>
          </p:cNvPr>
          <p:cNvGraphicFramePr>
            <a:graphicFrameLocks noChangeAspect="1"/>
          </p:cNvGraphicFramePr>
          <p:nvPr>
            <p:extLst>
              <p:ext uri="{D42A27DB-BD31-4B8C-83A1-F6EECF244321}">
                <p14:modId xmlns:p14="http://schemas.microsoft.com/office/powerpoint/2010/main" val="3692273000"/>
              </p:ext>
            </p:extLst>
          </p:nvPr>
        </p:nvGraphicFramePr>
        <p:xfrm>
          <a:off x="2022475" y="2214563"/>
          <a:ext cx="214313" cy="5286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5" name="Object 8">
                        <a:extLst>
                          <a:ext uri="{FF2B5EF4-FFF2-40B4-BE49-F238E27FC236}">
                            <a16:creationId xmlns:a16="http://schemas.microsoft.com/office/drawing/2014/main" id="{FAEB4E45-879A-0A79-3857-5C5F5453E73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22475" y="2214563"/>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6" name="Object 6">
            <a:extLst>
              <a:ext uri="{FF2B5EF4-FFF2-40B4-BE49-F238E27FC236}">
                <a16:creationId xmlns:a16="http://schemas.microsoft.com/office/drawing/2014/main" id="{39C491D0-060C-DD69-5E14-AB98FFF2B2F9}"/>
              </a:ext>
            </a:extLst>
          </p:cNvPr>
          <p:cNvGraphicFramePr>
            <a:graphicFrameLocks noChangeAspect="1"/>
          </p:cNvGraphicFramePr>
          <p:nvPr>
            <p:extLst>
              <p:ext uri="{D42A27DB-BD31-4B8C-83A1-F6EECF244321}">
                <p14:modId xmlns:p14="http://schemas.microsoft.com/office/powerpoint/2010/main" val="539509162"/>
              </p:ext>
            </p:extLst>
          </p:nvPr>
        </p:nvGraphicFramePr>
        <p:xfrm>
          <a:off x="7416800" y="2268538"/>
          <a:ext cx="214313" cy="5286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6" name="Object 6">
                        <a:extLst>
                          <a:ext uri="{FF2B5EF4-FFF2-40B4-BE49-F238E27FC236}">
                            <a16:creationId xmlns:a16="http://schemas.microsoft.com/office/drawing/2014/main" id="{39C491D0-060C-DD69-5E14-AB98FFF2B2F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416800" y="2268538"/>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40609576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CF321-0DB3-B658-33A4-DCCA1F62170A}"/>
            </a:ext>
          </a:extLst>
        </p:cNvPr>
        <p:cNvGrpSpPr/>
        <p:nvPr/>
      </p:nvGrpSpPr>
      <p:grpSpPr>
        <a:xfrm>
          <a:off x="0" y="0"/>
          <a:ext cx="0" cy="0"/>
          <a:chOff x="0" y="0"/>
          <a:chExt cx="0" cy="0"/>
        </a:xfrm>
      </p:grpSpPr>
      <p:sp>
        <p:nvSpPr>
          <p:cNvPr id="327" name="Rectangle 326">
            <a:extLst>
              <a:ext uri="{FF2B5EF4-FFF2-40B4-BE49-F238E27FC236}">
                <a16:creationId xmlns:a16="http://schemas.microsoft.com/office/drawing/2014/main" id="{6E60F919-31D0-CEB1-3C99-0D614EC0C890}"/>
              </a:ext>
            </a:extLst>
          </p:cNvPr>
          <p:cNvSpPr/>
          <p:nvPr/>
        </p:nvSpPr>
        <p:spPr>
          <a:xfrm>
            <a:off x="114300" y="-155574"/>
            <a:ext cx="9144000" cy="43592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6572" name="Picture 4">
            <a:extLst>
              <a:ext uri="{FF2B5EF4-FFF2-40B4-BE49-F238E27FC236}">
                <a16:creationId xmlns:a16="http://schemas.microsoft.com/office/drawing/2014/main" id="{0ADA3A07-0C0F-C9CA-54C5-56A223620D41}"/>
              </a:ext>
            </a:extLst>
          </p:cNvPr>
          <p:cNvPicPr>
            <a:picLocks noChangeAspect="1" noChangeArrowheads="1"/>
          </p:cNvPicPr>
          <p:nvPr/>
        </p:nvPicPr>
        <p:blipFill>
          <a:blip r:embed="rId2" cstate="print"/>
          <a:srcRect/>
          <a:stretch>
            <a:fillRect/>
          </a:stretch>
        </p:blipFill>
        <p:spPr bwMode="auto">
          <a:xfrm>
            <a:off x="2424114" y="1949450"/>
            <a:ext cx="4792661" cy="1165225"/>
          </a:xfrm>
          <a:prstGeom prst="rect">
            <a:avLst/>
          </a:prstGeom>
          <a:noFill/>
          <a:ln w="9525">
            <a:noFill/>
            <a:miter lim="800000"/>
            <a:headEnd/>
            <a:tailEnd/>
          </a:ln>
        </p:spPr>
      </p:pic>
      <p:sp>
        <p:nvSpPr>
          <p:cNvPr id="66573" name="Rectangle 41">
            <a:extLst>
              <a:ext uri="{FF2B5EF4-FFF2-40B4-BE49-F238E27FC236}">
                <a16:creationId xmlns:a16="http://schemas.microsoft.com/office/drawing/2014/main" id="{72830D0B-5DCA-FD42-FE29-4F4D0F45AE7D}"/>
              </a:ext>
            </a:extLst>
          </p:cNvPr>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a:extLst>
              <a:ext uri="{FF2B5EF4-FFF2-40B4-BE49-F238E27FC236}">
                <a16:creationId xmlns:a16="http://schemas.microsoft.com/office/drawing/2014/main" id="{BBD28C49-B936-9AAD-FC69-81DD7EBAA982}"/>
              </a:ext>
            </a:extLst>
          </p:cNvPr>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a:extLst>
              <a:ext uri="{FF2B5EF4-FFF2-40B4-BE49-F238E27FC236}">
                <a16:creationId xmlns:a16="http://schemas.microsoft.com/office/drawing/2014/main" id="{37199937-7130-EDEA-DF99-77C24C40CB78}"/>
              </a:ext>
            </a:extLst>
          </p:cNvPr>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a:extLst>
              <a:ext uri="{FF2B5EF4-FFF2-40B4-BE49-F238E27FC236}">
                <a16:creationId xmlns:a16="http://schemas.microsoft.com/office/drawing/2014/main" id="{58612BAD-7B56-C837-1937-EE0C5C80B20E}"/>
              </a:ext>
            </a:extLst>
          </p:cNvPr>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a:extLst>
              <a:ext uri="{FF2B5EF4-FFF2-40B4-BE49-F238E27FC236}">
                <a16:creationId xmlns:a16="http://schemas.microsoft.com/office/drawing/2014/main" id="{0C4EBABB-7F70-13F7-E0C9-0C1AEB658E56}"/>
              </a:ext>
            </a:extLst>
          </p:cNvPr>
          <p:cNvGrpSpPr>
            <a:grpSpLocks/>
          </p:cNvGrpSpPr>
          <p:nvPr/>
        </p:nvGrpSpPr>
        <p:grpSpPr bwMode="auto">
          <a:xfrm>
            <a:off x="2498725" y="523875"/>
            <a:ext cx="4621213" cy="1028700"/>
            <a:chOff x="1098455" y="1454019"/>
            <a:chExt cx="7727044" cy="1028700"/>
          </a:xfrm>
        </p:grpSpPr>
        <p:sp>
          <p:nvSpPr>
            <p:cNvPr id="66884" name="Rectangle 43">
              <a:extLst>
                <a:ext uri="{FF2B5EF4-FFF2-40B4-BE49-F238E27FC236}">
                  <a16:creationId xmlns:a16="http://schemas.microsoft.com/office/drawing/2014/main" id="{127810D9-CFBF-D08D-DD83-B9D95D5A6C12}"/>
                </a:ext>
              </a:extLst>
            </p:cNvPr>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a:extLst>
                <a:ext uri="{FF2B5EF4-FFF2-40B4-BE49-F238E27FC236}">
                  <a16:creationId xmlns:a16="http://schemas.microsoft.com/office/drawing/2014/main" id="{A4225D23-4B58-F58C-FD60-831D006EE9FE}"/>
                </a:ext>
              </a:extLst>
            </p:cNvPr>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a:extLst>
              <a:ext uri="{FF2B5EF4-FFF2-40B4-BE49-F238E27FC236}">
                <a16:creationId xmlns:a16="http://schemas.microsoft.com/office/drawing/2014/main" id="{391496C5-904C-44E2-59BC-3072B574FDC0}"/>
              </a:ext>
            </a:extLst>
          </p:cNvPr>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5" name="Group 211">
            <a:extLst>
              <a:ext uri="{FF2B5EF4-FFF2-40B4-BE49-F238E27FC236}">
                <a16:creationId xmlns:a16="http://schemas.microsoft.com/office/drawing/2014/main" id="{93F5D392-FD7C-F962-DF44-9625C972B663}"/>
              </a:ext>
            </a:extLst>
          </p:cNvPr>
          <p:cNvGrpSpPr>
            <a:grpSpLocks/>
          </p:cNvGrpSpPr>
          <p:nvPr/>
        </p:nvGrpSpPr>
        <p:grpSpPr bwMode="auto">
          <a:xfrm>
            <a:off x="3286125" y="2179638"/>
            <a:ext cx="3038476" cy="695325"/>
            <a:chOff x="5281613" y="5646738"/>
            <a:chExt cx="1438276" cy="628649"/>
          </a:xfrm>
        </p:grpSpPr>
        <p:sp>
          <p:nvSpPr>
            <p:cNvPr id="66590" name="Line 9">
              <a:extLst>
                <a:ext uri="{FF2B5EF4-FFF2-40B4-BE49-F238E27FC236}">
                  <a16:creationId xmlns:a16="http://schemas.microsoft.com/office/drawing/2014/main" id="{95CB6578-315B-9685-52C6-C536166A8997}"/>
                </a:ext>
              </a:extLst>
            </p:cNvPr>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591" name="Line 10">
              <a:extLst>
                <a:ext uri="{FF2B5EF4-FFF2-40B4-BE49-F238E27FC236}">
                  <a16:creationId xmlns:a16="http://schemas.microsoft.com/office/drawing/2014/main" id="{5FD184E3-062F-4CD4-6A4E-7AB68C5D6178}"/>
                </a:ext>
              </a:extLst>
            </p:cNvPr>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592" name="Line 11">
              <a:extLst>
                <a:ext uri="{FF2B5EF4-FFF2-40B4-BE49-F238E27FC236}">
                  <a16:creationId xmlns:a16="http://schemas.microsoft.com/office/drawing/2014/main" id="{1C70F4E2-03BA-1FF4-2A39-D4D8593F9974}"/>
                </a:ext>
              </a:extLst>
            </p:cNvPr>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593" name="Line 12">
              <a:extLst>
                <a:ext uri="{FF2B5EF4-FFF2-40B4-BE49-F238E27FC236}">
                  <a16:creationId xmlns:a16="http://schemas.microsoft.com/office/drawing/2014/main" id="{6DEDEE70-0ED9-6630-1FB8-F95F83FFF597}"/>
                </a:ext>
              </a:extLst>
            </p:cNvPr>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594" name="Line 13">
              <a:extLst>
                <a:ext uri="{FF2B5EF4-FFF2-40B4-BE49-F238E27FC236}">
                  <a16:creationId xmlns:a16="http://schemas.microsoft.com/office/drawing/2014/main" id="{4487DB32-140B-2EAC-72F0-9E0F60EEC05E}"/>
                </a:ext>
              </a:extLst>
            </p:cNvPr>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595" name="Line 14">
              <a:extLst>
                <a:ext uri="{FF2B5EF4-FFF2-40B4-BE49-F238E27FC236}">
                  <a16:creationId xmlns:a16="http://schemas.microsoft.com/office/drawing/2014/main" id="{47ED2F07-335D-7E93-BB0A-53B53E622D5F}"/>
                </a:ext>
              </a:extLst>
            </p:cNvPr>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596" name="Line 15">
              <a:extLst>
                <a:ext uri="{FF2B5EF4-FFF2-40B4-BE49-F238E27FC236}">
                  <a16:creationId xmlns:a16="http://schemas.microsoft.com/office/drawing/2014/main" id="{BCFAEB1B-2678-EA4C-3B75-AD44EE540EF3}"/>
                </a:ext>
              </a:extLst>
            </p:cNvPr>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597" name="Line 16">
              <a:extLst>
                <a:ext uri="{FF2B5EF4-FFF2-40B4-BE49-F238E27FC236}">
                  <a16:creationId xmlns:a16="http://schemas.microsoft.com/office/drawing/2014/main" id="{E29CE088-729A-6ED1-EE97-090A97D4AA37}"/>
                </a:ext>
              </a:extLst>
            </p:cNvPr>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598" name="Line 17">
              <a:extLst>
                <a:ext uri="{FF2B5EF4-FFF2-40B4-BE49-F238E27FC236}">
                  <a16:creationId xmlns:a16="http://schemas.microsoft.com/office/drawing/2014/main" id="{FBE43DC1-9B54-BDE2-4CA6-B62E70D3A334}"/>
                </a:ext>
              </a:extLst>
            </p:cNvPr>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599" name="Line 18">
              <a:extLst>
                <a:ext uri="{FF2B5EF4-FFF2-40B4-BE49-F238E27FC236}">
                  <a16:creationId xmlns:a16="http://schemas.microsoft.com/office/drawing/2014/main" id="{9A67ABFE-1EDF-9981-71E9-560F53470E98}"/>
                </a:ext>
              </a:extLst>
            </p:cNvPr>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00" name="Line 19">
              <a:extLst>
                <a:ext uri="{FF2B5EF4-FFF2-40B4-BE49-F238E27FC236}">
                  <a16:creationId xmlns:a16="http://schemas.microsoft.com/office/drawing/2014/main" id="{497EF609-FFFB-68A8-9DBD-3E906C64B19E}"/>
                </a:ext>
              </a:extLst>
            </p:cNvPr>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01" name="Line 20">
              <a:extLst>
                <a:ext uri="{FF2B5EF4-FFF2-40B4-BE49-F238E27FC236}">
                  <a16:creationId xmlns:a16="http://schemas.microsoft.com/office/drawing/2014/main" id="{542BDFA0-5D37-1AF8-AD4F-10FCB962E8FD}"/>
                </a:ext>
              </a:extLst>
            </p:cNvPr>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602" name="Line 21">
              <a:extLst>
                <a:ext uri="{FF2B5EF4-FFF2-40B4-BE49-F238E27FC236}">
                  <a16:creationId xmlns:a16="http://schemas.microsoft.com/office/drawing/2014/main" id="{86C13DF5-060C-6BA2-43F1-BDF539421DE8}"/>
                </a:ext>
              </a:extLst>
            </p:cNvPr>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603" name="Line 22">
              <a:extLst>
                <a:ext uri="{FF2B5EF4-FFF2-40B4-BE49-F238E27FC236}">
                  <a16:creationId xmlns:a16="http://schemas.microsoft.com/office/drawing/2014/main" id="{1C5BE771-B5E3-D71F-67EE-3578B671D60F}"/>
                </a:ext>
              </a:extLst>
            </p:cNvPr>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604" name="Line 23">
              <a:extLst>
                <a:ext uri="{FF2B5EF4-FFF2-40B4-BE49-F238E27FC236}">
                  <a16:creationId xmlns:a16="http://schemas.microsoft.com/office/drawing/2014/main" id="{5686A030-6E38-A546-4969-25AEAFB57768}"/>
                </a:ext>
              </a:extLst>
            </p:cNvPr>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605" name="Line 24">
              <a:extLst>
                <a:ext uri="{FF2B5EF4-FFF2-40B4-BE49-F238E27FC236}">
                  <a16:creationId xmlns:a16="http://schemas.microsoft.com/office/drawing/2014/main" id="{A6680C35-C19C-53A1-ED6C-8647CD0D3757}"/>
                </a:ext>
              </a:extLst>
            </p:cNvPr>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606" name="Line 25">
              <a:extLst>
                <a:ext uri="{FF2B5EF4-FFF2-40B4-BE49-F238E27FC236}">
                  <a16:creationId xmlns:a16="http://schemas.microsoft.com/office/drawing/2014/main" id="{EF91A510-7210-3322-A4B0-1014C96728D8}"/>
                </a:ext>
              </a:extLst>
            </p:cNvPr>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607" name="Line 26">
              <a:extLst>
                <a:ext uri="{FF2B5EF4-FFF2-40B4-BE49-F238E27FC236}">
                  <a16:creationId xmlns:a16="http://schemas.microsoft.com/office/drawing/2014/main" id="{774A6C80-FAEF-0B04-6B35-BFFA0BB51B9E}"/>
                </a:ext>
              </a:extLst>
            </p:cNvPr>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608" name="Line 27">
              <a:extLst>
                <a:ext uri="{FF2B5EF4-FFF2-40B4-BE49-F238E27FC236}">
                  <a16:creationId xmlns:a16="http://schemas.microsoft.com/office/drawing/2014/main" id="{3F3F6054-E0CB-772D-BE10-49C82EB1325A}"/>
                </a:ext>
              </a:extLst>
            </p:cNvPr>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609" name="Line 28">
              <a:extLst>
                <a:ext uri="{FF2B5EF4-FFF2-40B4-BE49-F238E27FC236}">
                  <a16:creationId xmlns:a16="http://schemas.microsoft.com/office/drawing/2014/main" id="{B963F994-6C05-A101-C9AE-0359F403AA13}"/>
                </a:ext>
              </a:extLst>
            </p:cNvPr>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610" name="Line 29">
              <a:extLst>
                <a:ext uri="{FF2B5EF4-FFF2-40B4-BE49-F238E27FC236}">
                  <a16:creationId xmlns:a16="http://schemas.microsoft.com/office/drawing/2014/main" id="{380CBF87-351D-45E0-5FF7-6BCEC385CE3C}"/>
                </a:ext>
              </a:extLst>
            </p:cNvPr>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611" name="Line 30">
              <a:extLst>
                <a:ext uri="{FF2B5EF4-FFF2-40B4-BE49-F238E27FC236}">
                  <a16:creationId xmlns:a16="http://schemas.microsoft.com/office/drawing/2014/main" id="{473B0A98-3B34-F8CE-A6F0-40EEECEC543C}"/>
                </a:ext>
              </a:extLst>
            </p:cNvPr>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612" name="Line 31">
              <a:extLst>
                <a:ext uri="{FF2B5EF4-FFF2-40B4-BE49-F238E27FC236}">
                  <a16:creationId xmlns:a16="http://schemas.microsoft.com/office/drawing/2014/main" id="{37683B7F-88D5-7659-6142-AD893D6430B9}"/>
                </a:ext>
              </a:extLst>
            </p:cNvPr>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613" name="Line 32">
              <a:extLst>
                <a:ext uri="{FF2B5EF4-FFF2-40B4-BE49-F238E27FC236}">
                  <a16:creationId xmlns:a16="http://schemas.microsoft.com/office/drawing/2014/main" id="{A7EF7A44-1FA8-EC1D-3D23-ACB7997BD823}"/>
                </a:ext>
              </a:extLst>
            </p:cNvPr>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614" name="Line 33">
              <a:extLst>
                <a:ext uri="{FF2B5EF4-FFF2-40B4-BE49-F238E27FC236}">
                  <a16:creationId xmlns:a16="http://schemas.microsoft.com/office/drawing/2014/main" id="{8B464FBD-F106-0157-7F2E-4B504907B0D2}"/>
                </a:ext>
              </a:extLst>
            </p:cNvPr>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615" name="Line 34">
              <a:extLst>
                <a:ext uri="{FF2B5EF4-FFF2-40B4-BE49-F238E27FC236}">
                  <a16:creationId xmlns:a16="http://schemas.microsoft.com/office/drawing/2014/main" id="{26E9FAB6-E9F8-AF7B-6BE2-0A58C1367D82}"/>
                </a:ext>
              </a:extLst>
            </p:cNvPr>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616" name="Line 35">
              <a:extLst>
                <a:ext uri="{FF2B5EF4-FFF2-40B4-BE49-F238E27FC236}">
                  <a16:creationId xmlns:a16="http://schemas.microsoft.com/office/drawing/2014/main" id="{E02203A0-E7E0-9A54-D2EC-D3CE8AF31D3B}"/>
                </a:ext>
              </a:extLst>
            </p:cNvPr>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617" name="Line 36">
              <a:extLst>
                <a:ext uri="{FF2B5EF4-FFF2-40B4-BE49-F238E27FC236}">
                  <a16:creationId xmlns:a16="http://schemas.microsoft.com/office/drawing/2014/main" id="{869C43D2-0907-923B-1189-AAC468F66BF6}"/>
                </a:ext>
              </a:extLst>
            </p:cNvPr>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618" name="Line 37">
              <a:extLst>
                <a:ext uri="{FF2B5EF4-FFF2-40B4-BE49-F238E27FC236}">
                  <a16:creationId xmlns:a16="http://schemas.microsoft.com/office/drawing/2014/main" id="{B13F9EAD-6D25-2AFF-FD70-90AB1AE8023D}"/>
                </a:ext>
              </a:extLst>
            </p:cNvPr>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619" name="Line 38">
              <a:extLst>
                <a:ext uri="{FF2B5EF4-FFF2-40B4-BE49-F238E27FC236}">
                  <a16:creationId xmlns:a16="http://schemas.microsoft.com/office/drawing/2014/main" id="{6440E3D2-12B0-E36F-096C-746CA13ED663}"/>
                </a:ext>
              </a:extLst>
            </p:cNvPr>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620" name="Line 39">
              <a:extLst>
                <a:ext uri="{FF2B5EF4-FFF2-40B4-BE49-F238E27FC236}">
                  <a16:creationId xmlns:a16="http://schemas.microsoft.com/office/drawing/2014/main" id="{78911D9B-50DB-C7C8-3897-7E0534A652C0}"/>
                </a:ext>
              </a:extLst>
            </p:cNvPr>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621" name="Line 40">
              <a:extLst>
                <a:ext uri="{FF2B5EF4-FFF2-40B4-BE49-F238E27FC236}">
                  <a16:creationId xmlns:a16="http://schemas.microsoft.com/office/drawing/2014/main" id="{DE64941F-4416-E795-D7BE-FF16945B498A}"/>
                </a:ext>
              </a:extLst>
            </p:cNvPr>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622" name="Line 41">
              <a:extLst>
                <a:ext uri="{FF2B5EF4-FFF2-40B4-BE49-F238E27FC236}">
                  <a16:creationId xmlns:a16="http://schemas.microsoft.com/office/drawing/2014/main" id="{64B01615-BBA8-2BB1-793C-3DE0611AFBCE}"/>
                </a:ext>
              </a:extLst>
            </p:cNvPr>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623" name="Line 42">
              <a:extLst>
                <a:ext uri="{FF2B5EF4-FFF2-40B4-BE49-F238E27FC236}">
                  <a16:creationId xmlns:a16="http://schemas.microsoft.com/office/drawing/2014/main" id="{E504F567-0ABF-9306-0AD8-DD89CA3536CE}"/>
                </a:ext>
              </a:extLst>
            </p:cNvPr>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624" name="Line 43">
              <a:extLst>
                <a:ext uri="{FF2B5EF4-FFF2-40B4-BE49-F238E27FC236}">
                  <a16:creationId xmlns:a16="http://schemas.microsoft.com/office/drawing/2014/main" id="{2BD43A42-1004-A8A8-7B08-1C03D72590ED}"/>
                </a:ext>
              </a:extLst>
            </p:cNvPr>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625" name="Line 44">
              <a:extLst>
                <a:ext uri="{FF2B5EF4-FFF2-40B4-BE49-F238E27FC236}">
                  <a16:creationId xmlns:a16="http://schemas.microsoft.com/office/drawing/2014/main" id="{8F75A8CE-F18C-8F55-B6A9-BA68546F5442}"/>
                </a:ext>
              </a:extLst>
            </p:cNvPr>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626" name="Line 45">
              <a:extLst>
                <a:ext uri="{FF2B5EF4-FFF2-40B4-BE49-F238E27FC236}">
                  <a16:creationId xmlns:a16="http://schemas.microsoft.com/office/drawing/2014/main" id="{4FB25530-B968-DD56-3955-1A2285299F2A}"/>
                </a:ext>
              </a:extLst>
            </p:cNvPr>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627" name="Line 46">
              <a:extLst>
                <a:ext uri="{FF2B5EF4-FFF2-40B4-BE49-F238E27FC236}">
                  <a16:creationId xmlns:a16="http://schemas.microsoft.com/office/drawing/2014/main" id="{CE2DF0C1-F3DF-AE18-CD45-B6AA416B01A1}"/>
                </a:ext>
              </a:extLst>
            </p:cNvPr>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628" name="Line 47">
              <a:extLst>
                <a:ext uri="{FF2B5EF4-FFF2-40B4-BE49-F238E27FC236}">
                  <a16:creationId xmlns:a16="http://schemas.microsoft.com/office/drawing/2014/main" id="{89068E0C-109E-4D5C-646B-B7DA38F3BFFA}"/>
                </a:ext>
              </a:extLst>
            </p:cNvPr>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629" name="Line 48">
              <a:extLst>
                <a:ext uri="{FF2B5EF4-FFF2-40B4-BE49-F238E27FC236}">
                  <a16:creationId xmlns:a16="http://schemas.microsoft.com/office/drawing/2014/main" id="{6E2BA2B7-B346-6957-8629-FC61DCA0CC94}"/>
                </a:ext>
              </a:extLst>
            </p:cNvPr>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630" name="Line 49">
              <a:extLst>
                <a:ext uri="{FF2B5EF4-FFF2-40B4-BE49-F238E27FC236}">
                  <a16:creationId xmlns:a16="http://schemas.microsoft.com/office/drawing/2014/main" id="{EC176513-E75E-E108-8C8E-1975FE527B53}"/>
                </a:ext>
              </a:extLst>
            </p:cNvPr>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631" name="Line 50">
              <a:extLst>
                <a:ext uri="{FF2B5EF4-FFF2-40B4-BE49-F238E27FC236}">
                  <a16:creationId xmlns:a16="http://schemas.microsoft.com/office/drawing/2014/main" id="{E7F59EE9-3AD4-D5DC-9CC1-DCB5A0FACEDA}"/>
                </a:ext>
              </a:extLst>
            </p:cNvPr>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632" name="Line 51">
              <a:extLst>
                <a:ext uri="{FF2B5EF4-FFF2-40B4-BE49-F238E27FC236}">
                  <a16:creationId xmlns:a16="http://schemas.microsoft.com/office/drawing/2014/main" id="{073A887E-2A8C-37F1-74CF-EAC9C2D028B3}"/>
                </a:ext>
              </a:extLst>
            </p:cNvPr>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633" name="Line 52">
              <a:extLst>
                <a:ext uri="{FF2B5EF4-FFF2-40B4-BE49-F238E27FC236}">
                  <a16:creationId xmlns:a16="http://schemas.microsoft.com/office/drawing/2014/main" id="{D8C3D79A-BA41-3E19-3B3A-84D6C195AEFD}"/>
                </a:ext>
              </a:extLst>
            </p:cNvPr>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634" name="Line 53">
              <a:extLst>
                <a:ext uri="{FF2B5EF4-FFF2-40B4-BE49-F238E27FC236}">
                  <a16:creationId xmlns:a16="http://schemas.microsoft.com/office/drawing/2014/main" id="{D91D12D9-272A-F579-7AA5-9ED3496775BD}"/>
                </a:ext>
              </a:extLst>
            </p:cNvPr>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635" name="Line 54">
              <a:extLst>
                <a:ext uri="{FF2B5EF4-FFF2-40B4-BE49-F238E27FC236}">
                  <a16:creationId xmlns:a16="http://schemas.microsoft.com/office/drawing/2014/main" id="{78C06789-029F-8CF3-3018-64AC14C892F0}"/>
                </a:ext>
              </a:extLst>
            </p:cNvPr>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636" name="Line 55">
              <a:extLst>
                <a:ext uri="{FF2B5EF4-FFF2-40B4-BE49-F238E27FC236}">
                  <a16:creationId xmlns:a16="http://schemas.microsoft.com/office/drawing/2014/main" id="{BC21DAB1-A305-B84A-41A1-CD0D20C1D5AD}"/>
                </a:ext>
              </a:extLst>
            </p:cNvPr>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637" name="Line 56">
              <a:extLst>
                <a:ext uri="{FF2B5EF4-FFF2-40B4-BE49-F238E27FC236}">
                  <a16:creationId xmlns:a16="http://schemas.microsoft.com/office/drawing/2014/main" id="{7CA8C982-3373-02BB-144C-0F970F63E006}"/>
                </a:ext>
              </a:extLst>
            </p:cNvPr>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638" name="Line 57">
              <a:extLst>
                <a:ext uri="{FF2B5EF4-FFF2-40B4-BE49-F238E27FC236}">
                  <a16:creationId xmlns:a16="http://schemas.microsoft.com/office/drawing/2014/main" id="{0A655983-C546-2062-CF1E-9E1FE74A8F9F}"/>
                </a:ext>
              </a:extLst>
            </p:cNvPr>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639" name="Line 58">
              <a:extLst>
                <a:ext uri="{FF2B5EF4-FFF2-40B4-BE49-F238E27FC236}">
                  <a16:creationId xmlns:a16="http://schemas.microsoft.com/office/drawing/2014/main" id="{BF724434-A270-E910-2FAB-B181CCCD0510}"/>
                </a:ext>
              </a:extLst>
            </p:cNvPr>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640" name="Line 59">
              <a:extLst>
                <a:ext uri="{FF2B5EF4-FFF2-40B4-BE49-F238E27FC236}">
                  <a16:creationId xmlns:a16="http://schemas.microsoft.com/office/drawing/2014/main" id="{C33E31E1-6942-9197-89E6-9EEAFF29A5A8}"/>
                </a:ext>
              </a:extLst>
            </p:cNvPr>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641" name="Line 60">
              <a:extLst>
                <a:ext uri="{FF2B5EF4-FFF2-40B4-BE49-F238E27FC236}">
                  <a16:creationId xmlns:a16="http://schemas.microsoft.com/office/drawing/2014/main" id="{9A6FD5E1-835B-5C2F-2B18-9201C2BC15D4}"/>
                </a:ext>
              </a:extLst>
            </p:cNvPr>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642" name="Line 61">
              <a:extLst>
                <a:ext uri="{FF2B5EF4-FFF2-40B4-BE49-F238E27FC236}">
                  <a16:creationId xmlns:a16="http://schemas.microsoft.com/office/drawing/2014/main" id="{34847982-3636-E82B-49AE-357E0A9FD9F4}"/>
                </a:ext>
              </a:extLst>
            </p:cNvPr>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643" name="Line 62">
              <a:extLst>
                <a:ext uri="{FF2B5EF4-FFF2-40B4-BE49-F238E27FC236}">
                  <a16:creationId xmlns:a16="http://schemas.microsoft.com/office/drawing/2014/main" id="{92BF92E5-D34D-99B4-6E94-8B4D49440445}"/>
                </a:ext>
              </a:extLst>
            </p:cNvPr>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644" name="Line 63">
              <a:extLst>
                <a:ext uri="{FF2B5EF4-FFF2-40B4-BE49-F238E27FC236}">
                  <a16:creationId xmlns:a16="http://schemas.microsoft.com/office/drawing/2014/main" id="{B676987B-4989-3229-0E88-BD48376BECEC}"/>
                </a:ext>
              </a:extLst>
            </p:cNvPr>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645" name="Line 64">
              <a:extLst>
                <a:ext uri="{FF2B5EF4-FFF2-40B4-BE49-F238E27FC236}">
                  <a16:creationId xmlns:a16="http://schemas.microsoft.com/office/drawing/2014/main" id="{7830486C-2FF6-F89A-1F09-18996E150CA5}"/>
                </a:ext>
              </a:extLst>
            </p:cNvPr>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646" name="Line 65">
              <a:extLst>
                <a:ext uri="{FF2B5EF4-FFF2-40B4-BE49-F238E27FC236}">
                  <a16:creationId xmlns:a16="http://schemas.microsoft.com/office/drawing/2014/main" id="{19AE7FAD-DCBF-54AB-E30F-CB6261B2CBD7}"/>
                </a:ext>
              </a:extLst>
            </p:cNvPr>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647" name="Line 66">
              <a:extLst>
                <a:ext uri="{FF2B5EF4-FFF2-40B4-BE49-F238E27FC236}">
                  <a16:creationId xmlns:a16="http://schemas.microsoft.com/office/drawing/2014/main" id="{CB7CF2C2-C842-486A-119B-7796B0C1C919}"/>
                </a:ext>
              </a:extLst>
            </p:cNvPr>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648" name="Line 67">
              <a:extLst>
                <a:ext uri="{FF2B5EF4-FFF2-40B4-BE49-F238E27FC236}">
                  <a16:creationId xmlns:a16="http://schemas.microsoft.com/office/drawing/2014/main" id="{85B80D88-19C6-DD96-5BC5-811FA5E62F44}"/>
                </a:ext>
              </a:extLst>
            </p:cNvPr>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649" name="Line 68">
              <a:extLst>
                <a:ext uri="{FF2B5EF4-FFF2-40B4-BE49-F238E27FC236}">
                  <a16:creationId xmlns:a16="http://schemas.microsoft.com/office/drawing/2014/main" id="{279C1C12-C53A-1A58-D612-7CCEFC731EB2}"/>
                </a:ext>
              </a:extLst>
            </p:cNvPr>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650" name="Line 69">
              <a:extLst>
                <a:ext uri="{FF2B5EF4-FFF2-40B4-BE49-F238E27FC236}">
                  <a16:creationId xmlns:a16="http://schemas.microsoft.com/office/drawing/2014/main" id="{D9FEF290-60EF-E95C-FBF9-E21D8ACE6088}"/>
                </a:ext>
              </a:extLst>
            </p:cNvPr>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651" name="Line 70">
              <a:extLst>
                <a:ext uri="{FF2B5EF4-FFF2-40B4-BE49-F238E27FC236}">
                  <a16:creationId xmlns:a16="http://schemas.microsoft.com/office/drawing/2014/main" id="{D206586E-41B4-0C7B-4346-5D32EED8192A}"/>
                </a:ext>
              </a:extLst>
            </p:cNvPr>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652" name="Line 71">
              <a:extLst>
                <a:ext uri="{FF2B5EF4-FFF2-40B4-BE49-F238E27FC236}">
                  <a16:creationId xmlns:a16="http://schemas.microsoft.com/office/drawing/2014/main" id="{FAA437EA-E053-7CC8-5AD1-5EBF42BAE7A2}"/>
                </a:ext>
              </a:extLst>
            </p:cNvPr>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653" name="Line 72">
              <a:extLst>
                <a:ext uri="{FF2B5EF4-FFF2-40B4-BE49-F238E27FC236}">
                  <a16:creationId xmlns:a16="http://schemas.microsoft.com/office/drawing/2014/main" id="{B888421A-934E-448A-C6BB-99815D8AE97E}"/>
                </a:ext>
              </a:extLst>
            </p:cNvPr>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654" name="Line 73">
              <a:extLst>
                <a:ext uri="{FF2B5EF4-FFF2-40B4-BE49-F238E27FC236}">
                  <a16:creationId xmlns:a16="http://schemas.microsoft.com/office/drawing/2014/main" id="{68DBE6D8-92FC-27AA-4CB1-93C4DE5DD439}"/>
                </a:ext>
              </a:extLst>
            </p:cNvPr>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655" name="Line 74">
              <a:extLst>
                <a:ext uri="{FF2B5EF4-FFF2-40B4-BE49-F238E27FC236}">
                  <a16:creationId xmlns:a16="http://schemas.microsoft.com/office/drawing/2014/main" id="{18BAC85C-3F87-F192-5569-C47C3561822E}"/>
                </a:ext>
              </a:extLst>
            </p:cNvPr>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656" name="Line 75">
              <a:extLst>
                <a:ext uri="{FF2B5EF4-FFF2-40B4-BE49-F238E27FC236}">
                  <a16:creationId xmlns:a16="http://schemas.microsoft.com/office/drawing/2014/main" id="{24729166-49D1-460E-A7A4-16CC7685526C}"/>
                </a:ext>
              </a:extLst>
            </p:cNvPr>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657" name="Line 76">
              <a:extLst>
                <a:ext uri="{FF2B5EF4-FFF2-40B4-BE49-F238E27FC236}">
                  <a16:creationId xmlns:a16="http://schemas.microsoft.com/office/drawing/2014/main" id="{3B95E6ED-C0B5-E474-E7F7-0BDEE65D4333}"/>
                </a:ext>
              </a:extLst>
            </p:cNvPr>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658" name="Line 77">
              <a:extLst>
                <a:ext uri="{FF2B5EF4-FFF2-40B4-BE49-F238E27FC236}">
                  <a16:creationId xmlns:a16="http://schemas.microsoft.com/office/drawing/2014/main" id="{C44CE150-CCBD-040F-04A1-4EA579E5EBAE}"/>
                </a:ext>
              </a:extLst>
            </p:cNvPr>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659" name="Line 78">
              <a:extLst>
                <a:ext uri="{FF2B5EF4-FFF2-40B4-BE49-F238E27FC236}">
                  <a16:creationId xmlns:a16="http://schemas.microsoft.com/office/drawing/2014/main" id="{AB310923-DBD1-6B52-772E-8C774EFBC2DE}"/>
                </a:ext>
              </a:extLst>
            </p:cNvPr>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660" name="Line 79">
              <a:extLst>
                <a:ext uri="{FF2B5EF4-FFF2-40B4-BE49-F238E27FC236}">
                  <a16:creationId xmlns:a16="http://schemas.microsoft.com/office/drawing/2014/main" id="{E0662791-F318-1467-7A93-409747F8C18C}"/>
                </a:ext>
              </a:extLst>
            </p:cNvPr>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661" name="Line 80">
              <a:extLst>
                <a:ext uri="{FF2B5EF4-FFF2-40B4-BE49-F238E27FC236}">
                  <a16:creationId xmlns:a16="http://schemas.microsoft.com/office/drawing/2014/main" id="{59D5BA40-BF67-8C74-8FBD-8A6B2C9BE69C}"/>
                </a:ext>
              </a:extLst>
            </p:cNvPr>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662" name="Line 81">
              <a:extLst>
                <a:ext uri="{FF2B5EF4-FFF2-40B4-BE49-F238E27FC236}">
                  <a16:creationId xmlns:a16="http://schemas.microsoft.com/office/drawing/2014/main" id="{77AB51F4-4D21-7577-F37D-1E5578C4A0F2}"/>
                </a:ext>
              </a:extLst>
            </p:cNvPr>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663" name="Line 82">
              <a:extLst>
                <a:ext uri="{FF2B5EF4-FFF2-40B4-BE49-F238E27FC236}">
                  <a16:creationId xmlns:a16="http://schemas.microsoft.com/office/drawing/2014/main" id="{D09AFE8C-E3F1-3CAB-C905-4E5332DEECEF}"/>
                </a:ext>
              </a:extLst>
            </p:cNvPr>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664" name="Line 83">
              <a:extLst>
                <a:ext uri="{FF2B5EF4-FFF2-40B4-BE49-F238E27FC236}">
                  <a16:creationId xmlns:a16="http://schemas.microsoft.com/office/drawing/2014/main" id="{16126CEC-9D3E-9CD4-A68E-C8F90A4424A6}"/>
                </a:ext>
              </a:extLst>
            </p:cNvPr>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665" name="Line 84">
              <a:extLst>
                <a:ext uri="{FF2B5EF4-FFF2-40B4-BE49-F238E27FC236}">
                  <a16:creationId xmlns:a16="http://schemas.microsoft.com/office/drawing/2014/main" id="{4956D5E4-3FA0-60DC-320B-5F42A96DC1E2}"/>
                </a:ext>
              </a:extLst>
            </p:cNvPr>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666" name="Line 85">
              <a:extLst>
                <a:ext uri="{FF2B5EF4-FFF2-40B4-BE49-F238E27FC236}">
                  <a16:creationId xmlns:a16="http://schemas.microsoft.com/office/drawing/2014/main" id="{740F628E-9150-64D7-218E-23509BCBE445}"/>
                </a:ext>
              </a:extLst>
            </p:cNvPr>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667" name="Line 86">
              <a:extLst>
                <a:ext uri="{FF2B5EF4-FFF2-40B4-BE49-F238E27FC236}">
                  <a16:creationId xmlns:a16="http://schemas.microsoft.com/office/drawing/2014/main" id="{C0635079-3BA8-CCE3-FBFF-EB81D7A5263F}"/>
                </a:ext>
              </a:extLst>
            </p:cNvPr>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668" name="Line 87">
              <a:extLst>
                <a:ext uri="{FF2B5EF4-FFF2-40B4-BE49-F238E27FC236}">
                  <a16:creationId xmlns:a16="http://schemas.microsoft.com/office/drawing/2014/main" id="{01470F4C-9BFA-4D01-B902-E9A407E0803D}"/>
                </a:ext>
              </a:extLst>
            </p:cNvPr>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669" name="Line 88">
              <a:extLst>
                <a:ext uri="{FF2B5EF4-FFF2-40B4-BE49-F238E27FC236}">
                  <a16:creationId xmlns:a16="http://schemas.microsoft.com/office/drawing/2014/main" id="{2B401065-6DB8-F633-C3F2-0BFE10ECC345}"/>
                </a:ext>
              </a:extLst>
            </p:cNvPr>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670" name="Line 89">
              <a:extLst>
                <a:ext uri="{FF2B5EF4-FFF2-40B4-BE49-F238E27FC236}">
                  <a16:creationId xmlns:a16="http://schemas.microsoft.com/office/drawing/2014/main" id="{15F95BC2-F85B-F92E-521A-7405C19C17E9}"/>
                </a:ext>
              </a:extLst>
            </p:cNvPr>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671" name="Line 90">
              <a:extLst>
                <a:ext uri="{FF2B5EF4-FFF2-40B4-BE49-F238E27FC236}">
                  <a16:creationId xmlns:a16="http://schemas.microsoft.com/office/drawing/2014/main" id="{1D745E41-1126-5E31-E07B-70361FEDDEC1}"/>
                </a:ext>
              </a:extLst>
            </p:cNvPr>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672" name="Line 91">
              <a:extLst>
                <a:ext uri="{FF2B5EF4-FFF2-40B4-BE49-F238E27FC236}">
                  <a16:creationId xmlns:a16="http://schemas.microsoft.com/office/drawing/2014/main" id="{8A03C0AD-AC1F-08A6-6602-C22DEC5D5328}"/>
                </a:ext>
              </a:extLst>
            </p:cNvPr>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673" name="Line 92">
              <a:extLst>
                <a:ext uri="{FF2B5EF4-FFF2-40B4-BE49-F238E27FC236}">
                  <a16:creationId xmlns:a16="http://schemas.microsoft.com/office/drawing/2014/main" id="{68A70A36-EFDD-7E42-5FCF-58B1AB9BC798}"/>
                </a:ext>
              </a:extLst>
            </p:cNvPr>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674" name="Line 93">
              <a:extLst>
                <a:ext uri="{FF2B5EF4-FFF2-40B4-BE49-F238E27FC236}">
                  <a16:creationId xmlns:a16="http://schemas.microsoft.com/office/drawing/2014/main" id="{D9C69190-1068-9897-9066-4FD7DA3FB78B}"/>
                </a:ext>
              </a:extLst>
            </p:cNvPr>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675" name="Line 94">
              <a:extLst>
                <a:ext uri="{FF2B5EF4-FFF2-40B4-BE49-F238E27FC236}">
                  <a16:creationId xmlns:a16="http://schemas.microsoft.com/office/drawing/2014/main" id="{548DFD16-B0D9-7227-0B64-BD6A85234F03}"/>
                </a:ext>
              </a:extLst>
            </p:cNvPr>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676" name="Line 95">
              <a:extLst>
                <a:ext uri="{FF2B5EF4-FFF2-40B4-BE49-F238E27FC236}">
                  <a16:creationId xmlns:a16="http://schemas.microsoft.com/office/drawing/2014/main" id="{63C3D5F7-B84E-40C0-BD99-D01D72F02936}"/>
                </a:ext>
              </a:extLst>
            </p:cNvPr>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677" name="Line 96">
              <a:extLst>
                <a:ext uri="{FF2B5EF4-FFF2-40B4-BE49-F238E27FC236}">
                  <a16:creationId xmlns:a16="http://schemas.microsoft.com/office/drawing/2014/main" id="{3DF1E713-039E-8B67-3DEA-281B3D62C085}"/>
                </a:ext>
              </a:extLst>
            </p:cNvPr>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678" name="Line 97">
              <a:extLst>
                <a:ext uri="{FF2B5EF4-FFF2-40B4-BE49-F238E27FC236}">
                  <a16:creationId xmlns:a16="http://schemas.microsoft.com/office/drawing/2014/main" id="{7C315B59-0DB4-CBA6-33BD-522E217C1862}"/>
                </a:ext>
              </a:extLst>
            </p:cNvPr>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679" name="Line 98">
              <a:extLst>
                <a:ext uri="{FF2B5EF4-FFF2-40B4-BE49-F238E27FC236}">
                  <a16:creationId xmlns:a16="http://schemas.microsoft.com/office/drawing/2014/main" id="{387EEDA7-8FFA-5416-3D83-60C6ADD026F4}"/>
                </a:ext>
              </a:extLst>
            </p:cNvPr>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680" name="Line 99">
              <a:extLst>
                <a:ext uri="{FF2B5EF4-FFF2-40B4-BE49-F238E27FC236}">
                  <a16:creationId xmlns:a16="http://schemas.microsoft.com/office/drawing/2014/main" id="{941557C2-3433-D6EF-C1D4-C81846055F63}"/>
                </a:ext>
              </a:extLst>
            </p:cNvPr>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681" name="Line 100">
              <a:extLst>
                <a:ext uri="{FF2B5EF4-FFF2-40B4-BE49-F238E27FC236}">
                  <a16:creationId xmlns:a16="http://schemas.microsoft.com/office/drawing/2014/main" id="{415AF2A7-4B0C-5061-73C4-2DB285D6788D}"/>
                </a:ext>
              </a:extLst>
            </p:cNvPr>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682" name="Line 101">
              <a:extLst>
                <a:ext uri="{FF2B5EF4-FFF2-40B4-BE49-F238E27FC236}">
                  <a16:creationId xmlns:a16="http://schemas.microsoft.com/office/drawing/2014/main" id="{B6FC55C1-6FF8-9761-0391-7FE573F2A75F}"/>
                </a:ext>
              </a:extLst>
            </p:cNvPr>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683" name="Line 102">
              <a:extLst>
                <a:ext uri="{FF2B5EF4-FFF2-40B4-BE49-F238E27FC236}">
                  <a16:creationId xmlns:a16="http://schemas.microsoft.com/office/drawing/2014/main" id="{ED34C1AC-5130-22AD-714B-429A65C8E49A}"/>
                </a:ext>
              </a:extLst>
            </p:cNvPr>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684" name="Line 103">
              <a:extLst>
                <a:ext uri="{FF2B5EF4-FFF2-40B4-BE49-F238E27FC236}">
                  <a16:creationId xmlns:a16="http://schemas.microsoft.com/office/drawing/2014/main" id="{554559E5-E592-05AB-6666-06664EBF972B}"/>
                </a:ext>
              </a:extLst>
            </p:cNvPr>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685" name="Line 104">
              <a:extLst>
                <a:ext uri="{FF2B5EF4-FFF2-40B4-BE49-F238E27FC236}">
                  <a16:creationId xmlns:a16="http://schemas.microsoft.com/office/drawing/2014/main" id="{59629E65-C235-22C4-4F67-E59C55F6381D}"/>
                </a:ext>
              </a:extLst>
            </p:cNvPr>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686" name="Line 105">
              <a:extLst>
                <a:ext uri="{FF2B5EF4-FFF2-40B4-BE49-F238E27FC236}">
                  <a16:creationId xmlns:a16="http://schemas.microsoft.com/office/drawing/2014/main" id="{87EB72F7-56AE-59E4-FCAD-81E5AB3218B3}"/>
                </a:ext>
              </a:extLst>
            </p:cNvPr>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687" name="Line 106">
              <a:extLst>
                <a:ext uri="{FF2B5EF4-FFF2-40B4-BE49-F238E27FC236}">
                  <a16:creationId xmlns:a16="http://schemas.microsoft.com/office/drawing/2014/main" id="{819C7F78-E3FA-5C0C-AF7D-0818BE8F95E3}"/>
                </a:ext>
              </a:extLst>
            </p:cNvPr>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sp>
        <p:nvSpPr>
          <p:cNvPr id="66583" name="TextBox 312">
            <a:extLst>
              <a:ext uri="{FF2B5EF4-FFF2-40B4-BE49-F238E27FC236}">
                <a16:creationId xmlns:a16="http://schemas.microsoft.com/office/drawing/2014/main" id="{7537D070-1CDC-A1FC-E76A-712B7DB35925}"/>
              </a:ext>
            </a:extLst>
          </p:cNvPr>
          <p:cNvSpPr txBox="1">
            <a:spLocks noChangeArrowheads="1"/>
          </p:cNvSpPr>
          <p:nvPr/>
        </p:nvSpPr>
        <p:spPr bwMode="auto">
          <a:xfrm>
            <a:off x="4686300" y="-59216"/>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graphicFrame>
        <p:nvGraphicFramePr>
          <p:cNvPr id="66564" name="Object 4">
            <a:extLst>
              <a:ext uri="{FF2B5EF4-FFF2-40B4-BE49-F238E27FC236}">
                <a16:creationId xmlns:a16="http://schemas.microsoft.com/office/drawing/2014/main" id="{4BE1A04F-0102-C9CF-E55A-72356AC942D5}"/>
              </a:ext>
            </a:extLst>
          </p:cNvPr>
          <p:cNvGraphicFramePr>
            <a:graphicFrameLocks noChangeAspect="1"/>
          </p:cNvGraphicFramePr>
          <p:nvPr>
            <p:extLst>
              <p:ext uri="{D42A27DB-BD31-4B8C-83A1-F6EECF244321}">
                <p14:modId xmlns:p14="http://schemas.microsoft.com/office/powerpoint/2010/main" val="3226856221"/>
              </p:ext>
            </p:extLst>
          </p:nvPr>
        </p:nvGraphicFramePr>
        <p:xfrm>
          <a:off x="4787900" y="3078163"/>
          <a:ext cx="277813" cy="681037"/>
        </p:xfrm>
        <a:graphic>
          <a:graphicData uri="http://schemas.openxmlformats.org/presentationml/2006/ole">
            <mc:AlternateContent xmlns:mc="http://schemas.openxmlformats.org/markup-compatibility/2006">
              <mc:Choice xmlns:v="urn:schemas-microsoft-com:vml" Requires="v">
                <p:oleObj name="Equation" r:id="rId3" imgW="266400" imgH="393480" progId="Equation.3">
                  <p:embed/>
                </p:oleObj>
              </mc:Choice>
              <mc:Fallback>
                <p:oleObj name="Equation" r:id="rId3" imgW="266400" imgH="393480" progId="Equation.3">
                  <p:embed/>
                  <p:pic>
                    <p:nvPicPr>
                      <p:cNvPr id="66564" name="Object 4">
                        <a:extLst>
                          <a:ext uri="{FF2B5EF4-FFF2-40B4-BE49-F238E27FC236}">
                            <a16:creationId xmlns:a16="http://schemas.microsoft.com/office/drawing/2014/main" id="{4BE1A04F-0102-C9CF-E55A-72356AC942D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7900" y="3078163"/>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a:extLst>
              <a:ext uri="{FF2B5EF4-FFF2-40B4-BE49-F238E27FC236}">
                <a16:creationId xmlns:a16="http://schemas.microsoft.com/office/drawing/2014/main" id="{058F0555-1472-275E-55B0-F0FB350F8256}"/>
              </a:ext>
            </a:extLst>
          </p:cNvPr>
          <p:cNvCxnSpPr/>
          <p:nvPr/>
        </p:nvCxnSpPr>
        <p:spPr>
          <a:xfrm flipV="1">
            <a:off x="2803525" y="3044825"/>
            <a:ext cx="4271963"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2FE987C1-FFCB-F0C3-9EEB-5AE45E13A51E}"/>
              </a:ext>
            </a:extLst>
          </p:cNvPr>
          <p:cNvCxnSpPr/>
          <p:nvPr/>
        </p:nvCxnSpPr>
        <p:spPr>
          <a:xfrm flipV="1">
            <a:off x="2509838" y="2525714"/>
            <a:ext cx="690562" cy="11112"/>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7" name="Object 7">
            <a:extLst>
              <a:ext uri="{FF2B5EF4-FFF2-40B4-BE49-F238E27FC236}">
                <a16:creationId xmlns:a16="http://schemas.microsoft.com/office/drawing/2014/main" id="{C0945236-E854-7C11-E59D-B5EA56851726}"/>
              </a:ext>
            </a:extLst>
          </p:cNvPr>
          <p:cNvGraphicFramePr>
            <a:graphicFrameLocks noChangeAspect="1"/>
          </p:cNvGraphicFramePr>
          <p:nvPr>
            <p:extLst>
              <p:ext uri="{D42A27DB-BD31-4B8C-83A1-F6EECF244321}">
                <p14:modId xmlns:p14="http://schemas.microsoft.com/office/powerpoint/2010/main" val="2030950992"/>
              </p:ext>
            </p:extLst>
          </p:nvPr>
        </p:nvGraphicFramePr>
        <p:xfrm>
          <a:off x="2208214" y="2263775"/>
          <a:ext cx="215900" cy="527050"/>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7" name="Object 7">
                        <a:extLst>
                          <a:ext uri="{FF2B5EF4-FFF2-40B4-BE49-F238E27FC236}">
                            <a16:creationId xmlns:a16="http://schemas.microsoft.com/office/drawing/2014/main" id="{C0945236-E854-7C11-E59D-B5EA5685172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208214" y="2263775"/>
                        <a:ext cx="215900" cy="5270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8" name="Straight Arrow Connector 327">
            <a:extLst>
              <a:ext uri="{FF2B5EF4-FFF2-40B4-BE49-F238E27FC236}">
                <a16:creationId xmlns:a16="http://schemas.microsoft.com/office/drawing/2014/main" id="{4F2594F1-B9EE-ACC5-F361-C96D5FBE501F}"/>
              </a:ext>
            </a:extLst>
          </p:cNvPr>
          <p:cNvCxnSpPr/>
          <p:nvPr/>
        </p:nvCxnSpPr>
        <p:spPr>
          <a:xfrm flipV="1">
            <a:off x="6519863" y="2527300"/>
            <a:ext cx="692150" cy="11113"/>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8" name="Object 8">
            <a:extLst>
              <a:ext uri="{FF2B5EF4-FFF2-40B4-BE49-F238E27FC236}">
                <a16:creationId xmlns:a16="http://schemas.microsoft.com/office/drawing/2014/main" id="{9CB65748-DECE-25D7-2338-1D5430C8B382}"/>
              </a:ext>
            </a:extLst>
          </p:cNvPr>
          <p:cNvGraphicFramePr>
            <a:graphicFrameLocks noChangeAspect="1"/>
          </p:cNvGraphicFramePr>
          <p:nvPr>
            <p:extLst>
              <p:ext uri="{D42A27DB-BD31-4B8C-83A1-F6EECF244321}">
                <p14:modId xmlns:p14="http://schemas.microsoft.com/office/powerpoint/2010/main" val="65638952"/>
              </p:ext>
            </p:extLst>
          </p:nvPr>
        </p:nvGraphicFramePr>
        <p:xfrm>
          <a:off x="7273925" y="2265363"/>
          <a:ext cx="215900" cy="5286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8" name="Object 8">
                        <a:extLst>
                          <a:ext uri="{FF2B5EF4-FFF2-40B4-BE49-F238E27FC236}">
                            <a16:creationId xmlns:a16="http://schemas.microsoft.com/office/drawing/2014/main" id="{9CB65748-DECE-25D7-2338-1D5430C8B38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273925" y="2265363"/>
                        <a:ext cx="215900"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824881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Rectangle 326"/>
          <p:cNvSpPr/>
          <p:nvPr/>
        </p:nvSpPr>
        <p:spPr>
          <a:xfrm>
            <a:off x="0" y="0"/>
            <a:ext cx="9144000" cy="685800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pic>
        <p:nvPicPr>
          <p:cNvPr id="66570" name="Picture 2"/>
          <p:cNvPicPr>
            <a:picLocks noChangeAspect="1" noChangeArrowheads="1"/>
          </p:cNvPicPr>
          <p:nvPr/>
        </p:nvPicPr>
        <p:blipFill>
          <a:blip r:embed="rId2" cstate="print"/>
          <a:srcRect/>
          <a:stretch>
            <a:fillRect/>
          </a:stretch>
        </p:blipFill>
        <p:spPr bwMode="auto">
          <a:xfrm>
            <a:off x="2498725" y="3397250"/>
            <a:ext cx="4718050" cy="1042988"/>
          </a:xfrm>
          <a:prstGeom prst="rect">
            <a:avLst/>
          </a:prstGeom>
          <a:noFill/>
          <a:ln w="9525">
            <a:noFill/>
            <a:miter lim="800000"/>
            <a:headEnd/>
            <a:tailEnd/>
          </a:ln>
        </p:spPr>
      </p:pic>
      <p:pic>
        <p:nvPicPr>
          <p:cNvPr id="66571" name="Picture 3"/>
          <p:cNvPicPr>
            <a:picLocks noChangeAspect="1" noChangeArrowheads="1"/>
          </p:cNvPicPr>
          <p:nvPr/>
        </p:nvPicPr>
        <p:blipFill>
          <a:blip r:embed="rId3" cstate="print"/>
          <a:srcRect/>
          <a:stretch>
            <a:fillRect/>
          </a:stretch>
        </p:blipFill>
        <p:spPr bwMode="auto">
          <a:xfrm>
            <a:off x="2471738" y="1798638"/>
            <a:ext cx="4679950" cy="973137"/>
          </a:xfrm>
          <a:prstGeom prst="rect">
            <a:avLst/>
          </a:prstGeom>
          <a:noFill/>
          <a:ln w="9525">
            <a:noFill/>
            <a:miter lim="800000"/>
            <a:headEnd/>
            <a:tailEnd/>
          </a:ln>
        </p:spPr>
      </p:pic>
      <p:pic>
        <p:nvPicPr>
          <p:cNvPr id="66572" name="Picture 4"/>
          <p:cNvPicPr>
            <a:picLocks noChangeAspect="1" noChangeArrowheads="1"/>
          </p:cNvPicPr>
          <p:nvPr/>
        </p:nvPicPr>
        <p:blipFill>
          <a:blip r:embed="rId4" cstate="print"/>
          <a:srcRect/>
          <a:stretch>
            <a:fillRect/>
          </a:stretch>
        </p:blipFill>
        <p:spPr bwMode="auto">
          <a:xfrm>
            <a:off x="2776538" y="4870450"/>
            <a:ext cx="4440237" cy="1165225"/>
          </a:xfrm>
          <a:prstGeom prst="rect">
            <a:avLst/>
          </a:prstGeom>
          <a:noFill/>
          <a:ln w="9525">
            <a:noFill/>
            <a:miter lim="800000"/>
            <a:headEnd/>
            <a:tailEnd/>
          </a:ln>
        </p:spPr>
      </p:pic>
      <p:sp>
        <p:nvSpPr>
          <p:cNvPr id="66573" name="Rectangle 41"/>
          <p:cNvSpPr>
            <a:spLocks noChangeArrowheads="1"/>
          </p:cNvSpPr>
          <p:nvPr/>
        </p:nvSpPr>
        <p:spPr bwMode="auto">
          <a:xfrm>
            <a:off x="2509838" y="595313"/>
            <a:ext cx="2633662" cy="831850"/>
          </a:xfrm>
          <a:prstGeom prst="rect">
            <a:avLst/>
          </a:prstGeom>
          <a:solidFill>
            <a:schemeClr val="accent1"/>
          </a:solidFill>
          <a:ln w="9525">
            <a:noFill/>
            <a:miter lim="800000"/>
            <a:headEnd/>
            <a:tailEnd/>
          </a:ln>
        </p:spPr>
        <p:txBody>
          <a:bodyPr wrap="none" anchor="ctr"/>
          <a:lstStyle/>
          <a:p>
            <a:endParaRPr lang="en-US" dirty="0"/>
          </a:p>
        </p:txBody>
      </p:sp>
      <p:sp>
        <p:nvSpPr>
          <p:cNvPr id="66574" name="Rectangle 41"/>
          <p:cNvSpPr>
            <a:spLocks noChangeArrowheads="1"/>
          </p:cNvSpPr>
          <p:nvPr/>
        </p:nvSpPr>
        <p:spPr bwMode="auto">
          <a:xfrm>
            <a:off x="4511675" y="622300"/>
            <a:ext cx="2635250" cy="831850"/>
          </a:xfrm>
          <a:prstGeom prst="rect">
            <a:avLst/>
          </a:prstGeom>
          <a:solidFill>
            <a:schemeClr val="accent1"/>
          </a:solidFill>
          <a:ln w="9525">
            <a:noFill/>
            <a:miter lim="800000"/>
            <a:headEnd/>
            <a:tailEnd/>
          </a:ln>
        </p:spPr>
        <p:txBody>
          <a:bodyPr wrap="none" anchor="ctr"/>
          <a:lstStyle/>
          <a:p>
            <a:endParaRPr lang="en-US" dirty="0"/>
          </a:p>
        </p:txBody>
      </p:sp>
      <p:sp>
        <p:nvSpPr>
          <p:cNvPr id="66575" name="Rectangle 41"/>
          <p:cNvSpPr>
            <a:spLocks noChangeArrowheads="1"/>
          </p:cNvSpPr>
          <p:nvPr/>
        </p:nvSpPr>
        <p:spPr bwMode="auto">
          <a:xfrm>
            <a:off x="3059113" y="644525"/>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8" name="Rectangle 39"/>
          <p:cNvSpPr>
            <a:spLocks noChangeArrowheads="1"/>
          </p:cNvSpPr>
          <p:nvPr/>
        </p:nvSpPr>
        <p:spPr bwMode="auto">
          <a:xfrm>
            <a:off x="2579688" y="639763"/>
            <a:ext cx="4572000" cy="800100"/>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grpSp>
        <p:nvGrpSpPr>
          <p:cNvPr id="2" name="Group 8"/>
          <p:cNvGrpSpPr>
            <a:grpSpLocks/>
          </p:cNvGrpSpPr>
          <p:nvPr/>
        </p:nvGrpSpPr>
        <p:grpSpPr bwMode="auto">
          <a:xfrm>
            <a:off x="2498725" y="523875"/>
            <a:ext cx="4621213" cy="1028700"/>
            <a:chOff x="1098455" y="1454019"/>
            <a:chExt cx="7727044" cy="1028700"/>
          </a:xfrm>
        </p:grpSpPr>
        <p:sp>
          <p:nvSpPr>
            <p:cNvPr id="66884"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6885"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cxnSp>
        <p:nvCxnSpPr>
          <p:cNvPr id="12" name="Straight Arrow Connector 11"/>
          <p:cNvCxnSpPr/>
          <p:nvPr/>
        </p:nvCxnSpPr>
        <p:spPr>
          <a:xfrm rot="10800000" flipH="1">
            <a:off x="2616200" y="155575"/>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13"/>
          <p:cNvGrpSpPr>
            <a:grpSpLocks/>
          </p:cNvGrpSpPr>
          <p:nvPr/>
        </p:nvGrpSpPr>
        <p:grpSpPr bwMode="auto">
          <a:xfrm>
            <a:off x="1109663" y="1992313"/>
            <a:ext cx="7429500" cy="603250"/>
            <a:chOff x="5281613" y="5646738"/>
            <a:chExt cx="1438276" cy="628649"/>
          </a:xfrm>
        </p:grpSpPr>
        <p:sp>
          <p:nvSpPr>
            <p:cNvPr id="66786"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787"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788"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789"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790"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791"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792"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793"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794"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795"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796"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797"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98"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99"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800"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801"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802"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803"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804"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805"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806"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807"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808"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809"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810"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811"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812"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813"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814"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815"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816"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817"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818"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819"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820"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821"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822"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823"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824"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825"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826"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827"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828"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829"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830"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831"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832"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833"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834"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835"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836"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837"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838"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839"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840"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841"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842"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843"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844"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845"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846"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847"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848"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849"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850"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851"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852"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853"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854"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855"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856"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857"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858"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859"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860"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861"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862"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863"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864"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865"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866"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867"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868"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869"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870"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871"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872"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873"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874"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875"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876"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877"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878"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879"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880"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881"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882"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883"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4" name="Group 112"/>
          <p:cNvGrpSpPr>
            <a:grpSpLocks/>
          </p:cNvGrpSpPr>
          <p:nvPr/>
        </p:nvGrpSpPr>
        <p:grpSpPr bwMode="auto">
          <a:xfrm>
            <a:off x="1404938" y="3576638"/>
            <a:ext cx="4619625" cy="652462"/>
            <a:chOff x="5281613" y="5646738"/>
            <a:chExt cx="1438276" cy="628649"/>
          </a:xfrm>
        </p:grpSpPr>
        <p:sp>
          <p:nvSpPr>
            <p:cNvPr id="66688"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689"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690"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691"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692"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693"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694"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695"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696"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697"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98"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99"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700"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701"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702"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703"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704"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705"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706"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707"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708"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709"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710"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711"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712"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713"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714"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715"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716"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717"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718"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719"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720"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721"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722"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723"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724"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725"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726"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727"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728"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729"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730"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731"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732"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733"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734"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735"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736"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737"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738"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739"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740"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741"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742"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743"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744"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745"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746"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747"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748"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749"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750"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751"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752"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753"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754"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755"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756"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757"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758"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759"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760"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761"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762"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763"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764"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765"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766"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767"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768"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769"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770"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771"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772"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773"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774"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775"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776"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777"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778"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779"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780"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781"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782"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783"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784"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785"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5" name="Group 211"/>
          <p:cNvGrpSpPr>
            <a:grpSpLocks/>
          </p:cNvGrpSpPr>
          <p:nvPr/>
        </p:nvGrpSpPr>
        <p:grpSpPr bwMode="auto">
          <a:xfrm>
            <a:off x="3608388" y="5100638"/>
            <a:ext cx="2776537" cy="695325"/>
            <a:chOff x="5281613" y="5646738"/>
            <a:chExt cx="1438276" cy="628649"/>
          </a:xfrm>
        </p:grpSpPr>
        <p:sp>
          <p:nvSpPr>
            <p:cNvPr id="66590"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6591"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6592"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6593"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6594"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6595"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6596"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6597"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6598"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6599"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6600"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6601"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6602"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6603"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6604"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6605"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660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660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660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660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661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661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661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661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661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661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661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661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661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661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662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662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662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662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662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662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662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662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662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662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663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663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663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663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663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663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663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663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663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663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664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664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664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664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664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664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664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664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664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664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665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665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665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665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665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665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665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665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665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665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666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666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666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666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666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666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666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666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666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666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667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667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667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667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667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667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667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667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667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667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668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668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668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668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668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668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668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668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8900" y="2673350"/>
            <a:ext cx="4273550"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2" name="Object 2"/>
          <p:cNvGraphicFramePr>
            <a:graphicFrameLocks noChangeAspect="1"/>
          </p:cNvGraphicFramePr>
          <p:nvPr/>
        </p:nvGraphicFramePr>
        <p:xfrm>
          <a:off x="4689475" y="2776538"/>
          <a:ext cx="277813" cy="681037"/>
        </p:xfrm>
        <a:graphic>
          <a:graphicData uri="http://schemas.openxmlformats.org/presentationml/2006/ole">
            <mc:AlternateContent xmlns:mc="http://schemas.openxmlformats.org/markup-compatibility/2006">
              <mc:Choice xmlns:v="urn:schemas-microsoft-com:vml" Requires="v">
                <p:oleObj name="Equation" r:id="rId5" imgW="266400" imgH="393480" progId="Equation.3">
                  <p:embed/>
                </p:oleObj>
              </mc:Choice>
              <mc:Fallback>
                <p:oleObj name="Equation" r:id="rId5" imgW="266400" imgH="393480" progId="Equation.3">
                  <p:embed/>
                  <p:pic>
                    <p:nvPicPr>
                      <p:cNvPr id="66562" name="Object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89475" y="2776538"/>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6583"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cxnSp>
        <p:nvCxnSpPr>
          <p:cNvPr id="314" name="Straight Arrow Connector 313"/>
          <p:cNvCxnSpPr/>
          <p:nvPr/>
        </p:nvCxnSpPr>
        <p:spPr>
          <a:xfrm flipV="1">
            <a:off x="2651125" y="4475163"/>
            <a:ext cx="4271963" cy="25400"/>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3" name="Object 3"/>
          <p:cNvGraphicFramePr>
            <a:graphicFrameLocks noChangeAspect="1"/>
          </p:cNvGraphicFramePr>
          <p:nvPr/>
        </p:nvGraphicFramePr>
        <p:xfrm>
          <a:off x="4706938" y="4567238"/>
          <a:ext cx="241300" cy="309562"/>
        </p:xfrm>
        <a:graphic>
          <a:graphicData uri="http://schemas.openxmlformats.org/presentationml/2006/ole">
            <mc:AlternateContent xmlns:mc="http://schemas.openxmlformats.org/markup-compatibility/2006">
              <mc:Choice xmlns:v="urn:schemas-microsoft-com:vml" Requires="v">
                <p:oleObj name="Equation" r:id="rId7" imgW="139680" imgH="177480" progId="Equation.3">
                  <p:embed/>
                </p:oleObj>
              </mc:Choice>
              <mc:Fallback>
                <p:oleObj name="Equation" r:id="rId7" imgW="139680" imgH="177480" progId="Equation.3">
                  <p:embed/>
                  <p:pic>
                    <p:nvPicPr>
                      <p:cNvPr id="66563" name="Object 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706938" y="4567238"/>
                        <a:ext cx="241300" cy="3095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4" name="Object 4"/>
          <p:cNvGraphicFramePr>
            <a:graphicFrameLocks noChangeAspect="1"/>
          </p:cNvGraphicFramePr>
          <p:nvPr/>
        </p:nvGraphicFramePr>
        <p:xfrm>
          <a:off x="4787900" y="5999163"/>
          <a:ext cx="277813" cy="681037"/>
        </p:xfrm>
        <a:graphic>
          <a:graphicData uri="http://schemas.openxmlformats.org/presentationml/2006/ole">
            <mc:AlternateContent xmlns:mc="http://schemas.openxmlformats.org/markup-compatibility/2006">
              <mc:Choice xmlns:v="urn:schemas-microsoft-com:vml" Requires="v">
                <p:oleObj name="Equation" r:id="rId9" imgW="266400" imgH="393480" progId="Equation.3">
                  <p:embed/>
                </p:oleObj>
              </mc:Choice>
              <mc:Fallback>
                <p:oleObj name="Equation" r:id="rId9" imgW="266400" imgH="393480" progId="Equation.3">
                  <p:embed/>
                  <p:pic>
                    <p:nvPicPr>
                      <p:cNvPr id="66564" name="Object 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787900" y="5999163"/>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17" name="Straight Arrow Connector 316"/>
          <p:cNvCxnSpPr/>
          <p:nvPr/>
        </p:nvCxnSpPr>
        <p:spPr>
          <a:xfrm flipV="1">
            <a:off x="1398588" y="4164013"/>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0" name="Straight Arrow Connector 319"/>
          <p:cNvCxnSpPr/>
          <p:nvPr/>
        </p:nvCxnSpPr>
        <p:spPr>
          <a:xfrm flipV="1">
            <a:off x="6057900" y="3940175"/>
            <a:ext cx="1279525"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5" name="Object 8"/>
          <p:cNvGraphicFramePr>
            <a:graphicFrameLocks noChangeAspect="1"/>
          </p:cNvGraphicFramePr>
          <p:nvPr/>
        </p:nvGraphicFramePr>
        <p:xfrm>
          <a:off x="2022475" y="3624263"/>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5"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022475" y="3624263"/>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6566" name="Object 6"/>
          <p:cNvGraphicFramePr>
            <a:graphicFrameLocks noChangeAspect="1"/>
          </p:cNvGraphicFramePr>
          <p:nvPr/>
        </p:nvGraphicFramePr>
        <p:xfrm>
          <a:off x="7416800" y="3678238"/>
          <a:ext cx="214313"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6" name="Object 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416800" y="3678238"/>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flipV="1">
            <a:off x="2803525" y="5965825"/>
            <a:ext cx="4271963" cy="26988"/>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5" name="Straight Arrow Connector 324"/>
          <p:cNvCxnSpPr/>
          <p:nvPr/>
        </p:nvCxnSpPr>
        <p:spPr>
          <a:xfrm flipV="1">
            <a:off x="2792413" y="5459413"/>
            <a:ext cx="690562" cy="11112"/>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7" name="Object 7"/>
          <p:cNvGraphicFramePr>
            <a:graphicFrameLocks noChangeAspect="1"/>
          </p:cNvGraphicFramePr>
          <p:nvPr/>
        </p:nvGraphicFramePr>
        <p:xfrm>
          <a:off x="2484438" y="5165725"/>
          <a:ext cx="215900" cy="527050"/>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7" name="Object 7"/>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2484438" y="5165725"/>
                        <a:ext cx="215900" cy="5270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8" name="Straight Arrow Connector 327"/>
          <p:cNvCxnSpPr/>
          <p:nvPr/>
        </p:nvCxnSpPr>
        <p:spPr>
          <a:xfrm flipV="1">
            <a:off x="6519863" y="5448300"/>
            <a:ext cx="692150" cy="11113"/>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6568" name="Object 8"/>
          <p:cNvGraphicFramePr>
            <a:graphicFrameLocks noChangeAspect="1"/>
          </p:cNvGraphicFramePr>
          <p:nvPr/>
        </p:nvGraphicFramePr>
        <p:xfrm>
          <a:off x="7273925" y="5186363"/>
          <a:ext cx="215900" cy="528637"/>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6568" name="Object 8"/>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7273925" y="5186363"/>
                        <a:ext cx="215900"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0995509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29761" name="Picture 2"/>
          <p:cNvPicPr>
            <a:picLocks noChangeAspect="1" noChangeArrowheads="1"/>
          </p:cNvPicPr>
          <p:nvPr/>
        </p:nvPicPr>
        <p:blipFill>
          <a:blip r:embed="rId3" cstate="print"/>
          <a:srcRect/>
          <a:stretch>
            <a:fillRect/>
          </a:stretch>
        </p:blipFill>
        <p:spPr bwMode="auto">
          <a:xfrm>
            <a:off x="2357438" y="2925763"/>
            <a:ext cx="4892675" cy="973137"/>
          </a:xfrm>
          <a:prstGeom prst="rect">
            <a:avLst/>
          </a:prstGeom>
          <a:noFill/>
          <a:ln w="9525">
            <a:noFill/>
            <a:miter lim="800000"/>
            <a:headEnd/>
            <a:tailEnd/>
          </a:ln>
        </p:spPr>
      </p:pic>
      <p:sp>
        <p:nvSpPr>
          <p:cNvPr id="629762" name="Rectangle 41"/>
          <p:cNvSpPr>
            <a:spLocks noChangeArrowheads="1"/>
          </p:cNvSpPr>
          <p:nvPr/>
        </p:nvSpPr>
        <p:spPr bwMode="auto">
          <a:xfrm>
            <a:off x="2509838" y="1527175"/>
            <a:ext cx="2633662" cy="830263"/>
          </a:xfrm>
          <a:prstGeom prst="rect">
            <a:avLst/>
          </a:prstGeom>
          <a:solidFill>
            <a:schemeClr val="accent1"/>
          </a:solidFill>
          <a:ln w="9525">
            <a:noFill/>
            <a:miter lim="800000"/>
            <a:headEnd/>
            <a:tailEnd/>
          </a:ln>
        </p:spPr>
        <p:txBody>
          <a:bodyPr wrap="none" anchor="ctr"/>
          <a:lstStyle/>
          <a:p>
            <a:endParaRPr lang="en-US" dirty="0"/>
          </a:p>
        </p:txBody>
      </p:sp>
      <p:sp>
        <p:nvSpPr>
          <p:cNvPr id="629763" name="Rectangle 41"/>
          <p:cNvSpPr>
            <a:spLocks noChangeArrowheads="1"/>
          </p:cNvSpPr>
          <p:nvPr/>
        </p:nvSpPr>
        <p:spPr bwMode="auto">
          <a:xfrm>
            <a:off x="4511675" y="1554163"/>
            <a:ext cx="2635250" cy="830262"/>
          </a:xfrm>
          <a:prstGeom prst="rect">
            <a:avLst/>
          </a:prstGeom>
          <a:solidFill>
            <a:schemeClr val="accent1"/>
          </a:solidFill>
          <a:ln w="9525">
            <a:noFill/>
            <a:miter lim="800000"/>
            <a:headEnd/>
            <a:tailEnd/>
          </a:ln>
        </p:spPr>
        <p:txBody>
          <a:bodyPr wrap="none" anchor="ctr"/>
          <a:lstStyle/>
          <a:p>
            <a:endParaRPr lang="en-US" dirty="0"/>
          </a:p>
        </p:txBody>
      </p:sp>
      <p:sp>
        <p:nvSpPr>
          <p:cNvPr id="629764" name="TextBox 242"/>
          <p:cNvSpPr txBox="1">
            <a:spLocks noChangeArrowheads="1"/>
          </p:cNvSpPr>
          <p:nvPr/>
        </p:nvSpPr>
        <p:spPr bwMode="auto">
          <a:xfrm>
            <a:off x="163513" y="4800600"/>
            <a:ext cx="1743075" cy="369888"/>
          </a:xfrm>
          <a:prstGeom prst="rect">
            <a:avLst/>
          </a:prstGeom>
          <a:noFill/>
          <a:ln w="9525">
            <a:noFill/>
            <a:miter lim="800000"/>
            <a:headEnd/>
            <a:tailEnd/>
          </a:ln>
        </p:spPr>
        <p:txBody>
          <a:bodyPr wrap="none">
            <a:spAutoFit/>
          </a:bodyPr>
          <a:lstStyle/>
          <a:p>
            <a:r>
              <a:rPr lang="en-US" dirty="0"/>
              <a:t>Pressure Change</a:t>
            </a:r>
          </a:p>
        </p:txBody>
      </p:sp>
      <p:sp>
        <p:nvSpPr>
          <p:cNvPr id="629765" name="Rectangle 41"/>
          <p:cNvSpPr>
            <a:spLocks noChangeArrowheads="1"/>
          </p:cNvSpPr>
          <p:nvPr/>
        </p:nvSpPr>
        <p:spPr bwMode="auto">
          <a:xfrm>
            <a:off x="3059113" y="1574800"/>
            <a:ext cx="3162300" cy="831850"/>
          </a:xfrm>
          <a:prstGeom prst="rect">
            <a:avLst/>
          </a:prstGeom>
          <a:solidFill>
            <a:schemeClr val="accent1"/>
          </a:solidFill>
          <a:ln w="9525">
            <a:noFill/>
            <a:miter lim="800000"/>
            <a:headEnd/>
            <a:tailEnd/>
          </a:ln>
        </p:spPr>
        <p:txBody>
          <a:bodyPr wrap="none" anchor="ctr"/>
          <a:lstStyle/>
          <a:p>
            <a:endParaRPr lang="en-US" dirty="0"/>
          </a:p>
        </p:txBody>
      </p:sp>
      <p:sp>
        <p:nvSpPr>
          <p:cNvPr id="234" name="Rectangle 39"/>
          <p:cNvSpPr>
            <a:spLocks noChangeArrowheads="1"/>
          </p:cNvSpPr>
          <p:nvPr/>
        </p:nvSpPr>
        <p:spPr bwMode="auto">
          <a:xfrm>
            <a:off x="1062038" y="1570038"/>
            <a:ext cx="4603750" cy="801687"/>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629767" name="TextBox 405"/>
          <p:cNvSpPr txBox="1">
            <a:spLocks noChangeArrowheads="1"/>
          </p:cNvSpPr>
          <p:nvPr/>
        </p:nvSpPr>
        <p:spPr bwMode="auto">
          <a:xfrm>
            <a:off x="130175" y="2863850"/>
            <a:ext cx="1682750" cy="922338"/>
          </a:xfrm>
          <a:prstGeom prst="rect">
            <a:avLst/>
          </a:prstGeom>
          <a:noFill/>
          <a:ln w="9525">
            <a:noFill/>
            <a:miter lim="800000"/>
            <a:headEnd/>
            <a:tailEnd/>
          </a:ln>
        </p:spPr>
        <p:txBody>
          <a:bodyPr>
            <a:spAutoFit/>
          </a:bodyPr>
          <a:lstStyle/>
          <a:p>
            <a:r>
              <a:rPr lang="en-US" dirty="0"/>
              <a:t>Displacement from Equilibrium</a:t>
            </a:r>
          </a:p>
        </p:txBody>
      </p:sp>
      <p:cxnSp>
        <p:nvCxnSpPr>
          <p:cNvPr id="181" name="Straight Arrow Connector 180"/>
          <p:cNvCxnSpPr/>
          <p:nvPr/>
        </p:nvCxnSpPr>
        <p:spPr>
          <a:xfrm rot="10800000" flipH="1">
            <a:off x="2616200" y="971550"/>
            <a:ext cx="4470400" cy="1588"/>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29769" name="TextBox 181"/>
          <p:cNvSpPr txBox="1">
            <a:spLocks noChangeArrowheads="1"/>
          </p:cNvSpPr>
          <p:nvPr/>
        </p:nvSpPr>
        <p:spPr bwMode="auto">
          <a:xfrm>
            <a:off x="4605338" y="293688"/>
            <a:ext cx="423862" cy="585787"/>
          </a:xfrm>
          <a:prstGeom prst="rect">
            <a:avLst/>
          </a:prstGeom>
          <a:noFill/>
          <a:ln w="9525">
            <a:noFill/>
            <a:miter lim="800000"/>
            <a:headEnd/>
            <a:tailEnd/>
          </a:ln>
        </p:spPr>
        <p:txBody>
          <a:bodyPr>
            <a:spAutoFit/>
          </a:bodyPr>
          <a:lstStyle/>
          <a:p>
            <a:r>
              <a:rPr lang="en-US" sz="3200" dirty="0"/>
              <a:t>L</a:t>
            </a:r>
          </a:p>
        </p:txBody>
      </p:sp>
      <p:cxnSp>
        <p:nvCxnSpPr>
          <p:cNvPr id="130" name="Straight Connector 129"/>
          <p:cNvCxnSpPr/>
          <p:nvPr/>
        </p:nvCxnSpPr>
        <p:spPr>
          <a:xfrm>
            <a:off x="1262063" y="5370513"/>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46" name="Straight Connector 245"/>
          <p:cNvCxnSpPr/>
          <p:nvPr/>
        </p:nvCxnSpPr>
        <p:spPr>
          <a:xfrm>
            <a:off x="1262063" y="3394075"/>
            <a:ext cx="7839075"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11" name="Straight Connector 210"/>
          <p:cNvCxnSpPr/>
          <p:nvPr/>
        </p:nvCxnSpPr>
        <p:spPr>
          <a:xfrm rot="5400000">
            <a:off x="645319" y="4417219"/>
            <a:ext cx="3543300" cy="1588"/>
          </a:xfrm>
          <a:prstGeom prst="line">
            <a:avLst/>
          </a:prstGeom>
        </p:spPr>
        <p:style>
          <a:lnRef idx="1">
            <a:schemeClr val="accent1"/>
          </a:lnRef>
          <a:fillRef idx="0">
            <a:schemeClr val="accent1"/>
          </a:fillRef>
          <a:effectRef idx="0">
            <a:schemeClr val="accent1"/>
          </a:effectRef>
          <a:fontRef idx="minor">
            <a:schemeClr val="tx1"/>
          </a:fontRef>
        </p:style>
      </p:cxnSp>
      <p:sp>
        <p:nvSpPr>
          <p:cNvPr id="191" name="Rectangle 190"/>
          <p:cNvSpPr/>
          <p:nvPr/>
        </p:nvSpPr>
        <p:spPr>
          <a:xfrm>
            <a:off x="881063" y="1338263"/>
            <a:ext cx="1666875" cy="1257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grpSp>
        <p:nvGrpSpPr>
          <p:cNvPr id="2" name="Group 18"/>
          <p:cNvGrpSpPr>
            <a:grpSpLocks/>
          </p:cNvGrpSpPr>
          <p:nvPr/>
        </p:nvGrpSpPr>
        <p:grpSpPr bwMode="auto">
          <a:xfrm>
            <a:off x="2498725" y="1454150"/>
            <a:ext cx="4621213" cy="1028700"/>
            <a:chOff x="1098455" y="1454019"/>
            <a:chExt cx="7727044" cy="1028700"/>
          </a:xfrm>
        </p:grpSpPr>
        <p:sp>
          <p:nvSpPr>
            <p:cNvPr id="629937"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29938"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sp>
        <p:nvSpPr>
          <p:cNvPr id="629775" name="Rectangle 45"/>
          <p:cNvSpPr>
            <a:spLocks noChangeArrowheads="1"/>
          </p:cNvSpPr>
          <p:nvPr/>
        </p:nvSpPr>
        <p:spPr bwMode="auto">
          <a:xfrm>
            <a:off x="2493963" y="1536700"/>
            <a:ext cx="212725" cy="796925"/>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3" name="Group 357"/>
          <p:cNvGrpSpPr>
            <a:grpSpLocks/>
          </p:cNvGrpSpPr>
          <p:nvPr/>
        </p:nvGrpSpPr>
        <p:grpSpPr bwMode="auto">
          <a:xfrm flipH="1">
            <a:off x="2460625" y="5070475"/>
            <a:ext cx="4537075" cy="579438"/>
            <a:chOff x="2460626" y="5070475"/>
            <a:chExt cx="4537075" cy="579438"/>
          </a:xfrm>
        </p:grpSpPr>
        <p:sp>
          <p:nvSpPr>
            <p:cNvPr id="40969" name="Line 9"/>
            <p:cNvSpPr>
              <a:spLocks noChangeShapeType="1"/>
            </p:cNvSpPr>
            <p:nvPr/>
          </p:nvSpPr>
          <p:spPr bwMode="auto">
            <a:xfrm flipV="1">
              <a:off x="2460626" y="53546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0" name="Line 10"/>
            <p:cNvSpPr>
              <a:spLocks noChangeShapeType="1"/>
            </p:cNvSpPr>
            <p:nvPr/>
          </p:nvSpPr>
          <p:spPr bwMode="auto">
            <a:xfrm flipV="1">
              <a:off x="2505076" y="5349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1" name="Line 11"/>
            <p:cNvSpPr>
              <a:spLocks noChangeShapeType="1"/>
            </p:cNvSpPr>
            <p:nvPr/>
          </p:nvSpPr>
          <p:spPr bwMode="auto">
            <a:xfrm flipV="1">
              <a:off x="2551113" y="53451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2" name="Line 12"/>
            <p:cNvSpPr>
              <a:spLocks noChangeShapeType="1"/>
            </p:cNvSpPr>
            <p:nvPr/>
          </p:nvSpPr>
          <p:spPr bwMode="auto">
            <a:xfrm flipV="1">
              <a:off x="2598738" y="53403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3" name="Line 13"/>
            <p:cNvSpPr>
              <a:spLocks noChangeShapeType="1"/>
            </p:cNvSpPr>
            <p:nvPr/>
          </p:nvSpPr>
          <p:spPr bwMode="auto">
            <a:xfrm flipV="1">
              <a:off x="2643188" y="53371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4" name="Line 14"/>
            <p:cNvSpPr>
              <a:spLocks noChangeShapeType="1"/>
            </p:cNvSpPr>
            <p:nvPr/>
          </p:nvSpPr>
          <p:spPr bwMode="auto">
            <a:xfrm flipV="1">
              <a:off x="2689226" y="53324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5" name="Line 15"/>
            <p:cNvSpPr>
              <a:spLocks noChangeShapeType="1"/>
            </p:cNvSpPr>
            <p:nvPr/>
          </p:nvSpPr>
          <p:spPr bwMode="auto">
            <a:xfrm flipV="1">
              <a:off x="2735263" y="53276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6" name="Line 16"/>
            <p:cNvSpPr>
              <a:spLocks noChangeShapeType="1"/>
            </p:cNvSpPr>
            <p:nvPr/>
          </p:nvSpPr>
          <p:spPr bwMode="auto">
            <a:xfrm flipV="1">
              <a:off x="2781301" y="532288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7" name="Line 17"/>
            <p:cNvSpPr>
              <a:spLocks noChangeShapeType="1"/>
            </p:cNvSpPr>
            <p:nvPr/>
          </p:nvSpPr>
          <p:spPr bwMode="auto">
            <a:xfrm flipV="1">
              <a:off x="2827338" y="53181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8" name="Line 18"/>
            <p:cNvSpPr>
              <a:spLocks noChangeShapeType="1"/>
            </p:cNvSpPr>
            <p:nvPr/>
          </p:nvSpPr>
          <p:spPr bwMode="auto">
            <a:xfrm flipV="1">
              <a:off x="2873376" y="53133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79" name="Line 19"/>
            <p:cNvSpPr>
              <a:spLocks noChangeShapeType="1"/>
            </p:cNvSpPr>
            <p:nvPr/>
          </p:nvSpPr>
          <p:spPr bwMode="auto">
            <a:xfrm flipV="1">
              <a:off x="2917826" y="53086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0" name="Line 20"/>
            <p:cNvSpPr>
              <a:spLocks noChangeShapeType="1"/>
            </p:cNvSpPr>
            <p:nvPr/>
          </p:nvSpPr>
          <p:spPr bwMode="auto">
            <a:xfrm flipV="1">
              <a:off x="2963863" y="53054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1" name="Line 21"/>
            <p:cNvSpPr>
              <a:spLocks noChangeShapeType="1"/>
            </p:cNvSpPr>
            <p:nvPr/>
          </p:nvSpPr>
          <p:spPr bwMode="auto">
            <a:xfrm flipV="1">
              <a:off x="3009901" y="53006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2" name="Line 22"/>
            <p:cNvSpPr>
              <a:spLocks noChangeShapeType="1"/>
            </p:cNvSpPr>
            <p:nvPr/>
          </p:nvSpPr>
          <p:spPr bwMode="auto">
            <a:xfrm flipV="1">
              <a:off x="3055938" y="529590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3" name="Line 23"/>
            <p:cNvSpPr>
              <a:spLocks noChangeShapeType="1"/>
            </p:cNvSpPr>
            <p:nvPr/>
          </p:nvSpPr>
          <p:spPr bwMode="auto">
            <a:xfrm flipV="1">
              <a:off x="3101976" y="52911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4" name="Line 24"/>
            <p:cNvSpPr>
              <a:spLocks noChangeShapeType="1"/>
            </p:cNvSpPr>
            <p:nvPr/>
          </p:nvSpPr>
          <p:spPr bwMode="auto">
            <a:xfrm flipV="1">
              <a:off x="3146426" y="5287963"/>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5" name="Line 25"/>
            <p:cNvSpPr>
              <a:spLocks noChangeShapeType="1"/>
            </p:cNvSpPr>
            <p:nvPr/>
          </p:nvSpPr>
          <p:spPr bwMode="auto">
            <a:xfrm flipV="1">
              <a:off x="3194051" y="5283200"/>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6" name="Line 26"/>
            <p:cNvSpPr>
              <a:spLocks noChangeShapeType="1"/>
            </p:cNvSpPr>
            <p:nvPr/>
          </p:nvSpPr>
          <p:spPr bwMode="auto">
            <a:xfrm flipV="1">
              <a:off x="3240088" y="527843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7" name="Line 27"/>
            <p:cNvSpPr>
              <a:spLocks noChangeShapeType="1"/>
            </p:cNvSpPr>
            <p:nvPr/>
          </p:nvSpPr>
          <p:spPr bwMode="auto">
            <a:xfrm flipV="1">
              <a:off x="3284538" y="52736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8" name="Line 28"/>
            <p:cNvSpPr>
              <a:spLocks noChangeShapeType="1"/>
            </p:cNvSpPr>
            <p:nvPr/>
          </p:nvSpPr>
          <p:spPr bwMode="auto">
            <a:xfrm flipV="1">
              <a:off x="3330576" y="5268913"/>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89" name="Line 29"/>
            <p:cNvSpPr>
              <a:spLocks noChangeShapeType="1"/>
            </p:cNvSpPr>
            <p:nvPr/>
          </p:nvSpPr>
          <p:spPr bwMode="auto">
            <a:xfrm flipV="1">
              <a:off x="3378201" y="52657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0" name="Line 30"/>
            <p:cNvSpPr>
              <a:spLocks noChangeShapeType="1"/>
            </p:cNvSpPr>
            <p:nvPr/>
          </p:nvSpPr>
          <p:spPr bwMode="auto">
            <a:xfrm flipV="1">
              <a:off x="3422651" y="52609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1" name="Line 31"/>
            <p:cNvSpPr>
              <a:spLocks noChangeShapeType="1"/>
            </p:cNvSpPr>
            <p:nvPr/>
          </p:nvSpPr>
          <p:spPr bwMode="auto">
            <a:xfrm flipV="1">
              <a:off x="3468688" y="52562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2" name="Line 32"/>
            <p:cNvSpPr>
              <a:spLocks noChangeShapeType="1"/>
            </p:cNvSpPr>
            <p:nvPr/>
          </p:nvSpPr>
          <p:spPr bwMode="auto">
            <a:xfrm flipV="1">
              <a:off x="3514726" y="52530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3" name="Line 33"/>
            <p:cNvSpPr>
              <a:spLocks noChangeShapeType="1"/>
            </p:cNvSpPr>
            <p:nvPr/>
          </p:nvSpPr>
          <p:spPr bwMode="auto">
            <a:xfrm flipV="1">
              <a:off x="3559176" y="524827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4" name="Line 34"/>
            <p:cNvSpPr>
              <a:spLocks noChangeShapeType="1"/>
            </p:cNvSpPr>
            <p:nvPr/>
          </p:nvSpPr>
          <p:spPr bwMode="auto">
            <a:xfrm flipV="1">
              <a:off x="3606801" y="524351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5" name="Line 35"/>
            <p:cNvSpPr>
              <a:spLocks noChangeShapeType="1"/>
            </p:cNvSpPr>
            <p:nvPr/>
          </p:nvSpPr>
          <p:spPr bwMode="auto">
            <a:xfrm flipV="1">
              <a:off x="3651251" y="52403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6" name="Line 36"/>
            <p:cNvSpPr>
              <a:spLocks noChangeShapeType="1"/>
            </p:cNvSpPr>
            <p:nvPr/>
          </p:nvSpPr>
          <p:spPr bwMode="auto">
            <a:xfrm flipV="1">
              <a:off x="3697288" y="523557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7" name="Line 37"/>
            <p:cNvSpPr>
              <a:spLocks noChangeShapeType="1"/>
            </p:cNvSpPr>
            <p:nvPr/>
          </p:nvSpPr>
          <p:spPr bwMode="auto">
            <a:xfrm flipV="1">
              <a:off x="3743326" y="52308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8" name="Line 38"/>
            <p:cNvSpPr>
              <a:spLocks noChangeShapeType="1"/>
            </p:cNvSpPr>
            <p:nvPr/>
          </p:nvSpPr>
          <p:spPr bwMode="auto">
            <a:xfrm flipV="1">
              <a:off x="3789363" y="522763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0999" name="Line 39"/>
            <p:cNvSpPr>
              <a:spLocks noChangeShapeType="1"/>
            </p:cNvSpPr>
            <p:nvPr/>
          </p:nvSpPr>
          <p:spPr bwMode="auto">
            <a:xfrm flipV="1">
              <a:off x="3835401" y="52228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0" name="Line 40"/>
            <p:cNvSpPr>
              <a:spLocks noChangeShapeType="1"/>
            </p:cNvSpPr>
            <p:nvPr/>
          </p:nvSpPr>
          <p:spPr bwMode="auto">
            <a:xfrm flipV="1">
              <a:off x="3881438" y="5219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1" name="Line 41"/>
            <p:cNvSpPr>
              <a:spLocks noChangeShapeType="1"/>
            </p:cNvSpPr>
            <p:nvPr/>
          </p:nvSpPr>
          <p:spPr bwMode="auto">
            <a:xfrm flipV="1">
              <a:off x="3925888" y="5214938"/>
              <a:ext cx="4762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2" name="Line 42"/>
            <p:cNvSpPr>
              <a:spLocks noChangeShapeType="1"/>
            </p:cNvSpPr>
            <p:nvPr/>
          </p:nvSpPr>
          <p:spPr bwMode="auto">
            <a:xfrm flipV="1">
              <a:off x="3973513" y="52117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3" name="Line 43"/>
            <p:cNvSpPr>
              <a:spLocks noChangeShapeType="1"/>
            </p:cNvSpPr>
            <p:nvPr/>
          </p:nvSpPr>
          <p:spPr bwMode="auto">
            <a:xfrm flipV="1">
              <a:off x="4019551" y="52070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4" name="Line 44"/>
            <p:cNvSpPr>
              <a:spLocks noChangeShapeType="1"/>
            </p:cNvSpPr>
            <p:nvPr/>
          </p:nvSpPr>
          <p:spPr bwMode="auto">
            <a:xfrm flipV="1">
              <a:off x="4064001" y="520382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5" name="Line 45"/>
            <p:cNvSpPr>
              <a:spLocks noChangeShapeType="1"/>
            </p:cNvSpPr>
            <p:nvPr/>
          </p:nvSpPr>
          <p:spPr bwMode="auto">
            <a:xfrm flipV="1">
              <a:off x="4110038" y="5199063"/>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6" name="Line 46"/>
            <p:cNvSpPr>
              <a:spLocks noChangeShapeType="1"/>
            </p:cNvSpPr>
            <p:nvPr/>
          </p:nvSpPr>
          <p:spPr bwMode="auto">
            <a:xfrm flipV="1">
              <a:off x="4154488" y="519588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7" name="Line 47"/>
            <p:cNvSpPr>
              <a:spLocks noChangeShapeType="1"/>
            </p:cNvSpPr>
            <p:nvPr/>
          </p:nvSpPr>
          <p:spPr bwMode="auto">
            <a:xfrm flipV="1">
              <a:off x="4202113" y="51927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8" name="Line 48"/>
            <p:cNvSpPr>
              <a:spLocks noChangeShapeType="1"/>
            </p:cNvSpPr>
            <p:nvPr/>
          </p:nvSpPr>
          <p:spPr bwMode="auto">
            <a:xfrm flipV="1">
              <a:off x="4248151" y="518795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09" name="Line 49"/>
            <p:cNvSpPr>
              <a:spLocks noChangeShapeType="1"/>
            </p:cNvSpPr>
            <p:nvPr/>
          </p:nvSpPr>
          <p:spPr bwMode="auto">
            <a:xfrm flipV="1">
              <a:off x="4292601" y="51847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0" name="Line 50"/>
            <p:cNvSpPr>
              <a:spLocks noChangeShapeType="1"/>
            </p:cNvSpPr>
            <p:nvPr/>
          </p:nvSpPr>
          <p:spPr bwMode="auto">
            <a:xfrm flipV="1">
              <a:off x="4338638" y="5181600"/>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1" name="Line 51"/>
            <p:cNvSpPr>
              <a:spLocks noChangeShapeType="1"/>
            </p:cNvSpPr>
            <p:nvPr/>
          </p:nvSpPr>
          <p:spPr bwMode="auto">
            <a:xfrm flipV="1">
              <a:off x="4386263" y="51784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2" name="Line 52"/>
            <p:cNvSpPr>
              <a:spLocks noChangeShapeType="1"/>
            </p:cNvSpPr>
            <p:nvPr/>
          </p:nvSpPr>
          <p:spPr bwMode="auto">
            <a:xfrm flipV="1">
              <a:off x="4430713" y="517366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3" name="Line 53"/>
            <p:cNvSpPr>
              <a:spLocks noChangeShapeType="1"/>
            </p:cNvSpPr>
            <p:nvPr/>
          </p:nvSpPr>
          <p:spPr bwMode="auto">
            <a:xfrm flipV="1">
              <a:off x="4476751" y="51704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4" name="Line 54"/>
            <p:cNvSpPr>
              <a:spLocks noChangeShapeType="1"/>
            </p:cNvSpPr>
            <p:nvPr/>
          </p:nvSpPr>
          <p:spPr bwMode="auto">
            <a:xfrm flipV="1">
              <a:off x="4522788" y="51673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5" name="Line 55"/>
            <p:cNvSpPr>
              <a:spLocks noChangeShapeType="1"/>
            </p:cNvSpPr>
            <p:nvPr/>
          </p:nvSpPr>
          <p:spPr bwMode="auto">
            <a:xfrm flipV="1">
              <a:off x="4568826" y="51641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6" name="Line 56"/>
            <p:cNvSpPr>
              <a:spLocks noChangeShapeType="1"/>
            </p:cNvSpPr>
            <p:nvPr/>
          </p:nvSpPr>
          <p:spPr bwMode="auto">
            <a:xfrm flipV="1">
              <a:off x="4614863" y="51609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7" name="Line 57"/>
            <p:cNvSpPr>
              <a:spLocks noChangeShapeType="1"/>
            </p:cNvSpPr>
            <p:nvPr/>
          </p:nvSpPr>
          <p:spPr bwMode="auto">
            <a:xfrm flipV="1">
              <a:off x="4660901" y="51577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8" name="Line 58"/>
            <p:cNvSpPr>
              <a:spLocks noChangeShapeType="1"/>
            </p:cNvSpPr>
            <p:nvPr/>
          </p:nvSpPr>
          <p:spPr bwMode="auto">
            <a:xfrm flipV="1">
              <a:off x="4705351" y="515461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19" name="Line 59"/>
            <p:cNvSpPr>
              <a:spLocks noChangeShapeType="1"/>
            </p:cNvSpPr>
            <p:nvPr/>
          </p:nvSpPr>
          <p:spPr bwMode="auto">
            <a:xfrm flipV="1">
              <a:off x="4751388" y="5149850"/>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0" name="Line 60"/>
            <p:cNvSpPr>
              <a:spLocks noChangeShapeType="1"/>
            </p:cNvSpPr>
            <p:nvPr/>
          </p:nvSpPr>
          <p:spPr bwMode="auto">
            <a:xfrm flipV="1">
              <a:off x="4797426" y="51482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1" name="Line 61"/>
            <p:cNvSpPr>
              <a:spLocks noChangeShapeType="1"/>
            </p:cNvSpPr>
            <p:nvPr/>
          </p:nvSpPr>
          <p:spPr bwMode="auto">
            <a:xfrm flipV="1">
              <a:off x="4843463" y="51450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2" name="Line 62"/>
            <p:cNvSpPr>
              <a:spLocks noChangeShapeType="1"/>
            </p:cNvSpPr>
            <p:nvPr/>
          </p:nvSpPr>
          <p:spPr bwMode="auto">
            <a:xfrm flipV="1">
              <a:off x="4889501" y="51419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3" name="Line 63"/>
            <p:cNvSpPr>
              <a:spLocks noChangeShapeType="1"/>
            </p:cNvSpPr>
            <p:nvPr/>
          </p:nvSpPr>
          <p:spPr bwMode="auto">
            <a:xfrm flipV="1">
              <a:off x="4933951" y="5138738"/>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4" name="Line 64"/>
            <p:cNvSpPr>
              <a:spLocks noChangeShapeType="1"/>
            </p:cNvSpPr>
            <p:nvPr/>
          </p:nvSpPr>
          <p:spPr bwMode="auto">
            <a:xfrm flipV="1">
              <a:off x="4981576" y="5135563"/>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5" name="Line 65"/>
            <p:cNvSpPr>
              <a:spLocks noChangeShapeType="1"/>
            </p:cNvSpPr>
            <p:nvPr/>
          </p:nvSpPr>
          <p:spPr bwMode="auto">
            <a:xfrm flipV="1">
              <a:off x="5027613" y="51323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6" name="Line 66"/>
            <p:cNvSpPr>
              <a:spLocks noChangeShapeType="1"/>
            </p:cNvSpPr>
            <p:nvPr/>
          </p:nvSpPr>
          <p:spPr bwMode="auto">
            <a:xfrm flipV="1">
              <a:off x="5072063" y="51308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7" name="Line 67"/>
            <p:cNvSpPr>
              <a:spLocks noChangeShapeType="1"/>
            </p:cNvSpPr>
            <p:nvPr/>
          </p:nvSpPr>
          <p:spPr bwMode="auto">
            <a:xfrm flipV="1">
              <a:off x="5118101" y="5127625"/>
              <a:ext cx="47625"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8" name="Line 68"/>
            <p:cNvSpPr>
              <a:spLocks noChangeShapeType="1"/>
            </p:cNvSpPr>
            <p:nvPr/>
          </p:nvSpPr>
          <p:spPr bwMode="auto">
            <a:xfrm flipV="1">
              <a:off x="5165726" y="51244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29" name="Line 69"/>
            <p:cNvSpPr>
              <a:spLocks noChangeShapeType="1"/>
            </p:cNvSpPr>
            <p:nvPr/>
          </p:nvSpPr>
          <p:spPr bwMode="auto">
            <a:xfrm flipV="1">
              <a:off x="5210176" y="5121275"/>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0" name="Line 70"/>
            <p:cNvSpPr>
              <a:spLocks noChangeShapeType="1"/>
            </p:cNvSpPr>
            <p:nvPr/>
          </p:nvSpPr>
          <p:spPr bwMode="auto">
            <a:xfrm flipV="1">
              <a:off x="5256213" y="5119688"/>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1" name="Line 71"/>
            <p:cNvSpPr>
              <a:spLocks noChangeShapeType="1"/>
            </p:cNvSpPr>
            <p:nvPr/>
          </p:nvSpPr>
          <p:spPr bwMode="auto">
            <a:xfrm flipV="1">
              <a:off x="5302251" y="5116513"/>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2" name="Line 72"/>
            <p:cNvSpPr>
              <a:spLocks noChangeShapeType="1"/>
            </p:cNvSpPr>
            <p:nvPr/>
          </p:nvSpPr>
          <p:spPr bwMode="auto">
            <a:xfrm flipV="1">
              <a:off x="5346701" y="51149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3" name="Line 73"/>
            <p:cNvSpPr>
              <a:spLocks noChangeShapeType="1"/>
            </p:cNvSpPr>
            <p:nvPr/>
          </p:nvSpPr>
          <p:spPr bwMode="auto">
            <a:xfrm flipV="1">
              <a:off x="5394326" y="511175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4" name="Line 74"/>
            <p:cNvSpPr>
              <a:spLocks noChangeShapeType="1"/>
            </p:cNvSpPr>
            <p:nvPr/>
          </p:nvSpPr>
          <p:spPr bwMode="auto">
            <a:xfrm flipV="1">
              <a:off x="5438776" y="51101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5" name="Line 75"/>
            <p:cNvSpPr>
              <a:spLocks noChangeShapeType="1"/>
            </p:cNvSpPr>
            <p:nvPr/>
          </p:nvSpPr>
          <p:spPr bwMode="auto">
            <a:xfrm flipV="1">
              <a:off x="5484813" y="5106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6" name="Line 76"/>
            <p:cNvSpPr>
              <a:spLocks noChangeShapeType="1"/>
            </p:cNvSpPr>
            <p:nvPr/>
          </p:nvSpPr>
          <p:spPr bwMode="auto">
            <a:xfrm flipV="1">
              <a:off x="5530851" y="510540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7" name="Line 77"/>
            <p:cNvSpPr>
              <a:spLocks noChangeShapeType="1"/>
            </p:cNvSpPr>
            <p:nvPr/>
          </p:nvSpPr>
          <p:spPr bwMode="auto">
            <a:xfrm flipV="1">
              <a:off x="5576888" y="51038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8" name="Line 78"/>
            <p:cNvSpPr>
              <a:spLocks noChangeShapeType="1"/>
            </p:cNvSpPr>
            <p:nvPr/>
          </p:nvSpPr>
          <p:spPr bwMode="auto">
            <a:xfrm flipV="1">
              <a:off x="5622926" y="510063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39" name="Line 79"/>
            <p:cNvSpPr>
              <a:spLocks noChangeShapeType="1"/>
            </p:cNvSpPr>
            <p:nvPr/>
          </p:nvSpPr>
          <p:spPr bwMode="auto">
            <a:xfrm flipV="1">
              <a:off x="5668963" y="50990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0" name="Line 80"/>
            <p:cNvSpPr>
              <a:spLocks noChangeShapeType="1"/>
            </p:cNvSpPr>
            <p:nvPr/>
          </p:nvSpPr>
          <p:spPr bwMode="auto">
            <a:xfrm flipV="1">
              <a:off x="5713413" y="50974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1" name="Line 81"/>
            <p:cNvSpPr>
              <a:spLocks noChangeShapeType="1"/>
            </p:cNvSpPr>
            <p:nvPr/>
          </p:nvSpPr>
          <p:spPr bwMode="auto">
            <a:xfrm flipV="1">
              <a:off x="5761038" y="50958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2" name="Line 82"/>
            <p:cNvSpPr>
              <a:spLocks noChangeShapeType="1"/>
            </p:cNvSpPr>
            <p:nvPr/>
          </p:nvSpPr>
          <p:spPr bwMode="auto">
            <a:xfrm flipV="1">
              <a:off x="5807076" y="5092700"/>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3" name="Line 83"/>
            <p:cNvSpPr>
              <a:spLocks noChangeShapeType="1"/>
            </p:cNvSpPr>
            <p:nvPr/>
          </p:nvSpPr>
          <p:spPr bwMode="auto">
            <a:xfrm flipV="1">
              <a:off x="5851526" y="50911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4" name="Line 84"/>
            <p:cNvSpPr>
              <a:spLocks noChangeShapeType="1"/>
            </p:cNvSpPr>
            <p:nvPr/>
          </p:nvSpPr>
          <p:spPr bwMode="auto">
            <a:xfrm flipV="1">
              <a:off x="5897563" y="50895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5" name="Line 85"/>
            <p:cNvSpPr>
              <a:spLocks noChangeShapeType="1"/>
            </p:cNvSpPr>
            <p:nvPr/>
          </p:nvSpPr>
          <p:spPr bwMode="auto">
            <a:xfrm flipV="1">
              <a:off x="5943601" y="50879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6" name="Line 86"/>
            <p:cNvSpPr>
              <a:spLocks noChangeShapeType="1"/>
            </p:cNvSpPr>
            <p:nvPr/>
          </p:nvSpPr>
          <p:spPr bwMode="auto">
            <a:xfrm flipV="1">
              <a:off x="5989638" y="508635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7" name="Line 87"/>
            <p:cNvSpPr>
              <a:spLocks noChangeShapeType="1"/>
            </p:cNvSpPr>
            <p:nvPr/>
          </p:nvSpPr>
          <p:spPr bwMode="auto">
            <a:xfrm flipV="1">
              <a:off x="6035676" y="50863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8" name="Line 88"/>
            <p:cNvSpPr>
              <a:spLocks noChangeShapeType="1"/>
            </p:cNvSpPr>
            <p:nvPr/>
          </p:nvSpPr>
          <p:spPr bwMode="auto">
            <a:xfrm flipV="1">
              <a:off x="6080126" y="50847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49" name="Line 89"/>
            <p:cNvSpPr>
              <a:spLocks noChangeShapeType="1"/>
            </p:cNvSpPr>
            <p:nvPr/>
          </p:nvSpPr>
          <p:spPr bwMode="auto">
            <a:xfrm flipV="1">
              <a:off x="6126163" y="50831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0" name="Line 90"/>
            <p:cNvSpPr>
              <a:spLocks noChangeShapeType="1"/>
            </p:cNvSpPr>
            <p:nvPr/>
          </p:nvSpPr>
          <p:spPr bwMode="auto">
            <a:xfrm flipV="1">
              <a:off x="6173788" y="508158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1" name="Line 91"/>
            <p:cNvSpPr>
              <a:spLocks noChangeShapeType="1"/>
            </p:cNvSpPr>
            <p:nvPr/>
          </p:nvSpPr>
          <p:spPr bwMode="auto">
            <a:xfrm flipV="1">
              <a:off x="6218238" y="50800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2" name="Line 92"/>
            <p:cNvSpPr>
              <a:spLocks noChangeShapeType="1"/>
            </p:cNvSpPr>
            <p:nvPr/>
          </p:nvSpPr>
          <p:spPr bwMode="auto">
            <a:xfrm flipV="1">
              <a:off x="6264276" y="50784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3" name="Line 93"/>
            <p:cNvSpPr>
              <a:spLocks noChangeShapeType="1"/>
            </p:cNvSpPr>
            <p:nvPr/>
          </p:nvSpPr>
          <p:spPr bwMode="auto">
            <a:xfrm flipV="1">
              <a:off x="6310313" y="507841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4" name="Line 94"/>
            <p:cNvSpPr>
              <a:spLocks noChangeShapeType="1"/>
            </p:cNvSpPr>
            <p:nvPr/>
          </p:nvSpPr>
          <p:spPr bwMode="auto">
            <a:xfrm flipV="1">
              <a:off x="6356351" y="507682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5" name="Line 95"/>
            <p:cNvSpPr>
              <a:spLocks noChangeShapeType="1"/>
            </p:cNvSpPr>
            <p:nvPr/>
          </p:nvSpPr>
          <p:spPr bwMode="auto">
            <a:xfrm flipV="1">
              <a:off x="6402388" y="50768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6" name="Line 96"/>
            <p:cNvSpPr>
              <a:spLocks noChangeShapeType="1"/>
            </p:cNvSpPr>
            <p:nvPr/>
          </p:nvSpPr>
          <p:spPr bwMode="auto">
            <a:xfrm flipV="1">
              <a:off x="6448426" y="50752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7" name="Line 97"/>
            <p:cNvSpPr>
              <a:spLocks noChangeShapeType="1"/>
            </p:cNvSpPr>
            <p:nvPr/>
          </p:nvSpPr>
          <p:spPr bwMode="auto">
            <a:xfrm flipV="1">
              <a:off x="6492876" y="507523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8" name="Line 98"/>
            <p:cNvSpPr>
              <a:spLocks noChangeShapeType="1"/>
            </p:cNvSpPr>
            <p:nvPr/>
          </p:nvSpPr>
          <p:spPr bwMode="auto">
            <a:xfrm flipV="1">
              <a:off x="6540501" y="50736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59" name="Line 99"/>
            <p:cNvSpPr>
              <a:spLocks noChangeShapeType="1"/>
            </p:cNvSpPr>
            <p:nvPr/>
          </p:nvSpPr>
          <p:spPr bwMode="auto">
            <a:xfrm flipV="1">
              <a:off x="6584951" y="5073650"/>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0" name="Line 100"/>
            <p:cNvSpPr>
              <a:spLocks noChangeShapeType="1"/>
            </p:cNvSpPr>
            <p:nvPr/>
          </p:nvSpPr>
          <p:spPr bwMode="auto">
            <a:xfrm flipV="1">
              <a:off x="66309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1" name="Line 101"/>
            <p:cNvSpPr>
              <a:spLocks noChangeShapeType="1"/>
            </p:cNvSpPr>
            <p:nvPr/>
          </p:nvSpPr>
          <p:spPr bwMode="auto">
            <a:xfrm flipV="1">
              <a:off x="6677026"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2" name="Line 102"/>
            <p:cNvSpPr>
              <a:spLocks noChangeShapeType="1"/>
            </p:cNvSpPr>
            <p:nvPr/>
          </p:nvSpPr>
          <p:spPr bwMode="auto">
            <a:xfrm flipV="1">
              <a:off x="6721476" y="50720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3" name="Line 103"/>
            <p:cNvSpPr>
              <a:spLocks noChangeShapeType="1"/>
            </p:cNvSpPr>
            <p:nvPr/>
          </p:nvSpPr>
          <p:spPr bwMode="auto">
            <a:xfrm>
              <a:off x="6769101" y="507206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4" name="Line 104"/>
            <p:cNvSpPr>
              <a:spLocks noChangeShapeType="1"/>
            </p:cNvSpPr>
            <p:nvPr/>
          </p:nvSpPr>
          <p:spPr bwMode="auto">
            <a:xfrm flipV="1">
              <a:off x="6815138" y="50720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5" name="Line 105"/>
            <p:cNvSpPr>
              <a:spLocks noChangeShapeType="1"/>
            </p:cNvSpPr>
            <p:nvPr/>
          </p:nvSpPr>
          <p:spPr bwMode="auto">
            <a:xfrm>
              <a:off x="6859588" y="50720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6" name="Line 106"/>
            <p:cNvSpPr>
              <a:spLocks noChangeShapeType="1"/>
            </p:cNvSpPr>
            <p:nvPr/>
          </p:nvSpPr>
          <p:spPr bwMode="auto">
            <a:xfrm flipV="1">
              <a:off x="6905626" y="507047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7" name="Line 107"/>
            <p:cNvSpPr>
              <a:spLocks noChangeShapeType="1"/>
            </p:cNvSpPr>
            <p:nvPr/>
          </p:nvSpPr>
          <p:spPr bwMode="auto">
            <a:xfrm>
              <a:off x="6953251" y="5070475"/>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8" name="Line 108"/>
            <p:cNvSpPr>
              <a:spLocks noChangeShapeType="1"/>
            </p:cNvSpPr>
            <p:nvPr/>
          </p:nvSpPr>
          <p:spPr bwMode="auto">
            <a:xfrm>
              <a:off x="2460626" y="5359400"/>
              <a:ext cx="44450"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69" name="Line 109"/>
            <p:cNvSpPr>
              <a:spLocks noChangeShapeType="1"/>
            </p:cNvSpPr>
            <p:nvPr/>
          </p:nvSpPr>
          <p:spPr bwMode="auto">
            <a:xfrm>
              <a:off x="2505076" y="5364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0" name="Line 110"/>
            <p:cNvSpPr>
              <a:spLocks noChangeShapeType="1"/>
            </p:cNvSpPr>
            <p:nvPr/>
          </p:nvSpPr>
          <p:spPr bwMode="auto">
            <a:xfrm>
              <a:off x="2551113" y="53689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1" name="Line 111"/>
            <p:cNvSpPr>
              <a:spLocks noChangeShapeType="1"/>
            </p:cNvSpPr>
            <p:nvPr/>
          </p:nvSpPr>
          <p:spPr bwMode="auto">
            <a:xfrm>
              <a:off x="2598738" y="5373688"/>
              <a:ext cx="44450"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2" name="Line 112"/>
            <p:cNvSpPr>
              <a:spLocks noChangeShapeType="1"/>
            </p:cNvSpPr>
            <p:nvPr/>
          </p:nvSpPr>
          <p:spPr bwMode="auto">
            <a:xfrm>
              <a:off x="2643188" y="5378450"/>
              <a:ext cx="2857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3" name="Line 113"/>
            <p:cNvSpPr>
              <a:spLocks noChangeShapeType="1"/>
            </p:cNvSpPr>
            <p:nvPr/>
          </p:nvSpPr>
          <p:spPr bwMode="auto">
            <a:xfrm>
              <a:off x="2884488" y="5402263"/>
              <a:ext cx="333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4" name="Line 114"/>
            <p:cNvSpPr>
              <a:spLocks noChangeShapeType="1"/>
            </p:cNvSpPr>
            <p:nvPr/>
          </p:nvSpPr>
          <p:spPr bwMode="auto">
            <a:xfrm>
              <a:off x="2917826" y="5405438"/>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5" name="Line 115"/>
            <p:cNvSpPr>
              <a:spLocks noChangeShapeType="1"/>
            </p:cNvSpPr>
            <p:nvPr/>
          </p:nvSpPr>
          <p:spPr bwMode="auto">
            <a:xfrm>
              <a:off x="2963863" y="5410200"/>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6" name="Line 116"/>
            <p:cNvSpPr>
              <a:spLocks noChangeShapeType="1"/>
            </p:cNvSpPr>
            <p:nvPr/>
          </p:nvSpPr>
          <p:spPr bwMode="auto">
            <a:xfrm>
              <a:off x="3009901" y="541337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7" name="Line 117"/>
            <p:cNvSpPr>
              <a:spLocks noChangeShapeType="1"/>
            </p:cNvSpPr>
            <p:nvPr/>
          </p:nvSpPr>
          <p:spPr bwMode="auto">
            <a:xfrm>
              <a:off x="3055938" y="5418138"/>
              <a:ext cx="41275"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8" name="Line 118"/>
            <p:cNvSpPr>
              <a:spLocks noChangeShapeType="1"/>
            </p:cNvSpPr>
            <p:nvPr/>
          </p:nvSpPr>
          <p:spPr bwMode="auto">
            <a:xfrm>
              <a:off x="3309938" y="5443538"/>
              <a:ext cx="206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79" name="Line 119"/>
            <p:cNvSpPr>
              <a:spLocks noChangeShapeType="1"/>
            </p:cNvSpPr>
            <p:nvPr/>
          </p:nvSpPr>
          <p:spPr bwMode="auto">
            <a:xfrm>
              <a:off x="3330576" y="5445125"/>
              <a:ext cx="47625"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0" name="Line 120"/>
            <p:cNvSpPr>
              <a:spLocks noChangeShapeType="1"/>
            </p:cNvSpPr>
            <p:nvPr/>
          </p:nvSpPr>
          <p:spPr bwMode="auto">
            <a:xfrm>
              <a:off x="3378201" y="544988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1" name="Line 121"/>
            <p:cNvSpPr>
              <a:spLocks noChangeShapeType="1"/>
            </p:cNvSpPr>
            <p:nvPr/>
          </p:nvSpPr>
          <p:spPr bwMode="auto">
            <a:xfrm>
              <a:off x="3422651" y="54530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2" name="Line 122"/>
            <p:cNvSpPr>
              <a:spLocks noChangeShapeType="1"/>
            </p:cNvSpPr>
            <p:nvPr/>
          </p:nvSpPr>
          <p:spPr bwMode="auto">
            <a:xfrm>
              <a:off x="3468688" y="5457825"/>
              <a:ext cx="46038"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3" name="Line 123"/>
            <p:cNvSpPr>
              <a:spLocks noChangeShapeType="1"/>
            </p:cNvSpPr>
            <p:nvPr/>
          </p:nvSpPr>
          <p:spPr bwMode="auto">
            <a:xfrm>
              <a:off x="3514726" y="5462588"/>
              <a:ext cx="95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4" name="Line 124"/>
            <p:cNvSpPr>
              <a:spLocks noChangeShapeType="1"/>
            </p:cNvSpPr>
            <p:nvPr/>
          </p:nvSpPr>
          <p:spPr bwMode="auto">
            <a:xfrm>
              <a:off x="3736976" y="5483225"/>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5" name="Line 125"/>
            <p:cNvSpPr>
              <a:spLocks noChangeShapeType="1"/>
            </p:cNvSpPr>
            <p:nvPr/>
          </p:nvSpPr>
          <p:spPr bwMode="auto">
            <a:xfrm>
              <a:off x="3743326" y="5483225"/>
              <a:ext cx="46037" cy="4763"/>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6" name="Line 126"/>
            <p:cNvSpPr>
              <a:spLocks noChangeShapeType="1"/>
            </p:cNvSpPr>
            <p:nvPr/>
          </p:nvSpPr>
          <p:spPr bwMode="auto">
            <a:xfrm>
              <a:off x="3789363" y="5487988"/>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7" name="Line 127"/>
            <p:cNvSpPr>
              <a:spLocks noChangeShapeType="1"/>
            </p:cNvSpPr>
            <p:nvPr/>
          </p:nvSpPr>
          <p:spPr bwMode="auto">
            <a:xfrm>
              <a:off x="3835401" y="549116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8" name="Line 128"/>
            <p:cNvSpPr>
              <a:spLocks noChangeShapeType="1"/>
            </p:cNvSpPr>
            <p:nvPr/>
          </p:nvSpPr>
          <p:spPr bwMode="auto">
            <a:xfrm>
              <a:off x="3881438" y="549592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89" name="Line 129"/>
            <p:cNvSpPr>
              <a:spLocks noChangeShapeType="1"/>
            </p:cNvSpPr>
            <p:nvPr/>
          </p:nvSpPr>
          <p:spPr bwMode="auto">
            <a:xfrm>
              <a:off x="3925888" y="5499100"/>
              <a:ext cx="2698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0" name="Line 130"/>
            <p:cNvSpPr>
              <a:spLocks noChangeShapeType="1"/>
            </p:cNvSpPr>
            <p:nvPr/>
          </p:nvSpPr>
          <p:spPr bwMode="auto">
            <a:xfrm>
              <a:off x="4168776" y="55197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1" name="Line 131"/>
            <p:cNvSpPr>
              <a:spLocks noChangeShapeType="1"/>
            </p:cNvSpPr>
            <p:nvPr/>
          </p:nvSpPr>
          <p:spPr bwMode="auto">
            <a:xfrm>
              <a:off x="4202113" y="5522913"/>
              <a:ext cx="46038"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2" name="Line 132"/>
            <p:cNvSpPr>
              <a:spLocks noChangeShapeType="1"/>
            </p:cNvSpPr>
            <p:nvPr/>
          </p:nvSpPr>
          <p:spPr bwMode="auto">
            <a:xfrm>
              <a:off x="4248151" y="55276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3" name="Line 133"/>
            <p:cNvSpPr>
              <a:spLocks noChangeShapeType="1"/>
            </p:cNvSpPr>
            <p:nvPr/>
          </p:nvSpPr>
          <p:spPr bwMode="auto">
            <a:xfrm>
              <a:off x="4292601" y="55308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4" name="Line 134"/>
            <p:cNvSpPr>
              <a:spLocks noChangeShapeType="1"/>
            </p:cNvSpPr>
            <p:nvPr/>
          </p:nvSpPr>
          <p:spPr bwMode="auto">
            <a:xfrm>
              <a:off x="4338638" y="553402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5" name="Line 135"/>
            <p:cNvSpPr>
              <a:spLocks noChangeShapeType="1"/>
            </p:cNvSpPr>
            <p:nvPr/>
          </p:nvSpPr>
          <p:spPr bwMode="auto">
            <a:xfrm>
              <a:off x="4602163" y="5554663"/>
              <a:ext cx="1270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6" name="Line 136"/>
            <p:cNvSpPr>
              <a:spLocks noChangeShapeType="1"/>
            </p:cNvSpPr>
            <p:nvPr/>
          </p:nvSpPr>
          <p:spPr bwMode="auto">
            <a:xfrm>
              <a:off x="4614863" y="555466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7" name="Line 137"/>
            <p:cNvSpPr>
              <a:spLocks noChangeShapeType="1"/>
            </p:cNvSpPr>
            <p:nvPr/>
          </p:nvSpPr>
          <p:spPr bwMode="auto">
            <a:xfrm>
              <a:off x="4660901" y="5557838"/>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8" name="Line 138"/>
            <p:cNvSpPr>
              <a:spLocks noChangeShapeType="1"/>
            </p:cNvSpPr>
            <p:nvPr/>
          </p:nvSpPr>
          <p:spPr bwMode="auto">
            <a:xfrm>
              <a:off x="4705351" y="5561013"/>
              <a:ext cx="46037" cy="4762"/>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099" name="Line 139"/>
            <p:cNvSpPr>
              <a:spLocks noChangeShapeType="1"/>
            </p:cNvSpPr>
            <p:nvPr/>
          </p:nvSpPr>
          <p:spPr bwMode="auto">
            <a:xfrm>
              <a:off x="4751388" y="5565775"/>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0" name="Line 140"/>
            <p:cNvSpPr>
              <a:spLocks noChangeShapeType="1"/>
            </p:cNvSpPr>
            <p:nvPr/>
          </p:nvSpPr>
          <p:spPr bwMode="auto">
            <a:xfrm>
              <a:off x="4797426" y="5568950"/>
              <a:ext cx="222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1" name="Line 141"/>
            <p:cNvSpPr>
              <a:spLocks noChangeShapeType="1"/>
            </p:cNvSpPr>
            <p:nvPr/>
          </p:nvSpPr>
          <p:spPr bwMode="auto">
            <a:xfrm>
              <a:off x="5038726" y="5583238"/>
              <a:ext cx="333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2" name="Line 142"/>
            <p:cNvSpPr>
              <a:spLocks noChangeShapeType="1"/>
            </p:cNvSpPr>
            <p:nvPr/>
          </p:nvSpPr>
          <p:spPr bwMode="auto">
            <a:xfrm>
              <a:off x="5072063" y="5586413"/>
              <a:ext cx="46038"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3" name="Line 143"/>
            <p:cNvSpPr>
              <a:spLocks noChangeShapeType="1"/>
            </p:cNvSpPr>
            <p:nvPr/>
          </p:nvSpPr>
          <p:spPr bwMode="auto">
            <a:xfrm>
              <a:off x="5118101" y="5589588"/>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4" name="Line 144"/>
            <p:cNvSpPr>
              <a:spLocks noChangeShapeType="1"/>
            </p:cNvSpPr>
            <p:nvPr/>
          </p:nvSpPr>
          <p:spPr bwMode="auto">
            <a:xfrm>
              <a:off x="5165726" y="5591175"/>
              <a:ext cx="44450"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5" name="Line 145"/>
            <p:cNvSpPr>
              <a:spLocks noChangeShapeType="1"/>
            </p:cNvSpPr>
            <p:nvPr/>
          </p:nvSpPr>
          <p:spPr bwMode="auto">
            <a:xfrm>
              <a:off x="5210176" y="5594350"/>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6" name="Line 146"/>
            <p:cNvSpPr>
              <a:spLocks noChangeShapeType="1"/>
            </p:cNvSpPr>
            <p:nvPr/>
          </p:nvSpPr>
          <p:spPr bwMode="auto">
            <a:xfrm>
              <a:off x="5256213" y="5597525"/>
              <a:ext cx="158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7" name="Line 147"/>
            <p:cNvSpPr>
              <a:spLocks noChangeShapeType="1"/>
            </p:cNvSpPr>
            <p:nvPr/>
          </p:nvSpPr>
          <p:spPr bwMode="auto">
            <a:xfrm>
              <a:off x="5478463" y="5608638"/>
              <a:ext cx="63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8" name="Line 148"/>
            <p:cNvSpPr>
              <a:spLocks noChangeShapeType="1"/>
            </p:cNvSpPr>
            <p:nvPr/>
          </p:nvSpPr>
          <p:spPr bwMode="auto">
            <a:xfrm>
              <a:off x="5484813" y="56102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09" name="Line 149"/>
            <p:cNvSpPr>
              <a:spLocks noChangeShapeType="1"/>
            </p:cNvSpPr>
            <p:nvPr/>
          </p:nvSpPr>
          <p:spPr bwMode="auto">
            <a:xfrm>
              <a:off x="5530851" y="5611813"/>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0" name="Line 150"/>
            <p:cNvSpPr>
              <a:spLocks noChangeShapeType="1"/>
            </p:cNvSpPr>
            <p:nvPr/>
          </p:nvSpPr>
          <p:spPr bwMode="auto">
            <a:xfrm>
              <a:off x="5576888" y="5613400"/>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1" name="Line 151"/>
            <p:cNvSpPr>
              <a:spLocks noChangeShapeType="1"/>
            </p:cNvSpPr>
            <p:nvPr/>
          </p:nvSpPr>
          <p:spPr bwMode="auto">
            <a:xfrm>
              <a:off x="5622926" y="5614988"/>
              <a:ext cx="46037" cy="3175"/>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2" name="Line 152"/>
            <p:cNvSpPr>
              <a:spLocks noChangeShapeType="1"/>
            </p:cNvSpPr>
            <p:nvPr/>
          </p:nvSpPr>
          <p:spPr bwMode="auto">
            <a:xfrm>
              <a:off x="5668963" y="5618163"/>
              <a:ext cx="30163"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3" name="Line 153"/>
            <p:cNvSpPr>
              <a:spLocks noChangeShapeType="1"/>
            </p:cNvSpPr>
            <p:nvPr/>
          </p:nvSpPr>
          <p:spPr bwMode="auto">
            <a:xfrm>
              <a:off x="5921376" y="5627688"/>
              <a:ext cx="222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4" name="Line 154"/>
            <p:cNvSpPr>
              <a:spLocks noChangeShapeType="1"/>
            </p:cNvSpPr>
            <p:nvPr/>
          </p:nvSpPr>
          <p:spPr bwMode="auto">
            <a:xfrm>
              <a:off x="5943601" y="5629275"/>
              <a:ext cx="46037"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5" name="Line 155"/>
            <p:cNvSpPr>
              <a:spLocks noChangeShapeType="1"/>
            </p:cNvSpPr>
            <p:nvPr/>
          </p:nvSpPr>
          <p:spPr bwMode="auto">
            <a:xfrm>
              <a:off x="5989638" y="5630863"/>
              <a:ext cx="46038"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6" name="Line 156"/>
            <p:cNvSpPr>
              <a:spLocks noChangeShapeType="1"/>
            </p:cNvSpPr>
            <p:nvPr/>
          </p:nvSpPr>
          <p:spPr bwMode="auto">
            <a:xfrm>
              <a:off x="6035676" y="5632450"/>
              <a:ext cx="444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7" name="Line 157"/>
            <p:cNvSpPr>
              <a:spLocks noChangeShapeType="1"/>
            </p:cNvSpPr>
            <p:nvPr/>
          </p:nvSpPr>
          <p:spPr bwMode="auto">
            <a:xfrm>
              <a:off x="6080126" y="5634038"/>
              <a:ext cx="460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8" name="Line 158"/>
            <p:cNvSpPr>
              <a:spLocks noChangeShapeType="1"/>
            </p:cNvSpPr>
            <p:nvPr/>
          </p:nvSpPr>
          <p:spPr bwMode="auto">
            <a:xfrm>
              <a:off x="6126163" y="5634038"/>
              <a:ext cx="190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19" name="Line 159"/>
            <p:cNvSpPr>
              <a:spLocks noChangeShapeType="1"/>
            </p:cNvSpPr>
            <p:nvPr/>
          </p:nvSpPr>
          <p:spPr bwMode="auto">
            <a:xfrm>
              <a:off x="6369051" y="5640388"/>
              <a:ext cx="33337"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0" name="Line 160"/>
            <p:cNvSpPr>
              <a:spLocks noChangeShapeType="1"/>
            </p:cNvSpPr>
            <p:nvPr/>
          </p:nvSpPr>
          <p:spPr bwMode="auto">
            <a:xfrm>
              <a:off x="6402388" y="564197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1" name="Line 161"/>
            <p:cNvSpPr>
              <a:spLocks noChangeShapeType="1"/>
            </p:cNvSpPr>
            <p:nvPr/>
          </p:nvSpPr>
          <p:spPr bwMode="auto">
            <a:xfrm>
              <a:off x="6448426"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2" name="Line 162"/>
            <p:cNvSpPr>
              <a:spLocks noChangeShapeType="1"/>
            </p:cNvSpPr>
            <p:nvPr/>
          </p:nvSpPr>
          <p:spPr bwMode="auto">
            <a:xfrm>
              <a:off x="6492876" y="5643563"/>
              <a:ext cx="47625"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3" name="Line 163"/>
            <p:cNvSpPr>
              <a:spLocks noChangeShapeType="1"/>
            </p:cNvSpPr>
            <p:nvPr/>
          </p:nvSpPr>
          <p:spPr bwMode="auto">
            <a:xfrm>
              <a:off x="6540501" y="5643563"/>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4" name="Line 164"/>
            <p:cNvSpPr>
              <a:spLocks noChangeShapeType="1"/>
            </p:cNvSpPr>
            <p:nvPr/>
          </p:nvSpPr>
          <p:spPr bwMode="auto">
            <a:xfrm>
              <a:off x="6584951" y="5645150"/>
              <a:ext cx="6350"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5" name="Line 165"/>
            <p:cNvSpPr>
              <a:spLocks noChangeShapeType="1"/>
            </p:cNvSpPr>
            <p:nvPr/>
          </p:nvSpPr>
          <p:spPr bwMode="auto">
            <a:xfrm>
              <a:off x="6815138" y="5646738"/>
              <a:ext cx="44450" cy="1587"/>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6" name="Line 166"/>
            <p:cNvSpPr>
              <a:spLocks noChangeShapeType="1"/>
            </p:cNvSpPr>
            <p:nvPr/>
          </p:nvSpPr>
          <p:spPr bwMode="auto">
            <a:xfrm>
              <a:off x="6859588" y="5648325"/>
              <a:ext cx="46038"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sp>
          <p:nvSpPr>
            <p:cNvPr id="41127" name="Line 167"/>
            <p:cNvSpPr>
              <a:spLocks noChangeShapeType="1"/>
            </p:cNvSpPr>
            <p:nvPr/>
          </p:nvSpPr>
          <p:spPr bwMode="auto">
            <a:xfrm>
              <a:off x="6905626" y="5648325"/>
              <a:ext cx="47625" cy="1588"/>
            </a:xfrm>
            <a:prstGeom prst="line">
              <a:avLst/>
            </a:prstGeom>
            <a:noFill/>
            <a:ln w="28">
              <a:solidFill>
                <a:schemeClr val="bg1">
                  <a:lumMod val="50000"/>
                </a:schemeClr>
              </a:solidFill>
              <a:prstDash val="solid"/>
              <a:round/>
              <a:headEnd/>
              <a:tailEnd/>
            </a:ln>
          </p:spPr>
          <p:txBody>
            <a:bodyPr/>
            <a:lstStyle/>
            <a:p>
              <a:pPr fontAlgn="auto">
                <a:spcBef>
                  <a:spcPts val="0"/>
                </a:spcBef>
                <a:spcAft>
                  <a:spcPts val="0"/>
                </a:spcAft>
                <a:defRPr/>
              </a:pPr>
              <a:endParaRPr lang="en-US" dirty="0">
                <a:latin typeface="+mn-lt"/>
              </a:endParaRPr>
            </a:p>
          </p:txBody>
        </p:sp>
      </p:grpSp>
      <p:sp>
        <p:nvSpPr>
          <p:cNvPr id="629777" name="Line 168"/>
          <p:cNvSpPr>
            <a:spLocks noChangeShapeType="1"/>
          </p:cNvSpPr>
          <p:nvPr/>
        </p:nvSpPr>
        <p:spPr bwMode="auto">
          <a:xfrm>
            <a:off x="4633913" y="2579688"/>
            <a:ext cx="44450" cy="1587"/>
          </a:xfrm>
          <a:prstGeom prst="line">
            <a:avLst/>
          </a:prstGeom>
          <a:noFill/>
          <a:ln w="28">
            <a:solidFill>
              <a:srgbClr val="FF0000"/>
            </a:solidFill>
            <a:round/>
            <a:headEnd/>
            <a:tailEnd/>
          </a:ln>
        </p:spPr>
        <p:txBody>
          <a:bodyPr/>
          <a:lstStyle/>
          <a:p>
            <a:endParaRPr lang="en-US" dirty="0"/>
          </a:p>
        </p:txBody>
      </p:sp>
    </p:spTree>
    <p:extLst>
      <p:ext uri="{BB962C8B-B14F-4D97-AF65-F5344CB8AC3E}">
        <p14:creationId xmlns:p14="http://schemas.microsoft.com/office/powerpoint/2010/main" val="233399477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91" name="TextBox 312"/>
          <p:cNvSpPr txBox="1">
            <a:spLocks noChangeArrowheads="1"/>
          </p:cNvSpPr>
          <p:nvPr/>
        </p:nvSpPr>
        <p:spPr bwMode="auto">
          <a:xfrm>
            <a:off x="4686300" y="-33338"/>
            <a:ext cx="357188" cy="585788"/>
          </a:xfrm>
          <a:prstGeom prst="rect">
            <a:avLst/>
          </a:prstGeom>
          <a:solidFill>
            <a:schemeClr val="bg1"/>
          </a:solidFill>
          <a:ln w="9525">
            <a:noFill/>
            <a:miter lim="800000"/>
            <a:headEnd/>
            <a:tailEnd/>
          </a:ln>
        </p:spPr>
        <p:txBody>
          <a:bodyPr wrap="none">
            <a:spAutoFit/>
          </a:bodyPr>
          <a:lstStyle/>
          <a:p>
            <a:r>
              <a:rPr lang="en-US" sz="3200" dirty="0"/>
              <a:t>L</a:t>
            </a:r>
          </a:p>
        </p:txBody>
      </p:sp>
      <p:grpSp>
        <p:nvGrpSpPr>
          <p:cNvPr id="2" name="Group 548"/>
          <p:cNvGrpSpPr>
            <a:grpSpLocks/>
          </p:cNvGrpSpPr>
          <p:nvPr/>
        </p:nvGrpSpPr>
        <p:grpSpPr bwMode="auto">
          <a:xfrm>
            <a:off x="-482600" y="2070100"/>
            <a:ext cx="9877425" cy="3857625"/>
            <a:chOff x="-3386667" y="155109"/>
            <a:chExt cx="13264233" cy="6643624"/>
          </a:xfrm>
        </p:grpSpPr>
        <p:cxnSp>
          <p:nvCxnSpPr>
            <p:cNvPr id="12" name="Straight Arrow Connector 11"/>
            <p:cNvCxnSpPr/>
            <p:nvPr/>
          </p:nvCxnSpPr>
          <p:spPr>
            <a:xfrm rot="10800000" flipH="1">
              <a:off x="2614429" y="155109"/>
              <a:ext cx="4472575" cy="273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grpSp>
          <p:nvGrpSpPr>
            <p:cNvPr id="3" name="Group 211"/>
            <p:cNvGrpSpPr>
              <a:grpSpLocks/>
            </p:cNvGrpSpPr>
            <p:nvPr/>
          </p:nvGrpSpPr>
          <p:grpSpPr bwMode="auto">
            <a:xfrm>
              <a:off x="3608614" y="5218489"/>
              <a:ext cx="2775857" cy="696685"/>
              <a:chOff x="5281613" y="5646738"/>
              <a:chExt cx="1438276" cy="628649"/>
            </a:xfrm>
          </p:grpSpPr>
          <p:sp>
            <p:nvSpPr>
              <p:cNvPr id="679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9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9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9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9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9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9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9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9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9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9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9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9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9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9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926"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927"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928"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929"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930"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931"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932"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933"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934"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935"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936"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937"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938"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939"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940"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941"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942"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943"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944"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945"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946"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947"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948"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949"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950"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951"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952"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953"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954"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955"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956"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957"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958"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959"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960"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961"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962"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963"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964"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965"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966"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967"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968"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969"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970"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971"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972"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973"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974"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975"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976"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977"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978"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979"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980"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981"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982"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983"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984"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985"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986"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987"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988"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989"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990"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991"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992"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993"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994"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995"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996"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997"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998"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999"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8000"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8001"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8002"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8003"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8004"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8005"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8006"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8007"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8008"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11" name="Straight Arrow Connector 310"/>
            <p:cNvCxnSpPr/>
            <p:nvPr/>
          </p:nvCxnSpPr>
          <p:spPr>
            <a:xfrm flipV="1">
              <a:off x="2629351" y="2692263"/>
              <a:ext cx="4261525" cy="820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6" name="Object 2"/>
            <p:cNvGraphicFramePr>
              <a:graphicFrameLocks noChangeAspect="1"/>
            </p:cNvGraphicFramePr>
            <p:nvPr/>
          </p:nvGraphicFramePr>
          <p:xfrm>
            <a:off x="4858559" y="2775826"/>
            <a:ext cx="278306" cy="682401"/>
          </p:xfrm>
          <a:graphic>
            <a:graphicData uri="http://schemas.openxmlformats.org/presentationml/2006/ole">
              <mc:AlternateContent xmlns:mc="http://schemas.openxmlformats.org/markup-compatibility/2006">
                <mc:Choice xmlns:v="urn:schemas-microsoft-com:vml" Requires="v">
                  <p:oleObj name="Equation" r:id="rId2" imgW="266400" imgH="393480" progId="Equation.3">
                    <p:embed/>
                  </p:oleObj>
                </mc:Choice>
                <mc:Fallback>
                  <p:oleObj name="Equation" r:id="rId2" imgW="266400" imgH="393480" progId="Equation.3">
                    <p:embed/>
                    <p:pic>
                      <p:nvPicPr>
                        <p:cNvPr id="675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58559" y="2775826"/>
                          <a:ext cx="278306" cy="68240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8" name="Object 4"/>
            <p:cNvGraphicFramePr>
              <a:graphicFrameLocks noChangeAspect="1"/>
            </p:cNvGraphicFramePr>
            <p:nvPr/>
          </p:nvGraphicFramePr>
          <p:xfrm>
            <a:off x="4787447" y="6117696"/>
            <a:ext cx="277813" cy="681037"/>
          </p:xfrm>
          <a:graphic>
            <a:graphicData uri="http://schemas.openxmlformats.org/presentationml/2006/ole">
              <mc:AlternateContent xmlns:mc="http://schemas.openxmlformats.org/markup-compatibility/2006">
                <mc:Choice xmlns:v="urn:schemas-microsoft-com:vml" Requires="v">
                  <p:oleObj name="Equation" r:id="rId4" imgW="266400" imgH="393480" progId="Equation.3">
                    <p:embed/>
                  </p:oleObj>
                </mc:Choice>
                <mc:Fallback>
                  <p:oleObj name="Equation" r:id="rId4" imgW="266400" imgH="393480" progId="Equation.3">
                    <p:embed/>
                    <p:pic>
                      <p:nvPicPr>
                        <p:cNvPr id="67588" name="Object 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87447" y="6117696"/>
                          <a:ext cx="277813" cy="6810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7589" name="Object 5"/>
            <p:cNvGraphicFramePr>
              <a:graphicFrameLocks noChangeAspect="1"/>
            </p:cNvGraphicFramePr>
            <p:nvPr/>
          </p:nvGraphicFramePr>
          <p:xfrm>
            <a:off x="7314749" y="3187634"/>
            <a:ext cx="214313" cy="528637"/>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89" name="Object 5"/>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314749" y="3187634"/>
                          <a:ext cx="214313" cy="52863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5" name="Straight Arrow Connector 324"/>
            <p:cNvCxnSpPr/>
            <p:nvPr/>
          </p:nvCxnSpPr>
          <p:spPr>
            <a:xfrm flipV="1">
              <a:off x="2791370" y="5576635"/>
              <a:ext cx="692845" cy="10936"/>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90" name="Object 6"/>
            <p:cNvGraphicFramePr>
              <a:graphicFrameLocks noChangeAspect="1"/>
            </p:cNvGraphicFramePr>
            <p:nvPr/>
          </p:nvGraphicFramePr>
          <p:xfrm>
            <a:off x="7071030" y="5288669"/>
            <a:ext cx="215165" cy="527461"/>
          </p:xfrm>
          <a:graphic>
            <a:graphicData uri="http://schemas.openxmlformats.org/presentationml/2006/ole">
              <mc:AlternateContent xmlns:mc="http://schemas.openxmlformats.org/markup-compatibility/2006">
                <mc:Choice xmlns:v="urn:schemas-microsoft-com:vml" Requires="v">
                  <p:oleObj name="Equation" r:id="rId6" imgW="266400" imgH="393480" progId="Equation.3">
                    <p:embed/>
                  </p:oleObj>
                </mc:Choice>
                <mc:Fallback>
                  <p:oleObj name="Equation" r:id="rId6" imgW="266400" imgH="393480" progId="Equation.3">
                    <p:embed/>
                    <p:pic>
                      <p:nvPicPr>
                        <p:cNvPr id="67590" name="Object 6"/>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071030" y="5288669"/>
                          <a:ext cx="215165" cy="527461"/>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597" name="Rectangle 41"/>
            <p:cNvSpPr>
              <a:spLocks noChangeArrowheads="1"/>
            </p:cNvSpPr>
            <p:nvPr/>
          </p:nvSpPr>
          <p:spPr bwMode="auto">
            <a:xfrm>
              <a:off x="2390196" y="458395"/>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8" name="Rectangle 41"/>
            <p:cNvSpPr>
              <a:spLocks noChangeArrowheads="1"/>
            </p:cNvSpPr>
            <p:nvPr/>
          </p:nvSpPr>
          <p:spPr bwMode="auto">
            <a:xfrm>
              <a:off x="4393167" y="485610"/>
              <a:ext cx="2634337" cy="831124"/>
            </a:xfrm>
            <a:prstGeom prst="rect">
              <a:avLst/>
            </a:prstGeom>
            <a:solidFill>
              <a:schemeClr val="accent1"/>
            </a:solidFill>
            <a:ln w="9525">
              <a:noFill/>
              <a:miter lim="800000"/>
              <a:headEnd/>
              <a:tailEnd/>
            </a:ln>
          </p:spPr>
          <p:txBody>
            <a:bodyPr wrap="none" anchor="ctr"/>
            <a:lstStyle/>
            <a:p>
              <a:endParaRPr lang="en-US" dirty="0"/>
            </a:p>
          </p:txBody>
        </p:sp>
        <p:sp>
          <p:nvSpPr>
            <p:cNvPr id="67599" name="Rectangle 41"/>
            <p:cNvSpPr>
              <a:spLocks noChangeArrowheads="1"/>
            </p:cNvSpPr>
            <p:nvPr/>
          </p:nvSpPr>
          <p:spPr bwMode="auto">
            <a:xfrm>
              <a:off x="2939971" y="507401"/>
              <a:ext cx="3162280" cy="831124"/>
            </a:xfrm>
            <a:prstGeom prst="rect">
              <a:avLst/>
            </a:prstGeom>
            <a:solidFill>
              <a:schemeClr val="accent1"/>
            </a:solidFill>
            <a:ln w="9525">
              <a:noFill/>
              <a:miter lim="800000"/>
              <a:headEnd/>
              <a:tailEnd/>
            </a:ln>
          </p:spPr>
          <p:txBody>
            <a:bodyPr wrap="none" anchor="ctr"/>
            <a:lstStyle/>
            <a:p>
              <a:endParaRPr lang="en-US" dirty="0"/>
            </a:p>
          </p:txBody>
        </p:sp>
        <p:sp>
          <p:nvSpPr>
            <p:cNvPr id="67600" name="Line 168"/>
            <p:cNvSpPr>
              <a:spLocks noChangeShapeType="1"/>
            </p:cNvSpPr>
            <p:nvPr/>
          </p:nvSpPr>
          <p:spPr bwMode="auto">
            <a:xfrm>
              <a:off x="4514981" y="1511671"/>
              <a:ext cx="44450" cy="1588"/>
            </a:xfrm>
            <a:prstGeom prst="line">
              <a:avLst/>
            </a:prstGeom>
            <a:noFill/>
            <a:ln w="28">
              <a:solidFill>
                <a:srgbClr val="FF0000"/>
              </a:solidFill>
              <a:round/>
              <a:headEnd/>
              <a:tailEnd/>
            </a:ln>
          </p:spPr>
          <p:txBody>
            <a:bodyPr/>
            <a:lstStyle/>
            <a:p>
              <a:endParaRPr lang="en-US" dirty="0"/>
            </a:p>
          </p:txBody>
        </p:sp>
        <p:sp>
          <p:nvSpPr>
            <p:cNvPr id="338" name="Rectangle 39"/>
            <p:cNvSpPr>
              <a:spLocks noChangeArrowheads="1"/>
            </p:cNvSpPr>
            <p:nvPr/>
          </p:nvSpPr>
          <p:spPr bwMode="auto">
            <a:xfrm>
              <a:off x="1060326" y="491392"/>
              <a:ext cx="4604748" cy="801062"/>
            </a:xfrm>
            <a:prstGeom prst="rect">
              <a:avLst/>
            </a:prstGeom>
            <a:gradFill rotWithShape="1">
              <a:gsLst>
                <a:gs pos="0">
                  <a:schemeClr val="accent1"/>
                </a:gs>
                <a:gs pos="50000">
                  <a:schemeClr val="accent1">
                    <a:gamma/>
                    <a:shade val="46275"/>
                    <a:invGamma/>
                  </a:schemeClr>
                </a:gs>
                <a:gs pos="100000">
                  <a:schemeClr val="accent1"/>
                </a:gs>
              </a:gsLst>
              <a:lin ang="0" scaled="1"/>
            </a:gradFill>
            <a:ln w="9525">
              <a:noFill/>
              <a:miter lim="800000"/>
              <a:headEnd/>
              <a:tailEnd/>
            </a:ln>
            <a:effectLst/>
          </p:spPr>
          <p:txBody>
            <a:bodyPr wrap="none" anchor="ctr"/>
            <a:lstStyle/>
            <a:p>
              <a:pPr fontAlgn="auto">
                <a:spcBef>
                  <a:spcPts val="0"/>
                </a:spcBef>
                <a:spcAft>
                  <a:spcPts val="0"/>
                </a:spcAft>
                <a:defRPr/>
              </a:pPr>
              <a:endParaRPr lang="en-US" dirty="0">
                <a:latin typeface="+mn-lt"/>
              </a:endParaRPr>
            </a:p>
          </p:txBody>
        </p:sp>
        <p:sp>
          <p:nvSpPr>
            <p:cNvPr id="332" name="Rectangle 331"/>
            <p:cNvSpPr/>
            <p:nvPr/>
          </p:nvSpPr>
          <p:spPr>
            <a:xfrm>
              <a:off x="761870" y="269937"/>
              <a:ext cx="1667089" cy="12576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dirty="0"/>
            </a:p>
          </p:txBody>
        </p:sp>
        <p:sp>
          <p:nvSpPr>
            <p:cNvPr id="67603" name="Rectangle 45"/>
            <p:cNvSpPr>
              <a:spLocks noChangeArrowheads="1"/>
            </p:cNvSpPr>
            <p:nvPr/>
          </p:nvSpPr>
          <p:spPr bwMode="auto">
            <a:xfrm>
              <a:off x="2374315" y="469281"/>
              <a:ext cx="214170" cy="796833"/>
            </a:xfrm>
            <a:prstGeom prst="rect">
              <a:avLst/>
            </a:prstGeom>
            <a:gradFill rotWithShape="1">
              <a:gsLst>
                <a:gs pos="0">
                  <a:srgbClr val="595959"/>
                </a:gs>
                <a:gs pos="50000">
                  <a:srgbClr val="C0C0C0"/>
                </a:gs>
                <a:gs pos="100000">
                  <a:srgbClr val="595959"/>
                </a:gs>
              </a:gsLst>
              <a:lin ang="5400000" scaled="1"/>
            </a:gradFill>
            <a:ln w="9525">
              <a:solidFill>
                <a:schemeClr val="tx1"/>
              </a:solidFill>
              <a:miter lim="800000"/>
              <a:headEnd/>
              <a:tailEnd/>
            </a:ln>
          </p:spPr>
          <p:txBody>
            <a:bodyPr wrap="none" anchor="ctr"/>
            <a:lstStyle/>
            <a:p>
              <a:r>
                <a:rPr lang="en-US" dirty="0"/>
                <a:t>	</a:t>
              </a:r>
            </a:p>
          </p:txBody>
        </p:sp>
        <p:grpSp>
          <p:nvGrpSpPr>
            <p:cNvPr id="4" name="Group 18"/>
            <p:cNvGrpSpPr>
              <a:grpSpLocks/>
            </p:cNvGrpSpPr>
            <p:nvPr/>
          </p:nvGrpSpPr>
          <p:grpSpPr bwMode="auto">
            <a:xfrm>
              <a:off x="2379339" y="386004"/>
              <a:ext cx="4620986" cy="1028700"/>
              <a:chOff x="1098455" y="1454019"/>
              <a:chExt cx="7727044" cy="1028700"/>
            </a:xfrm>
          </p:grpSpPr>
          <p:sp>
            <p:nvSpPr>
              <p:cNvPr id="67909" name="Rectangle 43"/>
              <p:cNvSpPr>
                <a:spLocks noChangeArrowheads="1"/>
              </p:cNvSpPr>
              <p:nvPr/>
            </p:nvSpPr>
            <p:spPr bwMode="auto">
              <a:xfrm>
                <a:off x="1098455" y="2350456"/>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sp>
            <p:nvSpPr>
              <p:cNvPr id="67910" name="Rectangle 42"/>
              <p:cNvSpPr>
                <a:spLocks noChangeArrowheads="1"/>
              </p:cNvSpPr>
              <p:nvPr/>
            </p:nvSpPr>
            <p:spPr bwMode="auto">
              <a:xfrm>
                <a:off x="1098455" y="1454019"/>
                <a:ext cx="7727044" cy="132263"/>
              </a:xfrm>
              <a:prstGeom prst="rect">
                <a:avLst/>
              </a:prstGeom>
              <a:gradFill rotWithShape="1">
                <a:gsLst>
                  <a:gs pos="0">
                    <a:srgbClr val="595959"/>
                  </a:gs>
                  <a:gs pos="100000">
                    <a:srgbClr val="C0C0C0"/>
                  </a:gs>
                </a:gsLst>
                <a:lin ang="18900000" scaled="1"/>
              </a:gradFill>
              <a:ln w="9525">
                <a:solidFill>
                  <a:schemeClr val="tx1"/>
                </a:solidFill>
                <a:miter lim="800000"/>
                <a:headEnd/>
                <a:tailEnd/>
              </a:ln>
            </p:spPr>
            <p:txBody>
              <a:bodyPr wrap="none" anchor="ctr"/>
              <a:lstStyle/>
              <a:p>
                <a:endParaRPr lang="en-US" dirty="0"/>
              </a:p>
            </p:txBody>
          </p:sp>
        </p:grpSp>
        <p:pic>
          <p:nvPicPr>
            <p:cNvPr id="67605" name="Picture 9"/>
            <p:cNvPicPr>
              <a:picLocks noChangeAspect="1" noChangeArrowheads="1"/>
            </p:cNvPicPr>
            <p:nvPr/>
          </p:nvPicPr>
          <p:blipFill>
            <a:blip r:embed="rId8" cstate="print"/>
            <a:srcRect/>
            <a:stretch>
              <a:fillRect/>
            </a:stretch>
          </p:blipFill>
          <p:spPr bwMode="auto">
            <a:xfrm>
              <a:off x="2628901" y="1651681"/>
              <a:ext cx="4278086" cy="973137"/>
            </a:xfrm>
            <a:prstGeom prst="rect">
              <a:avLst/>
            </a:prstGeom>
            <a:noFill/>
            <a:ln w="9525">
              <a:noFill/>
              <a:miter lim="800000"/>
              <a:headEnd/>
              <a:tailEnd/>
            </a:ln>
          </p:spPr>
        </p:pic>
        <p:pic>
          <p:nvPicPr>
            <p:cNvPr id="67606" name="Picture 10"/>
            <p:cNvPicPr>
              <a:picLocks noChangeAspect="1" noChangeArrowheads="1"/>
            </p:cNvPicPr>
            <p:nvPr/>
          </p:nvPicPr>
          <p:blipFill>
            <a:blip r:embed="rId9" cstate="print"/>
            <a:srcRect/>
            <a:stretch>
              <a:fillRect/>
            </a:stretch>
          </p:blipFill>
          <p:spPr bwMode="auto">
            <a:xfrm>
              <a:off x="2664279" y="3380241"/>
              <a:ext cx="4226378" cy="1044575"/>
            </a:xfrm>
            <a:prstGeom prst="rect">
              <a:avLst/>
            </a:prstGeom>
            <a:noFill/>
            <a:ln w="9525">
              <a:noFill/>
              <a:miter lim="800000"/>
              <a:headEnd/>
              <a:tailEnd/>
            </a:ln>
          </p:spPr>
        </p:pic>
        <p:pic>
          <p:nvPicPr>
            <p:cNvPr id="67607" name="Picture 11"/>
            <p:cNvPicPr>
              <a:picLocks noChangeAspect="1" noChangeArrowheads="1"/>
            </p:cNvPicPr>
            <p:nvPr/>
          </p:nvPicPr>
          <p:blipFill>
            <a:blip r:embed="rId10" cstate="print"/>
            <a:srcRect/>
            <a:stretch>
              <a:fillRect/>
            </a:stretch>
          </p:blipFill>
          <p:spPr bwMode="auto">
            <a:xfrm>
              <a:off x="2717573" y="4941281"/>
              <a:ext cx="4320041" cy="1165225"/>
            </a:xfrm>
            <a:prstGeom prst="rect">
              <a:avLst/>
            </a:prstGeom>
            <a:noFill/>
            <a:ln w="9525">
              <a:noFill/>
              <a:miter lim="800000"/>
              <a:headEnd/>
              <a:tailEnd/>
            </a:ln>
          </p:spPr>
        </p:pic>
        <p:grpSp>
          <p:nvGrpSpPr>
            <p:cNvPr id="5" name="Group 13"/>
            <p:cNvGrpSpPr>
              <a:grpSpLocks/>
            </p:cNvGrpSpPr>
            <p:nvPr/>
          </p:nvGrpSpPr>
          <p:grpSpPr bwMode="auto">
            <a:xfrm>
              <a:off x="-3386667" y="1894716"/>
              <a:ext cx="13264233" cy="577552"/>
              <a:chOff x="5281613" y="5646738"/>
              <a:chExt cx="1438276" cy="628649"/>
            </a:xfrm>
          </p:grpSpPr>
          <p:sp>
            <p:nvSpPr>
              <p:cNvPr id="67811"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812"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813"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814"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815"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816"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817"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818"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819"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820"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821"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822"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823"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824"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825"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826"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827"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828"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829"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830"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831"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832"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833"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834"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835"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836"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837"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838"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839"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840"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841"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842"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843"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844"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845"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846"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847"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848"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849"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850"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851"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852"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853"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854"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855"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856"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857"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858"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859"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860"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861"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862"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863"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864"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865"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866"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867"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868"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869"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870"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871"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872"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873"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874"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875"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876"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877"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878"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879"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880"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881"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882"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883"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884"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885"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886"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887"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888"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889"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890"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891"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892"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893"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894"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895"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896"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97"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98"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99"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900"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901"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902"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903"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904"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905"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906"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907"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sp>
            <p:nvSpPr>
              <p:cNvPr id="6790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grpSp>
        <p:grpSp>
          <p:nvGrpSpPr>
            <p:cNvPr id="6" name="Group 112"/>
            <p:cNvGrpSpPr>
              <a:grpSpLocks/>
            </p:cNvGrpSpPr>
            <p:nvPr/>
          </p:nvGrpSpPr>
          <p:grpSpPr bwMode="auto">
            <a:xfrm>
              <a:off x="2775857" y="3575964"/>
              <a:ext cx="5301343" cy="653141"/>
              <a:chOff x="5281613" y="5646738"/>
              <a:chExt cx="1438276" cy="628649"/>
            </a:xfrm>
          </p:grpSpPr>
          <p:sp>
            <p:nvSpPr>
              <p:cNvPr id="67713"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714"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715"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716"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717"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718"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719"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720"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721"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722"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723"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724"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725"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726"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727"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728"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729"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730"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731"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732"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733"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734"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735"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736"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737"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738"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739"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740"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741"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742"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743"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744"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745"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746"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747"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748"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749"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750"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751"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752"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753"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754"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755"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756"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757"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758"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759"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760"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761"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762"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763"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764"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765"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766"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767"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768"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769"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770"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771"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772"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773"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774"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775"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776"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777"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778"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779"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780"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781"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782"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783"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784"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785"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786"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787"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788"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789"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790"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791"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792"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793"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794"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795"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796"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797"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98"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99"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800"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801"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802"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803"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804"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805"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806"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807"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808"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809"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810"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grpSp>
          <p:nvGrpSpPr>
            <p:cNvPr id="7" name="Group 112"/>
            <p:cNvGrpSpPr>
              <a:grpSpLocks/>
            </p:cNvGrpSpPr>
            <p:nvPr/>
          </p:nvGrpSpPr>
          <p:grpSpPr bwMode="auto">
            <a:xfrm>
              <a:off x="2843590" y="5201561"/>
              <a:ext cx="3235477" cy="653141"/>
              <a:chOff x="5281613" y="5646738"/>
              <a:chExt cx="1438276" cy="628649"/>
            </a:xfrm>
          </p:grpSpPr>
          <p:sp>
            <p:nvSpPr>
              <p:cNvPr id="67615" name="Line 9"/>
              <p:cNvSpPr>
                <a:spLocks noChangeShapeType="1"/>
              </p:cNvSpPr>
              <p:nvPr/>
            </p:nvSpPr>
            <p:spPr bwMode="auto">
              <a:xfrm flipV="1">
                <a:off x="5281613" y="5940425"/>
                <a:ext cx="14288" cy="20637"/>
              </a:xfrm>
              <a:prstGeom prst="line">
                <a:avLst/>
              </a:prstGeom>
              <a:noFill/>
              <a:ln w="28575">
                <a:solidFill>
                  <a:srgbClr val="000040"/>
                </a:solidFill>
                <a:round/>
                <a:headEnd/>
                <a:tailEnd/>
              </a:ln>
            </p:spPr>
            <p:txBody>
              <a:bodyPr/>
              <a:lstStyle/>
              <a:p>
                <a:endParaRPr lang="en-US" dirty="0"/>
              </a:p>
            </p:txBody>
          </p:sp>
          <p:sp>
            <p:nvSpPr>
              <p:cNvPr id="67616" name="Line 10"/>
              <p:cNvSpPr>
                <a:spLocks noChangeShapeType="1"/>
              </p:cNvSpPr>
              <p:nvPr/>
            </p:nvSpPr>
            <p:spPr bwMode="auto">
              <a:xfrm flipV="1">
                <a:off x="5295901" y="5921375"/>
                <a:ext cx="14288" cy="19050"/>
              </a:xfrm>
              <a:prstGeom prst="line">
                <a:avLst/>
              </a:prstGeom>
              <a:noFill/>
              <a:ln w="28575">
                <a:solidFill>
                  <a:srgbClr val="000040"/>
                </a:solidFill>
                <a:round/>
                <a:headEnd/>
                <a:tailEnd/>
              </a:ln>
            </p:spPr>
            <p:txBody>
              <a:bodyPr/>
              <a:lstStyle/>
              <a:p>
                <a:endParaRPr lang="en-US" dirty="0"/>
              </a:p>
            </p:txBody>
          </p:sp>
          <p:sp>
            <p:nvSpPr>
              <p:cNvPr id="67617" name="Line 11"/>
              <p:cNvSpPr>
                <a:spLocks noChangeShapeType="1"/>
              </p:cNvSpPr>
              <p:nvPr/>
            </p:nvSpPr>
            <p:spPr bwMode="auto">
              <a:xfrm flipV="1">
                <a:off x="5310188" y="5900738"/>
                <a:ext cx="14288" cy="20637"/>
              </a:xfrm>
              <a:prstGeom prst="line">
                <a:avLst/>
              </a:prstGeom>
              <a:noFill/>
              <a:ln w="28575">
                <a:solidFill>
                  <a:srgbClr val="000040"/>
                </a:solidFill>
                <a:round/>
                <a:headEnd/>
                <a:tailEnd/>
              </a:ln>
            </p:spPr>
            <p:txBody>
              <a:bodyPr/>
              <a:lstStyle/>
              <a:p>
                <a:endParaRPr lang="en-US" dirty="0"/>
              </a:p>
            </p:txBody>
          </p:sp>
          <p:sp>
            <p:nvSpPr>
              <p:cNvPr id="67618" name="Line 12"/>
              <p:cNvSpPr>
                <a:spLocks noChangeShapeType="1"/>
              </p:cNvSpPr>
              <p:nvPr/>
            </p:nvSpPr>
            <p:spPr bwMode="auto">
              <a:xfrm flipV="1">
                <a:off x="5324476" y="5881688"/>
                <a:ext cx="14288" cy="19050"/>
              </a:xfrm>
              <a:prstGeom prst="line">
                <a:avLst/>
              </a:prstGeom>
              <a:noFill/>
              <a:ln w="28575">
                <a:solidFill>
                  <a:srgbClr val="000040"/>
                </a:solidFill>
                <a:round/>
                <a:headEnd/>
                <a:tailEnd/>
              </a:ln>
            </p:spPr>
            <p:txBody>
              <a:bodyPr/>
              <a:lstStyle/>
              <a:p>
                <a:endParaRPr lang="en-US" dirty="0"/>
              </a:p>
            </p:txBody>
          </p:sp>
          <p:sp>
            <p:nvSpPr>
              <p:cNvPr id="67619" name="Line 13"/>
              <p:cNvSpPr>
                <a:spLocks noChangeShapeType="1"/>
              </p:cNvSpPr>
              <p:nvPr/>
            </p:nvSpPr>
            <p:spPr bwMode="auto">
              <a:xfrm flipV="1">
                <a:off x="5338763" y="5862638"/>
                <a:ext cx="15875" cy="19050"/>
              </a:xfrm>
              <a:prstGeom prst="line">
                <a:avLst/>
              </a:prstGeom>
              <a:noFill/>
              <a:ln w="28575">
                <a:solidFill>
                  <a:srgbClr val="000040"/>
                </a:solidFill>
                <a:round/>
                <a:headEnd/>
                <a:tailEnd/>
              </a:ln>
            </p:spPr>
            <p:txBody>
              <a:bodyPr/>
              <a:lstStyle/>
              <a:p>
                <a:endParaRPr lang="en-US" dirty="0"/>
              </a:p>
            </p:txBody>
          </p:sp>
          <p:sp>
            <p:nvSpPr>
              <p:cNvPr id="67620" name="Line 14"/>
              <p:cNvSpPr>
                <a:spLocks noChangeShapeType="1"/>
              </p:cNvSpPr>
              <p:nvPr/>
            </p:nvSpPr>
            <p:spPr bwMode="auto">
              <a:xfrm flipV="1">
                <a:off x="5354638" y="5845175"/>
                <a:ext cx="14288" cy="17462"/>
              </a:xfrm>
              <a:prstGeom prst="line">
                <a:avLst/>
              </a:prstGeom>
              <a:noFill/>
              <a:ln w="28575">
                <a:solidFill>
                  <a:srgbClr val="000040"/>
                </a:solidFill>
                <a:round/>
                <a:headEnd/>
                <a:tailEnd/>
              </a:ln>
            </p:spPr>
            <p:txBody>
              <a:bodyPr/>
              <a:lstStyle/>
              <a:p>
                <a:endParaRPr lang="en-US" dirty="0"/>
              </a:p>
            </p:txBody>
          </p:sp>
          <p:sp>
            <p:nvSpPr>
              <p:cNvPr id="67621" name="Line 15"/>
              <p:cNvSpPr>
                <a:spLocks noChangeShapeType="1"/>
              </p:cNvSpPr>
              <p:nvPr/>
            </p:nvSpPr>
            <p:spPr bwMode="auto">
              <a:xfrm flipV="1">
                <a:off x="5368926" y="5826125"/>
                <a:ext cx="14288" cy="19050"/>
              </a:xfrm>
              <a:prstGeom prst="line">
                <a:avLst/>
              </a:prstGeom>
              <a:noFill/>
              <a:ln w="28575">
                <a:solidFill>
                  <a:srgbClr val="000040"/>
                </a:solidFill>
                <a:round/>
                <a:headEnd/>
                <a:tailEnd/>
              </a:ln>
            </p:spPr>
            <p:txBody>
              <a:bodyPr/>
              <a:lstStyle/>
              <a:p>
                <a:endParaRPr lang="en-US" dirty="0"/>
              </a:p>
            </p:txBody>
          </p:sp>
          <p:sp>
            <p:nvSpPr>
              <p:cNvPr id="67622" name="Line 16"/>
              <p:cNvSpPr>
                <a:spLocks noChangeShapeType="1"/>
              </p:cNvSpPr>
              <p:nvPr/>
            </p:nvSpPr>
            <p:spPr bwMode="auto">
              <a:xfrm flipV="1">
                <a:off x="5383213" y="5808663"/>
                <a:ext cx="14288" cy="17462"/>
              </a:xfrm>
              <a:prstGeom prst="line">
                <a:avLst/>
              </a:prstGeom>
              <a:noFill/>
              <a:ln w="28575">
                <a:solidFill>
                  <a:srgbClr val="000040"/>
                </a:solidFill>
                <a:round/>
                <a:headEnd/>
                <a:tailEnd/>
              </a:ln>
            </p:spPr>
            <p:txBody>
              <a:bodyPr/>
              <a:lstStyle/>
              <a:p>
                <a:endParaRPr lang="en-US" dirty="0"/>
              </a:p>
            </p:txBody>
          </p:sp>
          <p:sp>
            <p:nvSpPr>
              <p:cNvPr id="67623" name="Line 17"/>
              <p:cNvSpPr>
                <a:spLocks noChangeShapeType="1"/>
              </p:cNvSpPr>
              <p:nvPr/>
            </p:nvSpPr>
            <p:spPr bwMode="auto">
              <a:xfrm flipV="1">
                <a:off x="5397501" y="5791200"/>
                <a:ext cx="15875" cy="17462"/>
              </a:xfrm>
              <a:prstGeom prst="line">
                <a:avLst/>
              </a:prstGeom>
              <a:noFill/>
              <a:ln w="28575">
                <a:solidFill>
                  <a:srgbClr val="000040"/>
                </a:solidFill>
                <a:round/>
                <a:headEnd/>
                <a:tailEnd/>
              </a:ln>
            </p:spPr>
            <p:txBody>
              <a:bodyPr/>
              <a:lstStyle/>
              <a:p>
                <a:endParaRPr lang="en-US" dirty="0"/>
              </a:p>
            </p:txBody>
          </p:sp>
          <p:sp>
            <p:nvSpPr>
              <p:cNvPr id="67624" name="Line 18"/>
              <p:cNvSpPr>
                <a:spLocks noChangeShapeType="1"/>
              </p:cNvSpPr>
              <p:nvPr/>
            </p:nvSpPr>
            <p:spPr bwMode="auto">
              <a:xfrm flipV="1">
                <a:off x="5413376" y="5775325"/>
                <a:ext cx="14288" cy="15875"/>
              </a:xfrm>
              <a:prstGeom prst="line">
                <a:avLst/>
              </a:prstGeom>
              <a:noFill/>
              <a:ln w="28575">
                <a:solidFill>
                  <a:srgbClr val="000040"/>
                </a:solidFill>
                <a:round/>
                <a:headEnd/>
                <a:tailEnd/>
              </a:ln>
            </p:spPr>
            <p:txBody>
              <a:bodyPr/>
              <a:lstStyle/>
              <a:p>
                <a:endParaRPr lang="en-US" dirty="0"/>
              </a:p>
            </p:txBody>
          </p:sp>
          <p:sp>
            <p:nvSpPr>
              <p:cNvPr id="67625" name="Line 19"/>
              <p:cNvSpPr>
                <a:spLocks noChangeShapeType="1"/>
              </p:cNvSpPr>
              <p:nvPr/>
            </p:nvSpPr>
            <p:spPr bwMode="auto">
              <a:xfrm flipV="1">
                <a:off x="5427663" y="5759450"/>
                <a:ext cx="14288" cy="15875"/>
              </a:xfrm>
              <a:prstGeom prst="line">
                <a:avLst/>
              </a:prstGeom>
              <a:noFill/>
              <a:ln w="28575">
                <a:solidFill>
                  <a:srgbClr val="000040"/>
                </a:solidFill>
                <a:round/>
                <a:headEnd/>
                <a:tailEnd/>
              </a:ln>
            </p:spPr>
            <p:txBody>
              <a:bodyPr/>
              <a:lstStyle/>
              <a:p>
                <a:endParaRPr lang="en-US" dirty="0"/>
              </a:p>
            </p:txBody>
          </p:sp>
          <p:sp>
            <p:nvSpPr>
              <p:cNvPr id="67626" name="Line 20"/>
              <p:cNvSpPr>
                <a:spLocks noChangeShapeType="1"/>
              </p:cNvSpPr>
              <p:nvPr/>
            </p:nvSpPr>
            <p:spPr bwMode="auto">
              <a:xfrm flipV="1">
                <a:off x="5441951" y="5745163"/>
                <a:ext cx="15875" cy="14287"/>
              </a:xfrm>
              <a:prstGeom prst="line">
                <a:avLst/>
              </a:prstGeom>
              <a:noFill/>
              <a:ln w="28575">
                <a:solidFill>
                  <a:srgbClr val="000040"/>
                </a:solidFill>
                <a:round/>
                <a:headEnd/>
                <a:tailEnd/>
              </a:ln>
            </p:spPr>
            <p:txBody>
              <a:bodyPr/>
              <a:lstStyle/>
              <a:p>
                <a:endParaRPr lang="en-US" dirty="0"/>
              </a:p>
            </p:txBody>
          </p:sp>
          <p:sp>
            <p:nvSpPr>
              <p:cNvPr id="67627" name="Line 21"/>
              <p:cNvSpPr>
                <a:spLocks noChangeShapeType="1"/>
              </p:cNvSpPr>
              <p:nvPr/>
            </p:nvSpPr>
            <p:spPr bwMode="auto">
              <a:xfrm flipV="1">
                <a:off x="5457826" y="5730875"/>
                <a:ext cx="14288" cy="14287"/>
              </a:xfrm>
              <a:prstGeom prst="line">
                <a:avLst/>
              </a:prstGeom>
              <a:noFill/>
              <a:ln w="28575">
                <a:solidFill>
                  <a:srgbClr val="000040"/>
                </a:solidFill>
                <a:round/>
                <a:headEnd/>
                <a:tailEnd/>
              </a:ln>
            </p:spPr>
            <p:txBody>
              <a:bodyPr/>
              <a:lstStyle/>
              <a:p>
                <a:endParaRPr lang="en-US" dirty="0"/>
              </a:p>
            </p:txBody>
          </p:sp>
          <p:sp>
            <p:nvSpPr>
              <p:cNvPr id="67628" name="Line 22"/>
              <p:cNvSpPr>
                <a:spLocks noChangeShapeType="1"/>
              </p:cNvSpPr>
              <p:nvPr/>
            </p:nvSpPr>
            <p:spPr bwMode="auto">
              <a:xfrm flipV="1">
                <a:off x="5472113" y="5718175"/>
                <a:ext cx="14288" cy="12700"/>
              </a:xfrm>
              <a:prstGeom prst="line">
                <a:avLst/>
              </a:prstGeom>
              <a:noFill/>
              <a:ln w="28575">
                <a:solidFill>
                  <a:srgbClr val="000040"/>
                </a:solidFill>
                <a:round/>
                <a:headEnd/>
                <a:tailEnd/>
              </a:ln>
            </p:spPr>
            <p:txBody>
              <a:bodyPr/>
              <a:lstStyle/>
              <a:p>
                <a:endParaRPr lang="en-US" dirty="0"/>
              </a:p>
            </p:txBody>
          </p:sp>
          <p:sp>
            <p:nvSpPr>
              <p:cNvPr id="67629" name="Line 23"/>
              <p:cNvSpPr>
                <a:spLocks noChangeShapeType="1"/>
              </p:cNvSpPr>
              <p:nvPr/>
            </p:nvSpPr>
            <p:spPr bwMode="auto">
              <a:xfrm flipV="1">
                <a:off x="5486401" y="5705475"/>
                <a:ext cx="14288" cy="12700"/>
              </a:xfrm>
              <a:prstGeom prst="line">
                <a:avLst/>
              </a:prstGeom>
              <a:noFill/>
              <a:ln w="28575">
                <a:solidFill>
                  <a:srgbClr val="000040"/>
                </a:solidFill>
                <a:round/>
                <a:headEnd/>
                <a:tailEnd/>
              </a:ln>
            </p:spPr>
            <p:txBody>
              <a:bodyPr/>
              <a:lstStyle/>
              <a:p>
                <a:endParaRPr lang="en-US" dirty="0"/>
              </a:p>
            </p:txBody>
          </p:sp>
          <p:sp>
            <p:nvSpPr>
              <p:cNvPr id="67630" name="Line 24"/>
              <p:cNvSpPr>
                <a:spLocks noChangeShapeType="1"/>
              </p:cNvSpPr>
              <p:nvPr/>
            </p:nvSpPr>
            <p:spPr bwMode="auto">
              <a:xfrm flipV="1">
                <a:off x="5500688" y="5694363"/>
                <a:ext cx="14288" cy="11112"/>
              </a:xfrm>
              <a:prstGeom prst="line">
                <a:avLst/>
              </a:prstGeom>
              <a:noFill/>
              <a:ln w="28575">
                <a:solidFill>
                  <a:srgbClr val="000040"/>
                </a:solidFill>
                <a:round/>
                <a:headEnd/>
                <a:tailEnd/>
              </a:ln>
            </p:spPr>
            <p:txBody>
              <a:bodyPr/>
              <a:lstStyle/>
              <a:p>
                <a:endParaRPr lang="en-US" dirty="0"/>
              </a:p>
            </p:txBody>
          </p:sp>
          <p:sp>
            <p:nvSpPr>
              <p:cNvPr id="67631" name="Line 25"/>
              <p:cNvSpPr>
                <a:spLocks noChangeShapeType="1"/>
              </p:cNvSpPr>
              <p:nvPr/>
            </p:nvSpPr>
            <p:spPr bwMode="auto">
              <a:xfrm flipV="1">
                <a:off x="5514976" y="5684838"/>
                <a:ext cx="15875" cy="9525"/>
              </a:xfrm>
              <a:prstGeom prst="line">
                <a:avLst/>
              </a:prstGeom>
              <a:noFill/>
              <a:ln w="28575">
                <a:solidFill>
                  <a:srgbClr val="000040"/>
                </a:solidFill>
                <a:round/>
                <a:headEnd/>
                <a:tailEnd/>
              </a:ln>
            </p:spPr>
            <p:txBody>
              <a:bodyPr/>
              <a:lstStyle/>
              <a:p>
                <a:endParaRPr lang="en-US" dirty="0"/>
              </a:p>
            </p:txBody>
          </p:sp>
          <p:sp>
            <p:nvSpPr>
              <p:cNvPr id="67632" name="Line 26"/>
              <p:cNvSpPr>
                <a:spLocks noChangeShapeType="1"/>
              </p:cNvSpPr>
              <p:nvPr/>
            </p:nvSpPr>
            <p:spPr bwMode="auto">
              <a:xfrm flipV="1">
                <a:off x="5530851" y="5675313"/>
                <a:ext cx="14288" cy="9525"/>
              </a:xfrm>
              <a:prstGeom prst="line">
                <a:avLst/>
              </a:prstGeom>
              <a:noFill/>
              <a:ln w="28575">
                <a:solidFill>
                  <a:srgbClr val="000040"/>
                </a:solidFill>
                <a:round/>
                <a:headEnd/>
                <a:tailEnd/>
              </a:ln>
            </p:spPr>
            <p:txBody>
              <a:bodyPr/>
              <a:lstStyle/>
              <a:p>
                <a:endParaRPr lang="en-US" dirty="0"/>
              </a:p>
            </p:txBody>
          </p:sp>
          <p:sp>
            <p:nvSpPr>
              <p:cNvPr id="67633" name="Line 27"/>
              <p:cNvSpPr>
                <a:spLocks noChangeShapeType="1"/>
              </p:cNvSpPr>
              <p:nvPr/>
            </p:nvSpPr>
            <p:spPr bwMode="auto">
              <a:xfrm flipV="1">
                <a:off x="5545138" y="5667375"/>
                <a:ext cx="14288" cy="7937"/>
              </a:xfrm>
              <a:prstGeom prst="line">
                <a:avLst/>
              </a:prstGeom>
              <a:noFill/>
              <a:ln w="28575">
                <a:solidFill>
                  <a:srgbClr val="000040"/>
                </a:solidFill>
                <a:round/>
                <a:headEnd/>
                <a:tailEnd/>
              </a:ln>
            </p:spPr>
            <p:txBody>
              <a:bodyPr/>
              <a:lstStyle/>
              <a:p>
                <a:endParaRPr lang="en-US" dirty="0"/>
              </a:p>
            </p:txBody>
          </p:sp>
          <p:sp>
            <p:nvSpPr>
              <p:cNvPr id="67634" name="Line 28"/>
              <p:cNvSpPr>
                <a:spLocks noChangeShapeType="1"/>
              </p:cNvSpPr>
              <p:nvPr/>
            </p:nvSpPr>
            <p:spPr bwMode="auto">
              <a:xfrm flipV="1">
                <a:off x="5559426" y="5661025"/>
                <a:ext cx="15875" cy="6350"/>
              </a:xfrm>
              <a:prstGeom prst="line">
                <a:avLst/>
              </a:prstGeom>
              <a:noFill/>
              <a:ln w="28575">
                <a:solidFill>
                  <a:srgbClr val="000040"/>
                </a:solidFill>
                <a:round/>
                <a:headEnd/>
                <a:tailEnd/>
              </a:ln>
            </p:spPr>
            <p:txBody>
              <a:bodyPr/>
              <a:lstStyle/>
              <a:p>
                <a:endParaRPr lang="en-US" dirty="0"/>
              </a:p>
            </p:txBody>
          </p:sp>
          <p:sp>
            <p:nvSpPr>
              <p:cNvPr id="67635" name="Line 29"/>
              <p:cNvSpPr>
                <a:spLocks noChangeShapeType="1"/>
              </p:cNvSpPr>
              <p:nvPr/>
            </p:nvSpPr>
            <p:spPr bwMode="auto">
              <a:xfrm flipV="1">
                <a:off x="5575301" y="5656263"/>
                <a:ext cx="14288" cy="4762"/>
              </a:xfrm>
              <a:prstGeom prst="line">
                <a:avLst/>
              </a:prstGeom>
              <a:noFill/>
              <a:ln w="28575">
                <a:solidFill>
                  <a:srgbClr val="000040"/>
                </a:solidFill>
                <a:round/>
                <a:headEnd/>
                <a:tailEnd/>
              </a:ln>
            </p:spPr>
            <p:txBody>
              <a:bodyPr/>
              <a:lstStyle/>
              <a:p>
                <a:endParaRPr lang="en-US" dirty="0"/>
              </a:p>
            </p:txBody>
          </p:sp>
          <p:sp>
            <p:nvSpPr>
              <p:cNvPr id="67636" name="Line 30"/>
              <p:cNvSpPr>
                <a:spLocks noChangeShapeType="1"/>
              </p:cNvSpPr>
              <p:nvPr/>
            </p:nvSpPr>
            <p:spPr bwMode="auto">
              <a:xfrm flipV="1">
                <a:off x="5589588" y="5651500"/>
                <a:ext cx="14288" cy="4762"/>
              </a:xfrm>
              <a:prstGeom prst="line">
                <a:avLst/>
              </a:prstGeom>
              <a:noFill/>
              <a:ln w="28575">
                <a:solidFill>
                  <a:srgbClr val="000040"/>
                </a:solidFill>
                <a:round/>
                <a:headEnd/>
                <a:tailEnd/>
              </a:ln>
            </p:spPr>
            <p:txBody>
              <a:bodyPr/>
              <a:lstStyle/>
              <a:p>
                <a:endParaRPr lang="en-US" dirty="0"/>
              </a:p>
            </p:txBody>
          </p:sp>
          <p:sp>
            <p:nvSpPr>
              <p:cNvPr id="67637" name="Line 31"/>
              <p:cNvSpPr>
                <a:spLocks noChangeShapeType="1"/>
              </p:cNvSpPr>
              <p:nvPr/>
            </p:nvSpPr>
            <p:spPr bwMode="auto">
              <a:xfrm flipV="1">
                <a:off x="5603876" y="5649913"/>
                <a:ext cx="14288" cy="1587"/>
              </a:xfrm>
              <a:prstGeom prst="line">
                <a:avLst/>
              </a:prstGeom>
              <a:noFill/>
              <a:ln w="28575">
                <a:solidFill>
                  <a:srgbClr val="000040"/>
                </a:solidFill>
                <a:round/>
                <a:headEnd/>
                <a:tailEnd/>
              </a:ln>
            </p:spPr>
            <p:txBody>
              <a:bodyPr/>
              <a:lstStyle/>
              <a:p>
                <a:endParaRPr lang="en-US" dirty="0"/>
              </a:p>
            </p:txBody>
          </p:sp>
          <p:sp>
            <p:nvSpPr>
              <p:cNvPr id="67638" name="Line 32"/>
              <p:cNvSpPr>
                <a:spLocks noChangeShapeType="1"/>
              </p:cNvSpPr>
              <p:nvPr/>
            </p:nvSpPr>
            <p:spPr bwMode="auto">
              <a:xfrm flipV="1">
                <a:off x="5618163" y="5648325"/>
                <a:ext cx="15875" cy="1587"/>
              </a:xfrm>
              <a:prstGeom prst="line">
                <a:avLst/>
              </a:prstGeom>
              <a:noFill/>
              <a:ln w="28575">
                <a:solidFill>
                  <a:srgbClr val="000040"/>
                </a:solidFill>
                <a:round/>
                <a:headEnd/>
                <a:tailEnd/>
              </a:ln>
            </p:spPr>
            <p:txBody>
              <a:bodyPr/>
              <a:lstStyle/>
              <a:p>
                <a:endParaRPr lang="en-US" dirty="0"/>
              </a:p>
            </p:txBody>
          </p:sp>
          <p:sp>
            <p:nvSpPr>
              <p:cNvPr id="67639" name="Line 33"/>
              <p:cNvSpPr>
                <a:spLocks noChangeShapeType="1"/>
              </p:cNvSpPr>
              <p:nvPr/>
            </p:nvSpPr>
            <p:spPr bwMode="auto">
              <a:xfrm flipV="1">
                <a:off x="5634038" y="5646738"/>
                <a:ext cx="14288" cy="1587"/>
              </a:xfrm>
              <a:prstGeom prst="line">
                <a:avLst/>
              </a:prstGeom>
              <a:noFill/>
              <a:ln w="28575">
                <a:solidFill>
                  <a:srgbClr val="000040"/>
                </a:solidFill>
                <a:round/>
                <a:headEnd/>
                <a:tailEnd/>
              </a:ln>
            </p:spPr>
            <p:txBody>
              <a:bodyPr/>
              <a:lstStyle/>
              <a:p>
                <a:endParaRPr lang="en-US" dirty="0"/>
              </a:p>
            </p:txBody>
          </p:sp>
          <p:sp>
            <p:nvSpPr>
              <p:cNvPr id="67640" name="Line 34"/>
              <p:cNvSpPr>
                <a:spLocks noChangeShapeType="1"/>
              </p:cNvSpPr>
              <p:nvPr/>
            </p:nvSpPr>
            <p:spPr bwMode="auto">
              <a:xfrm>
                <a:off x="5648326" y="5646738"/>
                <a:ext cx="14288" cy="1587"/>
              </a:xfrm>
              <a:prstGeom prst="line">
                <a:avLst/>
              </a:prstGeom>
              <a:noFill/>
              <a:ln w="28575">
                <a:solidFill>
                  <a:srgbClr val="000040"/>
                </a:solidFill>
                <a:round/>
                <a:headEnd/>
                <a:tailEnd/>
              </a:ln>
            </p:spPr>
            <p:txBody>
              <a:bodyPr/>
              <a:lstStyle/>
              <a:p>
                <a:endParaRPr lang="en-US" dirty="0"/>
              </a:p>
            </p:txBody>
          </p:sp>
          <p:sp>
            <p:nvSpPr>
              <p:cNvPr id="67641" name="Line 35"/>
              <p:cNvSpPr>
                <a:spLocks noChangeShapeType="1"/>
              </p:cNvSpPr>
              <p:nvPr/>
            </p:nvSpPr>
            <p:spPr bwMode="auto">
              <a:xfrm>
                <a:off x="5662613" y="5648325"/>
                <a:ext cx="14288" cy="1587"/>
              </a:xfrm>
              <a:prstGeom prst="line">
                <a:avLst/>
              </a:prstGeom>
              <a:noFill/>
              <a:ln w="28575">
                <a:solidFill>
                  <a:srgbClr val="000040"/>
                </a:solidFill>
                <a:round/>
                <a:headEnd/>
                <a:tailEnd/>
              </a:ln>
            </p:spPr>
            <p:txBody>
              <a:bodyPr/>
              <a:lstStyle/>
              <a:p>
                <a:endParaRPr lang="en-US" dirty="0"/>
              </a:p>
            </p:txBody>
          </p:sp>
          <p:sp>
            <p:nvSpPr>
              <p:cNvPr id="67642" name="Line 36"/>
              <p:cNvSpPr>
                <a:spLocks noChangeShapeType="1"/>
              </p:cNvSpPr>
              <p:nvPr/>
            </p:nvSpPr>
            <p:spPr bwMode="auto">
              <a:xfrm>
                <a:off x="5676901" y="5649913"/>
                <a:ext cx="15875" cy="4762"/>
              </a:xfrm>
              <a:prstGeom prst="line">
                <a:avLst/>
              </a:prstGeom>
              <a:noFill/>
              <a:ln w="28575">
                <a:solidFill>
                  <a:srgbClr val="000040"/>
                </a:solidFill>
                <a:round/>
                <a:headEnd/>
                <a:tailEnd/>
              </a:ln>
            </p:spPr>
            <p:txBody>
              <a:bodyPr/>
              <a:lstStyle/>
              <a:p>
                <a:endParaRPr lang="en-US" dirty="0"/>
              </a:p>
            </p:txBody>
          </p:sp>
          <p:sp>
            <p:nvSpPr>
              <p:cNvPr id="67643" name="Line 37"/>
              <p:cNvSpPr>
                <a:spLocks noChangeShapeType="1"/>
              </p:cNvSpPr>
              <p:nvPr/>
            </p:nvSpPr>
            <p:spPr bwMode="auto">
              <a:xfrm>
                <a:off x="5692776" y="5654675"/>
                <a:ext cx="14288" cy="4762"/>
              </a:xfrm>
              <a:prstGeom prst="line">
                <a:avLst/>
              </a:prstGeom>
              <a:noFill/>
              <a:ln w="28575">
                <a:solidFill>
                  <a:srgbClr val="000040"/>
                </a:solidFill>
                <a:round/>
                <a:headEnd/>
                <a:tailEnd/>
              </a:ln>
            </p:spPr>
            <p:txBody>
              <a:bodyPr/>
              <a:lstStyle/>
              <a:p>
                <a:endParaRPr lang="en-US" dirty="0"/>
              </a:p>
            </p:txBody>
          </p:sp>
          <p:sp>
            <p:nvSpPr>
              <p:cNvPr id="67644" name="Line 38"/>
              <p:cNvSpPr>
                <a:spLocks noChangeShapeType="1"/>
              </p:cNvSpPr>
              <p:nvPr/>
            </p:nvSpPr>
            <p:spPr bwMode="auto">
              <a:xfrm>
                <a:off x="5707063" y="5659438"/>
                <a:ext cx="14288" cy="4762"/>
              </a:xfrm>
              <a:prstGeom prst="line">
                <a:avLst/>
              </a:prstGeom>
              <a:noFill/>
              <a:ln w="28575">
                <a:solidFill>
                  <a:srgbClr val="000040"/>
                </a:solidFill>
                <a:round/>
                <a:headEnd/>
                <a:tailEnd/>
              </a:ln>
            </p:spPr>
            <p:txBody>
              <a:bodyPr/>
              <a:lstStyle/>
              <a:p>
                <a:endParaRPr lang="en-US" dirty="0"/>
              </a:p>
            </p:txBody>
          </p:sp>
          <p:sp>
            <p:nvSpPr>
              <p:cNvPr id="67645" name="Line 39"/>
              <p:cNvSpPr>
                <a:spLocks noChangeShapeType="1"/>
              </p:cNvSpPr>
              <p:nvPr/>
            </p:nvSpPr>
            <p:spPr bwMode="auto">
              <a:xfrm>
                <a:off x="5721351" y="5664200"/>
                <a:ext cx="14288" cy="7937"/>
              </a:xfrm>
              <a:prstGeom prst="line">
                <a:avLst/>
              </a:prstGeom>
              <a:noFill/>
              <a:ln w="28575">
                <a:solidFill>
                  <a:srgbClr val="000040"/>
                </a:solidFill>
                <a:round/>
                <a:headEnd/>
                <a:tailEnd/>
              </a:ln>
            </p:spPr>
            <p:txBody>
              <a:bodyPr/>
              <a:lstStyle/>
              <a:p>
                <a:endParaRPr lang="en-US" dirty="0"/>
              </a:p>
            </p:txBody>
          </p:sp>
          <p:sp>
            <p:nvSpPr>
              <p:cNvPr id="67646" name="Line 40"/>
              <p:cNvSpPr>
                <a:spLocks noChangeShapeType="1"/>
              </p:cNvSpPr>
              <p:nvPr/>
            </p:nvSpPr>
            <p:spPr bwMode="auto">
              <a:xfrm>
                <a:off x="5735638" y="5672138"/>
                <a:ext cx="15875" cy="7937"/>
              </a:xfrm>
              <a:prstGeom prst="line">
                <a:avLst/>
              </a:prstGeom>
              <a:noFill/>
              <a:ln w="28575">
                <a:solidFill>
                  <a:srgbClr val="000040"/>
                </a:solidFill>
                <a:round/>
                <a:headEnd/>
                <a:tailEnd/>
              </a:ln>
            </p:spPr>
            <p:txBody>
              <a:bodyPr/>
              <a:lstStyle/>
              <a:p>
                <a:endParaRPr lang="en-US" dirty="0"/>
              </a:p>
            </p:txBody>
          </p:sp>
          <p:sp>
            <p:nvSpPr>
              <p:cNvPr id="67647" name="Line 41"/>
              <p:cNvSpPr>
                <a:spLocks noChangeShapeType="1"/>
              </p:cNvSpPr>
              <p:nvPr/>
            </p:nvSpPr>
            <p:spPr bwMode="auto">
              <a:xfrm>
                <a:off x="5751513" y="5680075"/>
                <a:ext cx="14288" cy="9525"/>
              </a:xfrm>
              <a:prstGeom prst="line">
                <a:avLst/>
              </a:prstGeom>
              <a:noFill/>
              <a:ln w="28575">
                <a:solidFill>
                  <a:srgbClr val="000040"/>
                </a:solidFill>
                <a:round/>
                <a:headEnd/>
                <a:tailEnd/>
              </a:ln>
            </p:spPr>
            <p:txBody>
              <a:bodyPr/>
              <a:lstStyle/>
              <a:p>
                <a:endParaRPr lang="en-US" dirty="0"/>
              </a:p>
            </p:txBody>
          </p:sp>
          <p:sp>
            <p:nvSpPr>
              <p:cNvPr id="67648" name="Line 42"/>
              <p:cNvSpPr>
                <a:spLocks noChangeShapeType="1"/>
              </p:cNvSpPr>
              <p:nvPr/>
            </p:nvSpPr>
            <p:spPr bwMode="auto">
              <a:xfrm>
                <a:off x="5765801" y="5689600"/>
                <a:ext cx="14288" cy="9525"/>
              </a:xfrm>
              <a:prstGeom prst="line">
                <a:avLst/>
              </a:prstGeom>
              <a:noFill/>
              <a:ln w="28575">
                <a:solidFill>
                  <a:srgbClr val="000040"/>
                </a:solidFill>
                <a:round/>
                <a:headEnd/>
                <a:tailEnd/>
              </a:ln>
            </p:spPr>
            <p:txBody>
              <a:bodyPr/>
              <a:lstStyle/>
              <a:p>
                <a:endParaRPr lang="en-US" dirty="0"/>
              </a:p>
            </p:txBody>
          </p:sp>
          <p:sp>
            <p:nvSpPr>
              <p:cNvPr id="67649" name="Line 43"/>
              <p:cNvSpPr>
                <a:spLocks noChangeShapeType="1"/>
              </p:cNvSpPr>
              <p:nvPr/>
            </p:nvSpPr>
            <p:spPr bwMode="auto">
              <a:xfrm>
                <a:off x="5780088" y="5699125"/>
                <a:ext cx="14288" cy="12700"/>
              </a:xfrm>
              <a:prstGeom prst="line">
                <a:avLst/>
              </a:prstGeom>
              <a:noFill/>
              <a:ln w="28575">
                <a:solidFill>
                  <a:srgbClr val="000040"/>
                </a:solidFill>
                <a:round/>
                <a:headEnd/>
                <a:tailEnd/>
              </a:ln>
            </p:spPr>
            <p:txBody>
              <a:bodyPr/>
              <a:lstStyle/>
              <a:p>
                <a:endParaRPr lang="en-US" dirty="0"/>
              </a:p>
            </p:txBody>
          </p:sp>
          <p:sp>
            <p:nvSpPr>
              <p:cNvPr id="67650" name="Line 44"/>
              <p:cNvSpPr>
                <a:spLocks noChangeShapeType="1"/>
              </p:cNvSpPr>
              <p:nvPr/>
            </p:nvSpPr>
            <p:spPr bwMode="auto">
              <a:xfrm>
                <a:off x="5794376" y="5711825"/>
                <a:ext cx="15875" cy="12700"/>
              </a:xfrm>
              <a:prstGeom prst="line">
                <a:avLst/>
              </a:prstGeom>
              <a:noFill/>
              <a:ln w="28575">
                <a:solidFill>
                  <a:srgbClr val="000040"/>
                </a:solidFill>
                <a:round/>
                <a:headEnd/>
                <a:tailEnd/>
              </a:ln>
            </p:spPr>
            <p:txBody>
              <a:bodyPr/>
              <a:lstStyle/>
              <a:p>
                <a:endParaRPr lang="en-US" dirty="0"/>
              </a:p>
            </p:txBody>
          </p:sp>
          <p:sp>
            <p:nvSpPr>
              <p:cNvPr id="67651" name="Line 45"/>
              <p:cNvSpPr>
                <a:spLocks noChangeShapeType="1"/>
              </p:cNvSpPr>
              <p:nvPr/>
            </p:nvSpPr>
            <p:spPr bwMode="auto">
              <a:xfrm>
                <a:off x="5810251" y="5724525"/>
                <a:ext cx="14288" cy="12700"/>
              </a:xfrm>
              <a:prstGeom prst="line">
                <a:avLst/>
              </a:prstGeom>
              <a:noFill/>
              <a:ln w="28575">
                <a:solidFill>
                  <a:srgbClr val="000040"/>
                </a:solidFill>
                <a:round/>
                <a:headEnd/>
                <a:tailEnd/>
              </a:ln>
            </p:spPr>
            <p:txBody>
              <a:bodyPr/>
              <a:lstStyle/>
              <a:p>
                <a:endParaRPr lang="en-US" dirty="0"/>
              </a:p>
            </p:txBody>
          </p:sp>
          <p:sp>
            <p:nvSpPr>
              <p:cNvPr id="67652" name="Line 46"/>
              <p:cNvSpPr>
                <a:spLocks noChangeShapeType="1"/>
              </p:cNvSpPr>
              <p:nvPr/>
            </p:nvSpPr>
            <p:spPr bwMode="auto">
              <a:xfrm>
                <a:off x="5824538" y="5737225"/>
                <a:ext cx="14288" cy="14287"/>
              </a:xfrm>
              <a:prstGeom prst="line">
                <a:avLst/>
              </a:prstGeom>
              <a:noFill/>
              <a:ln w="28575">
                <a:solidFill>
                  <a:srgbClr val="000040"/>
                </a:solidFill>
                <a:round/>
                <a:headEnd/>
                <a:tailEnd/>
              </a:ln>
            </p:spPr>
            <p:txBody>
              <a:bodyPr/>
              <a:lstStyle/>
              <a:p>
                <a:endParaRPr lang="en-US" dirty="0"/>
              </a:p>
            </p:txBody>
          </p:sp>
          <p:sp>
            <p:nvSpPr>
              <p:cNvPr id="67653" name="Line 47"/>
              <p:cNvSpPr>
                <a:spLocks noChangeShapeType="1"/>
              </p:cNvSpPr>
              <p:nvPr/>
            </p:nvSpPr>
            <p:spPr bwMode="auto">
              <a:xfrm>
                <a:off x="5838826" y="5751513"/>
                <a:ext cx="14288" cy="15875"/>
              </a:xfrm>
              <a:prstGeom prst="line">
                <a:avLst/>
              </a:prstGeom>
              <a:noFill/>
              <a:ln w="28575">
                <a:solidFill>
                  <a:srgbClr val="000040"/>
                </a:solidFill>
                <a:round/>
                <a:headEnd/>
                <a:tailEnd/>
              </a:ln>
            </p:spPr>
            <p:txBody>
              <a:bodyPr/>
              <a:lstStyle/>
              <a:p>
                <a:endParaRPr lang="en-US" dirty="0"/>
              </a:p>
            </p:txBody>
          </p:sp>
          <p:sp>
            <p:nvSpPr>
              <p:cNvPr id="67654" name="Line 48"/>
              <p:cNvSpPr>
                <a:spLocks noChangeShapeType="1"/>
              </p:cNvSpPr>
              <p:nvPr/>
            </p:nvSpPr>
            <p:spPr bwMode="auto">
              <a:xfrm>
                <a:off x="5853113" y="5767388"/>
                <a:ext cx="15875" cy="15875"/>
              </a:xfrm>
              <a:prstGeom prst="line">
                <a:avLst/>
              </a:prstGeom>
              <a:noFill/>
              <a:ln w="28575">
                <a:solidFill>
                  <a:srgbClr val="000040"/>
                </a:solidFill>
                <a:round/>
                <a:headEnd/>
                <a:tailEnd/>
              </a:ln>
            </p:spPr>
            <p:txBody>
              <a:bodyPr/>
              <a:lstStyle/>
              <a:p>
                <a:endParaRPr lang="en-US" dirty="0"/>
              </a:p>
            </p:txBody>
          </p:sp>
          <p:sp>
            <p:nvSpPr>
              <p:cNvPr id="67655" name="Line 49"/>
              <p:cNvSpPr>
                <a:spLocks noChangeShapeType="1"/>
              </p:cNvSpPr>
              <p:nvPr/>
            </p:nvSpPr>
            <p:spPr bwMode="auto">
              <a:xfrm>
                <a:off x="5868988" y="5783263"/>
                <a:ext cx="14288" cy="15875"/>
              </a:xfrm>
              <a:prstGeom prst="line">
                <a:avLst/>
              </a:prstGeom>
              <a:noFill/>
              <a:ln w="28575">
                <a:solidFill>
                  <a:srgbClr val="000040"/>
                </a:solidFill>
                <a:round/>
                <a:headEnd/>
                <a:tailEnd/>
              </a:ln>
            </p:spPr>
            <p:txBody>
              <a:bodyPr/>
              <a:lstStyle/>
              <a:p>
                <a:endParaRPr lang="en-US" dirty="0"/>
              </a:p>
            </p:txBody>
          </p:sp>
          <p:sp>
            <p:nvSpPr>
              <p:cNvPr id="67656" name="Line 50"/>
              <p:cNvSpPr>
                <a:spLocks noChangeShapeType="1"/>
              </p:cNvSpPr>
              <p:nvPr/>
            </p:nvSpPr>
            <p:spPr bwMode="auto">
              <a:xfrm>
                <a:off x="5883276" y="5799138"/>
                <a:ext cx="14288" cy="17462"/>
              </a:xfrm>
              <a:prstGeom prst="line">
                <a:avLst/>
              </a:prstGeom>
              <a:noFill/>
              <a:ln w="28575">
                <a:solidFill>
                  <a:srgbClr val="000040"/>
                </a:solidFill>
                <a:round/>
                <a:headEnd/>
                <a:tailEnd/>
              </a:ln>
            </p:spPr>
            <p:txBody>
              <a:bodyPr/>
              <a:lstStyle/>
              <a:p>
                <a:endParaRPr lang="en-US" dirty="0"/>
              </a:p>
            </p:txBody>
          </p:sp>
          <p:sp>
            <p:nvSpPr>
              <p:cNvPr id="67657" name="Line 51"/>
              <p:cNvSpPr>
                <a:spLocks noChangeShapeType="1"/>
              </p:cNvSpPr>
              <p:nvPr/>
            </p:nvSpPr>
            <p:spPr bwMode="auto">
              <a:xfrm>
                <a:off x="5897563" y="5816600"/>
                <a:ext cx="14288" cy="17462"/>
              </a:xfrm>
              <a:prstGeom prst="line">
                <a:avLst/>
              </a:prstGeom>
              <a:noFill/>
              <a:ln w="28575">
                <a:solidFill>
                  <a:srgbClr val="000040"/>
                </a:solidFill>
                <a:round/>
                <a:headEnd/>
                <a:tailEnd/>
              </a:ln>
            </p:spPr>
            <p:txBody>
              <a:bodyPr/>
              <a:lstStyle/>
              <a:p>
                <a:endParaRPr lang="en-US" dirty="0"/>
              </a:p>
            </p:txBody>
          </p:sp>
          <p:sp>
            <p:nvSpPr>
              <p:cNvPr id="67658" name="Line 52"/>
              <p:cNvSpPr>
                <a:spLocks noChangeShapeType="1"/>
              </p:cNvSpPr>
              <p:nvPr/>
            </p:nvSpPr>
            <p:spPr bwMode="auto">
              <a:xfrm>
                <a:off x="5911851" y="5834063"/>
                <a:ext cx="15875" cy="19050"/>
              </a:xfrm>
              <a:prstGeom prst="line">
                <a:avLst/>
              </a:prstGeom>
              <a:noFill/>
              <a:ln w="28575">
                <a:solidFill>
                  <a:srgbClr val="000040"/>
                </a:solidFill>
                <a:round/>
                <a:headEnd/>
                <a:tailEnd/>
              </a:ln>
            </p:spPr>
            <p:txBody>
              <a:bodyPr/>
              <a:lstStyle/>
              <a:p>
                <a:endParaRPr lang="en-US" dirty="0"/>
              </a:p>
            </p:txBody>
          </p:sp>
          <p:sp>
            <p:nvSpPr>
              <p:cNvPr id="67659" name="Line 53"/>
              <p:cNvSpPr>
                <a:spLocks noChangeShapeType="1"/>
              </p:cNvSpPr>
              <p:nvPr/>
            </p:nvSpPr>
            <p:spPr bwMode="auto">
              <a:xfrm>
                <a:off x="5927726" y="5853113"/>
                <a:ext cx="14288" cy="19050"/>
              </a:xfrm>
              <a:prstGeom prst="line">
                <a:avLst/>
              </a:prstGeom>
              <a:noFill/>
              <a:ln w="28575">
                <a:solidFill>
                  <a:srgbClr val="000040"/>
                </a:solidFill>
                <a:round/>
                <a:headEnd/>
                <a:tailEnd/>
              </a:ln>
            </p:spPr>
            <p:txBody>
              <a:bodyPr/>
              <a:lstStyle/>
              <a:p>
                <a:endParaRPr lang="en-US" dirty="0"/>
              </a:p>
            </p:txBody>
          </p:sp>
          <p:sp>
            <p:nvSpPr>
              <p:cNvPr id="67660" name="Line 54"/>
              <p:cNvSpPr>
                <a:spLocks noChangeShapeType="1"/>
              </p:cNvSpPr>
              <p:nvPr/>
            </p:nvSpPr>
            <p:spPr bwMode="auto">
              <a:xfrm>
                <a:off x="5942013" y="5872163"/>
                <a:ext cx="14288" cy="19050"/>
              </a:xfrm>
              <a:prstGeom prst="line">
                <a:avLst/>
              </a:prstGeom>
              <a:noFill/>
              <a:ln w="28575">
                <a:solidFill>
                  <a:srgbClr val="000040"/>
                </a:solidFill>
                <a:round/>
                <a:headEnd/>
                <a:tailEnd/>
              </a:ln>
            </p:spPr>
            <p:txBody>
              <a:bodyPr/>
              <a:lstStyle/>
              <a:p>
                <a:endParaRPr lang="en-US" dirty="0"/>
              </a:p>
            </p:txBody>
          </p:sp>
          <p:sp>
            <p:nvSpPr>
              <p:cNvPr id="67661" name="Line 55"/>
              <p:cNvSpPr>
                <a:spLocks noChangeShapeType="1"/>
              </p:cNvSpPr>
              <p:nvPr/>
            </p:nvSpPr>
            <p:spPr bwMode="auto">
              <a:xfrm>
                <a:off x="5956301" y="5891213"/>
                <a:ext cx="15875" cy="20637"/>
              </a:xfrm>
              <a:prstGeom prst="line">
                <a:avLst/>
              </a:prstGeom>
              <a:noFill/>
              <a:ln w="28575">
                <a:solidFill>
                  <a:srgbClr val="000040"/>
                </a:solidFill>
                <a:round/>
                <a:headEnd/>
                <a:tailEnd/>
              </a:ln>
            </p:spPr>
            <p:txBody>
              <a:bodyPr/>
              <a:lstStyle/>
              <a:p>
                <a:endParaRPr lang="en-US" dirty="0"/>
              </a:p>
            </p:txBody>
          </p:sp>
          <p:sp>
            <p:nvSpPr>
              <p:cNvPr id="67662" name="Line 56"/>
              <p:cNvSpPr>
                <a:spLocks noChangeShapeType="1"/>
              </p:cNvSpPr>
              <p:nvPr/>
            </p:nvSpPr>
            <p:spPr bwMode="auto">
              <a:xfrm>
                <a:off x="5972176" y="5911850"/>
                <a:ext cx="14288" cy="19050"/>
              </a:xfrm>
              <a:prstGeom prst="line">
                <a:avLst/>
              </a:prstGeom>
              <a:noFill/>
              <a:ln w="28575">
                <a:solidFill>
                  <a:srgbClr val="000040"/>
                </a:solidFill>
                <a:round/>
                <a:headEnd/>
                <a:tailEnd/>
              </a:ln>
            </p:spPr>
            <p:txBody>
              <a:bodyPr/>
              <a:lstStyle/>
              <a:p>
                <a:endParaRPr lang="en-US" dirty="0"/>
              </a:p>
            </p:txBody>
          </p:sp>
          <p:sp>
            <p:nvSpPr>
              <p:cNvPr id="67663" name="Line 57"/>
              <p:cNvSpPr>
                <a:spLocks noChangeShapeType="1"/>
              </p:cNvSpPr>
              <p:nvPr/>
            </p:nvSpPr>
            <p:spPr bwMode="auto">
              <a:xfrm>
                <a:off x="5986463" y="5930900"/>
                <a:ext cx="14288" cy="19050"/>
              </a:xfrm>
              <a:prstGeom prst="line">
                <a:avLst/>
              </a:prstGeom>
              <a:noFill/>
              <a:ln w="28575">
                <a:solidFill>
                  <a:srgbClr val="000040"/>
                </a:solidFill>
                <a:round/>
                <a:headEnd/>
                <a:tailEnd/>
              </a:ln>
            </p:spPr>
            <p:txBody>
              <a:bodyPr/>
              <a:lstStyle/>
              <a:p>
                <a:endParaRPr lang="en-US" dirty="0"/>
              </a:p>
            </p:txBody>
          </p:sp>
          <p:sp>
            <p:nvSpPr>
              <p:cNvPr id="67664" name="Line 58"/>
              <p:cNvSpPr>
                <a:spLocks noChangeShapeType="1"/>
              </p:cNvSpPr>
              <p:nvPr/>
            </p:nvSpPr>
            <p:spPr bwMode="auto">
              <a:xfrm>
                <a:off x="6000751" y="5949950"/>
                <a:ext cx="14288" cy="20637"/>
              </a:xfrm>
              <a:prstGeom prst="line">
                <a:avLst/>
              </a:prstGeom>
              <a:noFill/>
              <a:ln w="28575">
                <a:solidFill>
                  <a:srgbClr val="000040"/>
                </a:solidFill>
                <a:round/>
                <a:headEnd/>
                <a:tailEnd/>
              </a:ln>
            </p:spPr>
            <p:txBody>
              <a:bodyPr/>
              <a:lstStyle/>
              <a:p>
                <a:endParaRPr lang="en-US" dirty="0"/>
              </a:p>
            </p:txBody>
          </p:sp>
          <p:sp>
            <p:nvSpPr>
              <p:cNvPr id="67665" name="Line 59"/>
              <p:cNvSpPr>
                <a:spLocks noChangeShapeType="1"/>
              </p:cNvSpPr>
              <p:nvPr/>
            </p:nvSpPr>
            <p:spPr bwMode="auto">
              <a:xfrm>
                <a:off x="6015038" y="5970588"/>
                <a:ext cx="14288" cy="19050"/>
              </a:xfrm>
              <a:prstGeom prst="line">
                <a:avLst/>
              </a:prstGeom>
              <a:noFill/>
              <a:ln w="28575">
                <a:solidFill>
                  <a:srgbClr val="000040"/>
                </a:solidFill>
                <a:round/>
                <a:headEnd/>
                <a:tailEnd/>
              </a:ln>
            </p:spPr>
            <p:txBody>
              <a:bodyPr/>
              <a:lstStyle/>
              <a:p>
                <a:endParaRPr lang="en-US" dirty="0"/>
              </a:p>
            </p:txBody>
          </p:sp>
          <p:sp>
            <p:nvSpPr>
              <p:cNvPr id="67666" name="Line 60"/>
              <p:cNvSpPr>
                <a:spLocks noChangeShapeType="1"/>
              </p:cNvSpPr>
              <p:nvPr/>
            </p:nvSpPr>
            <p:spPr bwMode="auto">
              <a:xfrm>
                <a:off x="6029326" y="5989638"/>
                <a:ext cx="15875" cy="20637"/>
              </a:xfrm>
              <a:prstGeom prst="line">
                <a:avLst/>
              </a:prstGeom>
              <a:noFill/>
              <a:ln w="28575">
                <a:solidFill>
                  <a:srgbClr val="000040"/>
                </a:solidFill>
                <a:round/>
                <a:headEnd/>
                <a:tailEnd/>
              </a:ln>
            </p:spPr>
            <p:txBody>
              <a:bodyPr/>
              <a:lstStyle/>
              <a:p>
                <a:endParaRPr lang="en-US" dirty="0"/>
              </a:p>
            </p:txBody>
          </p:sp>
          <p:sp>
            <p:nvSpPr>
              <p:cNvPr id="67667" name="Line 61"/>
              <p:cNvSpPr>
                <a:spLocks noChangeShapeType="1"/>
              </p:cNvSpPr>
              <p:nvPr/>
            </p:nvSpPr>
            <p:spPr bwMode="auto">
              <a:xfrm>
                <a:off x="6045201" y="6010275"/>
                <a:ext cx="14288" cy="19050"/>
              </a:xfrm>
              <a:prstGeom prst="line">
                <a:avLst/>
              </a:prstGeom>
              <a:noFill/>
              <a:ln w="28575">
                <a:solidFill>
                  <a:srgbClr val="000040"/>
                </a:solidFill>
                <a:round/>
                <a:headEnd/>
                <a:tailEnd/>
              </a:ln>
            </p:spPr>
            <p:txBody>
              <a:bodyPr/>
              <a:lstStyle/>
              <a:p>
                <a:endParaRPr lang="en-US" dirty="0"/>
              </a:p>
            </p:txBody>
          </p:sp>
          <p:sp>
            <p:nvSpPr>
              <p:cNvPr id="67668" name="Line 62"/>
              <p:cNvSpPr>
                <a:spLocks noChangeShapeType="1"/>
              </p:cNvSpPr>
              <p:nvPr/>
            </p:nvSpPr>
            <p:spPr bwMode="auto">
              <a:xfrm>
                <a:off x="6059488" y="6029325"/>
                <a:ext cx="14288" cy="19050"/>
              </a:xfrm>
              <a:prstGeom prst="line">
                <a:avLst/>
              </a:prstGeom>
              <a:noFill/>
              <a:ln w="28575">
                <a:solidFill>
                  <a:srgbClr val="000040"/>
                </a:solidFill>
                <a:round/>
                <a:headEnd/>
                <a:tailEnd/>
              </a:ln>
            </p:spPr>
            <p:txBody>
              <a:bodyPr/>
              <a:lstStyle/>
              <a:p>
                <a:endParaRPr lang="en-US" dirty="0"/>
              </a:p>
            </p:txBody>
          </p:sp>
          <p:sp>
            <p:nvSpPr>
              <p:cNvPr id="67669" name="Line 63"/>
              <p:cNvSpPr>
                <a:spLocks noChangeShapeType="1"/>
              </p:cNvSpPr>
              <p:nvPr/>
            </p:nvSpPr>
            <p:spPr bwMode="auto">
              <a:xfrm>
                <a:off x="6073776" y="6048375"/>
                <a:ext cx="15875" cy="19050"/>
              </a:xfrm>
              <a:prstGeom prst="line">
                <a:avLst/>
              </a:prstGeom>
              <a:noFill/>
              <a:ln w="28575">
                <a:solidFill>
                  <a:srgbClr val="000040"/>
                </a:solidFill>
                <a:round/>
                <a:headEnd/>
                <a:tailEnd/>
              </a:ln>
            </p:spPr>
            <p:txBody>
              <a:bodyPr/>
              <a:lstStyle/>
              <a:p>
                <a:endParaRPr lang="en-US" dirty="0"/>
              </a:p>
            </p:txBody>
          </p:sp>
          <p:sp>
            <p:nvSpPr>
              <p:cNvPr id="67670" name="Line 64"/>
              <p:cNvSpPr>
                <a:spLocks noChangeShapeType="1"/>
              </p:cNvSpPr>
              <p:nvPr/>
            </p:nvSpPr>
            <p:spPr bwMode="auto">
              <a:xfrm>
                <a:off x="6089651" y="6067425"/>
                <a:ext cx="14288" cy="19050"/>
              </a:xfrm>
              <a:prstGeom prst="line">
                <a:avLst/>
              </a:prstGeom>
              <a:noFill/>
              <a:ln w="28575">
                <a:solidFill>
                  <a:srgbClr val="000040"/>
                </a:solidFill>
                <a:round/>
                <a:headEnd/>
                <a:tailEnd/>
              </a:ln>
            </p:spPr>
            <p:txBody>
              <a:bodyPr/>
              <a:lstStyle/>
              <a:p>
                <a:endParaRPr lang="en-US" dirty="0"/>
              </a:p>
            </p:txBody>
          </p:sp>
          <p:sp>
            <p:nvSpPr>
              <p:cNvPr id="67671" name="Line 65"/>
              <p:cNvSpPr>
                <a:spLocks noChangeShapeType="1"/>
              </p:cNvSpPr>
              <p:nvPr/>
            </p:nvSpPr>
            <p:spPr bwMode="auto">
              <a:xfrm>
                <a:off x="6103938" y="6086475"/>
                <a:ext cx="14288" cy="17462"/>
              </a:xfrm>
              <a:prstGeom prst="line">
                <a:avLst/>
              </a:prstGeom>
              <a:noFill/>
              <a:ln w="28575">
                <a:solidFill>
                  <a:srgbClr val="000040"/>
                </a:solidFill>
                <a:round/>
                <a:headEnd/>
                <a:tailEnd/>
              </a:ln>
            </p:spPr>
            <p:txBody>
              <a:bodyPr/>
              <a:lstStyle/>
              <a:p>
                <a:endParaRPr lang="en-US" dirty="0"/>
              </a:p>
            </p:txBody>
          </p:sp>
          <p:sp>
            <p:nvSpPr>
              <p:cNvPr id="67672" name="Line 66"/>
              <p:cNvSpPr>
                <a:spLocks noChangeShapeType="1"/>
              </p:cNvSpPr>
              <p:nvPr/>
            </p:nvSpPr>
            <p:spPr bwMode="auto">
              <a:xfrm>
                <a:off x="6118226" y="6103938"/>
                <a:ext cx="14288" cy="17462"/>
              </a:xfrm>
              <a:prstGeom prst="line">
                <a:avLst/>
              </a:prstGeom>
              <a:noFill/>
              <a:ln w="28575">
                <a:solidFill>
                  <a:srgbClr val="000040"/>
                </a:solidFill>
                <a:round/>
                <a:headEnd/>
                <a:tailEnd/>
              </a:ln>
            </p:spPr>
            <p:txBody>
              <a:bodyPr/>
              <a:lstStyle/>
              <a:p>
                <a:endParaRPr lang="en-US" dirty="0"/>
              </a:p>
            </p:txBody>
          </p:sp>
          <p:sp>
            <p:nvSpPr>
              <p:cNvPr id="67673" name="Line 67"/>
              <p:cNvSpPr>
                <a:spLocks noChangeShapeType="1"/>
              </p:cNvSpPr>
              <p:nvPr/>
            </p:nvSpPr>
            <p:spPr bwMode="auto">
              <a:xfrm>
                <a:off x="6132513" y="6121400"/>
                <a:ext cx="15875" cy="17462"/>
              </a:xfrm>
              <a:prstGeom prst="line">
                <a:avLst/>
              </a:prstGeom>
              <a:noFill/>
              <a:ln w="28575">
                <a:solidFill>
                  <a:srgbClr val="000040"/>
                </a:solidFill>
                <a:round/>
                <a:headEnd/>
                <a:tailEnd/>
              </a:ln>
            </p:spPr>
            <p:txBody>
              <a:bodyPr/>
              <a:lstStyle/>
              <a:p>
                <a:endParaRPr lang="en-US" dirty="0"/>
              </a:p>
            </p:txBody>
          </p:sp>
          <p:sp>
            <p:nvSpPr>
              <p:cNvPr id="67674" name="Line 68"/>
              <p:cNvSpPr>
                <a:spLocks noChangeShapeType="1"/>
              </p:cNvSpPr>
              <p:nvPr/>
            </p:nvSpPr>
            <p:spPr bwMode="auto">
              <a:xfrm>
                <a:off x="6148388" y="6138863"/>
                <a:ext cx="14288" cy="15875"/>
              </a:xfrm>
              <a:prstGeom prst="line">
                <a:avLst/>
              </a:prstGeom>
              <a:noFill/>
              <a:ln w="28575">
                <a:solidFill>
                  <a:srgbClr val="000040"/>
                </a:solidFill>
                <a:round/>
                <a:headEnd/>
                <a:tailEnd/>
              </a:ln>
            </p:spPr>
            <p:txBody>
              <a:bodyPr/>
              <a:lstStyle/>
              <a:p>
                <a:endParaRPr lang="en-US" dirty="0"/>
              </a:p>
            </p:txBody>
          </p:sp>
          <p:sp>
            <p:nvSpPr>
              <p:cNvPr id="67675" name="Line 69"/>
              <p:cNvSpPr>
                <a:spLocks noChangeShapeType="1"/>
              </p:cNvSpPr>
              <p:nvPr/>
            </p:nvSpPr>
            <p:spPr bwMode="auto">
              <a:xfrm>
                <a:off x="6162676" y="6154738"/>
                <a:ext cx="14288" cy="14287"/>
              </a:xfrm>
              <a:prstGeom prst="line">
                <a:avLst/>
              </a:prstGeom>
              <a:noFill/>
              <a:ln w="28575">
                <a:solidFill>
                  <a:srgbClr val="000040"/>
                </a:solidFill>
                <a:round/>
                <a:headEnd/>
                <a:tailEnd/>
              </a:ln>
            </p:spPr>
            <p:txBody>
              <a:bodyPr/>
              <a:lstStyle/>
              <a:p>
                <a:endParaRPr lang="en-US" dirty="0"/>
              </a:p>
            </p:txBody>
          </p:sp>
          <p:sp>
            <p:nvSpPr>
              <p:cNvPr id="67676" name="Line 70"/>
              <p:cNvSpPr>
                <a:spLocks noChangeShapeType="1"/>
              </p:cNvSpPr>
              <p:nvPr/>
            </p:nvSpPr>
            <p:spPr bwMode="auto">
              <a:xfrm>
                <a:off x="6176963" y="6169025"/>
                <a:ext cx="14288" cy="15875"/>
              </a:xfrm>
              <a:prstGeom prst="line">
                <a:avLst/>
              </a:prstGeom>
              <a:noFill/>
              <a:ln w="28575">
                <a:solidFill>
                  <a:srgbClr val="000040"/>
                </a:solidFill>
                <a:round/>
                <a:headEnd/>
                <a:tailEnd/>
              </a:ln>
            </p:spPr>
            <p:txBody>
              <a:bodyPr/>
              <a:lstStyle/>
              <a:p>
                <a:endParaRPr lang="en-US" dirty="0"/>
              </a:p>
            </p:txBody>
          </p:sp>
          <p:sp>
            <p:nvSpPr>
              <p:cNvPr id="67677" name="Line 71"/>
              <p:cNvSpPr>
                <a:spLocks noChangeShapeType="1"/>
              </p:cNvSpPr>
              <p:nvPr/>
            </p:nvSpPr>
            <p:spPr bwMode="auto">
              <a:xfrm>
                <a:off x="6191251" y="6184900"/>
                <a:ext cx="14288" cy="12700"/>
              </a:xfrm>
              <a:prstGeom prst="line">
                <a:avLst/>
              </a:prstGeom>
              <a:noFill/>
              <a:ln w="28575">
                <a:solidFill>
                  <a:srgbClr val="000040"/>
                </a:solidFill>
                <a:round/>
                <a:headEnd/>
                <a:tailEnd/>
              </a:ln>
            </p:spPr>
            <p:txBody>
              <a:bodyPr/>
              <a:lstStyle/>
              <a:p>
                <a:endParaRPr lang="en-US" dirty="0"/>
              </a:p>
            </p:txBody>
          </p:sp>
          <p:sp>
            <p:nvSpPr>
              <p:cNvPr id="67678" name="Line 72"/>
              <p:cNvSpPr>
                <a:spLocks noChangeShapeType="1"/>
              </p:cNvSpPr>
              <p:nvPr/>
            </p:nvSpPr>
            <p:spPr bwMode="auto">
              <a:xfrm>
                <a:off x="6205538" y="6197600"/>
                <a:ext cx="15875" cy="12700"/>
              </a:xfrm>
              <a:prstGeom prst="line">
                <a:avLst/>
              </a:prstGeom>
              <a:noFill/>
              <a:ln w="28575">
                <a:solidFill>
                  <a:srgbClr val="000040"/>
                </a:solidFill>
                <a:round/>
                <a:headEnd/>
                <a:tailEnd/>
              </a:ln>
            </p:spPr>
            <p:txBody>
              <a:bodyPr/>
              <a:lstStyle/>
              <a:p>
                <a:endParaRPr lang="en-US" dirty="0"/>
              </a:p>
            </p:txBody>
          </p:sp>
          <p:sp>
            <p:nvSpPr>
              <p:cNvPr id="67679" name="Line 73"/>
              <p:cNvSpPr>
                <a:spLocks noChangeShapeType="1"/>
              </p:cNvSpPr>
              <p:nvPr/>
            </p:nvSpPr>
            <p:spPr bwMode="auto">
              <a:xfrm>
                <a:off x="6221413" y="6210300"/>
                <a:ext cx="14288" cy="11112"/>
              </a:xfrm>
              <a:prstGeom prst="line">
                <a:avLst/>
              </a:prstGeom>
              <a:noFill/>
              <a:ln w="28575">
                <a:solidFill>
                  <a:srgbClr val="000040"/>
                </a:solidFill>
                <a:round/>
                <a:headEnd/>
                <a:tailEnd/>
              </a:ln>
            </p:spPr>
            <p:txBody>
              <a:bodyPr/>
              <a:lstStyle/>
              <a:p>
                <a:endParaRPr lang="en-US" dirty="0"/>
              </a:p>
            </p:txBody>
          </p:sp>
          <p:sp>
            <p:nvSpPr>
              <p:cNvPr id="67680" name="Line 74"/>
              <p:cNvSpPr>
                <a:spLocks noChangeShapeType="1"/>
              </p:cNvSpPr>
              <p:nvPr/>
            </p:nvSpPr>
            <p:spPr bwMode="auto">
              <a:xfrm>
                <a:off x="6235701" y="6221413"/>
                <a:ext cx="14288" cy="11112"/>
              </a:xfrm>
              <a:prstGeom prst="line">
                <a:avLst/>
              </a:prstGeom>
              <a:noFill/>
              <a:ln w="28575">
                <a:solidFill>
                  <a:srgbClr val="000040"/>
                </a:solidFill>
                <a:round/>
                <a:headEnd/>
                <a:tailEnd/>
              </a:ln>
            </p:spPr>
            <p:txBody>
              <a:bodyPr/>
              <a:lstStyle/>
              <a:p>
                <a:endParaRPr lang="en-US" dirty="0"/>
              </a:p>
            </p:txBody>
          </p:sp>
          <p:sp>
            <p:nvSpPr>
              <p:cNvPr id="67681" name="Line 75"/>
              <p:cNvSpPr>
                <a:spLocks noChangeShapeType="1"/>
              </p:cNvSpPr>
              <p:nvPr/>
            </p:nvSpPr>
            <p:spPr bwMode="auto">
              <a:xfrm>
                <a:off x="6249988" y="6232525"/>
                <a:ext cx="15875" cy="9525"/>
              </a:xfrm>
              <a:prstGeom prst="line">
                <a:avLst/>
              </a:prstGeom>
              <a:noFill/>
              <a:ln w="28575">
                <a:solidFill>
                  <a:srgbClr val="000040"/>
                </a:solidFill>
                <a:round/>
                <a:headEnd/>
                <a:tailEnd/>
              </a:ln>
            </p:spPr>
            <p:txBody>
              <a:bodyPr/>
              <a:lstStyle/>
              <a:p>
                <a:endParaRPr lang="en-US" dirty="0"/>
              </a:p>
            </p:txBody>
          </p:sp>
          <p:sp>
            <p:nvSpPr>
              <p:cNvPr id="67682" name="Line 76"/>
              <p:cNvSpPr>
                <a:spLocks noChangeShapeType="1"/>
              </p:cNvSpPr>
              <p:nvPr/>
            </p:nvSpPr>
            <p:spPr bwMode="auto">
              <a:xfrm>
                <a:off x="6265863" y="6242050"/>
                <a:ext cx="14288" cy="7937"/>
              </a:xfrm>
              <a:prstGeom prst="line">
                <a:avLst/>
              </a:prstGeom>
              <a:noFill/>
              <a:ln w="28575">
                <a:solidFill>
                  <a:srgbClr val="000040"/>
                </a:solidFill>
                <a:round/>
                <a:headEnd/>
                <a:tailEnd/>
              </a:ln>
            </p:spPr>
            <p:txBody>
              <a:bodyPr/>
              <a:lstStyle/>
              <a:p>
                <a:endParaRPr lang="en-US" dirty="0"/>
              </a:p>
            </p:txBody>
          </p:sp>
          <p:sp>
            <p:nvSpPr>
              <p:cNvPr id="67683" name="Line 77"/>
              <p:cNvSpPr>
                <a:spLocks noChangeShapeType="1"/>
              </p:cNvSpPr>
              <p:nvPr/>
            </p:nvSpPr>
            <p:spPr bwMode="auto">
              <a:xfrm>
                <a:off x="6280151" y="6249988"/>
                <a:ext cx="14288" cy="6350"/>
              </a:xfrm>
              <a:prstGeom prst="line">
                <a:avLst/>
              </a:prstGeom>
              <a:noFill/>
              <a:ln w="28575">
                <a:solidFill>
                  <a:srgbClr val="000040"/>
                </a:solidFill>
                <a:round/>
                <a:headEnd/>
                <a:tailEnd/>
              </a:ln>
            </p:spPr>
            <p:txBody>
              <a:bodyPr/>
              <a:lstStyle/>
              <a:p>
                <a:endParaRPr lang="en-US" dirty="0"/>
              </a:p>
            </p:txBody>
          </p:sp>
          <p:sp>
            <p:nvSpPr>
              <p:cNvPr id="67684" name="Line 78"/>
              <p:cNvSpPr>
                <a:spLocks noChangeShapeType="1"/>
              </p:cNvSpPr>
              <p:nvPr/>
            </p:nvSpPr>
            <p:spPr bwMode="auto">
              <a:xfrm>
                <a:off x="6294438" y="6256338"/>
                <a:ext cx="14288" cy="6350"/>
              </a:xfrm>
              <a:prstGeom prst="line">
                <a:avLst/>
              </a:prstGeom>
              <a:noFill/>
              <a:ln w="28575">
                <a:solidFill>
                  <a:srgbClr val="000040"/>
                </a:solidFill>
                <a:round/>
                <a:headEnd/>
                <a:tailEnd/>
              </a:ln>
            </p:spPr>
            <p:txBody>
              <a:bodyPr/>
              <a:lstStyle/>
              <a:p>
                <a:endParaRPr lang="en-US" dirty="0"/>
              </a:p>
            </p:txBody>
          </p:sp>
          <p:sp>
            <p:nvSpPr>
              <p:cNvPr id="67685" name="Line 79"/>
              <p:cNvSpPr>
                <a:spLocks noChangeShapeType="1"/>
              </p:cNvSpPr>
              <p:nvPr/>
            </p:nvSpPr>
            <p:spPr bwMode="auto">
              <a:xfrm>
                <a:off x="6308726" y="6262688"/>
                <a:ext cx="15875" cy="4762"/>
              </a:xfrm>
              <a:prstGeom prst="line">
                <a:avLst/>
              </a:prstGeom>
              <a:noFill/>
              <a:ln w="28575">
                <a:solidFill>
                  <a:srgbClr val="000040"/>
                </a:solidFill>
                <a:round/>
                <a:headEnd/>
                <a:tailEnd/>
              </a:ln>
            </p:spPr>
            <p:txBody>
              <a:bodyPr/>
              <a:lstStyle/>
              <a:p>
                <a:endParaRPr lang="en-US" dirty="0"/>
              </a:p>
            </p:txBody>
          </p:sp>
          <p:sp>
            <p:nvSpPr>
              <p:cNvPr id="67686" name="Line 80"/>
              <p:cNvSpPr>
                <a:spLocks noChangeShapeType="1"/>
              </p:cNvSpPr>
              <p:nvPr/>
            </p:nvSpPr>
            <p:spPr bwMode="auto">
              <a:xfrm>
                <a:off x="6324601" y="6267450"/>
                <a:ext cx="14288" cy="3175"/>
              </a:xfrm>
              <a:prstGeom prst="line">
                <a:avLst/>
              </a:prstGeom>
              <a:noFill/>
              <a:ln w="28575">
                <a:solidFill>
                  <a:srgbClr val="000040"/>
                </a:solidFill>
                <a:round/>
                <a:headEnd/>
                <a:tailEnd/>
              </a:ln>
            </p:spPr>
            <p:txBody>
              <a:bodyPr/>
              <a:lstStyle/>
              <a:p>
                <a:endParaRPr lang="en-US" dirty="0"/>
              </a:p>
            </p:txBody>
          </p:sp>
          <p:sp>
            <p:nvSpPr>
              <p:cNvPr id="67687" name="Line 81"/>
              <p:cNvSpPr>
                <a:spLocks noChangeShapeType="1"/>
              </p:cNvSpPr>
              <p:nvPr/>
            </p:nvSpPr>
            <p:spPr bwMode="auto">
              <a:xfrm>
                <a:off x="6338888" y="6270625"/>
                <a:ext cx="14288" cy="3175"/>
              </a:xfrm>
              <a:prstGeom prst="line">
                <a:avLst/>
              </a:prstGeom>
              <a:noFill/>
              <a:ln w="28575">
                <a:solidFill>
                  <a:srgbClr val="000040"/>
                </a:solidFill>
                <a:round/>
                <a:headEnd/>
                <a:tailEnd/>
              </a:ln>
            </p:spPr>
            <p:txBody>
              <a:bodyPr/>
              <a:lstStyle/>
              <a:p>
                <a:endParaRPr lang="en-US" dirty="0"/>
              </a:p>
            </p:txBody>
          </p:sp>
          <p:sp>
            <p:nvSpPr>
              <p:cNvPr id="67688" name="Line 82"/>
              <p:cNvSpPr>
                <a:spLocks noChangeShapeType="1"/>
              </p:cNvSpPr>
              <p:nvPr/>
            </p:nvSpPr>
            <p:spPr bwMode="auto">
              <a:xfrm>
                <a:off x="6353176" y="6273800"/>
                <a:ext cx="14288" cy="1587"/>
              </a:xfrm>
              <a:prstGeom prst="line">
                <a:avLst/>
              </a:prstGeom>
              <a:noFill/>
              <a:ln w="28575">
                <a:solidFill>
                  <a:srgbClr val="000040"/>
                </a:solidFill>
                <a:round/>
                <a:headEnd/>
                <a:tailEnd/>
              </a:ln>
            </p:spPr>
            <p:txBody>
              <a:bodyPr/>
              <a:lstStyle/>
              <a:p>
                <a:endParaRPr lang="en-US" dirty="0"/>
              </a:p>
            </p:txBody>
          </p:sp>
          <p:sp>
            <p:nvSpPr>
              <p:cNvPr id="67689" name="Line 83"/>
              <p:cNvSpPr>
                <a:spLocks noChangeShapeType="1"/>
              </p:cNvSpPr>
              <p:nvPr/>
            </p:nvSpPr>
            <p:spPr bwMode="auto">
              <a:xfrm flipV="1">
                <a:off x="6367463" y="6273800"/>
                <a:ext cx="15875" cy="1587"/>
              </a:xfrm>
              <a:prstGeom prst="line">
                <a:avLst/>
              </a:prstGeom>
              <a:noFill/>
              <a:ln w="28575">
                <a:solidFill>
                  <a:srgbClr val="000040"/>
                </a:solidFill>
                <a:round/>
                <a:headEnd/>
                <a:tailEnd/>
              </a:ln>
            </p:spPr>
            <p:txBody>
              <a:bodyPr/>
              <a:lstStyle/>
              <a:p>
                <a:endParaRPr lang="en-US" dirty="0"/>
              </a:p>
            </p:txBody>
          </p:sp>
          <p:sp>
            <p:nvSpPr>
              <p:cNvPr id="67690" name="Line 84"/>
              <p:cNvSpPr>
                <a:spLocks noChangeShapeType="1"/>
              </p:cNvSpPr>
              <p:nvPr/>
            </p:nvSpPr>
            <p:spPr bwMode="auto">
              <a:xfrm flipV="1">
                <a:off x="6383338" y="6272213"/>
                <a:ext cx="14288" cy="1587"/>
              </a:xfrm>
              <a:prstGeom prst="line">
                <a:avLst/>
              </a:prstGeom>
              <a:noFill/>
              <a:ln w="28575">
                <a:solidFill>
                  <a:srgbClr val="000040"/>
                </a:solidFill>
                <a:round/>
                <a:headEnd/>
                <a:tailEnd/>
              </a:ln>
            </p:spPr>
            <p:txBody>
              <a:bodyPr/>
              <a:lstStyle/>
              <a:p>
                <a:endParaRPr lang="en-US" dirty="0"/>
              </a:p>
            </p:txBody>
          </p:sp>
          <p:sp>
            <p:nvSpPr>
              <p:cNvPr id="67691" name="Line 85"/>
              <p:cNvSpPr>
                <a:spLocks noChangeShapeType="1"/>
              </p:cNvSpPr>
              <p:nvPr/>
            </p:nvSpPr>
            <p:spPr bwMode="auto">
              <a:xfrm flipV="1">
                <a:off x="6397626" y="6269038"/>
                <a:ext cx="14288" cy="3175"/>
              </a:xfrm>
              <a:prstGeom prst="line">
                <a:avLst/>
              </a:prstGeom>
              <a:noFill/>
              <a:ln w="28575">
                <a:solidFill>
                  <a:srgbClr val="000040"/>
                </a:solidFill>
                <a:round/>
                <a:headEnd/>
                <a:tailEnd/>
              </a:ln>
            </p:spPr>
            <p:txBody>
              <a:bodyPr/>
              <a:lstStyle/>
              <a:p>
                <a:endParaRPr lang="en-US" dirty="0"/>
              </a:p>
            </p:txBody>
          </p:sp>
          <p:sp>
            <p:nvSpPr>
              <p:cNvPr id="67692" name="Line 86"/>
              <p:cNvSpPr>
                <a:spLocks noChangeShapeType="1"/>
              </p:cNvSpPr>
              <p:nvPr/>
            </p:nvSpPr>
            <p:spPr bwMode="auto">
              <a:xfrm flipV="1">
                <a:off x="6411913" y="6264275"/>
                <a:ext cx="14288" cy="4762"/>
              </a:xfrm>
              <a:prstGeom prst="line">
                <a:avLst/>
              </a:prstGeom>
              <a:noFill/>
              <a:ln w="28575">
                <a:solidFill>
                  <a:srgbClr val="000040"/>
                </a:solidFill>
                <a:round/>
                <a:headEnd/>
                <a:tailEnd/>
              </a:ln>
            </p:spPr>
            <p:txBody>
              <a:bodyPr/>
              <a:lstStyle/>
              <a:p>
                <a:endParaRPr lang="en-US" dirty="0"/>
              </a:p>
            </p:txBody>
          </p:sp>
          <p:sp>
            <p:nvSpPr>
              <p:cNvPr id="67693" name="Line 87"/>
              <p:cNvSpPr>
                <a:spLocks noChangeShapeType="1"/>
              </p:cNvSpPr>
              <p:nvPr/>
            </p:nvSpPr>
            <p:spPr bwMode="auto">
              <a:xfrm flipV="1">
                <a:off x="6426201" y="6259513"/>
                <a:ext cx="15875" cy="4762"/>
              </a:xfrm>
              <a:prstGeom prst="line">
                <a:avLst/>
              </a:prstGeom>
              <a:noFill/>
              <a:ln w="28575">
                <a:solidFill>
                  <a:srgbClr val="000040"/>
                </a:solidFill>
                <a:round/>
                <a:headEnd/>
                <a:tailEnd/>
              </a:ln>
            </p:spPr>
            <p:txBody>
              <a:bodyPr/>
              <a:lstStyle/>
              <a:p>
                <a:endParaRPr lang="en-US" dirty="0"/>
              </a:p>
            </p:txBody>
          </p:sp>
          <p:sp>
            <p:nvSpPr>
              <p:cNvPr id="67694" name="Line 88"/>
              <p:cNvSpPr>
                <a:spLocks noChangeShapeType="1"/>
              </p:cNvSpPr>
              <p:nvPr/>
            </p:nvSpPr>
            <p:spPr bwMode="auto">
              <a:xfrm flipV="1">
                <a:off x="6442076" y="6253163"/>
                <a:ext cx="14288" cy="6350"/>
              </a:xfrm>
              <a:prstGeom prst="line">
                <a:avLst/>
              </a:prstGeom>
              <a:noFill/>
              <a:ln w="28575">
                <a:solidFill>
                  <a:srgbClr val="000040"/>
                </a:solidFill>
                <a:round/>
                <a:headEnd/>
                <a:tailEnd/>
              </a:ln>
            </p:spPr>
            <p:txBody>
              <a:bodyPr/>
              <a:lstStyle/>
              <a:p>
                <a:endParaRPr lang="en-US" dirty="0"/>
              </a:p>
            </p:txBody>
          </p:sp>
          <p:sp>
            <p:nvSpPr>
              <p:cNvPr id="67695" name="Line 89"/>
              <p:cNvSpPr>
                <a:spLocks noChangeShapeType="1"/>
              </p:cNvSpPr>
              <p:nvPr/>
            </p:nvSpPr>
            <p:spPr bwMode="auto">
              <a:xfrm flipV="1">
                <a:off x="6456363" y="6245225"/>
                <a:ext cx="14288" cy="7937"/>
              </a:xfrm>
              <a:prstGeom prst="line">
                <a:avLst/>
              </a:prstGeom>
              <a:noFill/>
              <a:ln w="28575">
                <a:solidFill>
                  <a:srgbClr val="000040"/>
                </a:solidFill>
                <a:round/>
                <a:headEnd/>
                <a:tailEnd/>
              </a:ln>
            </p:spPr>
            <p:txBody>
              <a:bodyPr/>
              <a:lstStyle/>
              <a:p>
                <a:endParaRPr lang="en-US" dirty="0"/>
              </a:p>
            </p:txBody>
          </p:sp>
          <p:sp>
            <p:nvSpPr>
              <p:cNvPr id="67696" name="Line 90"/>
              <p:cNvSpPr>
                <a:spLocks noChangeShapeType="1"/>
              </p:cNvSpPr>
              <p:nvPr/>
            </p:nvSpPr>
            <p:spPr bwMode="auto">
              <a:xfrm flipV="1">
                <a:off x="6470651" y="6237288"/>
                <a:ext cx="15875" cy="7937"/>
              </a:xfrm>
              <a:prstGeom prst="line">
                <a:avLst/>
              </a:prstGeom>
              <a:noFill/>
              <a:ln w="28575">
                <a:solidFill>
                  <a:srgbClr val="000040"/>
                </a:solidFill>
                <a:round/>
                <a:headEnd/>
                <a:tailEnd/>
              </a:ln>
            </p:spPr>
            <p:txBody>
              <a:bodyPr/>
              <a:lstStyle/>
              <a:p>
                <a:endParaRPr lang="en-US" dirty="0"/>
              </a:p>
            </p:txBody>
          </p:sp>
          <p:sp>
            <p:nvSpPr>
              <p:cNvPr id="67697" name="Line 91"/>
              <p:cNvSpPr>
                <a:spLocks noChangeShapeType="1"/>
              </p:cNvSpPr>
              <p:nvPr/>
            </p:nvSpPr>
            <p:spPr bwMode="auto">
              <a:xfrm flipV="1">
                <a:off x="6486526" y="6226175"/>
                <a:ext cx="14288" cy="11112"/>
              </a:xfrm>
              <a:prstGeom prst="line">
                <a:avLst/>
              </a:prstGeom>
              <a:noFill/>
              <a:ln w="28575">
                <a:solidFill>
                  <a:srgbClr val="000040"/>
                </a:solidFill>
                <a:round/>
                <a:headEnd/>
                <a:tailEnd/>
              </a:ln>
            </p:spPr>
            <p:txBody>
              <a:bodyPr/>
              <a:lstStyle/>
              <a:p>
                <a:endParaRPr lang="en-US" dirty="0"/>
              </a:p>
            </p:txBody>
          </p:sp>
          <p:sp>
            <p:nvSpPr>
              <p:cNvPr id="67698" name="Line 92"/>
              <p:cNvSpPr>
                <a:spLocks noChangeShapeType="1"/>
              </p:cNvSpPr>
              <p:nvPr/>
            </p:nvSpPr>
            <p:spPr bwMode="auto">
              <a:xfrm flipV="1">
                <a:off x="6500813" y="6215063"/>
                <a:ext cx="14288" cy="11112"/>
              </a:xfrm>
              <a:prstGeom prst="line">
                <a:avLst/>
              </a:prstGeom>
              <a:noFill/>
              <a:ln w="28575">
                <a:solidFill>
                  <a:srgbClr val="000040"/>
                </a:solidFill>
                <a:round/>
                <a:headEnd/>
                <a:tailEnd/>
              </a:ln>
            </p:spPr>
            <p:txBody>
              <a:bodyPr/>
              <a:lstStyle/>
              <a:p>
                <a:endParaRPr lang="en-US" dirty="0"/>
              </a:p>
            </p:txBody>
          </p:sp>
          <p:sp>
            <p:nvSpPr>
              <p:cNvPr id="67699" name="Line 93"/>
              <p:cNvSpPr>
                <a:spLocks noChangeShapeType="1"/>
              </p:cNvSpPr>
              <p:nvPr/>
            </p:nvSpPr>
            <p:spPr bwMode="auto">
              <a:xfrm flipV="1">
                <a:off x="6515101" y="6203950"/>
                <a:ext cx="14288" cy="11112"/>
              </a:xfrm>
              <a:prstGeom prst="line">
                <a:avLst/>
              </a:prstGeom>
              <a:noFill/>
              <a:ln w="28575">
                <a:solidFill>
                  <a:srgbClr val="000040"/>
                </a:solidFill>
                <a:round/>
                <a:headEnd/>
                <a:tailEnd/>
              </a:ln>
            </p:spPr>
            <p:txBody>
              <a:bodyPr/>
              <a:lstStyle/>
              <a:p>
                <a:endParaRPr lang="en-US" dirty="0"/>
              </a:p>
            </p:txBody>
          </p:sp>
          <p:sp>
            <p:nvSpPr>
              <p:cNvPr id="67700" name="Line 94"/>
              <p:cNvSpPr>
                <a:spLocks noChangeShapeType="1"/>
              </p:cNvSpPr>
              <p:nvPr/>
            </p:nvSpPr>
            <p:spPr bwMode="auto">
              <a:xfrm flipV="1">
                <a:off x="6529388" y="6191250"/>
                <a:ext cx="14288" cy="12700"/>
              </a:xfrm>
              <a:prstGeom prst="line">
                <a:avLst/>
              </a:prstGeom>
              <a:noFill/>
              <a:ln w="28575">
                <a:solidFill>
                  <a:srgbClr val="000040"/>
                </a:solidFill>
                <a:round/>
                <a:headEnd/>
                <a:tailEnd/>
              </a:ln>
            </p:spPr>
            <p:txBody>
              <a:bodyPr/>
              <a:lstStyle/>
              <a:p>
                <a:endParaRPr lang="en-US" dirty="0"/>
              </a:p>
            </p:txBody>
          </p:sp>
          <p:sp>
            <p:nvSpPr>
              <p:cNvPr id="67701" name="Line 95"/>
              <p:cNvSpPr>
                <a:spLocks noChangeShapeType="1"/>
              </p:cNvSpPr>
              <p:nvPr/>
            </p:nvSpPr>
            <p:spPr bwMode="auto">
              <a:xfrm flipV="1">
                <a:off x="6543676" y="6176963"/>
                <a:ext cx="15875" cy="14287"/>
              </a:xfrm>
              <a:prstGeom prst="line">
                <a:avLst/>
              </a:prstGeom>
              <a:noFill/>
              <a:ln w="28575">
                <a:solidFill>
                  <a:srgbClr val="000040"/>
                </a:solidFill>
                <a:round/>
                <a:headEnd/>
                <a:tailEnd/>
              </a:ln>
            </p:spPr>
            <p:txBody>
              <a:bodyPr/>
              <a:lstStyle/>
              <a:p>
                <a:endParaRPr lang="en-US" dirty="0"/>
              </a:p>
            </p:txBody>
          </p:sp>
          <p:sp>
            <p:nvSpPr>
              <p:cNvPr id="67702" name="Line 96"/>
              <p:cNvSpPr>
                <a:spLocks noChangeShapeType="1"/>
              </p:cNvSpPr>
              <p:nvPr/>
            </p:nvSpPr>
            <p:spPr bwMode="auto">
              <a:xfrm flipV="1">
                <a:off x="6559551" y="6162675"/>
                <a:ext cx="14288" cy="14287"/>
              </a:xfrm>
              <a:prstGeom prst="line">
                <a:avLst/>
              </a:prstGeom>
              <a:noFill/>
              <a:ln w="28575">
                <a:solidFill>
                  <a:srgbClr val="000040"/>
                </a:solidFill>
                <a:round/>
                <a:headEnd/>
                <a:tailEnd/>
              </a:ln>
            </p:spPr>
            <p:txBody>
              <a:bodyPr/>
              <a:lstStyle/>
              <a:p>
                <a:endParaRPr lang="en-US" dirty="0"/>
              </a:p>
            </p:txBody>
          </p:sp>
          <p:sp>
            <p:nvSpPr>
              <p:cNvPr id="67703" name="Line 97"/>
              <p:cNvSpPr>
                <a:spLocks noChangeShapeType="1"/>
              </p:cNvSpPr>
              <p:nvPr/>
            </p:nvSpPr>
            <p:spPr bwMode="auto">
              <a:xfrm flipV="1">
                <a:off x="6573838" y="6146800"/>
                <a:ext cx="14288" cy="15875"/>
              </a:xfrm>
              <a:prstGeom prst="line">
                <a:avLst/>
              </a:prstGeom>
              <a:noFill/>
              <a:ln w="28575">
                <a:solidFill>
                  <a:srgbClr val="000040"/>
                </a:solidFill>
                <a:round/>
                <a:headEnd/>
                <a:tailEnd/>
              </a:ln>
            </p:spPr>
            <p:txBody>
              <a:bodyPr/>
              <a:lstStyle/>
              <a:p>
                <a:endParaRPr lang="en-US" dirty="0"/>
              </a:p>
            </p:txBody>
          </p:sp>
          <p:sp>
            <p:nvSpPr>
              <p:cNvPr id="67704" name="Line 98"/>
              <p:cNvSpPr>
                <a:spLocks noChangeShapeType="1"/>
              </p:cNvSpPr>
              <p:nvPr/>
            </p:nvSpPr>
            <p:spPr bwMode="auto">
              <a:xfrm flipV="1">
                <a:off x="6588126" y="6129338"/>
                <a:ext cx="14288" cy="17462"/>
              </a:xfrm>
              <a:prstGeom prst="line">
                <a:avLst/>
              </a:prstGeom>
              <a:noFill/>
              <a:ln w="28575">
                <a:solidFill>
                  <a:srgbClr val="000040"/>
                </a:solidFill>
                <a:round/>
                <a:headEnd/>
                <a:tailEnd/>
              </a:ln>
            </p:spPr>
            <p:txBody>
              <a:bodyPr/>
              <a:lstStyle/>
              <a:p>
                <a:endParaRPr lang="en-US" dirty="0"/>
              </a:p>
            </p:txBody>
          </p:sp>
          <p:sp>
            <p:nvSpPr>
              <p:cNvPr id="67705" name="Line 99"/>
              <p:cNvSpPr>
                <a:spLocks noChangeShapeType="1"/>
              </p:cNvSpPr>
              <p:nvPr/>
            </p:nvSpPr>
            <p:spPr bwMode="auto">
              <a:xfrm flipV="1">
                <a:off x="6602413" y="6113463"/>
                <a:ext cx="15875" cy="15875"/>
              </a:xfrm>
              <a:prstGeom prst="line">
                <a:avLst/>
              </a:prstGeom>
              <a:noFill/>
              <a:ln w="28575">
                <a:solidFill>
                  <a:srgbClr val="000040"/>
                </a:solidFill>
                <a:round/>
                <a:headEnd/>
                <a:tailEnd/>
              </a:ln>
            </p:spPr>
            <p:txBody>
              <a:bodyPr/>
              <a:lstStyle/>
              <a:p>
                <a:endParaRPr lang="en-US" dirty="0"/>
              </a:p>
            </p:txBody>
          </p:sp>
          <p:sp>
            <p:nvSpPr>
              <p:cNvPr id="67706" name="Line 100"/>
              <p:cNvSpPr>
                <a:spLocks noChangeShapeType="1"/>
              </p:cNvSpPr>
              <p:nvPr/>
            </p:nvSpPr>
            <p:spPr bwMode="auto">
              <a:xfrm flipV="1">
                <a:off x="6618288" y="6094413"/>
                <a:ext cx="14288" cy="19050"/>
              </a:xfrm>
              <a:prstGeom prst="line">
                <a:avLst/>
              </a:prstGeom>
              <a:noFill/>
              <a:ln w="28575">
                <a:solidFill>
                  <a:srgbClr val="000040"/>
                </a:solidFill>
                <a:round/>
                <a:headEnd/>
                <a:tailEnd/>
              </a:ln>
            </p:spPr>
            <p:txBody>
              <a:bodyPr/>
              <a:lstStyle/>
              <a:p>
                <a:endParaRPr lang="en-US" dirty="0"/>
              </a:p>
            </p:txBody>
          </p:sp>
          <p:sp>
            <p:nvSpPr>
              <p:cNvPr id="67707" name="Line 101"/>
              <p:cNvSpPr>
                <a:spLocks noChangeShapeType="1"/>
              </p:cNvSpPr>
              <p:nvPr/>
            </p:nvSpPr>
            <p:spPr bwMode="auto">
              <a:xfrm flipV="1">
                <a:off x="6632576" y="6076950"/>
                <a:ext cx="14288" cy="17462"/>
              </a:xfrm>
              <a:prstGeom prst="line">
                <a:avLst/>
              </a:prstGeom>
              <a:noFill/>
              <a:ln w="28575">
                <a:solidFill>
                  <a:srgbClr val="000040"/>
                </a:solidFill>
                <a:round/>
                <a:headEnd/>
                <a:tailEnd/>
              </a:ln>
            </p:spPr>
            <p:txBody>
              <a:bodyPr/>
              <a:lstStyle/>
              <a:p>
                <a:endParaRPr lang="en-US" dirty="0"/>
              </a:p>
            </p:txBody>
          </p:sp>
          <p:sp>
            <p:nvSpPr>
              <p:cNvPr id="67708" name="Line 102"/>
              <p:cNvSpPr>
                <a:spLocks noChangeShapeType="1"/>
              </p:cNvSpPr>
              <p:nvPr/>
            </p:nvSpPr>
            <p:spPr bwMode="auto">
              <a:xfrm flipV="1">
                <a:off x="6646863" y="6057900"/>
                <a:ext cx="15875" cy="19050"/>
              </a:xfrm>
              <a:prstGeom prst="line">
                <a:avLst/>
              </a:prstGeom>
              <a:noFill/>
              <a:ln w="28575">
                <a:solidFill>
                  <a:srgbClr val="000040"/>
                </a:solidFill>
                <a:round/>
                <a:headEnd/>
                <a:tailEnd/>
              </a:ln>
            </p:spPr>
            <p:txBody>
              <a:bodyPr/>
              <a:lstStyle/>
              <a:p>
                <a:endParaRPr lang="en-US" dirty="0"/>
              </a:p>
            </p:txBody>
          </p:sp>
          <p:sp>
            <p:nvSpPr>
              <p:cNvPr id="67709" name="Line 103"/>
              <p:cNvSpPr>
                <a:spLocks noChangeShapeType="1"/>
              </p:cNvSpPr>
              <p:nvPr/>
            </p:nvSpPr>
            <p:spPr bwMode="auto">
              <a:xfrm flipV="1">
                <a:off x="6662738" y="6038850"/>
                <a:ext cx="14288" cy="19050"/>
              </a:xfrm>
              <a:prstGeom prst="line">
                <a:avLst/>
              </a:prstGeom>
              <a:noFill/>
              <a:ln w="28575">
                <a:solidFill>
                  <a:srgbClr val="000040"/>
                </a:solidFill>
                <a:round/>
                <a:headEnd/>
                <a:tailEnd/>
              </a:ln>
            </p:spPr>
            <p:txBody>
              <a:bodyPr/>
              <a:lstStyle/>
              <a:p>
                <a:endParaRPr lang="en-US" dirty="0"/>
              </a:p>
            </p:txBody>
          </p:sp>
          <p:sp>
            <p:nvSpPr>
              <p:cNvPr id="67710" name="Line 104"/>
              <p:cNvSpPr>
                <a:spLocks noChangeShapeType="1"/>
              </p:cNvSpPr>
              <p:nvPr/>
            </p:nvSpPr>
            <p:spPr bwMode="auto">
              <a:xfrm flipV="1">
                <a:off x="6677026" y="6019800"/>
                <a:ext cx="14288" cy="19050"/>
              </a:xfrm>
              <a:prstGeom prst="line">
                <a:avLst/>
              </a:prstGeom>
              <a:noFill/>
              <a:ln w="28575">
                <a:solidFill>
                  <a:srgbClr val="000040"/>
                </a:solidFill>
                <a:round/>
                <a:headEnd/>
                <a:tailEnd/>
              </a:ln>
            </p:spPr>
            <p:txBody>
              <a:bodyPr/>
              <a:lstStyle/>
              <a:p>
                <a:endParaRPr lang="en-US" dirty="0"/>
              </a:p>
            </p:txBody>
          </p:sp>
          <p:sp>
            <p:nvSpPr>
              <p:cNvPr id="67711" name="Line 105"/>
              <p:cNvSpPr>
                <a:spLocks noChangeShapeType="1"/>
              </p:cNvSpPr>
              <p:nvPr/>
            </p:nvSpPr>
            <p:spPr bwMode="auto">
              <a:xfrm flipV="1">
                <a:off x="6691313" y="6000750"/>
                <a:ext cx="14288" cy="19050"/>
              </a:xfrm>
              <a:prstGeom prst="line">
                <a:avLst/>
              </a:prstGeom>
              <a:noFill/>
              <a:ln w="28575">
                <a:solidFill>
                  <a:srgbClr val="000040"/>
                </a:solidFill>
                <a:round/>
                <a:headEnd/>
                <a:tailEnd/>
              </a:ln>
            </p:spPr>
            <p:txBody>
              <a:bodyPr/>
              <a:lstStyle/>
              <a:p>
                <a:endParaRPr lang="en-US" dirty="0"/>
              </a:p>
            </p:txBody>
          </p:sp>
          <p:sp>
            <p:nvSpPr>
              <p:cNvPr id="67712" name="Line 106"/>
              <p:cNvSpPr>
                <a:spLocks noChangeShapeType="1"/>
              </p:cNvSpPr>
              <p:nvPr/>
            </p:nvSpPr>
            <p:spPr bwMode="auto">
              <a:xfrm flipV="1">
                <a:off x="6705601" y="5980113"/>
                <a:ext cx="14288" cy="20637"/>
              </a:xfrm>
              <a:prstGeom prst="line">
                <a:avLst/>
              </a:prstGeom>
              <a:noFill/>
              <a:ln w="28575">
                <a:solidFill>
                  <a:srgbClr val="000040"/>
                </a:solidFill>
                <a:round/>
                <a:headEnd/>
                <a:tailEnd/>
              </a:ln>
            </p:spPr>
            <p:txBody>
              <a:bodyPr/>
              <a:lstStyle/>
              <a:p>
                <a:endParaRPr lang="en-US" dirty="0"/>
              </a:p>
            </p:txBody>
          </p:sp>
        </p:grpSp>
        <p:cxnSp>
          <p:nvCxnSpPr>
            <p:cNvPr id="320" name="Straight Arrow Connector 319"/>
            <p:cNvCxnSpPr/>
            <p:nvPr/>
          </p:nvCxnSpPr>
          <p:spPr>
            <a:xfrm flipV="1">
              <a:off x="6803470" y="3859682"/>
              <a:ext cx="1240724" cy="13669"/>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28" name="Straight Arrow Connector 327"/>
            <p:cNvCxnSpPr/>
            <p:nvPr/>
          </p:nvCxnSpPr>
          <p:spPr>
            <a:xfrm flipV="1">
              <a:off x="6215086" y="5535624"/>
              <a:ext cx="744009" cy="0"/>
            </a:xfrm>
            <a:prstGeom prst="straightConnector1">
              <a:avLst/>
            </a:prstGeom>
            <a:ln w="25400">
              <a:solidFill>
                <a:schemeClr val="bg1">
                  <a:lumMod val="50000"/>
                </a:schemeClr>
              </a:solidFill>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67587" name="Object 3"/>
            <p:cNvGraphicFramePr>
              <a:graphicFrameLocks noChangeAspect="1"/>
            </p:cNvGraphicFramePr>
            <p:nvPr/>
          </p:nvGraphicFramePr>
          <p:xfrm>
            <a:off x="4597400" y="4379913"/>
            <a:ext cx="461963" cy="684212"/>
          </p:xfrm>
          <a:graphic>
            <a:graphicData uri="http://schemas.openxmlformats.org/presentationml/2006/ole">
              <mc:AlternateContent xmlns:mc="http://schemas.openxmlformats.org/markup-compatibility/2006">
                <mc:Choice xmlns:v="urn:schemas-microsoft-com:vml" Requires="v">
                  <p:oleObj name="Equation" r:id="rId11" imgW="266400" imgH="393480" progId="Equation.3">
                    <p:embed/>
                  </p:oleObj>
                </mc:Choice>
                <mc:Fallback>
                  <p:oleObj name="Equation" r:id="rId11" imgW="266400" imgH="393480" progId="Equation.3">
                    <p:embed/>
                    <p:pic>
                      <p:nvPicPr>
                        <p:cNvPr id="67587" name="Object 3"/>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597400" y="4379913"/>
                          <a:ext cx="461963" cy="6842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324" name="Straight Arrow Connector 323"/>
            <p:cNvCxnSpPr/>
            <p:nvPr/>
          </p:nvCxnSpPr>
          <p:spPr>
            <a:xfrm>
              <a:off x="2804161" y="6109765"/>
              <a:ext cx="4308425" cy="19139"/>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314" name="Straight Arrow Connector 313"/>
            <p:cNvCxnSpPr/>
            <p:nvPr/>
          </p:nvCxnSpPr>
          <p:spPr>
            <a:xfrm flipV="1">
              <a:off x="2650670" y="4384610"/>
              <a:ext cx="4240206" cy="30073"/>
            </a:xfrm>
            <a:prstGeom prst="straightConnector1">
              <a:avLst/>
            </a:prstGeom>
            <a:ln w="25400">
              <a:solidFill>
                <a:srgbClr val="FF0000"/>
              </a:solidFill>
              <a:headEnd type="arrow"/>
              <a:tailEnd type="arrow"/>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88385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223.7.2.6</a:t>
            </a:r>
          </a:p>
        </p:txBody>
      </p:sp>
      <p:sp>
        <p:nvSpPr>
          <p:cNvPr id="77828" name="Rectangle 3"/>
          <p:cNvSpPr>
            <a:spLocks noGrp="1" noChangeArrowheads="1"/>
          </p:cNvSpPr>
          <p:nvPr>
            <p:ph idx="1"/>
          </p:nvPr>
        </p:nvSpPr>
        <p:spPr/>
        <p:txBody>
          <a:bodyPr>
            <a:normAutofit fontScale="92500" lnSpcReduction="20000"/>
          </a:bodyPr>
          <a:lstStyle/>
          <a:p>
            <a:pPr marL="609600" indent="-609600" eaLnBrk="1" hangingPunct="1">
              <a:buFontTx/>
              <a:buNone/>
            </a:pPr>
            <a:r>
              <a:rPr lang="en-US" dirty="0"/>
              <a:t>A pipe, open on both ends has a tuning fork next to it which is oscillating at the pipe’s second harmonic frequency. The pipe is 30cm long? The speed of sound is 343m/s. What is the frequency we will hear?</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27</a:t>
            </a:fld>
            <a:endParaRPr lang="en-US"/>
          </a:p>
        </p:txBody>
      </p:sp>
    </p:spTree>
    <p:extLst>
      <p:ext uri="{BB962C8B-B14F-4D97-AF65-F5344CB8AC3E}">
        <p14:creationId xmlns:p14="http://schemas.microsoft.com/office/powerpoint/2010/main" val="315584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r>
              <a:rPr lang="en-US" dirty="0"/>
              <a:t>Question 223.7.2.7</a:t>
            </a:r>
          </a:p>
        </p:txBody>
      </p:sp>
      <p:sp>
        <p:nvSpPr>
          <p:cNvPr id="77828" name="Rectangle 3"/>
          <p:cNvSpPr>
            <a:spLocks noGrp="1" noChangeArrowheads="1"/>
          </p:cNvSpPr>
          <p:nvPr>
            <p:ph idx="1"/>
          </p:nvPr>
        </p:nvSpPr>
        <p:spPr/>
        <p:txBody>
          <a:bodyPr>
            <a:normAutofit fontScale="92500" lnSpcReduction="10000"/>
          </a:bodyPr>
          <a:lstStyle/>
          <a:p>
            <a:pPr marL="609600" indent="-609600" eaLnBrk="1" hangingPunct="1">
              <a:buFontTx/>
              <a:buNone/>
            </a:pPr>
            <a:r>
              <a:rPr lang="en-US" dirty="0"/>
              <a:t>A pipe,  closed on one end has a tuning fork next to it which is oscillating at the pipe’s second harmonic frequency, How big is the wavelength compared to the pipe length?</a:t>
            </a:r>
          </a:p>
          <a:p>
            <a:pPr marL="609600" indent="-609600">
              <a:buFontTx/>
              <a:buAutoNum type="alphaLcParenR"/>
            </a:pPr>
            <a:r>
              <a:rPr lang="en-US" dirty="0">
                <a:sym typeface="Symbol"/>
              </a:rPr>
              <a:t>286Hz</a:t>
            </a:r>
          </a:p>
          <a:p>
            <a:pPr marL="609600" indent="-609600">
              <a:buFontTx/>
              <a:buAutoNum type="alphaLcParenR"/>
            </a:pPr>
            <a:r>
              <a:rPr lang="en-US" dirty="0">
                <a:sym typeface="Symbol"/>
              </a:rPr>
              <a:t>572Hz</a:t>
            </a:r>
          </a:p>
          <a:p>
            <a:pPr marL="609600" indent="-609600">
              <a:buFontTx/>
              <a:buAutoNum type="alphaLcParenR"/>
            </a:pPr>
            <a:r>
              <a:rPr lang="en-US" dirty="0">
                <a:sym typeface="Symbol"/>
              </a:rPr>
              <a:t>1143Hz</a:t>
            </a:r>
          </a:p>
          <a:p>
            <a:pPr marL="609600" indent="-609600">
              <a:buFontTx/>
              <a:buAutoNum type="alphaLcParenR"/>
            </a:pPr>
            <a:r>
              <a:rPr lang="en-US" dirty="0">
                <a:sym typeface="Symbol"/>
              </a:rPr>
              <a:t>1715Hz</a:t>
            </a:r>
          </a:p>
          <a:p>
            <a:pPr marL="609600" indent="-609600">
              <a:buFontTx/>
              <a:buAutoNum type="alphaLcParenR"/>
            </a:pPr>
            <a:r>
              <a:rPr lang="en-US" dirty="0">
                <a:sym typeface="Symbol"/>
              </a:rPr>
              <a:t>2287Hz</a:t>
            </a:r>
          </a:p>
          <a:p>
            <a:pPr marL="609600" indent="-609600">
              <a:buFontTx/>
              <a:buAutoNum type="alphaLcParenR"/>
            </a:pPr>
            <a:endParaRPr lang="en-US" dirty="0">
              <a:sym typeface="Symbol"/>
            </a:endParaRPr>
          </a:p>
          <a:p>
            <a:pPr marL="609600" indent="-609600">
              <a:buFontTx/>
              <a:buAutoNum type="alphaLcParenR"/>
            </a:pPr>
            <a:endParaRPr lang="en-US" dirty="0">
              <a:sym typeface="Symbol"/>
            </a:endParaRPr>
          </a:p>
          <a:p>
            <a:pPr marL="609600" indent="-609600" eaLnBrk="1" hangingPunct="1">
              <a:buFontTx/>
              <a:buAutoNum type="alphaLcParenR"/>
            </a:pPr>
            <a:endParaRPr lang="en-US" dirty="0">
              <a:sym typeface="Symbol"/>
            </a:endParaRPr>
          </a:p>
        </p:txBody>
      </p:sp>
      <p:sp>
        <p:nvSpPr>
          <p:cNvPr id="77826" name="Slide Number Placeholder 5"/>
          <p:cNvSpPr>
            <a:spLocks noGrp="1"/>
          </p:cNvSpPr>
          <p:nvPr>
            <p:ph type="sldNum" sz="quarter" idx="12"/>
          </p:nvPr>
        </p:nvSpPr>
        <p:spPr>
          <a:noFill/>
        </p:spPr>
        <p:txBody>
          <a:bodyPr/>
          <a:lstStyle/>
          <a:p>
            <a:fld id="{5A04DC55-1A9C-4D43-BBEB-AF35C6998B75}" type="slidenum">
              <a:rPr lang="en-US" smtClean="0"/>
              <a:pPr/>
              <a:t>28</a:t>
            </a:fld>
            <a:endParaRPr lang="en-US"/>
          </a:p>
        </p:txBody>
      </p:sp>
    </p:spTree>
    <p:extLst>
      <p:ext uri="{BB962C8B-B14F-4D97-AF65-F5344CB8AC3E}">
        <p14:creationId xmlns:p14="http://schemas.microsoft.com/office/powerpoint/2010/main" val="7404143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9" name="Rectangle 2"/>
          <p:cNvSpPr>
            <a:spLocks noGrp="1" noChangeArrowheads="1"/>
          </p:cNvSpPr>
          <p:nvPr>
            <p:ph type="title"/>
          </p:nvPr>
        </p:nvSpPr>
        <p:spPr/>
        <p:txBody>
          <a:bodyPr/>
          <a:lstStyle/>
          <a:p>
            <a:r>
              <a:rPr lang="en-US" dirty="0"/>
              <a:t>Question 223.7.4</a:t>
            </a:r>
          </a:p>
        </p:txBody>
      </p:sp>
      <p:sp>
        <p:nvSpPr>
          <p:cNvPr id="80900" name="Rectangle 3"/>
          <p:cNvSpPr>
            <a:spLocks noGrp="1" noChangeArrowheads="1"/>
          </p:cNvSpPr>
          <p:nvPr>
            <p:ph idx="1"/>
          </p:nvPr>
        </p:nvSpPr>
        <p:spPr/>
        <p:txBody>
          <a:bodyPr/>
          <a:lstStyle/>
          <a:p>
            <a:pPr marL="533400" indent="-533400" eaLnBrk="1" hangingPunct="1">
              <a:lnSpc>
                <a:spcPct val="90000"/>
              </a:lnSpc>
              <a:buFontTx/>
              <a:buNone/>
            </a:pPr>
            <a:r>
              <a:rPr lang="en-US" sz="2800"/>
              <a:t>You have designed a support structure, but you find you have a device placed on the structure that excites a longitudinal natural frequency of a support strut. To dampen this effect you could</a:t>
            </a:r>
          </a:p>
          <a:p>
            <a:pPr marL="533400" indent="-533400" eaLnBrk="1" hangingPunct="1">
              <a:lnSpc>
                <a:spcPct val="90000"/>
              </a:lnSpc>
              <a:buFontTx/>
              <a:buAutoNum type="arabicPeriod"/>
            </a:pPr>
            <a:r>
              <a:rPr lang="en-US" sz="2800"/>
              <a:t>Clamp the strut at a non resonant point</a:t>
            </a:r>
          </a:p>
          <a:p>
            <a:pPr marL="533400" indent="-533400" eaLnBrk="1" hangingPunct="1">
              <a:lnSpc>
                <a:spcPct val="90000"/>
              </a:lnSpc>
              <a:buFontTx/>
              <a:buAutoNum type="arabicPeriod"/>
            </a:pPr>
            <a:r>
              <a:rPr lang="en-US" sz="2800"/>
              <a:t>Apply glue to the end where the struts fastens</a:t>
            </a:r>
          </a:p>
          <a:p>
            <a:pPr marL="533400" indent="-533400" eaLnBrk="1" hangingPunct="1">
              <a:lnSpc>
                <a:spcPct val="90000"/>
              </a:lnSpc>
              <a:buFontTx/>
              <a:buAutoNum type="arabicPeriod"/>
            </a:pPr>
            <a:r>
              <a:rPr lang="en-US" sz="2800"/>
              <a:t>Add a device that superposes another frequency on the strut</a:t>
            </a:r>
          </a:p>
          <a:p>
            <a:pPr marL="533400" indent="-533400" eaLnBrk="1" hangingPunct="1">
              <a:lnSpc>
                <a:spcPct val="90000"/>
              </a:lnSpc>
              <a:buFontTx/>
              <a:buAutoNum type="arabicPeriod"/>
            </a:pPr>
            <a:r>
              <a:rPr lang="en-US" sz="2800"/>
              <a:t>Can’t tell</a:t>
            </a:r>
          </a:p>
          <a:p>
            <a:pPr marL="533400" indent="-533400" eaLnBrk="1" hangingPunct="1">
              <a:lnSpc>
                <a:spcPct val="90000"/>
              </a:lnSpc>
            </a:pPr>
            <a:endParaRPr lang="en-US" sz="2800"/>
          </a:p>
        </p:txBody>
      </p:sp>
      <p:sp>
        <p:nvSpPr>
          <p:cNvPr id="80898" name="Slide Number Placeholder 5"/>
          <p:cNvSpPr>
            <a:spLocks noGrp="1"/>
          </p:cNvSpPr>
          <p:nvPr>
            <p:ph type="sldNum" sz="quarter" idx="12"/>
          </p:nvPr>
        </p:nvSpPr>
        <p:spPr>
          <a:noFill/>
        </p:spPr>
        <p:txBody>
          <a:bodyPr/>
          <a:lstStyle/>
          <a:p>
            <a:fld id="{56DE3A01-1A34-4F53-9F3D-35C41E47E61D}" type="slidenum">
              <a:rPr lang="en-US" smtClean="0"/>
              <a:pPr/>
              <a:t>29</a:t>
            </a:fld>
            <a:endParaRPr lang="en-US"/>
          </a:p>
        </p:txBody>
      </p:sp>
    </p:spTree>
    <p:extLst>
      <p:ext uri="{BB962C8B-B14F-4D97-AF65-F5344CB8AC3E}">
        <p14:creationId xmlns:p14="http://schemas.microsoft.com/office/powerpoint/2010/main" val="11871657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3" name="Rectangle 2"/>
          <p:cNvSpPr>
            <a:spLocks noGrp="1" noChangeArrowheads="1"/>
          </p:cNvSpPr>
          <p:nvPr>
            <p:ph type="title"/>
          </p:nvPr>
        </p:nvSpPr>
        <p:spPr/>
        <p:txBody>
          <a:bodyPr/>
          <a:lstStyle/>
          <a:p>
            <a:r>
              <a:rPr lang="en-US" dirty="0"/>
              <a:t>Question </a:t>
            </a:r>
            <a:r>
              <a:rPr lang="en-US"/>
              <a:t>223.7.5 </a:t>
            </a:r>
            <a:endParaRPr lang="en-US" dirty="0"/>
          </a:p>
        </p:txBody>
      </p:sp>
      <p:sp>
        <p:nvSpPr>
          <p:cNvPr id="81924" name="Rectangle 3"/>
          <p:cNvSpPr>
            <a:spLocks noGrp="1" noChangeArrowheads="1"/>
          </p:cNvSpPr>
          <p:nvPr>
            <p:ph idx="1"/>
          </p:nvPr>
        </p:nvSpPr>
        <p:spPr/>
        <p:txBody>
          <a:bodyPr/>
          <a:lstStyle/>
          <a:p>
            <a:pPr marL="609600" indent="-609600" eaLnBrk="1" hangingPunct="1">
              <a:lnSpc>
                <a:spcPct val="90000"/>
              </a:lnSpc>
              <a:buFontTx/>
              <a:buNone/>
            </a:pPr>
            <a:r>
              <a:rPr lang="en-US" sz="2400"/>
              <a:t>Suppose you have designed a large telescope with a whopping 6m diameter primary mirror. The telescope will be mounted on a motorized platform. Should you be concerned about vibration ruining your imagery?</a:t>
            </a:r>
          </a:p>
          <a:p>
            <a:pPr marL="609600" indent="-609600" eaLnBrk="1" hangingPunct="1">
              <a:lnSpc>
                <a:spcPct val="90000"/>
              </a:lnSpc>
              <a:buFontTx/>
              <a:buAutoNum type="alphaLcParenR"/>
            </a:pPr>
            <a:r>
              <a:rPr lang="en-US" sz="2400"/>
              <a:t>No, the curved circular shape of the mirror precludes any longitudinal or transverse waves.</a:t>
            </a:r>
          </a:p>
          <a:p>
            <a:pPr marL="609600" indent="-609600" eaLnBrk="1" hangingPunct="1">
              <a:lnSpc>
                <a:spcPct val="90000"/>
              </a:lnSpc>
              <a:buFontTx/>
              <a:buAutoNum type="alphaLcParenR"/>
            </a:pPr>
            <a:r>
              <a:rPr lang="en-US" sz="2400"/>
              <a:t>Yes there are normal modes of oscillation in any structure</a:t>
            </a:r>
          </a:p>
          <a:p>
            <a:pPr marL="609600" indent="-609600" eaLnBrk="1" hangingPunct="1">
              <a:lnSpc>
                <a:spcPct val="90000"/>
              </a:lnSpc>
              <a:buFontTx/>
              <a:buAutoNum type="alphaLcParenR"/>
            </a:pPr>
            <a:r>
              <a:rPr lang="en-US" sz="2400"/>
              <a:t>No. the motor will produce longitudinal waves, such as a long thin structure like a rod can support.</a:t>
            </a:r>
          </a:p>
        </p:txBody>
      </p:sp>
      <p:sp>
        <p:nvSpPr>
          <p:cNvPr id="81922" name="Slide Number Placeholder 5"/>
          <p:cNvSpPr>
            <a:spLocks noGrp="1"/>
          </p:cNvSpPr>
          <p:nvPr>
            <p:ph type="sldNum" sz="quarter" idx="12"/>
          </p:nvPr>
        </p:nvSpPr>
        <p:spPr>
          <a:noFill/>
        </p:spPr>
        <p:txBody>
          <a:bodyPr/>
          <a:lstStyle/>
          <a:p>
            <a:fld id="{B1E063D5-32A5-4E0B-81C5-339BFC6521C2}" type="slidenum">
              <a:rPr lang="en-US" smtClean="0"/>
              <a:pPr/>
              <a:t>30</a:t>
            </a:fld>
            <a:endParaRPr lang="en-US"/>
          </a:p>
        </p:txBody>
      </p:sp>
    </p:spTree>
    <p:extLst>
      <p:ext uri="{BB962C8B-B14F-4D97-AF65-F5344CB8AC3E}">
        <p14:creationId xmlns:p14="http://schemas.microsoft.com/office/powerpoint/2010/main" val="6440853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CC422-4759-8FC0-FFF5-BEF9C4CA1D64}"/>
              </a:ext>
            </a:extLst>
          </p:cNvPr>
          <p:cNvSpPr>
            <a:spLocks noGrp="1"/>
          </p:cNvSpPr>
          <p:nvPr>
            <p:ph type="title"/>
          </p:nvPr>
        </p:nvSpPr>
        <p:spPr/>
        <p:txBody>
          <a:bodyPr/>
          <a:lstStyle/>
          <a:p>
            <a:endParaRPr lang="en-US"/>
          </a:p>
        </p:txBody>
      </p:sp>
      <p:pic>
        <p:nvPicPr>
          <p:cNvPr id="4" name="Online Media 3" title="Terrifying moment part of stadium collapses as Vitesse fans celebrate victory | WeShow Football">
            <a:hlinkClick r:id="" action="ppaction://media"/>
            <a:extLst>
              <a:ext uri="{FF2B5EF4-FFF2-40B4-BE49-F238E27FC236}">
                <a16:creationId xmlns:a16="http://schemas.microsoft.com/office/drawing/2014/main" id="{26D82C79-4DBA-AEA7-AEF1-81BFA0CE3E16}"/>
              </a:ext>
            </a:extLst>
          </p:cNvPr>
          <p:cNvPicPr>
            <a:picLocks noGrp="1" noRot="1" noChangeAspect="1"/>
          </p:cNvPicPr>
          <p:nvPr>
            <p:ph idx="1"/>
            <a:videoFile r:link="rId1"/>
          </p:nvPr>
        </p:nvPicPr>
        <p:blipFill>
          <a:blip r:embed="rId3"/>
          <a:stretch>
            <a:fillRect/>
          </a:stretch>
        </p:blipFill>
        <p:spPr>
          <a:xfrm>
            <a:off x="565150" y="1600200"/>
            <a:ext cx="8012113" cy="4525963"/>
          </a:xfrm>
          <a:prstGeom prst="rect">
            <a:avLst/>
          </a:prstGeom>
        </p:spPr>
      </p:pic>
    </p:spTree>
    <p:extLst>
      <p:ext uri="{BB962C8B-B14F-4D97-AF65-F5344CB8AC3E}">
        <p14:creationId xmlns:p14="http://schemas.microsoft.com/office/powerpoint/2010/main" val="3362215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4"/>
          <p:cNvSpPr>
            <a:spLocks noGrp="1" noChangeArrowheads="1"/>
          </p:cNvSpPr>
          <p:nvPr>
            <p:ph type="title"/>
          </p:nvPr>
        </p:nvSpPr>
        <p:spPr/>
        <p:txBody>
          <a:bodyPr/>
          <a:lstStyle/>
          <a:p>
            <a:pPr eaLnBrk="1" hangingPunct="1"/>
            <a:r>
              <a:rPr lang="en-US"/>
              <a:t>Clamped Rod</a:t>
            </a:r>
          </a:p>
        </p:txBody>
      </p:sp>
      <p:grpSp>
        <p:nvGrpSpPr>
          <p:cNvPr id="2" name="Group 14"/>
          <p:cNvGrpSpPr>
            <a:grpSpLocks/>
          </p:cNvGrpSpPr>
          <p:nvPr/>
        </p:nvGrpSpPr>
        <p:grpSpPr bwMode="auto">
          <a:xfrm>
            <a:off x="0" y="1654175"/>
            <a:ext cx="9144000" cy="2586038"/>
            <a:chOff x="0" y="1042"/>
            <a:chExt cx="5760" cy="1629"/>
          </a:xfrm>
        </p:grpSpPr>
        <p:sp>
          <p:nvSpPr>
            <p:cNvPr id="22532" name="AutoShape 5"/>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2533" name="Rectangle 6"/>
            <p:cNvSpPr>
              <a:spLocks noChangeArrowheads="1"/>
            </p:cNvSpPr>
            <p:nvPr/>
          </p:nvSpPr>
          <p:spPr bwMode="auto">
            <a:xfrm>
              <a:off x="2939"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2534" name="Rectangle 7"/>
            <p:cNvSpPr>
              <a:spLocks noChangeArrowheads="1"/>
            </p:cNvSpPr>
            <p:nvPr/>
          </p:nvSpPr>
          <p:spPr bwMode="auto">
            <a:xfrm>
              <a:off x="2834"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2535" name="Rectangle 8"/>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2536" name="Line 9"/>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37" name="Text Box 10"/>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2538" name="Text Box 11"/>
            <p:cNvSpPr txBox="1">
              <a:spLocks noChangeArrowheads="1"/>
            </p:cNvSpPr>
            <p:nvPr/>
          </p:nvSpPr>
          <p:spPr bwMode="auto">
            <a:xfrm>
              <a:off x="2345"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2539" name="Line 12"/>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2540" name="Text Box 13"/>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23719761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a:t>Clamped Rod: Center Clamp</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2105025" y="2298700"/>
            <a:ext cx="4514850" cy="2981325"/>
          </a:xfrm>
          <a:prstGeom prst="rect">
            <a:avLst/>
          </a:prstGeom>
          <a:noFill/>
          <a:ln w="9525" algn="ctr">
            <a:noFill/>
            <a:miter lim="800000"/>
            <a:headEnd/>
            <a:tailEnd/>
          </a:ln>
        </p:spPr>
      </p:pic>
    </p:spTree>
    <p:extLst>
      <p:ext uri="{BB962C8B-B14F-4D97-AF65-F5344CB8AC3E}">
        <p14:creationId xmlns:p14="http://schemas.microsoft.com/office/powerpoint/2010/main" val="97432057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p:txBody>
          <a:bodyPr/>
          <a:lstStyle/>
          <a:p>
            <a:pPr eaLnBrk="1" hangingPunct="1"/>
            <a:r>
              <a:rPr lang="en-US"/>
              <a:t>Clamped Rod</a:t>
            </a:r>
          </a:p>
        </p:txBody>
      </p:sp>
      <p:grpSp>
        <p:nvGrpSpPr>
          <p:cNvPr id="2" name="Group 13"/>
          <p:cNvGrpSpPr>
            <a:grpSpLocks/>
          </p:cNvGrpSpPr>
          <p:nvPr/>
        </p:nvGrpSpPr>
        <p:grpSpPr bwMode="auto">
          <a:xfrm>
            <a:off x="0" y="1654175"/>
            <a:ext cx="9144000" cy="2586038"/>
            <a:chOff x="0" y="1042"/>
            <a:chExt cx="5760" cy="1629"/>
          </a:xfrm>
        </p:grpSpPr>
        <p:sp>
          <p:nvSpPr>
            <p:cNvPr id="24580" name="AutoShape 4"/>
            <p:cNvSpPr>
              <a:spLocks noChangeArrowheads="1"/>
            </p:cNvSpPr>
            <p:nvPr/>
          </p:nvSpPr>
          <p:spPr bwMode="auto">
            <a:xfrm rot="-5400000">
              <a:off x="2940" y="-297"/>
              <a:ext cx="191" cy="4735"/>
            </a:xfrm>
            <a:prstGeom prst="can">
              <a:avLst>
                <a:gd name="adj" fmla="val 23987"/>
              </a:avLst>
            </a:prstGeom>
            <a:gradFill rotWithShape="1">
              <a:gsLst>
                <a:gs pos="0">
                  <a:srgbClr val="969696"/>
                </a:gs>
                <a:gs pos="100000">
                  <a:schemeClr val="bg1"/>
                </a:gs>
              </a:gsLst>
              <a:lin ang="0" scaled="1"/>
            </a:gradFill>
            <a:ln w="9525">
              <a:solidFill>
                <a:schemeClr val="tx1"/>
              </a:solidFill>
              <a:round/>
              <a:headEnd/>
              <a:tailEnd/>
            </a:ln>
          </p:spPr>
          <p:txBody>
            <a:bodyPr wrap="none" anchor="ctr"/>
            <a:lstStyle/>
            <a:p>
              <a:endParaRPr lang="en-US"/>
            </a:p>
          </p:txBody>
        </p:sp>
        <p:sp>
          <p:nvSpPr>
            <p:cNvPr id="24581" name="Rectangle 5"/>
            <p:cNvSpPr>
              <a:spLocks noChangeArrowheads="1"/>
            </p:cNvSpPr>
            <p:nvPr/>
          </p:nvSpPr>
          <p:spPr bwMode="auto">
            <a:xfrm>
              <a:off x="2075" y="1564"/>
              <a:ext cx="192" cy="402"/>
            </a:xfrm>
            <a:prstGeom prst="rect">
              <a:avLst/>
            </a:prstGeom>
            <a:gradFill rotWithShape="1">
              <a:gsLst>
                <a:gs pos="0">
                  <a:srgbClr val="969696"/>
                </a:gs>
                <a:gs pos="100000">
                  <a:srgbClr val="454545"/>
                </a:gs>
              </a:gsLst>
              <a:lin ang="0" scaled="1"/>
            </a:gradFill>
            <a:ln w="9525" algn="ctr">
              <a:solidFill>
                <a:schemeClr val="tx1"/>
              </a:solidFill>
              <a:miter lim="800000"/>
              <a:headEnd/>
              <a:tailEnd/>
            </a:ln>
          </p:spPr>
          <p:txBody>
            <a:bodyPr wrap="none" anchor="ctr"/>
            <a:lstStyle/>
            <a:p>
              <a:endParaRPr lang="en-US"/>
            </a:p>
          </p:txBody>
        </p:sp>
        <p:sp>
          <p:nvSpPr>
            <p:cNvPr id="24582" name="Rectangle 6"/>
            <p:cNvSpPr>
              <a:spLocks noChangeArrowheads="1"/>
            </p:cNvSpPr>
            <p:nvPr/>
          </p:nvSpPr>
          <p:spPr bwMode="auto">
            <a:xfrm>
              <a:off x="1970" y="2176"/>
              <a:ext cx="384" cy="439"/>
            </a:xfrm>
            <a:prstGeom prst="rect">
              <a:avLst/>
            </a:prstGeom>
            <a:gradFill rotWithShape="1">
              <a:gsLst>
                <a:gs pos="0">
                  <a:srgbClr val="454545"/>
                </a:gs>
                <a:gs pos="100000">
                  <a:srgbClr val="969696"/>
                </a:gs>
              </a:gsLst>
              <a:lin ang="2700000" scaled="1"/>
            </a:gradFill>
            <a:ln w="9525" algn="ctr">
              <a:solidFill>
                <a:schemeClr val="tx1"/>
              </a:solidFill>
              <a:miter lim="800000"/>
              <a:headEnd/>
              <a:tailEnd/>
            </a:ln>
          </p:spPr>
          <p:txBody>
            <a:bodyPr wrap="none" anchor="ctr"/>
            <a:lstStyle/>
            <a:p>
              <a:endParaRPr lang="en-US"/>
            </a:p>
          </p:txBody>
        </p:sp>
        <p:sp>
          <p:nvSpPr>
            <p:cNvPr id="24583" name="Rectangle 7"/>
            <p:cNvSpPr>
              <a:spLocks noChangeArrowheads="1"/>
            </p:cNvSpPr>
            <p:nvPr/>
          </p:nvSpPr>
          <p:spPr bwMode="auto">
            <a:xfrm>
              <a:off x="658" y="2615"/>
              <a:ext cx="4873" cy="56"/>
            </a:xfrm>
            <a:prstGeom prst="rect">
              <a:avLst/>
            </a:prstGeom>
            <a:solidFill>
              <a:schemeClr val="accent1"/>
            </a:solidFill>
            <a:ln w="9525" algn="ctr">
              <a:solidFill>
                <a:schemeClr val="tx1"/>
              </a:solidFill>
              <a:miter lim="800000"/>
              <a:headEnd/>
              <a:tailEnd/>
            </a:ln>
          </p:spPr>
          <p:txBody>
            <a:bodyPr wrap="none" anchor="ctr"/>
            <a:lstStyle/>
            <a:p>
              <a:endParaRPr lang="en-US"/>
            </a:p>
          </p:txBody>
        </p:sp>
        <p:sp>
          <p:nvSpPr>
            <p:cNvPr id="24584" name="Line 8"/>
            <p:cNvSpPr>
              <a:spLocks noChangeShapeType="1"/>
            </p:cNvSpPr>
            <p:nvPr/>
          </p:nvSpPr>
          <p:spPr bwMode="auto">
            <a:xfrm>
              <a:off x="402" y="1783"/>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5" name="Text Box 9"/>
            <p:cNvSpPr txBox="1">
              <a:spLocks noChangeArrowheads="1"/>
            </p:cNvSpPr>
            <p:nvPr/>
          </p:nvSpPr>
          <p:spPr bwMode="auto">
            <a:xfrm>
              <a:off x="0" y="1293"/>
              <a:ext cx="1483" cy="404"/>
            </a:xfrm>
            <a:prstGeom prst="rect">
              <a:avLst/>
            </a:prstGeom>
            <a:noFill/>
            <a:ln w="9525" algn="ctr">
              <a:noFill/>
              <a:miter lim="800000"/>
              <a:headEnd/>
              <a:tailEnd/>
            </a:ln>
          </p:spPr>
          <p:txBody>
            <a:bodyPr>
              <a:spAutoFit/>
            </a:bodyPr>
            <a:lstStyle/>
            <a:p>
              <a:r>
                <a:rPr lang="en-US"/>
                <a:t>Atoms can move longitudinally here</a:t>
              </a:r>
            </a:p>
          </p:txBody>
        </p:sp>
        <p:sp>
          <p:nvSpPr>
            <p:cNvPr id="24586" name="Text Box 10"/>
            <p:cNvSpPr txBox="1">
              <a:spLocks noChangeArrowheads="1"/>
            </p:cNvSpPr>
            <p:nvPr/>
          </p:nvSpPr>
          <p:spPr bwMode="auto">
            <a:xfrm>
              <a:off x="1650" y="1042"/>
              <a:ext cx="1483" cy="404"/>
            </a:xfrm>
            <a:prstGeom prst="rect">
              <a:avLst/>
            </a:prstGeom>
            <a:noFill/>
            <a:ln w="9525" algn="ctr">
              <a:noFill/>
              <a:miter lim="800000"/>
              <a:headEnd/>
              <a:tailEnd/>
            </a:ln>
          </p:spPr>
          <p:txBody>
            <a:bodyPr>
              <a:spAutoFit/>
            </a:bodyPr>
            <a:lstStyle/>
            <a:p>
              <a:r>
                <a:rPr lang="en-US"/>
                <a:t>The clamp prevents movement here</a:t>
              </a:r>
            </a:p>
          </p:txBody>
        </p:sp>
        <p:sp>
          <p:nvSpPr>
            <p:cNvPr id="24587" name="Line 11"/>
            <p:cNvSpPr>
              <a:spLocks noChangeShapeType="1"/>
            </p:cNvSpPr>
            <p:nvPr/>
          </p:nvSpPr>
          <p:spPr bwMode="auto">
            <a:xfrm>
              <a:off x="5026" y="1797"/>
              <a:ext cx="512" cy="0"/>
            </a:xfrm>
            <a:prstGeom prst="line">
              <a:avLst/>
            </a:prstGeom>
            <a:noFill/>
            <a:ln w="9525">
              <a:solidFill>
                <a:schemeClr val="tx1"/>
              </a:solidFill>
              <a:round/>
              <a:headEnd type="triangle" w="med" len="med"/>
              <a:tailEnd type="triangle" w="med" len="med"/>
            </a:ln>
          </p:spPr>
          <p:txBody>
            <a:bodyPr wrap="none" anchor="ctr"/>
            <a:lstStyle/>
            <a:p>
              <a:endParaRPr lang="en-US"/>
            </a:p>
          </p:txBody>
        </p:sp>
        <p:sp>
          <p:nvSpPr>
            <p:cNvPr id="24588" name="Text Box 12"/>
            <p:cNvSpPr txBox="1">
              <a:spLocks noChangeArrowheads="1"/>
            </p:cNvSpPr>
            <p:nvPr/>
          </p:nvSpPr>
          <p:spPr bwMode="auto">
            <a:xfrm>
              <a:off x="4277" y="1307"/>
              <a:ext cx="1483" cy="404"/>
            </a:xfrm>
            <a:prstGeom prst="rect">
              <a:avLst/>
            </a:prstGeom>
            <a:noFill/>
            <a:ln w="9525" algn="ctr">
              <a:noFill/>
              <a:miter lim="800000"/>
              <a:headEnd/>
              <a:tailEnd/>
            </a:ln>
          </p:spPr>
          <p:txBody>
            <a:bodyPr>
              <a:spAutoFit/>
            </a:bodyPr>
            <a:lstStyle/>
            <a:p>
              <a:r>
                <a:rPr lang="en-US"/>
                <a:t>Atoms can move longitudinally here</a:t>
              </a:r>
            </a:p>
          </p:txBody>
        </p:sp>
      </p:grpSp>
    </p:spTree>
    <p:extLst>
      <p:ext uri="{BB962C8B-B14F-4D97-AF65-F5344CB8AC3E}">
        <p14:creationId xmlns:p14="http://schemas.microsoft.com/office/powerpoint/2010/main" val="13663881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p:txBody>
          <a:bodyPr/>
          <a:lstStyle/>
          <a:p>
            <a:pPr eaLnBrk="1" hangingPunct="1"/>
            <a:r>
              <a:rPr lang="en-US"/>
              <a:t>Clamped Rod: L/4 Clamp</a:t>
            </a:r>
          </a:p>
        </p:txBody>
      </p:sp>
      <p:sp>
        <p:nvSpPr>
          <p:cNvPr id="25603" name="Rectangle 3"/>
          <p:cNvSpPr>
            <a:spLocks noGrp="1" noChangeArrowheads="1"/>
          </p:cNvSpPr>
          <p:nvPr>
            <p:ph type="body" idx="1"/>
          </p:nvPr>
        </p:nvSpPr>
        <p:spPr/>
        <p:txBody>
          <a:bodyPr/>
          <a:lstStyle/>
          <a:p>
            <a:pPr eaLnBrk="1" hangingPunct="1"/>
            <a:endParaRPr lang="en-US"/>
          </a:p>
        </p:txBody>
      </p:sp>
      <p:pic>
        <p:nvPicPr>
          <p:cNvPr id="25604" name="Picture 4"/>
          <p:cNvPicPr>
            <a:picLocks noChangeAspect="1" noChangeArrowheads="1"/>
          </p:cNvPicPr>
          <p:nvPr/>
        </p:nvPicPr>
        <p:blipFill>
          <a:blip r:embed="rId2" cstate="print"/>
          <a:srcRect/>
          <a:stretch>
            <a:fillRect/>
          </a:stretch>
        </p:blipFill>
        <p:spPr bwMode="auto">
          <a:xfrm>
            <a:off x="1554163" y="1739900"/>
            <a:ext cx="5930900" cy="3916363"/>
          </a:xfrm>
          <a:prstGeom prst="rect">
            <a:avLst/>
          </a:prstGeom>
          <a:noFill/>
          <a:ln w="9525" algn="ctr">
            <a:noFill/>
            <a:miter lim="800000"/>
            <a:headEnd/>
            <a:tailEnd/>
          </a:ln>
        </p:spPr>
      </p:pic>
    </p:spTree>
    <p:extLst>
      <p:ext uri="{BB962C8B-B14F-4D97-AF65-F5344CB8AC3E}">
        <p14:creationId xmlns:p14="http://schemas.microsoft.com/office/powerpoint/2010/main" val="308451805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a:t>Drum Head</a:t>
            </a:r>
          </a:p>
        </p:txBody>
      </p:sp>
      <p:pic>
        <p:nvPicPr>
          <p:cNvPr id="10" name="Picture 9" descr="Drum_vibration_mode01.gif"/>
          <p:cNvPicPr>
            <a:picLocks noChangeAspect="1"/>
          </p:cNvPicPr>
          <p:nvPr/>
        </p:nvPicPr>
        <p:blipFill>
          <a:blip r:embed="rId3" cstate="print"/>
          <a:stretch>
            <a:fillRect/>
          </a:stretch>
        </p:blipFill>
        <p:spPr>
          <a:xfrm>
            <a:off x="914400" y="1943100"/>
            <a:ext cx="2362200" cy="1238250"/>
          </a:xfrm>
          <a:prstGeom prst="rect">
            <a:avLst/>
          </a:prstGeom>
        </p:spPr>
      </p:pic>
      <p:pic>
        <p:nvPicPr>
          <p:cNvPr id="12" name="Picture 11" descr="Drum_vibration_mode03.gif"/>
          <p:cNvPicPr>
            <a:picLocks noChangeAspect="1"/>
          </p:cNvPicPr>
          <p:nvPr/>
        </p:nvPicPr>
        <p:blipFill>
          <a:blip r:embed="rId4" cstate="print"/>
          <a:stretch>
            <a:fillRect/>
          </a:stretch>
        </p:blipFill>
        <p:spPr>
          <a:xfrm>
            <a:off x="3771900" y="1943100"/>
            <a:ext cx="2381250" cy="1238250"/>
          </a:xfrm>
          <a:prstGeom prst="rect">
            <a:avLst/>
          </a:prstGeom>
        </p:spPr>
      </p:pic>
      <p:pic>
        <p:nvPicPr>
          <p:cNvPr id="13" name="Picture 12" descr="Drum_vibration_mode11.gif"/>
          <p:cNvPicPr>
            <a:picLocks noChangeAspect="1"/>
          </p:cNvPicPr>
          <p:nvPr/>
        </p:nvPicPr>
        <p:blipFill>
          <a:blip r:embed="rId5" cstate="print"/>
          <a:stretch>
            <a:fillRect/>
          </a:stretch>
        </p:blipFill>
        <p:spPr>
          <a:xfrm>
            <a:off x="6477000" y="1943100"/>
            <a:ext cx="2362200" cy="1238250"/>
          </a:xfrm>
          <a:prstGeom prst="rect">
            <a:avLst/>
          </a:prstGeom>
        </p:spPr>
      </p:pic>
      <p:pic>
        <p:nvPicPr>
          <p:cNvPr id="14" name="Picture 13" descr="Drum_vibration_mode21.gif"/>
          <p:cNvPicPr>
            <a:picLocks noChangeAspect="1"/>
          </p:cNvPicPr>
          <p:nvPr/>
        </p:nvPicPr>
        <p:blipFill>
          <a:blip r:embed="rId6" cstate="print"/>
          <a:stretch>
            <a:fillRect/>
          </a:stretch>
        </p:blipFill>
        <p:spPr>
          <a:xfrm>
            <a:off x="914400" y="4343400"/>
            <a:ext cx="2362200" cy="1238250"/>
          </a:xfrm>
          <a:prstGeom prst="rect">
            <a:avLst/>
          </a:prstGeom>
        </p:spPr>
      </p:pic>
      <p:pic>
        <p:nvPicPr>
          <p:cNvPr id="15" name="Picture 14" descr="Drum_vibration_mode22.gif"/>
          <p:cNvPicPr>
            <a:picLocks noChangeAspect="1"/>
          </p:cNvPicPr>
          <p:nvPr/>
        </p:nvPicPr>
        <p:blipFill>
          <a:blip r:embed="rId7" cstate="print"/>
          <a:stretch>
            <a:fillRect/>
          </a:stretch>
        </p:blipFill>
        <p:spPr>
          <a:xfrm>
            <a:off x="3781425" y="4343400"/>
            <a:ext cx="2362200" cy="1238250"/>
          </a:xfrm>
          <a:prstGeom prst="rect">
            <a:avLst/>
          </a:prstGeom>
        </p:spPr>
      </p:pic>
      <p:pic>
        <p:nvPicPr>
          <p:cNvPr id="16" name="Picture 15" descr="Drum_vibration_mode23.gif"/>
          <p:cNvPicPr>
            <a:picLocks noChangeAspect="1"/>
          </p:cNvPicPr>
          <p:nvPr/>
        </p:nvPicPr>
        <p:blipFill>
          <a:blip r:embed="rId8" cstate="print"/>
          <a:stretch>
            <a:fillRect/>
          </a:stretch>
        </p:blipFill>
        <p:spPr>
          <a:xfrm>
            <a:off x="6467475" y="4343400"/>
            <a:ext cx="2381250" cy="1238250"/>
          </a:xfrm>
          <a:prstGeom prst="rect">
            <a:avLst/>
          </a:prstGeom>
        </p:spPr>
      </p:pic>
    </p:spTree>
    <p:extLst>
      <p:ext uri="{BB962C8B-B14F-4D97-AF65-F5344CB8AC3E}">
        <p14:creationId xmlns:p14="http://schemas.microsoft.com/office/powerpoint/2010/main" val="3092040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5" name="Rectangle 2"/>
          <p:cNvSpPr>
            <a:spLocks noGrp="1" noChangeArrowheads="1"/>
          </p:cNvSpPr>
          <p:nvPr>
            <p:ph type="title"/>
          </p:nvPr>
        </p:nvSpPr>
        <p:spPr/>
        <p:txBody>
          <a:bodyPr/>
          <a:lstStyle/>
          <a:p>
            <a:r>
              <a:rPr lang="en-US" dirty="0"/>
              <a:t>Question 223.7.3</a:t>
            </a:r>
          </a:p>
        </p:txBody>
      </p:sp>
      <p:sp>
        <p:nvSpPr>
          <p:cNvPr id="79876" name="Rectangle 3"/>
          <p:cNvSpPr>
            <a:spLocks noGrp="1" noChangeArrowheads="1"/>
          </p:cNvSpPr>
          <p:nvPr>
            <p:ph idx="1"/>
          </p:nvPr>
        </p:nvSpPr>
        <p:spPr/>
        <p:txBody>
          <a:bodyPr/>
          <a:lstStyle/>
          <a:p>
            <a:pPr marL="609600" indent="-609600" eaLnBrk="1" hangingPunct="1">
              <a:buFontTx/>
              <a:buNone/>
            </a:pPr>
            <a:r>
              <a:rPr lang="en-US" dirty="0"/>
              <a:t>Sound that produces standing wave frequencies that are not related by integer multiples is called</a:t>
            </a:r>
          </a:p>
          <a:p>
            <a:pPr marL="990600" lvl="1" indent="-533400" eaLnBrk="1" hangingPunct="1">
              <a:buFontTx/>
              <a:buAutoNum type="alphaLcParenR"/>
            </a:pPr>
            <a:r>
              <a:rPr lang="en-US" dirty="0"/>
              <a:t>Atonal</a:t>
            </a:r>
          </a:p>
          <a:p>
            <a:pPr marL="990600" lvl="1" indent="-533400" eaLnBrk="1" hangingPunct="1">
              <a:buFontTx/>
              <a:buAutoNum type="alphaLcParenR"/>
            </a:pPr>
            <a:r>
              <a:rPr lang="en-US" dirty="0"/>
              <a:t>Noise</a:t>
            </a:r>
          </a:p>
          <a:p>
            <a:pPr marL="990600" lvl="1" indent="-533400" eaLnBrk="1" hangingPunct="1">
              <a:buFontTx/>
              <a:buAutoNum type="alphaLcParenR"/>
            </a:pPr>
            <a:r>
              <a:rPr lang="en-US" dirty="0"/>
              <a:t>Circle of 5ths</a:t>
            </a:r>
          </a:p>
          <a:p>
            <a:pPr marL="990600" lvl="1" indent="-533400" eaLnBrk="1" hangingPunct="1">
              <a:buFontTx/>
              <a:buAutoNum type="alphaLcParenR"/>
            </a:pPr>
            <a:r>
              <a:rPr lang="en-US" dirty="0"/>
              <a:t>Guns n Roses</a:t>
            </a:r>
          </a:p>
          <a:p>
            <a:pPr marL="990600" lvl="1" indent="-533400" eaLnBrk="1" hangingPunct="1">
              <a:buFontTx/>
              <a:buAutoNum type="alphaLcParenR"/>
            </a:pPr>
            <a:r>
              <a:rPr lang="en-US" dirty="0"/>
              <a:t>Can’t tell</a:t>
            </a:r>
          </a:p>
        </p:txBody>
      </p:sp>
      <p:sp>
        <p:nvSpPr>
          <p:cNvPr id="79874" name="Slide Number Placeholder 5"/>
          <p:cNvSpPr>
            <a:spLocks noGrp="1"/>
          </p:cNvSpPr>
          <p:nvPr>
            <p:ph type="sldNum" sz="quarter" idx="12"/>
          </p:nvPr>
        </p:nvSpPr>
        <p:spPr>
          <a:noFill/>
        </p:spPr>
        <p:txBody>
          <a:bodyPr/>
          <a:lstStyle/>
          <a:p>
            <a:fld id="{B67075D8-6D99-4CDD-B335-536597771E2C}" type="slidenum">
              <a:rPr lang="en-US" smtClean="0"/>
              <a:pPr/>
              <a:t>37</a:t>
            </a:fld>
            <a:endParaRPr lang="en-US"/>
          </a:p>
        </p:txBody>
      </p:sp>
    </p:spTree>
    <p:extLst>
      <p:ext uri="{BB962C8B-B14F-4D97-AF65-F5344CB8AC3E}">
        <p14:creationId xmlns:p14="http://schemas.microsoft.com/office/powerpoint/2010/main" val="25853217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6" name="Rectangle 1735"/>
          <p:cNvSpPr/>
          <p:nvPr/>
        </p:nvSpPr>
        <p:spPr>
          <a:xfrm>
            <a:off x="2589213" y="3433763"/>
            <a:ext cx="3935412"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Rectangle 1"/>
          <p:cNvSpPr/>
          <p:nvPr/>
        </p:nvSpPr>
        <p:spPr>
          <a:xfrm>
            <a:off x="1611313" y="2735263"/>
            <a:ext cx="217487"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21550" y="2733675"/>
            <a:ext cx="220663"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5908" name="Rectangle 5"/>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09" name="Rectangle 6"/>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5910" name="Rectangle 7"/>
          <p:cNvSpPr>
            <a:spLocks noChangeArrowheads="1"/>
          </p:cNvSpPr>
          <p:nvPr/>
        </p:nvSpPr>
        <p:spPr bwMode="auto">
          <a:xfrm>
            <a:off x="1839913"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cxnSp>
        <p:nvCxnSpPr>
          <p:cNvPr id="1738" name="Straight Arrow Connector 1737"/>
          <p:cNvCxnSpPr/>
          <p:nvPr/>
        </p:nvCxnSpPr>
        <p:spPr>
          <a:xfrm rot="5400000">
            <a:off x="1650207" y="3177381"/>
            <a:ext cx="1441450" cy="18573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5912" name="TextBox 1740"/>
          <p:cNvSpPr txBox="1">
            <a:spLocks noChangeArrowheads="1"/>
          </p:cNvSpPr>
          <p:nvPr/>
        </p:nvSpPr>
        <p:spPr bwMode="auto">
          <a:xfrm>
            <a:off x="4181475"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60550" y="5556250"/>
            <a:ext cx="2293938"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62575" y="5554663"/>
            <a:ext cx="1890713"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noFill/>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5915" name="TextBox 1745"/>
          <p:cNvSpPr txBox="1">
            <a:spLocks noChangeArrowheads="1"/>
          </p:cNvSpPr>
          <p:nvPr/>
        </p:nvSpPr>
        <p:spPr bwMode="auto">
          <a:xfrm>
            <a:off x="1408113" y="1633538"/>
            <a:ext cx="3225800" cy="830262"/>
          </a:xfrm>
          <a:prstGeom prst="rect">
            <a:avLst/>
          </a:prstGeom>
          <a:noFill/>
          <a:ln w="9525">
            <a:noFill/>
            <a:miter lim="800000"/>
            <a:headEnd/>
            <a:tailEnd/>
          </a:ln>
        </p:spPr>
        <p:txBody>
          <a:bodyPr>
            <a:spAutoFit/>
          </a:bodyPr>
          <a:lstStyle/>
          <a:p>
            <a:r>
              <a:rPr lang="en-US" sz="2400" i="1"/>
              <a:t>A flash from a light bulb gets the wave started</a:t>
            </a:r>
          </a:p>
        </p:txBody>
      </p:sp>
      <p:sp>
        <p:nvSpPr>
          <p:cNvPr id="1751" name="Explosion 1 1750"/>
          <p:cNvSpPr/>
          <p:nvPr/>
        </p:nvSpPr>
        <p:spPr>
          <a:xfrm>
            <a:off x="1890713" y="3821113"/>
            <a:ext cx="650875" cy="681037"/>
          </a:xfrm>
          <a:prstGeom prst="irregularSeal1">
            <a:avLst/>
          </a:prstGeom>
          <a:solidFill>
            <a:srgbClr val="F6684C"/>
          </a:solidFill>
          <a:ln>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7" name="Group 1751"/>
          <p:cNvGrpSpPr>
            <a:grpSpLocks/>
          </p:cNvGrpSpPr>
          <p:nvPr/>
        </p:nvGrpSpPr>
        <p:grpSpPr bwMode="auto">
          <a:xfrm>
            <a:off x="2400300" y="4003675"/>
            <a:ext cx="1830388" cy="279400"/>
            <a:chOff x="3441733" y="5039131"/>
            <a:chExt cx="1828999" cy="741977"/>
          </a:xfrm>
        </p:grpSpPr>
        <p:sp>
          <p:nvSpPr>
            <p:cNvPr id="636481"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482"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483"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484"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485"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486"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487"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488"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489"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490"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491"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492"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493"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494"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495"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496"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497"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498"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499"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500"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501"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502"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503"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504"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505"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506"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507"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508"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509"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510"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511"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512"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513"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514"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515"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516"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517"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518"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519"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520"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521"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522"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523"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524"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525"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526"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527"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528"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529"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530"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531"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532"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533"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534"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535"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536"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537"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538"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539"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540"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541"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542"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543"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544"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545"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546"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547"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548"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549"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550"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551"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552"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553"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554"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555"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556"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557"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558"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559"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560"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561"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562"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563"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564"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565"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566"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567"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568"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569"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570"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571"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572"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573"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574"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575"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576"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577"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578"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579"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580"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581"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582"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583"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584"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585"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586"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587"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588"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589"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590"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591"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592"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593"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594"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595"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596"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597"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598"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599"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600"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601"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602"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603"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604"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605"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606"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607"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608"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609"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610"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611"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612"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613"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614"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615"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616"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617"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618"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619"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620"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621"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622"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623"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624"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625"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626"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627"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628"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629"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630"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631"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632"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633"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634"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635"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636"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637"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638"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639"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640"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641"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642"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643"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644"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645"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646"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647"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648"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649"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650"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651"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652"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653"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654"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655"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656"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657"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658"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659"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660"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661"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662"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663"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664"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665"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666"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667"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668"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669"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670"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671"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672"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673"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674"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675"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676"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677"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678"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679"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grpSp>
        <p:nvGrpSpPr>
          <p:cNvPr id="8" name="Group 1951"/>
          <p:cNvGrpSpPr>
            <a:grpSpLocks/>
          </p:cNvGrpSpPr>
          <p:nvPr/>
        </p:nvGrpSpPr>
        <p:grpSpPr bwMode="auto">
          <a:xfrm>
            <a:off x="4227513" y="4016375"/>
            <a:ext cx="1828800" cy="279400"/>
            <a:chOff x="3441733" y="5039131"/>
            <a:chExt cx="1828999" cy="741977"/>
          </a:xfrm>
        </p:grpSpPr>
        <p:sp>
          <p:nvSpPr>
            <p:cNvPr id="636282"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283"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284"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285"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286"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287"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288"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289"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290"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291"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292"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293"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294"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295"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296"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297"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298"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299"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300"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301"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302"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303"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304"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305"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306"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307"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308"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309"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310"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311"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312"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313"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314"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315"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316"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317"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318"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319"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320"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321"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322"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323"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324"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325"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326"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327"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328"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329"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330"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331"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332"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333"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334"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335"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336"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337"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338"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339"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340"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341"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342"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343"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344"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345"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346"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347"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348"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349"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350"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351"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352"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353"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354"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355"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356"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357"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358"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359"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360"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361"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362"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363"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364"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365"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366"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367"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368"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369"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370"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371"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372"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373"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374"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375"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376"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377"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378"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379"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380"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381"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382"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383"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384"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385"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386"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387"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388"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389"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390"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391"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392"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393"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394"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395"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396"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397"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398"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399"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400"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401"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402"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403"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404"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405"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406"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407"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408"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409"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410"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411"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412"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413"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414"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415"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416"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417"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418"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419"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420"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421"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422"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423"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424"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425"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426"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427"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428"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429"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430"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431"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432"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433"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434"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435"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436"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437"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438"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439"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440"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441"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442"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443"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444"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445"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446"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447"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448"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449"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450"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451"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452"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453"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454"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455"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456"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457"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458"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459"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460"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461"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462"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463"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464"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465"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466"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467"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468"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469"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470"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471"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472"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473"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474"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475"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476"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477"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478"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479"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480"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cxnSp>
        <p:nvCxnSpPr>
          <p:cNvPr id="2153" name="Straight Arrow Connector 2152"/>
          <p:cNvCxnSpPr/>
          <p:nvPr/>
        </p:nvCxnSpPr>
        <p:spPr>
          <a:xfrm rot="16200000" flipH="1">
            <a:off x="6385719" y="3169444"/>
            <a:ext cx="1038225" cy="636587"/>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grpSp>
        <p:nvGrpSpPr>
          <p:cNvPr id="9" name="Group 1951"/>
          <p:cNvGrpSpPr>
            <a:grpSpLocks/>
          </p:cNvGrpSpPr>
          <p:nvPr/>
        </p:nvGrpSpPr>
        <p:grpSpPr bwMode="auto">
          <a:xfrm>
            <a:off x="5448300" y="4014788"/>
            <a:ext cx="1830388" cy="279400"/>
            <a:chOff x="3441733" y="5039131"/>
            <a:chExt cx="1828999" cy="741977"/>
          </a:xfrm>
        </p:grpSpPr>
        <p:sp>
          <p:nvSpPr>
            <p:cNvPr id="636083"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084"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085"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086"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087"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088"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089"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090"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091"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092"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093"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094"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095"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096"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097"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098"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099"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100"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101"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102"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103"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104"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105"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106"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107"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108"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109"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110"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111"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112"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113"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114"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115"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116"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117"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118"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119"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120"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121"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122"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123"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124"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125"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126"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127"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128"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129"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130"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131"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132"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133"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134"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135"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136"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6137"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6138"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6139"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6140"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6141"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6142"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6143"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6144"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6145"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6146"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6147"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6148"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6149"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6150"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6151"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6152"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6153"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6154"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6155"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6156"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6157"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6158"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6159"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6160"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6161"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6162"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6163"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6164"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6165"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6166"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6167"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6168"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6169"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6170"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6171"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6172"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6173"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6174"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6175"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6176"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6177"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6178"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6179"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6180"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6181"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6182"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6183"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6184"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6185"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6186"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6187"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6188"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6189"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6190"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6191"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6192"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6193"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6194"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6195"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6196"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6197"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6198"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6199"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6200"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6201"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6202"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6203"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6204"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6205"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6206"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6207"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6208"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6209"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6210"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6211"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6212"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6213"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6214"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6215"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6216"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6217"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6218"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6219"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6220"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6221"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6222"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6223"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6224"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6225"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6226"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6227"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6228"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6229"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6230"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6231"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6232"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6233"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6234"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6235"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6236"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6237"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6238"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6239"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6240"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6241"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6242"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6243"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6244"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6245"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6246"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6247"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6248"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6249"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6250"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6251"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6252"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6253"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6254"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6255"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6256"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6257"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6258"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6259"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6260"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6261"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6262"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6263"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6264"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6265"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6266"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6267"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6268"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6269"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6270"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6271"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6272"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6273"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6274"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6275"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6276"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6277"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6278"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6279"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6280"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6281"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635921" name="TextBox 2356"/>
          <p:cNvSpPr txBox="1">
            <a:spLocks noChangeArrowheads="1"/>
          </p:cNvSpPr>
          <p:nvPr/>
        </p:nvSpPr>
        <p:spPr bwMode="auto">
          <a:xfrm>
            <a:off x="5032375" y="1708150"/>
            <a:ext cx="3225800" cy="1200150"/>
          </a:xfrm>
          <a:prstGeom prst="rect">
            <a:avLst/>
          </a:prstGeom>
          <a:noFill/>
          <a:ln w="9525">
            <a:noFill/>
            <a:miter lim="800000"/>
            <a:headEnd/>
            <a:tailEnd/>
          </a:ln>
        </p:spPr>
        <p:txBody>
          <a:bodyPr>
            <a:spAutoFit/>
          </a:bodyPr>
          <a:lstStyle/>
          <a:p>
            <a:r>
              <a:rPr lang="en-US" sz="2400" i="1"/>
              <a:t>Reflected wave is inverted and forms a standing wave</a:t>
            </a:r>
          </a:p>
        </p:txBody>
      </p:sp>
      <p:sp>
        <p:nvSpPr>
          <p:cNvPr id="635922" name="Line 126"/>
          <p:cNvSpPr>
            <a:spLocks noChangeShapeType="1"/>
          </p:cNvSpPr>
          <p:nvPr/>
        </p:nvSpPr>
        <p:spPr bwMode="auto">
          <a:xfrm flipV="1">
            <a:off x="5667375" y="4283075"/>
            <a:ext cx="1588" cy="0"/>
          </a:xfrm>
          <a:prstGeom prst="line">
            <a:avLst/>
          </a:prstGeom>
          <a:noFill/>
          <a:ln w="28575">
            <a:solidFill>
              <a:srgbClr val="FF0000"/>
            </a:solidFill>
            <a:round/>
            <a:headEnd/>
            <a:tailEnd/>
          </a:ln>
        </p:spPr>
        <p:txBody>
          <a:bodyPr/>
          <a:lstStyle/>
          <a:p>
            <a:endParaRPr lang="en-US"/>
          </a:p>
        </p:txBody>
      </p:sp>
      <p:sp>
        <p:nvSpPr>
          <p:cNvPr id="635923" name="Line 127"/>
          <p:cNvSpPr>
            <a:spLocks noChangeShapeType="1"/>
          </p:cNvSpPr>
          <p:nvPr/>
        </p:nvSpPr>
        <p:spPr bwMode="auto">
          <a:xfrm flipV="1">
            <a:off x="5668963" y="4273550"/>
            <a:ext cx="9525" cy="9525"/>
          </a:xfrm>
          <a:prstGeom prst="line">
            <a:avLst/>
          </a:prstGeom>
          <a:noFill/>
          <a:ln w="28575">
            <a:solidFill>
              <a:srgbClr val="FF0000"/>
            </a:solidFill>
            <a:round/>
            <a:headEnd/>
            <a:tailEnd/>
          </a:ln>
        </p:spPr>
        <p:txBody>
          <a:bodyPr/>
          <a:lstStyle/>
          <a:p>
            <a:endParaRPr lang="en-US"/>
          </a:p>
        </p:txBody>
      </p:sp>
      <p:sp>
        <p:nvSpPr>
          <p:cNvPr id="635924" name="Line 128"/>
          <p:cNvSpPr>
            <a:spLocks noChangeShapeType="1"/>
          </p:cNvSpPr>
          <p:nvPr/>
        </p:nvSpPr>
        <p:spPr bwMode="auto">
          <a:xfrm flipV="1">
            <a:off x="5678488" y="4271963"/>
            <a:ext cx="1587" cy="1587"/>
          </a:xfrm>
          <a:prstGeom prst="line">
            <a:avLst/>
          </a:prstGeom>
          <a:noFill/>
          <a:ln w="28575">
            <a:solidFill>
              <a:srgbClr val="FF0000"/>
            </a:solidFill>
            <a:round/>
            <a:headEnd/>
            <a:tailEnd/>
          </a:ln>
        </p:spPr>
        <p:txBody>
          <a:bodyPr/>
          <a:lstStyle/>
          <a:p>
            <a:endParaRPr lang="en-US"/>
          </a:p>
        </p:txBody>
      </p:sp>
      <p:sp>
        <p:nvSpPr>
          <p:cNvPr id="635925" name="Line 129"/>
          <p:cNvSpPr>
            <a:spLocks noChangeShapeType="1"/>
          </p:cNvSpPr>
          <p:nvPr/>
        </p:nvSpPr>
        <p:spPr bwMode="auto">
          <a:xfrm flipV="1">
            <a:off x="5691188" y="4252913"/>
            <a:ext cx="6350" cy="6350"/>
          </a:xfrm>
          <a:prstGeom prst="line">
            <a:avLst/>
          </a:prstGeom>
          <a:noFill/>
          <a:ln w="28575">
            <a:solidFill>
              <a:srgbClr val="FF0000"/>
            </a:solidFill>
            <a:round/>
            <a:headEnd/>
            <a:tailEnd/>
          </a:ln>
        </p:spPr>
        <p:txBody>
          <a:bodyPr/>
          <a:lstStyle/>
          <a:p>
            <a:endParaRPr lang="en-US"/>
          </a:p>
        </p:txBody>
      </p:sp>
      <p:sp>
        <p:nvSpPr>
          <p:cNvPr id="635926" name="Line 130"/>
          <p:cNvSpPr>
            <a:spLocks noChangeShapeType="1"/>
          </p:cNvSpPr>
          <p:nvPr/>
        </p:nvSpPr>
        <p:spPr bwMode="auto">
          <a:xfrm flipV="1">
            <a:off x="5697538" y="4246563"/>
            <a:ext cx="4762" cy="6350"/>
          </a:xfrm>
          <a:prstGeom prst="line">
            <a:avLst/>
          </a:prstGeom>
          <a:noFill/>
          <a:ln w="28575">
            <a:solidFill>
              <a:srgbClr val="FF0000"/>
            </a:solidFill>
            <a:round/>
            <a:headEnd/>
            <a:tailEnd/>
          </a:ln>
        </p:spPr>
        <p:txBody>
          <a:bodyPr/>
          <a:lstStyle/>
          <a:p>
            <a:endParaRPr lang="en-US"/>
          </a:p>
        </p:txBody>
      </p:sp>
      <p:sp>
        <p:nvSpPr>
          <p:cNvPr id="635927" name="Line 131"/>
          <p:cNvSpPr>
            <a:spLocks noChangeShapeType="1"/>
          </p:cNvSpPr>
          <p:nvPr/>
        </p:nvSpPr>
        <p:spPr bwMode="auto">
          <a:xfrm flipV="1">
            <a:off x="5713413" y="4229100"/>
            <a:ext cx="1587" cy="4763"/>
          </a:xfrm>
          <a:prstGeom prst="line">
            <a:avLst/>
          </a:prstGeom>
          <a:noFill/>
          <a:ln w="28575">
            <a:solidFill>
              <a:srgbClr val="FF0000"/>
            </a:solidFill>
            <a:round/>
            <a:headEnd/>
            <a:tailEnd/>
          </a:ln>
        </p:spPr>
        <p:txBody>
          <a:bodyPr/>
          <a:lstStyle/>
          <a:p>
            <a:endParaRPr lang="en-US"/>
          </a:p>
        </p:txBody>
      </p:sp>
      <p:sp>
        <p:nvSpPr>
          <p:cNvPr id="635928" name="Line 132"/>
          <p:cNvSpPr>
            <a:spLocks noChangeShapeType="1"/>
          </p:cNvSpPr>
          <p:nvPr/>
        </p:nvSpPr>
        <p:spPr bwMode="auto">
          <a:xfrm flipV="1">
            <a:off x="5715000" y="4219575"/>
            <a:ext cx="7938" cy="9525"/>
          </a:xfrm>
          <a:prstGeom prst="line">
            <a:avLst/>
          </a:prstGeom>
          <a:noFill/>
          <a:ln w="28575">
            <a:solidFill>
              <a:srgbClr val="FF0000"/>
            </a:solidFill>
            <a:round/>
            <a:headEnd/>
            <a:tailEnd/>
          </a:ln>
        </p:spPr>
        <p:txBody>
          <a:bodyPr/>
          <a:lstStyle/>
          <a:p>
            <a:endParaRPr lang="en-US"/>
          </a:p>
        </p:txBody>
      </p:sp>
      <p:sp>
        <p:nvSpPr>
          <p:cNvPr id="635929" name="Line 133"/>
          <p:cNvSpPr>
            <a:spLocks noChangeShapeType="1"/>
          </p:cNvSpPr>
          <p:nvPr/>
        </p:nvSpPr>
        <p:spPr bwMode="auto">
          <a:xfrm flipV="1">
            <a:off x="5732463" y="4203700"/>
            <a:ext cx="1587" cy="1588"/>
          </a:xfrm>
          <a:prstGeom prst="line">
            <a:avLst/>
          </a:prstGeom>
          <a:noFill/>
          <a:ln w="28575">
            <a:solidFill>
              <a:srgbClr val="FF0000"/>
            </a:solidFill>
            <a:round/>
            <a:headEnd/>
            <a:tailEnd/>
          </a:ln>
        </p:spPr>
        <p:txBody>
          <a:bodyPr/>
          <a:lstStyle/>
          <a:p>
            <a:endParaRPr lang="en-US"/>
          </a:p>
        </p:txBody>
      </p:sp>
      <p:sp>
        <p:nvSpPr>
          <p:cNvPr id="635930" name="Line 134"/>
          <p:cNvSpPr>
            <a:spLocks noChangeShapeType="1"/>
          </p:cNvSpPr>
          <p:nvPr/>
        </p:nvSpPr>
        <p:spPr bwMode="auto">
          <a:xfrm flipV="1">
            <a:off x="5734050" y="4192588"/>
            <a:ext cx="7938" cy="11112"/>
          </a:xfrm>
          <a:prstGeom prst="line">
            <a:avLst/>
          </a:prstGeom>
          <a:noFill/>
          <a:ln w="28575">
            <a:solidFill>
              <a:srgbClr val="FF0000"/>
            </a:solidFill>
            <a:round/>
            <a:headEnd/>
            <a:tailEnd/>
          </a:ln>
        </p:spPr>
        <p:txBody>
          <a:bodyPr/>
          <a:lstStyle/>
          <a:p>
            <a:endParaRPr lang="en-US"/>
          </a:p>
        </p:txBody>
      </p:sp>
      <p:sp>
        <p:nvSpPr>
          <p:cNvPr id="635931" name="Line 135"/>
          <p:cNvSpPr>
            <a:spLocks noChangeShapeType="1"/>
          </p:cNvSpPr>
          <p:nvPr/>
        </p:nvSpPr>
        <p:spPr bwMode="auto">
          <a:xfrm flipV="1">
            <a:off x="5749925" y="4175125"/>
            <a:ext cx="3175" cy="3175"/>
          </a:xfrm>
          <a:prstGeom prst="line">
            <a:avLst/>
          </a:prstGeom>
          <a:noFill/>
          <a:ln w="28575">
            <a:solidFill>
              <a:srgbClr val="FF0000"/>
            </a:solidFill>
            <a:round/>
            <a:headEnd/>
            <a:tailEnd/>
          </a:ln>
        </p:spPr>
        <p:txBody>
          <a:bodyPr/>
          <a:lstStyle/>
          <a:p>
            <a:endParaRPr lang="en-US"/>
          </a:p>
        </p:txBody>
      </p:sp>
      <p:sp>
        <p:nvSpPr>
          <p:cNvPr id="635932" name="Line 136"/>
          <p:cNvSpPr>
            <a:spLocks noChangeShapeType="1"/>
          </p:cNvSpPr>
          <p:nvPr/>
        </p:nvSpPr>
        <p:spPr bwMode="auto">
          <a:xfrm flipV="1">
            <a:off x="5753100" y="4165600"/>
            <a:ext cx="6350" cy="9525"/>
          </a:xfrm>
          <a:prstGeom prst="line">
            <a:avLst/>
          </a:prstGeom>
          <a:noFill/>
          <a:ln w="28575">
            <a:solidFill>
              <a:srgbClr val="FF0000"/>
            </a:solidFill>
            <a:round/>
            <a:headEnd/>
            <a:tailEnd/>
          </a:ln>
        </p:spPr>
        <p:txBody>
          <a:bodyPr/>
          <a:lstStyle/>
          <a:p>
            <a:endParaRPr lang="en-US"/>
          </a:p>
        </p:txBody>
      </p:sp>
      <p:sp>
        <p:nvSpPr>
          <p:cNvPr id="635933" name="Line 137"/>
          <p:cNvSpPr>
            <a:spLocks noChangeShapeType="1"/>
          </p:cNvSpPr>
          <p:nvPr/>
        </p:nvSpPr>
        <p:spPr bwMode="auto">
          <a:xfrm flipV="1">
            <a:off x="5768975" y="4148138"/>
            <a:ext cx="1588" cy="3175"/>
          </a:xfrm>
          <a:prstGeom prst="line">
            <a:avLst/>
          </a:prstGeom>
          <a:noFill/>
          <a:ln w="28575">
            <a:solidFill>
              <a:srgbClr val="FF0000"/>
            </a:solidFill>
            <a:round/>
            <a:headEnd/>
            <a:tailEnd/>
          </a:ln>
        </p:spPr>
        <p:txBody>
          <a:bodyPr/>
          <a:lstStyle/>
          <a:p>
            <a:endParaRPr lang="en-US"/>
          </a:p>
        </p:txBody>
      </p:sp>
      <p:sp>
        <p:nvSpPr>
          <p:cNvPr id="635934" name="Line 138"/>
          <p:cNvSpPr>
            <a:spLocks noChangeShapeType="1"/>
          </p:cNvSpPr>
          <p:nvPr/>
        </p:nvSpPr>
        <p:spPr bwMode="auto">
          <a:xfrm flipV="1">
            <a:off x="5770563" y="4138613"/>
            <a:ext cx="7937" cy="9525"/>
          </a:xfrm>
          <a:prstGeom prst="line">
            <a:avLst/>
          </a:prstGeom>
          <a:noFill/>
          <a:ln w="28575">
            <a:solidFill>
              <a:srgbClr val="FF0000"/>
            </a:solidFill>
            <a:round/>
            <a:headEnd/>
            <a:tailEnd/>
          </a:ln>
        </p:spPr>
        <p:txBody>
          <a:bodyPr/>
          <a:lstStyle/>
          <a:p>
            <a:endParaRPr lang="en-US"/>
          </a:p>
        </p:txBody>
      </p:sp>
      <p:sp>
        <p:nvSpPr>
          <p:cNvPr id="635935" name="Line 139"/>
          <p:cNvSpPr>
            <a:spLocks noChangeShapeType="1"/>
          </p:cNvSpPr>
          <p:nvPr/>
        </p:nvSpPr>
        <p:spPr bwMode="auto">
          <a:xfrm flipV="1">
            <a:off x="5786438" y="4119563"/>
            <a:ext cx="3175" cy="4762"/>
          </a:xfrm>
          <a:prstGeom prst="line">
            <a:avLst/>
          </a:prstGeom>
          <a:noFill/>
          <a:ln w="28575">
            <a:solidFill>
              <a:srgbClr val="FF0000"/>
            </a:solidFill>
            <a:round/>
            <a:headEnd/>
            <a:tailEnd/>
          </a:ln>
        </p:spPr>
        <p:txBody>
          <a:bodyPr/>
          <a:lstStyle/>
          <a:p>
            <a:endParaRPr lang="en-US"/>
          </a:p>
        </p:txBody>
      </p:sp>
      <p:sp>
        <p:nvSpPr>
          <p:cNvPr id="635936" name="Line 140"/>
          <p:cNvSpPr>
            <a:spLocks noChangeShapeType="1"/>
          </p:cNvSpPr>
          <p:nvPr/>
        </p:nvSpPr>
        <p:spPr bwMode="auto">
          <a:xfrm flipV="1">
            <a:off x="5789613" y="4110038"/>
            <a:ext cx="6350" cy="9525"/>
          </a:xfrm>
          <a:prstGeom prst="line">
            <a:avLst/>
          </a:prstGeom>
          <a:noFill/>
          <a:ln w="28575">
            <a:solidFill>
              <a:srgbClr val="FF0000"/>
            </a:solidFill>
            <a:round/>
            <a:headEnd/>
            <a:tailEnd/>
          </a:ln>
        </p:spPr>
        <p:txBody>
          <a:bodyPr/>
          <a:lstStyle/>
          <a:p>
            <a:endParaRPr lang="en-US"/>
          </a:p>
        </p:txBody>
      </p:sp>
      <p:sp>
        <p:nvSpPr>
          <p:cNvPr id="635937" name="Line 141"/>
          <p:cNvSpPr>
            <a:spLocks noChangeShapeType="1"/>
          </p:cNvSpPr>
          <p:nvPr/>
        </p:nvSpPr>
        <p:spPr bwMode="auto">
          <a:xfrm flipV="1">
            <a:off x="5805488" y="4094163"/>
            <a:ext cx="3175" cy="3175"/>
          </a:xfrm>
          <a:prstGeom prst="line">
            <a:avLst/>
          </a:prstGeom>
          <a:noFill/>
          <a:ln w="28575">
            <a:solidFill>
              <a:srgbClr val="FF0000"/>
            </a:solidFill>
            <a:round/>
            <a:headEnd/>
            <a:tailEnd/>
          </a:ln>
        </p:spPr>
        <p:txBody>
          <a:bodyPr/>
          <a:lstStyle/>
          <a:p>
            <a:endParaRPr lang="en-US"/>
          </a:p>
        </p:txBody>
      </p:sp>
      <p:sp>
        <p:nvSpPr>
          <p:cNvPr id="635938" name="Line 142"/>
          <p:cNvSpPr>
            <a:spLocks noChangeShapeType="1"/>
          </p:cNvSpPr>
          <p:nvPr/>
        </p:nvSpPr>
        <p:spPr bwMode="auto">
          <a:xfrm flipV="1">
            <a:off x="5808663" y="4084638"/>
            <a:ext cx="7937" cy="9525"/>
          </a:xfrm>
          <a:prstGeom prst="line">
            <a:avLst/>
          </a:prstGeom>
          <a:noFill/>
          <a:ln w="28575">
            <a:solidFill>
              <a:srgbClr val="FF0000"/>
            </a:solidFill>
            <a:round/>
            <a:headEnd/>
            <a:tailEnd/>
          </a:ln>
        </p:spPr>
        <p:txBody>
          <a:bodyPr/>
          <a:lstStyle/>
          <a:p>
            <a:endParaRPr lang="en-US"/>
          </a:p>
        </p:txBody>
      </p:sp>
      <p:sp>
        <p:nvSpPr>
          <p:cNvPr id="635939" name="Line 143"/>
          <p:cNvSpPr>
            <a:spLocks noChangeShapeType="1"/>
          </p:cNvSpPr>
          <p:nvPr/>
        </p:nvSpPr>
        <p:spPr bwMode="auto">
          <a:xfrm flipV="1">
            <a:off x="5826125" y="4060825"/>
            <a:ext cx="9525" cy="9525"/>
          </a:xfrm>
          <a:prstGeom prst="line">
            <a:avLst/>
          </a:prstGeom>
          <a:noFill/>
          <a:ln w="28575">
            <a:solidFill>
              <a:srgbClr val="FF0000"/>
            </a:solidFill>
            <a:round/>
            <a:headEnd/>
            <a:tailEnd/>
          </a:ln>
        </p:spPr>
        <p:txBody>
          <a:bodyPr/>
          <a:lstStyle/>
          <a:p>
            <a:endParaRPr lang="en-US"/>
          </a:p>
        </p:txBody>
      </p:sp>
      <p:sp>
        <p:nvSpPr>
          <p:cNvPr id="635940" name="Line 144"/>
          <p:cNvSpPr>
            <a:spLocks noChangeShapeType="1"/>
          </p:cNvSpPr>
          <p:nvPr/>
        </p:nvSpPr>
        <p:spPr bwMode="auto">
          <a:xfrm flipV="1">
            <a:off x="5835650" y="4057650"/>
            <a:ext cx="1588" cy="3175"/>
          </a:xfrm>
          <a:prstGeom prst="line">
            <a:avLst/>
          </a:prstGeom>
          <a:noFill/>
          <a:ln w="28575">
            <a:solidFill>
              <a:srgbClr val="FF0000"/>
            </a:solidFill>
            <a:round/>
            <a:headEnd/>
            <a:tailEnd/>
          </a:ln>
        </p:spPr>
        <p:txBody>
          <a:bodyPr/>
          <a:lstStyle/>
          <a:p>
            <a:endParaRPr lang="en-US"/>
          </a:p>
        </p:txBody>
      </p:sp>
      <p:sp>
        <p:nvSpPr>
          <p:cNvPr id="635941" name="Line 145"/>
          <p:cNvSpPr>
            <a:spLocks noChangeShapeType="1"/>
          </p:cNvSpPr>
          <p:nvPr/>
        </p:nvSpPr>
        <p:spPr bwMode="auto">
          <a:xfrm flipV="1">
            <a:off x="5849938" y="4041775"/>
            <a:ext cx="4762" cy="3175"/>
          </a:xfrm>
          <a:prstGeom prst="line">
            <a:avLst/>
          </a:prstGeom>
          <a:noFill/>
          <a:ln w="28575">
            <a:solidFill>
              <a:srgbClr val="FF0000"/>
            </a:solidFill>
            <a:round/>
            <a:headEnd/>
            <a:tailEnd/>
          </a:ln>
        </p:spPr>
        <p:txBody>
          <a:bodyPr/>
          <a:lstStyle/>
          <a:p>
            <a:endParaRPr lang="en-US"/>
          </a:p>
        </p:txBody>
      </p:sp>
      <p:sp>
        <p:nvSpPr>
          <p:cNvPr id="635942" name="Line 146"/>
          <p:cNvSpPr>
            <a:spLocks noChangeShapeType="1"/>
          </p:cNvSpPr>
          <p:nvPr/>
        </p:nvSpPr>
        <p:spPr bwMode="auto">
          <a:xfrm flipV="1">
            <a:off x="5854700" y="4033838"/>
            <a:ext cx="7938" cy="7937"/>
          </a:xfrm>
          <a:prstGeom prst="line">
            <a:avLst/>
          </a:prstGeom>
          <a:noFill/>
          <a:ln w="28575">
            <a:solidFill>
              <a:srgbClr val="FF0000"/>
            </a:solidFill>
            <a:round/>
            <a:headEnd/>
            <a:tailEnd/>
          </a:ln>
        </p:spPr>
        <p:txBody>
          <a:bodyPr/>
          <a:lstStyle/>
          <a:p>
            <a:endParaRPr lang="en-US"/>
          </a:p>
        </p:txBody>
      </p:sp>
      <p:sp>
        <p:nvSpPr>
          <p:cNvPr id="635943" name="Line 147"/>
          <p:cNvSpPr>
            <a:spLocks noChangeShapeType="1"/>
          </p:cNvSpPr>
          <p:nvPr/>
        </p:nvSpPr>
        <p:spPr bwMode="auto">
          <a:xfrm flipV="1">
            <a:off x="5862638" y="4033838"/>
            <a:ext cx="1587" cy="1587"/>
          </a:xfrm>
          <a:prstGeom prst="line">
            <a:avLst/>
          </a:prstGeom>
          <a:noFill/>
          <a:ln w="28575">
            <a:solidFill>
              <a:srgbClr val="FF0000"/>
            </a:solidFill>
            <a:round/>
            <a:headEnd/>
            <a:tailEnd/>
          </a:ln>
        </p:spPr>
        <p:txBody>
          <a:bodyPr/>
          <a:lstStyle/>
          <a:p>
            <a:endParaRPr lang="en-US"/>
          </a:p>
        </p:txBody>
      </p:sp>
      <p:sp>
        <p:nvSpPr>
          <p:cNvPr id="635944" name="Line 148"/>
          <p:cNvSpPr>
            <a:spLocks noChangeShapeType="1"/>
          </p:cNvSpPr>
          <p:nvPr/>
        </p:nvSpPr>
        <p:spPr bwMode="auto">
          <a:xfrm flipV="1">
            <a:off x="5878513" y="4022725"/>
            <a:ext cx="3175" cy="1588"/>
          </a:xfrm>
          <a:prstGeom prst="line">
            <a:avLst/>
          </a:prstGeom>
          <a:noFill/>
          <a:ln w="28575">
            <a:solidFill>
              <a:srgbClr val="FF0000"/>
            </a:solidFill>
            <a:round/>
            <a:headEnd/>
            <a:tailEnd/>
          </a:ln>
        </p:spPr>
        <p:txBody>
          <a:bodyPr/>
          <a:lstStyle/>
          <a:p>
            <a:endParaRPr lang="en-US"/>
          </a:p>
        </p:txBody>
      </p:sp>
      <p:sp>
        <p:nvSpPr>
          <p:cNvPr id="635945" name="Line 149"/>
          <p:cNvSpPr>
            <a:spLocks noChangeShapeType="1"/>
          </p:cNvSpPr>
          <p:nvPr/>
        </p:nvSpPr>
        <p:spPr bwMode="auto">
          <a:xfrm flipV="1">
            <a:off x="5881688" y="4019550"/>
            <a:ext cx="9525" cy="3175"/>
          </a:xfrm>
          <a:prstGeom prst="line">
            <a:avLst/>
          </a:prstGeom>
          <a:noFill/>
          <a:ln w="28575">
            <a:solidFill>
              <a:srgbClr val="FF0000"/>
            </a:solidFill>
            <a:round/>
            <a:headEnd/>
            <a:tailEnd/>
          </a:ln>
        </p:spPr>
        <p:txBody>
          <a:bodyPr/>
          <a:lstStyle/>
          <a:p>
            <a:endParaRPr lang="en-US"/>
          </a:p>
        </p:txBody>
      </p:sp>
      <p:sp>
        <p:nvSpPr>
          <p:cNvPr id="635946" name="Line 150"/>
          <p:cNvSpPr>
            <a:spLocks noChangeShapeType="1"/>
          </p:cNvSpPr>
          <p:nvPr/>
        </p:nvSpPr>
        <p:spPr bwMode="auto">
          <a:xfrm flipV="1">
            <a:off x="5891213" y="4016375"/>
            <a:ext cx="6350" cy="3175"/>
          </a:xfrm>
          <a:prstGeom prst="line">
            <a:avLst/>
          </a:prstGeom>
          <a:noFill/>
          <a:ln w="28575">
            <a:solidFill>
              <a:srgbClr val="FF0000"/>
            </a:solidFill>
            <a:round/>
            <a:headEnd/>
            <a:tailEnd/>
          </a:ln>
        </p:spPr>
        <p:txBody>
          <a:bodyPr/>
          <a:lstStyle/>
          <a:p>
            <a:endParaRPr lang="en-US"/>
          </a:p>
        </p:txBody>
      </p:sp>
      <p:sp>
        <p:nvSpPr>
          <p:cNvPr id="635947" name="Line 151"/>
          <p:cNvSpPr>
            <a:spLocks noChangeShapeType="1"/>
          </p:cNvSpPr>
          <p:nvPr/>
        </p:nvSpPr>
        <p:spPr bwMode="auto">
          <a:xfrm>
            <a:off x="5916613" y="4014788"/>
            <a:ext cx="1587" cy="1587"/>
          </a:xfrm>
          <a:prstGeom prst="line">
            <a:avLst/>
          </a:prstGeom>
          <a:noFill/>
          <a:ln w="28575">
            <a:solidFill>
              <a:srgbClr val="FF0000"/>
            </a:solidFill>
            <a:round/>
            <a:headEnd/>
            <a:tailEnd/>
          </a:ln>
        </p:spPr>
        <p:txBody>
          <a:bodyPr/>
          <a:lstStyle/>
          <a:p>
            <a:endParaRPr lang="en-US"/>
          </a:p>
        </p:txBody>
      </p:sp>
      <p:sp>
        <p:nvSpPr>
          <p:cNvPr id="635948" name="Line 152"/>
          <p:cNvSpPr>
            <a:spLocks noChangeShapeType="1"/>
          </p:cNvSpPr>
          <p:nvPr/>
        </p:nvSpPr>
        <p:spPr bwMode="auto">
          <a:xfrm>
            <a:off x="5918200" y="4014788"/>
            <a:ext cx="9525" cy="1587"/>
          </a:xfrm>
          <a:prstGeom prst="line">
            <a:avLst/>
          </a:prstGeom>
          <a:noFill/>
          <a:ln w="28575">
            <a:solidFill>
              <a:srgbClr val="FF0000"/>
            </a:solidFill>
            <a:round/>
            <a:headEnd/>
            <a:tailEnd/>
          </a:ln>
        </p:spPr>
        <p:txBody>
          <a:bodyPr/>
          <a:lstStyle/>
          <a:p>
            <a:endParaRPr lang="en-US"/>
          </a:p>
        </p:txBody>
      </p:sp>
      <p:sp>
        <p:nvSpPr>
          <p:cNvPr id="635949" name="Line 153"/>
          <p:cNvSpPr>
            <a:spLocks noChangeShapeType="1"/>
          </p:cNvSpPr>
          <p:nvPr/>
        </p:nvSpPr>
        <p:spPr bwMode="auto">
          <a:xfrm>
            <a:off x="5927725" y="4016375"/>
            <a:ext cx="9525" cy="3175"/>
          </a:xfrm>
          <a:prstGeom prst="line">
            <a:avLst/>
          </a:prstGeom>
          <a:noFill/>
          <a:ln w="28575">
            <a:solidFill>
              <a:srgbClr val="FF0000"/>
            </a:solidFill>
            <a:round/>
            <a:headEnd/>
            <a:tailEnd/>
          </a:ln>
        </p:spPr>
        <p:txBody>
          <a:bodyPr/>
          <a:lstStyle/>
          <a:p>
            <a:endParaRPr lang="en-US"/>
          </a:p>
        </p:txBody>
      </p:sp>
      <p:sp>
        <p:nvSpPr>
          <p:cNvPr id="635950" name="Line 154"/>
          <p:cNvSpPr>
            <a:spLocks noChangeShapeType="1"/>
          </p:cNvSpPr>
          <p:nvPr/>
        </p:nvSpPr>
        <p:spPr bwMode="auto">
          <a:xfrm>
            <a:off x="5954713" y="4027488"/>
            <a:ext cx="1587" cy="0"/>
          </a:xfrm>
          <a:prstGeom prst="line">
            <a:avLst/>
          </a:prstGeom>
          <a:noFill/>
          <a:ln w="28575">
            <a:solidFill>
              <a:srgbClr val="FF0000"/>
            </a:solidFill>
            <a:round/>
            <a:headEnd/>
            <a:tailEnd/>
          </a:ln>
        </p:spPr>
        <p:txBody>
          <a:bodyPr/>
          <a:lstStyle/>
          <a:p>
            <a:endParaRPr lang="en-US"/>
          </a:p>
        </p:txBody>
      </p:sp>
      <p:sp>
        <p:nvSpPr>
          <p:cNvPr id="635951" name="Line 155"/>
          <p:cNvSpPr>
            <a:spLocks noChangeShapeType="1"/>
          </p:cNvSpPr>
          <p:nvPr/>
        </p:nvSpPr>
        <p:spPr bwMode="auto">
          <a:xfrm>
            <a:off x="5956300" y="4027488"/>
            <a:ext cx="9525" cy="6350"/>
          </a:xfrm>
          <a:prstGeom prst="line">
            <a:avLst/>
          </a:prstGeom>
          <a:noFill/>
          <a:ln w="28575">
            <a:solidFill>
              <a:srgbClr val="FF0000"/>
            </a:solidFill>
            <a:round/>
            <a:headEnd/>
            <a:tailEnd/>
          </a:ln>
        </p:spPr>
        <p:txBody>
          <a:bodyPr/>
          <a:lstStyle/>
          <a:p>
            <a:endParaRPr lang="en-US"/>
          </a:p>
        </p:txBody>
      </p:sp>
      <p:sp>
        <p:nvSpPr>
          <p:cNvPr id="635952" name="Line 156"/>
          <p:cNvSpPr>
            <a:spLocks noChangeShapeType="1"/>
          </p:cNvSpPr>
          <p:nvPr/>
        </p:nvSpPr>
        <p:spPr bwMode="auto">
          <a:xfrm>
            <a:off x="5965825" y="4033838"/>
            <a:ext cx="3175" cy="4762"/>
          </a:xfrm>
          <a:prstGeom prst="line">
            <a:avLst/>
          </a:prstGeom>
          <a:noFill/>
          <a:ln w="28575">
            <a:solidFill>
              <a:srgbClr val="FF0000"/>
            </a:solidFill>
            <a:round/>
            <a:headEnd/>
            <a:tailEnd/>
          </a:ln>
        </p:spPr>
        <p:txBody>
          <a:bodyPr/>
          <a:lstStyle/>
          <a:p>
            <a:endParaRPr lang="en-US"/>
          </a:p>
        </p:txBody>
      </p:sp>
      <p:sp>
        <p:nvSpPr>
          <p:cNvPr id="635953" name="Line 157"/>
          <p:cNvSpPr>
            <a:spLocks noChangeShapeType="1"/>
          </p:cNvSpPr>
          <p:nvPr/>
        </p:nvSpPr>
        <p:spPr bwMode="auto">
          <a:xfrm>
            <a:off x="5981700" y="4049713"/>
            <a:ext cx="1588" cy="1587"/>
          </a:xfrm>
          <a:prstGeom prst="line">
            <a:avLst/>
          </a:prstGeom>
          <a:noFill/>
          <a:ln w="28575">
            <a:solidFill>
              <a:srgbClr val="FF0000"/>
            </a:solidFill>
            <a:round/>
            <a:headEnd/>
            <a:tailEnd/>
          </a:ln>
        </p:spPr>
        <p:txBody>
          <a:bodyPr/>
          <a:lstStyle/>
          <a:p>
            <a:endParaRPr lang="en-US"/>
          </a:p>
        </p:txBody>
      </p:sp>
      <p:sp>
        <p:nvSpPr>
          <p:cNvPr id="635954" name="Line 158"/>
          <p:cNvSpPr>
            <a:spLocks noChangeShapeType="1"/>
          </p:cNvSpPr>
          <p:nvPr/>
        </p:nvSpPr>
        <p:spPr bwMode="auto">
          <a:xfrm>
            <a:off x="5983288" y="4051300"/>
            <a:ext cx="9525" cy="9525"/>
          </a:xfrm>
          <a:prstGeom prst="line">
            <a:avLst/>
          </a:prstGeom>
          <a:noFill/>
          <a:ln w="28575">
            <a:solidFill>
              <a:srgbClr val="FF0000"/>
            </a:solidFill>
            <a:round/>
            <a:headEnd/>
            <a:tailEnd/>
          </a:ln>
        </p:spPr>
        <p:txBody>
          <a:bodyPr/>
          <a:lstStyle/>
          <a:p>
            <a:endParaRPr lang="en-US"/>
          </a:p>
        </p:txBody>
      </p:sp>
      <p:sp>
        <p:nvSpPr>
          <p:cNvPr id="635955" name="Line 159"/>
          <p:cNvSpPr>
            <a:spLocks noChangeShapeType="1"/>
          </p:cNvSpPr>
          <p:nvPr/>
        </p:nvSpPr>
        <p:spPr bwMode="auto">
          <a:xfrm>
            <a:off x="5992813" y="4060825"/>
            <a:ext cx="1587" cy="0"/>
          </a:xfrm>
          <a:prstGeom prst="line">
            <a:avLst/>
          </a:prstGeom>
          <a:noFill/>
          <a:ln w="28575">
            <a:solidFill>
              <a:srgbClr val="FF0000"/>
            </a:solidFill>
            <a:round/>
            <a:headEnd/>
            <a:tailEnd/>
          </a:ln>
        </p:spPr>
        <p:txBody>
          <a:bodyPr/>
          <a:lstStyle/>
          <a:p>
            <a:endParaRPr lang="en-US"/>
          </a:p>
        </p:txBody>
      </p:sp>
      <p:sp>
        <p:nvSpPr>
          <p:cNvPr id="635956" name="Line 160"/>
          <p:cNvSpPr>
            <a:spLocks noChangeShapeType="1"/>
          </p:cNvSpPr>
          <p:nvPr/>
        </p:nvSpPr>
        <p:spPr bwMode="auto">
          <a:xfrm>
            <a:off x="6005513" y="4075113"/>
            <a:ext cx="6350" cy="7937"/>
          </a:xfrm>
          <a:prstGeom prst="line">
            <a:avLst/>
          </a:prstGeom>
          <a:noFill/>
          <a:ln w="28575">
            <a:solidFill>
              <a:srgbClr val="FF0000"/>
            </a:solidFill>
            <a:round/>
            <a:headEnd/>
            <a:tailEnd/>
          </a:ln>
        </p:spPr>
        <p:txBody>
          <a:bodyPr/>
          <a:lstStyle/>
          <a:p>
            <a:endParaRPr lang="en-US"/>
          </a:p>
        </p:txBody>
      </p:sp>
      <p:sp>
        <p:nvSpPr>
          <p:cNvPr id="635957" name="Line 161"/>
          <p:cNvSpPr>
            <a:spLocks noChangeShapeType="1"/>
          </p:cNvSpPr>
          <p:nvPr/>
        </p:nvSpPr>
        <p:spPr bwMode="auto">
          <a:xfrm>
            <a:off x="6011863" y="4083050"/>
            <a:ext cx="3175" cy="4763"/>
          </a:xfrm>
          <a:prstGeom prst="line">
            <a:avLst/>
          </a:prstGeom>
          <a:noFill/>
          <a:ln w="28575">
            <a:solidFill>
              <a:srgbClr val="FF0000"/>
            </a:solidFill>
            <a:round/>
            <a:headEnd/>
            <a:tailEnd/>
          </a:ln>
        </p:spPr>
        <p:txBody>
          <a:bodyPr/>
          <a:lstStyle/>
          <a:p>
            <a:endParaRPr lang="en-US"/>
          </a:p>
        </p:txBody>
      </p:sp>
      <p:sp>
        <p:nvSpPr>
          <p:cNvPr id="635958" name="Line 162"/>
          <p:cNvSpPr>
            <a:spLocks noChangeShapeType="1"/>
          </p:cNvSpPr>
          <p:nvPr/>
        </p:nvSpPr>
        <p:spPr bwMode="auto">
          <a:xfrm>
            <a:off x="6026150" y="4100513"/>
            <a:ext cx="3175" cy="6350"/>
          </a:xfrm>
          <a:prstGeom prst="line">
            <a:avLst/>
          </a:prstGeom>
          <a:noFill/>
          <a:ln w="28575">
            <a:solidFill>
              <a:srgbClr val="FF0000"/>
            </a:solidFill>
            <a:round/>
            <a:headEnd/>
            <a:tailEnd/>
          </a:ln>
        </p:spPr>
        <p:txBody>
          <a:bodyPr/>
          <a:lstStyle/>
          <a:p>
            <a:endParaRPr lang="en-US"/>
          </a:p>
        </p:txBody>
      </p:sp>
      <p:sp>
        <p:nvSpPr>
          <p:cNvPr id="635959" name="Line 163"/>
          <p:cNvSpPr>
            <a:spLocks noChangeShapeType="1"/>
          </p:cNvSpPr>
          <p:nvPr/>
        </p:nvSpPr>
        <p:spPr bwMode="auto">
          <a:xfrm>
            <a:off x="6029325" y="4106863"/>
            <a:ext cx="6350" cy="7937"/>
          </a:xfrm>
          <a:prstGeom prst="line">
            <a:avLst/>
          </a:prstGeom>
          <a:noFill/>
          <a:ln w="28575">
            <a:solidFill>
              <a:srgbClr val="FF0000"/>
            </a:solidFill>
            <a:round/>
            <a:headEnd/>
            <a:tailEnd/>
          </a:ln>
        </p:spPr>
        <p:txBody>
          <a:bodyPr/>
          <a:lstStyle/>
          <a:p>
            <a:endParaRPr lang="en-US"/>
          </a:p>
        </p:txBody>
      </p:sp>
      <p:sp>
        <p:nvSpPr>
          <p:cNvPr id="635960" name="Line 164"/>
          <p:cNvSpPr>
            <a:spLocks noChangeShapeType="1"/>
          </p:cNvSpPr>
          <p:nvPr/>
        </p:nvSpPr>
        <p:spPr bwMode="auto">
          <a:xfrm>
            <a:off x="6043613" y="4129088"/>
            <a:ext cx="4762" cy="4762"/>
          </a:xfrm>
          <a:prstGeom prst="line">
            <a:avLst/>
          </a:prstGeom>
          <a:noFill/>
          <a:ln w="28575">
            <a:solidFill>
              <a:srgbClr val="FF0000"/>
            </a:solidFill>
            <a:round/>
            <a:headEnd/>
            <a:tailEnd/>
          </a:ln>
        </p:spPr>
        <p:txBody>
          <a:bodyPr/>
          <a:lstStyle/>
          <a:p>
            <a:endParaRPr lang="en-US"/>
          </a:p>
        </p:txBody>
      </p:sp>
      <p:sp>
        <p:nvSpPr>
          <p:cNvPr id="635961" name="Line 165"/>
          <p:cNvSpPr>
            <a:spLocks noChangeShapeType="1"/>
          </p:cNvSpPr>
          <p:nvPr/>
        </p:nvSpPr>
        <p:spPr bwMode="auto">
          <a:xfrm>
            <a:off x="6048375" y="4133850"/>
            <a:ext cx="4763" cy="7938"/>
          </a:xfrm>
          <a:prstGeom prst="line">
            <a:avLst/>
          </a:prstGeom>
          <a:noFill/>
          <a:ln w="28575">
            <a:solidFill>
              <a:srgbClr val="FF0000"/>
            </a:solidFill>
            <a:round/>
            <a:headEnd/>
            <a:tailEnd/>
          </a:ln>
        </p:spPr>
        <p:txBody>
          <a:bodyPr/>
          <a:lstStyle/>
          <a:p>
            <a:endParaRPr lang="en-US"/>
          </a:p>
        </p:txBody>
      </p:sp>
      <p:sp>
        <p:nvSpPr>
          <p:cNvPr id="635962" name="Line 166"/>
          <p:cNvSpPr>
            <a:spLocks noChangeShapeType="1"/>
          </p:cNvSpPr>
          <p:nvPr/>
        </p:nvSpPr>
        <p:spPr bwMode="auto">
          <a:xfrm>
            <a:off x="6062663" y="4156075"/>
            <a:ext cx="4762" cy="6350"/>
          </a:xfrm>
          <a:prstGeom prst="line">
            <a:avLst/>
          </a:prstGeom>
          <a:noFill/>
          <a:ln w="28575">
            <a:solidFill>
              <a:srgbClr val="FF0000"/>
            </a:solidFill>
            <a:round/>
            <a:headEnd/>
            <a:tailEnd/>
          </a:ln>
        </p:spPr>
        <p:txBody>
          <a:bodyPr/>
          <a:lstStyle/>
          <a:p>
            <a:endParaRPr lang="en-US"/>
          </a:p>
        </p:txBody>
      </p:sp>
      <p:sp>
        <p:nvSpPr>
          <p:cNvPr id="635963" name="Line 167"/>
          <p:cNvSpPr>
            <a:spLocks noChangeShapeType="1"/>
          </p:cNvSpPr>
          <p:nvPr/>
        </p:nvSpPr>
        <p:spPr bwMode="auto">
          <a:xfrm>
            <a:off x="6067425" y="4162425"/>
            <a:ext cx="4763" cy="6350"/>
          </a:xfrm>
          <a:prstGeom prst="line">
            <a:avLst/>
          </a:prstGeom>
          <a:noFill/>
          <a:ln w="28575">
            <a:solidFill>
              <a:srgbClr val="FF0000"/>
            </a:solidFill>
            <a:round/>
            <a:headEnd/>
            <a:tailEnd/>
          </a:ln>
        </p:spPr>
        <p:txBody>
          <a:bodyPr/>
          <a:lstStyle/>
          <a:p>
            <a:endParaRPr lang="en-US"/>
          </a:p>
        </p:txBody>
      </p:sp>
      <p:sp>
        <p:nvSpPr>
          <p:cNvPr id="635964" name="Line 168"/>
          <p:cNvSpPr>
            <a:spLocks noChangeShapeType="1"/>
          </p:cNvSpPr>
          <p:nvPr/>
        </p:nvSpPr>
        <p:spPr bwMode="auto">
          <a:xfrm>
            <a:off x="6080125" y="4183063"/>
            <a:ext cx="4763" cy="6350"/>
          </a:xfrm>
          <a:prstGeom prst="line">
            <a:avLst/>
          </a:prstGeom>
          <a:noFill/>
          <a:ln w="28575">
            <a:solidFill>
              <a:srgbClr val="FF0000"/>
            </a:solidFill>
            <a:round/>
            <a:headEnd/>
            <a:tailEnd/>
          </a:ln>
        </p:spPr>
        <p:txBody>
          <a:bodyPr/>
          <a:lstStyle/>
          <a:p>
            <a:endParaRPr lang="en-US"/>
          </a:p>
        </p:txBody>
      </p:sp>
      <p:sp>
        <p:nvSpPr>
          <p:cNvPr id="635965" name="Line 169"/>
          <p:cNvSpPr>
            <a:spLocks noChangeShapeType="1"/>
          </p:cNvSpPr>
          <p:nvPr/>
        </p:nvSpPr>
        <p:spPr bwMode="auto">
          <a:xfrm>
            <a:off x="6084888" y="4189413"/>
            <a:ext cx="4762" cy="7937"/>
          </a:xfrm>
          <a:prstGeom prst="line">
            <a:avLst/>
          </a:prstGeom>
          <a:noFill/>
          <a:ln w="28575">
            <a:solidFill>
              <a:srgbClr val="FF0000"/>
            </a:solidFill>
            <a:round/>
            <a:headEnd/>
            <a:tailEnd/>
          </a:ln>
        </p:spPr>
        <p:txBody>
          <a:bodyPr/>
          <a:lstStyle/>
          <a:p>
            <a:endParaRPr lang="en-US"/>
          </a:p>
        </p:txBody>
      </p:sp>
      <p:sp>
        <p:nvSpPr>
          <p:cNvPr id="635966" name="Line 170"/>
          <p:cNvSpPr>
            <a:spLocks noChangeShapeType="1"/>
          </p:cNvSpPr>
          <p:nvPr/>
        </p:nvSpPr>
        <p:spPr bwMode="auto">
          <a:xfrm>
            <a:off x="6099175" y="4210050"/>
            <a:ext cx="4763" cy="6350"/>
          </a:xfrm>
          <a:prstGeom prst="line">
            <a:avLst/>
          </a:prstGeom>
          <a:noFill/>
          <a:ln w="28575">
            <a:solidFill>
              <a:srgbClr val="FF0000"/>
            </a:solidFill>
            <a:round/>
            <a:headEnd/>
            <a:tailEnd/>
          </a:ln>
        </p:spPr>
        <p:txBody>
          <a:bodyPr/>
          <a:lstStyle/>
          <a:p>
            <a:endParaRPr lang="en-US"/>
          </a:p>
        </p:txBody>
      </p:sp>
      <p:sp>
        <p:nvSpPr>
          <p:cNvPr id="635967" name="Line 171"/>
          <p:cNvSpPr>
            <a:spLocks noChangeShapeType="1"/>
          </p:cNvSpPr>
          <p:nvPr/>
        </p:nvSpPr>
        <p:spPr bwMode="auto">
          <a:xfrm>
            <a:off x="6103938" y="4216400"/>
            <a:ext cx="4762" cy="7938"/>
          </a:xfrm>
          <a:prstGeom prst="line">
            <a:avLst/>
          </a:prstGeom>
          <a:noFill/>
          <a:ln w="28575">
            <a:solidFill>
              <a:srgbClr val="FF0000"/>
            </a:solidFill>
            <a:round/>
            <a:headEnd/>
            <a:tailEnd/>
          </a:ln>
        </p:spPr>
        <p:txBody>
          <a:bodyPr/>
          <a:lstStyle/>
          <a:p>
            <a:endParaRPr lang="en-US"/>
          </a:p>
        </p:txBody>
      </p:sp>
      <p:sp>
        <p:nvSpPr>
          <p:cNvPr id="635968" name="Line 172"/>
          <p:cNvSpPr>
            <a:spLocks noChangeShapeType="1"/>
          </p:cNvSpPr>
          <p:nvPr/>
        </p:nvSpPr>
        <p:spPr bwMode="auto">
          <a:xfrm>
            <a:off x="6118225" y="4237038"/>
            <a:ext cx="4763" cy="4762"/>
          </a:xfrm>
          <a:prstGeom prst="line">
            <a:avLst/>
          </a:prstGeom>
          <a:noFill/>
          <a:ln w="28575">
            <a:solidFill>
              <a:srgbClr val="FF0000"/>
            </a:solidFill>
            <a:round/>
            <a:headEnd/>
            <a:tailEnd/>
          </a:ln>
        </p:spPr>
        <p:txBody>
          <a:bodyPr/>
          <a:lstStyle/>
          <a:p>
            <a:endParaRPr lang="en-US"/>
          </a:p>
        </p:txBody>
      </p:sp>
      <p:sp>
        <p:nvSpPr>
          <p:cNvPr id="635969" name="Line 173"/>
          <p:cNvSpPr>
            <a:spLocks noChangeShapeType="1"/>
          </p:cNvSpPr>
          <p:nvPr/>
        </p:nvSpPr>
        <p:spPr bwMode="auto">
          <a:xfrm>
            <a:off x="6122988" y="4241800"/>
            <a:ext cx="6350" cy="7938"/>
          </a:xfrm>
          <a:prstGeom prst="line">
            <a:avLst/>
          </a:prstGeom>
          <a:noFill/>
          <a:ln w="28575">
            <a:solidFill>
              <a:srgbClr val="FF0000"/>
            </a:solidFill>
            <a:round/>
            <a:headEnd/>
            <a:tailEnd/>
          </a:ln>
        </p:spPr>
        <p:txBody>
          <a:bodyPr/>
          <a:lstStyle/>
          <a:p>
            <a:endParaRPr lang="en-US"/>
          </a:p>
        </p:txBody>
      </p:sp>
      <p:sp>
        <p:nvSpPr>
          <p:cNvPr id="635970" name="Line 174"/>
          <p:cNvSpPr>
            <a:spLocks noChangeShapeType="1"/>
          </p:cNvSpPr>
          <p:nvPr/>
        </p:nvSpPr>
        <p:spPr bwMode="auto">
          <a:xfrm>
            <a:off x="6140450" y="4262438"/>
            <a:ext cx="1588" cy="1587"/>
          </a:xfrm>
          <a:prstGeom prst="line">
            <a:avLst/>
          </a:prstGeom>
          <a:noFill/>
          <a:ln w="28575">
            <a:solidFill>
              <a:srgbClr val="FF0000"/>
            </a:solidFill>
            <a:round/>
            <a:headEnd/>
            <a:tailEnd/>
          </a:ln>
        </p:spPr>
        <p:txBody>
          <a:bodyPr/>
          <a:lstStyle/>
          <a:p>
            <a:endParaRPr lang="en-US"/>
          </a:p>
        </p:txBody>
      </p:sp>
      <p:sp>
        <p:nvSpPr>
          <p:cNvPr id="635971" name="Line 175"/>
          <p:cNvSpPr>
            <a:spLocks noChangeShapeType="1"/>
          </p:cNvSpPr>
          <p:nvPr/>
        </p:nvSpPr>
        <p:spPr bwMode="auto">
          <a:xfrm>
            <a:off x="6140450" y="4264025"/>
            <a:ext cx="9525" cy="9525"/>
          </a:xfrm>
          <a:prstGeom prst="line">
            <a:avLst/>
          </a:prstGeom>
          <a:noFill/>
          <a:ln w="28575">
            <a:solidFill>
              <a:srgbClr val="FF0000"/>
            </a:solidFill>
            <a:round/>
            <a:headEnd/>
            <a:tailEnd/>
          </a:ln>
        </p:spPr>
        <p:txBody>
          <a:bodyPr/>
          <a:lstStyle/>
          <a:p>
            <a:endParaRPr lang="en-US"/>
          </a:p>
        </p:txBody>
      </p:sp>
      <p:sp>
        <p:nvSpPr>
          <p:cNvPr id="635972" name="Line 176"/>
          <p:cNvSpPr>
            <a:spLocks noChangeShapeType="1"/>
          </p:cNvSpPr>
          <p:nvPr/>
        </p:nvSpPr>
        <p:spPr bwMode="auto">
          <a:xfrm>
            <a:off x="6149975" y="4273550"/>
            <a:ext cx="1588" cy="1588"/>
          </a:xfrm>
          <a:prstGeom prst="line">
            <a:avLst/>
          </a:prstGeom>
          <a:noFill/>
          <a:ln w="28575">
            <a:solidFill>
              <a:srgbClr val="FF0000"/>
            </a:solidFill>
            <a:round/>
            <a:headEnd/>
            <a:tailEnd/>
          </a:ln>
        </p:spPr>
        <p:txBody>
          <a:bodyPr/>
          <a:lstStyle/>
          <a:p>
            <a:endParaRPr lang="en-US"/>
          </a:p>
        </p:txBody>
      </p:sp>
      <p:sp>
        <p:nvSpPr>
          <p:cNvPr id="635973" name="Line 177"/>
          <p:cNvSpPr>
            <a:spLocks noChangeShapeType="1"/>
          </p:cNvSpPr>
          <p:nvPr/>
        </p:nvSpPr>
        <p:spPr bwMode="auto">
          <a:xfrm>
            <a:off x="6165850" y="4286250"/>
            <a:ext cx="3175" cy="3175"/>
          </a:xfrm>
          <a:prstGeom prst="line">
            <a:avLst/>
          </a:prstGeom>
          <a:noFill/>
          <a:ln w="28575">
            <a:solidFill>
              <a:srgbClr val="FF0000"/>
            </a:solidFill>
            <a:round/>
            <a:headEnd/>
            <a:tailEnd/>
          </a:ln>
        </p:spPr>
        <p:txBody>
          <a:bodyPr/>
          <a:lstStyle/>
          <a:p>
            <a:endParaRPr lang="en-US"/>
          </a:p>
        </p:txBody>
      </p:sp>
      <p:sp>
        <p:nvSpPr>
          <p:cNvPr id="635974" name="Line 178"/>
          <p:cNvSpPr>
            <a:spLocks noChangeShapeType="1"/>
          </p:cNvSpPr>
          <p:nvPr/>
        </p:nvSpPr>
        <p:spPr bwMode="auto">
          <a:xfrm>
            <a:off x="6169025" y="4289425"/>
            <a:ext cx="7938" cy="6350"/>
          </a:xfrm>
          <a:prstGeom prst="line">
            <a:avLst/>
          </a:prstGeom>
          <a:noFill/>
          <a:ln w="28575">
            <a:solidFill>
              <a:srgbClr val="FF0000"/>
            </a:solidFill>
            <a:round/>
            <a:headEnd/>
            <a:tailEnd/>
          </a:ln>
        </p:spPr>
        <p:txBody>
          <a:bodyPr/>
          <a:lstStyle/>
          <a:p>
            <a:endParaRPr lang="en-US"/>
          </a:p>
        </p:txBody>
      </p:sp>
      <p:sp>
        <p:nvSpPr>
          <p:cNvPr id="635975" name="Line 179"/>
          <p:cNvSpPr>
            <a:spLocks noChangeShapeType="1"/>
          </p:cNvSpPr>
          <p:nvPr/>
        </p:nvSpPr>
        <p:spPr bwMode="auto">
          <a:xfrm>
            <a:off x="6176963" y="4295775"/>
            <a:ext cx="3175" cy="1588"/>
          </a:xfrm>
          <a:prstGeom prst="line">
            <a:avLst/>
          </a:prstGeom>
          <a:noFill/>
          <a:ln w="28575">
            <a:solidFill>
              <a:srgbClr val="FF0000"/>
            </a:solidFill>
            <a:round/>
            <a:headEnd/>
            <a:tailEnd/>
          </a:ln>
        </p:spPr>
        <p:txBody>
          <a:bodyPr/>
          <a:lstStyle/>
          <a:p>
            <a:endParaRPr lang="en-US"/>
          </a:p>
        </p:txBody>
      </p:sp>
      <p:sp>
        <p:nvSpPr>
          <p:cNvPr id="635976" name="Line 180"/>
          <p:cNvSpPr>
            <a:spLocks noChangeShapeType="1"/>
          </p:cNvSpPr>
          <p:nvPr/>
        </p:nvSpPr>
        <p:spPr bwMode="auto">
          <a:xfrm>
            <a:off x="6197600" y="4305300"/>
            <a:ext cx="7938" cy="3175"/>
          </a:xfrm>
          <a:prstGeom prst="line">
            <a:avLst/>
          </a:prstGeom>
          <a:noFill/>
          <a:ln w="28575">
            <a:solidFill>
              <a:srgbClr val="FF0000"/>
            </a:solidFill>
            <a:round/>
            <a:headEnd/>
            <a:tailEnd/>
          </a:ln>
        </p:spPr>
        <p:txBody>
          <a:bodyPr/>
          <a:lstStyle/>
          <a:p>
            <a:endParaRPr lang="en-US"/>
          </a:p>
        </p:txBody>
      </p:sp>
      <p:sp>
        <p:nvSpPr>
          <p:cNvPr id="635977" name="Line 181"/>
          <p:cNvSpPr>
            <a:spLocks noChangeShapeType="1"/>
          </p:cNvSpPr>
          <p:nvPr/>
        </p:nvSpPr>
        <p:spPr bwMode="auto">
          <a:xfrm>
            <a:off x="6205538" y="4308475"/>
            <a:ext cx="9525" cy="0"/>
          </a:xfrm>
          <a:prstGeom prst="line">
            <a:avLst/>
          </a:prstGeom>
          <a:noFill/>
          <a:ln w="28575">
            <a:solidFill>
              <a:srgbClr val="FF0000"/>
            </a:solidFill>
            <a:round/>
            <a:headEnd/>
            <a:tailEnd/>
          </a:ln>
        </p:spPr>
        <p:txBody>
          <a:bodyPr/>
          <a:lstStyle/>
          <a:p>
            <a:endParaRPr lang="en-US"/>
          </a:p>
        </p:txBody>
      </p:sp>
      <p:sp>
        <p:nvSpPr>
          <p:cNvPr id="635978" name="Line 182"/>
          <p:cNvSpPr>
            <a:spLocks noChangeShapeType="1"/>
          </p:cNvSpPr>
          <p:nvPr/>
        </p:nvSpPr>
        <p:spPr bwMode="auto">
          <a:xfrm>
            <a:off x="6215063" y="4308475"/>
            <a:ext cx="3175" cy="1588"/>
          </a:xfrm>
          <a:prstGeom prst="line">
            <a:avLst/>
          </a:prstGeom>
          <a:noFill/>
          <a:ln w="28575">
            <a:solidFill>
              <a:srgbClr val="FF0000"/>
            </a:solidFill>
            <a:round/>
            <a:headEnd/>
            <a:tailEnd/>
          </a:ln>
        </p:spPr>
        <p:txBody>
          <a:bodyPr/>
          <a:lstStyle/>
          <a:p>
            <a:endParaRPr lang="en-US"/>
          </a:p>
        </p:txBody>
      </p:sp>
      <p:sp>
        <p:nvSpPr>
          <p:cNvPr id="635979" name="Line 183"/>
          <p:cNvSpPr>
            <a:spLocks noChangeShapeType="1"/>
          </p:cNvSpPr>
          <p:nvPr/>
        </p:nvSpPr>
        <p:spPr bwMode="auto">
          <a:xfrm flipV="1">
            <a:off x="6237288" y="4305300"/>
            <a:ext cx="4762" cy="1588"/>
          </a:xfrm>
          <a:prstGeom prst="line">
            <a:avLst/>
          </a:prstGeom>
          <a:noFill/>
          <a:ln w="28575">
            <a:solidFill>
              <a:srgbClr val="FF0000"/>
            </a:solidFill>
            <a:round/>
            <a:headEnd/>
            <a:tailEnd/>
          </a:ln>
        </p:spPr>
        <p:txBody>
          <a:bodyPr/>
          <a:lstStyle/>
          <a:p>
            <a:endParaRPr lang="en-US"/>
          </a:p>
        </p:txBody>
      </p:sp>
      <p:sp>
        <p:nvSpPr>
          <p:cNvPr id="635980" name="Line 184"/>
          <p:cNvSpPr>
            <a:spLocks noChangeShapeType="1"/>
          </p:cNvSpPr>
          <p:nvPr/>
        </p:nvSpPr>
        <p:spPr bwMode="auto">
          <a:xfrm flipV="1">
            <a:off x="6242050" y="4302125"/>
            <a:ext cx="9525" cy="3175"/>
          </a:xfrm>
          <a:prstGeom prst="line">
            <a:avLst/>
          </a:prstGeom>
          <a:noFill/>
          <a:ln w="28575">
            <a:solidFill>
              <a:srgbClr val="FF0000"/>
            </a:solidFill>
            <a:round/>
            <a:headEnd/>
            <a:tailEnd/>
          </a:ln>
        </p:spPr>
        <p:txBody>
          <a:bodyPr/>
          <a:lstStyle/>
          <a:p>
            <a:endParaRPr lang="en-US"/>
          </a:p>
        </p:txBody>
      </p:sp>
      <p:sp>
        <p:nvSpPr>
          <p:cNvPr id="635981" name="Line 185"/>
          <p:cNvSpPr>
            <a:spLocks noChangeShapeType="1"/>
          </p:cNvSpPr>
          <p:nvPr/>
        </p:nvSpPr>
        <p:spPr bwMode="auto">
          <a:xfrm flipV="1">
            <a:off x="6251575" y="4298950"/>
            <a:ext cx="3175" cy="3175"/>
          </a:xfrm>
          <a:prstGeom prst="line">
            <a:avLst/>
          </a:prstGeom>
          <a:noFill/>
          <a:ln w="28575">
            <a:solidFill>
              <a:srgbClr val="FF0000"/>
            </a:solidFill>
            <a:round/>
            <a:headEnd/>
            <a:tailEnd/>
          </a:ln>
        </p:spPr>
        <p:txBody>
          <a:bodyPr/>
          <a:lstStyle/>
          <a:p>
            <a:endParaRPr lang="en-US"/>
          </a:p>
        </p:txBody>
      </p:sp>
      <p:sp>
        <p:nvSpPr>
          <p:cNvPr id="635982" name="Line 186"/>
          <p:cNvSpPr>
            <a:spLocks noChangeShapeType="1"/>
          </p:cNvSpPr>
          <p:nvPr/>
        </p:nvSpPr>
        <p:spPr bwMode="auto">
          <a:xfrm flipV="1">
            <a:off x="6270625" y="4283075"/>
            <a:ext cx="9525" cy="6350"/>
          </a:xfrm>
          <a:prstGeom prst="line">
            <a:avLst/>
          </a:prstGeom>
          <a:noFill/>
          <a:ln w="28575">
            <a:solidFill>
              <a:srgbClr val="FF0000"/>
            </a:solidFill>
            <a:round/>
            <a:headEnd/>
            <a:tailEnd/>
          </a:ln>
        </p:spPr>
        <p:txBody>
          <a:bodyPr/>
          <a:lstStyle/>
          <a:p>
            <a:endParaRPr lang="en-US"/>
          </a:p>
        </p:txBody>
      </p:sp>
      <p:sp>
        <p:nvSpPr>
          <p:cNvPr id="635983" name="Line 187"/>
          <p:cNvSpPr>
            <a:spLocks noChangeShapeType="1"/>
          </p:cNvSpPr>
          <p:nvPr/>
        </p:nvSpPr>
        <p:spPr bwMode="auto">
          <a:xfrm flipV="1">
            <a:off x="6280150" y="4276725"/>
            <a:ext cx="4763" cy="6350"/>
          </a:xfrm>
          <a:prstGeom prst="line">
            <a:avLst/>
          </a:prstGeom>
          <a:noFill/>
          <a:ln w="28575">
            <a:solidFill>
              <a:srgbClr val="FF0000"/>
            </a:solidFill>
            <a:round/>
            <a:headEnd/>
            <a:tailEnd/>
          </a:ln>
        </p:spPr>
        <p:txBody>
          <a:bodyPr/>
          <a:lstStyle/>
          <a:p>
            <a:endParaRPr lang="en-US"/>
          </a:p>
        </p:txBody>
      </p:sp>
      <p:sp>
        <p:nvSpPr>
          <p:cNvPr id="635984" name="Line 188"/>
          <p:cNvSpPr>
            <a:spLocks noChangeShapeType="1"/>
          </p:cNvSpPr>
          <p:nvPr/>
        </p:nvSpPr>
        <p:spPr bwMode="auto">
          <a:xfrm flipV="1">
            <a:off x="6296025" y="4264025"/>
            <a:ext cx="1588" cy="1588"/>
          </a:xfrm>
          <a:prstGeom prst="line">
            <a:avLst/>
          </a:prstGeom>
          <a:noFill/>
          <a:ln w="28575">
            <a:solidFill>
              <a:srgbClr val="FF0000"/>
            </a:solidFill>
            <a:round/>
            <a:headEnd/>
            <a:tailEnd/>
          </a:ln>
        </p:spPr>
        <p:txBody>
          <a:bodyPr/>
          <a:lstStyle/>
          <a:p>
            <a:endParaRPr lang="en-US"/>
          </a:p>
        </p:txBody>
      </p:sp>
      <p:sp>
        <p:nvSpPr>
          <p:cNvPr id="635985" name="Line 189"/>
          <p:cNvSpPr>
            <a:spLocks noChangeShapeType="1"/>
          </p:cNvSpPr>
          <p:nvPr/>
        </p:nvSpPr>
        <p:spPr bwMode="auto">
          <a:xfrm flipV="1">
            <a:off x="6297613" y="4252913"/>
            <a:ext cx="9525" cy="11112"/>
          </a:xfrm>
          <a:prstGeom prst="line">
            <a:avLst/>
          </a:prstGeom>
          <a:noFill/>
          <a:ln w="28575">
            <a:solidFill>
              <a:srgbClr val="FF0000"/>
            </a:solidFill>
            <a:round/>
            <a:headEnd/>
            <a:tailEnd/>
          </a:ln>
        </p:spPr>
        <p:txBody>
          <a:bodyPr/>
          <a:lstStyle/>
          <a:p>
            <a:endParaRPr lang="en-US"/>
          </a:p>
        </p:txBody>
      </p:sp>
      <p:sp>
        <p:nvSpPr>
          <p:cNvPr id="635986" name="Line 190"/>
          <p:cNvSpPr>
            <a:spLocks noChangeShapeType="1"/>
          </p:cNvSpPr>
          <p:nvPr/>
        </p:nvSpPr>
        <p:spPr bwMode="auto">
          <a:xfrm flipV="1">
            <a:off x="6307138" y="4252913"/>
            <a:ext cx="1587" cy="0"/>
          </a:xfrm>
          <a:prstGeom prst="line">
            <a:avLst/>
          </a:prstGeom>
          <a:noFill/>
          <a:ln w="28575">
            <a:solidFill>
              <a:srgbClr val="FF0000"/>
            </a:solidFill>
            <a:round/>
            <a:headEnd/>
            <a:tailEnd/>
          </a:ln>
        </p:spPr>
        <p:txBody>
          <a:bodyPr/>
          <a:lstStyle/>
          <a:p>
            <a:endParaRPr lang="en-US"/>
          </a:p>
        </p:txBody>
      </p:sp>
      <p:sp>
        <p:nvSpPr>
          <p:cNvPr id="635987" name="Line 191"/>
          <p:cNvSpPr>
            <a:spLocks noChangeShapeType="1"/>
          </p:cNvSpPr>
          <p:nvPr/>
        </p:nvSpPr>
        <p:spPr bwMode="auto">
          <a:xfrm flipV="1">
            <a:off x="6318250" y="4229100"/>
            <a:ext cx="7938" cy="9525"/>
          </a:xfrm>
          <a:prstGeom prst="line">
            <a:avLst/>
          </a:prstGeom>
          <a:noFill/>
          <a:ln w="28575">
            <a:solidFill>
              <a:srgbClr val="FF0000"/>
            </a:solidFill>
            <a:round/>
            <a:headEnd/>
            <a:tailEnd/>
          </a:ln>
        </p:spPr>
        <p:txBody>
          <a:bodyPr/>
          <a:lstStyle/>
          <a:p>
            <a:endParaRPr lang="en-US"/>
          </a:p>
        </p:txBody>
      </p:sp>
      <p:sp>
        <p:nvSpPr>
          <p:cNvPr id="635988" name="Line 192"/>
          <p:cNvSpPr>
            <a:spLocks noChangeShapeType="1"/>
          </p:cNvSpPr>
          <p:nvPr/>
        </p:nvSpPr>
        <p:spPr bwMode="auto">
          <a:xfrm flipV="1">
            <a:off x="6326188" y="4225925"/>
            <a:ext cx="1587" cy="3175"/>
          </a:xfrm>
          <a:prstGeom prst="line">
            <a:avLst/>
          </a:prstGeom>
          <a:noFill/>
          <a:ln w="28575">
            <a:solidFill>
              <a:srgbClr val="FF0000"/>
            </a:solidFill>
            <a:round/>
            <a:headEnd/>
            <a:tailEnd/>
          </a:ln>
        </p:spPr>
        <p:txBody>
          <a:bodyPr/>
          <a:lstStyle/>
          <a:p>
            <a:endParaRPr lang="en-US"/>
          </a:p>
        </p:txBody>
      </p:sp>
      <p:sp>
        <p:nvSpPr>
          <p:cNvPr id="635989" name="Line 193"/>
          <p:cNvSpPr>
            <a:spLocks noChangeShapeType="1"/>
          </p:cNvSpPr>
          <p:nvPr/>
        </p:nvSpPr>
        <p:spPr bwMode="auto">
          <a:xfrm flipV="1">
            <a:off x="6337300" y="4203700"/>
            <a:ext cx="6350" cy="7938"/>
          </a:xfrm>
          <a:prstGeom prst="line">
            <a:avLst/>
          </a:prstGeom>
          <a:noFill/>
          <a:ln w="28575">
            <a:solidFill>
              <a:srgbClr val="FF0000"/>
            </a:solidFill>
            <a:round/>
            <a:headEnd/>
            <a:tailEnd/>
          </a:ln>
        </p:spPr>
        <p:txBody>
          <a:bodyPr/>
          <a:lstStyle/>
          <a:p>
            <a:endParaRPr lang="en-US"/>
          </a:p>
        </p:txBody>
      </p:sp>
      <p:sp>
        <p:nvSpPr>
          <p:cNvPr id="635990" name="Line 194"/>
          <p:cNvSpPr>
            <a:spLocks noChangeShapeType="1"/>
          </p:cNvSpPr>
          <p:nvPr/>
        </p:nvSpPr>
        <p:spPr bwMode="auto">
          <a:xfrm flipV="1">
            <a:off x="6343650" y="4198938"/>
            <a:ext cx="3175" cy="4762"/>
          </a:xfrm>
          <a:prstGeom prst="line">
            <a:avLst/>
          </a:prstGeom>
          <a:noFill/>
          <a:ln w="28575">
            <a:solidFill>
              <a:srgbClr val="FF0000"/>
            </a:solidFill>
            <a:round/>
            <a:headEnd/>
            <a:tailEnd/>
          </a:ln>
        </p:spPr>
        <p:txBody>
          <a:bodyPr/>
          <a:lstStyle/>
          <a:p>
            <a:endParaRPr lang="en-US"/>
          </a:p>
        </p:txBody>
      </p:sp>
      <p:sp>
        <p:nvSpPr>
          <p:cNvPr id="635991" name="Line 195"/>
          <p:cNvSpPr>
            <a:spLocks noChangeShapeType="1"/>
          </p:cNvSpPr>
          <p:nvPr/>
        </p:nvSpPr>
        <p:spPr bwMode="auto">
          <a:xfrm flipV="1">
            <a:off x="6356350" y="4175125"/>
            <a:ext cx="6350" cy="9525"/>
          </a:xfrm>
          <a:prstGeom prst="line">
            <a:avLst/>
          </a:prstGeom>
          <a:noFill/>
          <a:ln w="28575">
            <a:solidFill>
              <a:srgbClr val="FF0000"/>
            </a:solidFill>
            <a:round/>
            <a:headEnd/>
            <a:tailEnd/>
          </a:ln>
        </p:spPr>
        <p:txBody>
          <a:bodyPr/>
          <a:lstStyle/>
          <a:p>
            <a:endParaRPr lang="en-US"/>
          </a:p>
        </p:txBody>
      </p:sp>
      <p:sp>
        <p:nvSpPr>
          <p:cNvPr id="635992" name="Line 196"/>
          <p:cNvSpPr>
            <a:spLocks noChangeShapeType="1"/>
          </p:cNvSpPr>
          <p:nvPr/>
        </p:nvSpPr>
        <p:spPr bwMode="auto">
          <a:xfrm flipV="1">
            <a:off x="6362700" y="4171950"/>
            <a:ext cx="3175" cy="3175"/>
          </a:xfrm>
          <a:prstGeom prst="line">
            <a:avLst/>
          </a:prstGeom>
          <a:noFill/>
          <a:ln w="28575">
            <a:solidFill>
              <a:srgbClr val="FF0000"/>
            </a:solidFill>
            <a:round/>
            <a:headEnd/>
            <a:tailEnd/>
          </a:ln>
        </p:spPr>
        <p:txBody>
          <a:bodyPr/>
          <a:lstStyle/>
          <a:p>
            <a:endParaRPr lang="en-US"/>
          </a:p>
        </p:txBody>
      </p:sp>
      <p:sp>
        <p:nvSpPr>
          <p:cNvPr id="635993" name="Line 107"/>
          <p:cNvSpPr>
            <a:spLocks noChangeShapeType="1"/>
          </p:cNvSpPr>
          <p:nvPr/>
        </p:nvSpPr>
        <p:spPr bwMode="auto">
          <a:xfrm flipV="1">
            <a:off x="6369050" y="4144963"/>
            <a:ext cx="9525" cy="14287"/>
          </a:xfrm>
          <a:prstGeom prst="line">
            <a:avLst/>
          </a:prstGeom>
          <a:noFill/>
          <a:ln w="28575">
            <a:solidFill>
              <a:srgbClr val="FF0000"/>
            </a:solidFill>
            <a:round/>
            <a:headEnd/>
            <a:tailEnd/>
          </a:ln>
        </p:spPr>
        <p:txBody>
          <a:bodyPr/>
          <a:lstStyle/>
          <a:p>
            <a:endParaRPr lang="en-US"/>
          </a:p>
        </p:txBody>
      </p:sp>
      <p:sp>
        <p:nvSpPr>
          <p:cNvPr id="635994" name="Line 108"/>
          <p:cNvSpPr>
            <a:spLocks noChangeShapeType="1"/>
          </p:cNvSpPr>
          <p:nvPr/>
        </p:nvSpPr>
        <p:spPr bwMode="auto">
          <a:xfrm flipV="1">
            <a:off x="6388100" y="4132263"/>
            <a:ext cx="1588" cy="0"/>
          </a:xfrm>
          <a:prstGeom prst="line">
            <a:avLst/>
          </a:prstGeom>
          <a:noFill/>
          <a:ln w="28575">
            <a:solidFill>
              <a:srgbClr val="FF0000"/>
            </a:solidFill>
            <a:round/>
            <a:headEnd/>
            <a:tailEnd/>
          </a:ln>
        </p:spPr>
        <p:txBody>
          <a:bodyPr/>
          <a:lstStyle/>
          <a:p>
            <a:endParaRPr lang="en-US"/>
          </a:p>
        </p:txBody>
      </p:sp>
      <p:sp>
        <p:nvSpPr>
          <p:cNvPr id="635995" name="Line 109"/>
          <p:cNvSpPr>
            <a:spLocks noChangeShapeType="1"/>
          </p:cNvSpPr>
          <p:nvPr/>
        </p:nvSpPr>
        <p:spPr bwMode="auto">
          <a:xfrm flipV="1">
            <a:off x="6388100" y="4117975"/>
            <a:ext cx="9525" cy="14288"/>
          </a:xfrm>
          <a:prstGeom prst="line">
            <a:avLst/>
          </a:prstGeom>
          <a:noFill/>
          <a:ln w="28575">
            <a:solidFill>
              <a:srgbClr val="FF0000"/>
            </a:solidFill>
            <a:round/>
            <a:headEnd/>
            <a:tailEnd/>
          </a:ln>
        </p:spPr>
        <p:txBody>
          <a:bodyPr/>
          <a:lstStyle/>
          <a:p>
            <a:endParaRPr lang="en-US"/>
          </a:p>
        </p:txBody>
      </p:sp>
      <p:sp>
        <p:nvSpPr>
          <p:cNvPr id="635996" name="Line 110"/>
          <p:cNvSpPr>
            <a:spLocks noChangeShapeType="1"/>
          </p:cNvSpPr>
          <p:nvPr/>
        </p:nvSpPr>
        <p:spPr bwMode="auto">
          <a:xfrm flipV="1">
            <a:off x="6407150" y="4103688"/>
            <a:ext cx="1588" cy="1587"/>
          </a:xfrm>
          <a:prstGeom prst="line">
            <a:avLst/>
          </a:prstGeom>
          <a:noFill/>
          <a:ln w="28575">
            <a:solidFill>
              <a:srgbClr val="FF0000"/>
            </a:solidFill>
            <a:round/>
            <a:headEnd/>
            <a:tailEnd/>
          </a:ln>
        </p:spPr>
        <p:txBody>
          <a:bodyPr/>
          <a:lstStyle/>
          <a:p>
            <a:endParaRPr lang="en-US"/>
          </a:p>
        </p:txBody>
      </p:sp>
      <p:sp>
        <p:nvSpPr>
          <p:cNvPr id="635997" name="Line 111"/>
          <p:cNvSpPr>
            <a:spLocks noChangeShapeType="1"/>
          </p:cNvSpPr>
          <p:nvPr/>
        </p:nvSpPr>
        <p:spPr bwMode="auto">
          <a:xfrm flipV="1">
            <a:off x="6407150" y="4092575"/>
            <a:ext cx="9525" cy="12700"/>
          </a:xfrm>
          <a:prstGeom prst="line">
            <a:avLst/>
          </a:prstGeom>
          <a:noFill/>
          <a:ln w="28575">
            <a:solidFill>
              <a:srgbClr val="FF0000"/>
            </a:solidFill>
            <a:round/>
            <a:headEnd/>
            <a:tailEnd/>
          </a:ln>
        </p:spPr>
        <p:txBody>
          <a:bodyPr/>
          <a:lstStyle/>
          <a:p>
            <a:endParaRPr lang="en-US"/>
          </a:p>
        </p:txBody>
      </p:sp>
      <p:sp>
        <p:nvSpPr>
          <p:cNvPr id="635998" name="Line 112"/>
          <p:cNvSpPr>
            <a:spLocks noChangeShapeType="1"/>
          </p:cNvSpPr>
          <p:nvPr/>
        </p:nvSpPr>
        <p:spPr bwMode="auto">
          <a:xfrm flipV="1">
            <a:off x="6416675" y="4090988"/>
            <a:ext cx="1588" cy="1587"/>
          </a:xfrm>
          <a:prstGeom prst="line">
            <a:avLst/>
          </a:prstGeom>
          <a:noFill/>
          <a:ln w="28575">
            <a:solidFill>
              <a:srgbClr val="FF0000"/>
            </a:solidFill>
            <a:round/>
            <a:headEnd/>
            <a:tailEnd/>
          </a:ln>
        </p:spPr>
        <p:txBody>
          <a:bodyPr/>
          <a:lstStyle/>
          <a:p>
            <a:endParaRPr lang="en-US"/>
          </a:p>
        </p:txBody>
      </p:sp>
      <p:sp>
        <p:nvSpPr>
          <p:cNvPr id="635999" name="Line 113"/>
          <p:cNvSpPr>
            <a:spLocks noChangeShapeType="1"/>
          </p:cNvSpPr>
          <p:nvPr/>
        </p:nvSpPr>
        <p:spPr bwMode="auto">
          <a:xfrm flipV="1">
            <a:off x="6426200" y="4068763"/>
            <a:ext cx="7938" cy="9525"/>
          </a:xfrm>
          <a:prstGeom prst="line">
            <a:avLst/>
          </a:prstGeom>
          <a:noFill/>
          <a:ln w="28575">
            <a:solidFill>
              <a:srgbClr val="FF0000"/>
            </a:solidFill>
            <a:round/>
            <a:headEnd/>
            <a:tailEnd/>
          </a:ln>
        </p:spPr>
        <p:txBody>
          <a:bodyPr/>
          <a:lstStyle/>
          <a:p>
            <a:endParaRPr lang="en-US"/>
          </a:p>
        </p:txBody>
      </p:sp>
      <p:sp>
        <p:nvSpPr>
          <p:cNvPr id="636000" name="Line 114"/>
          <p:cNvSpPr>
            <a:spLocks noChangeShapeType="1"/>
          </p:cNvSpPr>
          <p:nvPr/>
        </p:nvSpPr>
        <p:spPr bwMode="auto">
          <a:xfrm flipV="1">
            <a:off x="6434138" y="4065588"/>
            <a:ext cx="3175" cy="3175"/>
          </a:xfrm>
          <a:prstGeom prst="line">
            <a:avLst/>
          </a:prstGeom>
          <a:noFill/>
          <a:ln w="28575">
            <a:solidFill>
              <a:srgbClr val="FF0000"/>
            </a:solidFill>
            <a:round/>
            <a:headEnd/>
            <a:tailEnd/>
          </a:ln>
        </p:spPr>
        <p:txBody>
          <a:bodyPr/>
          <a:lstStyle/>
          <a:p>
            <a:endParaRPr lang="en-US"/>
          </a:p>
        </p:txBody>
      </p:sp>
      <p:sp>
        <p:nvSpPr>
          <p:cNvPr id="636001" name="Line 115"/>
          <p:cNvSpPr>
            <a:spLocks noChangeShapeType="1"/>
          </p:cNvSpPr>
          <p:nvPr/>
        </p:nvSpPr>
        <p:spPr bwMode="auto">
          <a:xfrm flipV="1">
            <a:off x="6448425" y="4048125"/>
            <a:ext cx="4763" cy="4763"/>
          </a:xfrm>
          <a:prstGeom prst="line">
            <a:avLst/>
          </a:prstGeom>
          <a:noFill/>
          <a:ln w="28575">
            <a:solidFill>
              <a:srgbClr val="FF0000"/>
            </a:solidFill>
            <a:round/>
            <a:headEnd/>
            <a:tailEnd/>
          </a:ln>
        </p:spPr>
        <p:txBody>
          <a:bodyPr/>
          <a:lstStyle/>
          <a:p>
            <a:endParaRPr lang="en-US"/>
          </a:p>
        </p:txBody>
      </p:sp>
      <p:sp>
        <p:nvSpPr>
          <p:cNvPr id="636002" name="Line 116"/>
          <p:cNvSpPr>
            <a:spLocks noChangeShapeType="1"/>
          </p:cNvSpPr>
          <p:nvPr/>
        </p:nvSpPr>
        <p:spPr bwMode="auto">
          <a:xfrm flipV="1">
            <a:off x="6453188" y="4040188"/>
            <a:ext cx="7937" cy="7937"/>
          </a:xfrm>
          <a:prstGeom prst="line">
            <a:avLst/>
          </a:prstGeom>
          <a:noFill/>
          <a:ln w="28575">
            <a:solidFill>
              <a:srgbClr val="FF0000"/>
            </a:solidFill>
            <a:round/>
            <a:headEnd/>
            <a:tailEnd/>
          </a:ln>
        </p:spPr>
        <p:txBody>
          <a:bodyPr/>
          <a:lstStyle/>
          <a:p>
            <a:endParaRPr lang="en-US"/>
          </a:p>
        </p:txBody>
      </p:sp>
      <p:sp>
        <p:nvSpPr>
          <p:cNvPr id="636003" name="Line 117"/>
          <p:cNvSpPr>
            <a:spLocks noChangeShapeType="1"/>
          </p:cNvSpPr>
          <p:nvPr/>
        </p:nvSpPr>
        <p:spPr bwMode="auto">
          <a:xfrm flipV="1">
            <a:off x="6475413" y="4024313"/>
            <a:ext cx="4762" cy="4762"/>
          </a:xfrm>
          <a:prstGeom prst="line">
            <a:avLst/>
          </a:prstGeom>
          <a:noFill/>
          <a:ln w="28575">
            <a:solidFill>
              <a:srgbClr val="FF0000"/>
            </a:solidFill>
            <a:round/>
            <a:headEnd/>
            <a:tailEnd/>
          </a:ln>
        </p:spPr>
        <p:txBody>
          <a:bodyPr/>
          <a:lstStyle/>
          <a:p>
            <a:endParaRPr lang="en-US"/>
          </a:p>
        </p:txBody>
      </p:sp>
      <p:sp>
        <p:nvSpPr>
          <p:cNvPr id="636004" name="Line 118"/>
          <p:cNvSpPr>
            <a:spLocks noChangeShapeType="1"/>
          </p:cNvSpPr>
          <p:nvPr/>
        </p:nvSpPr>
        <p:spPr bwMode="auto">
          <a:xfrm flipV="1">
            <a:off x="6480175" y="4019550"/>
            <a:ext cx="9525" cy="4763"/>
          </a:xfrm>
          <a:prstGeom prst="line">
            <a:avLst/>
          </a:prstGeom>
          <a:noFill/>
          <a:ln w="28575">
            <a:solidFill>
              <a:srgbClr val="FF0000"/>
            </a:solidFill>
            <a:round/>
            <a:headEnd/>
            <a:tailEnd/>
          </a:ln>
        </p:spPr>
        <p:txBody>
          <a:bodyPr/>
          <a:lstStyle/>
          <a:p>
            <a:endParaRPr lang="en-US"/>
          </a:p>
        </p:txBody>
      </p:sp>
      <p:sp>
        <p:nvSpPr>
          <p:cNvPr id="636005" name="Line 119"/>
          <p:cNvSpPr>
            <a:spLocks noChangeShapeType="1"/>
          </p:cNvSpPr>
          <p:nvPr/>
        </p:nvSpPr>
        <p:spPr bwMode="auto">
          <a:xfrm flipV="1">
            <a:off x="6489700" y="4019550"/>
            <a:ext cx="1588" cy="0"/>
          </a:xfrm>
          <a:prstGeom prst="line">
            <a:avLst/>
          </a:prstGeom>
          <a:noFill/>
          <a:ln w="28575">
            <a:solidFill>
              <a:srgbClr val="FF0000"/>
            </a:solidFill>
            <a:round/>
            <a:headEnd/>
            <a:tailEnd/>
          </a:ln>
        </p:spPr>
        <p:txBody>
          <a:bodyPr/>
          <a:lstStyle/>
          <a:p>
            <a:endParaRPr lang="en-US"/>
          </a:p>
        </p:txBody>
      </p:sp>
      <p:sp>
        <p:nvSpPr>
          <p:cNvPr id="636006" name="Line 120"/>
          <p:cNvSpPr>
            <a:spLocks noChangeShapeType="1"/>
          </p:cNvSpPr>
          <p:nvPr/>
        </p:nvSpPr>
        <p:spPr bwMode="auto">
          <a:xfrm flipV="1">
            <a:off x="6510338" y="4011613"/>
            <a:ext cx="7937" cy="1587"/>
          </a:xfrm>
          <a:prstGeom prst="line">
            <a:avLst/>
          </a:prstGeom>
          <a:noFill/>
          <a:ln w="28575">
            <a:solidFill>
              <a:srgbClr val="FF0000"/>
            </a:solidFill>
            <a:round/>
            <a:headEnd/>
            <a:tailEnd/>
          </a:ln>
        </p:spPr>
        <p:txBody>
          <a:bodyPr/>
          <a:lstStyle/>
          <a:p>
            <a:endParaRPr lang="en-US"/>
          </a:p>
        </p:txBody>
      </p:sp>
      <p:sp>
        <p:nvSpPr>
          <p:cNvPr id="636007" name="Line 121"/>
          <p:cNvSpPr>
            <a:spLocks noChangeShapeType="1"/>
          </p:cNvSpPr>
          <p:nvPr/>
        </p:nvSpPr>
        <p:spPr bwMode="auto">
          <a:xfrm flipV="1">
            <a:off x="6518275" y="4011613"/>
            <a:ext cx="7938" cy="0"/>
          </a:xfrm>
          <a:prstGeom prst="line">
            <a:avLst/>
          </a:prstGeom>
          <a:noFill/>
          <a:ln w="28575">
            <a:solidFill>
              <a:srgbClr val="FF0000"/>
            </a:solidFill>
            <a:round/>
            <a:headEnd/>
            <a:tailEnd/>
          </a:ln>
        </p:spPr>
        <p:txBody>
          <a:bodyPr/>
          <a:lstStyle/>
          <a:p>
            <a:endParaRPr lang="en-US"/>
          </a:p>
        </p:txBody>
      </p:sp>
      <p:sp>
        <p:nvSpPr>
          <p:cNvPr id="636008" name="Line 122"/>
          <p:cNvSpPr>
            <a:spLocks noChangeShapeType="1"/>
          </p:cNvSpPr>
          <p:nvPr/>
        </p:nvSpPr>
        <p:spPr bwMode="auto">
          <a:xfrm>
            <a:off x="6526213" y="4011613"/>
            <a:ext cx="3175" cy="1587"/>
          </a:xfrm>
          <a:prstGeom prst="line">
            <a:avLst/>
          </a:prstGeom>
          <a:noFill/>
          <a:ln w="28575">
            <a:solidFill>
              <a:srgbClr val="FF0000"/>
            </a:solidFill>
            <a:round/>
            <a:headEnd/>
            <a:tailEnd/>
          </a:ln>
        </p:spPr>
        <p:txBody>
          <a:bodyPr/>
          <a:lstStyle/>
          <a:p>
            <a:endParaRPr lang="en-US"/>
          </a:p>
        </p:txBody>
      </p:sp>
      <p:sp>
        <p:nvSpPr>
          <p:cNvPr id="636009" name="Line 123"/>
          <p:cNvSpPr>
            <a:spLocks noChangeShapeType="1"/>
          </p:cNvSpPr>
          <p:nvPr/>
        </p:nvSpPr>
        <p:spPr bwMode="auto">
          <a:xfrm>
            <a:off x="6548438" y="4017963"/>
            <a:ext cx="6350" cy="1587"/>
          </a:xfrm>
          <a:prstGeom prst="line">
            <a:avLst/>
          </a:prstGeom>
          <a:noFill/>
          <a:ln w="28575">
            <a:solidFill>
              <a:srgbClr val="FF0000"/>
            </a:solidFill>
            <a:round/>
            <a:headEnd/>
            <a:tailEnd/>
          </a:ln>
        </p:spPr>
        <p:txBody>
          <a:bodyPr/>
          <a:lstStyle/>
          <a:p>
            <a:endParaRPr lang="en-US"/>
          </a:p>
        </p:txBody>
      </p:sp>
      <p:sp>
        <p:nvSpPr>
          <p:cNvPr id="636010" name="Line 124"/>
          <p:cNvSpPr>
            <a:spLocks noChangeShapeType="1"/>
          </p:cNvSpPr>
          <p:nvPr/>
        </p:nvSpPr>
        <p:spPr bwMode="auto">
          <a:xfrm>
            <a:off x="6554788" y="4019550"/>
            <a:ext cx="9525" cy="4763"/>
          </a:xfrm>
          <a:prstGeom prst="line">
            <a:avLst/>
          </a:prstGeom>
          <a:noFill/>
          <a:ln w="28575">
            <a:solidFill>
              <a:srgbClr val="FF0000"/>
            </a:solidFill>
            <a:round/>
            <a:headEnd/>
            <a:tailEnd/>
          </a:ln>
        </p:spPr>
        <p:txBody>
          <a:bodyPr/>
          <a:lstStyle/>
          <a:p>
            <a:endParaRPr lang="en-US"/>
          </a:p>
        </p:txBody>
      </p:sp>
      <p:sp>
        <p:nvSpPr>
          <p:cNvPr id="636011" name="Line 125"/>
          <p:cNvSpPr>
            <a:spLocks noChangeShapeType="1"/>
          </p:cNvSpPr>
          <p:nvPr/>
        </p:nvSpPr>
        <p:spPr bwMode="auto">
          <a:xfrm>
            <a:off x="6564313" y="4024313"/>
            <a:ext cx="1587" cy="3175"/>
          </a:xfrm>
          <a:prstGeom prst="line">
            <a:avLst/>
          </a:prstGeom>
          <a:noFill/>
          <a:ln w="28575">
            <a:solidFill>
              <a:srgbClr val="FF0000"/>
            </a:solidFill>
            <a:round/>
            <a:headEnd/>
            <a:tailEnd/>
          </a:ln>
        </p:spPr>
        <p:txBody>
          <a:bodyPr/>
          <a:lstStyle/>
          <a:p>
            <a:endParaRPr lang="en-US"/>
          </a:p>
        </p:txBody>
      </p:sp>
      <p:sp>
        <p:nvSpPr>
          <p:cNvPr id="636012" name="Line 126"/>
          <p:cNvSpPr>
            <a:spLocks noChangeShapeType="1"/>
          </p:cNvSpPr>
          <p:nvPr/>
        </p:nvSpPr>
        <p:spPr bwMode="auto">
          <a:xfrm>
            <a:off x="6580188" y="4037013"/>
            <a:ext cx="1587" cy="1587"/>
          </a:xfrm>
          <a:prstGeom prst="line">
            <a:avLst/>
          </a:prstGeom>
          <a:noFill/>
          <a:ln w="28575">
            <a:solidFill>
              <a:srgbClr val="FF0000"/>
            </a:solidFill>
            <a:round/>
            <a:headEnd/>
            <a:tailEnd/>
          </a:ln>
        </p:spPr>
        <p:txBody>
          <a:bodyPr/>
          <a:lstStyle/>
          <a:p>
            <a:endParaRPr lang="en-US"/>
          </a:p>
        </p:txBody>
      </p:sp>
      <p:sp>
        <p:nvSpPr>
          <p:cNvPr id="636013" name="Line 127"/>
          <p:cNvSpPr>
            <a:spLocks noChangeShapeType="1"/>
          </p:cNvSpPr>
          <p:nvPr/>
        </p:nvSpPr>
        <p:spPr bwMode="auto">
          <a:xfrm>
            <a:off x="6581775" y="4038600"/>
            <a:ext cx="9525" cy="9525"/>
          </a:xfrm>
          <a:prstGeom prst="line">
            <a:avLst/>
          </a:prstGeom>
          <a:noFill/>
          <a:ln w="28575">
            <a:solidFill>
              <a:srgbClr val="FF0000"/>
            </a:solidFill>
            <a:round/>
            <a:headEnd/>
            <a:tailEnd/>
          </a:ln>
        </p:spPr>
        <p:txBody>
          <a:bodyPr/>
          <a:lstStyle/>
          <a:p>
            <a:endParaRPr lang="en-US"/>
          </a:p>
        </p:txBody>
      </p:sp>
      <p:sp>
        <p:nvSpPr>
          <p:cNvPr id="636014" name="Line 128"/>
          <p:cNvSpPr>
            <a:spLocks noChangeShapeType="1"/>
          </p:cNvSpPr>
          <p:nvPr/>
        </p:nvSpPr>
        <p:spPr bwMode="auto">
          <a:xfrm>
            <a:off x="6591300" y="4048125"/>
            <a:ext cx="1588" cy="1588"/>
          </a:xfrm>
          <a:prstGeom prst="line">
            <a:avLst/>
          </a:prstGeom>
          <a:noFill/>
          <a:ln w="28575">
            <a:solidFill>
              <a:srgbClr val="FF0000"/>
            </a:solidFill>
            <a:round/>
            <a:headEnd/>
            <a:tailEnd/>
          </a:ln>
        </p:spPr>
        <p:txBody>
          <a:bodyPr/>
          <a:lstStyle/>
          <a:p>
            <a:endParaRPr lang="en-US"/>
          </a:p>
        </p:txBody>
      </p:sp>
      <p:sp>
        <p:nvSpPr>
          <p:cNvPr id="636015" name="Line 129"/>
          <p:cNvSpPr>
            <a:spLocks noChangeShapeType="1"/>
          </p:cNvSpPr>
          <p:nvPr/>
        </p:nvSpPr>
        <p:spPr bwMode="auto">
          <a:xfrm>
            <a:off x="6604000" y="4062413"/>
            <a:ext cx="6350" cy="6350"/>
          </a:xfrm>
          <a:prstGeom prst="line">
            <a:avLst/>
          </a:prstGeom>
          <a:noFill/>
          <a:ln w="28575">
            <a:solidFill>
              <a:srgbClr val="FF0000"/>
            </a:solidFill>
            <a:round/>
            <a:headEnd/>
            <a:tailEnd/>
          </a:ln>
        </p:spPr>
        <p:txBody>
          <a:bodyPr/>
          <a:lstStyle/>
          <a:p>
            <a:endParaRPr lang="en-US"/>
          </a:p>
        </p:txBody>
      </p:sp>
      <p:sp>
        <p:nvSpPr>
          <p:cNvPr id="636016" name="Line 130"/>
          <p:cNvSpPr>
            <a:spLocks noChangeShapeType="1"/>
          </p:cNvSpPr>
          <p:nvPr/>
        </p:nvSpPr>
        <p:spPr bwMode="auto">
          <a:xfrm>
            <a:off x="6610350" y="4068763"/>
            <a:ext cx="4763" cy="6350"/>
          </a:xfrm>
          <a:prstGeom prst="line">
            <a:avLst/>
          </a:prstGeom>
          <a:noFill/>
          <a:ln w="28575">
            <a:solidFill>
              <a:srgbClr val="FF0000"/>
            </a:solidFill>
            <a:round/>
            <a:headEnd/>
            <a:tailEnd/>
          </a:ln>
        </p:spPr>
        <p:txBody>
          <a:bodyPr/>
          <a:lstStyle/>
          <a:p>
            <a:endParaRPr lang="en-US"/>
          </a:p>
        </p:txBody>
      </p:sp>
      <p:sp>
        <p:nvSpPr>
          <p:cNvPr id="636017" name="Line 131"/>
          <p:cNvSpPr>
            <a:spLocks noChangeShapeType="1"/>
          </p:cNvSpPr>
          <p:nvPr/>
        </p:nvSpPr>
        <p:spPr bwMode="auto">
          <a:xfrm>
            <a:off x="6626225" y="4087813"/>
            <a:ext cx="1588" cy="4762"/>
          </a:xfrm>
          <a:prstGeom prst="line">
            <a:avLst/>
          </a:prstGeom>
          <a:noFill/>
          <a:ln w="28575">
            <a:solidFill>
              <a:srgbClr val="FF0000"/>
            </a:solidFill>
            <a:round/>
            <a:headEnd/>
            <a:tailEnd/>
          </a:ln>
        </p:spPr>
        <p:txBody>
          <a:bodyPr/>
          <a:lstStyle/>
          <a:p>
            <a:endParaRPr lang="en-US"/>
          </a:p>
        </p:txBody>
      </p:sp>
      <p:sp>
        <p:nvSpPr>
          <p:cNvPr id="636018" name="Line 132"/>
          <p:cNvSpPr>
            <a:spLocks noChangeShapeType="1"/>
          </p:cNvSpPr>
          <p:nvPr/>
        </p:nvSpPr>
        <p:spPr bwMode="auto">
          <a:xfrm>
            <a:off x="6627813" y="4092575"/>
            <a:ext cx="7937" cy="9525"/>
          </a:xfrm>
          <a:prstGeom prst="line">
            <a:avLst/>
          </a:prstGeom>
          <a:noFill/>
          <a:ln w="28575">
            <a:solidFill>
              <a:srgbClr val="FF0000"/>
            </a:solidFill>
            <a:round/>
            <a:headEnd/>
            <a:tailEnd/>
          </a:ln>
        </p:spPr>
        <p:txBody>
          <a:bodyPr/>
          <a:lstStyle/>
          <a:p>
            <a:endParaRPr lang="en-US"/>
          </a:p>
        </p:txBody>
      </p:sp>
      <p:sp>
        <p:nvSpPr>
          <p:cNvPr id="636019" name="Line 133"/>
          <p:cNvSpPr>
            <a:spLocks noChangeShapeType="1"/>
          </p:cNvSpPr>
          <p:nvPr/>
        </p:nvSpPr>
        <p:spPr bwMode="auto">
          <a:xfrm>
            <a:off x="6645275" y="4114800"/>
            <a:ext cx="1588" cy="3175"/>
          </a:xfrm>
          <a:prstGeom prst="line">
            <a:avLst/>
          </a:prstGeom>
          <a:noFill/>
          <a:ln w="28575">
            <a:solidFill>
              <a:srgbClr val="FF0000"/>
            </a:solidFill>
            <a:round/>
            <a:headEnd/>
            <a:tailEnd/>
          </a:ln>
        </p:spPr>
        <p:txBody>
          <a:bodyPr/>
          <a:lstStyle/>
          <a:p>
            <a:endParaRPr lang="en-US"/>
          </a:p>
        </p:txBody>
      </p:sp>
      <p:sp>
        <p:nvSpPr>
          <p:cNvPr id="636020" name="Line 134"/>
          <p:cNvSpPr>
            <a:spLocks noChangeShapeType="1"/>
          </p:cNvSpPr>
          <p:nvPr/>
        </p:nvSpPr>
        <p:spPr bwMode="auto">
          <a:xfrm>
            <a:off x="6646863" y="4117975"/>
            <a:ext cx="7937" cy="11113"/>
          </a:xfrm>
          <a:prstGeom prst="line">
            <a:avLst/>
          </a:prstGeom>
          <a:noFill/>
          <a:ln w="28575">
            <a:solidFill>
              <a:srgbClr val="FF0000"/>
            </a:solidFill>
            <a:round/>
            <a:headEnd/>
            <a:tailEnd/>
          </a:ln>
        </p:spPr>
        <p:txBody>
          <a:bodyPr/>
          <a:lstStyle/>
          <a:p>
            <a:endParaRPr lang="en-US"/>
          </a:p>
        </p:txBody>
      </p:sp>
      <p:sp>
        <p:nvSpPr>
          <p:cNvPr id="636021" name="Line 135"/>
          <p:cNvSpPr>
            <a:spLocks noChangeShapeType="1"/>
          </p:cNvSpPr>
          <p:nvPr/>
        </p:nvSpPr>
        <p:spPr bwMode="auto">
          <a:xfrm>
            <a:off x="6662738" y="4141788"/>
            <a:ext cx="3175" cy="3175"/>
          </a:xfrm>
          <a:prstGeom prst="line">
            <a:avLst/>
          </a:prstGeom>
          <a:noFill/>
          <a:ln w="28575">
            <a:solidFill>
              <a:srgbClr val="FF0000"/>
            </a:solidFill>
            <a:round/>
            <a:headEnd/>
            <a:tailEnd/>
          </a:ln>
        </p:spPr>
        <p:txBody>
          <a:bodyPr/>
          <a:lstStyle/>
          <a:p>
            <a:endParaRPr lang="en-US"/>
          </a:p>
        </p:txBody>
      </p:sp>
      <p:sp>
        <p:nvSpPr>
          <p:cNvPr id="636022" name="Line 136"/>
          <p:cNvSpPr>
            <a:spLocks noChangeShapeType="1"/>
          </p:cNvSpPr>
          <p:nvPr/>
        </p:nvSpPr>
        <p:spPr bwMode="auto">
          <a:xfrm>
            <a:off x="6665913" y="4144963"/>
            <a:ext cx="6350" cy="11112"/>
          </a:xfrm>
          <a:prstGeom prst="line">
            <a:avLst/>
          </a:prstGeom>
          <a:noFill/>
          <a:ln w="28575">
            <a:solidFill>
              <a:srgbClr val="FF0000"/>
            </a:solidFill>
            <a:round/>
            <a:headEnd/>
            <a:tailEnd/>
          </a:ln>
        </p:spPr>
        <p:txBody>
          <a:bodyPr/>
          <a:lstStyle/>
          <a:p>
            <a:endParaRPr lang="en-US"/>
          </a:p>
        </p:txBody>
      </p:sp>
      <p:sp>
        <p:nvSpPr>
          <p:cNvPr id="636023" name="Line 137"/>
          <p:cNvSpPr>
            <a:spLocks noChangeShapeType="1"/>
          </p:cNvSpPr>
          <p:nvPr/>
        </p:nvSpPr>
        <p:spPr bwMode="auto">
          <a:xfrm>
            <a:off x="6681788" y="4170363"/>
            <a:ext cx="1587" cy="3175"/>
          </a:xfrm>
          <a:prstGeom prst="line">
            <a:avLst/>
          </a:prstGeom>
          <a:noFill/>
          <a:ln w="28575">
            <a:solidFill>
              <a:srgbClr val="FF0000"/>
            </a:solidFill>
            <a:round/>
            <a:headEnd/>
            <a:tailEnd/>
          </a:ln>
        </p:spPr>
        <p:txBody>
          <a:bodyPr/>
          <a:lstStyle/>
          <a:p>
            <a:endParaRPr lang="en-US"/>
          </a:p>
        </p:txBody>
      </p:sp>
      <p:sp>
        <p:nvSpPr>
          <p:cNvPr id="636024" name="Line 138"/>
          <p:cNvSpPr>
            <a:spLocks noChangeShapeType="1"/>
          </p:cNvSpPr>
          <p:nvPr/>
        </p:nvSpPr>
        <p:spPr bwMode="auto">
          <a:xfrm>
            <a:off x="6683375" y="4173538"/>
            <a:ext cx="7938" cy="9525"/>
          </a:xfrm>
          <a:prstGeom prst="line">
            <a:avLst/>
          </a:prstGeom>
          <a:noFill/>
          <a:ln w="28575">
            <a:solidFill>
              <a:srgbClr val="FF0000"/>
            </a:solidFill>
            <a:round/>
            <a:headEnd/>
            <a:tailEnd/>
          </a:ln>
        </p:spPr>
        <p:txBody>
          <a:bodyPr/>
          <a:lstStyle/>
          <a:p>
            <a:endParaRPr lang="en-US"/>
          </a:p>
        </p:txBody>
      </p:sp>
      <p:sp>
        <p:nvSpPr>
          <p:cNvPr id="636025" name="Line 139"/>
          <p:cNvSpPr>
            <a:spLocks noChangeShapeType="1"/>
          </p:cNvSpPr>
          <p:nvPr/>
        </p:nvSpPr>
        <p:spPr bwMode="auto">
          <a:xfrm>
            <a:off x="6699250" y="4197350"/>
            <a:ext cx="3175" cy="3175"/>
          </a:xfrm>
          <a:prstGeom prst="line">
            <a:avLst/>
          </a:prstGeom>
          <a:noFill/>
          <a:ln w="28575">
            <a:solidFill>
              <a:srgbClr val="FF0000"/>
            </a:solidFill>
            <a:round/>
            <a:headEnd/>
            <a:tailEnd/>
          </a:ln>
        </p:spPr>
        <p:txBody>
          <a:bodyPr/>
          <a:lstStyle/>
          <a:p>
            <a:endParaRPr lang="en-US"/>
          </a:p>
        </p:txBody>
      </p:sp>
      <p:sp>
        <p:nvSpPr>
          <p:cNvPr id="636026" name="Line 140"/>
          <p:cNvSpPr>
            <a:spLocks noChangeShapeType="1"/>
          </p:cNvSpPr>
          <p:nvPr/>
        </p:nvSpPr>
        <p:spPr bwMode="auto">
          <a:xfrm>
            <a:off x="6702425" y="4200525"/>
            <a:ext cx="6350" cy="9525"/>
          </a:xfrm>
          <a:prstGeom prst="line">
            <a:avLst/>
          </a:prstGeom>
          <a:noFill/>
          <a:ln w="28575">
            <a:solidFill>
              <a:srgbClr val="FF0000"/>
            </a:solidFill>
            <a:round/>
            <a:headEnd/>
            <a:tailEnd/>
          </a:ln>
        </p:spPr>
        <p:txBody>
          <a:bodyPr/>
          <a:lstStyle/>
          <a:p>
            <a:endParaRPr lang="en-US"/>
          </a:p>
        </p:txBody>
      </p:sp>
      <p:sp>
        <p:nvSpPr>
          <p:cNvPr id="636027" name="Line 141"/>
          <p:cNvSpPr>
            <a:spLocks noChangeShapeType="1"/>
          </p:cNvSpPr>
          <p:nvPr/>
        </p:nvSpPr>
        <p:spPr bwMode="auto">
          <a:xfrm>
            <a:off x="6718300" y="4224338"/>
            <a:ext cx="3175" cy="1587"/>
          </a:xfrm>
          <a:prstGeom prst="line">
            <a:avLst/>
          </a:prstGeom>
          <a:noFill/>
          <a:ln w="28575">
            <a:solidFill>
              <a:srgbClr val="FF0000"/>
            </a:solidFill>
            <a:round/>
            <a:headEnd/>
            <a:tailEnd/>
          </a:ln>
        </p:spPr>
        <p:txBody>
          <a:bodyPr/>
          <a:lstStyle/>
          <a:p>
            <a:endParaRPr lang="en-US"/>
          </a:p>
        </p:txBody>
      </p:sp>
      <p:sp>
        <p:nvSpPr>
          <p:cNvPr id="636028" name="Line 142"/>
          <p:cNvSpPr>
            <a:spLocks noChangeShapeType="1"/>
          </p:cNvSpPr>
          <p:nvPr/>
        </p:nvSpPr>
        <p:spPr bwMode="auto">
          <a:xfrm>
            <a:off x="6721475" y="4225925"/>
            <a:ext cx="7938" cy="11113"/>
          </a:xfrm>
          <a:prstGeom prst="line">
            <a:avLst/>
          </a:prstGeom>
          <a:noFill/>
          <a:ln w="28575">
            <a:solidFill>
              <a:srgbClr val="FF0000"/>
            </a:solidFill>
            <a:round/>
            <a:headEnd/>
            <a:tailEnd/>
          </a:ln>
        </p:spPr>
        <p:txBody>
          <a:bodyPr/>
          <a:lstStyle/>
          <a:p>
            <a:endParaRPr lang="en-US"/>
          </a:p>
        </p:txBody>
      </p:sp>
      <p:sp>
        <p:nvSpPr>
          <p:cNvPr id="636029" name="Line 143"/>
          <p:cNvSpPr>
            <a:spLocks noChangeShapeType="1"/>
          </p:cNvSpPr>
          <p:nvPr/>
        </p:nvSpPr>
        <p:spPr bwMode="auto">
          <a:xfrm>
            <a:off x="6738938" y="4251325"/>
            <a:ext cx="9525" cy="9525"/>
          </a:xfrm>
          <a:prstGeom prst="line">
            <a:avLst/>
          </a:prstGeom>
          <a:noFill/>
          <a:ln w="28575">
            <a:solidFill>
              <a:srgbClr val="FF0000"/>
            </a:solidFill>
            <a:round/>
            <a:headEnd/>
            <a:tailEnd/>
          </a:ln>
        </p:spPr>
        <p:txBody>
          <a:bodyPr/>
          <a:lstStyle/>
          <a:p>
            <a:endParaRPr lang="en-US"/>
          </a:p>
        </p:txBody>
      </p:sp>
      <p:sp>
        <p:nvSpPr>
          <p:cNvPr id="636030" name="Line 144"/>
          <p:cNvSpPr>
            <a:spLocks noChangeShapeType="1"/>
          </p:cNvSpPr>
          <p:nvPr/>
        </p:nvSpPr>
        <p:spPr bwMode="auto">
          <a:xfrm>
            <a:off x="6748463" y="4260850"/>
            <a:ext cx="1587" cy="3175"/>
          </a:xfrm>
          <a:prstGeom prst="line">
            <a:avLst/>
          </a:prstGeom>
          <a:noFill/>
          <a:ln w="28575">
            <a:solidFill>
              <a:srgbClr val="FF0000"/>
            </a:solidFill>
            <a:round/>
            <a:headEnd/>
            <a:tailEnd/>
          </a:ln>
        </p:spPr>
        <p:txBody>
          <a:bodyPr/>
          <a:lstStyle/>
          <a:p>
            <a:endParaRPr lang="en-US"/>
          </a:p>
        </p:txBody>
      </p:sp>
      <p:sp>
        <p:nvSpPr>
          <p:cNvPr id="636031" name="Line 145"/>
          <p:cNvSpPr>
            <a:spLocks noChangeShapeType="1"/>
          </p:cNvSpPr>
          <p:nvPr/>
        </p:nvSpPr>
        <p:spPr bwMode="auto">
          <a:xfrm>
            <a:off x="6762750" y="4275138"/>
            <a:ext cx="4763" cy="4762"/>
          </a:xfrm>
          <a:prstGeom prst="line">
            <a:avLst/>
          </a:prstGeom>
          <a:noFill/>
          <a:ln w="28575">
            <a:solidFill>
              <a:srgbClr val="FF0000"/>
            </a:solidFill>
            <a:round/>
            <a:headEnd/>
            <a:tailEnd/>
          </a:ln>
        </p:spPr>
        <p:txBody>
          <a:bodyPr/>
          <a:lstStyle/>
          <a:p>
            <a:endParaRPr lang="en-US"/>
          </a:p>
        </p:txBody>
      </p:sp>
      <p:sp>
        <p:nvSpPr>
          <p:cNvPr id="636032" name="Line 146"/>
          <p:cNvSpPr>
            <a:spLocks noChangeShapeType="1"/>
          </p:cNvSpPr>
          <p:nvPr/>
        </p:nvSpPr>
        <p:spPr bwMode="auto">
          <a:xfrm>
            <a:off x="6767513" y="4279900"/>
            <a:ext cx="7937" cy="7938"/>
          </a:xfrm>
          <a:prstGeom prst="line">
            <a:avLst/>
          </a:prstGeom>
          <a:noFill/>
          <a:ln w="28575">
            <a:solidFill>
              <a:srgbClr val="FF0000"/>
            </a:solidFill>
            <a:round/>
            <a:headEnd/>
            <a:tailEnd/>
          </a:ln>
        </p:spPr>
        <p:txBody>
          <a:bodyPr/>
          <a:lstStyle/>
          <a:p>
            <a:endParaRPr lang="en-US"/>
          </a:p>
        </p:txBody>
      </p:sp>
      <p:sp>
        <p:nvSpPr>
          <p:cNvPr id="636033" name="Line 147"/>
          <p:cNvSpPr>
            <a:spLocks noChangeShapeType="1"/>
          </p:cNvSpPr>
          <p:nvPr/>
        </p:nvSpPr>
        <p:spPr bwMode="auto">
          <a:xfrm>
            <a:off x="6775450" y="4286250"/>
            <a:ext cx="1588" cy="1588"/>
          </a:xfrm>
          <a:prstGeom prst="line">
            <a:avLst/>
          </a:prstGeom>
          <a:noFill/>
          <a:ln w="28575">
            <a:solidFill>
              <a:srgbClr val="FF0000"/>
            </a:solidFill>
            <a:round/>
            <a:headEnd/>
            <a:tailEnd/>
          </a:ln>
        </p:spPr>
        <p:txBody>
          <a:bodyPr/>
          <a:lstStyle/>
          <a:p>
            <a:endParaRPr lang="en-US"/>
          </a:p>
        </p:txBody>
      </p:sp>
      <p:sp>
        <p:nvSpPr>
          <p:cNvPr id="636034" name="Line 148"/>
          <p:cNvSpPr>
            <a:spLocks noChangeShapeType="1"/>
          </p:cNvSpPr>
          <p:nvPr/>
        </p:nvSpPr>
        <p:spPr bwMode="auto">
          <a:xfrm>
            <a:off x="6791325" y="4297363"/>
            <a:ext cx="3175" cy="1587"/>
          </a:xfrm>
          <a:prstGeom prst="line">
            <a:avLst/>
          </a:prstGeom>
          <a:noFill/>
          <a:ln w="28575">
            <a:solidFill>
              <a:srgbClr val="FF0000"/>
            </a:solidFill>
            <a:round/>
            <a:headEnd/>
            <a:tailEnd/>
          </a:ln>
        </p:spPr>
        <p:txBody>
          <a:bodyPr/>
          <a:lstStyle/>
          <a:p>
            <a:endParaRPr lang="en-US"/>
          </a:p>
        </p:txBody>
      </p:sp>
      <p:sp>
        <p:nvSpPr>
          <p:cNvPr id="636035" name="Line 149"/>
          <p:cNvSpPr>
            <a:spLocks noChangeShapeType="1"/>
          </p:cNvSpPr>
          <p:nvPr/>
        </p:nvSpPr>
        <p:spPr bwMode="auto">
          <a:xfrm>
            <a:off x="6794500" y="4298950"/>
            <a:ext cx="9525" cy="3175"/>
          </a:xfrm>
          <a:prstGeom prst="line">
            <a:avLst/>
          </a:prstGeom>
          <a:noFill/>
          <a:ln w="28575">
            <a:solidFill>
              <a:srgbClr val="FF0000"/>
            </a:solidFill>
            <a:round/>
            <a:headEnd/>
            <a:tailEnd/>
          </a:ln>
        </p:spPr>
        <p:txBody>
          <a:bodyPr/>
          <a:lstStyle/>
          <a:p>
            <a:endParaRPr lang="en-US"/>
          </a:p>
        </p:txBody>
      </p:sp>
      <p:sp>
        <p:nvSpPr>
          <p:cNvPr id="636036" name="Line 150"/>
          <p:cNvSpPr>
            <a:spLocks noChangeShapeType="1"/>
          </p:cNvSpPr>
          <p:nvPr/>
        </p:nvSpPr>
        <p:spPr bwMode="auto">
          <a:xfrm>
            <a:off x="6804025" y="4302125"/>
            <a:ext cx="6350" cy="1588"/>
          </a:xfrm>
          <a:prstGeom prst="line">
            <a:avLst/>
          </a:prstGeom>
          <a:noFill/>
          <a:ln w="28575">
            <a:solidFill>
              <a:srgbClr val="FF0000"/>
            </a:solidFill>
            <a:round/>
            <a:headEnd/>
            <a:tailEnd/>
          </a:ln>
        </p:spPr>
        <p:txBody>
          <a:bodyPr/>
          <a:lstStyle/>
          <a:p>
            <a:endParaRPr lang="en-US"/>
          </a:p>
        </p:txBody>
      </p:sp>
      <p:sp>
        <p:nvSpPr>
          <p:cNvPr id="636037" name="Line 151"/>
          <p:cNvSpPr>
            <a:spLocks noChangeShapeType="1"/>
          </p:cNvSpPr>
          <p:nvPr/>
        </p:nvSpPr>
        <p:spPr bwMode="auto">
          <a:xfrm flipV="1">
            <a:off x="6829425" y="4305300"/>
            <a:ext cx="1588" cy="1588"/>
          </a:xfrm>
          <a:prstGeom prst="line">
            <a:avLst/>
          </a:prstGeom>
          <a:noFill/>
          <a:ln w="28575">
            <a:solidFill>
              <a:srgbClr val="FF0000"/>
            </a:solidFill>
            <a:round/>
            <a:headEnd/>
            <a:tailEnd/>
          </a:ln>
        </p:spPr>
        <p:txBody>
          <a:bodyPr/>
          <a:lstStyle/>
          <a:p>
            <a:endParaRPr lang="en-US"/>
          </a:p>
        </p:txBody>
      </p:sp>
      <p:sp>
        <p:nvSpPr>
          <p:cNvPr id="636038" name="Line 152"/>
          <p:cNvSpPr>
            <a:spLocks noChangeShapeType="1"/>
          </p:cNvSpPr>
          <p:nvPr/>
        </p:nvSpPr>
        <p:spPr bwMode="auto">
          <a:xfrm flipV="1">
            <a:off x="6831013" y="4305300"/>
            <a:ext cx="9525" cy="1588"/>
          </a:xfrm>
          <a:prstGeom prst="line">
            <a:avLst/>
          </a:prstGeom>
          <a:noFill/>
          <a:ln w="28575">
            <a:solidFill>
              <a:srgbClr val="FF0000"/>
            </a:solidFill>
            <a:round/>
            <a:headEnd/>
            <a:tailEnd/>
          </a:ln>
        </p:spPr>
        <p:txBody>
          <a:bodyPr/>
          <a:lstStyle/>
          <a:p>
            <a:endParaRPr lang="en-US"/>
          </a:p>
        </p:txBody>
      </p:sp>
      <p:sp>
        <p:nvSpPr>
          <p:cNvPr id="636039" name="Line 153"/>
          <p:cNvSpPr>
            <a:spLocks noChangeShapeType="1"/>
          </p:cNvSpPr>
          <p:nvPr/>
        </p:nvSpPr>
        <p:spPr bwMode="auto">
          <a:xfrm flipV="1">
            <a:off x="6840538" y="4302125"/>
            <a:ext cx="9525" cy="3175"/>
          </a:xfrm>
          <a:prstGeom prst="line">
            <a:avLst/>
          </a:prstGeom>
          <a:noFill/>
          <a:ln w="28575">
            <a:solidFill>
              <a:srgbClr val="FF0000"/>
            </a:solidFill>
            <a:round/>
            <a:headEnd/>
            <a:tailEnd/>
          </a:ln>
        </p:spPr>
        <p:txBody>
          <a:bodyPr/>
          <a:lstStyle/>
          <a:p>
            <a:endParaRPr lang="en-US"/>
          </a:p>
        </p:txBody>
      </p:sp>
      <p:sp>
        <p:nvSpPr>
          <p:cNvPr id="636040" name="Line 154"/>
          <p:cNvSpPr>
            <a:spLocks noChangeShapeType="1"/>
          </p:cNvSpPr>
          <p:nvPr/>
        </p:nvSpPr>
        <p:spPr bwMode="auto">
          <a:xfrm flipV="1">
            <a:off x="6867525" y="4294188"/>
            <a:ext cx="1588" cy="0"/>
          </a:xfrm>
          <a:prstGeom prst="line">
            <a:avLst/>
          </a:prstGeom>
          <a:noFill/>
          <a:ln w="28575">
            <a:solidFill>
              <a:srgbClr val="FF0000"/>
            </a:solidFill>
            <a:round/>
            <a:headEnd/>
            <a:tailEnd/>
          </a:ln>
        </p:spPr>
        <p:txBody>
          <a:bodyPr/>
          <a:lstStyle/>
          <a:p>
            <a:endParaRPr lang="en-US"/>
          </a:p>
        </p:txBody>
      </p:sp>
      <p:sp>
        <p:nvSpPr>
          <p:cNvPr id="636041" name="Line 155"/>
          <p:cNvSpPr>
            <a:spLocks noChangeShapeType="1"/>
          </p:cNvSpPr>
          <p:nvPr/>
        </p:nvSpPr>
        <p:spPr bwMode="auto">
          <a:xfrm flipV="1">
            <a:off x="6869113" y="4287838"/>
            <a:ext cx="9525" cy="6350"/>
          </a:xfrm>
          <a:prstGeom prst="line">
            <a:avLst/>
          </a:prstGeom>
          <a:noFill/>
          <a:ln w="28575">
            <a:solidFill>
              <a:srgbClr val="FF0000"/>
            </a:solidFill>
            <a:round/>
            <a:headEnd/>
            <a:tailEnd/>
          </a:ln>
        </p:spPr>
        <p:txBody>
          <a:bodyPr/>
          <a:lstStyle/>
          <a:p>
            <a:endParaRPr lang="en-US"/>
          </a:p>
        </p:txBody>
      </p:sp>
      <p:sp>
        <p:nvSpPr>
          <p:cNvPr id="636042" name="Line 156"/>
          <p:cNvSpPr>
            <a:spLocks noChangeShapeType="1"/>
          </p:cNvSpPr>
          <p:nvPr/>
        </p:nvSpPr>
        <p:spPr bwMode="auto">
          <a:xfrm flipV="1">
            <a:off x="6878638" y="4283075"/>
            <a:ext cx="3175" cy="4763"/>
          </a:xfrm>
          <a:prstGeom prst="line">
            <a:avLst/>
          </a:prstGeom>
          <a:noFill/>
          <a:ln w="28575">
            <a:solidFill>
              <a:srgbClr val="FF0000"/>
            </a:solidFill>
            <a:round/>
            <a:headEnd/>
            <a:tailEnd/>
          </a:ln>
        </p:spPr>
        <p:txBody>
          <a:bodyPr/>
          <a:lstStyle/>
          <a:p>
            <a:endParaRPr lang="en-US"/>
          </a:p>
        </p:txBody>
      </p:sp>
      <p:sp>
        <p:nvSpPr>
          <p:cNvPr id="636043" name="Line 157"/>
          <p:cNvSpPr>
            <a:spLocks noChangeShapeType="1"/>
          </p:cNvSpPr>
          <p:nvPr/>
        </p:nvSpPr>
        <p:spPr bwMode="auto">
          <a:xfrm flipV="1">
            <a:off x="6894513" y="4270375"/>
            <a:ext cx="1587" cy="1588"/>
          </a:xfrm>
          <a:prstGeom prst="line">
            <a:avLst/>
          </a:prstGeom>
          <a:noFill/>
          <a:ln w="28575">
            <a:solidFill>
              <a:srgbClr val="FF0000"/>
            </a:solidFill>
            <a:round/>
            <a:headEnd/>
            <a:tailEnd/>
          </a:ln>
        </p:spPr>
        <p:txBody>
          <a:bodyPr/>
          <a:lstStyle/>
          <a:p>
            <a:endParaRPr lang="en-US"/>
          </a:p>
        </p:txBody>
      </p:sp>
      <p:sp>
        <p:nvSpPr>
          <p:cNvPr id="636044" name="Line 158"/>
          <p:cNvSpPr>
            <a:spLocks noChangeShapeType="1"/>
          </p:cNvSpPr>
          <p:nvPr/>
        </p:nvSpPr>
        <p:spPr bwMode="auto">
          <a:xfrm flipV="1">
            <a:off x="6896100" y="4260850"/>
            <a:ext cx="9525" cy="9525"/>
          </a:xfrm>
          <a:prstGeom prst="line">
            <a:avLst/>
          </a:prstGeom>
          <a:noFill/>
          <a:ln w="28575">
            <a:solidFill>
              <a:srgbClr val="FF0000"/>
            </a:solidFill>
            <a:round/>
            <a:headEnd/>
            <a:tailEnd/>
          </a:ln>
        </p:spPr>
        <p:txBody>
          <a:bodyPr/>
          <a:lstStyle/>
          <a:p>
            <a:endParaRPr lang="en-US"/>
          </a:p>
        </p:txBody>
      </p:sp>
      <p:sp>
        <p:nvSpPr>
          <p:cNvPr id="636045" name="Line 159"/>
          <p:cNvSpPr>
            <a:spLocks noChangeShapeType="1"/>
          </p:cNvSpPr>
          <p:nvPr/>
        </p:nvSpPr>
        <p:spPr bwMode="auto">
          <a:xfrm flipV="1">
            <a:off x="6905625" y="4259263"/>
            <a:ext cx="1588" cy="1587"/>
          </a:xfrm>
          <a:prstGeom prst="line">
            <a:avLst/>
          </a:prstGeom>
          <a:noFill/>
          <a:ln w="28575">
            <a:solidFill>
              <a:srgbClr val="FF0000"/>
            </a:solidFill>
            <a:round/>
            <a:headEnd/>
            <a:tailEnd/>
          </a:ln>
        </p:spPr>
        <p:txBody>
          <a:bodyPr/>
          <a:lstStyle/>
          <a:p>
            <a:endParaRPr lang="en-US"/>
          </a:p>
        </p:txBody>
      </p:sp>
      <p:sp>
        <p:nvSpPr>
          <p:cNvPr id="636046" name="Line 160"/>
          <p:cNvSpPr>
            <a:spLocks noChangeShapeType="1"/>
          </p:cNvSpPr>
          <p:nvPr/>
        </p:nvSpPr>
        <p:spPr bwMode="auto">
          <a:xfrm flipV="1">
            <a:off x="6918325" y="4238625"/>
            <a:ext cx="6350" cy="7938"/>
          </a:xfrm>
          <a:prstGeom prst="line">
            <a:avLst/>
          </a:prstGeom>
          <a:noFill/>
          <a:ln w="28575">
            <a:solidFill>
              <a:srgbClr val="FF0000"/>
            </a:solidFill>
            <a:round/>
            <a:headEnd/>
            <a:tailEnd/>
          </a:ln>
        </p:spPr>
        <p:txBody>
          <a:bodyPr/>
          <a:lstStyle/>
          <a:p>
            <a:endParaRPr lang="en-US"/>
          </a:p>
        </p:txBody>
      </p:sp>
      <p:sp>
        <p:nvSpPr>
          <p:cNvPr id="636047" name="Line 161"/>
          <p:cNvSpPr>
            <a:spLocks noChangeShapeType="1"/>
          </p:cNvSpPr>
          <p:nvPr/>
        </p:nvSpPr>
        <p:spPr bwMode="auto">
          <a:xfrm flipV="1">
            <a:off x="6924675" y="4233863"/>
            <a:ext cx="3175" cy="4762"/>
          </a:xfrm>
          <a:prstGeom prst="line">
            <a:avLst/>
          </a:prstGeom>
          <a:noFill/>
          <a:ln w="28575">
            <a:solidFill>
              <a:srgbClr val="FF0000"/>
            </a:solidFill>
            <a:round/>
            <a:headEnd/>
            <a:tailEnd/>
          </a:ln>
        </p:spPr>
        <p:txBody>
          <a:bodyPr/>
          <a:lstStyle/>
          <a:p>
            <a:endParaRPr lang="en-US"/>
          </a:p>
        </p:txBody>
      </p:sp>
      <p:sp>
        <p:nvSpPr>
          <p:cNvPr id="636048" name="Line 162"/>
          <p:cNvSpPr>
            <a:spLocks noChangeShapeType="1"/>
          </p:cNvSpPr>
          <p:nvPr/>
        </p:nvSpPr>
        <p:spPr bwMode="auto">
          <a:xfrm flipV="1">
            <a:off x="6938963" y="4213225"/>
            <a:ext cx="3175" cy="6350"/>
          </a:xfrm>
          <a:prstGeom prst="line">
            <a:avLst/>
          </a:prstGeom>
          <a:noFill/>
          <a:ln w="28575">
            <a:solidFill>
              <a:srgbClr val="FF0000"/>
            </a:solidFill>
            <a:round/>
            <a:headEnd/>
            <a:tailEnd/>
          </a:ln>
        </p:spPr>
        <p:txBody>
          <a:bodyPr/>
          <a:lstStyle/>
          <a:p>
            <a:endParaRPr lang="en-US"/>
          </a:p>
        </p:txBody>
      </p:sp>
      <p:sp>
        <p:nvSpPr>
          <p:cNvPr id="636049" name="Line 163"/>
          <p:cNvSpPr>
            <a:spLocks noChangeShapeType="1"/>
          </p:cNvSpPr>
          <p:nvPr/>
        </p:nvSpPr>
        <p:spPr bwMode="auto">
          <a:xfrm flipV="1">
            <a:off x="6942138" y="4206875"/>
            <a:ext cx="6350" cy="6350"/>
          </a:xfrm>
          <a:prstGeom prst="line">
            <a:avLst/>
          </a:prstGeom>
          <a:noFill/>
          <a:ln w="28575">
            <a:solidFill>
              <a:srgbClr val="FF0000"/>
            </a:solidFill>
            <a:round/>
            <a:headEnd/>
            <a:tailEnd/>
          </a:ln>
        </p:spPr>
        <p:txBody>
          <a:bodyPr/>
          <a:lstStyle/>
          <a:p>
            <a:endParaRPr lang="en-US"/>
          </a:p>
        </p:txBody>
      </p:sp>
      <p:sp>
        <p:nvSpPr>
          <p:cNvPr id="636050" name="Line 164"/>
          <p:cNvSpPr>
            <a:spLocks noChangeShapeType="1"/>
          </p:cNvSpPr>
          <p:nvPr/>
        </p:nvSpPr>
        <p:spPr bwMode="auto">
          <a:xfrm flipV="1">
            <a:off x="6956425" y="4186238"/>
            <a:ext cx="4763" cy="6350"/>
          </a:xfrm>
          <a:prstGeom prst="line">
            <a:avLst/>
          </a:prstGeom>
          <a:noFill/>
          <a:ln w="28575">
            <a:solidFill>
              <a:srgbClr val="FF0000"/>
            </a:solidFill>
            <a:round/>
            <a:headEnd/>
            <a:tailEnd/>
          </a:ln>
        </p:spPr>
        <p:txBody>
          <a:bodyPr/>
          <a:lstStyle/>
          <a:p>
            <a:endParaRPr lang="en-US"/>
          </a:p>
        </p:txBody>
      </p:sp>
      <p:sp>
        <p:nvSpPr>
          <p:cNvPr id="636051" name="Line 165"/>
          <p:cNvSpPr>
            <a:spLocks noChangeShapeType="1"/>
          </p:cNvSpPr>
          <p:nvPr/>
        </p:nvSpPr>
        <p:spPr bwMode="auto">
          <a:xfrm flipV="1">
            <a:off x="6961188" y="4179888"/>
            <a:ext cx="4762" cy="6350"/>
          </a:xfrm>
          <a:prstGeom prst="line">
            <a:avLst/>
          </a:prstGeom>
          <a:noFill/>
          <a:ln w="28575">
            <a:solidFill>
              <a:srgbClr val="FF0000"/>
            </a:solidFill>
            <a:round/>
            <a:headEnd/>
            <a:tailEnd/>
          </a:ln>
        </p:spPr>
        <p:txBody>
          <a:bodyPr/>
          <a:lstStyle/>
          <a:p>
            <a:endParaRPr lang="en-US"/>
          </a:p>
        </p:txBody>
      </p:sp>
      <p:sp>
        <p:nvSpPr>
          <p:cNvPr id="636052" name="Line 166"/>
          <p:cNvSpPr>
            <a:spLocks noChangeShapeType="1"/>
          </p:cNvSpPr>
          <p:nvPr/>
        </p:nvSpPr>
        <p:spPr bwMode="auto">
          <a:xfrm flipV="1">
            <a:off x="6975475" y="4159250"/>
            <a:ext cx="4763" cy="6350"/>
          </a:xfrm>
          <a:prstGeom prst="line">
            <a:avLst/>
          </a:prstGeom>
          <a:noFill/>
          <a:ln w="28575">
            <a:solidFill>
              <a:srgbClr val="FF0000"/>
            </a:solidFill>
            <a:round/>
            <a:headEnd/>
            <a:tailEnd/>
          </a:ln>
        </p:spPr>
        <p:txBody>
          <a:bodyPr/>
          <a:lstStyle/>
          <a:p>
            <a:endParaRPr lang="en-US"/>
          </a:p>
        </p:txBody>
      </p:sp>
      <p:sp>
        <p:nvSpPr>
          <p:cNvPr id="636053" name="Line 167"/>
          <p:cNvSpPr>
            <a:spLocks noChangeShapeType="1"/>
          </p:cNvSpPr>
          <p:nvPr/>
        </p:nvSpPr>
        <p:spPr bwMode="auto">
          <a:xfrm flipV="1">
            <a:off x="6980238" y="4151313"/>
            <a:ext cx="4762" cy="7937"/>
          </a:xfrm>
          <a:prstGeom prst="line">
            <a:avLst/>
          </a:prstGeom>
          <a:noFill/>
          <a:ln w="28575">
            <a:solidFill>
              <a:srgbClr val="FF0000"/>
            </a:solidFill>
            <a:round/>
            <a:headEnd/>
            <a:tailEnd/>
          </a:ln>
        </p:spPr>
        <p:txBody>
          <a:bodyPr/>
          <a:lstStyle/>
          <a:p>
            <a:endParaRPr lang="en-US"/>
          </a:p>
        </p:txBody>
      </p:sp>
      <p:sp>
        <p:nvSpPr>
          <p:cNvPr id="636054" name="Line 168"/>
          <p:cNvSpPr>
            <a:spLocks noChangeShapeType="1"/>
          </p:cNvSpPr>
          <p:nvPr/>
        </p:nvSpPr>
        <p:spPr bwMode="auto">
          <a:xfrm flipV="1">
            <a:off x="6992938" y="4132263"/>
            <a:ext cx="4762" cy="6350"/>
          </a:xfrm>
          <a:prstGeom prst="line">
            <a:avLst/>
          </a:prstGeom>
          <a:noFill/>
          <a:ln w="28575">
            <a:solidFill>
              <a:srgbClr val="FF0000"/>
            </a:solidFill>
            <a:round/>
            <a:headEnd/>
            <a:tailEnd/>
          </a:ln>
        </p:spPr>
        <p:txBody>
          <a:bodyPr/>
          <a:lstStyle/>
          <a:p>
            <a:endParaRPr lang="en-US"/>
          </a:p>
        </p:txBody>
      </p:sp>
      <p:sp>
        <p:nvSpPr>
          <p:cNvPr id="636055" name="Line 169"/>
          <p:cNvSpPr>
            <a:spLocks noChangeShapeType="1"/>
          </p:cNvSpPr>
          <p:nvPr/>
        </p:nvSpPr>
        <p:spPr bwMode="auto">
          <a:xfrm flipV="1">
            <a:off x="6997700" y="4124325"/>
            <a:ext cx="4763" cy="7938"/>
          </a:xfrm>
          <a:prstGeom prst="line">
            <a:avLst/>
          </a:prstGeom>
          <a:noFill/>
          <a:ln w="28575">
            <a:solidFill>
              <a:srgbClr val="FF0000"/>
            </a:solidFill>
            <a:round/>
            <a:headEnd/>
            <a:tailEnd/>
          </a:ln>
        </p:spPr>
        <p:txBody>
          <a:bodyPr/>
          <a:lstStyle/>
          <a:p>
            <a:endParaRPr lang="en-US"/>
          </a:p>
        </p:txBody>
      </p:sp>
      <p:sp>
        <p:nvSpPr>
          <p:cNvPr id="636056" name="Line 170"/>
          <p:cNvSpPr>
            <a:spLocks noChangeShapeType="1"/>
          </p:cNvSpPr>
          <p:nvPr/>
        </p:nvSpPr>
        <p:spPr bwMode="auto">
          <a:xfrm flipV="1">
            <a:off x="7011988" y="4105275"/>
            <a:ext cx="4762" cy="6350"/>
          </a:xfrm>
          <a:prstGeom prst="line">
            <a:avLst/>
          </a:prstGeom>
          <a:noFill/>
          <a:ln w="28575">
            <a:solidFill>
              <a:srgbClr val="FF0000"/>
            </a:solidFill>
            <a:round/>
            <a:headEnd/>
            <a:tailEnd/>
          </a:ln>
        </p:spPr>
        <p:txBody>
          <a:bodyPr/>
          <a:lstStyle/>
          <a:p>
            <a:endParaRPr lang="en-US"/>
          </a:p>
        </p:txBody>
      </p:sp>
      <p:sp>
        <p:nvSpPr>
          <p:cNvPr id="636057" name="Line 171"/>
          <p:cNvSpPr>
            <a:spLocks noChangeShapeType="1"/>
          </p:cNvSpPr>
          <p:nvPr/>
        </p:nvSpPr>
        <p:spPr bwMode="auto">
          <a:xfrm flipV="1">
            <a:off x="7016750" y="4097338"/>
            <a:ext cx="4763" cy="7937"/>
          </a:xfrm>
          <a:prstGeom prst="line">
            <a:avLst/>
          </a:prstGeom>
          <a:noFill/>
          <a:ln w="28575">
            <a:solidFill>
              <a:srgbClr val="FF0000"/>
            </a:solidFill>
            <a:round/>
            <a:headEnd/>
            <a:tailEnd/>
          </a:ln>
        </p:spPr>
        <p:txBody>
          <a:bodyPr/>
          <a:lstStyle/>
          <a:p>
            <a:endParaRPr lang="en-US"/>
          </a:p>
        </p:txBody>
      </p:sp>
      <p:sp>
        <p:nvSpPr>
          <p:cNvPr id="636058" name="Line 172"/>
          <p:cNvSpPr>
            <a:spLocks noChangeShapeType="1"/>
          </p:cNvSpPr>
          <p:nvPr/>
        </p:nvSpPr>
        <p:spPr bwMode="auto">
          <a:xfrm flipV="1">
            <a:off x="7031038" y="4079875"/>
            <a:ext cx="4762" cy="4763"/>
          </a:xfrm>
          <a:prstGeom prst="line">
            <a:avLst/>
          </a:prstGeom>
          <a:noFill/>
          <a:ln w="28575">
            <a:solidFill>
              <a:srgbClr val="FF0000"/>
            </a:solidFill>
            <a:round/>
            <a:headEnd/>
            <a:tailEnd/>
          </a:ln>
        </p:spPr>
        <p:txBody>
          <a:bodyPr/>
          <a:lstStyle/>
          <a:p>
            <a:endParaRPr lang="en-US"/>
          </a:p>
        </p:txBody>
      </p:sp>
      <p:sp>
        <p:nvSpPr>
          <p:cNvPr id="636059" name="Line 173"/>
          <p:cNvSpPr>
            <a:spLocks noChangeShapeType="1"/>
          </p:cNvSpPr>
          <p:nvPr/>
        </p:nvSpPr>
        <p:spPr bwMode="auto">
          <a:xfrm flipV="1">
            <a:off x="7035800" y="4070350"/>
            <a:ext cx="6350" cy="9525"/>
          </a:xfrm>
          <a:prstGeom prst="line">
            <a:avLst/>
          </a:prstGeom>
          <a:noFill/>
          <a:ln w="28575">
            <a:solidFill>
              <a:srgbClr val="FF0000"/>
            </a:solidFill>
            <a:round/>
            <a:headEnd/>
            <a:tailEnd/>
          </a:ln>
        </p:spPr>
        <p:txBody>
          <a:bodyPr/>
          <a:lstStyle/>
          <a:p>
            <a:endParaRPr lang="en-US"/>
          </a:p>
        </p:txBody>
      </p:sp>
      <p:sp>
        <p:nvSpPr>
          <p:cNvPr id="636060" name="Line 174"/>
          <p:cNvSpPr>
            <a:spLocks noChangeShapeType="1"/>
          </p:cNvSpPr>
          <p:nvPr/>
        </p:nvSpPr>
        <p:spPr bwMode="auto">
          <a:xfrm flipV="1">
            <a:off x="7053263" y="4057650"/>
            <a:ext cx="1587" cy="0"/>
          </a:xfrm>
          <a:prstGeom prst="line">
            <a:avLst/>
          </a:prstGeom>
          <a:noFill/>
          <a:ln w="28575">
            <a:solidFill>
              <a:srgbClr val="FF0000"/>
            </a:solidFill>
            <a:round/>
            <a:headEnd/>
            <a:tailEnd/>
          </a:ln>
        </p:spPr>
        <p:txBody>
          <a:bodyPr/>
          <a:lstStyle/>
          <a:p>
            <a:endParaRPr lang="en-US"/>
          </a:p>
        </p:txBody>
      </p:sp>
      <p:sp>
        <p:nvSpPr>
          <p:cNvPr id="636061" name="Line 175"/>
          <p:cNvSpPr>
            <a:spLocks noChangeShapeType="1"/>
          </p:cNvSpPr>
          <p:nvPr/>
        </p:nvSpPr>
        <p:spPr bwMode="auto">
          <a:xfrm flipV="1">
            <a:off x="7053263" y="4048125"/>
            <a:ext cx="9525" cy="9525"/>
          </a:xfrm>
          <a:prstGeom prst="line">
            <a:avLst/>
          </a:prstGeom>
          <a:noFill/>
          <a:ln w="28575">
            <a:solidFill>
              <a:srgbClr val="FF0000"/>
            </a:solidFill>
            <a:round/>
            <a:headEnd/>
            <a:tailEnd/>
          </a:ln>
        </p:spPr>
        <p:txBody>
          <a:bodyPr/>
          <a:lstStyle/>
          <a:p>
            <a:endParaRPr lang="en-US"/>
          </a:p>
        </p:txBody>
      </p:sp>
      <p:sp>
        <p:nvSpPr>
          <p:cNvPr id="636062" name="Line 176"/>
          <p:cNvSpPr>
            <a:spLocks noChangeShapeType="1"/>
          </p:cNvSpPr>
          <p:nvPr/>
        </p:nvSpPr>
        <p:spPr bwMode="auto">
          <a:xfrm flipV="1">
            <a:off x="7062788" y="4046538"/>
            <a:ext cx="1587" cy="1587"/>
          </a:xfrm>
          <a:prstGeom prst="line">
            <a:avLst/>
          </a:prstGeom>
          <a:noFill/>
          <a:ln w="28575">
            <a:solidFill>
              <a:srgbClr val="FF0000"/>
            </a:solidFill>
            <a:round/>
            <a:headEnd/>
            <a:tailEnd/>
          </a:ln>
        </p:spPr>
        <p:txBody>
          <a:bodyPr/>
          <a:lstStyle/>
          <a:p>
            <a:endParaRPr lang="en-US"/>
          </a:p>
        </p:txBody>
      </p:sp>
      <p:sp>
        <p:nvSpPr>
          <p:cNvPr id="636063" name="Line 177"/>
          <p:cNvSpPr>
            <a:spLocks noChangeShapeType="1"/>
          </p:cNvSpPr>
          <p:nvPr/>
        </p:nvSpPr>
        <p:spPr bwMode="auto">
          <a:xfrm flipV="1">
            <a:off x="7078663" y="4032250"/>
            <a:ext cx="3175" cy="1588"/>
          </a:xfrm>
          <a:prstGeom prst="line">
            <a:avLst/>
          </a:prstGeom>
          <a:noFill/>
          <a:ln w="28575">
            <a:solidFill>
              <a:srgbClr val="FF0000"/>
            </a:solidFill>
            <a:round/>
            <a:headEnd/>
            <a:tailEnd/>
          </a:ln>
        </p:spPr>
        <p:txBody>
          <a:bodyPr/>
          <a:lstStyle/>
          <a:p>
            <a:endParaRPr lang="en-US"/>
          </a:p>
        </p:txBody>
      </p:sp>
      <p:sp>
        <p:nvSpPr>
          <p:cNvPr id="636064" name="Line 178"/>
          <p:cNvSpPr>
            <a:spLocks noChangeShapeType="1"/>
          </p:cNvSpPr>
          <p:nvPr/>
        </p:nvSpPr>
        <p:spPr bwMode="auto">
          <a:xfrm flipV="1">
            <a:off x="7081838" y="4024313"/>
            <a:ext cx="7937" cy="7937"/>
          </a:xfrm>
          <a:prstGeom prst="line">
            <a:avLst/>
          </a:prstGeom>
          <a:noFill/>
          <a:ln w="28575">
            <a:solidFill>
              <a:srgbClr val="FF0000"/>
            </a:solidFill>
            <a:round/>
            <a:headEnd/>
            <a:tailEnd/>
          </a:ln>
        </p:spPr>
        <p:txBody>
          <a:bodyPr/>
          <a:lstStyle/>
          <a:p>
            <a:endParaRPr lang="en-US"/>
          </a:p>
        </p:txBody>
      </p:sp>
      <p:sp>
        <p:nvSpPr>
          <p:cNvPr id="636065" name="Line 179"/>
          <p:cNvSpPr>
            <a:spLocks noChangeShapeType="1"/>
          </p:cNvSpPr>
          <p:nvPr/>
        </p:nvSpPr>
        <p:spPr bwMode="auto">
          <a:xfrm flipV="1">
            <a:off x="7089775" y="4024313"/>
            <a:ext cx="3175" cy="0"/>
          </a:xfrm>
          <a:prstGeom prst="line">
            <a:avLst/>
          </a:prstGeom>
          <a:noFill/>
          <a:ln w="28575">
            <a:solidFill>
              <a:srgbClr val="FF0000"/>
            </a:solidFill>
            <a:round/>
            <a:headEnd/>
            <a:tailEnd/>
          </a:ln>
        </p:spPr>
        <p:txBody>
          <a:bodyPr/>
          <a:lstStyle/>
          <a:p>
            <a:endParaRPr lang="en-US"/>
          </a:p>
        </p:txBody>
      </p:sp>
      <p:sp>
        <p:nvSpPr>
          <p:cNvPr id="636066" name="Line 180"/>
          <p:cNvSpPr>
            <a:spLocks noChangeShapeType="1"/>
          </p:cNvSpPr>
          <p:nvPr/>
        </p:nvSpPr>
        <p:spPr bwMode="auto">
          <a:xfrm flipV="1">
            <a:off x="7110413" y="4013200"/>
            <a:ext cx="7937" cy="1588"/>
          </a:xfrm>
          <a:prstGeom prst="line">
            <a:avLst/>
          </a:prstGeom>
          <a:noFill/>
          <a:ln w="28575">
            <a:solidFill>
              <a:srgbClr val="FF0000"/>
            </a:solidFill>
            <a:round/>
            <a:headEnd/>
            <a:tailEnd/>
          </a:ln>
        </p:spPr>
        <p:txBody>
          <a:bodyPr/>
          <a:lstStyle/>
          <a:p>
            <a:endParaRPr lang="en-US"/>
          </a:p>
        </p:txBody>
      </p:sp>
      <p:sp>
        <p:nvSpPr>
          <p:cNvPr id="636067" name="Line 181"/>
          <p:cNvSpPr>
            <a:spLocks noChangeShapeType="1"/>
          </p:cNvSpPr>
          <p:nvPr/>
        </p:nvSpPr>
        <p:spPr bwMode="auto">
          <a:xfrm flipV="1">
            <a:off x="7118350" y="4011613"/>
            <a:ext cx="9525" cy="1587"/>
          </a:xfrm>
          <a:prstGeom prst="line">
            <a:avLst/>
          </a:prstGeom>
          <a:noFill/>
          <a:ln w="28575">
            <a:solidFill>
              <a:srgbClr val="FF0000"/>
            </a:solidFill>
            <a:round/>
            <a:headEnd/>
            <a:tailEnd/>
          </a:ln>
        </p:spPr>
        <p:txBody>
          <a:bodyPr/>
          <a:lstStyle/>
          <a:p>
            <a:endParaRPr lang="en-US"/>
          </a:p>
        </p:txBody>
      </p:sp>
      <p:sp>
        <p:nvSpPr>
          <p:cNvPr id="636068" name="Line 182"/>
          <p:cNvSpPr>
            <a:spLocks noChangeShapeType="1"/>
          </p:cNvSpPr>
          <p:nvPr/>
        </p:nvSpPr>
        <p:spPr bwMode="auto">
          <a:xfrm flipV="1">
            <a:off x="7127875" y="4011613"/>
            <a:ext cx="3175" cy="0"/>
          </a:xfrm>
          <a:prstGeom prst="line">
            <a:avLst/>
          </a:prstGeom>
          <a:noFill/>
          <a:ln w="28575">
            <a:solidFill>
              <a:srgbClr val="FF0000"/>
            </a:solidFill>
            <a:round/>
            <a:headEnd/>
            <a:tailEnd/>
          </a:ln>
        </p:spPr>
        <p:txBody>
          <a:bodyPr/>
          <a:lstStyle/>
          <a:p>
            <a:endParaRPr lang="en-US"/>
          </a:p>
        </p:txBody>
      </p:sp>
      <p:sp>
        <p:nvSpPr>
          <p:cNvPr id="636069" name="Line 183"/>
          <p:cNvSpPr>
            <a:spLocks noChangeShapeType="1"/>
          </p:cNvSpPr>
          <p:nvPr/>
        </p:nvSpPr>
        <p:spPr bwMode="auto">
          <a:xfrm>
            <a:off x="7150100" y="4014788"/>
            <a:ext cx="4763" cy="1587"/>
          </a:xfrm>
          <a:prstGeom prst="line">
            <a:avLst/>
          </a:prstGeom>
          <a:noFill/>
          <a:ln w="28575">
            <a:solidFill>
              <a:srgbClr val="FF0000"/>
            </a:solidFill>
            <a:round/>
            <a:headEnd/>
            <a:tailEnd/>
          </a:ln>
        </p:spPr>
        <p:txBody>
          <a:bodyPr/>
          <a:lstStyle/>
          <a:p>
            <a:endParaRPr lang="en-US"/>
          </a:p>
        </p:txBody>
      </p:sp>
      <p:sp>
        <p:nvSpPr>
          <p:cNvPr id="636070" name="Line 184"/>
          <p:cNvSpPr>
            <a:spLocks noChangeShapeType="1"/>
          </p:cNvSpPr>
          <p:nvPr/>
        </p:nvSpPr>
        <p:spPr bwMode="auto">
          <a:xfrm>
            <a:off x="7154863" y="4016375"/>
            <a:ext cx="9525" cy="3175"/>
          </a:xfrm>
          <a:prstGeom prst="line">
            <a:avLst/>
          </a:prstGeom>
          <a:noFill/>
          <a:ln w="28575">
            <a:solidFill>
              <a:srgbClr val="FF0000"/>
            </a:solidFill>
            <a:round/>
            <a:headEnd/>
            <a:tailEnd/>
          </a:ln>
        </p:spPr>
        <p:txBody>
          <a:bodyPr/>
          <a:lstStyle/>
          <a:p>
            <a:endParaRPr lang="en-US"/>
          </a:p>
        </p:txBody>
      </p:sp>
      <p:sp>
        <p:nvSpPr>
          <p:cNvPr id="636071" name="Line 185"/>
          <p:cNvSpPr>
            <a:spLocks noChangeShapeType="1"/>
          </p:cNvSpPr>
          <p:nvPr/>
        </p:nvSpPr>
        <p:spPr bwMode="auto">
          <a:xfrm>
            <a:off x="7164388" y="4019550"/>
            <a:ext cx="3175" cy="3175"/>
          </a:xfrm>
          <a:prstGeom prst="line">
            <a:avLst/>
          </a:prstGeom>
          <a:noFill/>
          <a:ln w="28575">
            <a:solidFill>
              <a:srgbClr val="FF0000"/>
            </a:solidFill>
            <a:round/>
            <a:headEnd/>
            <a:tailEnd/>
          </a:ln>
        </p:spPr>
        <p:txBody>
          <a:bodyPr/>
          <a:lstStyle/>
          <a:p>
            <a:endParaRPr lang="en-US"/>
          </a:p>
        </p:txBody>
      </p:sp>
      <p:sp>
        <p:nvSpPr>
          <p:cNvPr id="636072" name="Line 186"/>
          <p:cNvSpPr>
            <a:spLocks noChangeShapeType="1"/>
          </p:cNvSpPr>
          <p:nvPr/>
        </p:nvSpPr>
        <p:spPr bwMode="auto">
          <a:xfrm>
            <a:off x="7183438" y="4032250"/>
            <a:ext cx="9525" cy="6350"/>
          </a:xfrm>
          <a:prstGeom prst="line">
            <a:avLst/>
          </a:prstGeom>
          <a:noFill/>
          <a:ln w="28575">
            <a:solidFill>
              <a:srgbClr val="FF0000"/>
            </a:solidFill>
            <a:round/>
            <a:headEnd/>
            <a:tailEnd/>
          </a:ln>
        </p:spPr>
        <p:txBody>
          <a:bodyPr/>
          <a:lstStyle/>
          <a:p>
            <a:endParaRPr lang="en-US"/>
          </a:p>
        </p:txBody>
      </p:sp>
      <p:sp>
        <p:nvSpPr>
          <p:cNvPr id="636073" name="Line 187"/>
          <p:cNvSpPr>
            <a:spLocks noChangeShapeType="1"/>
          </p:cNvSpPr>
          <p:nvPr/>
        </p:nvSpPr>
        <p:spPr bwMode="auto">
          <a:xfrm>
            <a:off x="7192963" y="4038600"/>
            <a:ext cx="4762" cy="4763"/>
          </a:xfrm>
          <a:prstGeom prst="line">
            <a:avLst/>
          </a:prstGeom>
          <a:noFill/>
          <a:ln w="28575">
            <a:solidFill>
              <a:srgbClr val="FF0000"/>
            </a:solidFill>
            <a:round/>
            <a:headEnd/>
            <a:tailEnd/>
          </a:ln>
        </p:spPr>
        <p:txBody>
          <a:bodyPr/>
          <a:lstStyle/>
          <a:p>
            <a:endParaRPr lang="en-US"/>
          </a:p>
        </p:txBody>
      </p:sp>
      <p:sp>
        <p:nvSpPr>
          <p:cNvPr id="636074" name="Line 188"/>
          <p:cNvSpPr>
            <a:spLocks noChangeShapeType="1"/>
          </p:cNvSpPr>
          <p:nvPr/>
        </p:nvSpPr>
        <p:spPr bwMode="auto">
          <a:xfrm>
            <a:off x="7208838" y="4056063"/>
            <a:ext cx="1587" cy="1587"/>
          </a:xfrm>
          <a:prstGeom prst="line">
            <a:avLst/>
          </a:prstGeom>
          <a:noFill/>
          <a:ln w="28575">
            <a:solidFill>
              <a:srgbClr val="FF0000"/>
            </a:solidFill>
            <a:round/>
            <a:headEnd/>
            <a:tailEnd/>
          </a:ln>
        </p:spPr>
        <p:txBody>
          <a:bodyPr/>
          <a:lstStyle/>
          <a:p>
            <a:endParaRPr lang="en-US"/>
          </a:p>
        </p:txBody>
      </p:sp>
      <p:sp>
        <p:nvSpPr>
          <p:cNvPr id="636075" name="Line 189"/>
          <p:cNvSpPr>
            <a:spLocks noChangeShapeType="1"/>
          </p:cNvSpPr>
          <p:nvPr/>
        </p:nvSpPr>
        <p:spPr bwMode="auto">
          <a:xfrm>
            <a:off x="7210425" y="4057650"/>
            <a:ext cx="9525" cy="11113"/>
          </a:xfrm>
          <a:prstGeom prst="line">
            <a:avLst/>
          </a:prstGeom>
          <a:noFill/>
          <a:ln w="28575">
            <a:solidFill>
              <a:srgbClr val="FF0000"/>
            </a:solidFill>
            <a:round/>
            <a:headEnd/>
            <a:tailEnd/>
          </a:ln>
        </p:spPr>
        <p:txBody>
          <a:bodyPr/>
          <a:lstStyle/>
          <a:p>
            <a:endParaRPr lang="en-US"/>
          </a:p>
        </p:txBody>
      </p:sp>
      <p:sp>
        <p:nvSpPr>
          <p:cNvPr id="636076" name="Line 190"/>
          <p:cNvSpPr>
            <a:spLocks noChangeShapeType="1"/>
          </p:cNvSpPr>
          <p:nvPr/>
        </p:nvSpPr>
        <p:spPr bwMode="auto">
          <a:xfrm>
            <a:off x="7219950" y="4068763"/>
            <a:ext cx="1588" cy="0"/>
          </a:xfrm>
          <a:prstGeom prst="line">
            <a:avLst/>
          </a:prstGeom>
          <a:noFill/>
          <a:ln w="28575">
            <a:solidFill>
              <a:srgbClr val="FF0000"/>
            </a:solidFill>
            <a:round/>
            <a:headEnd/>
            <a:tailEnd/>
          </a:ln>
        </p:spPr>
        <p:txBody>
          <a:bodyPr/>
          <a:lstStyle/>
          <a:p>
            <a:endParaRPr lang="en-US"/>
          </a:p>
        </p:txBody>
      </p:sp>
      <p:sp>
        <p:nvSpPr>
          <p:cNvPr id="636077" name="Line 191"/>
          <p:cNvSpPr>
            <a:spLocks noChangeShapeType="1"/>
          </p:cNvSpPr>
          <p:nvPr/>
        </p:nvSpPr>
        <p:spPr bwMode="auto">
          <a:xfrm>
            <a:off x="7231063" y="4083050"/>
            <a:ext cx="7937" cy="9525"/>
          </a:xfrm>
          <a:prstGeom prst="line">
            <a:avLst/>
          </a:prstGeom>
          <a:noFill/>
          <a:ln w="28575">
            <a:solidFill>
              <a:srgbClr val="FF0000"/>
            </a:solidFill>
            <a:round/>
            <a:headEnd/>
            <a:tailEnd/>
          </a:ln>
        </p:spPr>
        <p:txBody>
          <a:bodyPr/>
          <a:lstStyle/>
          <a:p>
            <a:endParaRPr lang="en-US"/>
          </a:p>
        </p:txBody>
      </p:sp>
      <p:sp>
        <p:nvSpPr>
          <p:cNvPr id="636078" name="Line 192"/>
          <p:cNvSpPr>
            <a:spLocks noChangeShapeType="1"/>
          </p:cNvSpPr>
          <p:nvPr/>
        </p:nvSpPr>
        <p:spPr bwMode="auto">
          <a:xfrm>
            <a:off x="7239000" y="4092575"/>
            <a:ext cx="1588" cy="3175"/>
          </a:xfrm>
          <a:prstGeom prst="line">
            <a:avLst/>
          </a:prstGeom>
          <a:noFill/>
          <a:ln w="28575">
            <a:solidFill>
              <a:srgbClr val="FF0000"/>
            </a:solidFill>
            <a:round/>
            <a:headEnd/>
            <a:tailEnd/>
          </a:ln>
        </p:spPr>
        <p:txBody>
          <a:bodyPr/>
          <a:lstStyle/>
          <a:p>
            <a:endParaRPr lang="en-US"/>
          </a:p>
        </p:txBody>
      </p:sp>
      <p:sp>
        <p:nvSpPr>
          <p:cNvPr id="636079" name="Line 193"/>
          <p:cNvSpPr>
            <a:spLocks noChangeShapeType="1"/>
          </p:cNvSpPr>
          <p:nvPr/>
        </p:nvSpPr>
        <p:spPr bwMode="auto">
          <a:xfrm>
            <a:off x="7250113" y="4108450"/>
            <a:ext cx="6350" cy="9525"/>
          </a:xfrm>
          <a:prstGeom prst="line">
            <a:avLst/>
          </a:prstGeom>
          <a:noFill/>
          <a:ln w="28575">
            <a:solidFill>
              <a:srgbClr val="FF0000"/>
            </a:solidFill>
            <a:round/>
            <a:headEnd/>
            <a:tailEnd/>
          </a:ln>
        </p:spPr>
        <p:txBody>
          <a:bodyPr/>
          <a:lstStyle/>
          <a:p>
            <a:endParaRPr lang="en-US"/>
          </a:p>
        </p:txBody>
      </p:sp>
      <p:sp>
        <p:nvSpPr>
          <p:cNvPr id="636080" name="Line 194"/>
          <p:cNvSpPr>
            <a:spLocks noChangeShapeType="1"/>
          </p:cNvSpPr>
          <p:nvPr/>
        </p:nvSpPr>
        <p:spPr bwMode="auto">
          <a:xfrm>
            <a:off x="7256463" y="4117975"/>
            <a:ext cx="3175" cy="4763"/>
          </a:xfrm>
          <a:prstGeom prst="line">
            <a:avLst/>
          </a:prstGeom>
          <a:noFill/>
          <a:ln w="28575">
            <a:solidFill>
              <a:srgbClr val="FF0000"/>
            </a:solidFill>
            <a:round/>
            <a:headEnd/>
            <a:tailEnd/>
          </a:ln>
        </p:spPr>
        <p:txBody>
          <a:bodyPr/>
          <a:lstStyle/>
          <a:p>
            <a:endParaRPr lang="en-US"/>
          </a:p>
        </p:txBody>
      </p:sp>
      <p:sp>
        <p:nvSpPr>
          <p:cNvPr id="636081" name="Line 195"/>
          <p:cNvSpPr>
            <a:spLocks noChangeShapeType="1"/>
          </p:cNvSpPr>
          <p:nvPr/>
        </p:nvSpPr>
        <p:spPr bwMode="auto">
          <a:xfrm>
            <a:off x="7269163" y="4135438"/>
            <a:ext cx="6350" cy="9525"/>
          </a:xfrm>
          <a:prstGeom prst="line">
            <a:avLst/>
          </a:prstGeom>
          <a:noFill/>
          <a:ln w="28575">
            <a:solidFill>
              <a:srgbClr val="FF0000"/>
            </a:solidFill>
            <a:round/>
            <a:headEnd/>
            <a:tailEnd/>
          </a:ln>
        </p:spPr>
        <p:txBody>
          <a:bodyPr/>
          <a:lstStyle/>
          <a:p>
            <a:endParaRPr lang="en-US"/>
          </a:p>
        </p:txBody>
      </p:sp>
      <p:sp>
        <p:nvSpPr>
          <p:cNvPr id="636082" name="Line 196"/>
          <p:cNvSpPr>
            <a:spLocks noChangeShapeType="1"/>
          </p:cNvSpPr>
          <p:nvPr/>
        </p:nvSpPr>
        <p:spPr bwMode="auto">
          <a:xfrm>
            <a:off x="7275513" y="4144963"/>
            <a:ext cx="3175" cy="4762"/>
          </a:xfrm>
          <a:prstGeom prst="line">
            <a:avLst/>
          </a:prstGeom>
          <a:noFill/>
          <a:ln w="28575">
            <a:solidFill>
              <a:srgbClr val="FF0000"/>
            </a:solidFill>
            <a:round/>
            <a:headEnd/>
            <a:tailEnd/>
          </a:ln>
        </p:spPr>
        <p:txBody>
          <a:bodyPr/>
          <a:lstStyle/>
          <a:p>
            <a:endParaRPr lang="en-US"/>
          </a:p>
        </p:txBody>
      </p:sp>
    </p:spTree>
    <p:extLst>
      <p:ext uri="{BB962C8B-B14F-4D97-AF65-F5344CB8AC3E}">
        <p14:creationId xmlns:p14="http://schemas.microsoft.com/office/powerpoint/2010/main" val="429184392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27188" y="2735263"/>
            <a:ext cx="215900" cy="2743200"/>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6" name="Group 1351"/>
          <p:cNvGrpSpPr>
            <a:grpSpLocks/>
          </p:cNvGrpSpPr>
          <p:nvPr/>
        </p:nvGrpSpPr>
        <p:grpSpPr bwMode="auto">
          <a:xfrm>
            <a:off x="7335838" y="2733675"/>
            <a:ext cx="220662" cy="2754313"/>
            <a:chOff x="7095445" y="1578246"/>
            <a:chExt cx="219755" cy="2754875"/>
          </a:xfrm>
        </p:grpSpPr>
        <p:sp>
          <p:nvSpPr>
            <p:cNvPr id="3" name="Rectangle 2"/>
            <p:cNvSpPr/>
            <p:nvPr/>
          </p:nvSpPr>
          <p:spPr>
            <a:xfrm>
              <a:off x="7095445" y="1578246"/>
              <a:ext cx="219755" cy="1241678"/>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Rectangle 3"/>
            <p:cNvSpPr/>
            <p:nvPr/>
          </p:nvSpPr>
          <p:spPr>
            <a:xfrm>
              <a:off x="7095445" y="2819924"/>
              <a:ext cx="219755" cy="306451"/>
            </a:xfrm>
            <a:prstGeom prst="rect">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7095445" y="3126375"/>
              <a:ext cx="219755" cy="1206746"/>
            </a:xfrm>
            <a:prstGeom prst="rect">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636931" name="Rectangle 5"/>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2" name="Rectangle 6"/>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sp>
        <p:nvSpPr>
          <p:cNvPr id="636933" name="Rectangle 7"/>
          <p:cNvSpPr>
            <a:spLocks noChangeArrowheads="1"/>
          </p:cNvSpPr>
          <p:nvPr/>
        </p:nvSpPr>
        <p:spPr bwMode="auto">
          <a:xfrm>
            <a:off x="1855788" y="3481388"/>
            <a:ext cx="19050" cy="15875"/>
          </a:xfrm>
          <a:prstGeom prst="rect">
            <a:avLst/>
          </a:prstGeom>
          <a:solidFill>
            <a:srgbClr val="FFFFFF"/>
          </a:solidFill>
          <a:ln w="9525">
            <a:noFill/>
            <a:miter lim="800000"/>
            <a:headEnd/>
            <a:tailEnd/>
          </a:ln>
        </p:spPr>
        <p:txBody>
          <a:bodyPr wrap="none" lIns="0" tIns="0" rIns="0" bIns="0">
            <a:spAutoFit/>
          </a:bodyPr>
          <a:lstStyle/>
          <a:p>
            <a:endParaRPr lang="en-US">
              <a:cs typeface="Arial" charset="0"/>
            </a:endParaRPr>
          </a:p>
        </p:txBody>
      </p:sp>
      <p:grpSp>
        <p:nvGrpSpPr>
          <p:cNvPr id="7" name="Group 394"/>
          <p:cNvGrpSpPr>
            <a:grpSpLocks/>
          </p:cNvGrpSpPr>
          <p:nvPr/>
        </p:nvGrpSpPr>
        <p:grpSpPr bwMode="auto">
          <a:xfrm>
            <a:off x="1847850" y="3746500"/>
            <a:ext cx="1828800" cy="742950"/>
            <a:chOff x="2073275" y="2591774"/>
            <a:chExt cx="1828999" cy="741977"/>
          </a:xfrm>
        </p:grpSpPr>
        <p:grpSp>
          <p:nvGrpSpPr>
            <p:cNvPr id="8" name="Group 203"/>
            <p:cNvGrpSpPr>
              <a:grpSpLocks/>
            </p:cNvGrpSpPr>
            <p:nvPr/>
          </p:nvGrpSpPr>
          <p:grpSpPr bwMode="auto">
            <a:xfrm>
              <a:off x="2073275" y="2600326"/>
              <a:ext cx="915988" cy="733425"/>
              <a:chOff x="2073275" y="2600326"/>
              <a:chExt cx="915988" cy="733425"/>
            </a:xfrm>
          </p:grpSpPr>
          <p:sp>
            <p:nvSpPr>
              <p:cNvPr id="6944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944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944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944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944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944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944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944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944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944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944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944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944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944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944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944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944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944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944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944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944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944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944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944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944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944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944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944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944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944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944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944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944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944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944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944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944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944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944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944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944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944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944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944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944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4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4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4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4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4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4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4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4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4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4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4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4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4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4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4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4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4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4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4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4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4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4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4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4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4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4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4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4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4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4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4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4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4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4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4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4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4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4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4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5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5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5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5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5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5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5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5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5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5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5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5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5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5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5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5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5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5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5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5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5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5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5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5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5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5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5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5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5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5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5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5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5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5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5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5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5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5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5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5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5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5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5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5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5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5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5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5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5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5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5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5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5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5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5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5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5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5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5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5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5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5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5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5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5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5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5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5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5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5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5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5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5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5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5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5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5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5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5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5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5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5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5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5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5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5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5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5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5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5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5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5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5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5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5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5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5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5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5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5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6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6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6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6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6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9" name="Group 204"/>
            <p:cNvGrpSpPr>
              <a:grpSpLocks/>
            </p:cNvGrpSpPr>
            <p:nvPr/>
          </p:nvGrpSpPr>
          <p:grpSpPr bwMode="auto">
            <a:xfrm flipV="1">
              <a:off x="2986286" y="2591774"/>
              <a:ext cx="915988" cy="733425"/>
              <a:chOff x="2073275" y="2600326"/>
              <a:chExt cx="915988" cy="733425"/>
            </a:xfrm>
          </p:grpSpPr>
          <p:sp>
            <p:nvSpPr>
              <p:cNvPr id="63790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90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90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91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91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91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91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91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91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91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91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91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91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92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92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92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92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92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92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92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92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92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92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93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93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93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93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93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93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93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93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93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93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94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94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94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94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94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94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94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94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94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94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95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95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942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942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942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942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942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942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942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942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942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942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942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942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942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942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942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942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942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942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942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942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942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942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942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942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942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942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942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942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943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943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943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943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943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943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943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943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943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943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943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943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943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943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943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943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943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943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943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943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943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943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943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943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943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943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943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943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943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943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943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943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943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943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943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943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943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943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943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943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943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943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943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943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943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943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943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943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943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943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943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943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943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943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943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943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943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943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943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943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943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943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943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943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943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943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943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943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943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943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943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943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943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943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943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943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943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943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943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943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943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943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943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943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943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943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943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943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943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943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943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943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943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943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943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943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943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943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943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943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944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944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944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944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944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944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944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944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944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944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944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944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944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944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944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944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0" name="Group 395"/>
          <p:cNvGrpSpPr>
            <a:grpSpLocks/>
          </p:cNvGrpSpPr>
          <p:nvPr/>
        </p:nvGrpSpPr>
        <p:grpSpPr bwMode="auto">
          <a:xfrm>
            <a:off x="3676650" y="3741738"/>
            <a:ext cx="1828800" cy="742950"/>
            <a:chOff x="2073275" y="2591774"/>
            <a:chExt cx="1828999" cy="741977"/>
          </a:xfrm>
        </p:grpSpPr>
        <p:grpSp>
          <p:nvGrpSpPr>
            <p:cNvPr id="11" name="Group 203"/>
            <p:cNvGrpSpPr>
              <a:grpSpLocks/>
            </p:cNvGrpSpPr>
            <p:nvPr/>
          </p:nvGrpSpPr>
          <p:grpSpPr bwMode="auto">
            <a:xfrm>
              <a:off x="2073275" y="2600326"/>
              <a:ext cx="915988" cy="733425"/>
              <a:chOff x="2073275" y="2600326"/>
              <a:chExt cx="915988" cy="733425"/>
            </a:xfrm>
          </p:grpSpPr>
          <p:sp>
            <p:nvSpPr>
              <p:cNvPr id="63771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71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71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71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72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72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72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72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72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72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72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72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72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72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73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73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73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73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73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73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73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73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73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73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74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74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74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74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74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74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74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74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74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74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75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75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75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75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75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75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75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75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75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75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76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76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76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76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76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76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76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76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76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76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77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77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77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77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77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77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77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77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77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77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78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78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78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78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78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78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78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78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78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78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79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79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79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79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79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79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79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79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79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79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80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80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80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80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80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80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80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80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80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80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81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81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81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81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81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81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81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81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81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81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82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82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82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82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82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82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82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82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82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82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83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83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83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83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83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83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83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83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83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83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84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84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84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84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84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84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84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84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84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84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85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85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85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85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85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85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85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85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85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85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86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86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86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86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86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86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86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86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86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86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87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87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87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87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87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87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87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87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87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87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88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88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88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88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88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88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88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88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88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88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89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89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89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89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89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89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89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89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89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89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90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90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90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90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90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2" name="Group 204"/>
            <p:cNvGrpSpPr>
              <a:grpSpLocks/>
            </p:cNvGrpSpPr>
            <p:nvPr/>
          </p:nvGrpSpPr>
          <p:grpSpPr bwMode="auto">
            <a:xfrm flipV="1">
              <a:off x="2986286" y="2591774"/>
              <a:ext cx="915988" cy="733425"/>
              <a:chOff x="2073275" y="2600326"/>
              <a:chExt cx="915988" cy="733425"/>
            </a:xfrm>
          </p:grpSpPr>
          <p:sp>
            <p:nvSpPr>
              <p:cNvPr id="63752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52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52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53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53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53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53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53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53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53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53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53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53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54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54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54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54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54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54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54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54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54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54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55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55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55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55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55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55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55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55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55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55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56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56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56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56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56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56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56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56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56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56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57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57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57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57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57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57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57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57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57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57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58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58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58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58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58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58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58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58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58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58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59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59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59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59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59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59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59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59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59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59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60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60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60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60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60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60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60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60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60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60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61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61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61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61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61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61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61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61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61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61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62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62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62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62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62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62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62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62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62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62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63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63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63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63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63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63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63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63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63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63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64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64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64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64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64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64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64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64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64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64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65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65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65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65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65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65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65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65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65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65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66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66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66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66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66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66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66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66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66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66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67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67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67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67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67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67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67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67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67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67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68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68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68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68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68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68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68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68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68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68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69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69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69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69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69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69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69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69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69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69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70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70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70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70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70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70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70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70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70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70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71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71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71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71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71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71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3" name="Group 776"/>
          <p:cNvGrpSpPr>
            <a:grpSpLocks/>
          </p:cNvGrpSpPr>
          <p:nvPr/>
        </p:nvGrpSpPr>
        <p:grpSpPr bwMode="auto">
          <a:xfrm>
            <a:off x="5505450" y="3732213"/>
            <a:ext cx="1828800" cy="742950"/>
            <a:chOff x="2073275" y="2591774"/>
            <a:chExt cx="1828999" cy="741977"/>
          </a:xfrm>
        </p:grpSpPr>
        <p:grpSp>
          <p:nvGrpSpPr>
            <p:cNvPr id="14" name="Group 203"/>
            <p:cNvGrpSpPr>
              <a:grpSpLocks/>
            </p:cNvGrpSpPr>
            <p:nvPr/>
          </p:nvGrpSpPr>
          <p:grpSpPr bwMode="auto">
            <a:xfrm>
              <a:off x="2073275" y="2600326"/>
              <a:ext cx="915988" cy="733425"/>
              <a:chOff x="2073275" y="2600326"/>
              <a:chExt cx="915988" cy="733425"/>
            </a:xfrm>
          </p:grpSpPr>
          <p:sp>
            <p:nvSpPr>
              <p:cNvPr id="637336"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337"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338"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339"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340"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341"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342"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343"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344"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345"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346"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347"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348"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349"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350"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351"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352"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353"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354"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355"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356"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357"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358"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359"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360"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361"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362"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363"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364"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365"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366"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367"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368"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369"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370"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371"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372"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373"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374"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375"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376"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377"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378"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379"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380"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381"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382"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383"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384"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385"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386"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387"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388"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389"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390"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391"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392"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393"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394"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395"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396"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397"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398"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399"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400"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401"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402"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403"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404"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405"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406"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407"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408"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409"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410"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411"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412"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413"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414"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415"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416"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417"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418"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419"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420"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421"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422"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423"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424"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425"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426"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427"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428"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429"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430"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431"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432"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433"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434"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435"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436"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437"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438"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439"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440"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441"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442"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443"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444"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445"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446"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447"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448"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449"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450"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451"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452"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453"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454"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455"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456"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457"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458"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459"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460"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461"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462"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463"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464"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465"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466"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467"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468"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469"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470"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471"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472"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473"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474"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475"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476"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477"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478"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479"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480"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481"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482"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483"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484"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485"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486"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487"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488"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489"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490"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491"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492"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493"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494"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495"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496"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497"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498"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499"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500"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501"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502"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503"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504"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505"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506"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507"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508"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509"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510"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511"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512"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513"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514"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515"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516"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517"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518"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519"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520"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521"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522"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523"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524"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nvGrpSpPr>
            <p:cNvPr id="15" name="Group 204"/>
            <p:cNvGrpSpPr>
              <a:grpSpLocks/>
            </p:cNvGrpSpPr>
            <p:nvPr/>
          </p:nvGrpSpPr>
          <p:grpSpPr bwMode="auto">
            <a:xfrm flipV="1">
              <a:off x="2986286" y="2591774"/>
              <a:ext cx="915988" cy="733425"/>
              <a:chOff x="2073275" y="2600326"/>
              <a:chExt cx="915988" cy="733425"/>
            </a:xfrm>
          </p:grpSpPr>
          <p:sp>
            <p:nvSpPr>
              <p:cNvPr id="637147" name="Line 8"/>
              <p:cNvSpPr>
                <a:spLocks noChangeShapeType="1"/>
              </p:cNvSpPr>
              <p:nvPr/>
            </p:nvSpPr>
            <p:spPr bwMode="auto">
              <a:xfrm flipV="1">
                <a:off x="2073275" y="2932113"/>
                <a:ext cx="9525" cy="34925"/>
              </a:xfrm>
              <a:prstGeom prst="line">
                <a:avLst/>
              </a:prstGeom>
              <a:noFill/>
              <a:ln w="28575">
                <a:solidFill>
                  <a:srgbClr val="FF0000"/>
                </a:solidFill>
                <a:round/>
                <a:headEnd/>
                <a:tailEnd/>
              </a:ln>
            </p:spPr>
            <p:txBody>
              <a:bodyPr/>
              <a:lstStyle/>
              <a:p>
                <a:endParaRPr lang="en-US"/>
              </a:p>
            </p:txBody>
          </p:sp>
          <p:sp>
            <p:nvSpPr>
              <p:cNvPr id="637148" name="Line 9"/>
              <p:cNvSpPr>
                <a:spLocks noChangeShapeType="1"/>
              </p:cNvSpPr>
              <p:nvPr/>
            </p:nvSpPr>
            <p:spPr bwMode="auto">
              <a:xfrm flipV="1">
                <a:off x="2082800" y="2897188"/>
                <a:ext cx="9525" cy="34925"/>
              </a:xfrm>
              <a:prstGeom prst="line">
                <a:avLst/>
              </a:prstGeom>
              <a:noFill/>
              <a:ln w="28575">
                <a:solidFill>
                  <a:srgbClr val="FF0000"/>
                </a:solidFill>
                <a:round/>
                <a:headEnd/>
                <a:tailEnd/>
              </a:ln>
            </p:spPr>
            <p:txBody>
              <a:bodyPr/>
              <a:lstStyle/>
              <a:p>
                <a:endParaRPr lang="en-US"/>
              </a:p>
            </p:txBody>
          </p:sp>
          <p:sp>
            <p:nvSpPr>
              <p:cNvPr id="637149" name="Line 10"/>
              <p:cNvSpPr>
                <a:spLocks noChangeShapeType="1"/>
              </p:cNvSpPr>
              <p:nvPr/>
            </p:nvSpPr>
            <p:spPr bwMode="auto">
              <a:xfrm flipV="1">
                <a:off x="2092325" y="2862263"/>
                <a:ext cx="9525" cy="34925"/>
              </a:xfrm>
              <a:prstGeom prst="line">
                <a:avLst/>
              </a:prstGeom>
              <a:noFill/>
              <a:ln w="28575">
                <a:solidFill>
                  <a:srgbClr val="FF0000"/>
                </a:solidFill>
                <a:round/>
                <a:headEnd/>
                <a:tailEnd/>
              </a:ln>
            </p:spPr>
            <p:txBody>
              <a:bodyPr/>
              <a:lstStyle/>
              <a:p>
                <a:endParaRPr lang="en-US"/>
              </a:p>
            </p:txBody>
          </p:sp>
          <p:sp>
            <p:nvSpPr>
              <p:cNvPr id="637150" name="Line 11"/>
              <p:cNvSpPr>
                <a:spLocks noChangeShapeType="1"/>
              </p:cNvSpPr>
              <p:nvPr/>
            </p:nvSpPr>
            <p:spPr bwMode="auto">
              <a:xfrm flipV="1">
                <a:off x="2101850" y="2830513"/>
                <a:ext cx="9525" cy="31750"/>
              </a:xfrm>
              <a:prstGeom prst="line">
                <a:avLst/>
              </a:prstGeom>
              <a:noFill/>
              <a:ln w="28575">
                <a:solidFill>
                  <a:srgbClr val="FF0000"/>
                </a:solidFill>
                <a:round/>
                <a:headEnd/>
                <a:tailEnd/>
              </a:ln>
            </p:spPr>
            <p:txBody>
              <a:bodyPr/>
              <a:lstStyle/>
              <a:p>
                <a:endParaRPr lang="en-US"/>
              </a:p>
            </p:txBody>
          </p:sp>
          <p:sp>
            <p:nvSpPr>
              <p:cNvPr id="637151" name="Line 12"/>
              <p:cNvSpPr>
                <a:spLocks noChangeShapeType="1"/>
              </p:cNvSpPr>
              <p:nvPr/>
            </p:nvSpPr>
            <p:spPr bwMode="auto">
              <a:xfrm flipV="1">
                <a:off x="2111375" y="2798763"/>
                <a:ext cx="9525" cy="31750"/>
              </a:xfrm>
              <a:prstGeom prst="line">
                <a:avLst/>
              </a:prstGeom>
              <a:noFill/>
              <a:ln w="28575">
                <a:solidFill>
                  <a:srgbClr val="FF0000"/>
                </a:solidFill>
                <a:round/>
                <a:headEnd/>
                <a:tailEnd/>
              </a:ln>
            </p:spPr>
            <p:txBody>
              <a:bodyPr/>
              <a:lstStyle/>
              <a:p>
                <a:endParaRPr lang="en-US"/>
              </a:p>
            </p:txBody>
          </p:sp>
          <p:sp>
            <p:nvSpPr>
              <p:cNvPr id="637152" name="Line 13"/>
              <p:cNvSpPr>
                <a:spLocks noChangeShapeType="1"/>
              </p:cNvSpPr>
              <p:nvPr/>
            </p:nvSpPr>
            <p:spPr bwMode="auto">
              <a:xfrm flipV="1">
                <a:off x="2120900" y="2768601"/>
                <a:ext cx="7938" cy="30163"/>
              </a:xfrm>
              <a:prstGeom prst="line">
                <a:avLst/>
              </a:prstGeom>
              <a:noFill/>
              <a:ln w="28575">
                <a:solidFill>
                  <a:srgbClr val="FF0000"/>
                </a:solidFill>
                <a:round/>
                <a:headEnd/>
                <a:tailEnd/>
              </a:ln>
            </p:spPr>
            <p:txBody>
              <a:bodyPr/>
              <a:lstStyle/>
              <a:p>
                <a:endParaRPr lang="en-US"/>
              </a:p>
            </p:txBody>
          </p:sp>
          <p:sp>
            <p:nvSpPr>
              <p:cNvPr id="637153" name="Line 14"/>
              <p:cNvSpPr>
                <a:spLocks noChangeShapeType="1"/>
              </p:cNvSpPr>
              <p:nvPr/>
            </p:nvSpPr>
            <p:spPr bwMode="auto">
              <a:xfrm flipV="1">
                <a:off x="2128838" y="2740026"/>
                <a:ext cx="9525" cy="28575"/>
              </a:xfrm>
              <a:prstGeom prst="line">
                <a:avLst/>
              </a:prstGeom>
              <a:noFill/>
              <a:ln w="28575">
                <a:solidFill>
                  <a:srgbClr val="FF0000"/>
                </a:solidFill>
                <a:round/>
                <a:headEnd/>
                <a:tailEnd/>
              </a:ln>
            </p:spPr>
            <p:txBody>
              <a:bodyPr/>
              <a:lstStyle/>
              <a:p>
                <a:endParaRPr lang="en-US"/>
              </a:p>
            </p:txBody>
          </p:sp>
          <p:sp>
            <p:nvSpPr>
              <p:cNvPr id="637154" name="Line 15"/>
              <p:cNvSpPr>
                <a:spLocks noChangeShapeType="1"/>
              </p:cNvSpPr>
              <p:nvPr/>
            </p:nvSpPr>
            <p:spPr bwMode="auto">
              <a:xfrm flipV="1">
                <a:off x="2138363" y="2713038"/>
                <a:ext cx="9525" cy="26988"/>
              </a:xfrm>
              <a:prstGeom prst="line">
                <a:avLst/>
              </a:prstGeom>
              <a:noFill/>
              <a:ln w="28575">
                <a:solidFill>
                  <a:srgbClr val="FF0000"/>
                </a:solidFill>
                <a:round/>
                <a:headEnd/>
                <a:tailEnd/>
              </a:ln>
            </p:spPr>
            <p:txBody>
              <a:bodyPr/>
              <a:lstStyle/>
              <a:p>
                <a:endParaRPr lang="en-US"/>
              </a:p>
            </p:txBody>
          </p:sp>
          <p:sp>
            <p:nvSpPr>
              <p:cNvPr id="637155" name="Line 16"/>
              <p:cNvSpPr>
                <a:spLocks noChangeShapeType="1"/>
              </p:cNvSpPr>
              <p:nvPr/>
            </p:nvSpPr>
            <p:spPr bwMode="auto">
              <a:xfrm flipV="1">
                <a:off x="2147888" y="2689226"/>
                <a:ext cx="9525" cy="23813"/>
              </a:xfrm>
              <a:prstGeom prst="line">
                <a:avLst/>
              </a:prstGeom>
              <a:noFill/>
              <a:ln w="28575">
                <a:solidFill>
                  <a:srgbClr val="FF0000"/>
                </a:solidFill>
                <a:round/>
                <a:headEnd/>
                <a:tailEnd/>
              </a:ln>
            </p:spPr>
            <p:txBody>
              <a:bodyPr/>
              <a:lstStyle/>
              <a:p>
                <a:endParaRPr lang="en-US"/>
              </a:p>
            </p:txBody>
          </p:sp>
          <p:sp>
            <p:nvSpPr>
              <p:cNvPr id="637156" name="Line 17"/>
              <p:cNvSpPr>
                <a:spLocks noChangeShapeType="1"/>
              </p:cNvSpPr>
              <p:nvPr/>
            </p:nvSpPr>
            <p:spPr bwMode="auto">
              <a:xfrm flipV="1">
                <a:off x="2157413" y="2667001"/>
                <a:ext cx="9525" cy="22225"/>
              </a:xfrm>
              <a:prstGeom prst="line">
                <a:avLst/>
              </a:prstGeom>
              <a:noFill/>
              <a:ln w="28575">
                <a:solidFill>
                  <a:srgbClr val="FF0000"/>
                </a:solidFill>
                <a:round/>
                <a:headEnd/>
                <a:tailEnd/>
              </a:ln>
            </p:spPr>
            <p:txBody>
              <a:bodyPr/>
              <a:lstStyle/>
              <a:p>
                <a:endParaRPr lang="en-US"/>
              </a:p>
            </p:txBody>
          </p:sp>
          <p:sp>
            <p:nvSpPr>
              <p:cNvPr id="637157" name="Line 18"/>
              <p:cNvSpPr>
                <a:spLocks noChangeShapeType="1"/>
              </p:cNvSpPr>
              <p:nvPr/>
            </p:nvSpPr>
            <p:spPr bwMode="auto">
              <a:xfrm flipV="1">
                <a:off x="2166938" y="2647951"/>
                <a:ext cx="7938" cy="19050"/>
              </a:xfrm>
              <a:prstGeom prst="line">
                <a:avLst/>
              </a:prstGeom>
              <a:noFill/>
              <a:ln w="28575">
                <a:solidFill>
                  <a:srgbClr val="FF0000"/>
                </a:solidFill>
                <a:round/>
                <a:headEnd/>
                <a:tailEnd/>
              </a:ln>
            </p:spPr>
            <p:txBody>
              <a:bodyPr/>
              <a:lstStyle/>
              <a:p>
                <a:endParaRPr lang="en-US"/>
              </a:p>
            </p:txBody>
          </p:sp>
          <p:sp>
            <p:nvSpPr>
              <p:cNvPr id="637158" name="Line 19"/>
              <p:cNvSpPr>
                <a:spLocks noChangeShapeType="1"/>
              </p:cNvSpPr>
              <p:nvPr/>
            </p:nvSpPr>
            <p:spPr bwMode="auto">
              <a:xfrm flipV="1">
                <a:off x="2174875" y="2632076"/>
                <a:ext cx="9525" cy="15875"/>
              </a:xfrm>
              <a:prstGeom prst="line">
                <a:avLst/>
              </a:prstGeom>
              <a:noFill/>
              <a:ln w="28575">
                <a:solidFill>
                  <a:srgbClr val="FF0000"/>
                </a:solidFill>
                <a:round/>
                <a:headEnd/>
                <a:tailEnd/>
              </a:ln>
            </p:spPr>
            <p:txBody>
              <a:bodyPr/>
              <a:lstStyle/>
              <a:p>
                <a:endParaRPr lang="en-US"/>
              </a:p>
            </p:txBody>
          </p:sp>
          <p:sp>
            <p:nvSpPr>
              <p:cNvPr id="637159" name="Line 20"/>
              <p:cNvSpPr>
                <a:spLocks noChangeShapeType="1"/>
              </p:cNvSpPr>
              <p:nvPr/>
            </p:nvSpPr>
            <p:spPr bwMode="auto">
              <a:xfrm flipV="1">
                <a:off x="2184400" y="2619376"/>
                <a:ext cx="9525" cy="12700"/>
              </a:xfrm>
              <a:prstGeom prst="line">
                <a:avLst/>
              </a:prstGeom>
              <a:noFill/>
              <a:ln w="28575">
                <a:solidFill>
                  <a:srgbClr val="FF0000"/>
                </a:solidFill>
                <a:round/>
                <a:headEnd/>
                <a:tailEnd/>
              </a:ln>
            </p:spPr>
            <p:txBody>
              <a:bodyPr/>
              <a:lstStyle/>
              <a:p>
                <a:endParaRPr lang="en-US"/>
              </a:p>
            </p:txBody>
          </p:sp>
          <p:sp>
            <p:nvSpPr>
              <p:cNvPr id="637160" name="Line 21"/>
              <p:cNvSpPr>
                <a:spLocks noChangeShapeType="1"/>
              </p:cNvSpPr>
              <p:nvPr/>
            </p:nvSpPr>
            <p:spPr bwMode="auto">
              <a:xfrm flipV="1">
                <a:off x="2193925" y="2609851"/>
                <a:ext cx="9525" cy="9525"/>
              </a:xfrm>
              <a:prstGeom prst="line">
                <a:avLst/>
              </a:prstGeom>
              <a:noFill/>
              <a:ln w="28575">
                <a:solidFill>
                  <a:srgbClr val="FF0000"/>
                </a:solidFill>
                <a:round/>
                <a:headEnd/>
                <a:tailEnd/>
              </a:ln>
            </p:spPr>
            <p:txBody>
              <a:bodyPr/>
              <a:lstStyle/>
              <a:p>
                <a:endParaRPr lang="en-US"/>
              </a:p>
            </p:txBody>
          </p:sp>
          <p:sp>
            <p:nvSpPr>
              <p:cNvPr id="637161" name="Line 22"/>
              <p:cNvSpPr>
                <a:spLocks noChangeShapeType="1"/>
              </p:cNvSpPr>
              <p:nvPr/>
            </p:nvSpPr>
            <p:spPr bwMode="auto">
              <a:xfrm flipV="1">
                <a:off x="2203450" y="2603501"/>
                <a:ext cx="9525" cy="6350"/>
              </a:xfrm>
              <a:prstGeom prst="line">
                <a:avLst/>
              </a:prstGeom>
              <a:noFill/>
              <a:ln w="28575">
                <a:solidFill>
                  <a:srgbClr val="FF0000"/>
                </a:solidFill>
                <a:round/>
                <a:headEnd/>
                <a:tailEnd/>
              </a:ln>
            </p:spPr>
            <p:txBody>
              <a:bodyPr/>
              <a:lstStyle/>
              <a:p>
                <a:endParaRPr lang="en-US"/>
              </a:p>
            </p:txBody>
          </p:sp>
          <p:sp>
            <p:nvSpPr>
              <p:cNvPr id="637162" name="Line 23"/>
              <p:cNvSpPr>
                <a:spLocks noChangeShapeType="1"/>
              </p:cNvSpPr>
              <p:nvPr/>
            </p:nvSpPr>
            <p:spPr bwMode="auto">
              <a:xfrm flipV="1">
                <a:off x="2212975" y="2600326"/>
                <a:ext cx="9525" cy="3175"/>
              </a:xfrm>
              <a:prstGeom prst="line">
                <a:avLst/>
              </a:prstGeom>
              <a:noFill/>
              <a:ln w="28575">
                <a:solidFill>
                  <a:srgbClr val="FF0000"/>
                </a:solidFill>
                <a:round/>
                <a:headEnd/>
                <a:tailEnd/>
              </a:ln>
            </p:spPr>
            <p:txBody>
              <a:bodyPr/>
              <a:lstStyle/>
              <a:p>
                <a:endParaRPr lang="en-US"/>
              </a:p>
            </p:txBody>
          </p:sp>
          <p:sp>
            <p:nvSpPr>
              <p:cNvPr id="637163" name="Line 24"/>
              <p:cNvSpPr>
                <a:spLocks noChangeShapeType="1"/>
              </p:cNvSpPr>
              <p:nvPr/>
            </p:nvSpPr>
            <p:spPr bwMode="auto">
              <a:xfrm>
                <a:off x="2222500" y="2600326"/>
                <a:ext cx="7938" cy="1588"/>
              </a:xfrm>
              <a:prstGeom prst="line">
                <a:avLst/>
              </a:prstGeom>
              <a:noFill/>
              <a:ln w="28575">
                <a:solidFill>
                  <a:srgbClr val="FF0000"/>
                </a:solidFill>
                <a:round/>
                <a:headEnd/>
                <a:tailEnd/>
              </a:ln>
            </p:spPr>
            <p:txBody>
              <a:bodyPr/>
              <a:lstStyle/>
              <a:p>
                <a:endParaRPr lang="en-US"/>
              </a:p>
            </p:txBody>
          </p:sp>
          <p:sp>
            <p:nvSpPr>
              <p:cNvPr id="637164" name="Line 25"/>
              <p:cNvSpPr>
                <a:spLocks noChangeShapeType="1"/>
              </p:cNvSpPr>
              <p:nvPr/>
            </p:nvSpPr>
            <p:spPr bwMode="auto">
              <a:xfrm>
                <a:off x="2230438" y="2600326"/>
                <a:ext cx="9525" cy="3175"/>
              </a:xfrm>
              <a:prstGeom prst="line">
                <a:avLst/>
              </a:prstGeom>
              <a:noFill/>
              <a:ln w="28575">
                <a:solidFill>
                  <a:srgbClr val="FF0000"/>
                </a:solidFill>
                <a:round/>
                <a:headEnd/>
                <a:tailEnd/>
              </a:ln>
            </p:spPr>
            <p:txBody>
              <a:bodyPr/>
              <a:lstStyle/>
              <a:p>
                <a:endParaRPr lang="en-US"/>
              </a:p>
            </p:txBody>
          </p:sp>
          <p:sp>
            <p:nvSpPr>
              <p:cNvPr id="637165" name="Line 26"/>
              <p:cNvSpPr>
                <a:spLocks noChangeShapeType="1"/>
              </p:cNvSpPr>
              <p:nvPr/>
            </p:nvSpPr>
            <p:spPr bwMode="auto">
              <a:xfrm>
                <a:off x="2239963" y="2603501"/>
                <a:ext cx="9525" cy="6350"/>
              </a:xfrm>
              <a:prstGeom prst="line">
                <a:avLst/>
              </a:prstGeom>
              <a:noFill/>
              <a:ln w="28575">
                <a:solidFill>
                  <a:srgbClr val="FF0000"/>
                </a:solidFill>
                <a:round/>
                <a:headEnd/>
                <a:tailEnd/>
              </a:ln>
            </p:spPr>
            <p:txBody>
              <a:bodyPr/>
              <a:lstStyle/>
              <a:p>
                <a:endParaRPr lang="en-US"/>
              </a:p>
            </p:txBody>
          </p:sp>
          <p:sp>
            <p:nvSpPr>
              <p:cNvPr id="637166" name="Line 27"/>
              <p:cNvSpPr>
                <a:spLocks noChangeShapeType="1"/>
              </p:cNvSpPr>
              <p:nvPr/>
            </p:nvSpPr>
            <p:spPr bwMode="auto">
              <a:xfrm>
                <a:off x="2249488" y="2609851"/>
                <a:ext cx="9525" cy="9525"/>
              </a:xfrm>
              <a:prstGeom prst="line">
                <a:avLst/>
              </a:prstGeom>
              <a:noFill/>
              <a:ln w="28575">
                <a:solidFill>
                  <a:srgbClr val="FF0000"/>
                </a:solidFill>
                <a:round/>
                <a:headEnd/>
                <a:tailEnd/>
              </a:ln>
            </p:spPr>
            <p:txBody>
              <a:bodyPr/>
              <a:lstStyle/>
              <a:p>
                <a:endParaRPr lang="en-US"/>
              </a:p>
            </p:txBody>
          </p:sp>
          <p:sp>
            <p:nvSpPr>
              <p:cNvPr id="637167" name="Line 28"/>
              <p:cNvSpPr>
                <a:spLocks noChangeShapeType="1"/>
              </p:cNvSpPr>
              <p:nvPr/>
            </p:nvSpPr>
            <p:spPr bwMode="auto">
              <a:xfrm>
                <a:off x="2259013" y="2619376"/>
                <a:ext cx="9525" cy="12700"/>
              </a:xfrm>
              <a:prstGeom prst="line">
                <a:avLst/>
              </a:prstGeom>
              <a:noFill/>
              <a:ln w="28575">
                <a:solidFill>
                  <a:srgbClr val="FF0000"/>
                </a:solidFill>
                <a:round/>
                <a:headEnd/>
                <a:tailEnd/>
              </a:ln>
            </p:spPr>
            <p:txBody>
              <a:bodyPr/>
              <a:lstStyle/>
              <a:p>
                <a:endParaRPr lang="en-US"/>
              </a:p>
            </p:txBody>
          </p:sp>
          <p:sp>
            <p:nvSpPr>
              <p:cNvPr id="637168" name="Line 29"/>
              <p:cNvSpPr>
                <a:spLocks noChangeShapeType="1"/>
              </p:cNvSpPr>
              <p:nvPr/>
            </p:nvSpPr>
            <p:spPr bwMode="auto">
              <a:xfrm>
                <a:off x="2268538" y="2632076"/>
                <a:ext cx="7938" cy="15875"/>
              </a:xfrm>
              <a:prstGeom prst="line">
                <a:avLst/>
              </a:prstGeom>
              <a:noFill/>
              <a:ln w="28575">
                <a:solidFill>
                  <a:srgbClr val="FF0000"/>
                </a:solidFill>
                <a:round/>
                <a:headEnd/>
                <a:tailEnd/>
              </a:ln>
            </p:spPr>
            <p:txBody>
              <a:bodyPr/>
              <a:lstStyle/>
              <a:p>
                <a:endParaRPr lang="en-US"/>
              </a:p>
            </p:txBody>
          </p:sp>
          <p:sp>
            <p:nvSpPr>
              <p:cNvPr id="637169" name="Line 30"/>
              <p:cNvSpPr>
                <a:spLocks noChangeShapeType="1"/>
              </p:cNvSpPr>
              <p:nvPr/>
            </p:nvSpPr>
            <p:spPr bwMode="auto">
              <a:xfrm>
                <a:off x="2276475" y="2647951"/>
                <a:ext cx="9525" cy="19050"/>
              </a:xfrm>
              <a:prstGeom prst="line">
                <a:avLst/>
              </a:prstGeom>
              <a:noFill/>
              <a:ln w="28575">
                <a:solidFill>
                  <a:srgbClr val="FF0000"/>
                </a:solidFill>
                <a:round/>
                <a:headEnd/>
                <a:tailEnd/>
              </a:ln>
            </p:spPr>
            <p:txBody>
              <a:bodyPr/>
              <a:lstStyle/>
              <a:p>
                <a:endParaRPr lang="en-US"/>
              </a:p>
            </p:txBody>
          </p:sp>
          <p:sp>
            <p:nvSpPr>
              <p:cNvPr id="637170" name="Line 31"/>
              <p:cNvSpPr>
                <a:spLocks noChangeShapeType="1"/>
              </p:cNvSpPr>
              <p:nvPr/>
            </p:nvSpPr>
            <p:spPr bwMode="auto">
              <a:xfrm>
                <a:off x="2286000" y="2667001"/>
                <a:ext cx="9525" cy="22225"/>
              </a:xfrm>
              <a:prstGeom prst="line">
                <a:avLst/>
              </a:prstGeom>
              <a:noFill/>
              <a:ln w="28575">
                <a:solidFill>
                  <a:srgbClr val="FF0000"/>
                </a:solidFill>
                <a:round/>
                <a:headEnd/>
                <a:tailEnd/>
              </a:ln>
            </p:spPr>
            <p:txBody>
              <a:bodyPr/>
              <a:lstStyle/>
              <a:p>
                <a:endParaRPr lang="en-US"/>
              </a:p>
            </p:txBody>
          </p:sp>
          <p:sp>
            <p:nvSpPr>
              <p:cNvPr id="637171" name="Line 32"/>
              <p:cNvSpPr>
                <a:spLocks noChangeShapeType="1"/>
              </p:cNvSpPr>
              <p:nvPr/>
            </p:nvSpPr>
            <p:spPr bwMode="auto">
              <a:xfrm>
                <a:off x="2295525" y="2689226"/>
                <a:ext cx="9525" cy="23813"/>
              </a:xfrm>
              <a:prstGeom prst="line">
                <a:avLst/>
              </a:prstGeom>
              <a:noFill/>
              <a:ln w="28575">
                <a:solidFill>
                  <a:srgbClr val="FF0000"/>
                </a:solidFill>
                <a:round/>
                <a:headEnd/>
                <a:tailEnd/>
              </a:ln>
            </p:spPr>
            <p:txBody>
              <a:bodyPr/>
              <a:lstStyle/>
              <a:p>
                <a:endParaRPr lang="en-US"/>
              </a:p>
            </p:txBody>
          </p:sp>
          <p:sp>
            <p:nvSpPr>
              <p:cNvPr id="637172" name="Line 33"/>
              <p:cNvSpPr>
                <a:spLocks noChangeShapeType="1"/>
              </p:cNvSpPr>
              <p:nvPr/>
            </p:nvSpPr>
            <p:spPr bwMode="auto">
              <a:xfrm>
                <a:off x="2305050" y="2713038"/>
                <a:ext cx="9525" cy="26988"/>
              </a:xfrm>
              <a:prstGeom prst="line">
                <a:avLst/>
              </a:prstGeom>
              <a:noFill/>
              <a:ln w="28575">
                <a:solidFill>
                  <a:srgbClr val="FF0000"/>
                </a:solidFill>
                <a:round/>
                <a:headEnd/>
                <a:tailEnd/>
              </a:ln>
            </p:spPr>
            <p:txBody>
              <a:bodyPr/>
              <a:lstStyle/>
              <a:p>
                <a:endParaRPr lang="en-US"/>
              </a:p>
            </p:txBody>
          </p:sp>
          <p:sp>
            <p:nvSpPr>
              <p:cNvPr id="637173" name="Line 34"/>
              <p:cNvSpPr>
                <a:spLocks noChangeShapeType="1"/>
              </p:cNvSpPr>
              <p:nvPr/>
            </p:nvSpPr>
            <p:spPr bwMode="auto">
              <a:xfrm>
                <a:off x="2314575" y="2740026"/>
                <a:ext cx="9525" cy="28575"/>
              </a:xfrm>
              <a:prstGeom prst="line">
                <a:avLst/>
              </a:prstGeom>
              <a:noFill/>
              <a:ln w="28575">
                <a:solidFill>
                  <a:srgbClr val="FF0000"/>
                </a:solidFill>
                <a:round/>
                <a:headEnd/>
                <a:tailEnd/>
              </a:ln>
            </p:spPr>
            <p:txBody>
              <a:bodyPr/>
              <a:lstStyle/>
              <a:p>
                <a:endParaRPr lang="en-US"/>
              </a:p>
            </p:txBody>
          </p:sp>
          <p:sp>
            <p:nvSpPr>
              <p:cNvPr id="637174" name="Line 35"/>
              <p:cNvSpPr>
                <a:spLocks noChangeShapeType="1"/>
              </p:cNvSpPr>
              <p:nvPr/>
            </p:nvSpPr>
            <p:spPr bwMode="auto">
              <a:xfrm>
                <a:off x="2324100" y="2768601"/>
                <a:ext cx="7938" cy="30163"/>
              </a:xfrm>
              <a:prstGeom prst="line">
                <a:avLst/>
              </a:prstGeom>
              <a:noFill/>
              <a:ln w="28575">
                <a:solidFill>
                  <a:srgbClr val="FF0000"/>
                </a:solidFill>
                <a:round/>
                <a:headEnd/>
                <a:tailEnd/>
              </a:ln>
            </p:spPr>
            <p:txBody>
              <a:bodyPr/>
              <a:lstStyle/>
              <a:p>
                <a:endParaRPr lang="en-US"/>
              </a:p>
            </p:txBody>
          </p:sp>
          <p:sp>
            <p:nvSpPr>
              <p:cNvPr id="637175" name="Line 36"/>
              <p:cNvSpPr>
                <a:spLocks noChangeShapeType="1"/>
              </p:cNvSpPr>
              <p:nvPr/>
            </p:nvSpPr>
            <p:spPr bwMode="auto">
              <a:xfrm>
                <a:off x="2332038" y="2798763"/>
                <a:ext cx="9525" cy="31750"/>
              </a:xfrm>
              <a:prstGeom prst="line">
                <a:avLst/>
              </a:prstGeom>
              <a:noFill/>
              <a:ln w="28575">
                <a:solidFill>
                  <a:srgbClr val="FF0000"/>
                </a:solidFill>
                <a:round/>
                <a:headEnd/>
                <a:tailEnd/>
              </a:ln>
            </p:spPr>
            <p:txBody>
              <a:bodyPr/>
              <a:lstStyle/>
              <a:p>
                <a:endParaRPr lang="en-US"/>
              </a:p>
            </p:txBody>
          </p:sp>
          <p:sp>
            <p:nvSpPr>
              <p:cNvPr id="637176" name="Line 37"/>
              <p:cNvSpPr>
                <a:spLocks noChangeShapeType="1"/>
              </p:cNvSpPr>
              <p:nvPr/>
            </p:nvSpPr>
            <p:spPr bwMode="auto">
              <a:xfrm>
                <a:off x="2341563" y="2830513"/>
                <a:ext cx="9525" cy="31750"/>
              </a:xfrm>
              <a:prstGeom prst="line">
                <a:avLst/>
              </a:prstGeom>
              <a:noFill/>
              <a:ln w="28575">
                <a:solidFill>
                  <a:srgbClr val="FF0000"/>
                </a:solidFill>
                <a:round/>
                <a:headEnd/>
                <a:tailEnd/>
              </a:ln>
            </p:spPr>
            <p:txBody>
              <a:bodyPr/>
              <a:lstStyle/>
              <a:p>
                <a:endParaRPr lang="en-US"/>
              </a:p>
            </p:txBody>
          </p:sp>
          <p:sp>
            <p:nvSpPr>
              <p:cNvPr id="637177" name="Line 38"/>
              <p:cNvSpPr>
                <a:spLocks noChangeShapeType="1"/>
              </p:cNvSpPr>
              <p:nvPr/>
            </p:nvSpPr>
            <p:spPr bwMode="auto">
              <a:xfrm>
                <a:off x="2351088" y="2862263"/>
                <a:ext cx="9525" cy="34925"/>
              </a:xfrm>
              <a:prstGeom prst="line">
                <a:avLst/>
              </a:prstGeom>
              <a:noFill/>
              <a:ln w="28575">
                <a:solidFill>
                  <a:srgbClr val="FF0000"/>
                </a:solidFill>
                <a:round/>
                <a:headEnd/>
                <a:tailEnd/>
              </a:ln>
            </p:spPr>
            <p:txBody>
              <a:bodyPr/>
              <a:lstStyle/>
              <a:p>
                <a:endParaRPr lang="en-US"/>
              </a:p>
            </p:txBody>
          </p:sp>
          <p:sp>
            <p:nvSpPr>
              <p:cNvPr id="637178" name="Line 39"/>
              <p:cNvSpPr>
                <a:spLocks noChangeShapeType="1"/>
              </p:cNvSpPr>
              <p:nvPr/>
            </p:nvSpPr>
            <p:spPr bwMode="auto">
              <a:xfrm>
                <a:off x="2360613" y="2897188"/>
                <a:ext cx="9525" cy="34925"/>
              </a:xfrm>
              <a:prstGeom prst="line">
                <a:avLst/>
              </a:prstGeom>
              <a:noFill/>
              <a:ln w="28575">
                <a:solidFill>
                  <a:srgbClr val="FF0000"/>
                </a:solidFill>
                <a:round/>
                <a:headEnd/>
                <a:tailEnd/>
              </a:ln>
            </p:spPr>
            <p:txBody>
              <a:bodyPr/>
              <a:lstStyle/>
              <a:p>
                <a:endParaRPr lang="en-US"/>
              </a:p>
            </p:txBody>
          </p:sp>
          <p:sp>
            <p:nvSpPr>
              <p:cNvPr id="637179" name="Line 40"/>
              <p:cNvSpPr>
                <a:spLocks noChangeShapeType="1"/>
              </p:cNvSpPr>
              <p:nvPr/>
            </p:nvSpPr>
            <p:spPr bwMode="auto">
              <a:xfrm>
                <a:off x="2370138" y="2932113"/>
                <a:ext cx="7938" cy="34925"/>
              </a:xfrm>
              <a:prstGeom prst="line">
                <a:avLst/>
              </a:prstGeom>
              <a:noFill/>
              <a:ln w="28575">
                <a:solidFill>
                  <a:srgbClr val="FF0000"/>
                </a:solidFill>
                <a:round/>
                <a:headEnd/>
                <a:tailEnd/>
              </a:ln>
            </p:spPr>
            <p:txBody>
              <a:bodyPr/>
              <a:lstStyle/>
              <a:p>
                <a:endParaRPr lang="en-US"/>
              </a:p>
            </p:txBody>
          </p:sp>
          <p:sp>
            <p:nvSpPr>
              <p:cNvPr id="637180" name="Line 41"/>
              <p:cNvSpPr>
                <a:spLocks noChangeShapeType="1"/>
              </p:cNvSpPr>
              <p:nvPr/>
            </p:nvSpPr>
            <p:spPr bwMode="auto">
              <a:xfrm>
                <a:off x="2378075" y="2967038"/>
                <a:ext cx="9525" cy="33338"/>
              </a:xfrm>
              <a:prstGeom prst="line">
                <a:avLst/>
              </a:prstGeom>
              <a:noFill/>
              <a:ln w="28575">
                <a:solidFill>
                  <a:srgbClr val="FF0000"/>
                </a:solidFill>
                <a:round/>
                <a:headEnd/>
                <a:tailEnd/>
              </a:ln>
            </p:spPr>
            <p:txBody>
              <a:bodyPr/>
              <a:lstStyle/>
              <a:p>
                <a:endParaRPr lang="en-US"/>
              </a:p>
            </p:txBody>
          </p:sp>
          <p:sp>
            <p:nvSpPr>
              <p:cNvPr id="637181" name="Line 42"/>
              <p:cNvSpPr>
                <a:spLocks noChangeShapeType="1"/>
              </p:cNvSpPr>
              <p:nvPr/>
            </p:nvSpPr>
            <p:spPr bwMode="auto">
              <a:xfrm>
                <a:off x="2387600" y="3000376"/>
                <a:ext cx="9525" cy="34925"/>
              </a:xfrm>
              <a:prstGeom prst="line">
                <a:avLst/>
              </a:prstGeom>
              <a:noFill/>
              <a:ln w="28575">
                <a:solidFill>
                  <a:srgbClr val="FF0000"/>
                </a:solidFill>
                <a:round/>
                <a:headEnd/>
                <a:tailEnd/>
              </a:ln>
            </p:spPr>
            <p:txBody>
              <a:bodyPr/>
              <a:lstStyle/>
              <a:p>
                <a:endParaRPr lang="en-US"/>
              </a:p>
            </p:txBody>
          </p:sp>
          <p:sp>
            <p:nvSpPr>
              <p:cNvPr id="637182" name="Line 43"/>
              <p:cNvSpPr>
                <a:spLocks noChangeShapeType="1"/>
              </p:cNvSpPr>
              <p:nvPr/>
            </p:nvSpPr>
            <p:spPr bwMode="auto">
              <a:xfrm>
                <a:off x="2397125" y="3035301"/>
                <a:ext cx="9525" cy="33338"/>
              </a:xfrm>
              <a:prstGeom prst="line">
                <a:avLst/>
              </a:prstGeom>
              <a:noFill/>
              <a:ln w="28575">
                <a:solidFill>
                  <a:srgbClr val="FF0000"/>
                </a:solidFill>
                <a:round/>
                <a:headEnd/>
                <a:tailEnd/>
              </a:ln>
            </p:spPr>
            <p:txBody>
              <a:bodyPr/>
              <a:lstStyle/>
              <a:p>
                <a:endParaRPr lang="en-US"/>
              </a:p>
            </p:txBody>
          </p:sp>
          <p:sp>
            <p:nvSpPr>
              <p:cNvPr id="637183" name="Line 44"/>
              <p:cNvSpPr>
                <a:spLocks noChangeShapeType="1"/>
              </p:cNvSpPr>
              <p:nvPr/>
            </p:nvSpPr>
            <p:spPr bwMode="auto">
              <a:xfrm>
                <a:off x="2406650" y="3068638"/>
                <a:ext cx="9525" cy="33338"/>
              </a:xfrm>
              <a:prstGeom prst="line">
                <a:avLst/>
              </a:prstGeom>
              <a:noFill/>
              <a:ln w="28575">
                <a:solidFill>
                  <a:srgbClr val="FF0000"/>
                </a:solidFill>
                <a:round/>
                <a:headEnd/>
                <a:tailEnd/>
              </a:ln>
            </p:spPr>
            <p:txBody>
              <a:bodyPr/>
              <a:lstStyle/>
              <a:p>
                <a:endParaRPr lang="en-US"/>
              </a:p>
            </p:txBody>
          </p:sp>
          <p:sp>
            <p:nvSpPr>
              <p:cNvPr id="637184" name="Line 45"/>
              <p:cNvSpPr>
                <a:spLocks noChangeShapeType="1"/>
              </p:cNvSpPr>
              <p:nvPr/>
            </p:nvSpPr>
            <p:spPr bwMode="auto">
              <a:xfrm>
                <a:off x="2416175" y="3101976"/>
                <a:ext cx="9525" cy="31750"/>
              </a:xfrm>
              <a:prstGeom prst="line">
                <a:avLst/>
              </a:prstGeom>
              <a:noFill/>
              <a:ln w="28575">
                <a:solidFill>
                  <a:srgbClr val="FF0000"/>
                </a:solidFill>
                <a:round/>
                <a:headEnd/>
                <a:tailEnd/>
              </a:ln>
            </p:spPr>
            <p:txBody>
              <a:bodyPr/>
              <a:lstStyle/>
              <a:p>
                <a:endParaRPr lang="en-US"/>
              </a:p>
            </p:txBody>
          </p:sp>
          <p:sp>
            <p:nvSpPr>
              <p:cNvPr id="637185" name="Line 46"/>
              <p:cNvSpPr>
                <a:spLocks noChangeShapeType="1"/>
              </p:cNvSpPr>
              <p:nvPr/>
            </p:nvSpPr>
            <p:spPr bwMode="auto">
              <a:xfrm>
                <a:off x="2425700" y="3133726"/>
                <a:ext cx="7938" cy="30163"/>
              </a:xfrm>
              <a:prstGeom prst="line">
                <a:avLst/>
              </a:prstGeom>
              <a:noFill/>
              <a:ln w="28575">
                <a:solidFill>
                  <a:srgbClr val="FF0000"/>
                </a:solidFill>
                <a:round/>
                <a:headEnd/>
                <a:tailEnd/>
              </a:ln>
            </p:spPr>
            <p:txBody>
              <a:bodyPr/>
              <a:lstStyle/>
              <a:p>
                <a:endParaRPr lang="en-US"/>
              </a:p>
            </p:txBody>
          </p:sp>
          <p:sp>
            <p:nvSpPr>
              <p:cNvPr id="637186" name="Line 47"/>
              <p:cNvSpPr>
                <a:spLocks noChangeShapeType="1"/>
              </p:cNvSpPr>
              <p:nvPr/>
            </p:nvSpPr>
            <p:spPr bwMode="auto">
              <a:xfrm>
                <a:off x="2433638" y="3163888"/>
                <a:ext cx="9525" cy="28575"/>
              </a:xfrm>
              <a:prstGeom prst="line">
                <a:avLst/>
              </a:prstGeom>
              <a:noFill/>
              <a:ln w="28575">
                <a:solidFill>
                  <a:srgbClr val="FF0000"/>
                </a:solidFill>
                <a:round/>
                <a:headEnd/>
                <a:tailEnd/>
              </a:ln>
            </p:spPr>
            <p:txBody>
              <a:bodyPr/>
              <a:lstStyle/>
              <a:p>
                <a:endParaRPr lang="en-US"/>
              </a:p>
            </p:txBody>
          </p:sp>
          <p:sp>
            <p:nvSpPr>
              <p:cNvPr id="637187" name="Line 48"/>
              <p:cNvSpPr>
                <a:spLocks noChangeShapeType="1"/>
              </p:cNvSpPr>
              <p:nvPr/>
            </p:nvSpPr>
            <p:spPr bwMode="auto">
              <a:xfrm>
                <a:off x="2443163" y="3192463"/>
                <a:ext cx="9525" cy="26988"/>
              </a:xfrm>
              <a:prstGeom prst="line">
                <a:avLst/>
              </a:prstGeom>
              <a:noFill/>
              <a:ln w="28575">
                <a:solidFill>
                  <a:srgbClr val="FF0000"/>
                </a:solidFill>
                <a:round/>
                <a:headEnd/>
                <a:tailEnd/>
              </a:ln>
            </p:spPr>
            <p:txBody>
              <a:bodyPr/>
              <a:lstStyle/>
              <a:p>
                <a:endParaRPr lang="en-US"/>
              </a:p>
            </p:txBody>
          </p:sp>
          <p:sp>
            <p:nvSpPr>
              <p:cNvPr id="637188" name="Line 49"/>
              <p:cNvSpPr>
                <a:spLocks noChangeShapeType="1"/>
              </p:cNvSpPr>
              <p:nvPr/>
            </p:nvSpPr>
            <p:spPr bwMode="auto">
              <a:xfrm>
                <a:off x="2452688" y="3219451"/>
                <a:ext cx="9525" cy="23813"/>
              </a:xfrm>
              <a:prstGeom prst="line">
                <a:avLst/>
              </a:prstGeom>
              <a:noFill/>
              <a:ln w="28575">
                <a:solidFill>
                  <a:srgbClr val="FF0000"/>
                </a:solidFill>
                <a:round/>
                <a:headEnd/>
                <a:tailEnd/>
              </a:ln>
            </p:spPr>
            <p:txBody>
              <a:bodyPr/>
              <a:lstStyle/>
              <a:p>
                <a:endParaRPr lang="en-US"/>
              </a:p>
            </p:txBody>
          </p:sp>
          <p:sp>
            <p:nvSpPr>
              <p:cNvPr id="637189" name="Line 50"/>
              <p:cNvSpPr>
                <a:spLocks noChangeShapeType="1"/>
              </p:cNvSpPr>
              <p:nvPr/>
            </p:nvSpPr>
            <p:spPr bwMode="auto">
              <a:xfrm>
                <a:off x="2462213" y="3243263"/>
                <a:ext cx="9525" cy="22225"/>
              </a:xfrm>
              <a:prstGeom prst="line">
                <a:avLst/>
              </a:prstGeom>
              <a:noFill/>
              <a:ln w="28575">
                <a:solidFill>
                  <a:srgbClr val="FF0000"/>
                </a:solidFill>
                <a:round/>
                <a:headEnd/>
                <a:tailEnd/>
              </a:ln>
            </p:spPr>
            <p:txBody>
              <a:bodyPr/>
              <a:lstStyle/>
              <a:p>
                <a:endParaRPr lang="en-US"/>
              </a:p>
            </p:txBody>
          </p:sp>
          <p:sp>
            <p:nvSpPr>
              <p:cNvPr id="637190" name="Line 51"/>
              <p:cNvSpPr>
                <a:spLocks noChangeShapeType="1"/>
              </p:cNvSpPr>
              <p:nvPr/>
            </p:nvSpPr>
            <p:spPr bwMode="auto">
              <a:xfrm>
                <a:off x="2471738" y="3265488"/>
                <a:ext cx="7938" cy="17463"/>
              </a:xfrm>
              <a:prstGeom prst="line">
                <a:avLst/>
              </a:prstGeom>
              <a:noFill/>
              <a:ln w="28575">
                <a:solidFill>
                  <a:srgbClr val="FF0000"/>
                </a:solidFill>
                <a:round/>
                <a:headEnd/>
                <a:tailEnd/>
              </a:ln>
            </p:spPr>
            <p:txBody>
              <a:bodyPr/>
              <a:lstStyle/>
              <a:p>
                <a:endParaRPr lang="en-US"/>
              </a:p>
            </p:txBody>
          </p:sp>
          <p:sp>
            <p:nvSpPr>
              <p:cNvPr id="637191" name="Line 52"/>
              <p:cNvSpPr>
                <a:spLocks noChangeShapeType="1"/>
              </p:cNvSpPr>
              <p:nvPr/>
            </p:nvSpPr>
            <p:spPr bwMode="auto">
              <a:xfrm>
                <a:off x="2479675" y="3282951"/>
                <a:ext cx="9525" cy="17463"/>
              </a:xfrm>
              <a:prstGeom prst="line">
                <a:avLst/>
              </a:prstGeom>
              <a:noFill/>
              <a:ln w="28575">
                <a:solidFill>
                  <a:srgbClr val="FF0000"/>
                </a:solidFill>
                <a:round/>
                <a:headEnd/>
                <a:tailEnd/>
              </a:ln>
            </p:spPr>
            <p:txBody>
              <a:bodyPr/>
              <a:lstStyle/>
              <a:p>
                <a:endParaRPr lang="en-US"/>
              </a:p>
            </p:txBody>
          </p:sp>
          <p:sp>
            <p:nvSpPr>
              <p:cNvPr id="637192" name="Line 53"/>
              <p:cNvSpPr>
                <a:spLocks noChangeShapeType="1"/>
              </p:cNvSpPr>
              <p:nvPr/>
            </p:nvSpPr>
            <p:spPr bwMode="auto">
              <a:xfrm>
                <a:off x="2489200" y="3300413"/>
                <a:ext cx="9525" cy="12700"/>
              </a:xfrm>
              <a:prstGeom prst="line">
                <a:avLst/>
              </a:prstGeom>
              <a:noFill/>
              <a:ln w="28575">
                <a:solidFill>
                  <a:srgbClr val="FF0000"/>
                </a:solidFill>
                <a:round/>
                <a:headEnd/>
                <a:tailEnd/>
              </a:ln>
            </p:spPr>
            <p:txBody>
              <a:bodyPr/>
              <a:lstStyle/>
              <a:p>
                <a:endParaRPr lang="en-US"/>
              </a:p>
            </p:txBody>
          </p:sp>
          <p:sp>
            <p:nvSpPr>
              <p:cNvPr id="637193" name="Line 54"/>
              <p:cNvSpPr>
                <a:spLocks noChangeShapeType="1"/>
              </p:cNvSpPr>
              <p:nvPr/>
            </p:nvSpPr>
            <p:spPr bwMode="auto">
              <a:xfrm>
                <a:off x="2498725" y="3313113"/>
                <a:ext cx="9525" cy="9525"/>
              </a:xfrm>
              <a:prstGeom prst="line">
                <a:avLst/>
              </a:prstGeom>
              <a:noFill/>
              <a:ln w="28575">
                <a:solidFill>
                  <a:srgbClr val="FF0000"/>
                </a:solidFill>
                <a:round/>
                <a:headEnd/>
                <a:tailEnd/>
              </a:ln>
            </p:spPr>
            <p:txBody>
              <a:bodyPr/>
              <a:lstStyle/>
              <a:p>
                <a:endParaRPr lang="en-US"/>
              </a:p>
            </p:txBody>
          </p:sp>
          <p:sp>
            <p:nvSpPr>
              <p:cNvPr id="637194" name="Line 55"/>
              <p:cNvSpPr>
                <a:spLocks noChangeShapeType="1"/>
              </p:cNvSpPr>
              <p:nvPr/>
            </p:nvSpPr>
            <p:spPr bwMode="auto">
              <a:xfrm>
                <a:off x="2508250" y="3322638"/>
                <a:ext cx="9525" cy="6350"/>
              </a:xfrm>
              <a:prstGeom prst="line">
                <a:avLst/>
              </a:prstGeom>
              <a:noFill/>
              <a:ln w="28575">
                <a:solidFill>
                  <a:srgbClr val="FF0000"/>
                </a:solidFill>
                <a:round/>
                <a:headEnd/>
                <a:tailEnd/>
              </a:ln>
            </p:spPr>
            <p:txBody>
              <a:bodyPr/>
              <a:lstStyle/>
              <a:p>
                <a:endParaRPr lang="en-US"/>
              </a:p>
            </p:txBody>
          </p:sp>
          <p:sp>
            <p:nvSpPr>
              <p:cNvPr id="637195" name="Line 56"/>
              <p:cNvSpPr>
                <a:spLocks noChangeShapeType="1"/>
              </p:cNvSpPr>
              <p:nvPr/>
            </p:nvSpPr>
            <p:spPr bwMode="auto">
              <a:xfrm>
                <a:off x="2517775" y="3328988"/>
                <a:ext cx="9525" cy="3175"/>
              </a:xfrm>
              <a:prstGeom prst="line">
                <a:avLst/>
              </a:prstGeom>
              <a:noFill/>
              <a:ln w="28575">
                <a:solidFill>
                  <a:srgbClr val="FF0000"/>
                </a:solidFill>
                <a:round/>
                <a:headEnd/>
                <a:tailEnd/>
              </a:ln>
            </p:spPr>
            <p:txBody>
              <a:bodyPr/>
              <a:lstStyle/>
              <a:p>
                <a:endParaRPr lang="en-US"/>
              </a:p>
            </p:txBody>
          </p:sp>
          <p:sp>
            <p:nvSpPr>
              <p:cNvPr id="637196" name="Line 57"/>
              <p:cNvSpPr>
                <a:spLocks noChangeShapeType="1"/>
              </p:cNvSpPr>
              <p:nvPr/>
            </p:nvSpPr>
            <p:spPr bwMode="auto">
              <a:xfrm>
                <a:off x="2527300" y="3332163"/>
                <a:ext cx="7938" cy="1588"/>
              </a:xfrm>
              <a:prstGeom prst="line">
                <a:avLst/>
              </a:prstGeom>
              <a:noFill/>
              <a:ln w="28575">
                <a:solidFill>
                  <a:srgbClr val="FF0000"/>
                </a:solidFill>
                <a:round/>
                <a:headEnd/>
                <a:tailEnd/>
              </a:ln>
            </p:spPr>
            <p:txBody>
              <a:bodyPr/>
              <a:lstStyle/>
              <a:p>
                <a:endParaRPr lang="en-US"/>
              </a:p>
            </p:txBody>
          </p:sp>
          <p:sp>
            <p:nvSpPr>
              <p:cNvPr id="637197" name="Line 58"/>
              <p:cNvSpPr>
                <a:spLocks noChangeShapeType="1"/>
              </p:cNvSpPr>
              <p:nvPr/>
            </p:nvSpPr>
            <p:spPr bwMode="auto">
              <a:xfrm flipV="1">
                <a:off x="2535238" y="3328988"/>
                <a:ext cx="9525" cy="3175"/>
              </a:xfrm>
              <a:prstGeom prst="line">
                <a:avLst/>
              </a:prstGeom>
              <a:noFill/>
              <a:ln w="28575">
                <a:solidFill>
                  <a:srgbClr val="FF0000"/>
                </a:solidFill>
                <a:round/>
                <a:headEnd/>
                <a:tailEnd/>
              </a:ln>
            </p:spPr>
            <p:txBody>
              <a:bodyPr/>
              <a:lstStyle/>
              <a:p>
                <a:endParaRPr lang="en-US"/>
              </a:p>
            </p:txBody>
          </p:sp>
          <p:sp>
            <p:nvSpPr>
              <p:cNvPr id="637198" name="Line 59"/>
              <p:cNvSpPr>
                <a:spLocks noChangeShapeType="1"/>
              </p:cNvSpPr>
              <p:nvPr/>
            </p:nvSpPr>
            <p:spPr bwMode="auto">
              <a:xfrm flipV="1">
                <a:off x="2544763" y="3322638"/>
                <a:ext cx="9525" cy="6350"/>
              </a:xfrm>
              <a:prstGeom prst="line">
                <a:avLst/>
              </a:prstGeom>
              <a:noFill/>
              <a:ln w="28575">
                <a:solidFill>
                  <a:srgbClr val="FF0000"/>
                </a:solidFill>
                <a:round/>
                <a:headEnd/>
                <a:tailEnd/>
              </a:ln>
            </p:spPr>
            <p:txBody>
              <a:bodyPr/>
              <a:lstStyle/>
              <a:p>
                <a:endParaRPr lang="en-US"/>
              </a:p>
            </p:txBody>
          </p:sp>
          <p:sp>
            <p:nvSpPr>
              <p:cNvPr id="637199" name="Line 60"/>
              <p:cNvSpPr>
                <a:spLocks noChangeShapeType="1"/>
              </p:cNvSpPr>
              <p:nvPr/>
            </p:nvSpPr>
            <p:spPr bwMode="auto">
              <a:xfrm flipV="1">
                <a:off x="2554288" y="3313113"/>
                <a:ext cx="9525" cy="9525"/>
              </a:xfrm>
              <a:prstGeom prst="line">
                <a:avLst/>
              </a:prstGeom>
              <a:noFill/>
              <a:ln w="28575">
                <a:solidFill>
                  <a:srgbClr val="FF0000"/>
                </a:solidFill>
                <a:round/>
                <a:headEnd/>
                <a:tailEnd/>
              </a:ln>
            </p:spPr>
            <p:txBody>
              <a:bodyPr/>
              <a:lstStyle/>
              <a:p>
                <a:endParaRPr lang="en-US"/>
              </a:p>
            </p:txBody>
          </p:sp>
          <p:sp>
            <p:nvSpPr>
              <p:cNvPr id="637200" name="Line 61"/>
              <p:cNvSpPr>
                <a:spLocks noChangeShapeType="1"/>
              </p:cNvSpPr>
              <p:nvPr/>
            </p:nvSpPr>
            <p:spPr bwMode="auto">
              <a:xfrm flipV="1">
                <a:off x="2563813" y="3300413"/>
                <a:ext cx="9525" cy="12700"/>
              </a:xfrm>
              <a:prstGeom prst="line">
                <a:avLst/>
              </a:prstGeom>
              <a:noFill/>
              <a:ln w="28575">
                <a:solidFill>
                  <a:srgbClr val="FF0000"/>
                </a:solidFill>
                <a:round/>
                <a:headEnd/>
                <a:tailEnd/>
              </a:ln>
            </p:spPr>
            <p:txBody>
              <a:bodyPr/>
              <a:lstStyle/>
              <a:p>
                <a:endParaRPr lang="en-US"/>
              </a:p>
            </p:txBody>
          </p:sp>
          <p:sp>
            <p:nvSpPr>
              <p:cNvPr id="637201" name="Line 62"/>
              <p:cNvSpPr>
                <a:spLocks noChangeShapeType="1"/>
              </p:cNvSpPr>
              <p:nvPr/>
            </p:nvSpPr>
            <p:spPr bwMode="auto">
              <a:xfrm flipV="1">
                <a:off x="2573338" y="3282951"/>
                <a:ext cx="9525" cy="17463"/>
              </a:xfrm>
              <a:prstGeom prst="line">
                <a:avLst/>
              </a:prstGeom>
              <a:noFill/>
              <a:ln w="28575">
                <a:solidFill>
                  <a:srgbClr val="FF0000"/>
                </a:solidFill>
                <a:round/>
                <a:headEnd/>
                <a:tailEnd/>
              </a:ln>
            </p:spPr>
            <p:txBody>
              <a:bodyPr/>
              <a:lstStyle/>
              <a:p>
                <a:endParaRPr lang="en-US"/>
              </a:p>
            </p:txBody>
          </p:sp>
          <p:sp>
            <p:nvSpPr>
              <p:cNvPr id="637202" name="Line 63"/>
              <p:cNvSpPr>
                <a:spLocks noChangeShapeType="1"/>
              </p:cNvSpPr>
              <p:nvPr/>
            </p:nvSpPr>
            <p:spPr bwMode="auto">
              <a:xfrm flipV="1">
                <a:off x="2582863" y="3265488"/>
                <a:ext cx="7938" cy="17463"/>
              </a:xfrm>
              <a:prstGeom prst="line">
                <a:avLst/>
              </a:prstGeom>
              <a:noFill/>
              <a:ln w="28575">
                <a:solidFill>
                  <a:srgbClr val="FF0000"/>
                </a:solidFill>
                <a:round/>
                <a:headEnd/>
                <a:tailEnd/>
              </a:ln>
            </p:spPr>
            <p:txBody>
              <a:bodyPr/>
              <a:lstStyle/>
              <a:p>
                <a:endParaRPr lang="en-US"/>
              </a:p>
            </p:txBody>
          </p:sp>
          <p:sp>
            <p:nvSpPr>
              <p:cNvPr id="637203" name="Line 64"/>
              <p:cNvSpPr>
                <a:spLocks noChangeShapeType="1"/>
              </p:cNvSpPr>
              <p:nvPr/>
            </p:nvSpPr>
            <p:spPr bwMode="auto">
              <a:xfrm flipV="1">
                <a:off x="2590800" y="3243263"/>
                <a:ext cx="9525" cy="22225"/>
              </a:xfrm>
              <a:prstGeom prst="line">
                <a:avLst/>
              </a:prstGeom>
              <a:noFill/>
              <a:ln w="28575">
                <a:solidFill>
                  <a:srgbClr val="FF0000"/>
                </a:solidFill>
                <a:round/>
                <a:headEnd/>
                <a:tailEnd/>
              </a:ln>
            </p:spPr>
            <p:txBody>
              <a:bodyPr/>
              <a:lstStyle/>
              <a:p>
                <a:endParaRPr lang="en-US"/>
              </a:p>
            </p:txBody>
          </p:sp>
          <p:sp>
            <p:nvSpPr>
              <p:cNvPr id="637204" name="Line 65"/>
              <p:cNvSpPr>
                <a:spLocks noChangeShapeType="1"/>
              </p:cNvSpPr>
              <p:nvPr/>
            </p:nvSpPr>
            <p:spPr bwMode="auto">
              <a:xfrm flipV="1">
                <a:off x="2600325" y="3219451"/>
                <a:ext cx="9525" cy="23813"/>
              </a:xfrm>
              <a:prstGeom prst="line">
                <a:avLst/>
              </a:prstGeom>
              <a:noFill/>
              <a:ln w="28575">
                <a:solidFill>
                  <a:srgbClr val="FF0000"/>
                </a:solidFill>
                <a:round/>
                <a:headEnd/>
                <a:tailEnd/>
              </a:ln>
            </p:spPr>
            <p:txBody>
              <a:bodyPr/>
              <a:lstStyle/>
              <a:p>
                <a:endParaRPr lang="en-US"/>
              </a:p>
            </p:txBody>
          </p:sp>
          <p:sp>
            <p:nvSpPr>
              <p:cNvPr id="637205" name="Line 66"/>
              <p:cNvSpPr>
                <a:spLocks noChangeShapeType="1"/>
              </p:cNvSpPr>
              <p:nvPr/>
            </p:nvSpPr>
            <p:spPr bwMode="auto">
              <a:xfrm flipV="1">
                <a:off x="2609850" y="3192463"/>
                <a:ext cx="9525" cy="26988"/>
              </a:xfrm>
              <a:prstGeom prst="line">
                <a:avLst/>
              </a:prstGeom>
              <a:noFill/>
              <a:ln w="28575">
                <a:solidFill>
                  <a:srgbClr val="FF0000"/>
                </a:solidFill>
                <a:round/>
                <a:headEnd/>
                <a:tailEnd/>
              </a:ln>
            </p:spPr>
            <p:txBody>
              <a:bodyPr/>
              <a:lstStyle/>
              <a:p>
                <a:endParaRPr lang="en-US"/>
              </a:p>
            </p:txBody>
          </p:sp>
          <p:sp>
            <p:nvSpPr>
              <p:cNvPr id="637206" name="Line 67"/>
              <p:cNvSpPr>
                <a:spLocks noChangeShapeType="1"/>
              </p:cNvSpPr>
              <p:nvPr/>
            </p:nvSpPr>
            <p:spPr bwMode="auto">
              <a:xfrm flipV="1">
                <a:off x="2619375" y="3163888"/>
                <a:ext cx="9525" cy="28575"/>
              </a:xfrm>
              <a:prstGeom prst="line">
                <a:avLst/>
              </a:prstGeom>
              <a:noFill/>
              <a:ln w="28575">
                <a:solidFill>
                  <a:srgbClr val="FF0000"/>
                </a:solidFill>
                <a:round/>
                <a:headEnd/>
                <a:tailEnd/>
              </a:ln>
            </p:spPr>
            <p:txBody>
              <a:bodyPr/>
              <a:lstStyle/>
              <a:p>
                <a:endParaRPr lang="en-US"/>
              </a:p>
            </p:txBody>
          </p:sp>
          <p:sp>
            <p:nvSpPr>
              <p:cNvPr id="637207" name="Line 68"/>
              <p:cNvSpPr>
                <a:spLocks noChangeShapeType="1"/>
              </p:cNvSpPr>
              <p:nvPr/>
            </p:nvSpPr>
            <p:spPr bwMode="auto">
              <a:xfrm flipV="1">
                <a:off x="2628900" y="3133726"/>
                <a:ext cx="7938" cy="30163"/>
              </a:xfrm>
              <a:prstGeom prst="line">
                <a:avLst/>
              </a:prstGeom>
              <a:noFill/>
              <a:ln w="28575">
                <a:solidFill>
                  <a:srgbClr val="FF0000"/>
                </a:solidFill>
                <a:round/>
                <a:headEnd/>
                <a:tailEnd/>
              </a:ln>
            </p:spPr>
            <p:txBody>
              <a:bodyPr/>
              <a:lstStyle/>
              <a:p>
                <a:endParaRPr lang="en-US"/>
              </a:p>
            </p:txBody>
          </p:sp>
          <p:sp>
            <p:nvSpPr>
              <p:cNvPr id="637208" name="Line 69"/>
              <p:cNvSpPr>
                <a:spLocks noChangeShapeType="1"/>
              </p:cNvSpPr>
              <p:nvPr/>
            </p:nvSpPr>
            <p:spPr bwMode="auto">
              <a:xfrm flipV="1">
                <a:off x="2636838" y="3101976"/>
                <a:ext cx="9525" cy="31750"/>
              </a:xfrm>
              <a:prstGeom prst="line">
                <a:avLst/>
              </a:prstGeom>
              <a:noFill/>
              <a:ln w="28575">
                <a:solidFill>
                  <a:srgbClr val="FF0000"/>
                </a:solidFill>
                <a:round/>
                <a:headEnd/>
                <a:tailEnd/>
              </a:ln>
            </p:spPr>
            <p:txBody>
              <a:bodyPr/>
              <a:lstStyle/>
              <a:p>
                <a:endParaRPr lang="en-US"/>
              </a:p>
            </p:txBody>
          </p:sp>
          <p:sp>
            <p:nvSpPr>
              <p:cNvPr id="637209" name="Line 70"/>
              <p:cNvSpPr>
                <a:spLocks noChangeShapeType="1"/>
              </p:cNvSpPr>
              <p:nvPr/>
            </p:nvSpPr>
            <p:spPr bwMode="auto">
              <a:xfrm flipV="1">
                <a:off x="2646363" y="3068638"/>
                <a:ext cx="9525" cy="33338"/>
              </a:xfrm>
              <a:prstGeom prst="line">
                <a:avLst/>
              </a:prstGeom>
              <a:noFill/>
              <a:ln w="28575">
                <a:solidFill>
                  <a:srgbClr val="FF0000"/>
                </a:solidFill>
                <a:round/>
                <a:headEnd/>
                <a:tailEnd/>
              </a:ln>
            </p:spPr>
            <p:txBody>
              <a:bodyPr/>
              <a:lstStyle/>
              <a:p>
                <a:endParaRPr lang="en-US"/>
              </a:p>
            </p:txBody>
          </p:sp>
          <p:sp>
            <p:nvSpPr>
              <p:cNvPr id="637210" name="Line 71"/>
              <p:cNvSpPr>
                <a:spLocks noChangeShapeType="1"/>
              </p:cNvSpPr>
              <p:nvPr/>
            </p:nvSpPr>
            <p:spPr bwMode="auto">
              <a:xfrm flipV="1">
                <a:off x="2655888" y="3035301"/>
                <a:ext cx="9525" cy="33338"/>
              </a:xfrm>
              <a:prstGeom prst="line">
                <a:avLst/>
              </a:prstGeom>
              <a:noFill/>
              <a:ln w="28575">
                <a:solidFill>
                  <a:srgbClr val="FF0000"/>
                </a:solidFill>
                <a:round/>
                <a:headEnd/>
                <a:tailEnd/>
              </a:ln>
            </p:spPr>
            <p:txBody>
              <a:bodyPr/>
              <a:lstStyle/>
              <a:p>
                <a:endParaRPr lang="en-US"/>
              </a:p>
            </p:txBody>
          </p:sp>
          <p:sp>
            <p:nvSpPr>
              <p:cNvPr id="637211" name="Line 72"/>
              <p:cNvSpPr>
                <a:spLocks noChangeShapeType="1"/>
              </p:cNvSpPr>
              <p:nvPr/>
            </p:nvSpPr>
            <p:spPr bwMode="auto">
              <a:xfrm flipV="1">
                <a:off x="2665413" y="3000376"/>
                <a:ext cx="9525" cy="34925"/>
              </a:xfrm>
              <a:prstGeom prst="line">
                <a:avLst/>
              </a:prstGeom>
              <a:noFill/>
              <a:ln w="28575">
                <a:solidFill>
                  <a:srgbClr val="FF0000"/>
                </a:solidFill>
                <a:round/>
                <a:headEnd/>
                <a:tailEnd/>
              </a:ln>
            </p:spPr>
            <p:txBody>
              <a:bodyPr/>
              <a:lstStyle/>
              <a:p>
                <a:endParaRPr lang="en-US"/>
              </a:p>
            </p:txBody>
          </p:sp>
          <p:sp>
            <p:nvSpPr>
              <p:cNvPr id="637212" name="Line 73"/>
              <p:cNvSpPr>
                <a:spLocks noChangeShapeType="1"/>
              </p:cNvSpPr>
              <p:nvPr/>
            </p:nvSpPr>
            <p:spPr bwMode="auto">
              <a:xfrm flipV="1">
                <a:off x="2674938" y="2967038"/>
                <a:ext cx="9525" cy="33338"/>
              </a:xfrm>
              <a:prstGeom prst="line">
                <a:avLst/>
              </a:prstGeom>
              <a:noFill/>
              <a:ln w="28575">
                <a:solidFill>
                  <a:srgbClr val="FF0000"/>
                </a:solidFill>
                <a:round/>
                <a:headEnd/>
                <a:tailEnd/>
              </a:ln>
            </p:spPr>
            <p:txBody>
              <a:bodyPr/>
              <a:lstStyle/>
              <a:p>
                <a:endParaRPr lang="en-US"/>
              </a:p>
            </p:txBody>
          </p:sp>
          <p:sp>
            <p:nvSpPr>
              <p:cNvPr id="637213" name="Line 74"/>
              <p:cNvSpPr>
                <a:spLocks noChangeShapeType="1"/>
              </p:cNvSpPr>
              <p:nvPr/>
            </p:nvSpPr>
            <p:spPr bwMode="auto">
              <a:xfrm flipV="1">
                <a:off x="2684463" y="2932113"/>
                <a:ext cx="7938" cy="34925"/>
              </a:xfrm>
              <a:prstGeom prst="line">
                <a:avLst/>
              </a:prstGeom>
              <a:noFill/>
              <a:ln w="28575">
                <a:solidFill>
                  <a:srgbClr val="FF0000"/>
                </a:solidFill>
                <a:round/>
                <a:headEnd/>
                <a:tailEnd/>
              </a:ln>
            </p:spPr>
            <p:txBody>
              <a:bodyPr/>
              <a:lstStyle/>
              <a:p>
                <a:endParaRPr lang="en-US"/>
              </a:p>
            </p:txBody>
          </p:sp>
          <p:sp>
            <p:nvSpPr>
              <p:cNvPr id="637214" name="Line 75"/>
              <p:cNvSpPr>
                <a:spLocks noChangeShapeType="1"/>
              </p:cNvSpPr>
              <p:nvPr/>
            </p:nvSpPr>
            <p:spPr bwMode="auto">
              <a:xfrm flipV="1">
                <a:off x="2692400" y="2897188"/>
                <a:ext cx="9525" cy="34925"/>
              </a:xfrm>
              <a:prstGeom prst="line">
                <a:avLst/>
              </a:prstGeom>
              <a:noFill/>
              <a:ln w="28575">
                <a:solidFill>
                  <a:srgbClr val="FF0000"/>
                </a:solidFill>
                <a:round/>
                <a:headEnd/>
                <a:tailEnd/>
              </a:ln>
            </p:spPr>
            <p:txBody>
              <a:bodyPr/>
              <a:lstStyle/>
              <a:p>
                <a:endParaRPr lang="en-US"/>
              </a:p>
            </p:txBody>
          </p:sp>
          <p:sp>
            <p:nvSpPr>
              <p:cNvPr id="637215" name="Line 76"/>
              <p:cNvSpPr>
                <a:spLocks noChangeShapeType="1"/>
              </p:cNvSpPr>
              <p:nvPr/>
            </p:nvSpPr>
            <p:spPr bwMode="auto">
              <a:xfrm flipV="1">
                <a:off x="2701925" y="2862263"/>
                <a:ext cx="9525" cy="34925"/>
              </a:xfrm>
              <a:prstGeom prst="line">
                <a:avLst/>
              </a:prstGeom>
              <a:noFill/>
              <a:ln w="28575">
                <a:solidFill>
                  <a:srgbClr val="FF0000"/>
                </a:solidFill>
                <a:round/>
                <a:headEnd/>
                <a:tailEnd/>
              </a:ln>
            </p:spPr>
            <p:txBody>
              <a:bodyPr/>
              <a:lstStyle/>
              <a:p>
                <a:endParaRPr lang="en-US"/>
              </a:p>
            </p:txBody>
          </p:sp>
          <p:sp>
            <p:nvSpPr>
              <p:cNvPr id="637216" name="Line 77"/>
              <p:cNvSpPr>
                <a:spLocks noChangeShapeType="1"/>
              </p:cNvSpPr>
              <p:nvPr/>
            </p:nvSpPr>
            <p:spPr bwMode="auto">
              <a:xfrm flipV="1">
                <a:off x="2711450" y="2830513"/>
                <a:ext cx="9525" cy="31750"/>
              </a:xfrm>
              <a:prstGeom prst="line">
                <a:avLst/>
              </a:prstGeom>
              <a:noFill/>
              <a:ln w="28575">
                <a:solidFill>
                  <a:srgbClr val="FF0000"/>
                </a:solidFill>
                <a:round/>
                <a:headEnd/>
                <a:tailEnd/>
              </a:ln>
            </p:spPr>
            <p:txBody>
              <a:bodyPr/>
              <a:lstStyle/>
              <a:p>
                <a:endParaRPr lang="en-US"/>
              </a:p>
            </p:txBody>
          </p:sp>
          <p:sp>
            <p:nvSpPr>
              <p:cNvPr id="637217" name="Line 78"/>
              <p:cNvSpPr>
                <a:spLocks noChangeShapeType="1"/>
              </p:cNvSpPr>
              <p:nvPr/>
            </p:nvSpPr>
            <p:spPr bwMode="auto">
              <a:xfrm flipV="1">
                <a:off x="2720975" y="2798763"/>
                <a:ext cx="9525" cy="31750"/>
              </a:xfrm>
              <a:prstGeom prst="line">
                <a:avLst/>
              </a:prstGeom>
              <a:noFill/>
              <a:ln w="28575">
                <a:solidFill>
                  <a:srgbClr val="FF0000"/>
                </a:solidFill>
                <a:round/>
                <a:headEnd/>
                <a:tailEnd/>
              </a:ln>
            </p:spPr>
            <p:txBody>
              <a:bodyPr/>
              <a:lstStyle/>
              <a:p>
                <a:endParaRPr lang="en-US"/>
              </a:p>
            </p:txBody>
          </p:sp>
          <p:sp>
            <p:nvSpPr>
              <p:cNvPr id="637218" name="Line 79"/>
              <p:cNvSpPr>
                <a:spLocks noChangeShapeType="1"/>
              </p:cNvSpPr>
              <p:nvPr/>
            </p:nvSpPr>
            <p:spPr bwMode="auto">
              <a:xfrm flipV="1">
                <a:off x="2730500" y="2768601"/>
                <a:ext cx="9525" cy="30163"/>
              </a:xfrm>
              <a:prstGeom prst="line">
                <a:avLst/>
              </a:prstGeom>
              <a:noFill/>
              <a:ln w="28575">
                <a:solidFill>
                  <a:srgbClr val="FF0000"/>
                </a:solidFill>
                <a:round/>
                <a:headEnd/>
                <a:tailEnd/>
              </a:ln>
            </p:spPr>
            <p:txBody>
              <a:bodyPr/>
              <a:lstStyle/>
              <a:p>
                <a:endParaRPr lang="en-US"/>
              </a:p>
            </p:txBody>
          </p:sp>
          <p:sp>
            <p:nvSpPr>
              <p:cNvPr id="637219" name="Line 80"/>
              <p:cNvSpPr>
                <a:spLocks noChangeShapeType="1"/>
              </p:cNvSpPr>
              <p:nvPr/>
            </p:nvSpPr>
            <p:spPr bwMode="auto">
              <a:xfrm flipV="1">
                <a:off x="2740025" y="2740026"/>
                <a:ext cx="7938" cy="28575"/>
              </a:xfrm>
              <a:prstGeom prst="line">
                <a:avLst/>
              </a:prstGeom>
              <a:noFill/>
              <a:ln w="28575">
                <a:solidFill>
                  <a:srgbClr val="FF0000"/>
                </a:solidFill>
                <a:round/>
                <a:headEnd/>
                <a:tailEnd/>
              </a:ln>
            </p:spPr>
            <p:txBody>
              <a:bodyPr/>
              <a:lstStyle/>
              <a:p>
                <a:endParaRPr lang="en-US"/>
              </a:p>
            </p:txBody>
          </p:sp>
          <p:sp>
            <p:nvSpPr>
              <p:cNvPr id="637220" name="Line 81"/>
              <p:cNvSpPr>
                <a:spLocks noChangeShapeType="1"/>
              </p:cNvSpPr>
              <p:nvPr/>
            </p:nvSpPr>
            <p:spPr bwMode="auto">
              <a:xfrm flipV="1">
                <a:off x="2747963" y="2713038"/>
                <a:ext cx="9525" cy="26988"/>
              </a:xfrm>
              <a:prstGeom prst="line">
                <a:avLst/>
              </a:prstGeom>
              <a:noFill/>
              <a:ln w="28575">
                <a:solidFill>
                  <a:srgbClr val="FF0000"/>
                </a:solidFill>
                <a:round/>
                <a:headEnd/>
                <a:tailEnd/>
              </a:ln>
            </p:spPr>
            <p:txBody>
              <a:bodyPr/>
              <a:lstStyle/>
              <a:p>
                <a:endParaRPr lang="en-US"/>
              </a:p>
            </p:txBody>
          </p:sp>
          <p:sp>
            <p:nvSpPr>
              <p:cNvPr id="637221" name="Line 82"/>
              <p:cNvSpPr>
                <a:spLocks noChangeShapeType="1"/>
              </p:cNvSpPr>
              <p:nvPr/>
            </p:nvSpPr>
            <p:spPr bwMode="auto">
              <a:xfrm flipV="1">
                <a:off x="2757488" y="2689226"/>
                <a:ext cx="9525" cy="23813"/>
              </a:xfrm>
              <a:prstGeom prst="line">
                <a:avLst/>
              </a:prstGeom>
              <a:noFill/>
              <a:ln w="28575">
                <a:solidFill>
                  <a:srgbClr val="FF0000"/>
                </a:solidFill>
                <a:round/>
                <a:headEnd/>
                <a:tailEnd/>
              </a:ln>
            </p:spPr>
            <p:txBody>
              <a:bodyPr/>
              <a:lstStyle/>
              <a:p>
                <a:endParaRPr lang="en-US"/>
              </a:p>
            </p:txBody>
          </p:sp>
          <p:sp>
            <p:nvSpPr>
              <p:cNvPr id="637222" name="Line 83"/>
              <p:cNvSpPr>
                <a:spLocks noChangeShapeType="1"/>
              </p:cNvSpPr>
              <p:nvPr/>
            </p:nvSpPr>
            <p:spPr bwMode="auto">
              <a:xfrm flipV="1">
                <a:off x="2767013" y="2667001"/>
                <a:ext cx="9525" cy="22225"/>
              </a:xfrm>
              <a:prstGeom prst="line">
                <a:avLst/>
              </a:prstGeom>
              <a:noFill/>
              <a:ln w="28575">
                <a:solidFill>
                  <a:srgbClr val="FF0000"/>
                </a:solidFill>
                <a:round/>
                <a:headEnd/>
                <a:tailEnd/>
              </a:ln>
            </p:spPr>
            <p:txBody>
              <a:bodyPr/>
              <a:lstStyle/>
              <a:p>
                <a:endParaRPr lang="en-US"/>
              </a:p>
            </p:txBody>
          </p:sp>
          <p:sp>
            <p:nvSpPr>
              <p:cNvPr id="637223" name="Line 84"/>
              <p:cNvSpPr>
                <a:spLocks noChangeShapeType="1"/>
              </p:cNvSpPr>
              <p:nvPr/>
            </p:nvSpPr>
            <p:spPr bwMode="auto">
              <a:xfrm flipV="1">
                <a:off x="2776538" y="2647951"/>
                <a:ext cx="9525" cy="19050"/>
              </a:xfrm>
              <a:prstGeom prst="line">
                <a:avLst/>
              </a:prstGeom>
              <a:noFill/>
              <a:ln w="28575">
                <a:solidFill>
                  <a:srgbClr val="FF0000"/>
                </a:solidFill>
                <a:round/>
                <a:headEnd/>
                <a:tailEnd/>
              </a:ln>
            </p:spPr>
            <p:txBody>
              <a:bodyPr/>
              <a:lstStyle/>
              <a:p>
                <a:endParaRPr lang="en-US"/>
              </a:p>
            </p:txBody>
          </p:sp>
          <p:sp>
            <p:nvSpPr>
              <p:cNvPr id="637224" name="Line 85"/>
              <p:cNvSpPr>
                <a:spLocks noChangeShapeType="1"/>
              </p:cNvSpPr>
              <p:nvPr/>
            </p:nvSpPr>
            <p:spPr bwMode="auto">
              <a:xfrm flipV="1">
                <a:off x="2786063" y="2632076"/>
                <a:ext cx="7938" cy="15875"/>
              </a:xfrm>
              <a:prstGeom prst="line">
                <a:avLst/>
              </a:prstGeom>
              <a:noFill/>
              <a:ln w="28575">
                <a:solidFill>
                  <a:srgbClr val="FF0000"/>
                </a:solidFill>
                <a:round/>
                <a:headEnd/>
                <a:tailEnd/>
              </a:ln>
            </p:spPr>
            <p:txBody>
              <a:bodyPr/>
              <a:lstStyle/>
              <a:p>
                <a:endParaRPr lang="en-US"/>
              </a:p>
            </p:txBody>
          </p:sp>
          <p:sp>
            <p:nvSpPr>
              <p:cNvPr id="637225" name="Line 86"/>
              <p:cNvSpPr>
                <a:spLocks noChangeShapeType="1"/>
              </p:cNvSpPr>
              <p:nvPr/>
            </p:nvSpPr>
            <p:spPr bwMode="auto">
              <a:xfrm flipV="1">
                <a:off x="2794000" y="2619376"/>
                <a:ext cx="9525" cy="12700"/>
              </a:xfrm>
              <a:prstGeom prst="line">
                <a:avLst/>
              </a:prstGeom>
              <a:noFill/>
              <a:ln w="28575">
                <a:solidFill>
                  <a:srgbClr val="FF0000"/>
                </a:solidFill>
                <a:round/>
                <a:headEnd/>
                <a:tailEnd/>
              </a:ln>
            </p:spPr>
            <p:txBody>
              <a:bodyPr/>
              <a:lstStyle/>
              <a:p>
                <a:endParaRPr lang="en-US"/>
              </a:p>
            </p:txBody>
          </p:sp>
          <p:sp>
            <p:nvSpPr>
              <p:cNvPr id="637226" name="Line 87"/>
              <p:cNvSpPr>
                <a:spLocks noChangeShapeType="1"/>
              </p:cNvSpPr>
              <p:nvPr/>
            </p:nvSpPr>
            <p:spPr bwMode="auto">
              <a:xfrm flipV="1">
                <a:off x="2803525" y="2609851"/>
                <a:ext cx="9525" cy="9525"/>
              </a:xfrm>
              <a:prstGeom prst="line">
                <a:avLst/>
              </a:prstGeom>
              <a:noFill/>
              <a:ln w="28575">
                <a:solidFill>
                  <a:srgbClr val="FF0000"/>
                </a:solidFill>
                <a:round/>
                <a:headEnd/>
                <a:tailEnd/>
              </a:ln>
            </p:spPr>
            <p:txBody>
              <a:bodyPr/>
              <a:lstStyle/>
              <a:p>
                <a:endParaRPr lang="en-US"/>
              </a:p>
            </p:txBody>
          </p:sp>
          <p:sp>
            <p:nvSpPr>
              <p:cNvPr id="637227" name="Line 88"/>
              <p:cNvSpPr>
                <a:spLocks noChangeShapeType="1"/>
              </p:cNvSpPr>
              <p:nvPr/>
            </p:nvSpPr>
            <p:spPr bwMode="auto">
              <a:xfrm flipV="1">
                <a:off x="2813050" y="2603501"/>
                <a:ext cx="9525" cy="6350"/>
              </a:xfrm>
              <a:prstGeom prst="line">
                <a:avLst/>
              </a:prstGeom>
              <a:noFill/>
              <a:ln w="28575">
                <a:solidFill>
                  <a:srgbClr val="FF0000"/>
                </a:solidFill>
                <a:round/>
                <a:headEnd/>
                <a:tailEnd/>
              </a:ln>
            </p:spPr>
            <p:txBody>
              <a:bodyPr/>
              <a:lstStyle/>
              <a:p>
                <a:endParaRPr lang="en-US"/>
              </a:p>
            </p:txBody>
          </p:sp>
          <p:sp>
            <p:nvSpPr>
              <p:cNvPr id="637228" name="Line 89"/>
              <p:cNvSpPr>
                <a:spLocks noChangeShapeType="1"/>
              </p:cNvSpPr>
              <p:nvPr/>
            </p:nvSpPr>
            <p:spPr bwMode="auto">
              <a:xfrm flipV="1">
                <a:off x="2822575" y="2600326"/>
                <a:ext cx="9525" cy="3175"/>
              </a:xfrm>
              <a:prstGeom prst="line">
                <a:avLst/>
              </a:prstGeom>
              <a:noFill/>
              <a:ln w="28575">
                <a:solidFill>
                  <a:srgbClr val="FF0000"/>
                </a:solidFill>
                <a:round/>
                <a:headEnd/>
                <a:tailEnd/>
              </a:ln>
            </p:spPr>
            <p:txBody>
              <a:bodyPr/>
              <a:lstStyle/>
              <a:p>
                <a:endParaRPr lang="en-US"/>
              </a:p>
            </p:txBody>
          </p:sp>
          <p:sp>
            <p:nvSpPr>
              <p:cNvPr id="637229" name="Line 90"/>
              <p:cNvSpPr>
                <a:spLocks noChangeShapeType="1"/>
              </p:cNvSpPr>
              <p:nvPr/>
            </p:nvSpPr>
            <p:spPr bwMode="auto">
              <a:xfrm>
                <a:off x="2832100" y="2600326"/>
                <a:ext cx="9525" cy="1588"/>
              </a:xfrm>
              <a:prstGeom prst="line">
                <a:avLst/>
              </a:prstGeom>
              <a:noFill/>
              <a:ln w="28575">
                <a:solidFill>
                  <a:srgbClr val="FF0000"/>
                </a:solidFill>
                <a:round/>
                <a:headEnd/>
                <a:tailEnd/>
              </a:ln>
            </p:spPr>
            <p:txBody>
              <a:bodyPr/>
              <a:lstStyle/>
              <a:p>
                <a:endParaRPr lang="en-US"/>
              </a:p>
            </p:txBody>
          </p:sp>
          <p:sp>
            <p:nvSpPr>
              <p:cNvPr id="637230" name="Line 91"/>
              <p:cNvSpPr>
                <a:spLocks noChangeShapeType="1"/>
              </p:cNvSpPr>
              <p:nvPr/>
            </p:nvSpPr>
            <p:spPr bwMode="auto">
              <a:xfrm>
                <a:off x="2841625" y="2600326"/>
                <a:ext cx="7938" cy="3175"/>
              </a:xfrm>
              <a:prstGeom prst="line">
                <a:avLst/>
              </a:prstGeom>
              <a:noFill/>
              <a:ln w="28575">
                <a:solidFill>
                  <a:srgbClr val="FF0000"/>
                </a:solidFill>
                <a:round/>
                <a:headEnd/>
                <a:tailEnd/>
              </a:ln>
            </p:spPr>
            <p:txBody>
              <a:bodyPr/>
              <a:lstStyle/>
              <a:p>
                <a:endParaRPr lang="en-US"/>
              </a:p>
            </p:txBody>
          </p:sp>
          <p:sp>
            <p:nvSpPr>
              <p:cNvPr id="637231" name="Line 92"/>
              <p:cNvSpPr>
                <a:spLocks noChangeShapeType="1"/>
              </p:cNvSpPr>
              <p:nvPr/>
            </p:nvSpPr>
            <p:spPr bwMode="auto">
              <a:xfrm>
                <a:off x="2849563" y="2603501"/>
                <a:ext cx="9525" cy="6350"/>
              </a:xfrm>
              <a:prstGeom prst="line">
                <a:avLst/>
              </a:prstGeom>
              <a:noFill/>
              <a:ln w="28575">
                <a:solidFill>
                  <a:srgbClr val="FF0000"/>
                </a:solidFill>
                <a:round/>
                <a:headEnd/>
                <a:tailEnd/>
              </a:ln>
            </p:spPr>
            <p:txBody>
              <a:bodyPr/>
              <a:lstStyle/>
              <a:p>
                <a:endParaRPr lang="en-US"/>
              </a:p>
            </p:txBody>
          </p:sp>
          <p:sp>
            <p:nvSpPr>
              <p:cNvPr id="637232" name="Line 93"/>
              <p:cNvSpPr>
                <a:spLocks noChangeShapeType="1"/>
              </p:cNvSpPr>
              <p:nvPr/>
            </p:nvSpPr>
            <p:spPr bwMode="auto">
              <a:xfrm>
                <a:off x="2859088" y="2609851"/>
                <a:ext cx="9525" cy="9525"/>
              </a:xfrm>
              <a:prstGeom prst="line">
                <a:avLst/>
              </a:prstGeom>
              <a:noFill/>
              <a:ln w="28575">
                <a:solidFill>
                  <a:srgbClr val="FF0000"/>
                </a:solidFill>
                <a:round/>
                <a:headEnd/>
                <a:tailEnd/>
              </a:ln>
            </p:spPr>
            <p:txBody>
              <a:bodyPr/>
              <a:lstStyle/>
              <a:p>
                <a:endParaRPr lang="en-US"/>
              </a:p>
            </p:txBody>
          </p:sp>
          <p:sp>
            <p:nvSpPr>
              <p:cNvPr id="637233" name="Line 94"/>
              <p:cNvSpPr>
                <a:spLocks noChangeShapeType="1"/>
              </p:cNvSpPr>
              <p:nvPr/>
            </p:nvSpPr>
            <p:spPr bwMode="auto">
              <a:xfrm>
                <a:off x="2868613" y="2619376"/>
                <a:ext cx="9525" cy="12700"/>
              </a:xfrm>
              <a:prstGeom prst="line">
                <a:avLst/>
              </a:prstGeom>
              <a:noFill/>
              <a:ln w="28575">
                <a:solidFill>
                  <a:srgbClr val="FF0000"/>
                </a:solidFill>
                <a:round/>
                <a:headEnd/>
                <a:tailEnd/>
              </a:ln>
            </p:spPr>
            <p:txBody>
              <a:bodyPr/>
              <a:lstStyle/>
              <a:p>
                <a:endParaRPr lang="en-US"/>
              </a:p>
            </p:txBody>
          </p:sp>
          <p:sp>
            <p:nvSpPr>
              <p:cNvPr id="637234" name="Line 95"/>
              <p:cNvSpPr>
                <a:spLocks noChangeShapeType="1"/>
              </p:cNvSpPr>
              <p:nvPr/>
            </p:nvSpPr>
            <p:spPr bwMode="auto">
              <a:xfrm>
                <a:off x="2878138" y="2632076"/>
                <a:ext cx="9525" cy="15875"/>
              </a:xfrm>
              <a:prstGeom prst="line">
                <a:avLst/>
              </a:prstGeom>
              <a:noFill/>
              <a:ln w="28575">
                <a:solidFill>
                  <a:srgbClr val="FF0000"/>
                </a:solidFill>
                <a:round/>
                <a:headEnd/>
                <a:tailEnd/>
              </a:ln>
            </p:spPr>
            <p:txBody>
              <a:bodyPr/>
              <a:lstStyle/>
              <a:p>
                <a:endParaRPr lang="en-US"/>
              </a:p>
            </p:txBody>
          </p:sp>
          <p:sp>
            <p:nvSpPr>
              <p:cNvPr id="637235" name="Line 96"/>
              <p:cNvSpPr>
                <a:spLocks noChangeShapeType="1"/>
              </p:cNvSpPr>
              <p:nvPr/>
            </p:nvSpPr>
            <p:spPr bwMode="auto">
              <a:xfrm>
                <a:off x="2887663" y="2647951"/>
                <a:ext cx="9525" cy="19050"/>
              </a:xfrm>
              <a:prstGeom prst="line">
                <a:avLst/>
              </a:prstGeom>
              <a:noFill/>
              <a:ln w="28575">
                <a:solidFill>
                  <a:srgbClr val="FF0000"/>
                </a:solidFill>
                <a:round/>
                <a:headEnd/>
                <a:tailEnd/>
              </a:ln>
            </p:spPr>
            <p:txBody>
              <a:bodyPr/>
              <a:lstStyle/>
              <a:p>
                <a:endParaRPr lang="en-US"/>
              </a:p>
            </p:txBody>
          </p:sp>
          <p:sp>
            <p:nvSpPr>
              <p:cNvPr id="637236" name="Line 97"/>
              <p:cNvSpPr>
                <a:spLocks noChangeShapeType="1"/>
              </p:cNvSpPr>
              <p:nvPr/>
            </p:nvSpPr>
            <p:spPr bwMode="auto">
              <a:xfrm>
                <a:off x="2897188" y="2667001"/>
                <a:ext cx="7938" cy="22225"/>
              </a:xfrm>
              <a:prstGeom prst="line">
                <a:avLst/>
              </a:prstGeom>
              <a:noFill/>
              <a:ln w="28575">
                <a:solidFill>
                  <a:srgbClr val="FF0000"/>
                </a:solidFill>
                <a:round/>
                <a:headEnd/>
                <a:tailEnd/>
              </a:ln>
            </p:spPr>
            <p:txBody>
              <a:bodyPr/>
              <a:lstStyle/>
              <a:p>
                <a:endParaRPr lang="en-US"/>
              </a:p>
            </p:txBody>
          </p:sp>
          <p:sp>
            <p:nvSpPr>
              <p:cNvPr id="637237" name="Line 98"/>
              <p:cNvSpPr>
                <a:spLocks noChangeShapeType="1"/>
              </p:cNvSpPr>
              <p:nvPr/>
            </p:nvSpPr>
            <p:spPr bwMode="auto">
              <a:xfrm>
                <a:off x="2905125" y="2689226"/>
                <a:ext cx="9525" cy="23813"/>
              </a:xfrm>
              <a:prstGeom prst="line">
                <a:avLst/>
              </a:prstGeom>
              <a:noFill/>
              <a:ln w="28575">
                <a:solidFill>
                  <a:srgbClr val="FF0000"/>
                </a:solidFill>
                <a:round/>
                <a:headEnd/>
                <a:tailEnd/>
              </a:ln>
            </p:spPr>
            <p:txBody>
              <a:bodyPr/>
              <a:lstStyle/>
              <a:p>
                <a:endParaRPr lang="en-US"/>
              </a:p>
            </p:txBody>
          </p:sp>
          <p:sp>
            <p:nvSpPr>
              <p:cNvPr id="637238" name="Line 99"/>
              <p:cNvSpPr>
                <a:spLocks noChangeShapeType="1"/>
              </p:cNvSpPr>
              <p:nvPr/>
            </p:nvSpPr>
            <p:spPr bwMode="auto">
              <a:xfrm>
                <a:off x="2914650" y="2713038"/>
                <a:ext cx="9525" cy="26988"/>
              </a:xfrm>
              <a:prstGeom prst="line">
                <a:avLst/>
              </a:prstGeom>
              <a:noFill/>
              <a:ln w="28575">
                <a:solidFill>
                  <a:srgbClr val="FF0000"/>
                </a:solidFill>
                <a:round/>
                <a:headEnd/>
                <a:tailEnd/>
              </a:ln>
            </p:spPr>
            <p:txBody>
              <a:bodyPr/>
              <a:lstStyle/>
              <a:p>
                <a:endParaRPr lang="en-US"/>
              </a:p>
            </p:txBody>
          </p:sp>
          <p:sp>
            <p:nvSpPr>
              <p:cNvPr id="637239" name="Line 100"/>
              <p:cNvSpPr>
                <a:spLocks noChangeShapeType="1"/>
              </p:cNvSpPr>
              <p:nvPr/>
            </p:nvSpPr>
            <p:spPr bwMode="auto">
              <a:xfrm>
                <a:off x="2924175" y="2740026"/>
                <a:ext cx="9525" cy="28575"/>
              </a:xfrm>
              <a:prstGeom prst="line">
                <a:avLst/>
              </a:prstGeom>
              <a:noFill/>
              <a:ln w="28575">
                <a:solidFill>
                  <a:srgbClr val="FF0000"/>
                </a:solidFill>
                <a:round/>
                <a:headEnd/>
                <a:tailEnd/>
              </a:ln>
            </p:spPr>
            <p:txBody>
              <a:bodyPr/>
              <a:lstStyle/>
              <a:p>
                <a:endParaRPr lang="en-US"/>
              </a:p>
            </p:txBody>
          </p:sp>
          <p:sp>
            <p:nvSpPr>
              <p:cNvPr id="637240" name="Line 101"/>
              <p:cNvSpPr>
                <a:spLocks noChangeShapeType="1"/>
              </p:cNvSpPr>
              <p:nvPr/>
            </p:nvSpPr>
            <p:spPr bwMode="auto">
              <a:xfrm>
                <a:off x="2933700" y="2768601"/>
                <a:ext cx="9525" cy="30163"/>
              </a:xfrm>
              <a:prstGeom prst="line">
                <a:avLst/>
              </a:prstGeom>
              <a:noFill/>
              <a:ln w="28575">
                <a:solidFill>
                  <a:srgbClr val="FF0000"/>
                </a:solidFill>
                <a:round/>
                <a:headEnd/>
                <a:tailEnd/>
              </a:ln>
            </p:spPr>
            <p:txBody>
              <a:bodyPr/>
              <a:lstStyle/>
              <a:p>
                <a:endParaRPr lang="en-US"/>
              </a:p>
            </p:txBody>
          </p:sp>
          <p:sp>
            <p:nvSpPr>
              <p:cNvPr id="637241" name="Line 102"/>
              <p:cNvSpPr>
                <a:spLocks noChangeShapeType="1"/>
              </p:cNvSpPr>
              <p:nvPr/>
            </p:nvSpPr>
            <p:spPr bwMode="auto">
              <a:xfrm>
                <a:off x="2943225" y="2798763"/>
                <a:ext cx="7938" cy="31750"/>
              </a:xfrm>
              <a:prstGeom prst="line">
                <a:avLst/>
              </a:prstGeom>
              <a:noFill/>
              <a:ln w="28575">
                <a:solidFill>
                  <a:srgbClr val="FF0000"/>
                </a:solidFill>
                <a:round/>
                <a:headEnd/>
                <a:tailEnd/>
              </a:ln>
            </p:spPr>
            <p:txBody>
              <a:bodyPr/>
              <a:lstStyle/>
              <a:p>
                <a:endParaRPr lang="en-US"/>
              </a:p>
            </p:txBody>
          </p:sp>
          <p:sp>
            <p:nvSpPr>
              <p:cNvPr id="637242" name="Line 103"/>
              <p:cNvSpPr>
                <a:spLocks noChangeShapeType="1"/>
              </p:cNvSpPr>
              <p:nvPr/>
            </p:nvSpPr>
            <p:spPr bwMode="auto">
              <a:xfrm>
                <a:off x="2951163" y="2830513"/>
                <a:ext cx="9525" cy="31750"/>
              </a:xfrm>
              <a:prstGeom prst="line">
                <a:avLst/>
              </a:prstGeom>
              <a:noFill/>
              <a:ln w="28575">
                <a:solidFill>
                  <a:srgbClr val="FF0000"/>
                </a:solidFill>
                <a:round/>
                <a:headEnd/>
                <a:tailEnd/>
              </a:ln>
            </p:spPr>
            <p:txBody>
              <a:bodyPr/>
              <a:lstStyle/>
              <a:p>
                <a:endParaRPr lang="en-US"/>
              </a:p>
            </p:txBody>
          </p:sp>
          <p:sp>
            <p:nvSpPr>
              <p:cNvPr id="637243" name="Line 104"/>
              <p:cNvSpPr>
                <a:spLocks noChangeShapeType="1"/>
              </p:cNvSpPr>
              <p:nvPr/>
            </p:nvSpPr>
            <p:spPr bwMode="auto">
              <a:xfrm>
                <a:off x="2960688" y="2862263"/>
                <a:ext cx="9525" cy="34925"/>
              </a:xfrm>
              <a:prstGeom prst="line">
                <a:avLst/>
              </a:prstGeom>
              <a:noFill/>
              <a:ln w="28575">
                <a:solidFill>
                  <a:srgbClr val="FF0000"/>
                </a:solidFill>
                <a:round/>
                <a:headEnd/>
                <a:tailEnd/>
              </a:ln>
            </p:spPr>
            <p:txBody>
              <a:bodyPr/>
              <a:lstStyle/>
              <a:p>
                <a:endParaRPr lang="en-US"/>
              </a:p>
            </p:txBody>
          </p:sp>
          <p:sp>
            <p:nvSpPr>
              <p:cNvPr id="637244" name="Line 105"/>
              <p:cNvSpPr>
                <a:spLocks noChangeShapeType="1"/>
              </p:cNvSpPr>
              <p:nvPr/>
            </p:nvSpPr>
            <p:spPr bwMode="auto">
              <a:xfrm>
                <a:off x="2970213" y="2897188"/>
                <a:ext cx="9525" cy="34925"/>
              </a:xfrm>
              <a:prstGeom prst="line">
                <a:avLst/>
              </a:prstGeom>
              <a:noFill/>
              <a:ln w="28575">
                <a:solidFill>
                  <a:srgbClr val="FF0000"/>
                </a:solidFill>
                <a:round/>
                <a:headEnd/>
                <a:tailEnd/>
              </a:ln>
            </p:spPr>
            <p:txBody>
              <a:bodyPr/>
              <a:lstStyle/>
              <a:p>
                <a:endParaRPr lang="en-US"/>
              </a:p>
            </p:txBody>
          </p:sp>
          <p:sp>
            <p:nvSpPr>
              <p:cNvPr id="637245" name="Line 106"/>
              <p:cNvSpPr>
                <a:spLocks noChangeShapeType="1"/>
              </p:cNvSpPr>
              <p:nvPr/>
            </p:nvSpPr>
            <p:spPr bwMode="auto">
              <a:xfrm>
                <a:off x="2979738" y="2932113"/>
                <a:ext cx="9525" cy="34925"/>
              </a:xfrm>
              <a:prstGeom prst="line">
                <a:avLst/>
              </a:prstGeom>
              <a:noFill/>
              <a:ln w="28575">
                <a:solidFill>
                  <a:srgbClr val="FF0000"/>
                </a:solidFill>
                <a:round/>
                <a:headEnd/>
                <a:tailEnd/>
              </a:ln>
            </p:spPr>
            <p:txBody>
              <a:bodyPr/>
              <a:lstStyle/>
              <a:p>
                <a:endParaRPr lang="en-US"/>
              </a:p>
            </p:txBody>
          </p:sp>
          <p:sp>
            <p:nvSpPr>
              <p:cNvPr id="637246" name="Line 107"/>
              <p:cNvSpPr>
                <a:spLocks noChangeShapeType="1"/>
              </p:cNvSpPr>
              <p:nvPr/>
            </p:nvSpPr>
            <p:spPr bwMode="auto">
              <a:xfrm>
                <a:off x="2073275" y="2967038"/>
                <a:ext cx="9525" cy="33338"/>
              </a:xfrm>
              <a:prstGeom prst="line">
                <a:avLst/>
              </a:prstGeom>
              <a:noFill/>
              <a:ln w="28575">
                <a:solidFill>
                  <a:srgbClr val="FF0000"/>
                </a:solidFill>
                <a:round/>
                <a:headEnd/>
                <a:tailEnd/>
              </a:ln>
            </p:spPr>
            <p:txBody>
              <a:bodyPr/>
              <a:lstStyle/>
              <a:p>
                <a:endParaRPr lang="en-US"/>
              </a:p>
            </p:txBody>
          </p:sp>
          <p:sp>
            <p:nvSpPr>
              <p:cNvPr id="637247" name="Line 108"/>
              <p:cNvSpPr>
                <a:spLocks noChangeShapeType="1"/>
              </p:cNvSpPr>
              <p:nvPr/>
            </p:nvSpPr>
            <p:spPr bwMode="auto">
              <a:xfrm>
                <a:off x="2092325" y="3033713"/>
                <a:ext cx="1588" cy="1588"/>
              </a:xfrm>
              <a:prstGeom prst="line">
                <a:avLst/>
              </a:prstGeom>
              <a:noFill/>
              <a:ln w="28575">
                <a:solidFill>
                  <a:srgbClr val="FF0000"/>
                </a:solidFill>
                <a:round/>
                <a:headEnd/>
                <a:tailEnd/>
              </a:ln>
            </p:spPr>
            <p:txBody>
              <a:bodyPr/>
              <a:lstStyle/>
              <a:p>
                <a:endParaRPr lang="en-US"/>
              </a:p>
            </p:txBody>
          </p:sp>
          <p:sp>
            <p:nvSpPr>
              <p:cNvPr id="637248" name="Line 109"/>
              <p:cNvSpPr>
                <a:spLocks noChangeShapeType="1"/>
              </p:cNvSpPr>
              <p:nvPr/>
            </p:nvSpPr>
            <p:spPr bwMode="auto">
              <a:xfrm>
                <a:off x="2092325" y="3035301"/>
                <a:ext cx="9525" cy="33338"/>
              </a:xfrm>
              <a:prstGeom prst="line">
                <a:avLst/>
              </a:prstGeom>
              <a:noFill/>
              <a:ln w="28575">
                <a:solidFill>
                  <a:srgbClr val="FF0000"/>
                </a:solidFill>
                <a:round/>
                <a:headEnd/>
                <a:tailEnd/>
              </a:ln>
            </p:spPr>
            <p:txBody>
              <a:bodyPr/>
              <a:lstStyle/>
              <a:p>
                <a:endParaRPr lang="en-US"/>
              </a:p>
            </p:txBody>
          </p:sp>
          <p:sp>
            <p:nvSpPr>
              <p:cNvPr id="637249" name="Line 110"/>
              <p:cNvSpPr>
                <a:spLocks noChangeShapeType="1"/>
              </p:cNvSpPr>
              <p:nvPr/>
            </p:nvSpPr>
            <p:spPr bwMode="auto">
              <a:xfrm>
                <a:off x="2111375" y="3101976"/>
                <a:ext cx="1588" cy="1588"/>
              </a:xfrm>
              <a:prstGeom prst="line">
                <a:avLst/>
              </a:prstGeom>
              <a:noFill/>
              <a:ln w="28575">
                <a:solidFill>
                  <a:srgbClr val="FF0000"/>
                </a:solidFill>
                <a:round/>
                <a:headEnd/>
                <a:tailEnd/>
              </a:ln>
            </p:spPr>
            <p:txBody>
              <a:bodyPr/>
              <a:lstStyle/>
              <a:p>
                <a:endParaRPr lang="en-US"/>
              </a:p>
            </p:txBody>
          </p:sp>
          <p:sp>
            <p:nvSpPr>
              <p:cNvPr id="637250" name="Line 111"/>
              <p:cNvSpPr>
                <a:spLocks noChangeShapeType="1"/>
              </p:cNvSpPr>
              <p:nvPr/>
            </p:nvSpPr>
            <p:spPr bwMode="auto">
              <a:xfrm>
                <a:off x="2111375" y="3101976"/>
                <a:ext cx="9525" cy="31750"/>
              </a:xfrm>
              <a:prstGeom prst="line">
                <a:avLst/>
              </a:prstGeom>
              <a:noFill/>
              <a:ln w="28575">
                <a:solidFill>
                  <a:srgbClr val="FF0000"/>
                </a:solidFill>
                <a:round/>
                <a:headEnd/>
                <a:tailEnd/>
              </a:ln>
            </p:spPr>
            <p:txBody>
              <a:bodyPr/>
              <a:lstStyle/>
              <a:p>
                <a:endParaRPr lang="en-US"/>
              </a:p>
            </p:txBody>
          </p:sp>
          <p:sp>
            <p:nvSpPr>
              <p:cNvPr id="637251" name="Line 112"/>
              <p:cNvSpPr>
                <a:spLocks noChangeShapeType="1"/>
              </p:cNvSpPr>
              <p:nvPr/>
            </p:nvSpPr>
            <p:spPr bwMode="auto">
              <a:xfrm>
                <a:off x="2120900" y="3133726"/>
                <a:ext cx="1588" cy="1588"/>
              </a:xfrm>
              <a:prstGeom prst="line">
                <a:avLst/>
              </a:prstGeom>
              <a:noFill/>
              <a:ln w="28575">
                <a:solidFill>
                  <a:srgbClr val="FF0000"/>
                </a:solidFill>
                <a:round/>
                <a:headEnd/>
                <a:tailEnd/>
              </a:ln>
            </p:spPr>
            <p:txBody>
              <a:bodyPr/>
              <a:lstStyle/>
              <a:p>
                <a:endParaRPr lang="en-US"/>
              </a:p>
            </p:txBody>
          </p:sp>
          <p:sp>
            <p:nvSpPr>
              <p:cNvPr id="637252" name="Line 113"/>
              <p:cNvSpPr>
                <a:spLocks noChangeShapeType="1"/>
              </p:cNvSpPr>
              <p:nvPr/>
            </p:nvSpPr>
            <p:spPr bwMode="auto">
              <a:xfrm>
                <a:off x="2130425" y="3168651"/>
                <a:ext cx="7938" cy="23813"/>
              </a:xfrm>
              <a:prstGeom prst="line">
                <a:avLst/>
              </a:prstGeom>
              <a:noFill/>
              <a:ln w="28575">
                <a:solidFill>
                  <a:srgbClr val="FF0000"/>
                </a:solidFill>
                <a:round/>
                <a:headEnd/>
                <a:tailEnd/>
              </a:ln>
            </p:spPr>
            <p:txBody>
              <a:bodyPr/>
              <a:lstStyle/>
              <a:p>
                <a:endParaRPr lang="en-US"/>
              </a:p>
            </p:txBody>
          </p:sp>
          <p:sp>
            <p:nvSpPr>
              <p:cNvPr id="637253" name="Line 114"/>
              <p:cNvSpPr>
                <a:spLocks noChangeShapeType="1"/>
              </p:cNvSpPr>
              <p:nvPr/>
            </p:nvSpPr>
            <p:spPr bwMode="auto">
              <a:xfrm>
                <a:off x="2138363" y="3192463"/>
                <a:ext cx="3175" cy="7938"/>
              </a:xfrm>
              <a:prstGeom prst="line">
                <a:avLst/>
              </a:prstGeom>
              <a:noFill/>
              <a:ln w="28575">
                <a:solidFill>
                  <a:srgbClr val="FF0000"/>
                </a:solidFill>
                <a:round/>
                <a:headEnd/>
                <a:tailEnd/>
              </a:ln>
            </p:spPr>
            <p:txBody>
              <a:bodyPr/>
              <a:lstStyle/>
              <a:p>
                <a:endParaRPr lang="en-US"/>
              </a:p>
            </p:txBody>
          </p:sp>
          <p:sp>
            <p:nvSpPr>
              <p:cNvPr id="637254" name="Line 115"/>
              <p:cNvSpPr>
                <a:spLocks noChangeShapeType="1"/>
              </p:cNvSpPr>
              <p:nvPr/>
            </p:nvSpPr>
            <p:spPr bwMode="auto">
              <a:xfrm>
                <a:off x="2152650" y="3232151"/>
                <a:ext cx="4763" cy="11113"/>
              </a:xfrm>
              <a:prstGeom prst="line">
                <a:avLst/>
              </a:prstGeom>
              <a:noFill/>
              <a:ln w="28575">
                <a:solidFill>
                  <a:srgbClr val="FF0000"/>
                </a:solidFill>
                <a:round/>
                <a:headEnd/>
                <a:tailEnd/>
              </a:ln>
            </p:spPr>
            <p:txBody>
              <a:bodyPr/>
              <a:lstStyle/>
              <a:p>
                <a:endParaRPr lang="en-US"/>
              </a:p>
            </p:txBody>
          </p:sp>
          <p:sp>
            <p:nvSpPr>
              <p:cNvPr id="637255" name="Line 116"/>
              <p:cNvSpPr>
                <a:spLocks noChangeShapeType="1"/>
              </p:cNvSpPr>
              <p:nvPr/>
            </p:nvSpPr>
            <p:spPr bwMode="auto">
              <a:xfrm>
                <a:off x="2157413" y="3243263"/>
                <a:ext cx="7938" cy="19050"/>
              </a:xfrm>
              <a:prstGeom prst="line">
                <a:avLst/>
              </a:prstGeom>
              <a:noFill/>
              <a:ln w="28575">
                <a:solidFill>
                  <a:srgbClr val="FF0000"/>
                </a:solidFill>
                <a:round/>
                <a:headEnd/>
                <a:tailEnd/>
              </a:ln>
            </p:spPr>
            <p:txBody>
              <a:bodyPr/>
              <a:lstStyle/>
              <a:p>
                <a:endParaRPr lang="en-US"/>
              </a:p>
            </p:txBody>
          </p:sp>
          <p:sp>
            <p:nvSpPr>
              <p:cNvPr id="637256" name="Line 117"/>
              <p:cNvSpPr>
                <a:spLocks noChangeShapeType="1"/>
              </p:cNvSpPr>
              <p:nvPr/>
            </p:nvSpPr>
            <p:spPr bwMode="auto">
              <a:xfrm>
                <a:off x="2179638" y="3289301"/>
                <a:ext cx="4763" cy="11113"/>
              </a:xfrm>
              <a:prstGeom prst="line">
                <a:avLst/>
              </a:prstGeom>
              <a:noFill/>
              <a:ln w="28575">
                <a:solidFill>
                  <a:srgbClr val="FF0000"/>
                </a:solidFill>
                <a:round/>
                <a:headEnd/>
                <a:tailEnd/>
              </a:ln>
            </p:spPr>
            <p:txBody>
              <a:bodyPr/>
              <a:lstStyle/>
              <a:p>
                <a:endParaRPr lang="en-US"/>
              </a:p>
            </p:txBody>
          </p:sp>
          <p:sp>
            <p:nvSpPr>
              <p:cNvPr id="637257" name="Line 118"/>
              <p:cNvSpPr>
                <a:spLocks noChangeShapeType="1"/>
              </p:cNvSpPr>
              <p:nvPr/>
            </p:nvSpPr>
            <p:spPr bwMode="auto">
              <a:xfrm>
                <a:off x="2184400" y="3300413"/>
                <a:ext cx="9525" cy="12700"/>
              </a:xfrm>
              <a:prstGeom prst="line">
                <a:avLst/>
              </a:prstGeom>
              <a:noFill/>
              <a:ln w="28575">
                <a:solidFill>
                  <a:srgbClr val="FF0000"/>
                </a:solidFill>
                <a:round/>
                <a:headEnd/>
                <a:tailEnd/>
              </a:ln>
            </p:spPr>
            <p:txBody>
              <a:bodyPr/>
              <a:lstStyle/>
              <a:p>
                <a:endParaRPr lang="en-US"/>
              </a:p>
            </p:txBody>
          </p:sp>
          <p:sp>
            <p:nvSpPr>
              <p:cNvPr id="637258" name="Line 119"/>
              <p:cNvSpPr>
                <a:spLocks noChangeShapeType="1"/>
              </p:cNvSpPr>
              <p:nvPr/>
            </p:nvSpPr>
            <p:spPr bwMode="auto">
              <a:xfrm>
                <a:off x="2193925" y="3313113"/>
                <a:ext cx="1588" cy="1588"/>
              </a:xfrm>
              <a:prstGeom prst="line">
                <a:avLst/>
              </a:prstGeom>
              <a:noFill/>
              <a:ln w="28575">
                <a:solidFill>
                  <a:srgbClr val="FF0000"/>
                </a:solidFill>
                <a:round/>
                <a:headEnd/>
                <a:tailEnd/>
              </a:ln>
            </p:spPr>
            <p:txBody>
              <a:bodyPr/>
              <a:lstStyle/>
              <a:p>
                <a:endParaRPr lang="en-US"/>
              </a:p>
            </p:txBody>
          </p:sp>
          <p:sp>
            <p:nvSpPr>
              <p:cNvPr id="637259" name="Line 120"/>
              <p:cNvSpPr>
                <a:spLocks noChangeShapeType="1"/>
              </p:cNvSpPr>
              <p:nvPr/>
            </p:nvSpPr>
            <p:spPr bwMode="auto">
              <a:xfrm>
                <a:off x="2214563" y="3328988"/>
                <a:ext cx="7938" cy="3175"/>
              </a:xfrm>
              <a:prstGeom prst="line">
                <a:avLst/>
              </a:prstGeom>
              <a:noFill/>
              <a:ln w="28575">
                <a:solidFill>
                  <a:srgbClr val="FF0000"/>
                </a:solidFill>
                <a:round/>
                <a:headEnd/>
                <a:tailEnd/>
              </a:ln>
            </p:spPr>
            <p:txBody>
              <a:bodyPr/>
              <a:lstStyle/>
              <a:p>
                <a:endParaRPr lang="en-US"/>
              </a:p>
            </p:txBody>
          </p:sp>
          <p:sp>
            <p:nvSpPr>
              <p:cNvPr id="637260" name="Line 121"/>
              <p:cNvSpPr>
                <a:spLocks noChangeShapeType="1"/>
              </p:cNvSpPr>
              <p:nvPr/>
            </p:nvSpPr>
            <p:spPr bwMode="auto">
              <a:xfrm>
                <a:off x="2222500" y="3332163"/>
                <a:ext cx="7938" cy="1588"/>
              </a:xfrm>
              <a:prstGeom prst="line">
                <a:avLst/>
              </a:prstGeom>
              <a:noFill/>
              <a:ln w="28575">
                <a:solidFill>
                  <a:srgbClr val="FF0000"/>
                </a:solidFill>
                <a:round/>
                <a:headEnd/>
                <a:tailEnd/>
              </a:ln>
            </p:spPr>
            <p:txBody>
              <a:bodyPr/>
              <a:lstStyle/>
              <a:p>
                <a:endParaRPr lang="en-US"/>
              </a:p>
            </p:txBody>
          </p:sp>
          <p:sp>
            <p:nvSpPr>
              <p:cNvPr id="637261" name="Line 122"/>
              <p:cNvSpPr>
                <a:spLocks noChangeShapeType="1"/>
              </p:cNvSpPr>
              <p:nvPr/>
            </p:nvSpPr>
            <p:spPr bwMode="auto">
              <a:xfrm flipV="1">
                <a:off x="2230438" y="3330576"/>
                <a:ext cx="3175" cy="1588"/>
              </a:xfrm>
              <a:prstGeom prst="line">
                <a:avLst/>
              </a:prstGeom>
              <a:noFill/>
              <a:ln w="28575">
                <a:solidFill>
                  <a:srgbClr val="FF0000"/>
                </a:solidFill>
                <a:round/>
                <a:headEnd/>
                <a:tailEnd/>
              </a:ln>
            </p:spPr>
            <p:txBody>
              <a:bodyPr/>
              <a:lstStyle/>
              <a:p>
                <a:endParaRPr lang="en-US"/>
              </a:p>
            </p:txBody>
          </p:sp>
          <p:sp>
            <p:nvSpPr>
              <p:cNvPr id="637262" name="Line 123"/>
              <p:cNvSpPr>
                <a:spLocks noChangeShapeType="1"/>
              </p:cNvSpPr>
              <p:nvPr/>
            </p:nvSpPr>
            <p:spPr bwMode="auto">
              <a:xfrm flipV="1">
                <a:off x="2252663" y="3313113"/>
                <a:ext cx="6350" cy="4763"/>
              </a:xfrm>
              <a:prstGeom prst="line">
                <a:avLst/>
              </a:prstGeom>
              <a:noFill/>
              <a:ln w="28575">
                <a:solidFill>
                  <a:srgbClr val="FF0000"/>
                </a:solidFill>
                <a:round/>
                <a:headEnd/>
                <a:tailEnd/>
              </a:ln>
            </p:spPr>
            <p:txBody>
              <a:bodyPr/>
              <a:lstStyle/>
              <a:p>
                <a:endParaRPr lang="en-US"/>
              </a:p>
            </p:txBody>
          </p:sp>
          <p:sp>
            <p:nvSpPr>
              <p:cNvPr id="637263" name="Line 124"/>
              <p:cNvSpPr>
                <a:spLocks noChangeShapeType="1"/>
              </p:cNvSpPr>
              <p:nvPr/>
            </p:nvSpPr>
            <p:spPr bwMode="auto">
              <a:xfrm flipV="1">
                <a:off x="2259013" y="3300413"/>
                <a:ext cx="9525" cy="12700"/>
              </a:xfrm>
              <a:prstGeom prst="line">
                <a:avLst/>
              </a:prstGeom>
              <a:noFill/>
              <a:ln w="28575">
                <a:solidFill>
                  <a:srgbClr val="FF0000"/>
                </a:solidFill>
                <a:round/>
                <a:headEnd/>
                <a:tailEnd/>
              </a:ln>
            </p:spPr>
            <p:txBody>
              <a:bodyPr/>
              <a:lstStyle/>
              <a:p>
                <a:endParaRPr lang="en-US"/>
              </a:p>
            </p:txBody>
          </p:sp>
          <p:sp>
            <p:nvSpPr>
              <p:cNvPr id="637264" name="Line 125"/>
              <p:cNvSpPr>
                <a:spLocks noChangeShapeType="1"/>
              </p:cNvSpPr>
              <p:nvPr/>
            </p:nvSpPr>
            <p:spPr bwMode="auto">
              <a:xfrm flipV="1">
                <a:off x="2268538" y="3295651"/>
                <a:ext cx="1588" cy="4763"/>
              </a:xfrm>
              <a:prstGeom prst="line">
                <a:avLst/>
              </a:prstGeom>
              <a:noFill/>
              <a:ln w="28575">
                <a:solidFill>
                  <a:srgbClr val="FF0000"/>
                </a:solidFill>
                <a:round/>
                <a:headEnd/>
                <a:tailEnd/>
              </a:ln>
            </p:spPr>
            <p:txBody>
              <a:bodyPr/>
              <a:lstStyle/>
              <a:p>
                <a:endParaRPr lang="en-US"/>
              </a:p>
            </p:txBody>
          </p:sp>
          <p:sp>
            <p:nvSpPr>
              <p:cNvPr id="637265" name="Line 126"/>
              <p:cNvSpPr>
                <a:spLocks noChangeShapeType="1"/>
              </p:cNvSpPr>
              <p:nvPr/>
            </p:nvSpPr>
            <p:spPr bwMode="auto">
              <a:xfrm flipV="1">
                <a:off x="2284413" y="3265488"/>
                <a:ext cx="1588" cy="3175"/>
              </a:xfrm>
              <a:prstGeom prst="line">
                <a:avLst/>
              </a:prstGeom>
              <a:noFill/>
              <a:ln w="28575">
                <a:solidFill>
                  <a:srgbClr val="FF0000"/>
                </a:solidFill>
                <a:round/>
                <a:headEnd/>
                <a:tailEnd/>
              </a:ln>
            </p:spPr>
            <p:txBody>
              <a:bodyPr/>
              <a:lstStyle/>
              <a:p>
                <a:endParaRPr lang="en-US"/>
              </a:p>
            </p:txBody>
          </p:sp>
          <p:sp>
            <p:nvSpPr>
              <p:cNvPr id="637266" name="Line 127"/>
              <p:cNvSpPr>
                <a:spLocks noChangeShapeType="1"/>
              </p:cNvSpPr>
              <p:nvPr/>
            </p:nvSpPr>
            <p:spPr bwMode="auto">
              <a:xfrm flipV="1">
                <a:off x="2286000" y="3243263"/>
                <a:ext cx="9525" cy="22225"/>
              </a:xfrm>
              <a:prstGeom prst="line">
                <a:avLst/>
              </a:prstGeom>
              <a:noFill/>
              <a:ln w="28575">
                <a:solidFill>
                  <a:srgbClr val="FF0000"/>
                </a:solidFill>
                <a:round/>
                <a:headEnd/>
                <a:tailEnd/>
              </a:ln>
            </p:spPr>
            <p:txBody>
              <a:bodyPr/>
              <a:lstStyle/>
              <a:p>
                <a:endParaRPr lang="en-US"/>
              </a:p>
            </p:txBody>
          </p:sp>
          <p:sp>
            <p:nvSpPr>
              <p:cNvPr id="637267" name="Line 128"/>
              <p:cNvSpPr>
                <a:spLocks noChangeShapeType="1"/>
              </p:cNvSpPr>
              <p:nvPr/>
            </p:nvSpPr>
            <p:spPr bwMode="auto">
              <a:xfrm flipV="1">
                <a:off x="2295525" y="3238501"/>
                <a:ext cx="1588" cy="4763"/>
              </a:xfrm>
              <a:prstGeom prst="line">
                <a:avLst/>
              </a:prstGeom>
              <a:noFill/>
              <a:ln w="28575">
                <a:solidFill>
                  <a:srgbClr val="FF0000"/>
                </a:solidFill>
                <a:round/>
                <a:headEnd/>
                <a:tailEnd/>
              </a:ln>
            </p:spPr>
            <p:txBody>
              <a:bodyPr/>
              <a:lstStyle/>
              <a:p>
                <a:endParaRPr lang="en-US"/>
              </a:p>
            </p:txBody>
          </p:sp>
          <p:sp>
            <p:nvSpPr>
              <p:cNvPr id="637268" name="Line 129"/>
              <p:cNvSpPr>
                <a:spLocks noChangeShapeType="1"/>
              </p:cNvSpPr>
              <p:nvPr/>
            </p:nvSpPr>
            <p:spPr bwMode="auto">
              <a:xfrm flipV="1">
                <a:off x="2308225" y="3192463"/>
                <a:ext cx="6350" cy="15875"/>
              </a:xfrm>
              <a:prstGeom prst="line">
                <a:avLst/>
              </a:prstGeom>
              <a:noFill/>
              <a:ln w="28575">
                <a:solidFill>
                  <a:srgbClr val="FF0000"/>
                </a:solidFill>
                <a:round/>
                <a:headEnd/>
                <a:tailEnd/>
              </a:ln>
            </p:spPr>
            <p:txBody>
              <a:bodyPr/>
              <a:lstStyle/>
              <a:p>
                <a:endParaRPr lang="en-US"/>
              </a:p>
            </p:txBody>
          </p:sp>
          <p:sp>
            <p:nvSpPr>
              <p:cNvPr id="637269" name="Line 130"/>
              <p:cNvSpPr>
                <a:spLocks noChangeShapeType="1"/>
              </p:cNvSpPr>
              <p:nvPr/>
            </p:nvSpPr>
            <p:spPr bwMode="auto">
              <a:xfrm flipV="1">
                <a:off x="2314575" y="3175001"/>
                <a:ext cx="4763" cy="17463"/>
              </a:xfrm>
              <a:prstGeom prst="line">
                <a:avLst/>
              </a:prstGeom>
              <a:noFill/>
              <a:ln w="28575">
                <a:solidFill>
                  <a:srgbClr val="FF0000"/>
                </a:solidFill>
                <a:round/>
                <a:headEnd/>
                <a:tailEnd/>
              </a:ln>
            </p:spPr>
            <p:txBody>
              <a:bodyPr/>
              <a:lstStyle/>
              <a:p>
                <a:endParaRPr lang="en-US"/>
              </a:p>
            </p:txBody>
          </p:sp>
          <p:sp>
            <p:nvSpPr>
              <p:cNvPr id="637270" name="Line 131"/>
              <p:cNvSpPr>
                <a:spLocks noChangeShapeType="1"/>
              </p:cNvSpPr>
              <p:nvPr/>
            </p:nvSpPr>
            <p:spPr bwMode="auto">
              <a:xfrm flipV="1">
                <a:off x="2330450" y="3133726"/>
                <a:ext cx="1588" cy="9525"/>
              </a:xfrm>
              <a:prstGeom prst="line">
                <a:avLst/>
              </a:prstGeom>
              <a:noFill/>
              <a:ln w="28575">
                <a:solidFill>
                  <a:srgbClr val="FF0000"/>
                </a:solidFill>
                <a:round/>
                <a:headEnd/>
                <a:tailEnd/>
              </a:ln>
            </p:spPr>
            <p:txBody>
              <a:bodyPr/>
              <a:lstStyle/>
              <a:p>
                <a:endParaRPr lang="en-US"/>
              </a:p>
            </p:txBody>
          </p:sp>
          <p:sp>
            <p:nvSpPr>
              <p:cNvPr id="637271" name="Line 132"/>
              <p:cNvSpPr>
                <a:spLocks noChangeShapeType="1"/>
              </p:cNvSpPr>
              <p:nvPr/>
            </p:nvSpPr>
            <p:spPr bwMode="auto">
              <a:xfrm flipV="1">
                <a:off x="2332038" y="3109913"/>
                <a:ext cx="7938" cy="23813"/>
              </a:xfrm>
              <a:prstGeom prst="line">
                <a:avLst/>
              </a:prstGeom>
              <a:noFill/>
              <a:ln w="28575">
                <a:solidFill>
                  <a:srgbClr val="FF0000"/>
                </a:solidFill>
                <a:round/>
                <a:headEnd/>
                <a:tailEnd/>
              </a:ln>
            </p:spPr>
            <p:txBody>
              <a:bodyPr/>
              <a:lstStyle/>
              <a:p>
                <a:endParaRPr lang="en-US"/>
              </a:p>
            </p:txBody>
          </p:sp>
          <p:sp>
            <p:nvSpPr>
              <p:cNvPr id="637272" name="Line 133"/>
              <p:cNvSpPr>
                <a:spLocks noChangeShapeType="1"/>
              </p:cNvSpPr>
              <p:nvPr/>
            </p:nvSpPr>
            <p:spPr bwMode="auto">
              <a:xfrm flipV="1">
                <a:off x="2349500" y="3068638"/>
                <a:ext cx="1588" cy="6350"/>
              </a:xfrm>
              <a:prstGeom prst="line">
                <a:avLst/>
              </a:prstGeom>
              <a:noFill/>
              <a:ln w="28575">
                <a:solidFill>
                  <a:srgbClr val="FF0000"/>
                </a:solidFill>
                <a:round/>
                <a:headEnd/>
                <a:tailEnd/>
              </a:ln>
            </p:spPr>
            <p:txBody>
              <a:bodyPr/>
              <a:lstStyle/>
              <a:p>
                <a:endParaRPr lang="en-US"/>
              </a:p>
            </p:txBody>
          </p:sp>
          <p:sp>
            <p:nvSpPr>
              <p:cNvPr id="637273" name="Line 134"/>
              <p:cNvSpPr>
                <a:spLocks noChangeShapeType="1"/>
              </p:cNvSpPr>
              <p:nvPr/>
            </p:nvSpPr>
            <p:spPr bwMode="auto">
              <a:xfrm flipV="1">
                <a:off x="2351088" y="3041651"/>
                <a:ext cx="7938" cy="26988"/>
              </a:xfrm>
              <a:prstGeom prst="line">
                <a:avLst/>
              </a:prstGeom>
              <a:noFill/>
              <a:ln w="28575">
                <a:solidFill>
                  <a:srgbClr val="FF0000"/>
                </a:solidFill>
                <a:round/>
                <a:headEnd/>
                <a:tailEnd/>
              </a:ln>
            </p:spPr>
            <p:txBody>
              <a:bodyPr/>
              <a:lstStyle/>
              <a:p>
                <a:endParaRPr lang="en-US"/>
              </a:p>
            </p:txBody>
          </p:sp>
          <p:sp>
            <p:nvSpPr>
              <p:cNvPr id="637274" name="Line 135"/>
              <p:cNvSpPr>
                <a:spLocks noChangeShapeType="1"/>
              </p:cNvSpPr>
              <p:nvPr/>
            </p:nvSpPr>
            <p:spPr bwMode="auto">
              <a:xfrm flipV="1">
                <a:off x="2366963" y="3000376"/>
                <a:ext cx="3175" cy="7938"/>
              </a:xfrm>
              <a:prstGeom prst="line">
                <a:avLst/>
              </a:prstGeom>
              <a:noFill/>
              <a:ln w="28575">
                <a:solidFill>
                  <a:srgbClr val="FF0000"/>
                </a:solidFill>
                <a:round/>
                <a:headEnd/>
                <a:tailEnd/>
              </a:ln>
            </p:spPr>
            <p:txBody>
              <a:bodyPr/>
              <a:lstStyle/>
              <a:p>
                <a:endParaRPr lang="en-US"/>
              </a:p>
            </p:txBody>
          </p:sp>
          <p:sp>
            <p:nvSpPr>
              <p:cNvPr id="637275" name="Line 136"/>
              <p:cNvSpPr>
                <a:spLocks noChangeShapeType="1"/>
              </p:cNvSpPr>
              <p:nvPr/>
            </p:nvSpPr>
            <p:spPr bwMode="auto">
              <a:xfrm flipV="1">
                <a:off x="2370138" y="2973388"/>
                <a:ext cx="6350" cy="26988"/>
              </a:xfrm>
              <a:prstGeom prst="line">
                <a:avLst/>
              </a:prstGeom>
              <a:noFill/>
              <a:ln w="28575">
                <a:solidFill>
                  <a:srgbClr val="FF0000"/>
                </a:solidFill>
                <a:round/>
                <a:headEnd/>
                <a:tailEnd/>
              </a:ln>
            </p:spPr>
            <p:txBody>
              <a:bodyPr/>
              <a:lstStyle/>
              <a:p>
                <a:endParaRPr lang="en-US"/>
              </a:p>
            </p:txBody>
          </p:sp>
          <p:sp>
            <p:nvSpPr>
              <p:cNvPr id="637276" name="Line 137"/>
              <p:cNvSpPr>
                <a:spLocks noChangeShapeType="1"/>
              </p:cNvSpPr>
              <p:nvPr/>
            </p:nvSpPr>
            <p:spPr bwMode="auto">
              <a:xfrm flipV="1">
                <a:off x="2386013" y="2932113"/>
                <a:ext cx="1588" cy="7938"/>
              </a:xfrm>
              <a:prstGeom prst="line">
                <a:avLst/>
              </a:prstGeom>
              <a:noFill/>
              <a:ln w="28575">
                <a:solidFill>
                  <a:srgbClr val="FF0000"/>
                </a:solidFill>
                <a:round/>
                <a:headEnd/>
                <a:tailEnd/>
              </a:ln>
            </p:spPr>
            <p:txBody>
              <a:bodyPr/>
              <a:lstStyle/>
              <a:p>
                <a:endParaRPr lang="en-US"/>
              </a:p>
            </p:txBody>
          </p:sp>
          <p:sp>
            <p:nvSpPr>
              <p:cNvPr id="637277" name="Line 138"/>
              <p:cNvSpPr>
                <a:spLocks noChangeShapeType="1"/>
              </p:cNvSpPr>
              <p:nvPr/>
            </p:nvSpPr>
            <p:spPr bwMode="auto">
              <a:xfrm flipV="1">
                <a:off x="2387600" y="2906713"/>
                <a:ext cx="7938" cy="25400"/>
              </a:xfrm>
              <a:prstGeom prst="line">
                <a:avLst/>
              </a:prstGeom>
              <a:noFill/>
              <a:ln w="28575">
                <a:solidFill>
                  <a:srgbClr val="FF0000"/>
                </a:solidFill>
                <a:round/>
                <a:headEnd/>
                <a:tailEnd/>
              </a:ln>
            </p:spPr>
            <p:txBody>
              <a:bodyPr/>
              <a:lstStyle/>
              <a:p>
                <a:endParaRPr lang="en-US"/>
              </a:p>
            </p:txBody>
          </p:sp>
          <p:sp>
            <p:nvSpPr>
              <p:cNvPr id="637278" name="Line 139"/>
              <p:cNvSpPr>
                <a:spLocks noChangeShapeType="1"/>
              </p:cNvSpPr>
              <p:nvPr/>
            </p:nvSpPr>
            <p:spPr bwMode="auto">
              <a:xfrm flipV="1">
                <a:off x="2403475" y="2862263"/>
                <a:ext cx="3175" cy="9525"/>
              </a:xfrm>
              <a:prstGeom prst="line">
                <a:avLst/>
              </a:prstGeom>
              <a:noFill/>
              <a:ln w="28575">
                <a:solidFill>
                  <a:srgbClr val="FF0000"/>
                </a:solidFill>
                <a:round/>
                <a:headEnd/>
                <a:tailEnd/>
              </a:ln>
            </p:spPr>
            <p:txBody>
              <a:bodyPr/>
              <a:lstStyle/>
              <a:p>
                <a:endParaRPr lang="en-US"/>
              </a:p>
            </p:txBody>
          </p:sp>
          <p:sp>
            <p:nvSpPr>
              <p:cNvPr id="637279" name="Line 140"/>
              <p:cNvSpPr>
                <a:spLocks noChangeShapeType="1"/>
              </p:cNvSpPr>
              <p:nvPr/>
            </p:nvSpPr>
            <p:spPr bwMode="auto">
              <a:xfrm flipV="1">
                <a:off x="2406650" y="2838451"/>
                <a:ext cx="6350" cy="23813"/>
              </a:xfrm>
              <a:prstGeom prst="line">
                <a:avLst/>
              </a:prstGeom>
              <a:noFill/>
              <a:ln w="28575">
                <a:solidFill>
                  <a:srgbClr val="FF0000"/>
                </a:solidFill>
                <a:round/>
                <a:headEnd/>
                <a:tailEnd/>
              </a:ln>
            </p:spPr>
            <p:txBody>
              <a:bodyPr/>
              <a:lstStyle/>
              <a:p>
                <a:endParaRPr lang="en-US"/>
              </a:p>
            </p:txBody>
          </p:sp>
          <p:sp>
            <p:nvSpPr>
              <p:cNvPr id="637280" name="Line 141"/>
              <p:cNvSpPr>
                <a:spLocks noChangeShapeType="1"/>
              </p:cNvSpPr>
              <p:nvPr/>
            </p:nvSpPr>
            <p:spPr bwMode="auto">
              <a:xfrm flipV="1">
                <a:off x="2422525" y="2798763"/>
                <a:ext cx="3175" cy="6350"/>
              </a:xfrm>
              <a:prstGeom prst="line">
                <a:avLst/>
              </a:prstGeom>
              <a:noFill/>
              <a:ln w="28575">
                <a:solidFill>
                  <a:srgbClr val="FF0000"/>
                </a:solidFill>
                <a:round/>
                <a:headEnd/>
                <a:tailEnd/>
              </a:ln>
            </p:spPr>
            <p:txBody>
              <a:bodyPr/>
              <a:lstStyle/>
              <a:p>
                <a:endParaRPr lang="en-US"/>
              </a:p>
            </p:txBody>
          </p:sp>
          <p:sp>
            <p:nvSpPr>
              <p:cNvPr id="637281" name="Line 142"/>
              <p:cNvSpPr>
                <a:spLocks noChangeShapeType="1"/>
              </p:cNvSpPr>
              <p:nvPr/>
            </p:nvSpPr>
            <p:spPr bwMode="auto">
              <a:xfrm flipV="1">
                <a:off x="2425700" y="2771776"/>
                <a:ext cx="7938" cy="26988"/>
              </a:xfrm>
              <a:prstGeom prst="line">
                <a:avLst/>
              </a:prstGeom>
              <a:noFill/>
              <a:ln w="28575">
                <a:solidFill>
                  <a:srgbClr val="FF0000"/>
                </a:solidFill>
                <a:round/>
                <a:headEnd/>
                <a:tailEnd/>
              </a:ln>
            </p:spPr>
            <p:txBody>
              <a:bodyPr/>
              <a:lstStyle/>
              <a:p>
                <a:endParaRPr lang="en-US"/>
              </a:p>
            </p:txBody>
          </p:sp>
          <p:sp>
            <p:nvSpPr>
              <p:cNvPr id="637282" name="Line 143"/>
              <p:cNvSpPr>
                <a:spLocks noChangeShapeType="1"/>
              </p:cNvSpPr>
              <p:nvPr/>
            </p:nvSpPr>
            <p:spPr bwMode="auto">
              <a:xfrm flipV="1">
                <a:off x="2443163" y="2713038"/>
                <a:ext cx="9525" cy="25400"/>
              </a:xfrm>
              <a:prstGeom prst="line">
                <a:avLst/>
              </a:prstGeom>
              <a:noFill/>
              <a:ln w="28575">
                <a:solidFill>
                  <a:srgbClr val="FF0000"/>
                </a:solidFill>
                <a:round/>
                <a:headEnd/>
                <a:tailEnd/>
              </a:ln>
            </p:spPr>
            <p:txBody>
              <a:bodyPr/>
              <a:lstStyle/>
              <a:p>
                <a:endParaRPr lang="en-US"/>
              </a:p>
            </p:txBody>
          </p:sp>
          <p:sp>
            <p:nvSpPr>
              <p:cNvPr id="637283" name="Line 144"/>
              <p:cNvSpPr>
                <a:spLocks noChangeShapeType="1"/>
              </p:cNvSpPr>
              <p:nvPr/>
            </p:nvSpPr>
            <p:spPr bwMode="auto">
              <a:xfrm flipV="1">
                <a:off x="2452688" y="2706688"/>
                <a:ext cx="1588" cy="6350"/>
              </a:xfrm>
              <a:prstGeom prst="line">
                <a:avLst/>
              </a:prstGeom>
              <a:noFill/>
              <a:ln w="28575">
                <a:solidFill>
                  <a:srgbClr val="FF0000"/>
                </a:solidFill>
                <a:round/>
                <a:headEnd/>
                <a:tailEnd/>
              </a:ln>
            </p:spPr>
            <p:txBody>
              <a:bodyPr/>
              <a:lstStyle/>
              <a:p>
                <a:endParaRPr lang="en-US"/>
              </a:p>
            </p:txBody>
          </p:sp>
          <p:sp>
            <p:nvSpPr>
              <p:cNvPr id="637284" name="Line 145"/>
              <p:cNvSpPr>
                <a:spLocks noChangeShapeType="1"/>
              </p:cNvSpPr>
              <p:nvPr/>
            </p:nvSpPr>
            <p:spPr bwMode="auto">
              <a:xfrm flipV="1">
                <a:off x="2466975" y="2667001"/>
                <a:ext cx="4763" cy="9525"/>
              </a:xfrm>
              <a:prstGeom prst="line">
                <a:avLst/>
              </a:prstGeom>
              <a:noFill/>
              <a:ln w="28575">
                <a:solidFill>
                  <a:srgbClr val="FF0000"/>
                </a:solidFill>
                <a:round/>
                <a:headEnd/>
                <a:tailEnd/>
              </a:ln>
            </p:spPr>
            <p:txBody>
              <a:bodyPr/>
              <a:lstStyle/>
              <a:p>
                <a:endParaRPr lang="en-US"/>
              </a:p>
            </p:txBody>
          </p:sp>
          <p:sp>
            <p:nvSpPr>
              <p:cNvPr id="637285" name="Line 146"/>
              <p:cNvSpPr>
                <a:spLocks noChangeShapeType="1"/>
              </p:cNvSpPr>
              <p:nvPr/>
            </p:nvSpPr>
            <p:spPr bwMode="auto">
              <a:xfrm flipV="1">
                <a:off x="2471738" y="2647951"/>
                <a:ext cx="7938" cy="19050"/>
              </a:xfrm>
              <a:prstGeom prst="line">
                <a:avLst/>
              </a:prstGeom>
              <a:noFill/>
              <a:ln w="28575">
                <a:solidFill>
                  <a:srgbClr val="FF0000"/>
                </a:solidFill>
                <a:round/>
                <a:headEnd/>
                <a:tailEnd/>
              </a:ln>
            </p:spPr>
            <p:txBody>
              <a:bodyPr/>
              <a:lstStyle/>
              <a:p>
                <a:endParaRPr lang="en-US"/>
              </a:p>
            </p:txBody>
          </p:sp>
          <p:sp>
            <p:nvSpPr>
              <p:cNvPr id="637286" name="Line 147"/>
              <p:cNvSpPr>
                <a:spLocks noChangeShapeType="1"/>
              </p:cNvSpPr>
              <p:nvPr/>
            </p:nvSpPr>
            <p:spPr bwMode="auto">
              <a:xfrm flipV="1">
                <a:off x="2479675" y="2647951"/>
                <a:ext cx="1588" cy="1588"/>
              </a:xfrm>
              <a:prstGeom prst="line">
                <a:avLst/>
              </a:prstGeom>
              <a:noFill/>
              <a:ln w="28575">
                <a:solidFill>
                  <a:srgbClr val="FF0000"/>
                </a:solidFill>
                <a:round/>
                <a:headEnd/>
                <a:tailEnd/>
              </a:ln>
            </p:spPr>
            <p:txBody>
              <a:bodyPr/>
              <a:lstStyle/>
              <a:p>
                <a:endParaRPr lang="en-US"/>
              </a:p>
            </p:txBody>
          </p:sp>
          <p:sp>
            <p:nvSpPr>
              <p:cNvPr id="637287" name="Line 148"/>
              <p:cNvSpPr>
                <a:spLocks noChangeShapeType="1"/>
              </p:cNvSpPr>
              <p:nvPr/>
            </p:nvSpPr>
            <p:spPr bwMode="auto">
              <a:xfrm flipV="1">
                <a:off x="2495550" y="2619376"/>
                <a:ext cx="3175" cy="4763"/>
              </a:xfrm>
              <a:prstGeom prst="line">
                <a:avLst/>
              </a:prstGeom>
              <a:noFill/>
              <a:ln w="28575">
                <a:solidFill>
                  <a:srgbClr val="FF0000"/>
                </a:solidFill>
                <a:round/>
                <a:headEnd/>
                <a:tailEnd/>
              </a:ln>
            </p:spPr>
            <p:txBody>
              <a:bodyPr/>
              <a:lstStyle/>
              <a:p>
                <a:endParaRPr lang="en-US"/>
              </a:p>
            </p:txBody>
          </p:sp>
          <p:sp>
            <p:nvSpPr>
              <p:cNvPr id="637288" name="Line 149"/>
              <p:cNvSpPr>
                <a:spLocks noChangeShapeType="1"/>
              </p:cNvSpPr>
              <p:nvPr/>
            </p:nvSpPr>
            <p:spPr bwMode="auto">
              <a:xfrm flipV="1">
                <a:off x="2498725" y="2609851"/>
                <a:ext cx="9525" cy="9525"/>
              </a:xfrm>
              <a:prstGeom prst="line">
                <a:avLst/>
              </a:prstGeom>
              <a:noFill/>
              <a:ln w="28575">
                <a:solidFill>
                  <a:srgbClr val="FF0000"/>
                </a:solidFill>
                <a:round/>
                <a:headEnd/>
                <a:tailEnd/>
              </a:ln>
            </p:spPr>
            <p:txBody>
              <a:bodyPr/>
              <a:lstStyle/>
              <a:p>
                <a:endParaRPr lang="en-US"/>
              </a:p>
            </p:txBody>
          </p:sp>
          <p:sp>
            <p:nvSpPr>
              <p:cNvPr id="637289" name="Line 150"/>
              <p:cNvSpPr>
                <a:spLocks noChangeShapeType="1"/>
              </p:cNvSpPr>
              <p:nvPr/>
            </p:nvSpPr>
            <p:spPr bwMode="auto">
              <a:xfrm flipV="1">
                <a:off x="2508250" y="2605088"/>
                <a:ext cx="6350" cy="4763"/>
              </a:xfrm>
              <a:prstGeom prst="line">
                <a:avLst/>
              </a:prstGeom>
              <a:noFill/>
              <a:ln w="28575">
                <a:solidFill>
                  <a:srgbClr val="FF0000"/>
                </a:solidFill>
                <a:round/>
                <a:headEnd/>
                <a:tailEnd/>
              </a:ln>
            </p:spPr>
            <p:txBody>
              <a:bodyPr/>
              <a:lstStyle/>
              <a:p>
                <a:endParaRPr lang="en-US"/>
              </a:p>
            </p:txBody>
          </p:sp>
          <p:sp>
            <p:nvSpPr>
              <p:cNvPr id="637290" name="Line 151"/>
              <p:cNvSpPr>
                <a:spLocks noChangeShapeType="1"/>
              </p:cNvSpPr>
              <p:nvPr/>
            </p:nvSpPr>
            <p:spPr bwMode="auto">
              <a:xfrm>
                <a:off x="2533650" y="2600326"/>
                <a:ext cx="1588" cy="1588"/>
              </a:xfrm>
              <a:prstGeom prst="line">
                <a:avLst/>
              </a:prstGeom>
              <a:noFill/>
              <a:ln w="28575">
                <a:solidFill>
                  <a:srgbClr val="FF0000"/>
                </a:solidFill>
                <a:round/>
                <a:headEnd/>
                <a:tailEnd/>
              </a:ln>
            </p:spPr>
            <p:txBody>
              <a:bodyPr/>
              <a:lstStyle/>
              <a:p>
                <a:endParaRPr lang="en-US"/>
              </a:p>
            </p:txBody>
          </p:sp>
          <p:sp>
            <p:nvSpPr>
              <p:cNvPr id="637291" name="Line 152"/>
              <p:cNvSpPr>
                <a:spLocks noChangeShapeType="1"/>
              </p:cNvSpPr>
              <p:nvPr/>
            </p:nvSpPr>
            <p:spPr bwMode="auto">
              <a:xfrm>
                <a:off x="2535238" y="2600326"/>
                <a:ext cx="9525" cy="3175"/>
              </a:xfrm>
              <a:prstGeom prst="line">
                <a:avLst/>
              </a:prstGeom>
              <a:noFill/>
              <a:ln w="28575">
                <a:solidFill>
                  <a:srgbClr val="FF0000"/>
                </a:solidFill>
                <a:round/>
                <a:headEnd/>
                <a:tailEnd/>
              </a:ln>
            </p:spPr>
            <p:txBody>
              <a:bodyPr/>
              <a:lstStyle/>
              <a:p>
                <a:endParaRPr lang="en-US"/>
              </a:p>
            </p:txBody>
          </p:sp>
          <p:sp>
            <p:nvSpPr>
              <p:cNvPr id="637292" name="Line 153"/>
              <p:cNvSpPr>
                <a:spLocks noChangeShapeType="1"/>
              </p:cNvSpPr>
              <p:nvPr/>
            </p:nvSpPr>
            <p:spPr bwMode="auto">
              <a:xfrm>
                <a:off x="2544763" y="2603501"/>
                <a:ext cx="9525" cy="6350"/>
              </a:xfrm>
              <a:prstGeom prst="line">
                <a:avLst/>
              </a:prstGeom>
              <a:noFill/>
              <a:ln w="28575">
                <a:solidFill>
                  <a:srgbClr val="FF0000"/>
                </a:solidFill>
                <a:round/>
                <a:headEnd/>
                <a:tailEnd/>
              </a:ln>
            </p:spPr>
            <p:txBody>
              <a:bodyPr/>
              <a:lstStyle/>
              <a:p>
                <a:endParaRPr lang="en-US"/>
              </a:p>
            </p:txBody>
          </p:sp>
          <p:sp>
            <p:nvSpPr>
              <p:cNvPr id="637293" name="Line 154"/>
              <p:cNvSpPr>
                <a:spLocks noChangeShapeType="1"/>
              </p:cNvSpPr>
              <p:nvPr/>
            </p:nvSpPr>
            <p:spPr bwMode="auto">
              <a:xfrm>
                <a:off x="2571750" y="2630488"/>
                <a:ext cx="1588" cy="1588"/>
              </a:xfrm>
              <a:prstGeom prst="line">
                <a:avLst/>
              </a:prstGeom>
              <a:noFill/>
              <a:ln w="28575">
                <a:solidFill>
                  <a:srgbClr val="FF0000"/>
                </a:solidFill>
                <a:round/>
                <a:headEnd/>
                <a:tailEnd/>
              </a:ln>
            </p:spPr>
            <p:txBody>
              <a:bodyPr/>
              <a:lstStyle/>
              <a:p>
                <a:endParaRPr lang="en-US"/>
              </a:p>
            </p:txBody>
          </p:sp>
          <p:sp>
            <p:nvSpPr>
              <p:cNvPr id="637294" name="Line 155"/>
              <p:cNvSpPr>
                <a:spLocks noChangeShapeType="1"/>
              </p:cNvSpPr>
              <p:nvPr/>
            </p:nvSpPr>
            <p:spPr bwMode="auto">
              <a:xfrm>
                <a:off x="2573338" y="2632076"/>
                <a:ext cx="9525" cy="15875"/>
              </a:xfrm>
              <a:prstGeom prst="line">
                <a:avLst/>
              </a:prstGeom>
              <a:noFill/>
              <a:ln w="28575">
                <a:solidFill>
                  <a:srgbClr val="FF0000"/>
                </a:solidFill>
                <a:round/>
                <a:headEnd/>
                <a:tailEnd/>
              </a:ln>
            </p:spPr>
            <p:txBody>
              <a:bodyPr/>
              <a:lstStyle/>
              <a:p>
                <a:endParaRPr lang="en-US"/>
              </a:p>
            </p:txBody>
          </p:sp>
          <p:sp>
            <p:nvSpPr>
              <p:cNvPr id="637295" name="Line 156"/>
              <p:cNvSpPr>
                <a:spLocks noChangeShapeType="1"/>
              </p:cNvSpPr>
              <p:nvPr/>
            </p:nvSpPr>
            <p:spPr bwMode="auto">
              <a:xfrm>
                <a:off x="2582863" y="2647951"/>
                <a:ext cx="3175" cy="9525"/>
              </a:xfrm>
              <a:prstGeom prst="line">
                <a:avLst/>
              </a:prstGeom>
              <a:noFill/>
              <a:ln w="28575">
                <a:solidFill>
                  <a:srgbClr val="FF0000"/>
                </a:solidFill>
                <a:round/>
                <a:headEnd/>
                <a:tailEnd/>
              </a:ln>
            </p:spPr>
            <p:txBody>
              <a:bodyPr/>
              <a:lstStyle/>
              <a:p>
                <a:endParaRPr lang="en-US"/>
              </a:p>
            </p:txBody>
          </p:sp>
          <p:sp>
            <p:nvSpPr>
              <p:cNvPr id="637296" name="Line 157"/>
              <p:cNvSpPr>
                <a:spLocks noChangeShapeType="1"/>
              </p:cNvSpPr>
              <p:nvPr/>
            </p:nvSpPr>
            <p:spPr bwMode="auto">
              <a:xfrm>
                <a:off x="2598738" y="2686051"/>
                <a:ext cx="1588" cy="3175"/>
              </a:xfrm>
              <a:prstGeom prst="line">
                <a:avLst/>
              </a:prstGeom>
              <a:noFill/>
              <a:ln w="28575">
                <a:solidFill>
                  <a:srgbClr val="FF0000"/>
                </a:solidFill>
                <a:round/>
                <a:headEnd/>
                <a:tailEnd/>
              </a:ln>
            </p:spPr>
            <p:txBody>
              <a:bodyPr/>
              <a:lstStyle/>
              <a:p>
                <a:endParaRPr lang="en-US"/>
              </a:p>
            </p:txBody>
          </p:sp>
          <p:sp>
            <p:nvSpPr>
              <p:cNvPr id="637297" name="Line 158"/>
              <p:cNvSpPr>
                <a:spLocks noChangeShapeType="1"/>
              </p:cNvSpPr>
              <p:nvPr/>
            </p:nvSpPr>
            <p:spPr bwMode="auto">
              <a:xfrm>
                <a:off x="2600325" y="2689226"/>
                <a:ext cx="9525" cy="23813"/>
              </a:xfrm>
              <a:prstGeom prst="line">
                <a:avLst/>
              </a:prstGeom>
              <a:noFill/>
              <a:ln w="28575">
                <a:solidFill>
                  <a:srgbClr val="FF0000"/>
                </a:solidFill>
                <a:round/>
                <a:headEnd/>
                <a:tailEnd/>
              </a:ln>
            </p:spPr>
            <p:txBody>
              <a:bodyPr/>
              <a:lstStyle/>
              <a:p>
                <a:endParaRPr lang="en-US"/>
              </a:p>
            </p:txBody>
          </p:sp>
          <p:sp>
            <p:nvSpPr>
              <p:cNvPr id="637298" name="Line 159"/>
              <p:cNvSpPr>
                <a:spLocks noChangeShapeType="1"/>
              </p:cNvSpPr>
              <p:nvPr/>
            </p:nvSpPr>
            <p:spPr bwMode="auto">
              <a:xfrm>
                <a:off x="2609850" y="2713038"/>
                <a:ext cx="1588" cy="3175"/>
              </a:xfrm>
              <a:prstGeom prst="line">
                <a:avLst/>
              </a:prstGeom>
              <a:noFill/>
              <a:ln w="28575">
                <a:solidFill>
                  <a:srgbClr val="FF0000"/>
                </a:solidFill>
                <a:round/>
                <a:headEnd/>
                <a:tailEnd/>
              </a:ln>
            </p:spPr>
            <p:txBody>
              <a:bodyPr/>
              <a:lstStyle/>
              <a:p>
                <a:endParaRPr lang="en-US"/>
              </a:p>
            </p:txBody>
          </p:sp>
          <p:sp>
            <p:nvSpPr>
              <p:cNvPr id="637299" name="Line 160"/>
              <p:cNvSpPr>
                <a:spLocks noChangeShapeType="1"/>
              </p:cNvSpPr>
              <p:nvPr/>
            </p:nvSpPr>
            <p:spPr bwMode="auto">
              <a:xfrm>
                <a:off x="2622550" y="2749551"/>
                <a:ext cx="6350" cy="19050"/>
              </a:xfrm>
              <a:prstGeom prst="line">
                <a:avLst/>
              </a:prstGeom>
              <a:noFill/>
              <a:ln w="28575">
                <a:solidFill>
                  <a:srgbClr val="FF0000"/>
                </a:solidFill>
                <a:round/>
                <a:headEnd/>
                <a:tailEnd/>
              </a:ln>
            </p:spPr>
            <p:txBody>
              <a:bodyPr/>
              <a:lstStyle/>
              <a:p>
                <a:endParaRPr lang="en-US"/>
              </a:p>
            </p:txBody>
          </p:sp>
          <p:sp>
            <p:nvSpPr>
              <p:cNvPr id="637300" name="Line 161"/>
              <p:cNvSpPr>
                <a:spLocks noChangeShapeType="1"/>
              </p:cNvSpPr>
              <p:nvPr/>
            </p:nvSpPr>
            <p:spPr bwMode="auto">
              <a:xfrm>
                <a:off x="2628900" y="2768601"/>
                <a:ext cx="3175" cy="12700"/>
              </a:xfrm>
              <a:prstGeom prst="line">
                <a:avLst/>
              </a:prstGeom>
              <a:noFill/>
              <a:ln w="28575">
                <a:solidFill>
                  <a:srgbClr val="FF0000"/>
                </a:solidFill>
                <a:round/>
                <a:headEnd/>
                <a:tailEnd/>
              </a:ln>
            </p:spPr>
            <p:txBody>
              <a:bodyPr/>
              <a:lstStyle/>
              <a:p>
                <a:endParaRPr lang="en-US"/>
              </a:p>
            </p:txBody>
          </p:sp>
          <p:sp>
            <p:nvSpPr>
              <p:cNvPr id="637301" name="Line 162"/>
              <p:cNvSpPr>
                <a:spLocks noChangeShapeType="1"/>
              </p:cNvSpPr>
              <p:nvPr/>
            </p:nvSpPr>
            <p:spPr bwMode="auto">
              <a:xfrm>
                <a:off x="2643188" y="2814638"/>
                <a:ext cx="3175" cy="15875"/>
              </a:xfrm>
              <a:prstGeom prst="line">
                <a:avLst/>
              </a:prstGeom>
              <a:noFill/>
              <a:ln w="28575">
                <a:solidFill>
                  <a:srgbClr val="FF0000"/>
                </a:solidFill>
                <a:round/>
                <a:headEnd/>
                <a:tailEnd/>
              </a:ln>
            </p:spPr>
            <p:txBody>
              <a:bodyPr/>
              <a:lstStyle/>
              <a:p>
                <a:endParaRPr lang="en-US"/>
              </a:p>
            </p:txBody>
          </p:sp>
          <p:sp>
            <p:nvSpPr>
              <p:cNvPr id="637302" name="Line 163"/>
              <p:cNvSpPr>
                <a:spLocks noChangeShapeType="1"/>
              </p:cNvSpPr>
              <p:nvPr/>
            </p:nvSpPr>
            <p:spPr bwMode="auto">
              <a:xfrm>
                <a:off x="2646363" y="2830513"/>
                <a:ext cx="6350" cy="17463"/>
              </a:xfrm>
              <a:prstGeom prst="line">
                <a:avLst/>
              </a:prstGeom>
              <a:noFill/>
              <a:ln w="28575">
                <a:solidFill>
                  <a:srgbClr val="FF0000"/>
                </a:solidFill>
                <a:round/>
                <a:headEnd/>
                <a:tailEnd/>
              </a:ln>
            </p:spPr>
            <p:txBody>
              <a:bodyPr/>
              <a:lstStyle/>
              <a:p>
                <a:endParaRPr lang="en-US"/>
              </a:p>
            </p:txBody>
          </p:sp>
          <p:sp>
            <p:nvSpPr>
              <p:cNvPr id="637303" name="Line 164"/>
              <p:cNvSpPr>
                <a:spLocks noChangeShapeType="1"/>
              </p:cNvSpPr>
              <p:nvPr/>
            </p:nvSpPr>
            <p:spPr bwMode="auto">
              <a:xfrm>
                <a:off x="2660650" y="2882901"/>
                <a:ext cx="4763" cy="14288"/>
              </a:xfrm>
              <a:prstGeom prst="line">
                <a:avLst/>
              </a:prstGeom>
              <a:noFill/>
              <a:ln w="28575">
                <a:solidFill>
                  <a:srgbClr val="FF0000"/>
                </a:solidFill>
                <a:round/>
                <a:headEnd/>
                <a:tailEnd/>
              </a:ln>
            </p:spPr>
            <p:txBody>
              <a:bodyPr/>
              <a:lstStyle/>
              <a:p>
                <a:endParaRPr lang="en-US"/>
              </a:p>
            </p:txBody>
          </p:sp>
          <p:sp>
            <p:nvSpPr>
              <p:cNvPr id="637304" name="Line 165"/>
              <p:cNvSpPr>
                <a:spLocks noChangeShapeType="1"/>
              </p:cNvSpPr>
              <p:nvPr/>
            </p:nvSpPr>
            <p:spPr bwMode="auto">
              <a:xfrm>
                <a:off x="2665413" y="2897188"/>
                <a:ext cx="4763" cy="19050"/>
              </a:xfrm>
              <a:prstGeom prst="line">
                <a:avLst/>
              </a:prstGeom>
              <a:noFill/>
              <a:ln w="28575">
                <a:solidFill>
                  <a:srgbClr val="FF0000"/>
                </a:solidFill>
                <a:round/>
                <a:headEnd/>
                <a:tailEnd/>
              </a:ln>
            </p:spPr>
            <p:txBody>
              <a:bodyPr/>
              <a:lstStyle/>
              <a:p>
                <a:endParaRPr lang="en-US"/>
              </a:p>
            </p:txBody>
          </p:sp>
          <p:sp>
            <p:nvSpPr>
              <p:cNvPr id="637305" name="Line 166"/>
              <p:cNvSpPr>
                <a:spLocks noChangeShapeType="1"/>
              </p:cNvSpPr>
              <p:nvPr/>
            </p:nvSpPr>
            <p:spPr bwMode="auto">
              <a:xfrm>
                <a:off x="2679700" y="2949576"/>
                <a:ext cx="4763" cy="17463"/>
              </a:xfrm>
              <a:prstGeom prst="line">
                <a:avLst/>
              </a:prstGeom>
              <a:noFill/>
              <a:ln w="28575">
                <a:solidFill>
                  <a:srgbClr val="FF0000"/>
                </a:solidFill>
                <a:round/>
                <a:headEnd/>
                <a:tailEnd/>
              </a:ln>
            </p:spPr>
            <p:txBody>
              <a:bodyPr/>
              <a:lstStyle/>
              <a:p>
                <a:endParaRPr lang="en-US"/>
              </a:p>
            </p:txBody>
          </p:sp>
          <p:sp>
            <p:nvSpPr>
              <p:cNvPr id="637306" name="Line 167"/>
              <p:cNvSpPr>
                <a:spLocks noChangeShapeType="1"/>
              </p:cNvSpPr>
              <p:nvPr/>
            </p:nvSpPr>
            <p:spPr bwMode="auto">
              <a:xfrm>
                <a:off x="2684463" y="2967038"/>
                <a:ext cx="4763" cy="17463"/>
              </a:xfrm>
              <a:prstGeom prst="line">
                <a:avLst/>
              </a:prstGeom>
              <a:noFill/>
              <a:ln w="28575">
                <a:solidFill>
                  <a:srgbClr val="FF0000"/>
                </a:solidFill>
                <a:round/>
                <a:headEnd/>
                <a:tailEnd/>
              </a:ln>
            </p:spPr>
            <p:txBody>
              <a:bodyPr/>
              <a:lstStyle/>
              <a:p>
                <a:endParaRPr lang="en-US"/>
              </a:p>
            </p:txBody>
          </p:sp>
          <p:sp>
            <p:nvSpPr>
              <p:cNvPr id="637307" name="Line 168"/>
              <p:cNvSpPr>
                <a:spLocks noChangeShapeType="1"/>
              </p:cNvSpPr>
              <p:nvPr/>
            </p:nvSpPr>
            <p:spPr bwMode="auto">
              <a:xfrm>
                <a:off x="2697163" y="3017838"/>
                <a:ext cx="4763" cy="17463"/>
              </a:xfrm>
              <a:prstGeom prst="line">
                <a:avLst/>
              </a:prstGeom>
              <a:noFill/>
              <a:ln w="28575">
                <a:solidFill>
                  <a:srgbClr val="FF0000"/>
                </a:solidFill>
                <a:round/>
                <a:headEnd/>
                <a:tailEnd/>
              </a:ln>
            </p:spPr>
            <p:txBody>
              <a:bodyPr/>
              <a:lstStyle/>
              <a:p>
                <a:endParaRPr lang="en-US"/>
              </a:p>
            </p:txBody>
          </p:sp>
          <p:sp>
            <p:nvSpPr>
              <p:cNvPr id="637308" name="Line 169"/>
              <p:cNvSpPr>
                <a:spLocks noChangeShapeType="1"/>
              </p:cNvSpPr>
              <p:nvPr/>
            </p:nvSpPr>
            <p:spPr bwMode="auto">
              <a:xfrm>
                <a:off x="2701925" y="3035301"/>
                <a:ext cx="4763" cy="17463"/>
              </a:xfrm>
              <a:prstGeom prst="line">
                <a:avLst/>
              </a:prstGeom>
              <a:noFill/>
              <a:ln w="28575">
                <a:solidFill>
                  <a:srgbClr val="FF0000"/>
                </a:solidFill>
                <a:round/>
                <a:headEnd/>
                <a:tailEnd/>
              </a:ln>
            </p:spPr>
            <p:txBody>
              <a:bodyPr/>
              <a:lstStyle/>
              <a:p>
                <a:endParaRPr lang="en-US"/>
              </a:p>
            </p:txBody>
          </p:sp>
          <p:sp>
            <p:nvSpPr>
              <p:cNvPr id="637309" name="Line 170"/>
              <p:cNvSpPr>
                <a:spLocks noChangeShapeType="1"/>
              </p:cNvSpPr>
              <p:nvPr/>
            </p:nvSpPr>
            <p:spPr bwMode="auto">
              <a:xfrm>
                <a:off x="2716213" y="3086101"/>
                <a:ext cx="4763" cy="15875"/>
              </a:xfrm>
              <a:prstGeom prst="line">
                <a:avLst/>
              </a:prstGeom>
              <a:noFill/>
              <a:ln w="28575">
                <a:solidFill>
                  <a:srgbClr val="FF0000"/>
                </a:solidFill>
                <a:round/>
                <a:headEnd/>
                <a:tailEnd/>
              </a:ln>
            </p:spPr>
            <p:txBody>
              <a:bodyPr/>
              <a:lstStyle/>
              <a:p>
                <a:endParaRPr lang="en-US"/>
              </a:p>
            </p:txBody>
          </p:sp>
          <p:sp>
            <p:nvSpPr>
              <p:cNvPr id="637310" name="Line 171"/>
              <p:cNvSpPr>
                <a:spLocks noChangeShapeType="1"/>
              </p:cNvSpPr>
              <p:nvPr/>
            </p:nvSpPr>
            <p:spPr bwMode="auto">
              <a:xfrm>
                <a:off x="2720975" y="3101976"/>
                <a:ext cx="4763" cy="17463"/>
              </a:xfrm>
              <a:prstGeom prst="line">
                <a:avLst/>
              </a:prstGeom>
              <a:noFill/>
              <a:ln w="28575">
                <a:solidFill>
                  <a:srgbClr val="FF0000"/>
                </a:solidFill>
                <a:round/>
                <a:headEnd/>
                <a:tailEnd/>
              </a:ln>
            </p:spPr>
            <p:txBody>
              <a:bodyPr/>
              <a:lstStyle/>
              <a:p>
                <a:endParaRPr lang="en-US"/>
              </a:p>
            </p:txBody>
          </p:sp>
          <p:sp>
            <p:nvSpPr>
              <p:cNvPr id="637311" name="Line 172"/>
              <p:cNvSpPr>
                <a:spLocks noChangeShapeType="1"/>
              </p:cNvSpPr>
              <p:nvPr/>
            </p:nvSpPr>
            <p:spPr bwMode="auto">
              <a:xfrm>
                <a:off x="2735263" y="3152776"/>
                <a:ext cx="4763" cy="11113"/>
              </a:xfrm>
              <a:prstGeom prst="line">
                <a:avLst/>
              </a:prstGeom>
              <a:noFill/>
              <a:ln w="28575">
                <a:solidFill>
                  <a:srgbClr val="FF0000"/>
                </a:solidFill>
                <a:round/>
                <a:headEnd/>
                <a:tailEnd/>
              </a:ln>
            </p:spPr>
            <p:txBody>
              <a:bodyPr/>
              <a:lstStyle/>
              <a:p>
                <a:endParaRPr lang="en-US"/>
              </a:p>
            </p:txBody>
          </p:sp>
          <p:sp>
            <p:nvSpPr>
              <p:cNvPr id="637312" name="Line 173"/>
              <p:cNvSpPr>
                <a:spLocks noChangeShapeType="1"/>
              </p:cNvSpPr>
              <p:nvPr/>
            </p:nvSpPr>
            <p:spPr bwMode="auto">
              <a:xfrm>
                <a:off x="2740025" y="3163888"/>
                <a:ext cx="6350" cy="22225"/>
              </a:xfrm>
              <a:prstGeom prst="line">
                <a:avLst/>
              </a:prstGeom>
              <a:noFill/>
              <a:ln w="28575">
                <a:solidFill>
                  <a:srgbClr val="FF0000"/>
                </a:solidFill>
                <a:round/>
                <a:headEnd/>
                <a:tailEnd/>
              </a:ln>
            </p:spPr>
            <p:txBody>
              <a:bodyPr/>
              <a:lstStyle/>
              <a:p>
                <a:endParaRPr lang="en-US"/>
              </a:p>
            </p:txBody>
          </p:sp>
          <p:sp>
            <p:nvSpPr>
              <p:cNvPr id="637313" name="Line 174"/>
              <p:cNvSpPr>
                <a:spLocks noChangeShapeType="1"/>
              </p:cNvSpPr>
              <p:nvPr/>
            </p:nvSpPr>
            <p:spPr bwMode="auto">
              <a:xfrm>
                <a:off x="2757488" y="3217863"/>
                <a:ext cx="1588" cy="1588"/>
              </a:xfrm>
              <a:prstGeom prst="line">
                <a:avLst/>
              </a:prstGeom>
              <a:noFill/>
              <a:ln w="28575">
                <a:solidFill>
                  <a:srgbClr val="FF0000"/>
                </a:solidFill>
                <a:round/>
                <a:headEnd/>
                <a:tailEnd/>
              </a:ln>
            </p:spPr>
            <p:txBody>
              <a:bodyPr/>
              <a:lstStyle/>
              <a:p>
                <a:endParaRPr lang="en-US"/>
              </a:p>
            </p:txBody>
          </p:sp>
          <p:sp>
            <p:nvSpPr>
              <p:cNvPr id="637314" name="Line 175"/>
              <p:cNvSpPr>
                <a:spLocks noChangeShapeType="1"/>
              </p:cNvSpPr>
              <p:nvPr/>
            </p:nvSpPr>
            <p:spPr bwMode="auto">
              <a:xfrm>
                <a:off x="2757488" y="3219451"/>
                <a:ext cx="9525" cy="23813"/>
              </a:xfrm>
              <a:prstGeom prst="line">
                <a:avLst/>
              </a:prstGeom>
              <a:noFill/>
              <a:ln w="28575">
                <a:solidFill>
                  <a:srgbClr val="FF0000"/>
                </a:solidFill>
                <a:round/>
                <a:headEnd/>
                <a:tailEnd/>
              </a:ln>
            </p:spPr>
            <p:txBody>
              <a:bodyPr/>
              <a:lstStyle/>
              <a:p>
                <a:endParaRPr lang="en-US"/>
              </a:p>
            </p:txBody>
          </p:sp>
          <p:sp>
            <p:nvSpPr>
              <p:cNvPr id="637315" name="Line 176"/>
              <p:cNvSpPr>
                <a:spLocks noChangeShapeType="1"/>
              </p:cNvSpPr>
              <p:nvPr/>
            </p:nvSpPr>
            <p:spPr bwMode="auto">
              <a:xfrm>
                <a:off x="2767013" y="3243263"/>
                <a:ext cx="1588" cy="4763"/>
              </a:xfrm>
              <a:prstGeom prst="line">
                <a:avLst/>
              </a:prstGeom>
              <a:noFill/>
              <a:ln w="28575">
                <a:solidFill>
                  <a:srgbClr val="FF0000"/>
                </a:solidFill>
                <a:round/>
                <a:headEnd/>
                <a:tailEnd/>
              </a:ln>
            </p:spPr>
            <p:txBody>
              <a:bodyPr/>
              <a:lstStyle/>
              <a:p>
                <a:endParaRPr lang="en-US"/>
              </a:p>
            </p:txBody>
          </p:sp>
          <p:sp>
            <p:nvSpPr>
              <p:cNvPr id="637316" name="Line 177"/>
              <p:cNvSpPr>
                <a:spLocks noChangeShapeType="1"/>
              </p:cNvSpPr>
              <p:nvPr/>
            </p:nvSpPr>
            <p:spPr bwMode="auto">
              <a:xfrm>
                <a:off x="2782888" y="3276601"/>
                <a:ext cx="3175" cy="6350"/>
              </a:xfrm>
              <a:prstGeom prst="line">
                <a:avLst/>
              </a:prstGeom>
              <a:noFill/>
              <a:ln w="28575">
                <a:solidFill>
                  <a:srgbClr val="FF0000"/>
                </a:solidFill>
                <a:round/>
                <a:headEnd/>
                <a:tailEnd/>
              </a:ln>
            </p:spPr>
            <p:txBody>
              <a:bodyPr/>
              <a:lstStyle/>
              <a:p>
                <a:endParaRPr lang="en-US"/>
              </a:p>
            </p:txBody>
          </p:sp>
          <p:sp>
            <p:nvSpPr>
              <p:cNvPr id="637317" name="Line 178"/>
              <p:cNvSpPr>
                <a:spLocks noChangeShapeType="1"/>
              </p:cNvSpPr>
              <p:nvPr/>
            </p:nvSpPr>
            <p:spPr bwMode="auto">
              <a:xfrm>
                <a:off x="2786063" y="3282951"/>
                <a:ext cx="7938" cy="17463"/>
              </a:xfrm>
              <a:prstGeom prst="line">
                <a:avLst/>
              </a:prstGeom>
              <a:noFill/>
              <a:ln w="28575">
                <a:solidFill>
                  <a:srgbClr val="FF0000"/>
                </a:solidFill>
                <a:round/>
                <a:headEnd/>
                <a:tailEnd/>
              </a:ln>
            </p:spPr>
            <p:txBody>
              <a:bodyPr/>
              <a:lstStyle/>
              <a:p>
                <a:endParaRPr lang="en-US"/>
              </a:p>
            </p:txBody>
          </p:sp>
          <p:sp>
            <p:nvSpPr>
              <p:cNvPr id="637318" name="Line 179"/>
              <p:cNvSpPr>
                <a:spLocks noChangeShapeType="1"/>
              </p:cNvSpPr>
              <p:nvPr/>
            </p:nvSpPr>
            <p:spPr bwMode="auto">
              <a:xfrm>
                <a:off x="2794000" y="3300413"/>
                <a:ext cx="3175" cy="3175"/>
              </a:xfrm>
              <a:prstGeom prst="line">
                <a:avLst/>
              </a:prstGeom>
              <a:noFill/>
              <a:ln w="28575">
                <a:solidFill>
                  <a:srgbClr val="FF0000"/>
                </a:solidFill>
                <a:round/>
                <a:headEnd/>
                <a:tailEnd/>
              </a:ln>
            </p:spPr>
            <p:txBody>
              <a:bodyPr/>
              <a:lstStyle/>
              <a:p>
                <a:endParaRPr lang="en-US"/>
              </a:p>
            </p:txBody>
          </p:sp>
          <p:sp>
            <p:nvSpPr>
              <p:cNvPr id="637319" name="Line 180"/>
              <p:cNvSpPr>
                <a:spLocks noChangeShapeType="1"/>
              </p:cNvSpPr>
              <p:nvPr/>
            </p:nvSpPr>
            <p:spPr bwMode="auto">
              <a:xfrm>
                <a:off x="2814638" y="3324226"/>
                <a:ext cx="7938" cy="4763"/>
              </a:xfrm>
              <a:prstGeom prst="line">
                <a:avLst/>
              </a:prstGeom>
              <a:noFill/>
              <a:ln w="28575">
                <a:solidFill>
                  <a:srgbClr val="FF0000"/>
                </a:solidFill>
                <a:round/>
                <a:headEnd/>
                <a:tailEnd/>
              </a:ln>
            </p:spPr>
            <p:txBody>
              <a:bodyPr/>
              <a:lstStyle/>
              <a:p>
                <a:endParaRPr lang="en-US"/>
              </a:p>
            </p:txBody>
          </p:sp>
          <p:sp>
            <p:nvSpPr>
              <p:cNvPr id="637320" name="Line 181"/>
              <p:cNvSpPr>
                <a:spLocks noChangeShapeType="1"/>
              </p:cNvSpPr>
              <p:nvPr/>
            </p:nvSpPr>
            <p:spPr bwMode="auto">
              <a:xfrm>
                <a:off x="2822575" y="3328988"/>
                <a:ext cx="9525" cy="3175"/>
              </a:xfrm>
              <a:prstGeom prst="line">
                <a:avLst/>
              </a:prstGeom>
              <a:noFill/>
              <a:ln w="28575">
                <a:solidFill>
                  <a:srgbClr val="FF0000"/>
                </a:solidFill>
                <a:round/>
                <a:headEnd/>
                <a:tailEnd/>
              </a:ln>
            </p:spPr>
            <p:txBody>
              <a:bodyPr/>
              <a:lstStyle/>
              <a:p>
                <a:endParaRPr lang="en-US"/>
              </a:p>
            </p:txBody>
          </p:sp>
          <p:sp>
            <p:nvSpPr>
              <p:cNvPr id="637321" name="Line 182"/>
              <p:cNvSpPr>
                <a:spLocks noChangeShapeType="1"/>
              </p:cNvSpPr>
              <p:nvPr/>
            </p:nvSpPr>
            <p:spPr bwMode="auto">
              <a:xfrm>
                <a:off x="2832100" y="3332163"/>
                <a:ext cx="3175" cy="1588"/>
              </a:xfrm>
              <a:prstGeom prst="line">
                <a:avLst/>
              </a:prstGeom>
              <a:noFill/>
              <a:ln w="28575">
                <a:solidFill>
                  <a:srgbClr val="FF0000"/>
                </a:solidFill>
                <a:round/>
                <a:headEnd/>
                <a:tailEnd/>
              </a:ln>
            </p:spPr>
            <p:txBody>
              <a:bodyPr/>
              <a:lstStyle/>
              <a:p>
                <a:endParaRPr lang="en-US"/>
              </a:p>
            </p:txBody>
          </p:sp>
          <p:sp>
            <p:nvSpPr>
              <p:cNvPr id="637322" name="Line 183"/>
              <p:cNvSpPr>
                <a:spLocks noChangeShapeType="1"/>
              </p:cNvSpPr>
              <p:nvPr/>
            </p:nvSpPr>
            <p:spPr bwMode="auto">
              <a:xfrm flipV="1">
                <a:off x="2854325" y="3322638"/>
                <a:ext cx="4763" cy="3175"/>
              </a:xfrm>
              <a:prstGeom prst="line">
                <a:avLst/>
              </a:prstGeom>
              <a:noFill/>
              <a:ln w="28575">
                <a:solidFill>
                  <a:srgbClr val="FF0000"/>
                </a:solidFill>
                <a:round/>
                <a:headEnd/>
                <a:tailEnd/>
              </a:ln>
            </p:spPr>
            <p:txBody>
              <a:bodyPr/>
              <a:lstStyle/>
              <a:p>
                <a:endParaRPr lang="en-US"/>
              </a:p>
            </p:txBody>
          </p:sp>
          <p:sp>
            <p:nvSpPr>
              <p:cNvPr id="637323" name="Line 184"/>
              <p:cNvSpPr>
                <a:spLocks noChangeShapeType="1"/>
              </p:cNvSpPr>
              <p:nvPr/>
            </p:nvSpPr>
            <p:spPr bwMode="auto">
              <a:xfrm flipV="1">
                <a:off x="2859088" y="3313113"/>
                <a:ext cx="9525" cy="9525"/>
              </a:xfrm>
              <a:prstGeom prst="line">
                <a:avLst/>
              </a:prstGeom>
              <a:noFill/>
              <a:ln w="28575">
                <a:solidFill>
                  <a:srgbClr val="FF0000"/>
                </a:solidFill>
                <a:round/>
                <a:headEnd/>
                <a:tailEnd/>
              </a:ln>
            </p:spPr>
            <p:txBody>
              <a:bodyPr/>
              <a:lstStyle/>
              <a:p>
                <a:endParaRPr lang="en-US"/>
              </a:p>
            </p:txBody>
          </p:sp>
          <p:sp>
            <p:nvSpPr>
              <p:cNvPr id="637324" name="Line 185"/>
              <p:cNvSpPr>
                <a:spLocks noChangeShapeType="1"/>
              </p:cNvSpPr>
              <p:nvPr/>
            </p:nvSpPr>
            <p:spPr bwMode="auto">
              <a:xfrm flipV="1">
                <a:off x="2868613" y="3306763"/>
                <a:ext cx="3175" cy="6350"/>
              </a:xfrm>
              <a:prstGeom prst="line">
                <a:avLst/>
              </a:prstGeom>
              <a:noFill/>
              <a:ln w="28575">
                <a:solidFill>
                  <a:srgbClr val="FF0000"/>
                </a:solidFill>
                <a:round/>
                <a:headEnd/>
                <a:tailEnd/>
              </a:ln>
            </p:spPr>
            <p:txBody>
              <a:bodyPr/>
              <a:lstStyle/>
              <a:p>
                <a:endParaRPr lang="en-US"/>
              </a:p>
            </p:txBody>
          </p:sp>
          <p:sp>
            <p:nvSpPr>
              <p:cNvPr id="637325" name="Line 186"/>
              <p:cNvSpPr>
                <a:spLocks noChangeShapeType="1"/>
              </p:cNvSpPr>
              <p:nvPr/>
            </p:nvSpPr>
            <p:spPr bwMode="auto">
              <a:xfrm flipV="1">
                <a:off x="2887663" y="3265488"/>
                <a:ext cx="9525" cy="15875"/>
              </a:xfrm>
              <a:prstGeom prst="line">
                <a:avLst/>
              </a:prstGeom>
              <a:noFill/>
              <a:ln w="28575">
                <a:solidFill>
                  <a:srgbClr val="FF0000"/>
                </a:solidFill>
                <a:round/>
                <a:headEnd/>
                <a:tailEnd/>
              </a:ln>
            </p:spPr>
            <p:txBody>
              <a:bodyPr/>
              <a:lstStyle/>
              <a:p>
                <a:endParaRPr lang="en-US"/>
              </a:p>
            </p:txBody>
          </p:sp>
          <p:sp>
            <p:nvSpPr>
              <p:cNvPr id="637326" name="Line 187"/>
              <p:cNvSpPr>
                <a:spLocks noChangeShapeType="1"/>
              </p:cNvSpPr>
              <p:nvPr/>
            </p:nvSpPr>
            <p:spPr bwMode="auto">
              <a:xfrm flipV="1">
                <a:off x="2897188" y="3252788"/>
                <a:ext cx="4763" cy="12700"/>
              </a:xfrm>
              <a:prstGeom prst="line">
                <a:avLst/>
              </a:prstGeom>
              <a:noFill/>
              <a:ln w="28575">
                <a:solidFill>
                  <a:srgbClr val="FF0000"/>
                </a:solidFill>
                <a:round/>
                <a:headEnd/>
                <a:tailEnd/>
              </a:ln>
            </p:spPr>
            <p:txBody>
              <a:bodyPr/>
              <a:lstStyle/>
              <a:p>
                <a:endParaRPr lang="en-US"/>
              </a:p>
            </p:txBody>
          </p:sp>
          <p:sp>
            <p:nvSpPr>
              <p:cNvPr id="637327" name="Line 188"/>
              <p:cNvSpPr>
                <a:spLocks noChangeShapeType="1"/>
              </p:cNvSpPr>
              <p:nvPr/>
            </p:nvSpPr>
            <p:spPr bwMode="auto">
              <a:xfrm flipV="1">
                <a:off x="2913063" y="3219451"/>
                <a:ext cx="1588" cy="3175"/>
              </a:xfrm>
              <a:prstGeom prst="line">
                <a:avLst/>
              </a:prstGeom>
              <a:noFill/>
              <a:ln w="28575">
                <a:solidFill>
                  <a:srgbClr val="FF0000"/>
                </a:solidFill>
                <a:round/>
                <a:headEnd/>
                <a:tailEnd/>
              </a:ln>
            </p:spPr>
            <p:txBody>
              <a:bodyPr/>
              <a:lstStyle/>
              <a:p>
                <a:endParaRPr lang="en-US"/>
              </a:p>
            </p:txBody>
          </p:sp>
          <p:sp>
            <p:nvSpPr>
              <p:cNvPr id="637328" name="Line 189"/>
              <p:cNvSpPr>
                <a:spLocks noChangeShapeType="1"/>
              </p:cNvSpPr>
              <p:nvPr/>
            </p:nvSpPr>
            <p:spPr bwMode="auto">
              <a:xfrm flipV="1">
                <a:off x="2914650" y="3192463"/>
                <a:ext cx="9525" cy="26988"/>
              </a:xfrm>
              <a:prstGeom prst="line">
                <a:avLst/>
              </a:prstGeom>
              <a:noFill/>
              <a:ln w="28575">
                <a:solidFill>
                  <a:srgbClr val="FF0000"/>
                </a:solidFill>
                <a:round/>
                <a:headEnd/>
                <a:tailEnd/>
              </a:ln>
            </p:spPr>
            <p:txBody>
              <a:bodyPr/>
              <a:lstStyle/>
              <a:p>
                <a:endParaRPr lang="en-US"/>
              </a:p>
            </p:txBody>
          </p:sp>
          <p:sp>
            <p:nvSpPr>
              <p:cNvPr id="637329" name="Line 190"/>
              <p:cNvSpPr>
                <a:spLocks noChangeShapeType="1"/>
              </p:cNvSpPr>
              <p:nvPr/>
            </p:nvSpPr>
            <p:spPr bwMode="auto">
              <a:xfrm flipV="1">
                <a:off x="2924175" y="3190876"/>
                <a:ext cx="1588" cy="1588"/>
              </a:xfrm>
              <a:prstGeom prst="line">
                <a:avLst/>
              </a:prstGeom>
              <a:noFill/>
              <a:ln w="28575">
                <a:solidFill>
                  <a:srgbClr val="FF0000"/>
                </a:solidFill>
                <a:round/>
                <a:headEnd/>
                <a:tailEnd/>
              </a:ln>
            </p:spPr>
            <p:txBody>
              <a:bodyPr/>
              <a:lstStyle/>
              <a:p>
                <a:endParaRPr lang="en-US"/>
              </a:p>
            </p:txBody>
          </p:sp>
          <p:sp>
            <p:nvSpPr>
              <p:cNvPr id="637330" name="Line 191"/>
              <p:cNvSpPr>
                <a:spLocks noChangeShapeType="1"/>
              </p:cNvSpPr>
              <p:nvPr/>
            </p:nvSpPr>
            <p:spPr bwMode="auto">
              <a:xfrm flipV="1">
                <a:off x="2935288" y="3133726"/>
                <a:ext cx="7938" cy="23813"/>
              </a:xfrm>
              <a:prstGeom prst="line">
                <a:avLst/>
              </a:prstGeom>
              <a:noFill/>
              <a:ln w="28575">
                <a:solidFill>
                  <a:srgbClr val="FF0000"/>
                </a:solidFill>
                <a:round/>
                <a:headEnd/>
                <a:tailEnd/>
              </a:ln>
            </p:spPr>
            <p:txBody>
              <a:bodyPr/>
              <a:lstStyle/>
              <a:p>
                <a:endParaRPr lang="en-US"/>
              </a:p>
            </p:txBody>
          </p:sp>
          <p:sp>
            <p:nvSpPr>
              <p:cNvPr id="637331" name="Line 192"/>
              <p:cNvSpPr>
                <a:spLocks noChangeShapeType="1"/>
              </p:cNvSpPr>
              <p:nvPr/>
            </p:nvSpPr>
            <p:spPr bwMode="auto">
              <a:xfrm flipV="1">
                <a:off x="2943225" y="3124201"/>
                <a:ext cx="1588" cy="9525"/>
              </a:xfrm>
              <a:prstGeom prst="line">
                <a:avLst/>
              </a:prstGeom>
              <a:noFill/>
              <a:ln w="28575">
                <a:solidFill>
                  <a:srgbClr val="FF0000"/>
                </a:solidFill>
                <a:round/>
                <a:headEnd/>
                <a:tailEnd/>
              </a:ln>
            </p:spPr>
            <p:txBody>
              <a:bodyPr/>
              <a:lstStyle/>
              <a:p>
                <a:endParaRPr lang="en-US"/>
              </a:p>
            </p:txBody>
          </p:sp>
          <p:sp>
            <p:nvSpPr>
              <p:cNvPr id="637332" name="Line 193"/>
              <p:cNvSpPr>
                <a:spLocks noChangeShapeType="1"/>
              </p:cNvSpPr>
              <p:nvPr/>
            </p:nvSpPr>
            <p:spPr bwMode="auto">
              <a:xfrm flipV="1">
                <a:off x="2954338" y="3068638"/>
                <a:ext cx="6350" cy="22225"/>
              </a:xfrm>
              <a:prstGeom prst="line">
                <a:avLst/>
              </a:prstGeom>
              <a:noFill/>
              <a:ln w="28575">
                <a:solidFill>
                  <a:srgbClr val="FF0000"/>
                </a:solidFill>
                <a:round/>
                <a:headEnd/>
                <a:tailEnd/>
              </a:ln>
            </p:spPr>
            <p:txBody>
              <a:bodyPr/>
              <a:lstStyle/>
              <a:p>
                <a:endParaRPr lang="en-US"/>
              </a:p>
            </p:txBody>
          </p:sp>
          <p:sp>
            <p:nvSpPr>
              <p:cNvPr id="637333" name="Line 194"/>
              <p:cNvSpPr>
                <a:spLocks noChangeShapeType="1"/>
              </p:cNvSpPr>
              <p:nvPr/>
            </p:nvSpPr>
            <p:spPr bwMode="auto">
              <a:xfrm flipV="1">
                <a:off x="2960688" y="3057526"/>
                <a:ext cx="3175" cy="11113"/>
              </a:xfrm>
              <a:prstGeom prst="line">
                <a:avLst/>
              </a:prstGeom>
              <a:noFill/>
              <a:ln w="28575">
                <a:solidFill>
                  <a:srgbClr val="FF0000"/>
                </a:solidFill>
                <a:round/>
                <a:headEnd/>
                <a:tailEnd/>
              </a:ln>
            </p:spPr>
            <p:txBody>
              <a:bodyPr/>
              <a:lstStyle/>
              <a:p>
                <a:endParaRPr lang="en-US"/>
              </a:p>
            </p:txBody>
          </p:sp>
          <p:sp>
            <p:nvSpPr>
              <p:cNvPr id="637334" name="Line 195"/>
              <p:cNvSpPr>
                <a:spLocks noChangeShapeType="1"/>
              </p:cNvSpPr>
              <p:nvPr/>
            </p:nvSpPr>
            <p:spPr bwMode="auto">
              <a:xfrm flipV="1">
                <a:off x="2973388" y="3000376"/>
                <a:ext cx="6350" cy="23813"/>
              </a:xfrm>
              <a:prstGeom prst="line">
                <a:avLst/>
              </a:prstGeom>
              <a:noFill/>
              <a:ln w="28575">
                <a:solidFill>
                  <a:srgbClr val="FF0000"/>
                </a:solidFill>
                <a:round/>
                <a:headEnd/>
                <a:tailEnd/>
              </a:ln>
            </p:spPr>
            <p:txBody>
              <a:bodyPr/>
              <a:lstStyle/>
              <a:p>
                <a:endParaRPr lang="en-US"/>
              </a:p>
            </p:txBody>
          </p:sp>
          <p:sp>
            <p:nvSpPr>
              <p:cNvPr id="637335" name="Line 196"/>
              <p:cNvSpPr>
                <a:spLocks noChangeShapeType="1"/>
              </p:cNvSpPr>
              <p:nvPr/>
            </p:nvSpPr>
            <p:spPr bwMode="auto">
              <a:xfrm flipV="1">
                <a:off x="2979738" y="2989263"/>
                <a:ext cx="3175" cy="11113"/>
              </a:xfrm>
              <a:prstGeom prst="line">
                <a:avLst/>
              </a:prstGeom>
              <a:noFill/>
              <a:ln w="28575">
                <a:solidFill>
                  <a:srgbClr val="FF0000"/>
                </a:solidFill>
                <a:round/>
                <a:headEnd/>
                <a:tailEnd/>
              </a:ln>
            </p:spPr>
            <p:txBody>
              <a:bodyPr/>
              <a:lstStyle/>
              <a:p>
                <a:endParaRPr lang="en-US"/>
              </a:p>
            </p:txBody>
          </p:sp>
        </p:grpSp>
      </p:grpSp>
      <p:grpSp>
        <p:nvGrpSpPr>
          <p:cNvPr id="16" name="Group 1733"/>
          <p:cNvGrpSpPr>
            <a:grpSpLocks/>
          </p:cNvGrpSpPr>
          <p:nvPr/>
        </p:nvGrpSpPr>
        <p:grpSpPr bwMode="auto">
          <a:xfrm>
            <a:off x="7331075" y="4006850"/>
            <a:ext cx="1828800" cy="279400"/>
            <a:chOff x="3441733" y="5039131"/>
            <a:chExt cx="1828999" cy="741977"/>
          </a:xfrm>
        </p:grpSpPr>
        <p:sp>
          <p:nvSpPr>
            <p:cNvPr id="636946" name="Line 8"/>
            <p:cNvSpPr>
              <a:spLocks noChangeShapeType="1"/>
            </p:cNvSpPr>
            <p:nvPr/>
          </p:nvSpPr>
          <p:spPr bwMode="auto">
            <a:xfrm flipV="1">
              <a:off x="3441733" y="5379470"/>
              <a:ext cx="9525" cy="34925"/>
            </a:xfrm>
            <a:prstGeom prst="line">
              <a:avLst/>
            </a:prstGeom>
            <a:noFill/>
            <a:ln w="28575">
              <a:solidFill>
                <a:srgbClr val="FF0000"/>
              </a:solidFill>
              <a:round/>
              <a:headEnd/>
              <a:tailEnd/>
            </a:ln>
          </p:spPr>
          <p:txBody>
            <a:bodyPr/>
            <a:lstStyle/>
            <a:p>
              <a:endParaRPr lang="en-US"/>
            </a:p>
          </p:txBody>
        </p:sp>
        <p:sp>
          <p:nvSpPr>
            <p:cNvPr id="636947" name="Line 9"/>
            <p:cNvSpPr>
              <a:spLocks noChangeShapeType="1"/>
            </p:cNvSpPr>
            <p:nvPr/>
          </p:nvSpPr>
          <p:spPr bwMode="auto">
            <a:xfrm flipV="1">
              <a:off x="3451258" y="5344545"/>
              <a:ext cx="9525" cy="34925"/>
            </a:xfrm>
            <a:prstGeom prst="line">
              <a:avLst/>
            </a:prstGeom>
            <a:noFill/>
            <a:ln w="28575">
              <a:solidFill>
                <a:srgbClr val="FF0000"/>
              </a:solidFill>
              <a:round/>
              <a:headEnd/>
              <a:tailEnd/>
            </a:ln>
          </p:spPr>
          <p:txBody>
            <a:bodyPr/>
            <a:lstStyle/>
            <a:p>
              <a:endParaRPr lang="en-US"/>
            </a:p>
          </p:txBody>
        </p:sp>
        <p:sp>
          <p:nvSpPr>
            <p:cNvPr id="636948" name="Line 10"/>
            <p:cNvSpPr>
              <a:spLocks noChangeShapeType="1"/>
            </p:cNvSpPr>
            <p:nvPr/>
          </p:nvSpPr>
          <p:spPr bwMode="auto">
            <a:xfrm flipV="1">
              <a:off x="3460783" y="5309620"/>
              <a:ext cx="9525" cy="34925"/>
            </a:xfrm>
            <a:prstGeom prst="line">
              <a:avLst/>
            </a:prstGeom>
            <a:noFill/>
            <a:ln w="28575">
              <a:solidFill>
                <a:srgbClr val="FF0000"/>
              </a:solidFill>
              <a:round/>
              <a:headEnd/>
              <a:tailEnd/>
            </a:ln>
          </p:spPr>
          <p:txBody>
            <a:bodyPr/>
            <a:lstStyle/>
            <a:p>
              <a:endParaRPr lang="en-US"/>
            </a:p>
          </p:txBody>
        </p:sp>
        <p:sp>
          <p:nvSpPr>
            <p:cNvPr id="636949" name="Line 11"/>
            <p:cNvSpPr>
              <a:spLocks noChangeShapeType="1"/>
            </p:cNvSpPr>
            <p:nvPr/>
          </p:nvSpPr>
          <p:spPr bwMode="auto">
            <a:xfrm flipV="1">
              <a:off x="3470308" y="5277870"/>
              <a:ext cx="9525" cy="31750"/>
            </a:xfrm>
            <a:prstGeom prst="line">
              <a:avLst/>
            </a:prstGeom>
            <a:noFill/>
            <a:ln w="28575">
              <a:solidFill>
                <a:srgbClr val="FF0000"/>
              </a:solidFill>
              <a:round/>
              <a:headEnd/>
              <a:tailEnd/>
            </a:ln>
          </p:spPr>
          <p:txBody>
            <a:bodyPr/>
            <a:lstStyle/>
            <a:p>
              <a:endParaRPr lang="en-US"/>
            </a:p>
          </p:txBody>
        </p:sp>
        <p:sp>
          <p:nvSpPr>
            <p:cNvPr id="636950" name="Line 12"/>
            <p:cNvSpPr>
              <a:spLocks noChangeShapeType="1"/>
            </p:cNvSpPr>
            <p:nvPr/>
          </p:nvSpPr>
          <p:spPr bwMode="auto">
            <a:xfrm flipV="1">
              <a:off x="3479833" y="5246120"/>
              <a:ext cx="9525" cy="31750"/>
            </a:xfrm>
            <a:prstGeom prst="line">
              <a:avLst/>
            </a:prstGeom>
            <a:noFill/>
            <a:ln w="28575">
              <a:solidFill>
                <a:srgbClr val="FF0000"/>
              </a:solidFill>
              <a:round/>
              <a:headEnd/>
              <a:tailEnd/>
            </a:ln>
          </p:spPr>
          <p:txBody>
            <a:bodyPr/>
            <a:lstStyle/>
            <a:p>
              <a:endParaRPr lang="en-US"/>
            </a:p>
          </p:txBody>
        </p:sp>
        <p:sp>
          <p:nvSpPr>
            <p:cNvPr id="636951" name="Line 13"/>
            <p:cNvSpPr>
              <a:spLocks noChangeShapeType="1"/>
            </p:cNvSpPr>
            <p:nvPr/>
          </p:nvSpPr>
          <p:spPr bwMode="auto">
            <a:xfrm flipV="1">
              <a:off x="3489358" y="5215958"/>
              <a:ext cx="7938" cy="30163"/>
            </a:xfrm>
            <a:prstGeom prst="line">
              <a:avLst/>
            </a:prstGeom>
            <a:noFill/>
            <a:ln w="28575">
              <a:solidFill>
                <a:srgbClr val="FF0000"/>
              </a:solidFill>
              <a:round/>
              <a:headEnd/>
              <a:tailEnd/>
            </a:ln>
          </p:spPr>
          <p:txBody>
            <a:bodyPr/>
            <a:lstStyle/>
            <a:p>
              <a:endParaRPr lang="en-US"/>
            </a:p>
          </p:txBody>
        </p:sp>
        <p:sp>
          <p:nvSpPr>
            <p:cNvPr id="636952" name="Line 14"/>
            <p:cNvSpPr>
              <a:spLocks noChangeShapeType="1"/>
            </p:cNvSpPr>
            <p:nvPr/>
          </p:nvSpPr>
          <p:spPr bwMode="auto">
            <a:xfrm flipV="1">
              <a:off x="3497296" y="5187383"/>
              <a:ext cx="9525" cy="28575"/>
            </a:xfrm>
            <a:prstGeom prst="line">
              <a:avLst/>
            </a:prstGeom>
            <a:noFill/>
            <a:ln w="28575">
              <a:solidFill>
                <a:srgbClr val="FF0000"/>
              </a:solidFill>
              <a:round/>
              <a:headEnd/>
              <a:tailEnd/>
            </a:ln>
          </p:spPr>
          <p:txBody>
            <a:bodyPr/>
            <a:lstStyle/>
            <a:p>
              <a:endParaRPr lang="en-US"/>
            </a:p>
          </p:txBody>
        </p:sp>
        <p:sp>
          <p:nvSpPr>
            <p:cNvPr id="636953" name="Line 15"/>
            <p:cNvSpPr>
              <a:spLocks noChangeShapeType="1"/>
            </p:cNvSpPr>
            <p:nvPr/>
          </p:nvSpPr>
          <p:spPr bwMode="auto">
            <a:xfrm flipV="1">
              <a:off x="3506821" y="5160395"/>
              <a:ext cx="9525" cy="26988"/>
            </a:xfrm>
            <a:prstGeom prst="line">
              <a:avLst/>
            </a:prstGeom>
            <a:noFill/>
            <a:ln w="28575">
              <a:solidFill>
                <a:srgbClr val="FF0000"/>
              </a:solidFill>
              <a:round/>
              <a:headEnd/>
              <a:tailEnd/>
            </a:ln>
          </p:spPr>
          <p:txBody>
            <a:bodyPr/>
            <a:lstStyle/>
            <a:p>
              <a:endParaRPr lang="en-US"/>
            </a:p>
          </p:txBody>
        </p:sp>
        <p:sp>
          <p:nvSpPr>
            <p:cNvPr id="636954" name="Line 16"/>
            <p:cNvSpPr>
              <a:spLocks noChangeShapeType="1"/>
            </p:cNvSpPr>
            <p:nvPr/>
          </p:nvSpPr>
          <p:spPr bwMode="auto">
            <a:xfrm flipV="1">
              <a:off x="3516346" y="5136583"/>
              <a:ext cx="9525" cy="23813"/>
            </a:xfrm>
            <a:prstGeom prst="line">
              <a:avLst/>
            </a:prstGeom>
            <a:noFill/>
            <a:ln w="28575">
              <a:solidFill>
                <a:srgbClr val="FF0000"/>
              </a:solidFill>
              <a:round/>
              <a:headEnd/>
              <a:tailEnd/>
            </a:ln>
          </p:spPr>
          <p:txBody>
            <a:bodyPr/>
            <a:lstStyle/>
            <a:p>
              <a:endParaRPr lang="en-US"/>
            </a:p>
          </p:txBody>
        </p:sp>
        <p:sp>
          <p:nvSpPr>
            <p:cNvPr id="636955" name="Line 17"/>
            <p:cNvSpPr>
              <a:spLocks noChangeShapeType="1"/>
            </p:cNvSpPr>
            <p:nvPr/>
          </p:nvSpPr>
          <p:spPr bwMode="auto">
            <a:xfrm flipV="1">
              <a:off x="3525871" y="5114358"/>
              <a:ext cx="9525" cy="22225"/>
            </a:xfrm>
            <a:prstGeom prst="line">
              <a:avLst/>
            </a:prstGeom>
            <a:noFill/>
            <a:ln w="28575">
              <a:solidFill>
                <a:srgbClr val="FF0000"/>
              </a:solidFill>
              <a:round/>
              <a:headEnd/>
              <a:tailEnd/>
            </a:ln>
          </p:spPr>
          <p:txBody>
            <a:bodyPr/>
            <a:lstStyle/>
            <a:p>
              <a:endParaRPr lang="en-US"/>
            </a:p>
          </p:txBody>
        </p:sp>
        <p:sp>
          <p:nvSpPr>
            <p:cNvPr id="636956" name="Line 18"/>
            <p:cNvSpPr>
              <a:spLocks noChangeShapeType="1"/>
            </p:cNvSpPr>
            <p:nvPr/>
          </p:nvSpPr>
          <p:spPr bwMode="auto">
            <a:xfrm flipV="1">
              <a:off x="3535396" y="5095308"/>
              <a:ext cx="7938" cy="19050"/>
            </a:xfrm>
            <a:prstGeom prst="line">
              <a:avLst/>
            </a:prstGeom>
            <a:noFill/>
            <a:ln w="28575">
              <a:solidFill>
                <a:srgbClr val="FF0000"/>
              </a:solidFill>
              <a:round/>
              <a:headEnd/>
              <a:tailEnd/>
            </a:ln>
          </p:spPr>
          <p:txBody>
            <a:bodyPr/>
            <a:lstStyle/>
            <a:p>
              <a:endParaRPr lang="en-US"/>
            </a:p>
          </p:txBody>
        </p:sp>
        <p:sp>
          <p:nvSpPr>
            <p:cNvPr id="636957" name="Line 19"/>
            <p:cNvSpPr>
              <a:spLocks noChangeShapeType="1"/>
            </p:cNvSpPr>
            <p:nvPr/>
          </p:nvSpPr>
          <p:spPr bwMode="auto">
            <a:xfrm flipV="1">
              <a:off x="3543333" y="5079433"/>
              <a:ext cx="9525" cy="15875"/>
            </a:xfrm>
            <a:prstGeom prst="line">
              <a:avLst/>
            </a:prstGeom>
            <a:noFill/>
            <a:ln w="28575">
              <a:solidFill>
                <a:srgbClr val="FF0000"/>
              </a:solidFill>
              <a:round/>
              <a:headEnd/>
              <a:tailEnd/>
            </a:ln>
          </p:spPr>
          <p:txBody>
            <a:bodyPr/>
            <a:lstStyle/>
            <a:p>
              <a:endParaRPr lang="en-US"/>
            </a:p>
          </p:txBody>
        </p:sp>
        <p:sp>
          <p:nvSpPr>
            <p:cNvPr id="636958" name="Line 20"/>
            <p:cNvSpPr>
              <a:spLocks noChangeShapeType="1"/>
            </p:cNvSpPr>
            <p:nvPr/>
          </p:nvSpPr>
          <p:spPr bwMode="auto">
            <a:xfrm flipV="1">
              <a:off x="3552858" y="5066733"/>
              <a:ext cx="9525" cy="12700"/>
            </a:xfrm>
            <a:prstGeom prst="line">
              <a:avLst/>
            </a:prstGeom>
            <a:noFill/>
            <a:ln w="28575">
              <a:solidFill>
                <a:srgbClr val="FF0000"/>
              </a:solidFill>
              <a:round/>
              <a:headEnd/>
              <a:tailEnd/>
            </a:ln>
          </p:spPr>
          <p:txBody>
            <a:bodyPr/>
            <a:lstStyle/>
            <a:p>
              <a:endParaRPr lang="en-US"/>
            </a:p>
          </p:txBody>
        </p:sp>
        <p:sp>
          <p:nvSpPr>
            <p:cNvPr id="636959" name="Line 21"/>
            <p:cNvSpPr>
              <a:spLocks noChangeShapeType="1"/>
            </p:cNvSpPr>
            <p:nvPr/>
          </p:nvSpPr>
          <p:spPr bwMode="auto">
            <a:xfrm flipV="1">
              <a:off x="3562383" y="5057208"/>
              <a:ext cx="9525" cy="9525"/>
            </a:xfrm>
            <a:prstGeom prst="line">
              <a:avLst/>
            </a:prstGeom>
            <a:noFill/>
            <a:ln w="28575">
              <a:solidFill>
                <a:srgbClr val="FF0000"/>
              </a:solidFill>
              <a:round/>
              <a:headEnd/>
              <a:tailEnd/>
            </a:ln>
          </p:spPr>
          <p:txBody>
            <a:bodyPr/>
            <a:lstStyle/>
            <a:p>
              <a:endParaRPr lang="en-US"/>
            </a:p>
          </p:txBody>
        </p:sp>
        <p:sp>
          <p:nvSpPr>
            <p:cNvPr id="636960" name="Line 22"/>
            <p:cNvSpPr>
              <a:spLocks noChangeShapeType="1"/>
            </p:cNvSpPr>
            <p:nvPr/>
          </p:nvSpPr>
          <p:spPr bwMode="auto">
            <a:xfrm flipV="1">
              <a:off x="3571908" y="5050858"/>
              <a:ext cx="9525" cy="6350"/>
            </a:xfrm>
            <a:prstGeom prst="line">
              <a:avLst/>
            </a:prstGeom>
            <a:noFill/>
            <a:ln w="28575">
              <a:solidFill>
                <a:srgbClr val="FF0000"/>
              </a:solidFill>
              <a:round/>
              <a:headEnd/>
              <a:tailEnd/>
            </a:ln>
          </p:spPr>
          <p:txBody>
            <a:bodyPr/>
            <a:lstStyle/>
            <a:p>
              <a:endParaRPr lang="en-US"/>
            </a:p>
          </p:txBody>
        </p:sp>
        <p:sp>
          <p:nvSpPr>
            <p:cNvPr id="636961" name="Line 23"/>
            <p:cNvSpPr>
              <a:spLocks noChangeShapeType="1"/>
            </p:cNvSpPr>
            <p:nvPr/>
          </p:nvSpPr>
          <p:spPr bwMode="auto">
            <a:xfrm flipV="1">
              <a:off x="3581433" y="5047683"/>
              <a:ext cx="9525" cy="3175"/>
            </a:xfrm>
            <a:prstGeom prst="line">
              <a:avLst/>
            </a:prstGeom>
            <a:noFill/>
            <a:ln w="28575">
              <a:solidFill>
                <a:srgbClr val="FF0000"/>
              </a:solidFill>
              <a:round/>
              <a:headEnd/>
              <a:tailEnd/>
            </a:ln>
          </p:spPr>
          <p:txBody>
            <a:bodyPr/>
            <a:lstStyle/>
            <a:p>
              <a:endParaRPr lang="en-US"/>
            </a:p>
          </p:txBody>
        </p:sp>
        <p:sp>
          <p:nvSpPr>
            <p:cNvPr id="636962" name="Line 24"/>
            <p:cNvSpPr>
              <a:spLocks noChangeShapeType="1"/>
            </p:cNvSpPr>
            <p:nvPr/>
          </p:nvSpPr>
          <p:spPr bwMode="auto">
            <a:xfrm>
              <a:off x="3590958" y="5047683"/>
              <a:ext cx="7938" cy="1588"/>
            </a:xfrm>
            <a:prstGeom prst="line">
              <a:avLst/>
            </a:prstGeom>
            <a:noFill/>
            <a:ln w="28575">
              <a:solidFill>
                <a:srgbClr val="FF0000"/>
              </a:solidFill>
              <a:round/>
              <a:headEnd/>
              <a:tailEnd/>
            </a:ln>
          </p:spPr>
          <p:txBody>
            <a:bodyPr/>
            <a:lstStyle/>
            <a:p>
              <a:endParaRPr lang="en-US"/>
            </a:p>
          </p:txBody>
        </p:sp>
        <p:sp>
          <p:nvSpPr>
            <p:cNvPr id="636963" name="Line 25"/>
            <p:cNvSpPr>
              <a:spLocks noChangeShapeType="1"/>
            </p:cNvSpPr>
            <p:nvPr/>
          </p:nvSpPr>
          <p:spPr bwMode="auto">
            <a:xfrm>
              <a:off x="3598896" y="5047683"/>
              <a:ext cx="9525" cy="3175"/>
            </a:xfrm>
            <a:prstGeom prst="line">
              <a:avLst/>
            </a:prstGeom>
            <a:noFill/>
            <a:ln w="28575">
              <a:solidFill>
                <a:srgbClr val="FF0000"/>
              </a:solidFill>
              <a:round/>
              <a:headEnd/>
              <a:tailEnd/>
            </a:ln>
          </p:spPr>
          <p:txBody>
            <a:bodyPr/>
            <a:lstStyle/>
            <a:p>
              <a:endParaRPr lang="en-US"/>
            </a:p>
          </p:txBody>
        </p:sp>
        <p:sp>
          <p:nvSpPr>
            <p:cNvPr id="636964" name="Line 26"/>
            <p:cNvSpPr>
              <a:spLocks noChangeShapeType="1"/>
            </p:cNvSpPr>
            <p:nvPr/>
          </p:nvSpPr>
          <p:spPr bwMode="auto">
            <a:xfrm>
              <a:off x="3608421" y="5050858"/>
              <a:ext cx="9525" cy="6350"/>
            </a:xfrm>
            <a:prstGeom prst="line">
              <a:avLst/>
            </a:prstGeom>
            <a:noFill/>
            <a:ln w="28575">
              <a:solidFill>
                <a:srgbClr val="FF0000"/>
              </a:solidFill>
              <a:round/>
              <a:headEnd/>
              <a:tailEnd/>
            </a:ln>
          </p:spPr>
          <p:txBody>
            <a:bodyPr/>
            <a:lstStyle/>
            <a:p>
              <a:endParaRPr lang="en-US"/>
            </a:p>
          </p:txBody>
        </p:sp>
        <p:sp>
          <p:nvSpPr>
            <p:cNvPr id="636965" name="Line 27"/>
            <p:cNvSpPr>
              <a:spLocks noChangeShapeType="1"/>
            </p:cNvSpPr>
            <p:nvPr/>
          </p:nvSpPr>
          <p:spPr bwMode="auto">
            <a:xfrm>
              <a:off x="3617946" y="5057208"/>
              <a:ext cx="9525" cy="9525"/>
            </a:xfrm>
            <a:prstGeom prst="line">
              <a:avLst/>
            </a:prstGeom>
            <a:noFill/>
            <a:ln w="28575">
              <a:solidFill>
                <a:srgbClr val="FF0000"/>
              </a:solidFill>
              <a:round/>
              <a:headEnd/>
              <a:tailEnd/>
            </a:ln>
          </p:spPr>
          <p:txBody>
            <a:bodyPr/>
            <a:lstStyle/>
            <a:p>
              <a:endParaRPr lang="en-US"/>
            </a:p>
          </p:txBody>
        </p:sp>
        <p:sp>
          <p:nvSpPr>
            <p:cNvPr id="636966" name="Line 28"/>
            <p:cNvSpPr>
              <a:spLocks noChangeShapeType="1"/>
            </p:cNvSpPr>
            <p:nvPr/>
          </p:nvSpPr>
          <p:spPr bwMode="auto">
            <a:xfrm>
              <a:off x="3627471" y="5066733"/>
              <a:ext cx="9525" cy="12700"/>
            </a:xfrm>
            <a:prstGeom prst="line">
              <a:avLst/>
            </a:prstGeom>
            <a:noFill/>
            <a:ln w="28575">
              <a:solidFill>
                <a:srgbClr val="FF0000"/>
              </a:solidFill>
              <a:round/>
              <a:headEnd/>
              <a:tailEnd/>
            </a:ln>
          </p:spPr>
          <p:txBody>
            <a:bodyPr/>
            <a:lstStyle/>
            <a:p>
              <a:endParaRPr lang="en-US"/>
            </a:p>
          </p:txBody>
        </p:sp>
        <p:sp>
          <p:nvSpPr>
            <p:cNvPr id="636967" name="Line 29"/>
            <p:cNvSpPr>
              <a:spLocks noChangeShapeType="1"/>
            </p:cNvSpPr>
            <p:nvPr/>
          </p:nvSpPr>
          <p:spPr bwMode="auto">
            <a:xfrm>
              <a:off x="3636996" y="5079433"/>
              <a:ext cx="7938" cy="15875"/>
            </a:xfrm>
            <a:prstGeom prst="line">
              <a:avLst/>
            </a:prstGeom>
            <a:noFill/>
            <a:ln w="28575">
              <a:solidFill>
                <a:srgbClr val="FF0000"/>
              </a:solidFill>
              <a:round/>
              <a:headEnd/>
              <a:tailEnd/>
            </a:ln>
          </p:spPr>
          <p:txBody>
            <a:bodyPr/>
            <a:lstStyle/>
            <a:p>
              <a:endParaRPr lang="en-US"/>
            </a:p>
          </p:txBody>
        </p:sp>
        <p:sp>
          <p:nvSpPr>
            <p:cNvPr id="636968" name="Line 30"/>
            <p:cNvSpPr>
              <a:spLocks noChangeShapeType="1"/>
            </p:cNvSpPr>
            <p:nvPr/>
          </p:nvSpPr>
          <p:spPr bwMode="auto">
            <a:xfrm>
              <a:off x="3644933" y="5095308"/>
              <a:ext cx="9525" cy="19050"/>
            </a:xfrm>
            <a:prstGeom prst="line">
              <a:avLst/>
            </a:prstGeom>
            <a:noFill/>
            <a:ln w="28575">
              <a:solidFill>
                <a:srgbClr val="FF0000"/>
              </a:solidFill>
              <a:round/>
              <a:headEnd/>
              <a:tailEnd/>
            </a:ln>
          </p:spPr>
          <p:txBody>
            <a:bodyPr/>
            <a:lstStyle/>
            <a:p>
              <a:endParaRPr lang="en-US"/>
            </a:p>
          </p:txBody>
        </p:sp>
        <p:sp>
          <p:nvSpPr>
            <p:cNvPr id="636969" name="Line 31"/>
            <p:cNvSpPr>
              <a:spLocks noChangeShapeType="1"/>
            </p:cNvSpPr>
            <p:nvPr/>
          </p:nvSpPr>
          <p:spPr bwMode="auto">
            <a:xfrm>
              <a:off x="3654458" y="5114358"/>
              <a:ext cx="9525" cy="22225"/>
            </a:xfrm>
            <a:prstGeom prst="line">
              <a:avLst/>
            </a:prstGeom>
            <a:noFill/>
            <a:ln w="28575">
              <a:solidFill>
                <a:srgbClr val="FF0000"/>
              </a:solidFill>
              <a:round/>
              <a:headEnd/>
              <a:tailEnd/>
            </a:ln>
          </p:spPr>
          <p:txBody>
            <a:bodyPr/>
            <a:lstStyle/>
            <a:p>
              <a:endParaRPr lang="en-US"/>
            </a:p>
          </p:txBody>
        </p:sp>
        <p:sp>
          <p:nvSpPr>
            <p:cNvPr id="636970" name="Line 32"/>
            <p:cNvSpPr>
              <a:spLocks noChangeShapeType="1"/>
            </p:cNvSpPr>
            <p:nvPr/>
          </p:nvSpPr>
          <p:spPr bwMode="auto">
            <a:xfrm>
              <a:off x="3663983" y="5136583"/>
              <a:ext cx="9525" cy="23813"/>
            </a:xfrm>
            <a:prstGeom prst="line">
              <a:avLst/>
            </a:prstGeom>
            <a:noFill/>
            <a:ln w="28575">
              <a:solidFill>
                <a:srgbClr val="FF0000"/>
              </a:solidFill>
              <a:round/>
              <a:headEnd/>
              <a:tailEnd/>
            </a:ln>
          </p:spPr>
          <p:txBody>
            <a:bodyPr/>
            <a:lstStyle/>
            <a:p>
              <a:endParaRPr lang="en-US"/>
            </a:p>
          </p:txBody>
        </p:sp>
        <p:sp>
          <p:nvSpPr>
            <p:cNvPr id="636971" name="Line 33"/>
            <p:cNvSpPr>
              <a:spLocks noChangeShapeType="1"/>
            </p:cNvSpPr>
            <p:nvPr/>
          </p:nvSpPr>
          <p:spPr bwMode="auto">
            <a:xfrm>
              <a:off x="3673508" y="5160395"/>
              <a:ext cx="9525" cy="26988"/>
            </a:xfrm>
            <a:prstGeom prst="line">
              <a:avLst/>
            </a:prstGeom>
            <a:noFill/>
            <a:ln w="28575">
              <a:solidFill>
                <a:srgbClr val="FF0000"/>
              </a:solidFill>
              <a:round/>
              <a:headEnd/>
              <a:tailEnd/>
            </a:ln>
          </p:spPr>
          <p:txBody>
            <a:bodyPr/>
            <a:lstStyle/>
            <a:p>
              <a:endParaRPr lang="en-US"/>
            </a:p>
          </p:txBody>
        </p:sp>
        <p:sp>
          <p:nvSpPr>
            <p:cNvPr id="636972" name="Line 34"/>
            <p:cNvSpPr>
              <a:spLocks noChangeShapeType="1"/>
            </p:cNvSpPr>
            <p:nvPr/>
          </p:nvSpPr>
          <p:spPr bwMode="auto">
            <a:xfrm>
              <a:off x="3683033" y="5187383"/>
              <a:ext cx="9525" cy="28575"/>
            </a:xfrm>
            <a:prstGeom prst="line">
              <a:avLst/>
            </a:prstGeom>
            <a:noFill/>
            <a:ln w="28575">
              <a:solidFill>
                <a:srgbClr val="FF0000"/>
              </a:solidFill>
              <a:round/>
              <a:headEnd/>
              <a:tailEnd/>
            </a:ln>
          </p:spPr>
          <p:txBody>
            <a:bodyPr/>
            <a:lstStyle/>
            <a:p>
              <a:endParaRPr lang="en-US"/>
            </a:p>
          </p:txBody>
        </p:sp>
        <p:sp>
          <p:nvSpPr>
            <p:cNvPr id="636973" name="Line 35"/>
            <p:cNvSpPr>
              <a:spLocks noChangeShapeType="1"/>
            </p:cNvSpPr>
            <p:nvPr/>
          </p:nvSpPr>
          <p:spPr bwMode="auto">
            <a:xfrm>
              <a:off x="3692558" y="5215958"/>
              <a:ext cx="7938" cy="30163"/>
            </a:xfrm>
            <a:prstGeom prst="line">
              <a:avLst/>
            </a:prstGeom>
            <a:noFill/>
            <a:ln w="28575">
              <a:solidFill>
                <a:srgbClr val="FF0000"/>
              </a:solidFill>
              <a:round/>
              <a:headEnd/>
              <a:tailEnd/>
            </a:ln>
          </p:spPr>
          <p:txBody>
            <a:bodyPr/>
            <a:lstStyle/>
            <a:p>
              <a:endParaRPr lang="en-US"/>
            </a:p>
          </p:txBody>
        </p:sp>
        <p:sp>
          <p:nvSpPr>
            <p:cNvPr id="636974" name="Line 36"/>
            <p:cNvSpPr>
              <a:spLocks noChangeShapeType="1"/>
            </p:cNvSpPr>
            <p:nvPr/>
          </p:nvSpPr>
          <p:spPr bwMode="auto">
            <a:xfrm>
              <a:off x="3700496" y="5246120"/>
              <a:ext cx="9525" cy="31750"/>
            </a:xfrm>
            <a:prstGeom prst="line">
              <a:avLst/>
            </a:prstGeom>
            <a:noFill/>
            <a:ln w="28575">
              <a:solidFill>
                <a:srgbClr val="FF0000"/>
              </a:solidFill>
              <a:round/>
              <a:headEnd/>
              <a:tailEnd/>
            </a:ln>
          </p:spPr>
          <p:txBody>
            <a:bodyPr/>
            <a:lstStyle/>
            <a:p>
              <a:endParaRPr lang="en-US"/>
            </a:p>
          </p:txBody>
        </p:sp>
        <p:sp>
          <p:nvSpPr>
            <p:cNvPr id="636975" name="Line 37"/>
            <p:cNvSpPr>
              <a:spLocks noChangeShapeType="1"/>
            </p:cNvSpPr>
            <p:nvPr/>
          </p:nvSpPr>
          <p:spPr bwMode="auto">
            <a:xfrm>
              <a:off x="3710021" y="5277870"/>
              <a:ext cx="9525" cy="31750"/>
            </a:xfrm>
            <a:prstGeom prst="line">
              <a:avLst/>
            </a:prstGeom>
            <a:noFill/>
            <a:ln w="28575">
              <a:solidFill>
                <a:srgbClr val="FF0000"/>
              </a:solidFill>
              <a:round/>
              <a:headEnd/>
              <a:tailEnd/>
            </a:ln>
          </p:spPr>
          <p:txBody>
            <a:bodyPr/>
            <a:lstStyle/>
            <a:p>
              <a:endParaRPr lang="en-US"/>
            </a:p>
          </p:txBody>
        </p:sp>
        <p:sp>
          <p:nvSpPr>
            <p:cNvPr id="636976" name="Line 38"/>
            <p:cNvSpPr>
              <a:spLocks noChangeShapeType="1"/>
            </p:cNvSpPr>
            <p:nvPr/>
          </p:nvSpPr>
          <p:spPr bwMode="auto">
            <a:xfrm>
              <a:off x="3719546" y="5309620"/>
              <a:ext cx="9525" cy="34925"/>
            </a:xfrm>
            <a:prstGeom prst="line">
              <a:avLst/>
            </a:prstGeom>
            <a:noFill/>
            <a:ln w="28575">
              <a:solidFill>
                <a:srgbClr val="FF0000"/>
              </a:solidFill>
              <a:round/>
              <a:headEnd/>
              <a:tailEnd/>
            </a:ln>
          </p:spPr>
          <p:txBody>
            <a:bodyPr/>
            <a:lstStyle/>
            <a:p>
              <a:endParaRPr lang="en-US"/>
            </a:p>
          </p:txBody>
        </p:sp>
        <p:sp>
          <p:nvSpPr>
            <p:cNvPr id="636977" name="Line 39"/>
            <p:cNvSpPr>
              <a:spLocks noChangeShapeType="1"/>
            </p:cNvSpPr>
            <p:nvPr/>
          </p:nvSpPr>
          <p:spPr bwMode="auto">
            <a:xfrm>
              <a:off x="3729071" y="5344545"/>
              <a:ext cx="9525" cy="34925"/>
            </a:xfrm>
            <a:prstGeom prst="line">
              <a:avLst/>
            </a:prstGeom>
            <a:noFill/>
            <a:ln w="28575">
              <a:solidFill>
                <a:srgbClr val="FF0000"/>
              </a:solidFill>
              <a:round/>
              <a:headEnd/>
              <a:tailEnd/>
            </a:ln>
          </p:spPr>
          <p:txBody>
            <a:bodyPr/>
            <a:lstStyle/>
            <a:p>
              <a:endParaRPr lang="en-US"/>
            </a:p>
          </p:txBody>
        </p:sp>
        <p:sp>
          <p:nvSpPr>
            <p:cNvPr id="636978" name="Line 40"/>
            <p:cNvSpPr>
              <a:spLocks noChangeShapeType="1"/>
            </p:cNvSpPr>
            <p:nvPr/>
          </p:nvSpPr>
          <p:spPr bwMode="auto">
            <a:xfrm>
              <a:off x="3738596" y="5379470"/>
              <a:ext cx="7938" cy="34925"/>
            </a:xfrm>
            <a:prstGeom prst="line">
              <a:avLst/>
            </a:prstGeom>
            <a:noFill/>
            <a:ln w="28575">
              <a:solidFill>
                <a:srgbClr val="FF0000"/>
              </a:solidFill>
              <a:round/>
              <a:headEnd/>
              <a:tailEnd/>
            </a:ln>
          </p:spPr>
          <p:txBody>
            <a:bodyPr/>
            <a:lstStyle/>
            <a:p>
              <a:endParaRPr lang="en-US"/>
            </a:p>
          </p:txBody>
        </p:sp>
        <p:sp>
          <p:nvSpPr>
            <p:cNvPr id="636979" name="Line 41"/>
            <p:cNvSpPr>
              <a:spLocks noChangeShapeType="1"/>
            </p:cNvSpPr>
            <p:nvPr/>
          </p:nvSpPr>
          <p:spPr bwMode="auto">
            <a:xfrm>
              <a:off x="3746533" y="5414395"/>
              <a:ext cx="9525" cy="33338"/>
            </a:xfrm>
            <a:prstGeom prst="line">
              <a:avLst/>
            </a:prstGeom>
            <a:noFill/>
            <a:ln w="28575">
              <a:solidFill>
                <a:srgbClr val="FF0000"/>
              </a:solidFill>
              <a:round/>
              <a:headEnd/>
              <a:tailEnd/>
            </a:ln>
          </p:spPr>
          <p:txBody>
            <a:bodyPr/>
            <a:lstStyle/>
            <a:p>
              <a:endParaRPr lang="en-US"/>
            </a:p>
          </p:txBody>
        </p:sp>
        <p:sp>
          <p:nvSpPr>
            <p:cNvPr id="636980" name="Line 42"/>
            <p:cNvSpPr>
              <a:spLocks noChangeShapeType="1"/>
            </p:cNvSpPr>
            <p:nvPr/>
          </p:nvSpPr>
          <p:spPr bwMode="auto">
            <a:xfrm>
              <a:off x="3756058" y="5447733"/>
              <a:ext cx="9525" cy="34925"/>
            </a:xfrm>
            <a:prstGeom prst="line">
              <a:avLst/>
            </a:prstGeom>
            <a:noFill/>
            <a:ln w="28575">
              <a:solidFill>
                <a:srgbClr val="FF0000"/>
              </a:solidFill>
              <a:round/>
              <a:headEnd/>
              <a:tailEnd/>
            </a:ln>
          </p:spPr>
          <p:txBody>
            <a:bodyPr/>
            <a:lstStyle/>
            <a:p>
              <a:endParaRPr lang="en-US"/>
            </a:p>
          </p:txBody>
        </p:sp>
        <p:sp>
          <p:nvSpPr>
            <p:cNvPr id="636981" name="Line 43"/>
            <p:cNvSpPr>
              <a:spLocks noChangeShapeType="1"/>
            </p:cNvSpPr>
            <p:nvPr/>
          </p:nvSpPr>
          <p:spPr bwMode="auto">
            <a:xfrm>
              <a:off x="3765583" y="5482658"/>
              <a:ext cx="9525" cy="33338"/>
            </a:xfrm>
            <a:prstGeom prst="line">
              <a:avLst/>
            </a:prstGeom>
            <a:noFill/>
            <a:ln w="28575">
              <a:solidFill>
                <a:srgbClr val="FF0000"/>
              </a:solidFill>
              <a:round/>
              <a:headEnd/>
              <a:tailEnd/>
            </a:ln>
          </p:spPr>
          <p:txBody>
            <a:bodyPr/>
            <a:lstStyle/>
            <a:p>
              <a:endParaRPr lang="en-US"/>
            </a:p>
          </p:txBody>
        </p:sp>
        <p:sp>
          <p:nvSpPr>
            <p:cNvPr id="636982" name="Line 44"/>
            <p:cNvSpPr>
              <a:spLocks noChangeShapeType="1"/>
            </p:cNvSpPr>
            <p:nvPr/>
          </p:nvSpPr>
          <p:spPr bwMode="auto">
            <a:xfrm>
              <a:off x="3775108" y="5515995"/>
              <a:ext cx="9525" cy="33338"/>
            </a:xfrm>
            <a:prstGeom prst="line">
              <a:avLst/>
            </a:prstGeom>
            <a:noFill/>
            <a:ln w="28575">
              <a:solidFill>
                <a:srgbClr val="FF0000"/>
              </a:solidFill>
              <a:round/>
              <a:headEnd/>
              <a:tailEnd/>
            </a:ln>
          </p:spPr>
          <p:txBody>
            <a:bodyPr/>
            <a:lstStyle/>
            <a:p>
              <a:endParaRPr lang="en-US"/>
            </a:p>
          </p:txBody>
        </p:sp>
        <p:sp>
          <p:nvSpPr>
            <p:cNvPr id="636983" name="Line 45"/>
            <p:cNvSpPr>
              <a:spLocks noChangeShapeType="1"/>
            </p:cNvSpPr>
            <p:nvPr/>
          </p:nvSpPr>
          <p:spPr bwMode="auto">
            <a:xfrm>
              <a:off x="3784633" y="5549333"/>
              <a:ext cx="9525" cy="31750"/>
            </a:xfrm>
            <a:prstGeom prst="line">
              <a:avLst/>
            </a:prstGeom>
            <a:noFill/>
            <a:ln w="28575">
              <a:solidFill>
                <a:srgbClr val="FF0000"/>
              </a:solidFill>
              <a:round/>
              <a:headEnd/>
              <a:tailEnd/>
            </a:ln>
          </p:spPr>
          <p:txBody>
            <a:bodyPr/>
            <a:lstStyle/>
            <a:p>
              <a:endParaRPr lang="en-US"/>
            </a:p>
          </p:txBody>
        </p:sp>
        <p:sp>
          <p:nvSpPr>
            <p:cNvPr id="636984" name="Line 46"/>
            <p:cNvSpPr>
              <a:spLocks noChangeShapeType="1"/>
            </p:cNvSpPr>
            <p:nvPr/>
          </p:nvSpPr>
          <p:spPr bwMode="auto">
            <a:xfrm>
              <a:off x="3794158" y="5581083"/>
              <a:ext cx="7938" cy="30163"/>
            </a:xfrm>
            <a:prstGeom prst="line">
              <a:avLst/>
            </a:prstGeom>
            <a:noFill/>
            <a:ln w="28575">
              <a:solidFill>
                <a:srgbClr val="FF0000"/>
              </a:solidFill>
              <a:round/>
              <a:headEnd/>
              <a:tailEnd/>
            </a:ln>
          </p:spPr>
          <p:txBody>
            <a:bodyPr/>
            <a:lstStyle/>
            <a:p>
              <a:endParaRPr lang="en-US"/>
            </a:p>
          </p:txBody>
        </p:sp>
        <p:sp>
          <p:nvSpPr>
            <p:cNvPr id="636985" name="Line 47"/>
            <p:cNvSpPr>
              <a:spLocks noChangeShapeType="1"/>
            </p:cNvSpPr>
            <p:nvPr/>
          </p:nvSpPr>
          <p:spPr bwMode="auto">
            <a:xfrm>
              <a:off x="3802096" y="5611245"/>
              <a:ext cx="9525" cy="28575"/>
            </a:xfrm>
            <a:prstGeom prst="line">
              <a:avLst/>
            </a:prstGeom>
            <a:noFill/>
            <a:ln w="28575">
              <a:solidFill>
                <a:srgbClr val="FF0000"/>
              </a:solidFill>
              <a:round/>
              <a:headEnd/>
              <a:tailEnd/>
            </a:ln>
          </p:spPr>
          <p:txBody>
            <a:bodyPr/>
            <a:lstStyle/>
            <a:p>
              <a:endParaRPr lang="en-US"/>
            </a:p>
          </p:txBody>
        </p:sp>
        <p:sp>
          <p:nvSpPr>
            <p:cNvPr id="636986" name="Line 48"/>
            <p:cNvSpPr>
              <a:spLocks noChangeShapeType="1"/>
            </p:cNvSpPr>
            <p:nvPr/>
          </p:nvSpPr>
          <p:spPr bwMode="auto">
            <a:xfrm>
              <a:off x="3811621" y="5639820"/>
              <a:ext cx="9525" cy="26988"/>
            </a:xfrm>
            <a:prstGeom prst="line">
              <a:avLst/>
            </a:prstGeom>
            <a:noFill/>
            <a:ln w="28575">
              <a:solidFill>
                <a:srgbClr val="FF0000"/>
              </a:solidFill>
              <a:round/>
              <a:headEnd/>
              <a:tailEnd/>
            </a:ln>
          </p:spPr>
          <p:txBody>
            <a:bodyPr/>
            <a:lstStyle/>
            <a:p>
              <a:endParaRPr lang="en-US"/>
            </a:p>
          </p:txBody>
        </p:sp>
        <p:sp>
          <p:nvSpPr>
            <p:cNvPr id="636987" name="Line 49"/>
            <p:cNvSpPr>
              <a:spLocks noChangeShapeType="1"/>
            </p:cNvSpPr>
            <p:nvPr/>
          </p:nvSpPr>
          <p:spPr bwMode="auto">
            <a:xfrm>
              <a:off x="3821146" y="5666808"/>
              <a:ext cx="9525" cy="23813"/>
            </a:xfrm>
            <a:prstGeom prst="line">
              <a:avLst/>
            </a:prstGeom>
            <a:noFill/>
            <a:ln w="28575">
              <a:solidFill>
                <a:srgbClr val="FF0000"/>
              </a:solidFill>
              <a:round/>
              <a:headEnd/>
              <a:tailEnd/>
            </a:ln>
          </p:spPr>
          <p:txBody>
            <a:bodyPr/>
            <a:lstStyle/>
            <a:p>
              <a:endParaRPr lang="en-US"/>
            </a:p>
          </p:txBody>
        </p:sp>
        <p:sp>
          <p:nvSpPr>
            <p:cNvPr id="636988" name="Line 50"/>
            <p:cNvSpPr>
              <a:spLocks noChangeShapeType="1"/>
            </p:cNvSpPr>
            <p:nvPr/>
          </p:nvSpPr>
          <p:spPr bwMode="auto">
            <a:xfrm>
              <a:off x="3830671" y="5690620"/>
              <a:ext cx="9525" cy="22225"/>
            </a:xfrm>
            <a:prstGeom prst="line">
              <a:avLst/>
            </a:prstGeom>
            <a:noFill/>
            <a:ln w="28575">
              <a:solidFill>
                <a:srgbClr val="FF0000"/>
              </a:solidFill>
              <a:round/>
              <a:headEnd/>
              <a:tailEnd/>
            </a:ln>
          </p:spPr>
          <p:txBody>
            <a:bodyPr/>
            <a:lstStyle/>
            <a:p>
              <a:endParaRPr lang="en-US"/>
            </a:p>
          </p:txBody>
        </p:sp>
        <p:sp>
          <p:nvSpPr>
            <p:cNvPr id="636989" name="Line 51"/>
            <p:cNvSpPr>
              <a:spLocks noChangeShapeType="1"/>
            </p:cNvSpPr>
            <p:nvPr/>
          </p:nvSpPr>
          <p:spPr bwMode="auto">
            <a:xfrm>
              <a:off x="3840196" y="5712845"/>
              <a:ext cx="7938" cy="17463"/>
            </a:xfrm>
            <a:prstGeom prst="line">
              <a:avLst/>
            </a:prstGeom>
            <a:noFill/>
            <a:ln w="28575">
              <a:solidFill>
                <a:srgbClr val="FF0000"/>
              </a:solidFill>
              <a:round/>
              <a:headEnd/>
              <a:tailEnd/>
            </a:ln>
          </p:spPr>
          <p:txBody>
            <a:bodyPr/>
            <a:lstStyle/>
            <a:p>
              <a:endParaRPr lang="en-US"/>
            </a:p>
          </p:txBody>
        </p:sp>
        <p:sp>
          <p:nvSpPr>
            <p:cNvPr id="636990" name="Line 52"/>
            <p:cNvSpPr>
              <a:spLocks noChangeShapeType="1"/>
            </p:cNvSpPr>
            <p:nvPr/>
          </p:nvSpPr>
          <p:spPr bwMode="auto">
            <a:xfrm>
              <a:off x="3848133" y="5730308"/>
              <a:ext cx="9525" cy="17463"/>
            </a:xfrm>
            <a:prstGeom prst="line">
              <a:avLst/>
            </a:prstGeom>
            <a:noFill/>
            <a:ln w="28575">
              <a:solidFill>
                <a:srgbClr val="FF0000"/>
              </a:solidFill>
              <a:round/>
              <a:headEnd/>
              <a:tailEnd/>
            </a:ln>
          </p:spPr>
          <p:txBody>
            <a:bodyPr/>
            <a:lstStyle/>
            <a:p>
              <a:endParaRPr lang="en-US"/>
            </a:p>
          </p:txBody>
        </p:sp>
        <p:sp>
          <p:nvSpPr>
            <p:cNvPr id="636991" name="Line 53"/>
            <p:cNvSpPr>
              <a:spLocks noChangeShapeType="1"/>
            </p:cNvSpPr>
            <p:nvPr/>
          </p:nvSpPr>
          <p:spPr bwMode="auto">
            <a:xfrm>
              <a:off x="3857658" y="5747770"/>
              <a:ext cx="9525" cy="12700"/>
            </a:xfrm>
            <a:prstGeom prst="line">
              <a:avLst/>
            </a:prstGeom>
            <a:noFill/>
            <a:ln w="28575">
              <a:solidFill>
                <a:srgbClr val="FF0000"/>
              </a:solidFill>
              <a:round/>
              <a:headEnd/>
              <a:tailEnd/>
            </a:ln>
          </p:spPr>
          <p:txBody>
            <a:bodyPr/>
            <a:lstStyle/>
            <a:p>
              <a:endParaRPr lang="en-US"/>
            </a:p>
          </p:txBody>
        </p:sp>
        <p:sp>
          <p:nvSpPr>
            <p:cNvPr id="636992" name="Line 54"/>
            <p:cNvSpPr>
              <a:spLocks noChangeShapeType="1"/>
            </p:cNvSpPr>
            <p:nvPr/>
          </p:nvSpPr>
          <p:spPr bwMode="auto">
            <a:xfrm>
              <a:off x="3867183" y="5760470"/>
              <a:ext cx="9525" cy="9525"/>
            </a:xfrm>
            <a:prstGeom prst="line">
              <a:avLst/>
            </a:prstGeom>
            <a:noFill/>
            <a:ln w="28575">
              <a:solidFill>
                <a:srgbClr val="FF0000"/>
              </a:solidFill>
              <a:round/>
              <a:headEnd/>
              <a:tailEnd/>
            </a:ln>
          </p:spPr>
          <p:txBody>
            <a:bodyPr/>
            <a:lstStyle/>
            <a:p>
              <a:endParaRPr lang="en-US"/>
            </a:p>
          </p:txBody>
        </p:sp>
        <p:sp>
          <p:nvSpPr>
            <p:cNvPr id="636993" name="Line 55"/>
            <p:cNvSpPr>
              <a:spLocks noChangeShapeType="1"/>
            </p:cNvSpPr>
            <p:nvPr/>
          </p:nvSpPr>
          <p:spPr bwMode="auto">
            <a:xfrm>
              <a:off x="3876708" y="5769995"/>
              <a:ext cx="9525" cy="6350"/>
            </a:xfrm>
            <a:prstGeom prst="line">
              <a:avLst/>
            </a:prstGeom>
            <a:noFill/>
            <a:ln w="28575">
              <a:solidFill>
                <a:srgbClr val="FF0000"/>
              </a:solidFill>
              <a:round/>
              <a:headEnd/>
              <a:tailEnd/>
            </a:ln>
          </p:spPr>
          <p:txBody>
            <a:bodyPr/>
            <a:lstStyle/>
            <a:p>
              <a:endParaRPr lang="en-US"/>
            </a:p>
          </p:txBody>
        </p:sp>
        <p:sp>
          <p:nvSpPr>
            <p:cNvPr id="636994" name="Line 56"/>
            <p:cNvSpPr>
              <a:spLocks noChangeShapeType="1"/>
            </p:cNvSpPr>
            <p:nvPr/>
          </p:nvSpPr>
          <p:spPr bwMode="auto">
            <a:xfrm>
              <a:off x="3886233" y="5776345"/>
              <a:ext cx="9525" cy="3175"/>
            </a:xfrm>
            <a:prstGeom prst="line">
              <a:avLst/>
            </a:prstGeom>
            <a:noFill/>
            <a:ln w="28575">
              <a:solidFill>
                <a:srgbClr val="FF0000"/>
              </a:solidFill>
              <a:round/>
              <a:headEnd/>
              <a:tailEnd/>
            </a:ln>
          </p:spPr>
          <p:txBody>
            <a:bodyPr/>
            <a:lstStyle/>
            <a:p>
              <a:endParaRPr lang="en-US"/>
            </a:p>
          </p:txBody>
        </p:sp>
        <p:sp>
          <p:nvSpPr>
            <p:cNvPr id="636995" name="Line 57"/>
            <p:cNvSpPr>
              <a:spLocks noChangeShapeType="1"/>
            </p:cNvSpPr>
            <p:nvPr/>
          </p:nvSpPr>
          <p:spPr bwMode="auto">
            <a:xfrm>
              <a:off x="3895758" y="5779520"/>
              <a:ext cx="7938" cy="1588"/>
            </a:xfrm>
            <a:prstGeom prst="line">
              <a:avLst/>
            </a:prstGeom>
            <a:noFill/>
            <a:ln w="28575">
              <a:solidFill>
                <a:srgbClr val="FF0000"/>
              </a:solidFill>
              <a:round/>
              <a:headEnd/>
              <a:tailEnd/>
            </a:ln>
          </p:spPr>
          <p:txBody>
            <a:bodyPr/>
            <a:lstStyle/>
            <a:p>
              <a:endParaRPr lang="en-US"/>
            </a:p>
          </p:txBody>
        </p:sp>
        <p:sp>
          <p:nvSpPr>
            <p:cNvPr id="636996" name="Line 58"/>
            <p:cNvSpPr>
              <a:spLocks noChangeShapeType="1"/>
            </p:cNvSpPr>
            <p:nvPr/>
          </p:nvSpPr>
          <p:spPr bwMode="auto">
            <a:xfrm flipV="1">
              <a:off x="3903696" y="5776345"/>
              <a:ext cx="9525" cy="3175"/>
            </a:xfrm>
            <a:prstGeom prst="line">
              <a:avLst/>
            </a:prstGeom>
            <a:noFill/>
            <a:ln w="28575">
              <a:solidFill>
                <a:srgbClr val="FF0000"/>
              </a:solidFill>
              <a:round/>
              <a:headEnd/>
              <a:tailEnd/>
            </a:ln>
          </p:spPr>
          <p:txBody>
            <a:bodyPr/>
            <a:lstStyle/>
            <a:p>
              <a:endParaRPr lang="en-US"/>
            </a:p>
          </p:txBody>
        </p:sp>
        <p:sp>
          <p:nvSpPr>
            <p:cNvPr id="636997" name="Line 59"/>
            <p:cNvSpPr>
              <a:spLocks noChangeShapeType="1"/>
            </p:cNvSpPr>
            <p:nvPr/>
          </p:nvSpPr>
          <p:spPr bwMode="auto">
            <a:xfrm flipV="1">
              <a:off x="3913221" y="5769995"/>
              <a:ext cx="9525" cy="6350"/>
            </a:xfrm>
            <a:prstGeom prst="line">
              <a:avLst/>
            </a:prstGeom>
            <a:noFill/>
            <a:ln w="28575">
              <a:solidFill>
                <a:srgbClr val="FF0000"/>
              </a:solidFill>
              <a:round/>
              <a:headEnd/>
              <a:tailEnd/>
            </a:ln>
          </p:spPr>
          <p:txBody>
            <a:bodyPr/>
            <a:lstStyle/>
            <a:p>
              <a:endParaRPr lang="en-US"/>
            </a:p>
          </p:txBody>
        </p:sp>
        <p:sp>
          <p:nvSpPr>
            <p:cNvPr id="636998" name="Line 60"/>
            <p:cNvSpPr>
              <a:spLocks noChangeShapeType="1"/>
            </p:cNvSpPr>
            <p:nvPr/>
          </p:nvSpPr>
          <p:spPr bwMode="auto">
            <a:xfrm flipV="1">
              <a:off x="3922746" y="5760470"/>
              <a:ext cx="9525" cy="9525"/>
            </a:xfrm>
            <a:prstGeom prst="line">
              <a:avLst/>
            </a:prstGeom>
            <a:noFill/>
            <a:ln w="28575">
              <a:solidFill>
                <a:srgbClr val="FF0000"/>
              </a:solidFill>
              <a:round/>
              <a:headEnd/>
              <a:tailEnd/>
            </a:ln>
          </p:spPr>
          <p:txBody>
            <a:bodyPr/>
            <a:lstStyle/>
            <a:p>
              <a:endParaRPr lang="en-US"/>
            </a:p>
          </p:txBody>
        </p:sp>
        <p:sp>
          <p:nvSpPr>
            <p:cNvPr id="636999" name="Line 61"/>
            <p:cNvSpPr>
              <a:spLocks noChangeShapeType="1"/>
            </p:cNvSpPr>
            <p:nvPr/>
          </p:nvSpPr>
          <p:spPr bwMode="auto">
            <a:xfrm flipV="1">
              <a:off x="3932271" y="5747770"/>
              <a:ext cx="9525" cy="12700"/>
            </a:xfrm>
            <a:prstGeom prst="line">
              <a:avLst/>
            </a:prstGeom>
            <a:noFill/>
            <a:ln w="28575">
              <a:solidFill>
                <a:srgbClr val="FF0000"/>
              </a:solidFill>
              <a:round/>
              <a:headEnd/>
              <a:tailEnd/>
            </a:ln>
          </p:spPr>
          <p:txBody>
            <a:bodyPr/>
            <a:lstStyle/>
            <a:p>
              <a:endParaRPr lang="en-US"/>
            </a:p>
          </p:txBody>
        </p:sp>
        <p:sp>
          <p:nvSpPr>
            <p:cNvPr id="637000" name="Line 62"/>
            <p:cNvSpPr>
              <a:spLocks noChangeShapeType="1"/>
            </p:cNvSpPr>
            <p:nvPr/>
          </p:nvSpPr>
          <p:spPr bwMode="auto">
            <a:xfrm flipV="1">
              <a:off x="3941796" y="5730308"/>
              <a:ext cx="9525" cy="17463"/>
            </a:xfrm>
            <a:prstGeom prst="line">
              <a:avLst/>
            </a:prstGeom>
            <a:noFill/>
            <a:ln w="28575">
              <a:solidFill>
                <a:srgbClr val="FF0000"/>
              </a:solidFill>
              <a:round/>
              <a:headEnd/>
              <a:tailEnd/>
            </a:ln>
          </p:spPr>
          <p:txBody>
            <a:bodyPr/>
            <a:lstStyle/>
            <a:p>
              <a:endParaRPr lang="en-US"/>
            </a:p>
          </p:txBody>
        </p:sp>
        <p:sp>
          <p:nvSpPr>
            <p:cNvPr id="637001" name="Line 63"/>
            <p:cNvSpPr>
              <a:spLocks noChangeShapeType="1"/>
            </p:cNvSpPr>
            <p:nvPr/>
          </p:nvSpPr>
          <p:spPr bwMode="auto">
            <a:xfrm flipV="1">
              <a:off x="3951321" y="5712845"/>
              <a:ext cx="7938" cy="17463"/>
            </a:xfrm>
            <a:prstGeom prst="line">
              <a:avLst/>
            </a:prstGeom>
            <a:noFill/>
            <a:ln w="28575">
              <a:solidFill>
                <a:srgbClr val="FF0000"/>
              </a:solidFill>
              <a:round/>
              <a:headEnd/>
              <a:tailEnd/>
            </a:ln>
          </p:spPr>
          <p:txBody>
            <a:bodyPr/>
            <a:lstStyle/>
            <a:p>
              <a:endParaRPr lang="en-US"/>
            </a:p>
          </p:txBody>
        </p:sp>
        <p:sp>
          <p:nvSpPr>
            <p:cNvPr id="637002" name="Line 64"/>
            <p:cNvSpPr>
              <a:spLocks noChangeShapeType="1"/>
            </p:cNvSpPr>
            <p:nvPr/>
          </p:nvSpPr>
          <p:spPr bwMode="auto">
            <a:xfrm flipV="1">
              <a:off x="3959258" y="5690620"/>
              <a:ext cx="9525" cy="22225"/>
            </a:xfrm>
            <a:prstGeom prst="line">
              <a:avLst/>
            </a:prstGeom>
            <a:noFill/>
            <a:ln w="28575">
              <a:solidFill>
                <a:srgbClr val="FF0000"/>
              </a:solidFill>
              <a:round/>
              <a:headEnd/>
              <a:tailEnd/>
            </a:ln>
          </p:spPr>
          <p:txBody>
            <a:bodyPr/>
            <a:lstStyle/>
            <a:p>
              <a:endParaRPr lang="en-US"/>
            </a:p>
          </p:txBody>
        </p:sp>
        <p:sp>
          <p:nvSpPr>
            <p:cNvPr id="637003" name="Line 65"/>
            <p:cNvSpPr>
              <a:spLocks noChangeShapeType="1"/>
            </p:cNvSpPr>
            <p:nvPr/>
          </p:nvSpPr>
          <p:spPr bwMode="auto">
            <a:xfrm flipV="1">
              <a:off x="3968783" y="5666808"/>
              <a:ext cx="9525" cy="23813"/>
            </a:xfrm>
            <a:prstGeom prst="line">
              <a:avLst/>
            </a:prstGeom>
            <a:noFill/>
            <a:ln w="28575">
              <a:solidFill>
                <a:srgbClr val="FF0000"/>
              </a:solidFill>
              <a:round/>
              <a:headEnd/>
              <a:tailEnd/>
            </a:ln>
          </p:spPr>
          <p:txBody>
            <a:bodyPr/>
            <a:lstStyle/>
            <a:p>
              <a:endParaRPr lang="en-US"/>
            </a:p>
          </p:txBody>
        </p:sp>
        <p:sp>
          <p:nvSpPr>
            <p:cNvPr id="637004" name="Line 66"/>
            <p:cNvSpPr>
              <a:spLocks noChangeShapeType="1"/>
            </p:cNvSpPr>
            <p:nvPr/>
          </p:nvSpPr>
          <p:spPr bwMode="auto">
            <a:xfrm flipV="1">
              <a:off x="3978308" y="5639820"/>
              <a:ext cx="9525" cy="26988"/>
            </a:xfrm>
            <a:prstGeom prst="line">
              <a:avLst/>
            </a:prstGeom>
            <a:noFill/>
            <a:ln w="28575">
              <a:solidFill>
                <a:srgbClr val="FF0000"/>
              </a:solidFill>
              <a:round/>
              <a:headEnd/>
              <a:tailEnd/>
            </a:ln>
          </p:spPr>
          <p:txBody>
            <a:bodyPr/>
            <a:lstStyle/>
            <a:p>
              <a:endParaRPr lang="en-US"/>
            </a:p>
          </p:txBody>
        </p:sp>
        <p:sp>
          <p:nvSpPr>
            <p:cNvPr id="637005" name="Line 67"/>
            <p:cNvSpPr>
              <a:spLocks noChangeShapeType="1"/>
            </p:cNvSpPr>
            <p:nvPr/>
          </p:nvSpPr>
          <p:spPr bwMode="auto">
            <a:xfrm flipV="1">
              <a:off x="3987833" y="5611245"/>
              <a:ext cx="9525" cy="28575"/>
            </a:xfrm>
            <a:prstGeom prst="line">
              <a:avLst/>
            </a:prstGeom>
            <a:noFill/>
            <a:ln w="28575">
              <a:solidFill>
                <a:srgbClr val="FF0000"/>
              </a:solidFill>
              <a:round/>
              <a:headEnd/>
              <a:tailEnd/>
            </a:ln>
          </p:spPr>
          <p:txBody>
            <a:bodyPr/>
            <a:lstStyle/>
            <a:p>
              <a:endParaRPr lang="en-US"/>
            </a:p>
          </p:txBody>
        </p:sp>
        <p:sp>
          <p:nvSpPr>
            <p:cNvPr id="637006" name="Line 68"/>
            <p:cNvSpPr>
              <a:spLocks noChangeShapeType="1"/>
            </p:cNvSpPr>
            <p:nvPr/>
          </p:nvSpPr>
          <p:spPr bwMode="auto">
            <a:xfrm flipV="1">
              <a:off x="3997358" y="5581083"/>
              <a:ext cx="7938" cy="30163"/>
            </a:xfrm>
            <a:prstGeom prst="line">
              <a:avLst/>
            </a:prstGeom>
            <a:noFill/>
            <a:ln w="28575">
              <a:solidFill>
                <a:srgbClr val="FF0000"/>
              </a:solidFill>
              <a:round/>
              <a:headEnd/>
              <a:tailEnd/>
            </a:ln>
          </p:spPr>
          <p:txBody>
            <a:bodyPr/>
            <a:lstStyle/>
            <a:p>
              <a:endParaRPr lang="en-US"/>
            </a:p>
          </p:txBody>
        </p:sp>
        <p:sp>
          <p:nvSpPr>
            <p:cNvPr id="637007" name="Line 69"/>
            <p:cNvSpPr>
              <a:spLocks noChangeShapeType="1"/>
            </p:cNvSpPr>
            <p:nvPr/>
          </p:nvSpPr>
          <p:spPr bwMode="auto">
            <a:xfrm flipV="1">
              <a:off x="4005296" y="5549333"/>
              <a:ext cx="9525" cy="31750"/>
            </a:xfrm>
            <a:prstGeom prst="line">
              <a:avLst/>
            </a:prstGeom>
            <a:noFill/>
            <a:ln w="28575">
              <a:solidFill>
                <a:srgbClr val="FF0000"/>
              </a:solidFill>
              <a:round/>
              <a:headEnd/>
              <a:tailEnd/>
            </a:ln>
          </p:spPr>
          <p:txBody>
            <a:bodyPr/>
            <a:lstStyle/>
            <a:p>
              <a:endParaRPr lang="en-US"/>
            </a:p>
          </p:txBody>
        </p:sp>
        <p:sp>
          <p:nvSpPr>
            <p:cNvPr id="637008" name="Line 70"/>
            <p:cNvSpPr>
              <a:spLocks noChangeShapeType="1"/>
            </p:cNvSpPr>
            <p:nvPr/>
          </p:nvSpPr>
          <p:spPr bwMode="auto">
            <a:xfrm flipV="1">
              <a:off x="4014821" y="5515995"/>
              <a:ext cx="9525" cy="33338"/>
            </a:xfrm>
            <a:prstGeom prst="line">
              <a:avLst/>
            </a:prstGeom>
            <a:noFill/>
            <a:ln w="28575">
              <a:solidFill>
                <a:srgbClr val="FF0000"/>
              </a:solidFill>
              <a:round/>
              <a:headEnd/>
              <a:tailEnd/>
            </a:ln>
          </p:spPr>
          <p:txBody>
            <a:bodyPr/>
            <a:lstStyle/>
            <a:p>
              <a:endParaRPr lang="en-US"/>
            </a:p>
          </p:txBody>
        </p:sp>
        <p:sp>
          <p:nvSpPr>
            <p:cNvPr id="637009" name="Line 71"/>
            <p:cNvSpPr>
              <a:spLocks noChangeShapeType="1"/>
            </p:cNvSpPr>
            <p:nvPr/>
          </p:nvSpPr>
          <p:spPr bwMode="auto">
            <a:xfrm flipV="1">
              <a:off x="4024346" y="5482658"/>
              <a:ext cx="9525" cy="33338"/>
            </a:xfrm>
            <a:prstGeom prst="line">
              <a:avLst/>
            </a:prstGeom>
            <a:noFill/>
            <a:ln w="28575">
              <a:solidFill>
                <a:srgbClr val="FF0000"/>
              </a:solidFill>
              <a:round/>
              <a:headEnd/>
              <a:tailEnd/>
            </a:ln>
          </p:spPr>
          <p:txBody>
            <a:bodyPr/>
            <a:lstStyle/>
            <a:p>
              <a:endParaRPr lang="en-US"/>
            </a:p>
          </p:txBody>
        </p:sp>
        <p:sp>
          <p:nvSpPr>
            <p:cNvPr id="637010" name="Line 72"/>
            <p:cNvSpPr>
              <a:spLocks noChangeShapeType="1"/>
            </p:cNvSpPr>
            <p:nvPr/>
          </p:nvSpPr>
          <p:spPr bwMode="auto">
            <a:xfrm flipV="1">
              <a:off x="4033871" y="5447733"/>
              <a:ext cx="9525" cy="34925"/>
            </a:xfrm>
            <a:prstGeom prst="line">
              <a:avLst/>
            </a:prstGeom>
            <a:noFill/>
            <a:ln w="28575">
              <a:solidFill>
                <a:srgbClr val="FF0000"/>
              </a:solidFill>
              <a:round/>
              <a:headEnd/>
              <a:tailEnd/>
            </a:ln>
          </p:spPr>
          <p:txBody>
            <a:bodyPr/>
            <a:lstStyle/>
            <a:p>
              <a:endParaRPr lang="en-US"/>
            </a:p>
          </p:txBody>
        </p:sp>
        <p:sp>
          <p:nvSpPr>
            <p:cNvPr id="637011" name="Line 73"/>
            <p:cNvSpPr>
              <a:spLocks noChangeShapeType="1"/>
            </p:cNvSpPr>
            <p:nvPr/>
          </p:nvSpPr>
          <p:spPr bwMode="auto">
            <a:xfrm flipV="1">
              <a:off x="4043396" y="5414395"/>
              <a:ext cx="9525" cy="33338"/>
            </a:xfrm>
            <a:prstGeom prst="line">
              <a:avLst/>
            </a:prstGeom>
            <a:noFill/>
            <a:ln w="28575">
              <a:solidFill>
                <a:srgbClr val="FF0000"/>
              </a:solidFill>
              <a:round/>
              <a:headEnd/>
              <a:tailEnd/>
            </a:ln>
          </p:spPr>
          <p:txBody>
            <a:bodyPr/>
            <a:lstStyle/>
            <a:p>
              <a:endParaRPr lang="en-US"/>
            </a:p>
          </p:txBody>
        </p:sp>
        <p:sp>
          <p:nvSpPr>
            <p:cNvPr id="637012" name="Line 74"/>
            <p:cNvSpPr>
              <a:spLocks noChangeShapeType="1"/>
            </p:cNvSpPr>
            <p:nvPr/>
          </p:nvSpPr>
          <p:spPr bwMode="auto">
            <a:xfrm flipV="1">
              <a:off x="4052921" y="5379470"/>
              <a:ext cx="7938" cy="34925"/>
            </a:xfrm>
            <a:prstGeom prst="line">
              <a:avLst/>
            </a:prstGeom>
            <a:noFill/>
            <a:ln w="28575">
              <a:solidFill>
                <a:srgbClr val="FF0000"/>
              </a:solidFill>
              <a:round/>
              <a:headEnd/>
              <a:tailEnd/>
            </a:ln>
          </p:spPr>
          <p:txBody>
            <a:bodyPr/>
            <a:lstStyle/>
            <a:p>
              <a:endParaRPr lang="en-US"/>
            </a:p>
          </p:txBody>
        </p:sp>
        <p:sp>
          <p:nvSpPr>
            <p:cNvPr id="637013" name="Line 75"/>
            <p:cNvSpPr>
              <a:spLocks noChangeShapeType="1"/>
            </p:cNvSpPr>
            <p:nvPr/>
          </p:nvSpPr>
          <p:spPr bwMode="auto">
            <a:xfrm flipV="1">
              <a:off x="4060858" y="5344545"/>
              <a:ext cx="9525" cy="34925"/>
            </a:xfrm>
            <a:prstGeom prst="line">
              <a:avLst/>
            </a:prstGeom>
            <a:noFill/>
            <a:ln w="28575">
              <a:solidFill>
                <a:srgbClr val="FF0000"/>
              </a:solidFill>
              <a:round/>
              <a:headEnd/>
              <a:tailEnd/>
            </a:ln>
          </p:spPr>
          <p:txBody>
            <a:bodyPr/>
            <a:lstStyle/>
            <a:p>
              <a:endParaRPr lang="en-US"/>
            </a:p>
          </p:txBody>
        </p:sp>
        <p:sp>
          <p:nvSpPr>
            <p:cNvPr id="637014" name="Line 76"/>
            <p:cNvSpPr>
              <a:spLocks noChangeShapeType="1"/>
            </p:cNvSpPr>
            <p:nvPr/>
          </p:nvSpPr>
          <p:spPr bwMode="auto">
            <a:xfrm flipV="1">
              <a:off x="4070383" y="5309620"/>
              <a:ext cx="9525" cy="34925"/>
            </a:xfrm>
            <a:prstGeom prst="line">
              <a:avLst/>
            </a:prstGeom>
            <a:noFill/>
            <a:ln w="28575">
              <a:solidFill>
                <a:srgbClr val="FF0000"/>
              </a:solidFill>
              <a:round/>
              <a:headEnd/>
              <a:tailEnd/>
            </a:ln>
          </p:spPr>
          <p:txBody>
            <a:bodyPr/>
            <a:lstStyle/>
            <a:p>
              <a:endParaRPr lang="en-US"/>
            </a:p>
          </p:txBody>
        </p:sp>
        <p:sp>
          <p:nvSpPr>
            <p:cNvPr id="637015" name="Line 77"/>
            <p:cNvSpPr>
              <a:spLocks noChangeShapeType="1"/>
            </p:cNvSpPr>
            <p:nvPr/>
          </p:nvSpPr>
          <p:spPr bwMode="auto">
            <a:xfrm flipV="1">
              <a:off x="4079908" y="5277870"/>
              <a:ext cx="9525" cy="31750"/>
            </a:xfrm>
            <a:prstGeom prst="line">
              <a:avLst/>
            </a:prstGeom>
            <a:noFill/>
            <a:ln w="28575">
              <a:solidFill>
                <a:srgbClr val="FF0000"/>
              </a:solidFill>
              <a:round/>
              <a:headEnd/>
              <a:tailEnd/>
            </a:ln>
          </p:spPr>
          <p:txBody>
            <a:bodyPr/>
            <a:lstStyle/>
            <a:p>
              <a:endParaRPr lang="en-US"/>
            </a:p>
          </p:txBody>
        </p:sp>
        <p:sp>
          <p:nvSpPr>
            <p:cNvPr id="637016" name="Line 78"/>
            <p:cNvSpPr>
              <a:spLocks noChangeShapeType="1"/>
            </p:cNvSpPr>
            <p:nvPr/>
          </p:nvSpPr>
          <p:spPr bwMode="auto">
            <a:xfrm flipV="1">
              <a:off x="4089433" y="5246120"/>
              <a:ext cx="9525" cy="31750"/>
            </a:xfrm>
            <a:prstGeom prst="line">
              <a:avLst/>
            </a:prstGeom>
            <a:noFill/>
            <a:ln w="28575">
              <a:solidFill>
                <a:srgbClr val="FF0000"/>
              </a:solidFill>
              <a:round/>
              <a:headEnd/>
              <a:tailEnd/>
            </a:ln>
          </p:spPr>
          <p:txBody>
            <a:bodyPr/>
            <a:lstStyle/>
            <a:p>
              <a:endParaRPr lang="en-US"/>
            </a:p>
          </p:txBody>
        </p:sp>
        <p:sp>
          <p:nvSpPr>
            <p:cNvPr id="637017" name="Line 79"/>
            <p:cNvSpPr>
              <a:spLocks noChangeShapeType="1"/>
            </p:cNvSpPr>
            <p:nvPr/>
          </p:nvSpPr>
          <p:spPr bwMode="auto">
            <a:xfrm flipV="1">
              <a:off x="4098958" y="5215958"/>
              <a:ext cx="9525" cy="30163"/>
            </a:xfrm>
            <a:prstGeom prst="line">
              <a:avLst/>
            </a:prstGeom>
            <a:noFill/>
            <a:ln w="28575">
              <a:solidFill>
                <a:srgbClr val="FF0000"/>
              </a:solidFill>
              <a:round/>
              <a:headEnd/>
              <a:tailEnd/>
            </a:ln>
          </p:spPr>
          <p:txBody>
            <a:bodyPr/>
            <a:lstStyle/>
            <a:p>
              <a:endParaRPr lang="en-US"/>
            </a:p>
          </p:txBody>
        </p:sp>
        <p:sp>
          <p:nvSpPr>
            <p:cNvPr id="637018" name="Line 80"/>
            <p:cNvSpPr>
              <a:spLocks noChangeShapeType="1"/>
            </p:cNvSpPr>
            <p:nvPr/>
          </p:nvSpPr>
          <p:spPr bwMode="auto">
            <a:xfrm flipV="1">
              <a:off x="4108483" y="5187383"/>
              <a:ext cx="7938" cy="28575"/>
            </a:xfrm>
            <a:prstGeom prst="line">
              <a:avLst/>
            </a:prstGeom>
            <a:noFill/>
            <a:ln w="28575">
              <a:solidFill>
                <a:srgbClr val="FF0000"/>
              </a:solidFill>
              <a:round/>
              <a:headEnd/>
              <a:tailEnd/>
            </a:ln>
          </p:spPr>
          <p:txBody>
            <a:bodyPr/>
            <a:lstStyle/>
            <a:p>
              <a:endParaRPr lang="en-US"/>
            </a:p>
          </p:txBody>
        </p:sp>
        <p:sp>
          <p:nvSpPr>
            <p:cNvPr id="637019" name="Line 81"/>
            <p:cNvSpPr>
              <a:spLocks noChangeShapeType="1"/>
            </p:cNvSpPr>
            <p:nvPr/>
          </p:nvSpPr>
          <p:spPr bwMode="auto">
            <a:xfrm flipV="1">
              <a:off x="4116421" y="5160395"/>
              <a:ext cx="9525" cy="26988"/>
            </a:xfrm>
            <a:prstGeom prst="line">
              <a:avLst/>
            </a:prstGeom>
            <a:noFill/>
            <a:ln w="28575">
              <a:solidFill>
                <a:srgbClr val="FF0000"/>
              </a:solidFill>
              <a:round/>
              <a:headEnd/>
              <a:tailEnd/>
            </a:ln>
          </p:spPr>
          <p:txBody>
            <a:bodyPr/>
            <a:lstStyle/>
            <a:p>
              <a:endParaRPr lang="en-US"/>
            </a:p>
          </p:txBody>
        </p:sp>
        <p:sp>
          <p:nvSpPr>
            <p:cNvPr id="637020" name="Line 82"/>
            <p:cNvSpPr>
              <a:spLocks noChangeShapeType="1"/>
            </p:cNvSpPr>
            <p:nvPr/>
          </p:nvSpPr>
          <p:spPr bwMode="auto">
            <a:xfrm flipV="1">
              <a:off x="4125946" y="5136583"/>
              <a:ext cx="9525" cy="23813"/>
            </a:xfrm>
            <a:prstGeom prst="line">
              <a:avLst/>
            </a:prstGeom>
            <a:noFill/>
            <a:ln w="28575">
              <a:solidFill>
                <a:srgbClr val="FF0000"/>
              </a:solidFill>
              <a:round/>
              <a:headEnd/>
              <a:tailEnd/>
            </a:ln>
          </p:spPr>
          <p:txBody>
            <a:bodyPr/>
            <a:lstStyle/>
            <a:p>
              <a:endParaRPr lang="en-US"/>
            </a:p>
          </p:txBody>
        </p:sp>
        <p:sp>
          <p:nvSpPr>
            <p:cNvPr id="637021" name="Line 83"/>
            <p:cNvSpPr>
              <a:spLocks noChangeShapeType="1"/>
            </p:cNvSpPr>
            <p:nvPr/>
          </p:nvSpPr>
          <p:spPr bwMode="auto">
            <a:xfrm flipV="1">
              <a:off x="4135471" y="5114358"/>
              <a:ext cx="9525" cy="22225"/>
            </a:xfrm>
            <a:prstGeom prst="line">
              <a:avLst/>
            </a:prstGeom>
            <a:noFill/>
            <a:ln w="28575">
              <a:solidFill>
                <a:srgbClr val="FF0000"/>
              </a:solidFill>
              <a:round/>
              <a:headEnd/>
              <a:tailEnd/>
            </a:ln>
          </p:spPr>
          <p:txBody>
            <a:bodyPr/>
            <a:lstStyle/>
            <a:p>
              <a:endParaRPr lang="en-US"/>
            </a:p>
          </p:txBody>
        </p:sp>
        <p:sp>
          <p:nvSpPr>
            <p:cNvPr id="637022" name="Line 84"/>
            <p:cNvSpPr>
              <a:spLocks noChangeShapeType="1"/>
            </p:cNvSpPr>
            <p:nvPr/>
          </p:nvSpPr>
          <p:spPr bwMode="auto">
            <a:xfrm flipV="1">
              <a:off x="4144996" y="5095308"/>
              <a:ext cx="9525" cy="19050"/>
            </a:xfrm>
            <a:prstGeom prst="line">
              <a:avLst/>
            </a:prstGeom>
            <a:noFill/>
            <a:ln w="28575">
              <a:solidFill>
                <a:srgbClr val="FF0000"/>
              </a:solidFill>
              <a:round/>
              <a:headEnd/>
              <a:tailEnd/>
            </a:ln>
          </p:spPr>
          <p:txBody>
            <a:bodyPr/>
            <a:lstStyle/>
            <a:p>
              <a:endParaRPr lang="en-US"/>
            </a:p>
          </p:txBody>
        </p:sp>
        <p:sp>
          <p:nvSpPr>
            <p:cNvPr id="637023" name="Line 85"/>
            <p:cNvSpPr>
              <a:spLocks noChangeShapeType="1"/>
            </p:cNvSpPr>
            <p:nvPr/>
          </p:nvSpPr>
          <p:spPr bwMode="auto">
            <a:xfrm flipV="1">
              <a:off x="4154521" y="5079433"/>
              <a:ext cx="7938" cy="15875"/>
            </a:xfrm>
            <a:prstGeom prst="line">
              <a:avLst/>
            </a:prstGeom>
            <a:noFill/>
            <a:ln w="28575">
              <a:solidFill>
                <a:srgbClr val="FF0000"/>
              </a:solidFill>
              <a:round/>
              <a:headEnd/>
              <a:tailEnd/>
            </a:ln>
          </p:spPr>
          <p:txBody>
            <a:bodyPr/>
            <a:lstStyle/>
            <a:p>
              <a:endParaRPr lang="en-US"/>
            </a:p>
          </p:txBody>
        </p:sp>
        <p:sp>
          <p:nvSpPr>
            <p:cNvPr id="637024" name="Line 86"/>
            <p:cNvSpPr>
              <a:spLocks noChangeShapeType="1"/>
            </p:cNvSpPr>
            <p:nvPr/>
          </p:nvSpPr>
          <p:spPr bwMode="auto">
            <a:xfrm flipV="1">
              <a:off x="4162458" y="5066733"/>
              <a:ext cx="9525" cy="12700"/>
            </a:xfrm>
            <a:prstGeom prst="line">
              <a:avLst/>
            </a:prstGeom>
            <a:noFill/>
            <a:ln w="28575">
              <a:solidFill>
                <a:srgbClr val="FF0000"/>
              </a:solidFill>
              <a:round/>
              <a:headEnd/>
              <a:tailEnd/>
            </a:ln>
          </p:spPr>
          <p:txBody>
            <a:bodyPr/>
            <a:lstStyle/>
            <a:p>
              <a:endParaRPr lang="en-US"/>
            </a:p>
          </p:txBody>
        </p:sp>
        <p:sp>
          <p:nvSpPr>
            <p:cNvPr id="637025" name="Line 87"/>
            <p:cNvSpPr>
              <a:spLocks noChangeShapeType="1"/>
            </p:cNvSpPr>
            <p:nvPr/>
          </p:nvSpPr>
          <p:spPr bwMode="auto">
            <a:xfrm flipV="1">
              <a:off x="4171983" y="5057208"/>
              <a:ext cx="9525" cy="9525"/>
            </a:xfrm>
            <a:prstGeom prst="line">
              <a:avLst/>
            </a:prstGeom>
            <a:noFill/>
            <a:ln w="28575">
              <a:solidFill>
                <a:srgbClr val="FF0000"/>
              </a:solidFill>
              <a:round/>
              <a:headEnd/>
              <a:tailEnd/>
            </a:ln>
          </p:spPr>
          <p:txBody>
            <a:bodyPr/>
            <a:lstStyle/>
            <a:p>
              <a:endParaRPr lang="en-US"/>
            </a:p>
          </p:txBody>
        </p:sp>
        <p:sp>
          <p:nvSpPr>
            <p:cNvPr id="637026" name="Line 88"/>
            <p:cNvSpPr>
              <a:spLocks noChangeShapeType="1"/>
            </p:cNvSpPr>
            <p:nvPr/>
          </p:nvSpPr>
          <p:spPr bwMode="auto">
            <a:xfrm flipV="1">
              <a:off x="4181508" y="5050858"/>
              <a:ext cx="9525" cy="6350"/>
            </a:xfrm>
            <a:prstGeom prst="line">
              <a:avLst/>
            </a:prstGeom>
            <a:noFill/>
            <a:ln w="28575">
              <a:solidFill>
                <a:srgbClr val="FF0000"/>
              </a:solidFill>
              <a:round/>
              <a:headEnd/>
              <a:tailEnd/>
            </a:ln>
          </p:spPr>
          <p:txBody>
            <a:bodyPr/>
            <a:lstStyle/>
            <a:p>
              <a:endParaRPr lang="en-US"/>
            </a:p>
          </p:txBody>
        </p:sp>
        <p:sp>
          <p:nvSpPr>
            <p:cNvPr id="637027" name="Line 89"/>
            <p:cNvSpPr>
              <a:spLocks noChangeShapeType="1"/>
            </p:cNvSpPr>
            <p:nvPr/>
          </p:nvSpPr>
          <p:spPr bwMode="auto">
            <a:xfrm flipV="1">
              <a:off x="4191033" y="5047683"/>
              <a:ext cx="9525" cy="3175"/>
            </a:xfrm>
            <a:prstGeom prst="line">
              <a:avLst/>
            </a:prstGeom>
            <a:noFill/>
            <a:ln w="28575">
              <a:solidFill>
                <a:srgbClr val="FF0000"/>
              </a:solidFill>
              <a:round/>
              <a:headEnd/>
              <a:tailEnd/>
            </a:ln>
          </p:spPr>
          <p:txBody>
            <a:bodyPr/>
            <a:lstStyle/>
            <a:p>
              <a:endParaRPr lang="en-US"/>
            </a:p>
          </p:txBody>
        </p:sp>
        <p:sp>
          <p:nvSpPr>
            <p:cNvPr id="637028" name="Line 90"/>
            <p:cNvSpPr>
              <a:spLocks noChangeShapeType="1"/>
            </p:cNvSpPr>
            <p:nvPr/>
          </p:nvSpPr>
          <p:spPr bwMode="auto">
            <a:xfrm>
              <a:off x="4200558" y="5047683"/>
              <a:ext cx="9525" cy="1588"/>
            </a:xfrm>
            <a:prstGeom prst="line">
              <a:avLst/>
            </a:prstGeom>
            <a:noFill/>
            <a:ln w="28575">
              <a:solidFill>
                <a:srgbClr val="FF0000"/>
              </a:solidFill>
              <a:round/>
              <a:headEnd/>
              <a:tailEnd/>
            </a:ln>
          </p:spPr>
          <p:txBody>
            <a:bodyPr/>
            <a:lstStyle/>
            <a:p>
              <a:endParaRPr lang="en-US"/>
            </a:p>
          </p:txBody>
        </p:sp>
        <p:sp>
          <p:nvSpPr>
            <p:cNvPr id="637029" name="Line 91"/>
            <p:cNvSpPr>
              <a:spLocks noChangeShapeType="1"/>
            </p:cNvSpPr>
            <p:nvPr/>
          </p:nvSpPr>
          <p:spPr bwMode="auto">
            <a:xfrm>
              <a:off x="4210083" y="5047683"/>
              <a:ext cx="7938" cy="3175"/>
            </a:xfrm>
            <a:prstGeom prst="line">
              <a:avLst/>
            </a:prstGeom>
            <a:noFill/>
            <a:ln w="28575">
              <a:solidFill>
                <a:srgbClr val="FF0000"/>
              </a:solidFill>
              <a:round/>
              <a:headEnd/>
              <a:tailEnd/>
            </a:ln>
          </p:spPr>
          <p:txBody>
            <a:bodyPr/>
            <a:lstStyle/>
            <a:p>
              <a:endParaRPr lang="en-US"/>
            </a:p>
          </p:txBody>
        </p:sp>
        <p:sp>
          <p:nvSpPr>
            <p:cNvPr id="637030" name="Line 92"/>
            <p:cNvSpPr>
              <a:spLocks noChangeShapeType="1"/>
            </p:cNvSpPr>
            <p:nvPr/>
          </p:nvSpPr>
          <p:spPr bwMode="auto">
            <a:xfrm>
              <a:off x="4218021" y="5050858"/>
              <a:ext cx="9525" cy="6350"/>
            </a:xfrm>
            <a:prstGeom prst="line">
              <a:avLst/>
            </a:prstGeom>
            <a:noFill/>
            <a:ln w="28575">
              <a:solidFill>
                <a:srgbClr val="FF0000"/>
              </a:solidFill>
              <a:round/>
              <a:headEnd/>
              <a:tailEnd/>
            </a:ln>
          </p:spPr>
          <p:txBody>
            <a:bodyPr/>
            <a:lstStyle/>
            <a:p>
              <a:endParaRPr lang="en-US"/>
            </a:p>
          </p:txBody>
        </p:sp>
        <p:sp>
          <p:nvSpPr>
            <p:cNvPr id="637031" name="Line 93"/>
            <p:cNvSpPr>
              <a:spLocks noChangeShapeType="1"/>
            </p:cNvSpPr>
            <p:nvPr/>
          </p:nvSpPr>
          <p:spPr bwMode="auto">
            <a:xfrm>
              <a:off x="4227546" y="5057208"/>
              <a:ext cx="9525" cy="9525"/>
            </a:xfrm>
            <a:prstGeom prst="line">
              <a:avLst/>
            </a:prstGeom>
            <a:noFill/>
            <a:ln w="28575">
              <a:solidFill>
                <a:srgbClr val="FF0000"/>
              </a:solidFill>
              <a:round/>
              <a:headEnd/>
              <a:tailEnd/>
            </a:ln>
          </p:spPr>
          <p:txBody>
            <a:bodyPr/>
            <a:lstStyle/>
            <a:p>
              <a:endParaRPr lang="en-US"/>
            </a:p>
          </p:txBody>
        </p:sp>
        <p:sp>
          <p:nvSpPr>
            <p:cNvPr id="637032" name="Line 94"/>
            <p:cNvSpPr>
              <a:spLocks noChangeShapeType="1"/>
            </p:cNvSpPr>
            <p:nvPr/>
          </p:nvSpPr>
          <p:spPr bwMode="auto">
            <a:xfrm>
              <a:off x="4237071" y="5066733"/>
              <a:ext cx="9525" cy="12700"/>
            </a:xfrm>
            <a:prstGeom prst="line">
              <a:avLst/>
            </a:prstGeom>
            <a:noFill/>
            <a:ln w="28575">
              <a:solidFill>
                <a:srgbClr val="FF0000"/>
              </a:solidFill>
              <a:round/>
              <a:headEnd/>
              <a:tailEnd/>
            </a:ln>
          </p:spPr>
          <p:txBody>
            <a:bodyPr/>
            <a:lstStyle/>
            <a:p>
              <a:endParaRPr lang="en-US"/>
            </a:p>
          </p:txBody>
        </p:sp>
        <p:sp>
          <p:nvSpPr>
            <p:cNvPr id="637033" name="Line 95"/>
            <p:cNvSpPr>
              <a:spLocks noChangeShapeType="1"/>
            </p:cNvSpPr>
            <p:nvPr/>
          </p:nvSpPr>
          <p:spPr bwMode="auto">
            <a:xfrm>
              <a:off x="4246596" y="5079433"/>
              <a:ext cx="9525" cy="15875"/>
            </a:xfrm>
            <a:prstGeom prst="line">
              <a:avLst/>
            </a:prstGeom>
            <a:noFill/>
            <a:ln w="28575">
              <a:solidFill>
                <a:srgbClr val="FF0000"/>
              </a:solidFill>
              <a:round/>
              <a:headEnd/>
              <a:tailEnd/>
            </a:ln>
          </p:spPr>
          <p:txBody>
            <a:bodyPr/>
            <a:lstStyle/>
            <a:p>
              <a:endParaRPr lang="en-US"/>
            </a:p>
          </p:txBody>
        </p:sp>
        <p:sp>
          <p:nvSpPr>
            <p:cNvPr id="637034" name="Line 96"/>
            <p:cNvSpPr>
              <a:spLocks noChangeShapeType="1"/>
            </p:cNvSpPr>
            <p:nvPr/>
          </p:nvSpPr>
          <p:spPr bwMode="auto">
            <a:xfrm>
              <a:off x="4256121" y="5095308"/>
              <a:ext cx="9525" cy="19050"/>
            </a:xfrm>
            <a:prstGeom prst="line">
              <a:avLst/>
            </a:prstGeom>
            <a:noFill/>
            <a:ln w="28575">
              <a:solidFill>
                <a:srgbClr val="FF0000"/>
              </a:solidFill>
              <a:round/>
              <a:headEnd/>
              <a:tailEnd/>
            </a:ln>
          </p:spPr>
          <p:txBody>
            <a:bodyPr/>
            <a:lstStyle/>
            <a:p>
              <a:endParaRPr lang="en-US"/>
            </a:p>
          </p:txBody>
        </p:sp>
        <p:sp>
          <p:nvSpPr>
            <p:cNvPr id="637035" name="Line 97"/>
            <p:cNvSpPr>
              <a:spLocks noChangeShapeType="1"/>
            </p:cNvSpPr>
            <p:nvPr/>
          </p:nvSpPr>
          <p:spPr bwMode="auto">
            <a:xfrm>
              <a:off x="4265646" y="5114358"/>
              <a:ext cx="7938" cy="22225"/>
            </a:xfrm>
            <a:prstGeom prst="line">
              <a:avLst/>
            </a:prstGeom>
            <a:noFill/>
            <a:ln w="28575">
              <a:solidFill>
                <a:srgbClr val="FF0000"/>
              </a:solidFill>
              <a:round/>
              <a:headEnd/>
              <a:tailEnd/>
            </a:ln>
          </p:spPr>
          <p:txBody>
            <a:bodyPr/>
            <a:lstStyle/>
            <a:p>
              <a:endParaRPr lang="en-US"/>
            </a:p>
          </p:txBody>
        </p:sp>
        <p:sp>
          <p:nvSpPr>
            <p:cNvPr id="637036" name="Line 98"/>
            <p:cNvSpPr>
              <a:spLocks noChangeShapeType="1"/>
            </p:cNvSpPr>
            <p:nvPr/>
          </p:nvSpPr>
          <p:spPr bwMode="auto">
            <a:xfrm>
              <a:off x="4273583" y="5136583"/>
              <a:ext cx="9525" cy="23813"/>
            </a:xfrm>
            <a:prstGeom prst="line">
              <a:avLst/>
            </a:prstGeom>
            <a:noFill/>
            <a:ln w="28575">
              <a:solidFill>
                <a:srgbClr val="FF0000"/>
              </a:solidFill>
              <a:round/>
              <a:headEnd/>
              <a:tailEnd/>
            </a:ln>
          </p:spPr>
          <p:txBody>
            <a:bodyPr/>
            <a:lstStyle/>
            <a:p>
              <a:endParaRPr lang="en-US"/>
            </a:p>
          </p:txBody>
        </p:sp>
        <p:sp>
          <p:nvSpPr>
            <p:cNvPr id="637037" name="Line 99"/>
            <p:cNvSpPr>
              <a:spLocks noChangeShapeType="1"/>
            </p:cNvSpPr>
            <p:nvPr/>
          </p:nvSpPr>
          <p:spPr bwMode="auto">
            <a:xfrm>
              <a:off x="4283108" y="5160395"/>
              <a:ext cx="9525" cy="26988"/>
            </a:xfrm>
            <a:prstGeom prst="line">
              <a:avLst/>
            </a:prstGeom>
            <a:noFill/>
            <a:ln w="28575">
              <a:solidFill>
                <a:srgbClr val="FF0000"/>
              </a:solidFill>
              <a:round/>
              <a:headEnd/>
              <a:tailEnd/>
            </a:ln>
          </p:spPr>
          <p:txBody>
            <a:bodyPr/>
            <a:lstStyle/>
            <a:p>
              <a:endParaRPr lang="en-US"/>
            </a:p>
          </p:txBody>
        </p:sp>
        <p:sp>
          <p:nvSpPr>
            <p:cNvPr id="637038" name="Line 100"/>
            <p:cNvSpPr>
              <a:spLocks noChangeShapeType="1"/>
            </p:cNvSpPr>
            <p:nvPr/>
          </p:nvSpPr>
          <p:spPr bwMode="auto">
            <a:xfrm>
              <a:off x="4292633" y="5187383"/>
              <a:ext cx="9525" cy="28575"/>
            </a:xfrm>
            <a:prstGeom prst="line">
              <a:avLst/>
            </a:prstGeom>
            <a:noFill/>
            <a:ln w="28575">
              <a:solidFill>
                <a:srgbClr val="FF0000"/>
              </a:solidFill>
              <a:round/>
              <a:headEnd/>
              <a:tailEnd/>
            </a:ln>
          </p:spPr>
          <p:txBody>
            <a:bodyPr/>
            <a:lstStyle/>
            <a:p>
              <a:endParaRPr lang="en-US"/>
            </a:p>
          </p:txBody>
        </p:sp>
        <p:sp>
          <p:nvSpPr>
            <p:cNvPr id="637039" name="Line 101"/>
            <p:cNvSpPr>
              <a:spLocks noChangeShapeType="1"/>
            </p:cNvSpPr>
            <p:nvPr/>
          </p:nvSpPr>
          <p:spPr bwMode="auto">
            <a:xfrm>
              <a:off x="4302158" y="5215958"/>
              <a:ext cx="9525" cy="30163"/>
            </a:xfrm>
            <a:prstGeom prst="line">
              <a:avLst/>
            </a:prstGeom>
            <a:noFill/>
            <a:ln w="28575">
              <a:solidFill>
                <a:srgbClr val="FF0000"/>
              </a:solidFill>
              <a:round/>
              <a:headEnd/>
              <a:tailEnd/>
            </a:ln>
          </p:spPr>
          <p:txBody>
            <a:bodyPr/>
            <a:lstStyle/>
            <a:p>
              <a:endParaRPr lang="en-US"/>
            </a:p>
          </p:txBody>
        </p:sp>
        <p:sp>
          <p:nvSpPr>
            <p:cNvPr id="637040" name="Line 102"/>
            <p:cNvSpPr>
              <a:spLocks noChangeShapeType="1"/>
            </p:cNvSpPr>
            <p:nvPr/>
          </p:nvSpPr>
          <p:spPr bwMode="auto">
            <a:xfrm>
              <a:off x="4311683" y="5246120"/>
              <a:ext cx="7938" cy="31750"/>
            </a:xfrm>
            <a:prstGeom prst="line">
              <a:avLst/>
            </a:prstGeom>
            <a:noFill/>
            <a:ln w="28575">
              <a:solidFill>
                <a:srgbClr val="FF0000"/>
              </a:solidFill>
              <a:round/>
              <a:headEnd/>
              <a:tailEnd/>
            </a:ln>
          </p:spPr>
          <p:txBody>
            <a:bodyPr/>
            <a:lstStyle/>
            <a:p>
              <a:endParaRPr lang="en-US"/>
            </a:p>
          </p:txBody>
        </p:sp>
        <p:sp>
          <p:nvSpPr>
            <p:cNvPr id="637041" name="Line 103"/>
            <p:cNvSpPr>
              <a:spLocks noChangeShapeType="1"/>
            </p:cNvSpPr>
            <p:nvPr/>
          </p:nvSpPr>
          <p:spPr bwMode="auto">
            <a:xfrm>
              <a:off x="4319621" y="5277870"/>
              <a:ext cx="9525" cy="31750"/>
            </a:xfrm>
            <a:prstGeom prst="line">
              <a:avLst/>
            </a:prstGeom>
            <a:noFill/>
            <a:ln w="28575">
              <a:solidFill>
                <a:srgbClr val="FF0000"/>
              </a:solidFill>
              <a:round/>
              <a:headEnd/>
              <a:tailEnd/>
            </a:ln>
          </p:spPr>
          <p:txBody>
            <a:bodyPr/>
            <a:lstStyle/>
            <a:p>
              <a:endParaRPr lang="en-US"/>
            </a:p>
          </p:txBody>
        </p:sp>
        <p:sp>
          <p:nvSpPr>
            <p:cNvPr id="637042" name="Line 104"/>
            <p:cNvSpPr>
              <a:spLocks noChangeShapeType="1"/>
            </p:cNvSpPr>
            <p:nvPr/>
          </p:nvSpPr>
          <p:spPr bwMode="auto">
            <a:xfrm>
              <a:off x="4329146" y="5309620"/>
              <a:ext cx="9525" cy="34925"/>
            </a:xfrm>
            <a:prstGeom prst="line">
              <a:avLst/>
            </a:prstGeom>
            <a:noFill/>
            <a:ln w="28575">
              <a:solidFill>
                <a:srgbClr val="FF0000"/>
              </a:solidFill>
              <a:round/>
              <a:headEnd/>
              <a:tailEnd/>
            </a:ln>
          </p:spPr>
          <p:txBody>
            <a:bodyPr/>
            <a:lstStyle/>
            <a:p>
              <a:endParaRPr lang="en-US"/>
            </a:p>
          </p:txBody>
        </p:sp>
        <p:sp>
          <p:nvSpPr>
            <p:cNvPr id="637043" name="Line 105"/>
            <p:cNvSpPr>
              <a:spLocks noChangeShapeType="1"/>
            </p:cNvSpPr>
            <p:nvPr/>
          </p:nvSpPr>
          <p:spPr bwMode="auto">
            <a:xfrm>
              <a:off x="4338671" y="5344545"/>
              <a:ext cx="9525" cy="34925"/>
            </a:xfrm>
            <a:prstGeom prst="line">
              <a:avLst/>
            </a:prstGeom>
            <a:noFill/>
            <a:ln w="28575">
              <a:solidFill>
                <a:srgbClr val="FF0000"/>
              </a:solidFill>
              <a:round/>
              <a:headEnd/>
              <a:tailEnd/>
            </a:ln>
          </p:spPr>
          <p:txBody>
            <a:bodyPr/>
            <a:lstStyle/>
            <a:p>
              <a:endParaRPr lang="en-US"/>
            </a:p>
          </p:txBody>
        </p:sp>
        <p:sp>
          <p:nvSpPr>
            <p:cNvPr id="637044" name="Line 106"/>
            <p:cNvSpPr>
              <a:spLocks noChangeShapeType="1"/>
            </p:cNvSpPr>
            <p:nvPr/>
          </p:nvSpPr>
          <p:spPr bwMode="auto">
            <a:xfrm>
              <a:off x="4348196" y="5379470"/>
              <a:ext cx="9525" cy="34925"/>
            </a:xfrm>
            <a:prstGeom prst="line">
              <a:avLst/>
            </a:prstGeom>
            <a:noFill/>
            <a:ln w="28575">
              <a:solidFill>
                <a:srgbClr val="FF0000"/>
              </a:solidFill>
              <a:round/>
              <a:headEnd/>
              <a:tailEnd/>
            </a:ln>
          </p:spPr>
          <p:txBody>
            <a:bodyPr/>
            <a:lstStyle/>
            <a:p>
              <a:endParaRPr lang="en-US"/>
            </a:p>
          </p:txBody>
        </p:sp>
        <p:sp>
          <p:nvSpPr>
            <p:cNvPr id="637045" name="Line 8"/>
            <p:cNvSpPr>
              <a:spLocks noChangeShapeType="1"/>
            </p:cNvSpPr>
            <p:nvPr/>
          </p:nvSpPr>
          <p:spPr bwMode="auto">
            <a:xfrm>
              <a:off x="4354744" y="5405844"/>
              <a:ext cx="9525" cy="34925"/>
            </a:xfrm>
            <a:prstGeom prst="line">
              <a:avLst/>
            </a:prstGeom>
            <a:noFill/>
            <a:ln w="28575">
              <a:solidFill>
                <a:srgbClr val="FF0000"/>
              </a:solidFill>
              <a:round/>
              <a:headEnd/>
              <a:tailEnd/>
            </a:ln>
          </p:spPr>
          <p:txBody>
            <a:bodyPr/>
            <a:lstStyle/>
            <a:p>
              <a:endParaRPr lang="en-US"/>
            </a:p>
          </p:txBody>
        </p:sp>
        <p:sp>
          <p:nvSpPr>
            <p:cNvPr id="637046" name="Line 9"/>
            <p:cNvSpPr>
              <a:spLocks noChangeShapeType="1"/>
            </p:cNvSpPr>
            <p:nvPr/>
          </p:nvSpPr>
          <p:spPr bwMode="auto">
            <a:xfrm>
              <a:off x="4364269" y="5440769"/>
              <a:ext cx="9525" cy="34925"/>
            </a:xfrm>
            <a:prstGeom prst="line">
              <a:avLst/>
            </a:prstGeom>
            <a:noFill/>
            <a:ln w="28575">
              <a:solidFill>
                <a:srgbClr val="FF0000"/>
              </a:solidFill>
              <a:round/>
              <a:headEnd/>
              <a:tailEnd/>
            </a:ln>
          </p:spPr>
          <p:txBody>
            <a:bodyPr/>
            <a:lstStyle/>
            <a:p>
              <a:endParaRPr lang="en-US"/>
            </a:p>
          </p:txBody>
        </p:sp>
        <p:sp>
          <p:nvSpPr>
            <p:cNvPr id="637047" name="Line 10"/>
            <p:cNvSpPr>
              <a:spLocks noChangeShapeType="1"/>
            </p:cNvSpPr>
            <p:nvPr/>
          </p:nvSpPr>
          <p:spPr bwMode="auto">
            <a:xfrm>
              <a:off x="4373794" y="5475694"/>
              <a:ext cx="9525" cy="34925"/>
            </a:xfrm>
            <a:prstGeom prst="line">
              <a:avLst/>
            </a:prstGeom>
            <a:noFill/>
            <a:ln w="28575">
              <a:solidFill>
                <a:srgbClr val="FF0000"/>
              </a:solidFill>
              <a:round/>
              <a:headEnd/>
              <a:tailEnd/>
            </a:ln>
          </p:spPr>
          <p:txBody>
            <a:bodyPr/>
            <a:lstStyle/>
            <a:p>
              <a:endParaRPr lang="en-US"/>
            </a:p>
          </p:txBody>
        </p:sp>
        <p:sp>
          <p:nvSpPr>
            <p:cNvPr id="637048" name="Line 11"/>
            <p:cNvSpPr>
              <a:spLocks noChangeShapeType="1"/>
            </p:cNvSpPr>
            <p:nvPr/>
          </p:nvSpPr>
          <p:spPr bwMode="auto">
            <a:xfrm>
              <a:off x="4383319" y="5510619"/>
              <a:ext cx="9525" cy="31750"/>
            </a:xfrm>
            <a:prstGeom prst="line">
              <a:avLst/>
            </a:prstGeom>
            <a:noFill/>
            <a:ln w="28575">
              <a:solidFill>
                <a:srgbClr val="FF0000"/>
              </a:solidFill>
              <a:round/>
              <a:headEnd/>
              <a:tailEnd/>
            </a:ln>
          </p:spPr>
          <p:txBody>
            <a:bodyPr/>
            <a:lstStyle/>
            <a:p>
              <a:endParaRPr lang="en-US"/>
            </a:p>
          </p:txBody>
        </p:sp>
        <p:sp>
          <p:nvSpPr>
            <p:cNvPr id="637049" name="Line 12"/>
            <p:cNvSpPr>
              <a:spLocks noChangeShapeType="1"/>
            </p:cNvSpPr>
            <p:nvPr/>
          </p:nvSpPr>
          <p:spPr bwMode="auto">
            <a:xfrm>
              <a:off x="4392844" y="5542369"/>
              <a:ext cx="9525" cy="31750"/>
            </a:xfrm>
            <a:prstGeom prst="line">
              <a:avLst/>
            </a:prstGeom>
            <a:noFill/>
            <a:ln w="28575">
              <a:solidFill>
                <a:srgbClr val="FF0000"/>
              </a:solidFill>
              <a:round/>
              <a:headEnd/>
              <a:tailEnd/>
            </a:ln>
          </p:spPr>
          <p:txBody>
            <a:bodyPr/>
            <a:lstStyle/>
            <a:p>
              <a:endParaRPr lang="en-US"/>
            </a:p>
          </p:txBody>
        </p:sp>
        <p:sp>
          <p:nvSpPr>
            <p:cNvPr id="637050" name="Line 13"/>
            <p:cNvSpPr>
              <a:spLocks noChangeShapeType="1"/>
            </p:cNvSpPr>
            <p:nvPr/>
          </p:nvSpPr>
          <p:spPr bwMode="auto">
            <a:xfrm>
              <a:off x="4402369" y="5574118"/>
              <a:ext cx="7938" cy="30163"/>
            </a:xfrm>
            <a:prstGeom prst="line">
              <a:avLst/>
            </a:prstGeom>
            <a:noFill/>
            <a:ln w="28575">
              <a:solidFill>
                <a:srgbClr val="FF0000"/>
              </a:solidFill>
              <a:round/>
              <a:headEnd/>
              <a:tailEnd/>
            </a:ln>
          </p:spPr>
          <p:txBody>
            <a:bodyPr/>
            <a:lstStyle/>
            <a:p>
              <a:endParaRPr lang="en-US"/>
            </a:p>
          </p:txBody>
        </p:sp>
        <p:sp>
          <p:nvSpPr>
            <p:cNvPr id="637051" name="Line 14"/>
            <p:cNvSpPr>
              <a:spLocks noChangeShapeType="1"/>
            </p:cNvSpPr>
            <p:nvPr/>
          </p:nvSpPr>
          <p:spPr bwMode="auto">
            <a:xfrm>
              <a:off x="4410307" y="5604281"/>
              <a:ext cx="9525" cy="28575"/>
            </a:xfrm>
            <a:prstGeom prst="line">
              <a:avLst/>
            </a:prstGeom>
            <a:noFill/>
            <a:ln w="28575">
              <a:solidFill>
                <a:srgbClr val="FF0000"/>
              </a:solidFill>
              <a:round/>
              <a:headEnd/>
              <a:tailEnd/>
            </a:ln>
          </p:spPr>
          <p:txBody>
            <a:bodyPr/>
            <a:lstStyle/>
            <a:p>
              <a:endParaRPr lang="en-US"/>
            </a:p>
          </p:txBody>
        </p:sp>
        <p:sp>
          <p:nvSpPr>
            <p:cNvPr id="637052" name="Line 15"/>
            <p:cNvSpPr>
              <a:spLocks noChangeShapeType="1"/>
            </p:cNvSpPr>
            <p:nvPr/>
          </p:nvSpPr>
          <p:spPr bwMode="auto">
            <a:xfrm>
              <a:off x="4419832" y="5632856"/>
              <a:ext cx="9525" cy="26988"/>
            </a:xfrm>
            <a:prstGeom prst="line">
              <a:avLst/>
            </a:prstGeom>
            <a:noFill/>
            <a:ln w="28575">
              <a:solidFill>
                <a:srgbClr val="FF0000"/>
              </a:solidFill>
              <a:round/>
              <a:headEnd/>
              <a:tailEnd/>
            </a:ln>
          </p:spPr>
          <p:txBody>
            <a:bodyPr/>
            <a:lstStyle/>
            <a:p>
              <a:endParaRPr lang="en-US"/>
            </a:p>
          </p:txBody>
        </p:sp>
        <p:sp>
          <p:nvSpPr>
            <p:cNvPr id="637053" name="Line 16"/>
            <p:cNvSpPr>
              <a:spLocks noChangeShapeType="1"/>
            </p:cNvSpPr>
            <p:nvPr/>
          </p:nvSpPr>
          <p:spPr bwMode="auto">
            <a:xfrm>
              <a:off x="4429357" y="5659843"/>
              <a:ext cx="9525" cy="23813"/>
            </a:xfrm>
            <a:prstGeom prst="line">
              <a:avLst/>
            </a:prstGeom>
            <a:noFill/>
            <a:ln w="28575">
              <a:solidFill>
                <a:srgbClr val="FF0000"/>
              </a:solidFill>
              <a:round/>
              <a:headEnd/>
              <a:tailEnd/>
            </a:ln>
          </p:spPr>
          <p:txBody>
            <a:bodyPr/>
            <a:lstStyle/>
            <a:p>
              <a:endParaRPr lang="en-US"/>
            </a:p>
          </p:txBody>
        </p:sp>
        <p:sp>
          <p:nvSpPr>
            <p:cNvPr id="637054" name="Line 17"/>
            <p:cNvSpPr>
              <a:spLocks noChangeShapeType="1"/>
            </p:cNvSpPr>
            <p:nvPr/>
          </p:nvSpPr>
          <p:spPr bwMode="auto">
            <a:xfrm>
              <a:off x="4438882" y="5683656"/>
              <a:ext cx="9525" cy="22225"/>
            </a:xfrm>
            <a:prstGeom prst="line">
              <a:avLst/>
            </a:prstGeom>
            <a:noFill/>
            <a:ln w="28575">
              <a:solidFill>
                <a:srgbClr val="FF0000"/>
              </a:solidFill>
              <a:round/>
              <a:headEnd/>
              <a:tailEnd/>
            </a:ln>
          </p:spPr>
          <p:txBody>
            <a:bodyPr/>
            <a:lstStyle/>
            <a:p>
              <a:endParaRPr lang="en-US"/>
            </a:p>
          </p:txBody>
        </p:sp>
        <p:sp>
          <p:nvSpPr>
            <p:cNvPr id="637055" name="Line 18"/>
            <p:cNvSpPr>
              <a:spLocks noChangeShapeType="1"/>
            </p:cNvSpPr>
            <p:nvPr/>
          </p:nvSpPr>
          <p:spPr bwMode="auto">
            <a:xfrm>
              <a:off x="4448407" y="5705881"/>
              <a:ext cx="7938" cy="19050"/>
            </a:xfrm>
            <a:prstGeom prst="line">
              <a:avLst/>
            </a:prstGeom>
            <a:noFill/>
            <a:ln w="28575">
              <a:solidFill>
                <a:srgbClr val="FF0000"/>
              </a:solidFill>
              <a:round/>
              <a:headEnd/>
              <a:tailEnd/>
            </a:ln>
          </p:spPr>
          <p:txBody>
            <a:bodyPr/>
            <a:lstStyle/>
            <a:p>
              <a:endParaRPr lang="en-US"/>
            </a:p>
          </p:txBody>
        </p:sp>
        <p:sp>
          <p:nvSpPr>
            <p:cNvPr id="637056" name="Line 19"/>
            <p:cNvSpPr>
              <a:spLocks noChangeShapeType="1"/>
            </p:cNvSpPr>
            <p:nvPr/>
          </p:nvSpPr>
          <p:spPr bwMode="auto">
            <a:xfrm>
              <a:off x="4456344" y="5724931"/>
              <a:ext cx="9525" cy="15875"/>
            </a:xfrm>
            <a:prstGeom prst="line">
              <a:avLst/>
            </a:prstGeom>
            <a:noFill/>
            <a:ln w="28575">
              <a:solidFill>
                <a:srgbClr val="FF0000"/>
              </a:solidFill>
              <a:round/>
              <a:headEnd/>
              <a:tailEnd/>
            </a:ln>
          </p:spPr>
          <p:txBody>
            <a:bodyPr/>
            <a:lstStyle/>
            <a:p>
              <a:endParaRPr lang="en-US"/>
            </a:p>
          </p:txBody>
        </p:sp>
        <p:sp>
          <p:nvSpPr>
            <p:cNvPr id="637057" name="Line 20"/>
            <p:cNvSpPr>
              <a:spLocks noChangeShapeType="1"/>
            </p:cNvSpPr>
            <p:nvPr/>
          </p:nvSpPr>
          <p:spPr bwMode="auto">
            <a:xfrm>
              <a:off x="4465869" y="5740806"/>
              <a:ext cx="9525" cy="12700"/>
            </a:xfrm>
            <a:prstGeom prst="line">
              <a:avLst/>
            </a:prstGeom>
            <a:noFill/>
            <a:ln w="28575">
              <a:solidFill>
                <a:srgbClr val="FF0000"/>
              </a:solidFill>
              <a:round/>
              <a:headEnd/>
              <a:tailEnd/>
            </a:ln>
          </p:spPr>
          <p:txBody>
            <a:bodyPr/>
            <a:lstStyle/>
            <a:p>
              <a:endParaRPr lang="en-US"/>
            </a:p>
          </p:txBody>
        </p:sp>
        <p:sp>
          <p:nvSpPr>
            <p:cNvPr id="637058" name="Line 21"/>
            <p:cNvSpPr>
              <a:spLocks noChangeShapeType="1"/>
            </p:cNvSpPr>
            <p:nvPr/>
          </p:nvSpPr>
          <p:spPr bwMode="auto">
            <a:xfrm>
              <a:off x="4475394" y="5753506"/>
              <a:ext cx="9525" cy="9525"/>
            </a:xfrm>
            <a:prstGeom prst="line">
              <a:avLst/>
            </a:prstGeom>
            <a:noFill/>
            <a:ln w="28575">
              <a:solidFill>
                <a:srgbClr val="FF0000"/>
              </a:solidFill>
              <a:round/>
              <a:headEnd/>
              <a:tailEnd/>
            </a:ln>
          </p:spPr>
          <p:txBody>
            <a:bodyPr/>
            <a:lstStyle/>
            <a:p>
              <a:endParaRPr lang="en-US"/>
            </a:p>
          </p:txBody>
        </p:sp>
        <p:sp>
          <p:nvSpPr>
            <p:cNvPr id="637059" name="Line 22"/>
            <p:cNvSpPr>
              <a:spLocks noChangeShapeType="1"/>
            </p:cNvSpPr>
            <p:nvPr/>
          </p:nvSpPr>
          <p:spPr bwMode="auto">
            <a:xfrm>
              <a:off x="4484919" y="5763031"/>
              <a:ext cx="9525" cy="6350"/>
            </a:xfrm>
            <a:prstGeom prst="line">
              <a:avLst/>
            </a:prstGeom>
            <a:noFill/>
            <a:ln w="28575">
              <a:solidFill>
                <a:srgbClr val="FF0000"/>
              </a:solidFill>
              <a:round/>
              <a:headEnd/>
              <a:tailEnd/>
            </a:ln>
          </p:spPr>
          <p:txBody>
            <a:bodyPr/>
            <a:lstStyle/>
            <a:p>
              <a:endParaRPr lang="en-US"/>
            </a:p>
          </p:txBody>
        </p:sp>
        <p:sp>
          <p:nvSpPr>
            <p:cNvPr id="637060" name="Line 23"/>
            <p:cNvSpPr>
              <a:spLocks noChangeShapeType="1"/>
            </p:cNvSpPr>
            <p:nvPr/>
          </p:nvSpPr>
          <p:spPr bwMode="auto">
            <a:xfrm>
              <a:off x="4494444" y="5769381"/>
              <a:ext cx="9525" cy="3175"/>
            </a:xfrm>
            <a:prstGeom prst="line">
              <a:avLst/>
            </a:prstGeom>
            <a:noFill/>
            <a:ln w="28575">
              <a:solidFill>
                <a:srgbClr val="FF0000"/>
              </a:solidFill>
              <a:round/>
              <a:headEnd/>
              <a:tailEnd/>
            </a:ln>
          </p:spPr>
          <p:txBody>
            <a:bodyPr/>
            <a:lstStyle/>
            <a:p>
              <a:endParaRPr lang="en-US"/>
            </a:p>
          </p:txBody>
        </p:sp>
        <p:sp>
          <p:nvSpPr>
            <p:cNvPr id="637061" name="Line 24"/>
            <p:cNvSpPr>
              <a:spLocks noChangeShapeType="1"/>
            </p:cNvSpPr>
            <p:nvPr/>
          </p:nvSpPr>
          <p:spPr bwMode="auto">
            <a:xfrm flipV="1">
              <a:off x="4503969" y="5770968"/>
              <a:ext cx="7938" cy="1588"/>
            </a:xfrm>
            <a:prstGeom prst="line">
              <a:avLst/>
            </a:prstGeom>
            <a:noFill/>
            <a:ln w="28575">
              <a:solidFill>
                <a:srgbClr val="FF0000"/>
              </a:solidFill>
              <a:round/>
              <a:headEnd/>
              <a:tailEnd/>
            </a:ln>
          </p:spPr>
          <p:txBody>
            <a:bodyPr/>
            <a:lstStyle/>
            <a:p>
              <a:endParaRPr lang="en-US"/>
            </a:p>
          </p:txBody>
        </p:sp>
        <p:sp>
          <p:nvSpPr>
            <p:cNvPr id="637062" name="Line 25"/>
            <p:cNvSpPr>
              <a:spLocks noChangeShapeType="1"/>
            </p:cNvSpPr>
            <p:nvPr/>
          </p:nvSpPr>
          <p:spPr bwMode="auto">
            <a:xfrm flipV="1">
              <a:off x="4511907" y="5769381"/>
              <a:ext cx="9525" cy="3175"/>
            </a:xfrm>
            <a:prstGeom prst="line">
              <a:avLst/>
            </a:prstGeom>
            <a:noFill/>
            <a:ln w="28575">
              <a:solidFill>
                <a:srgbClr val="FF0000"/>
              </a:solidFill>
              <a:round/>
              <a:headEnd/>
              <a:tailEnd/>
            </a:ln>
          </p:spPr>
          <p:txBody>
            <a:bodyPr/>
            <a:lstStyle/>
            <a:p>
              <a:endParaRPr lang="en-US"/>
            </a:p>
          </p:txBody>
        </p:sp>
        <p:sp>
          <p:nvSpPr>
            <p:cNvPr id="637063" name="Line 26"/>
            <p:cNvSpPr>
              <a:spLocks noChangeShapeType="1"/>
            </p:cNvSpPr>
            <p:nvPr/>
          </p:nvSpPr>
          <p:spPr bwMode="auto">
            <a:xfrm flipV="1">
              <a:off x="4521432" y="5763031"/>
              <a:ext cx="9525" cy="6350"/>
            </a:xfrm>
            <a:prstGeom prst="line">
              <a:avLst/>
            </a:prstGeom>
            <a:noFill/>
            <a:ln w="28575">
              <a:solidFill>
                <a:srgbClr val="FF0000"/>
              </a:solidFill>
              <a:round/>
              <a:headEnd/>
              <a:tailEnd/>
            </a:ln>
          </p:spPr>
          <p:txBody>
            <a:bodyPr/>
            <a:lstStyle/>
            <a:p>
              <a:endParaRPr lang="en-US"/>
            </a:p>
          </p:txBody>
        </p:sp>
        <p:sp>
          <p:nvSpPr>
            <p:cNvPr id="637064" name="Line 27"/>
            <p:cNvSpPr>
              <a:spLocks noChangeShapeType="1"/>
            </p:cNvSpPr>
            <p:nvPr/>
          </p:nvSpPr>
          <p:spPr bwMode="auto">
            <a:xfrm flipV="1">
              <a:off x="4530957" y="5753506"/>
              <a:ext cx="9525" cy="9525"/>
            </a:xfrm>
            <a:prstGeom prst="line">
              <a:avLst/>
            </a:prstGeom>
            <a:noFill/>
            <a:ln w="28575">
              <a:solidFill>
                <a:srgbClr val="FF0000"/>
              </a:solidFill>
              <a:round/>
              <a:headEnd/>
              <a:tailEnd/>
            </a:ln>
          </p:spPr>
          <p:txBody>
            <a:bodyPr/>
            <a:lstStyle/>
            <a:p>
              <a:endParaRPr lang="en-US"/>
            </a:p>
          </p:txBody>
        </p:sp>
        <p:sp>
          <p:nvSpPr>
            <p:cNvPr id="637065" name="Line 28"/>
            <p:cNvSpPr>
              <a:spLocks noChangeShapeType="1"/>
            </p:cNvSpPr>
            <p:nvPr/>
          </p:nvSpPr>
          <p:spPr bwMode="auto">
            <a:xfrm flipV="1">
              <a:off x="4540482" y="5740806"/>
              <a:ext cx="9525" cy="12700"/>
            </a:xfrm>
            <a:prstGeom prst="line">
              <a:avLst/>
            </a:prstGeom>
            <a:noFill/>
            <a:ln w="28575">
              <a:solidFill>
                <a:srgbClr val="FF0000"/>
              </a:solidFill>
              <a:round/>
              <a:headEnd/>
              <a:tailEnd/>
            </a:ln>
          </p:spPr>
          <p:txBody>
            <a:bodyPr/>
            <a:lstStyle/>
            <a:p>
              <a:endParaRPr lang="en-US"/>
            </a:p>
          </p:txBody>
        </p:sp>
        <p:sp>
          <p:nvSpPr>
            <p:cNvPr id="637066" name="Line 29"/>
            <p:cNvSpPr>
              <a:spLocks noChangeShapeType="1"/>
            </p:cNvSpPr>
            <p:nvPr/>
          </p:nvSpPr>
          <p:spPr bwMode="auto">
            <a:xfrm flipV="1">
              <a:off x="4550007" y="5724931"/>
              <a:ext cx="7938" cy="15875"/>
            </a:xfrm>
            <a:prstGeom prst="line">
              <a:avLst/>
            </a:prstGeom>
            <a:noFill/>
            <a:ln w="28575">
              <a:solidFill>
                <a:srgbClr val="FF0000"/>
              </a:solidFill>
              <a:round/>
              <a:headEnd/>
              <a:tailEnd/>
            </a:ln>
          </p:spPr>
          <p:txBody>
            <a:bodyPr/>
            <a:lstStyle/>
            <a:p>
              <a:endParaRPr lang="en-US"/>
            </a:p>
          </p:txBody>
        </p:sp>
        <p:sp>
          <p:nvSpPr>
            <p:cNvPr id="637067" name="Line 30"/>
            <p:cNvSpPr>
              <a:spLocks noChangeShapeType="1"/>
            </p:cNvSpPr>
            <p:nvPr/>
          </p:nvSpPr>
          <p:spPr bwMode="auto">
            <a:xfrm flipV="1">
              <a:off x="4557944" y="5705881"/>
              <a:ext cx="9525" cy="19050"/>
            </a:xfrm>
            <a:prstGeom prst="line">
              <a:avLst/>
            </a:prstGeom>
            <a:noFill/>
            <a:ln w="28575">
              <a:solidFill>
                <a:srgbClr val="FF0000"/>
              </a:solidFill>
              <a:round/>
              <a:headEnd/>
              <a:tailEnd/>
            </a:ln>
          </p:spPr>
          <p:txBody>
            <a:bodyPr/>
            <a:lstStyle/>
            <a:p>
              <a:endParaRPr lang="en-US"/>
            </a:p>
          </p:txBody>
        </p:sp>
        <p:sp>
          <p:nvSpPr>
            <p:cNvPr id="637068" name="Line 31"/>
            <p:cNvSpPr>
              <a:spLocks noChangeShapeType="1"/>
            </p:cNvSpPr>
            <p:nvPr/>
          </p:nvSpPr>
          <p:spPr bwMode="auto">
            <a:xfrm flipV="1">
              <a:off x="4567469" y="5683656"/>
              <a:ext cx="9525" cy="22225"/>
            </a:xfrm>
            <a:prstGeom prst="line">
              <a:avLst/>
            </a:prstGeom>
            <a:noFill/>
            <a:ln w="28575">
              <a:solidFill>
                <a:srgbClr val="FF0000"/>
              </a:solidFill>
              <a:round/>
              <a:headEnd/>
              <a:tailEnd/>
            </a:ln>
          </p:spPr>
          <p:txBody>
            <a:bodyPr/>
            <a:lstStyle/>
            <a:p>
              <a:endParaRPr lang="en-US"/>
            </a:p>
          </p:txBody>
        </p:sp>
        <p:sp>
          <p:nvSpPr>
            <p:cNvPr id="637069" name="Line 32"/>
            <p:cNvSpPr>
              <a:spLocks noChangeShapeType="1"/>
            </p:cNvSpPr>
            <p:nvPr/>
          </p:nvSpPr>
          <p:spPr bwMode="auto">
            <a:xfrm flipV="1">
              <a:off x="4576994" y="5659843"/>
              <a:ext cx="9525" cy="23813"/>
            </a:xfrm>
            <a:prstGeom prst="line">
              <a:avLst/>
            </a:prstGeom>
            <a:noFill/>
            <a:ln w="28575">
              <a:solidFill>
                <a:srgbClr val="FF0000"/>
              </a:solidFill>
              <a:round/>
              <a:headEnd/>
              <a:tailEnd/>
            </a:ln>
          </p:spPr>
          <p:txBody>
            <a:bodyPr/>
            <a:lstStyle/>
            <a:p>
              <a:endParaRPr lang="en-US"/>
            </a:p>
          </p:txBody>
        </p:sp>
        <p:sp>
          <p:nvSpPr>
            <p:cNvPr id="637070" name="Line 33"/>
            <p:cNvSpPr>
              <a:spLocks noChangeShapeType="1"/>
            </p:cNvSpPr>
            <p:nvPr/>
          </p:nvSpPr>
          <p:spPr bwMode="auto">
            <a:xfrm flipV="1">
              <a:off x="4586519" y="5632856"/>
              <a:ext cx="9525" cy="26988"/>
            </a:xfrm>
            <a:prstGeom prst="line">
              <a:avLst/>
            </a:prstGeom>
            <a:noFill/>
            <a:ln w="28575">
              <a:solidFill>
                <a:srgbClr val="FF0000"/>
              </a:solidFill>
              <a:round/>
              <a:headEnd/>
              <a:tailEnd/>
            </a:ln>
          </p:spPr>
          <p:txBody>
            <a:bodyPr/>
            <a:lstStyle/>
            <a:p>
              <a:endParaRPr lang="en-US"/>
            </a:p>
          </p:txBody>
        </p:sp>
        <p:sp>
          <p:nvSpPr>
            <p:cNvPr id="637071" name="Line 34"/>
            <p:cNvSpPr>
              <a:spLocks noChangeShapeType="1"/>
            </p:cNvSpPr>
            <p:nvPr/>
          </p:nvSpPr>
          <p:spPr bwMode="auto">
            <a:xfrm flipV="1">
              <a:off x="4596044" y="5604281"/>
              <a:ext cx="9525" cy="28575"/>
            </a:xfrm>
            <a:prstGeom prst="line">
              <a:avLst/>
            </a:prstGeom>
            <a:noFill/>
            <a:ln w="28575">
              <a:solidFill>
                <a:srgbClr val="FF0000"/>
              </a:solidFill>
              <a:round/>
              <a:headEnd/>
              <a:tailEnd/>
            </a:ln>
          </p:spPr>
          <p:txBody>
            <a:bodyPr/>
            <a:lstStyle/>
            <a:p>
              <a:endParaRPr lang="en-US"/>
            </a:p>
          </p:txBody>
        </p:sp>
        <p:sp>
          <p:nvSpPr>
            <p:cNvPr id="637072" name="Line 35"/>
            <p:cNvSpPr>
              <a:spLocks noChangeShapeType="1"/>
            </p:cNvSpPr>
            <p:nvPr/>
          </p:nvSpPr>
          <p:spPr bwMode="auto">
            <a:xfrm flipV="1">
              <a:off x="4605569" y="5574118"/>
              <a:ext cx="7938" cy="30163"/>
            </a:xfrm>
            <a:prstGeom prst="line">
              <a:avLst/>
            </a:prstGeom>
            <a:noFill/>
            <a:ln w="28575">
              <a:solidFill>
                <a:srgbClr val="FF0000"/>
              </a:solidFill>
              <a:round/>
              <a:headEnd/>
              <a:tailEnd/>
            </a:ln>
          </p:spPr>
          <p:txBody>
            <a:bodyPr/>
            <a:lstStyle/>
            <a:p>
              <a:endParaRPr lang="en-US"/>
            </a:p>
          </p:txBody>
        </p:sp>
        <p:sp>
          <p:nvSpPr>
            <p:cNvPr id="637073" name="Line 36"/>
            <p:cNvSpPr>
              <a:spLocks noChangeShapeType="1"/>
            </p:cNvSpPr>
            <p:nvPr/>
          </p:nvSpPr>
          <p:spPr bwMode="auto">
            <a:xfrm flipV="1">
              <a:off x="4613507" y="5542369"/>
              <a:ext cx="9525" cy="31750"/>
            </a:xfrm>
            <a:prstGeom prst="line">
              <a:avLst/>
            </a:prstGeom>
            <a:noFill/>
            <a:ln w="28575">
              <a:solidFill>
                <a:srgbClr val="FF0000"/>
              </a:solidFill>
              <a:round/>
              <a:headEnd/>
              <a:tailEnd/>
            </a:ln>
          </p:spPr>
          <p:txBody>
            <a:bodyPr/>
            <a:lstStyle/>
            <a:p>
              <a:endParaRPr lang="en-US"/>
            </a:p>
          </p:txBody>
        </p:sp>
        <p:sp>
          <p:nvSpPr>
            <p:cNvPr id="637074" name="Line 37"/>
            <p:cNvSpPr>
              <a:spLocks noChangeShapeType="1"/>
            </p:cNvSpPr>
            <p:nvPr/>
          </p:nvSpPr>
          <p:spPr bwMode="auto">
            <a:xfrm flipV="1">
              <a:off x="4623032" y="5510619"/>
              <a:ext cx="9525" cy="31750"/>
            </a:xfrm>
            <a:prstGeom prst="line">
              <a:avLst/>
            </a:prstGeom>
            <a:noFill/>
            <a:ln w="28575">
              <a:solidFill>
                <a:srgbClr val="FF0000"/>
              </a:solidFill>
              <a:round/>
              <a:headEnd/>
              <a:tailEnd/>
            </a:ln>
          </p:spPr>
          <p:txBody>
            <a:bodyPr/>
            <a:lstStyle/>
            <a:p>
              <a:endParaRPr lang="en-US"/>
            </a:p>
          </p:txBody>
        </p:sp>
        <p:sp>
          <p:nvSpPr>
            <p:cNvPr id="637075" name="Line 38"/>
            <p:cNvSpPr>
              <a:spLocks noChangeShapeType="1"/>
            </p:cNvSpPr>
            <p:nvPr/>
          </p:nvSpPr>
          <p:spPr bwMode="auto">
            <a:xfrm flipV="1">
              <a:off x="4632557" y="5475694"/>
              <a:ext cx="9525" cy="34925"/>
            </a:xfrm>
            <a:prstGeom prst="line">
              <a:avLst/>
            </a:prstGeom>
            <a:noFill/>
            <a:ln w="28575">
              <a:solidFill>
                <a:srgbClr val="FF0000"/>
              </a:solidFill>
              <a:round/>
              <a:headEnd/>
              <a:tailEnd/>
            </a:ln>
          </p:spPr>
          <p:txBody>
            <a:bodyPr/>
            <a:lstStyle/>
            <a:p>
              <a:endParaRPr lang="en-US"/>
            </a:p>
          </p:txBody>
        </p:sp>
        <p:sp>
          <p:nvSpPr>
            <p:cNvPr id="637076" name="Line 39"/>
            <p:cNvSpPr>
              <a:spLocks noChangeShapeType="1"/>
            </p:cNvSpPr>
            <p:nvPr/>
          </p:nvSpPr>
          <p:spPr bwMode="auto">
            <a:xfrm flipV="1">
              <a:off x="4642082" y="5440769"/>
              <a:ext cx="9525" cy="34925"/>
            </a:xfrm>
            <a:prstGeom prst="line">
              <a:avLst/>
            </a:prstGeom>
            <a:noFill/>
            <a:ln w="28575">
              <a:solidFill>
                <a:srgbClr val="FF0000"/>
              </a:solidFill>
              <a:round/>
              <a:headEnd/>
              <a:tailEnd/>
            </a:ln>
          </p:spPr>
          <p:txBody>
            <a:bodyPr/>
            <a:lstStyle/>
            <a:p>
              <a:endParaRPr lang="en-US"/>
            </a:p>
          </p:txBody>
        </p:sp>
        <p:sp>
          <p:nvSpPr>
            <p:cNvPr id="637077" name="Line 40"/>
            <p:cNvSpPr>
              <a:spLocks noChangeShapeType="1"/>
            </p:cNvSpPr>
            <p:nvPr/>
          </p:nvSpPr>
          <p:spPr bwMode="auto">
            <a:xfrm flipV="1">
              <a:off x="4651607" y="5405844"/>
              <a:ext cx="7938" cy="34925"/>
            </a:xfrm>
            <a:prstGeom prst="line">
              <a:avLst/>
            </a:prstGeom>
            <a:noFill/>
            <a:ln w="28575">
              <a:solidFill>
                <a:srgbClr val="FF0000"/>
              </a:solidFill>
              <a:round/>
              <a:headEnd/>
              <a:tailEnd/>
            </a:ln>
          </p:spPr>
          <p:txBody>
            <a:bodyPr/>
            <a:lstStyle/>
            <a:p>
              <a:endParaRPr lang="en-US"/>
            </a:p>
          </p:txBody>
        </p:sp>
        <p:sp>
          <p:nvSpPr>
            <p:cNvPr id="637078" name="Line 41"/>
            <p:cNvSpPr>
              <a:spLocks noChangeShapeType="1"/>
            </p:cNvSpPr>
            <p:nvPr/>
          </p:nvSpPr>
          <p:spPr bwMode="auto">
            <a:xfrm flipV="1">
              <a:off x="4659544" y="5372506"/>
              <a:ext cx="9525" cy="33338"/>
            </a:xfrm>
            <a:prstGeom prst="line">
              <a:avLst/>
            </a:prstGeom>
            <a:noFill/>
            <a:ln w="28575">
              <a:solidFill>
                <a:srgbClr val="FF0000"/>
              </a:solidFill>
              <a:round/>
              <a:headEnd/>
              <a:tailEnd/>
            </a:ln>
          </p:spPr>
          <p:txBody>
            <a:bodyPr/>
            <a:lstStyle/>
            <a:p>
              <a:endParaRPr lang="en-US"/>
            </a:p>
          </p:txBody>
        </p:sp>
        <p:sp>
          <p:nvSpPr>
            <p:cNvPr id="637079" name="Line 42"/>
            <p:cNvSpPr>
              <a:spLocks noChangeShapeType="1"/>
            </p:cNvSpPr>
            <p:nvPr/>
          </p:nvSpPr>
          <p:spPr bwMode="auto">
            <a:xfrm flipV="1">
              <a:off x="4669069" y="5337581"/>
              <a:ext cx="9525" cy="34925"/>
            </a:xfrm>
            <a:prstGeom prst="line">
              <a:avLst/>
            </a:prstGeom>
            <a:noFill/>
            <a:ln w="28575">
              <a:solidFill>
                <a:srgbClr val="FF0000"/>
              </a:solidFill>
              <a:round/>
              <a:headEnd/>
              <a:tailEnd/>
            </a:ln>
          </p:spPr>
          <p:txBody>
            <a:bodyPr/>
            <a:lstStyle/>
            <a:p>
              <a:endParaRPr lang="en-US"/>
            </a:p>
          </p:txBody>
        </p:sp>
        <p:sp>
          <p:nvSpPr>
            <p:cNvPr id="637080" name="Line 43"/>
            <p:cNvSpPr>
              <a:spLocks noChangeShapeType="1"/>
            </p:cNvSpPr>
            <p:nvPr/>
          </p:nvSpPr>
          <p:spPr bwMode="auto">
            <a:xfrm flipV="1">
              <a:off x="4678594" y="5304243"/>
              <a:ext cx="9525" cy="33338"/>
            </a:xfrm>
            <a:prstGeom prst="line">
              <a:avLst/>
            </a:prstGeom>
            <a:noFill/>
            <a:ln w="28575">
              <a:solidFill>
                <a:srgbClr val="FF0000"/>
              </a:solidFill>
              <a:round/>
              <a:headEnd/>
              <a:tailEnd/>
            </a:ln>
          </p:spPr>
          <p:txBody>
            <a:bodyPr/>
            <a:lstStyle/>
            <a:p>
              <a:endParaRPr lang="en-US"/>
            </a:p>
          </p:txBody>
        </p:sp>
        <p:sp>
          <p:nvSpPr>
            <p:cNvPr id="637081" name="Line 44"/>
            <p:cNvSpPr>
              <a:spLocks noChangeShapeType="1"/>
            </p:cNvSpPr>
            <p:nvPr/>
          </p:nvSpPr>
          <p:spPr bwMode="auto">
            <a:xfrm flipV="1">
              <a:off x="4688119" y="5270906"/>
              <a:ext cx="9525" cy="33338"/>
            </a:xfrm>
            <a:prstGeom prst="line">
              <a:avLst/>
            </a:prstGeom>
            <a:noFill/>
            <a:ln w="28575">
              <a:solidFill>
                <a:srgbClr val="FF0000"/>
              </a:solidFill>
              <a:round/>
              <a:headEnd/>
              <a:tailEnd/>
            </a:ln>
          </p:spPr>
          <p:txBody>
            <a:bodyPr/>
            <a:lstStyle/>
            <a:p>
              <a:endParaRPr lang="en-US"/>
            </a:p>
          </p:txBody>
        </p:sp>
        <p:sp>
          <p:nvSpPr>
            <p:cNvPr id="637082" name="Line 45"/>
            <p:cNvSpPr>
              <a:spLocks noChangeShapeType="1"/>
            </p:cNvSpPr>
            <p:nvPr/>
          </p:nvSpPr>
          <p:spPr bwMode="auto">
            <a:xfrm flipV="1">
              <a:off x="4697644" y="5239156"/>
              <a:ext cx="9525" cy="31750"/>
            </a:xfrm>
            <a:prstGeom prst="line">
              <a:avLst/>
            </a:prstGeom>
            <a:noFill/>
            <a:ln w="28575">
              <a:solidFill>
                <a:srgbClr val="FF0000"/>
              </a:solidFill>
              <a:round/>
              <a:headEnd/>
              <a:tailEnd/>
            </a:ln>
          </p:spPr>
          <p:txBody>
            <a:bodyPr/>
            <a:lstStyle/>
            <a:p>
              <a:endParaRPr lang="en-US"/>
            </a:p>
          </p:txBody>
        </p:sp>
        <p:sp>
          <p:nvSpPr>
            <p:cNvPr id="637083" name="Line 46"/>
            <p:cNvSpPr>
              <a:spLocks noChangeShapeType="1"/>
            </p:cNvSpPr>
            <p:nvPr/>
          </p:nvSpPr>
          <p:spPr bwMode="auto">
            <a:xfrm flipV="1">
              <a:off x="4707169" y="5208993"/>
              <a:ext cx="7938" cy="30163"/>
            </a:xfrm>
            <a:prstGeom prst="line">
              <a:avLst/>
            </a:prstGeom>
            <a:noFill/>
            <a:ln w="28575">
              <a:solidFill>
                <a:srgbClr val="FF0000"/>
              </a:solidFill>
              <a:round/>
              <a:headEnd/>
              <a:tailEnd/>
            </a:ln>
          </p:spPr>
          <p:txBody>
            <a:bodyPr/>
            <a:lstStyle/>
            <a:p>
              <a:endParaRPr lang="en-US"/>
            </a:p>
          </p:txBody>
        </p:sp>
        <p:sp>
          <p:nvSpPr>
            <p:cNvPr id="637084" name="Line 47"/>
            <p:cNvSpPr>
              <a:spLocks noChangeShapeType="1"/>
            </p:cNvSpPr>
            <p:nvPr/>
          </p:nvSpPr>
          <p:spPr bwMode="auto">
            <a:xfrm flipV="1">
              <a:off x="4715107" y="5180419"/>
              <a:ext cx="9525" cy="28575"/>
            </a:xfrm>
            <a:prstGeom prst="line">
              <a:avLst/>
            </a:prstGeom>
            <a:noFill/>
            <a:ln w="28575">
              <a:solidFill>
                <a:srgbClr val="FF0000"/>
              </a:solidFill>
              <a:round/>
              <a:headEnd/>
              <a:tailEnd/>
            </a:ln>
          </p:spPr>
          <p:txBody>
            <a:bodyPr/>
            <a:lstStyle/>
            <a:p>
              <a:endParaRPr lang="en-US"/>
            </a:p>
          </p:txBody>
        </p:sp>
        <p:sp>
          <p:nvSpPr>
            <p:cNvPr id="637085" name="Line 48"/>
            <p:cNvSpPr>
              <a:spLocks noChangeShapeType="1"/>
            </p:cNvSpPr>
            <p:nvPr/>
          </p:nvSpPr>
          <p:spPr bwMode="auto">
            <a:xfrm flipV="1">
              <a:off x="4724632" y="5153431"/>
              <a:ext cx="9525" cy="26988"/>
            </a:xfrm>
            <a:prstGeom prst="line">
              <a:avLst/>
            </a:prstGeom>
            <a:noFill/>
            <a:ln w="28575">
              <a:solidFill>
                <a:srgbClr val="FF0000"/>
              </a:solidFill>
              <a:round/>
              <a:headEnd/>
              <a:tailEnd/>
            </a:ln>
          </p:spPr>
          <p:txBody>
            <a:bodyPr/>
            <a:lstStyle/>
            <a:p>
              <a:endParaRPr lang="en-US"/>
            </a:p>
          </p:txBody>
        </p:sp>
        <p:sp>
          <p:nvSpPr>
            <p:cNvPr id="637086" name="Line 49"/>
            <p:cNvSpPr>
              <a:spLocks noChangeShapeType="1"/>
            </p:cNvSpPr>
            <p:nvPr/>
          </p:nvSpPr>
          <p:spPr bwMode="auto">
            <a:xfrm flipV="1">
              <a:off x="4734157" y="5129618"/>
              <a:ext cx="9525" cy="23813"/>
            </a:xfrm>
            <a:prstGeom prst="line">
              <a:avLst/>
            </a:prstGeom>
            <a:noFill/>
            <a:ln w="28575">
              <a:solidFill>
                <a:srgbClr val="FF0000"/>
              </a:solidFill>
              <a:round/>
              <a:headEnd/>
              <a:tailEnd/>
            </a:ln>
          </p:spPr>
          <p:txBody>
            <a:bodyPr/>
            <a:lstStyle/>
            <a:p>
              <a:endParaRPr lang="en-US"/>
            </a:p>
          </p:txBody>
        </p:sp>
        <p:sp>
          <p:nvSpPr>
            <p:cNvPr id="637087" name="Line 50"/>
            <p:cNvSpPr>
              <a:spLocks noChangeShapeType="1"/>
            </p:cNvSpPr>
            <p:nvPr/>
          </p:nvSpPr>
          <p:spPr bwMode="auto">
            <a:xfrm flipV="1">
              <a:off x="4743682" y="5107394"/>
              <a:ext cx="9525" cy="22225"/>
            </a:xfrm>
            <a:prstGeom prst="line">
              <a:avLst/>
            </a:prstGeom>
            <a:noFill/>
            <a:ln w="28575">
              <a:solidFill>
                <a:srgbClr val="FF0000"/>
              </a:solidFill>
              <a:round/>
              <a:headEnd/>
              <a:tailEnd/>
            </a:ln>
          </p:spPr>
          <p:txBody>
            <a:bodyPr/>
            <a:lstStyle/>
            <a:p>
              <a:endParaRPr lang="en-US"/>
            </a:p>
          </p:txBody>
        </p:sp>
        <p:sp>
          <p:nvSpPr>
            <p:cNvPr id="637088" name="Line 51"/>
            <p:cNvSpPr>
              <a:spLocks noChangeShapeType="1"/>
            </p:cNvSpPr>
            <p:nvPr/>
          </p:nvSpPr>
          <p:spPr bwMode="auto">
            <a:xfrm flipV="1">
              <a:off x="4753207" y="5089931"/>
              <a:ext cx="7938" cy="17463"/>
            </a:xfrm>
            <a:prstGeom prst="line">
              <a:avLst/>
            </a:prstGeom>
            <a:noFill/>
            <a:ln w="28575">
              <a:solidFill>
                <a:srgbClr val="FF0000"/>
              </a:solidFill>
              <a:round/>
              <a:headEnd/>
              <a:tailEnd/>
            </a:ln>
          </p:spPr>
          <p:txBody>
            <a:bodyPr/>
            <a:lstStyle/>
            <a:p>
              <a:endParaRPr lang="en-US"/>
            </a:p>
          </p:txBody>
        </p:sp>
        <p:sp>
          <p:nvSpPr>
            <p:cNvPr id="637089" name="Line 52"/>
            <p:cNvSpPr>
              <a:spLocks noChangeShapeType="1"/>
            </p:cNvSpPr>
            <p:nvPr/>
          </p:nvSpPr>
          <p:spPr bwMode="auto">
            <a:xfrm flipV="1">
              <a:off x="4761144" y="5072468"/>
              <a:ext cx="9525" cy="17463"/>
            </a:xfrm>
            <a:prstGeom prst="line">
              <a:avLst/>
            </a:prstGeom>
            <a:noFill/>
            <a:ln w="28575">
              <a:solidFill>
                <a:srgbClr val="FF0000"/>
              </a:solidFill>
              <a:round/>
              <a:headEnd/>
              <a:tailEnd/>
            </a:ln>
          </p:spPr>
          <p:txBody>
            <a:bodyPr/>
            <a:lstStyle/>
            <a:p>
              <a:endParaRPr lang="en-US"/>
            </a:p>
          </p:txBody>
        </p:sp>
        <p:sp>
          <p:nvSpPr>
            <p:cNvPr id="637090" name="Line 53"/>
            <p:cNvSpPr>
              <a:spLocks noChangeShapeType="1"/>
            </p:cNvSpPr>
            <p:nvPr/>
          </p:nvSpPr>
          <p:spPr bwMode="auto">
            <a:xfrm flipV="1">
              <a:off x="4770669" y="5059769"/>
              <a:ext cx="9525" cy="12700"/>
            </a:xfrm>
            <a:prstGeom prst="line">
              <a:avLst/>
            </a:prstGeom>
            <a:noFill/>
            <a:ln w="28575">
              <a:solidFill>
                <a:srgbClr val="FF0000"/>
              </a:solidFill>
              <a:round/>
              <a:headEnd/>
              <a:tailEnd/>
            </a:ln>
          </p:spPr>
          <p:txBody>
            <a:bodyPr/>
            <a:lstStyle/>
            <a:p>
              <a:endParaRPr lang="en-US"/>
            </a:p>
          </p:txBody>
        </p:sp>
        <p:sp>
          <p:nvSpPr>
            <p:cNvPr id="637091" name="Line 54"/>
            <p:cNvSpPr>
              <a:spLocks noChangeShapeType="1"/>
            </p:cNvSpPr>
            <p:nvPr/>
          </p:nvSpPr>
          <p:spPr bwMode="auto">
            <a:xfrm flipV="1">
              <a:off x="4780194" y="5050244"/>
              <a:ext cx="9525" cy="9525"/>
            </a:xfrm>
            <a:prstGeom prst="line">
              <a:avLst/>
            </a:prstGeom>
            <a:noFill/>
            <a:ln w="28575">
              <a:solidFill>
                <a:srgbClr val="FF0000"/>
              </a:solidFill>
              <a:round/>
              <a:headEnd/>
              <a:tailEnd/>
            </a:ln>
          </p:spPr>
          <p:txBody>
            <a:bodyPr/>
            <a:lstStyle/>
            <a:p>
              <a:endParaRPr lang="en-US"/>
            </a:p>
          </p:txBody>
        </p:sp>
        <p:sp>
          <p:nvSpPr>
            <p:cNvPr id="637092" name="Line 55"/>
            <p:cNvSpPr>
              <a:spLocks noChangeShapeType="1"/>
            </p:cNvSpPr>
            <p:nvPr/>
          </p:nvSpPr>
          <p:spPr bwMode="auto">
            <a:xfrm flipV="1">
              <a:off x="4789719" y="5043894"/>
              <a:ext cx="9525" cy="6350"/>
            </a:xfrm>
            <a:prstGeom prst="line">
              <a:avLst/>
            </a:prstGeom>
            <a:noFill/>
            <a:ln w="28575">
              <a:solidFill>
                <a:srgbClr val="FF0000"/>
              </a:solidFill>
              <a:round/>
              <a:headEnd/>
              <a:tailEnd/>
            </a:ln>
          </p:spPr>
          <p:txBody>
            <a:bodyPr/>
            <a:lstStyle/>
            <a:p>
              <a:endParaRPr lang="en-US"/>
            </a:p>
          </p:txBody>
        </p:sp>
        <p:sp>
          <p:nvSpPr>
            <p:cNvPr id="637093" name="Line 56"/>
            <p:cNvSpPr>
              <a:spLocks noChangeShapeType="1"/>
            </p:cNvSpPr>
            <p:nvPr/>
          </p:nvSpPr>
          <p:spPr bwMode="auto">
            <a:xfrm flipV="1">
              <a:off x="4799244" y="5040719"/>
              <a:ext cx="9525" cy="3175"/>
            </a:xfrm>
            <a:prstGeom prst="line">
              <a:avLst/>
            </a:prstGeom>
            <a:noFill/>
            <a:ln w="28575">
              <a:solidFill>
                <a:srgbClr val="FF0000"/>
              </a:solidFill>
              <a:round/>
              <a:headEnd/>
              <a:tailEnd/>
            </a:ln>
          </p:spPr>
          <p:txBody>
            <a:bodyPr/>
            <a:lstStyle/>
            <a:p>
              <a:endParaRPr lang="en-US"/>
            </a:p>
          </p:txBody>
        </p:sp>
        <p:sp>
          <p:nvSpPr>
            <p:cNvPr id="637094" name="Line 57"/>
            <p:cNvSpPr>
              <a:spLocks noChangeShapeType="1"/>
            </p:cNvSpPr>
            <p:nvPr/>
          </p:nvSpPr>
          <p:spPr bwMode="auto">
            <a:xfrm flipV="1">
              <a:off x="4808769" y="5039131"/>
              <a:ext cx="7938" cy="1588"/>
            </a:xfrm>
            <a:prstGeom prst="line">
              <a:avLst/>
            </a:prstGeom>
            <a:noFill/>
            <a:ln w="28575">
              <a:solidFill>
                <a:srgbClr val="FF0000"/>
              </a:solidFill>
              <a:round/>
              <a:headEnd/>
              <a:tailEnd/>
            </a:ln>
          </p:spPr>
          <p:txBody>
            <a:bodyPr/>
            <a:lstStyle/>
            <a:p>
              <a:endParaRPr lang="en-US"/>
            </a:p>
          </p:txBody>
        </p:sp>
        <p:sp>
          <p:nvSpPr>
            <p:cNvPr id="637095" name="Line 58"/>
            <p:cNvSpPr>
              <a:spLocks noChangeShapeType="1"/>
            </p:cNvSpPr>
            <p:nvPr/>
          </p:nvSpPr>
          <p:spPr bwMode="auto">
            <a:xfrm>
              <a:off x="4816707" y="5040719"/>
              <a:ext cx="9525" cy="3175"/>
            </a:xfrm>
            <a:prstGeom prst="line">
              <a:avLst/>
            </a:prstGeom>
            <a:noFill/>
            <a:ln w="28575">
              <a:solidFill>
                <a:srgbClr val="FF0000"/>
              </a:solidFill>
              <a:round/>
              <a:headEnd/>
              <a:tailEnd/>
            </a:ln>
          </p:spPr>
          <p:txBody>
            <a:bodyPr/>
            <a:lstStyle/>
            <a:p>
              <a:endParaRPr lang="en-US"/>
            </a:p>
          </p:txBody>
        </p:sp>
        <p:sp>
          <p:nvSpPr>
            <p:cNvPr id="637096" name="Line 59"/>
            <p:cNvSpPr>
              <a:spLocks noChangeShapeType="1"/>
            </p:cNvSpPr>
            <p:nvPr/>
          </p:nvSpPr>
          <p:spPr bwMode="auto">
            <a:xfrm>
              <a:off x="4826232" y="5043894"/>
              <a:ext cx="9525" cy="6350"/>
            </a:xfrm>
            <a:prstGeom prst="line">
              <a:avLst/>
            </a:prstGeom>
            <a:noFill/>
            <a:ln w="28575">
              <a:solidFill>
                <a:srgbClr val="FF0000"/>
              </a:solidFill>
              <a:round/>
              <a:headEnd/>
              <a:tailEnd/>
            </a:ln>
          </p:spPr>
          <p:txBody>
            <a:bodyPr/>
            <a:lstStyle/>
            <a:p>
              <a:endParaRPr lang="en-US"/>
            </a:p>
          </p:txBody>
        </p:sp>
        <p:sp>
          <p:nvSpPr>
            <p:cNvPr id="637097" name="Line 60"/>
            <p:cNvSpPr>
              <a:spLocks noChangeShapeType="1"/>
            </p:cNvSpPr>
            <p:nvPr/>
          </p:nvSpPr>
          <p:spPr bwMode="auto">
            <a:xfrm>
              <a:off x="4835757" y="5050244"/>
              <a:ext cx="9525" cy="9525"/>
            </a:xfrm>
            <a:prstGeom prst="line">
              <a:avLst/>
            </a:prstGeom>
            <a:noFill/>
            <a:ln w="28575">
              <a:solidFill>
                <a:srgbClr val="FF0000"/>
              </a:solidFill>
              <a:round/>
              <a:headEnd/>
              <a:tailEnd/>
            </a:ln>
          </p:spPr>
          <p:txBody>
            <a:bodyPr/>
            <a:lstStyle/>
            <a:p>
              <a:endParaRPr lang="en-US"/>
            </a:p>
          </p:txBody>
        </p:sp>
        <p:sp>
          <p:nvSpPr>
            <p:cNvPr id="637098" name="Line 61"/>
            <p:cNvSpPr>
              <a:spLocks noChangeShapeType="1"/>
            </p:cNvSpPr>
            <p:nvPr/>
          </p:nvSpPr>
          <p:spPr bwMode="auto">
            <a:xfrm>
              <a:off x="4845282" y="5059769"/>
              <a:ext cx="9525" cy="12700"/>
            </a:xfrm>
            <a:prstGeom prst="line">
              <a:avLst/>
            </a:prstGeom>
            <a:noFill/>
            <a:ln w="28575">
              <a:solidFill>
                <a:srgbClr val="FF0000"/>
              </a:solidFill>
              <a:round/>
              <a:headEnd/>
              <a:tailEnd/>
            </a:ln>
          </p:spPr>
          <p:txBody>
            <a:bodyPr/>
            <a:lstStyle/>
            <a:p>
              <a:endParaRPr lang="en-US"/>
            </a:p>
          </p:txBody>
        </p:sp>
        <p:sp>
          <p:nvSpPr>
            <p:cNvPr id="637099" name="Line 62"/>
            <p:cNvSpPr>
              <a:spLocks noChangeShapeType="1"/>
            </p:cNvSpPr>
            <p:nvPr/>
          </p:nvSpPr>
          <p:spPr bwMode="auto">
            <a:xfrm>
              <a:off x="4854807" y="5072468"/>
              <a:ext cx="9525" cy="17463"/>
            </a:xfrm>
            <a:prstGeom prst="line">
              <a:avLst/>
            </a:prstGeom>
            <a:noFill/>
            <a:ln w="28575">
              <a:solidFill>
                <a:srgbClr val="FF0000"/>
              </a:solidFill>
              <a:round/>
              <a:headEnd/>
              <a:tailEnd/>
            </a:ln>
          </p:spPr>
          <p:txBody>
            <a:bodyPr/>
            <a:lstStyle/>
            <a:p>
              <a:endParaRPr lang="en-US"/>
            </a:p>
          </p:txBody>
        </p:sp>
        <p:sp>
          <p:nvSpPr>
            <p:cNvPr id="637100" name="Line 63"/>
            <p:cNvSpPr>
              <a:spLocks noChangeShapeType="1"/>
            </p:cNvSpPr>
            <p:nvPr/>
          </p:nvSpPr>
          <p:spPr bwMode="auto">
            <a:xfrm>
              <a:off x="4864332" y="5089931"/>
              <a:ext cx="7938" cy="17463"/>
            </a:xfrm>
            <a:prstGeom prst="line">
              <a:avLst/>
            </a:prstGeom>
            <a:noFill/>
            <a:ln w="28575">
              <a:solidFill>
                <a:srgbClr val="FF0000"/>
              </a:solidFill>
              <a:round/>
              <a:headEnd/>
              <a:tailEnd/>
            </a:ln>
          </p:spPr>
          <p:txBody>
            <a:bodyPr/>
            <a:lstStyle/>
            <a:p>
              <a:endParaRPr lang="en-US"/>
            </a:p>
          </p:txBody>
        </p:sp>
        <p:sp>
          <p:nvSpPr>
            <p:cNvPr id="637101" name="Line 64"/>
            <p:cNvSpPr>
              <a:spLocks noChangeShapeType="1"/>
            </p:cNvSpPr>
            <p:nvPr/>
          </p:nvSpPr>
          <p:spPr bwMode="auto">
            <a:xfrm>
              <a:off x="4872269" y="5107394"/>
              <a:ext cx="9525" cy="22225"/>
            </a:xfrm>
            <a:prstGeom prst="line">
              <a:avLst/>
            </a:prstGeom>
            <a:noFill/>
            <a:ln w="28575">
              <a:solidFill>
                <a:srgbClr val="FF0000"/>
              </a:solidFill>
              <a:round/>
              <a:headEnd/>
              <a:tailEnd/>
            </a:ln>
          </p:spPr>
          <p:txBody>
            <a:bodyPr/>
            <a:lstStyle/>
            <a:p>
              <a:endParaRPr lang="en-US"/>
            </a:p>
          </p:txBody>
        </p:sp>
        <p:sp>
          <p:nvSpPr>
            <p:cNvPr id="637102" name="Line 65"/>
            <p:cNvSpPr>
              <a:spLocks noChangeShapeType="1"/>
            </p:cNvSpPr>
            <p:nvPr/>
          </p:nvSpPr>
          <p:spPr bwMode="auto">
            <a:xfrm>
              <a:off x="4881794" y="5129618"/>
              <a:ext cx="9525" cy="23813"/>
            </a:xfrm>
            <a:prstGeom prst="line">
              <a:avLst/>
            </a:prstGeom>
            <a:noFill/>
            <a:ln w="28575">
              <a:solidFill>
                <a:srgbClr val="FF0000"/>
              </a:solidFill>
              <a:round/>
              <a:headEnd/>
              <a:tailEnd/>
            </a:ln>
          </p:spPr>
          <p:txBody>
            <a:bodyPr/>
            <a:lstStyle/>
            <a:p>
              <a:endParaRPr lang="en-US"/>
            </a:p>
          </p:txBody>
        </p:sp>
        <p:sp>
          <p:nvSpPr>
            <p:cNvPr id="637103" name="Line 66"/>
            <p:cNvSpPr>
              <a:spLocks noChangeShapeType="1"/>
            </p:cNvSpPr>
            <p:nvPr/>
          </p:nvSpPr>
          <p:spPr bwMode="auto">
            <a:xfrm>
              <a:off x="4891319" y="5153431"/>
              <a:ext cx="9525" cy="26988"/>
            </a:xfrm>
            <a:prstGeom prst="line">
              <a:avLst/>
            </a:prstGeom>
            <a:noFill/>
            <a:ln w="28575">
              <a:solidFill>
                <a:srgbClr val="FF0000"/>
              </a:solidFill>
              <a:round/>
              <a:headEnd/>
              <a:tailEnd/>
            </a:ln>
          </p:spPr>
          <p:txBody>
            <a:bodyPr/>
            <a:lstStyle/>
            <a:p>
              <a:endParaRPr lang="en-US"/>
            </a:p>
          </p:txBody>
        </p:sp>
        <p:sp>
          <p:nvSpPr>
            <p:cNvPr id="637104" name="Line 67"/>
            <p:cNvSpPr>
              <a:spLocks noChangeShapeType="1"/>
            </p:cNvSpPr>
            <p:nvPr/>
          </p:nvSpPr>
          <p:spPr bwMode="auto">
            <a:xfrm>
              <a:off x="4900844" y="5180419"/>
              <a:ext cx="9525" cy="28575"/>
            </a:xfrm>
            <a:prstGeom prst="line">
              <a:avLst/>
            </a:prstGeom>
            <a:noFill/>
            <a:ln w="28575">
              <a:solidFill>
                <a:srgbClr val="FF0000"/>
              </a:solidFill>
              <a:round/>
              <a:headEnd/>
              <a:tailEnd/>
            </a:ln>
          </p:spPr>
          <p:txBody>
            <a:bodyPr/>
            <a:lstStyle/>
            <a:p>
              <a:endParaRPr lang="en-US"/>
            </a:p>
          </p:txBody>
        </p:sp>
        <p:sp>
          <p:nvSpPr>
            <p:cNvPr id="637105" name="Line 68"/>
            <p:cNvSpPr>
              <a:spLocks noChangeShapeType="1"/>
            </p:cNvSpPr>
            <p:nvPr/>
          </p:nvSpPr>
          <p:spPr bwMode="auto">
            <a:xfrm>
              <a:off x="4910369" y="5208993"/>
              <a:ext cx="7938" cy="30163"/>
            </a:xfrm>
            <a:prstGeom prst="line">
              <a:avLst/>
            </a:prstGeom>
            <a:noFill/>
            <a:ln w="28575">
              <a:solidFill>
                <a:srgbClr val="FF0000"/>
              </a:solidFill>
              <a:round/>
              <a:headEnd/>
              <a:tailEnd/>
            </a:ln>
          </p:spPr>
          <p:txBody>
            <a:bodyPr/>
            <a:lstStyle/>
            <a:p>
              <a:endParaRPr lang="en-US"/>
            </a:p>
          </p:txBody>
        </p:sp>
        <p:sp>
          <p:nvSpPr>
            <p:cNvPr id="637106" name="Line 69"/>
            <p:cNvSpPr>
              <a:spLocks noChangeShapeType="1"/>
            </p:cNvSpPr>
            <p:nvPr/>
          </p:nvSpPr>
          <p:spPr bwMode="auto">
            <a:xfrm>
              <a:off x="4918307" y="5239156"/>
              <a:ext cx="9525" cy="31750"/>
            </a:xfrm>
            <a:prstGeom prst="line">
              <a:avLst/>
            </a:prstGeom>
            <a:noFill/>
            <a:ln w="28575">
              <a:solidFill>
                <a:srgbClr val="FF0000"/>
              </a:solidFill>
              <a:round/>
              <a:headEnd/>
              <a:tailEnd/>
            </a:ln>
          </p:spPr>
          <p:txBody>
            <a:bodyPr/>
            <a:lstStyle/>
            <a:p>
              <a:endParaRPr lang="en-US"/>
            </a:p>
          </p:txBody>
        </p:sp>
        <p:sp>
          <p:nvSpPr>
            <p:cNvPr id="637107" name="Line 70"/>
            <p:cNvSpPr>
              <a:spLocks noChangeShapeType="1"/>
            </p:cNvSpPr>
            <p:nvPr/>
          </p:nvSpPr>
          <p:spPr bwMode="auto">
            <a:xfrm>
              <a:off x="4927832" y="5270906"/>
              <a:ext cx="9525" cy="33338"/>
            </a:xfrm>
            <a:prstGeom prst="line">
              <a:avLst/>
            </a:prstGeom>
            <a:noFill/>
            <a:ln w="28575">
              <a:solidFill>
                <a:srgbClr val="FF0000"/>
              </a:solidFill>
              <a:round/>
              <a:headEnd/>
              <a:tailEnd/>
            </a:ln>
          </p:spPr>
          <p:txBody>
            <a:bodyPr/>
            <a:lstStyle/>
            <a:p>
              <a:endParaRPr lang="en-US"/>
            </a:p>
          </p:txBody>
        </p:sp>
        <p:sp>
          <p:nvSpPr>
            <p:cNvPr id="637108" name="Line 71"/>
            <p:cNvSpPr>
              <a:spLocks noChangeShapeType="1"/>
            </p:cNvSpPr>
            <p:nvPr/>
          </p:nvSpPr>
          <p:spPr bwMode="auto">
            <a:xfrm>
              <a:off x="4937357" y="5304243"/>
              <a:ext cx="9525" cy="33338"/>
            </a:xfrm>
            <a:prstGeom prst="line">
              <a:avLst/>
            </a:prstGeom>
            <a:noFill/>
            <a:ln w="28575">
              <a:solidFill>
                <a:srgbClr val="FF0000"/>
              </a:solidFill>
              <a:round/>
              <a:headEnd/>
              <a:tailEnd/>
            </a:ln>
          </p:spPr>
          <p:txBody>
            <a:bodyPr/>
            <a:lstStyle/>
            <a:p>
              <a:endParaRPr lang="en-US"/>
            </a:p>
          </p:txBody>
        </p:sp>
        <p:sp>
          <p:nvSpPr>
            <p:cNvPr id="637109" name="Line 72"/>
            <p:cNvSpPr>
              <a:spLocks noChangeShapeType="1"/>
            </p:cNvSpPr>
            <p:nvPr/>
          </p:nvSpPr>
          <p:spPr bwMode="auto">
            <a:xfrm>
              <a:off x="4946882" y="5337581"/>
              <a:ext cx="9525" cy="34925"/>
            </a:xfrm>
            <a:prstGeom prst="line">
              <a:avLst/>
            </a:prstGeom>
            <a:noFill/>
            <a:ln w="28575">
              <a:solidFill>
                <a:srgbClr val="FF0000"/>
              </a:solidFill>
              <a:round/>
              <a:headEnd/>
              <a:tailEnd/>
            </a:ln>
          </p:spPr>
          <p:txBody>
            <a:bodyPr/>
            <a:lstStyle/>
            <a:p>
              <a:endParaRPr lang="en-US"/>
            </a:p>
          </p:txBody>
        </p:sp>
        <p:sp>
          <p:nvSpPr>
            <p:cNvPr id="637110" name="Line 73"/>
            <p:cNvSpPr>
              <a:spLocks noChangeShapeType="1"/>
            </p:cNvSpPr>
            <p:nvPr/>
          </p:nvSpPr>
          <p:spPr bwMode="auto">
            <a:xfrm>
              <a:off x="4956407" y="5372506"/>
              <a:ext cx="9525" cy="33338"/>
            </a:xfrm>
            <a:prstGeom prst="line">
              <a:avLst/>
            </a:prstGeom>
            <a:noFill/>
            <a:ln w="28575">
              <a:solidFill>
                <a:srgbClr val="FF0000"/>
              </a:solidFill>
              <a:round/>
              <a:headEnd/>
              <a:tailEnd/>
            </a:ln>
          </p:spPr>
          <p:txBody>
            <a:bodyPr/>
            <a:lstStyle/>
            <a:p>
              <a:endParaRPr lang="en-US"/>
            </a:p>
          </p:txBody>
        </p:sp>
        <p:sp>
          <p:nvSpPr>
            <p:cNvPr id="637111" name="Line 74"/>
            <p:cNvSpPr>
              <a:spLocks noChangeShapeType="1"/>
            </p:cNvSpPr>
            <p:nvPr/>
          </p:nvSpPr>
          <p:spPr bwMode="auto">
            <a:xfrm>
              <a:off x="4965932" y="5405844"/>
              <a:ext cx="7938" cy="34925"/>
            </a:xfrm>
            <a:prstGeom prst="line">
              <a:avLst/>
            </a:prstGeom>
            <a:noFill/>
            <a:ln w="28575">
              <a:solidFill>
                <a:srgbClr val="FF0000"/>
              </a:solidFill>
              <a:round/>
              <a:headEnd/>
              <a:tailEnd/>
            </a:ln>
          </p:spPr>
          <p:txBody>
            <a:bodyPr/>
            <a:lstStyle/>
            <a:p>
              <a:endParaRPr lang="en-US"/>
            </a:p>
          </p:txBody>
        </p:sp>
        <p:sp>
          <p:nvSpPr>
            <p:cNvPr id="637112" name="Line 75"/>
            <p:cNvSpPr>
              <a:spLocks noChangeShapeType="1"/>
            </p:cNvSpPr>
            <p:nvPr/>
          </p:nvSpPr>
          <p:spPr bwMode="auto">
            <a:xfrm>
              <a:off x="4973869" y="5440769"/>
              <a:ext cx="9525" cy="34925"/>
            </a:xfrm>
            <a:prstGeom prst="line">
              <a:avLst/>
            </a:prstGeom>
            <a:noFill/>
            <a:ln w="28575">
              <a:solidFill>
                <a:srgbClr val="FF0000"/>
              </a:solidFill>
              <a:round/>
              <a:headEnd/>
              <a:tailEnd/>
            </a:ln>
          </p:spPr>
          <p:txBody>
            <a:bodyPr/>
            <a:lstStyle/>
            <a:p>
              <a:endParaRPr lang="en-US"/>
            </a:p>
          </p:txBody>
        </p:sp>
        <p:sp>
          <p:nvSpPr>
            <p:cNvPr id="637113" name="Line 76"/>
            <p:cNvSpPr>
              <a:spLocks noChangeShapeType="1"/>
            </p:cNvSpPr>
            <p:nvPr/>
          </p:nvSpPr>
          <p:spPr bwMode="auto">
            <a:xfrm>
              <a:off x="4983394" y="5475694"/>
              <a:ext cx="9525" cy="34925"/>
            </a:xfrm>
            <a:prstGeom prst="line">
              <a:avLst/>
            </a:prstGeom>
            <a:noFill/>
            <a:ln w="28575">
              <a:solidFill>
                <a:srgbClr val="FF0000"/>
              </a:solidFill>
              <a:round/>
              <a:headEnd/>
              <a:tailEnd/>
            </a:ln>
          </p:spPr>
          <p:txBody>
            <a:bodyPr/>
            <a:lstStyle/>
            <a:p>
              <a:endParaRPr lang="en-US"/>
            </a:p>
          </p:txBody>
        </p:sp>
        <p:sp>
          <p:nvSpPr>
            <p:cNvPr id="637114" name="Line 77"/>
            <p:cNvSpPr>
              <a:spLocks noChangeShapeType="1"/>
            </p:cNvSpPr>
            <p:nvPr/>
          </p:nvSpPr>
          <p:spPr bwMode="auto">
            <a:xfrm>
              <a:off x="4992919" y="5510619"/>
              <a:ext cx="9525" cy="31750"/>
            </a:xfrm>
            <a:prstGeom prst="line">
              <a:avLst/>
            </a:prstGeom>
            <a:noFill/>
            <a:ln w="28575">
              <a:solidFill>
                <a:srgbClr val="FF0000"/>
              </a:solidFill>
              <a:round/>
              <a:headEnd/>
              <a:tailEnd/>
            </a:ln>
          </p:spPr>
          <p:txBody>
            <a:bodyPr/>
            <a:lstStyle/>
            <a:p>
              <a:endParaRPr lang="en-US"/>
            </a:p>
          </p:txBody>
        </p:sp>
        <p:sp>
          <p:nvSpPr>
            <p:cNvPr id="637115" name="Line 78"/>
            <p:cNvSpPr>
              <a:spLocks noChangeShapeType="1"/>
            </p:cNvSpPr>
            <p:nvPr/>
          </p:nvSpPr>
          <p:spPr bwMode="auto">
            <a:xfrm>
              <a:off x="5002444" y="5542369"/>
              <a:ext cx="9525" cy="31750"/>
            </a:xfrm>
            <a:prstGeom prst="line">
              <a:avLst/>
            </a:prstGeom>
            <a:noFill/>
            <a:ln w="28575">
              <a:solidFill>
                <a:srgbClr val="FF0000"/>
              </a:solidFill>
              <a:round/>
              <a:headEnd/>
              <a:tailEnd/>
            </a:ln>
          </p:spPr>
          <p:txBody>
            <a:bodyPr/>
            <a:lstStyle/>
            <a:p>
              <a:endParaRPr lang="en-US"/>
            </a:p>
          </p:txBody>
        </p:sp>
        <p:sp>
          <p:nvSpPr>
            <p:cNvPr id="637116" name="Line 79"/>
            <p:cNvSpPr>
              <a:spLocks noChangeShapeType="1"/>
            </p:cNvSpPr>
            <p:nvPr/>
          </p:nvSpPr>
          <p:spPr bwMode="auto">
            <a:xfrm>
              <a:off x="5011969" y="5574118"/>
              <a:ext cx="9525" cy="30163"/>
            </a:xfrm>
            <a:prstGeom prst="line">
              <a:avLst/>
            </a:prstGeom>
            <a:noFill/>
            <a:ln w="28575">
              <a:solidFill>
                <a:srgbClr val="FF0000"/>
              </a:solidFill>
              <a:round/>
              <a:headEnd/>
              <a:tailEnd/>
            </a:ln>
          </p:spPr>
          <p:txBody>
            <a:bodyPr/>
            <a:lstStyle/>
            <a:p>
              <a:endParaRPr lang="en-US"/>
            </a:p>
          </p:txBody>
        </p:sp>
        <p:sp>
          <p:nvSpPr>
            <p:cNvPr id="637117" name="Line 80"/>
            <p:cNvSpPr>
              <a:spLocks noChangeShapeType="1"/>
            </p:cNvSpPr>
            <p:nvPr/>
          </p:nvSpPr>
          <p:spPr bwMode="auto">
            <a:xfrm>
              <a:off x="5021494" y="5604281"/>
              <a:ext cx="7938" cy="28575"/>
            </a:xfrm>
            <a:prstGeom prst="line">
              <a:avLst/>
            </a:prstGeom>
            <a:noFill/>
            <a:ln w="28575">
              <a:solidFill>
                <a:srgbClr val="FF0000"/>
              </a:solidFill>
              <a:round/>
              <a:headEnd/>
              <a:tailEnd/>
            </a:ln>
          </p:spPr>
          <p:txBody>
            <a:bodyPr/>
            <a:lstStyle/>
            <a:p>
              <a:endParaRPr lang="en-US"/>
            </a:p>
          </p:txBody>
        </p:sp>
        <p:sp>
          <p:nvSpPr>
            <p:cNvPr id="637118" name="Line 81"/>
            <p:cNvSpPr>
              <a:spLocks noChangeShapeType="1"/>
            </p:cNvSpPr>
            <p:nvPr/>
          </p:nvSpPr>
          <p:spPr bwMode="auto">
            <a:xfrm>
              <a:off x="5029432" y="5632856"/>
              <a:ext cx="9525" cy="26988"/>
            </a:xfrm>
            <a:prstGeom prst="line">
              <a:avLst/>
            </a:prstGeom>
            <a:noFill/>
            <a:ln w="28575">
              <a:solidFill>
                <a:srgbClr val="FF0000"/>
              </a:solidFill>
              <a:round/>
              <a:headEnd/>
              <a:tailEnd/>
            </a:ln>
          </p:spPr>
          <p:txBody>
            <a:bodyPr/>
            <a:lstStyle/>
            <a:p>
              <a:endParaRPr lang="en-US"/>
            </a:p>
          </p:txBody>
        </p:sp>
        <p:sp>
          <p:nvSpPr>
            <p:cNvPr id="637119" name="Line 82"/>
            <p:cNvSpPr>
              <a:spLocks noChangeShapeType="1"/>
            </p:cNvSpPr>
            <p:nvPr/>
          </p:nvSpPr>
          <p:spPr bwMode="auto">
            <a:xfrm>
              <a:off x="5038957" y="5659843"/>
              <a:ext cx="9525" cy="23813"/>
            </a:xfrm>
            <a:prstGeom prst="line">
              <a:avLst/>
            </a:prstGeom>
            <a:noFill/>
            <a:ln w="28575">
              <a:solidFill>
                <a:srgbClr val="FF0000"/>
              </a:solidFill>
              <a:round/>
              <a:headEnd/>
              <a:tailEnd/>
            </a:ln>
          </p:spPr>
          <p:txBody>
            <a:bodyPr/>
            <a:lstStyle/>
            <a:p>
              <a:endParaRPr lang="en-US"/>
            </a:p>
          </p:txBody>
        </p:sp>
        <p:sp>
          <p:nvSpPr>
            <p:cNvPr id="637120" name="Line 83"/>
            <p:cNvSpPr>
              <a:spLocks noChangeShapeType="1"/>
            </p:cNvSpPr>
            <p:nvPr/>
          </p:nvSpPr>
          <p:spPr bwMode="auto">
            <a:xfrm>
              <a:off x="5048482" y="5683656"/>
              <a:ext cx="9525" cy="22225"/>
            </a:xfrm>
            <a:prstGeom prst="line">
              <a:avLst/>
            </a:prstGeom>
            <a:noFill/>
            <a:ln w="28575">
              <a:solidFill>
                <a:srgbClr val="FF0000"/>
              </a:solidFill>
              <a:round/>
              <a:headEnd/>
              <a:tailEnd/>
            </a:ln>
          </p:spPr>
          <p:txBody>
            <a:bodyPr/>
            <a:lstStyle/>
            <a:p>
              <a:endParaRPr lang="en-US"/>
            </a:p>
          </p:txBody>
        </p:sp>
        <p:sp>
          <p:nvSpPr>
            <p:cNvPr id="637121" name="Line 84"/>
            <p:cNvSpPr>
              <a:spLocks noChangeShapeType="1"/>
            </p:cNvSpPr>
            <p:nvPr/>
          </p:nvSpPr>
          <p:spPr bwMode="auto">
            <a:xfrm>
              <a:off x="5058007" y="5705881"/>
              <a:ext cx="9525" cy="19050"/>
            </a:xfrm>
            <a:prstGeom prst="line">
              <a:avLst/>
            </a:prstGeom>
            <a:noFill/>
            <a:ln w="28575">
              <a:solidFill>
                <a:srgbClr val="FF0000"/>
              </a:solidFill>
              <a:round/>
              <a:headEnd/>
              <a:tailEnd/>
            </a:ln>
          </p:spPr>
          <p:txBody>
            <a:bodyPr/>
            <a:lstStyle/>
            <a:p>
              <a:endParaRPr lang="en-US"/>
            </a:p>
          </p:txBody>
        </p:sp>
        <p:sp>
          <p:nvSpPr>
            <p:cNvPr id="637122" name="Line 85"/>
            <p:cNvSpPr>
              <a:spLocks noChangeShapeType="1"/>
            </p:cNvSpPr>
            <p:nvPr/>
          </p:nvSpPr>
          <p:spPr bwMode="auto">
            <a:xfrm>
              <a:off x="5067532" y="5724931"/>
              <a:ext cx="7938" cy="15875"/>
            </a:xfrm>
            <a:prstGeom prst="line">
              <a:avLst/>
            </a:prstGeom>
            <a:noFill/>
            <a:ln w="28575">
              <a:solidFill>
                <a:srgbClr val="FF0000"/>
              </a:solidFill>
              <a:round/>
              <a:headEnd/>
              <a:tailEnd/>
            </a:ln>
          </p:spPr>
          <p:txBody>
            <a:bodyPr/>
            <a:lstStyle/>
            <a:p>
              <a:endParaRPr lang="en-US"/>
            </a:p>
          </p:txBody>
        </p:sp>
        <p:sp>
          <p:nvSpPr>
            <p:cNvPr id="637123" name="Line 86"/>
            <p:cNvSpPr>
              <a:spLocks noChangeShapeType="1"/>
            </p:cNvSpPr>
            <p:nvPr/>
          </p:nvSpPr>
          <p:spPr bwMode="auto">
            <a:xfrm>
              <a:off x="5075469" y="5740806"/>
              <a:ext cx="9525" cy="12700"/>
            </a:xfrm>
            <a:prstGeom prst="line">
              <a:avLst/>
            </a:prstGeom>
            <a:noFill/>
            <a:ln w="28575">
              <a:solidFill>
                <a:srgbClr val="FF0000"/>
              </a:solidFill>
              <a:round/>
              <a:headEnd/>
              <a:tailEnd/>
            </a:ln>
          </p:spPr>
          <p:txBody>
            <a:bodyPr/>
            <a:lstStyle/>
            <a:p>
              <a:endParaRPr lang="en-US"/>
            </a:p>
          </p:txBody>
        </p:sp>
        <p:sp>
          <p:nvSpPr>
            <p:cNvPr id="637124" name="Line 87"/>
            <p:cNvSpPr>
              <a:spLocks noChangeShapeType="1"/>
            </p:cNvSpPr>
            <p:nvPr/>
          </p:nvSpPr>
          <p:spPr bwMode="auto">
            <a:xfrm>
              <a:off x="5084994" y="5753506"/>
              <a:ext cx="9525" cy="9525"/>
            </a:xfrm>
            <a:prstGeom prst="line">
              <a:avLst/>
            </a:prstGeom>
            <a:noFill/>
            <a:ln w="28575">
              <a:solidFill>
                <a:srgbClr val="FF0000"/>
              </a:solidFill>
              <a:round/>
              <a:headEnd/>
              <a:tailEnd/>
            </a:ln>
          </p:spPr>
          <p:txBody>
            <a:bodyPr/>
            <a:lstStyle/>
            <a:p>
              <a:endParaRPr lang="en-US"/>
            </a:p>
          </p:txBody>
        </p:sp>
        <p:sp>
          <p:nvSpPr>
            <p:cNvPr id="637125" name="Line 88"/>
            <p:cNvSpPr>
              <a:spLocks noChangeShapeType="1"/>
            </p:cNvSpPr>
            <p:nvPr/>
          </p:nvSpPr>
          <p:spPr bwMode="auto">
            <a:xfrm>
              <a:off x="5094519" y="5763031"/>
              <a:ext cx="9525" cy="6350"/>
            </a:xfrm>
            <a:prstGeom prst="line">
              <a:avLst/>
            </a:prstGeom>
            <a:noFill/>
            <a:ln w="28575">
              <a:solidFill>
                <a:srgbClr val="FF0000"/>
              </a:solidFill>
              <a:round/>
              <a:headEnd/>
              <a:tailEnd/>
            </a:ln>
          </p:spPr>
          <p:txBody>
            <a:bodyPr/>
            <a:lstStyle/>
            <a:p>
              <a:endParaRPr lang="en-US"/>
            </a:p>
          </p:txBody>
        </p:sp>
        <p:sp>
          <p:nvSpPr>
            <p:cNvPr id="637126" name="Line 89"/>
            <p:cNvSpPr>
              <a:spLocks noChangeShapeType="1"/>
            </p:cNvSpPr>
            <p:nvPr/>
          </p:nvSpPr>
          <p:spPr bwMode="auto">
            <a:xfrm>
              <a:off x="5104044" y="5769381"/>
              <a:ext cx="9525" cy="3175"/>
            </a:xfrm>
            <a:prstGeom prst="line">
              <a:avLst/>
            </a:prstGeom>
            <a:noFill/>
            <a:ln w="28575">
              <a:solidFill>
                <a:srgbClr val="FF0000"/>
              </a:solidFill>
              <a:round/>
              <a:headEnd/>
              <a:tailEnd/>
            </a:ln>
          </p:spPr>
          <p:txBody>
            <a:bodyPr/>
            <a:lstStyle/>
            <a:p>
              <a:endParaRPr lang="en-US"/>
            </a:p>
          </p:txBody>
        </p:sp>
        <p:sp>
          <p:nvSpPr>
            <p:cNvPr id="637127" name="Line 90"/>
            <p:cNvSpPr>
              <a:spLocks noChangeShapeType="1"/>
            </p:cNvSpPr>
            <p:nvPr/>
          </p:nvSpPr>
          <p:spPr bwMode="auto">
            <a:xfrm flipV="1">
              <a:off x="5113569" y="5770968"/>
              <a:ext cx="9525" cy="1588"/>
            </a:xfrm>
            <a:prstGeom prst="line">
              <a:avLst/>
            </a:prstGeom>
            <a:noFill/>
            <a:ln w="28575">
              <a:solidFill>
                <a:srgbClr val="FF0000"/>
              </a:solidFill>
              <a:round/>
              <a:headEnd/>
              <a:tailEnd/>
            </a:ln>
          </p:spPr>
          <p:txBody>
            <a:bodyPr/>
            <a:lstStyle/>
            <a:p>
              <a:endParaRPr lang="en-US"/>
            </a:p>
          </p:txBody>
        </p:sp>
        <p:sp>
          <p:nvSpPr>
            <p:cNvPr id="637128" name="Line 91"/>
            <p:cNvSpPr>
              <a:spLocks noChangeShapeType="1"/>
            </p:cNvSpPr>
            <p:nvPr/>
          </p:nvSpPr>
          <p:spPr bwMode="auto">
            <a:xfrm flipV="1">
              <a:off x="5123094" y="5769381"/>
              <a:ext cx="7938" cy="3175"/>
            </a:xfrm>
            <a:prstGeom prst="line">
              <a:avLst/>
            </a:prstGeom>
            <a:noFill/>
            <a:ln w="28575">
              <a:solidFill>
                <a:srgbClr val="FF0000"/>
              </a:solidFill>
              <a:round/>
              <a:headEnd/>
              <a:tailEnd/>
            </a:ln>
          </p:spPr>
          <p:txBody>
            <a:bodyPr/>
            <a:lstStyle/>
            <a:p>
              <a:endParaRPr lang="en-US"/>
            </a:p>
          </p:txBody>
        </p:sp>
        <p:sp>
          <p:nvSpPr>
            <p:cNvPr id="637129" name="Line 92"/>
            <p:cNvSpPr>
              <a:spLocks noChangeShapeType="1"/>
            </p:cNvSpPr>
            <p:nvPr/>
          </p:nvSpPr>
          <p:spPr bwMode="auto">
            <a:xfrm flipV="1">
              <a:off x="5131032" y="5763031"/>
              <a:ext cx="9525" cy="6350"/>
            </a:xfrm>
            <a:prstGeom prst="line">
              <a:avLst/>
            </a:prstGeom>
            <a:noFill/>
            <a:ln w="28575">
              <a:solidFill>
                <a:srgbClr val="FF0000"/>
              </a:solidFill>
              <a:round/>
              <a:headEnd/>
              <a:tailEnd/>
            </a:ln>
          </p:spPr>
          <p:txBody>
            <a:bodyPr/>
            <a:lstStyle/>
            <a:p>
              <a:endParaRPr lang="en-US"/>
            </a:p>
          </p:txBody>
        </p:sp>
        <p:sp>
          <p:nvSpPr>
            <p:cNvPr id="637130" name="Line 93"/>
            <p:cNvSpPr>
              <a:spLocks noChangeShapeType="1"/>
            </p:cNvSpPr>
            <p:nvPr/>
          </p:nvSpPr>
          <p:spPr bwMode="auto">
            <a:xfrm flipV="1">
              <a:off x="5140557" y="5753506"/>
              <a:ext cx="9525" cy="9525"/>
            </a:xfrm>
            <a:prstGeom prst="line">
              <a:avLst/>
            </a:prstGeom>
            <a:noFill/>
            <a:ln w="28575">
              <a:solidFill>
                <a:srgbClr val="FF0000"/>
              </a:solidFill>
              <a:round/>
              <a:headEnd/>
              <a:tailEnd/>
            </a:ln>
          </p:spPr>
          <p:txBody>
            <a:bodyPr/>
            <a:lstStyle/>
            <a:p>
              <a:endParaRPr lang="en-US"/>
            </a:p>
          </p:txBody>
        </p:sp>
        <p:sp>
          <p:nvSpPr>
            <p:cNvPr id="637131" name="Line 94"/>
            <p:cNvSpPr>
              <a:spLocks noChangeShapeType="1"/>
            </p:cNvSpPr>
            <p:nvPr/>
          </p:nvSpPr>
          <p:spPr bwMode="auto">
            <a:xfrm flipV="1">
              <a:off x="5150082" y="5740806"/>
              <a:ext cx="9525" cy="12700"/>
            </a:xfrm>
            <a:prstGeom prst="line">
              <a:avLst/>
            </a:prstGeom>
            <a:noFill/>
            <a:ln w="28575">
              <a:solidFill>
                <a:srgbClr val="FF0000"/>
              </a:solidFill>
              <a:round/>
              <a:headEnd/>
              <a:tailEnd/>
            </a:ln>
          </p:spPr>
          <p:txBody>
            <a:bodyPr/>
            <a:lstStyle/>
            <a:p>
              <a:endParaRPr lang="en-US"/>
            </a:p>
          </p:txBody>
        </p:sp>
        <p:sp>
          <p:nvSpPr>
            <p:cNvPr id="637132" name="Line 95"/>
            <p:cNvSpPr>
              <a:spLocks noChangeShapeType="1"/>
            </p:cNvSpPr>
            <p:nvPr/>
          </p:nvSpPr>
          <p:spPr bwMode="auto">
            <a:xfrm flipV="1">
              <a:off x="5159607" y="5724931"/>
              <a:ext cx="9525" cy="15875"/>
            </a:xfrm>
            <a:prstGeom prst="line">
              <a:avLst/>
            </a:prstGeom>
            <a:noFill/>
            <a:ln w="28575">
              <a:solidFill>
                <a:srgbClr val="FF0000"/>
              </a:solidFill>
              <a:round/>
              <a:headEnd/>
              <a:tailEnd/>
            </a:ln>
          </p:spPr>
          <p:txBody>
            <a:bodyPr/>
            <a:lstStyle/>
            <a:p>
              <a:endParaRPr lang="en-US"/>
            </a:p>
          </p:txBody>
        </p:sp>
        <p:sp>
          <p:nvSpPr>
            <p:cNvPr id="637133" name="Line 96"/>
            <p:cNvSpPr>
              <a:spLocks noChangeShapeType="1"/>
            </p:cNvSpPr>
            <p:nvPr/>
          </p:nvSpPr>
          <p:spPr bwMode="auto">
            <a:xfrm flipV="1">
              <a:off x="5169132" y="5705881"/>
              <a:ext cx="9525" cy="19050"/>
            </a:xfrm>
            <a:prstGeom prst="line">
              <a:avLst/>
            </a:prstGeom>
            <a:noFill/>
            <a:ln w="28575">
              <a:solidFill>
                <a:srgbClr val="FF0000"/>
              </a:solidFill>
              <a:round/>
              <a:headEnd/>
              <a:tailEnd/>
            </a:ln>
          </p:spPr>
          <p:txBody>
            <a:bodyPr/>
            <a:lstStyle/>
            <a:p>
              <a:endParaRPr lang="en-US"/>
            </a:p>
          </p:txBody>
        </p:sp>
        <p:sp>
          <p:nvSpPr>
            <p:cNvPr id="637134" name="Line 97"/>
            <p:cNvSpPr>
              <a:spLocks noChangeShapeType="1"/>
            </p:cNvSpPr>
            <p:nvPr/>
          </p:nvSpPr>
          <p:spPr bwMode="auto">
            <a:xfrm flipV="1">
              <a:off x="5178657" y="5683656"/>
              <a:ext cx="7938" cy="22225"/>
            </a:xfrm>
            <a:prstGeom prst="line">
              <a:avLst/>
            </a:prstGeom>
            <a:noFill/>
            <a:ln w="28575">
              <a:solidFill>
                <a:srgbClr val="FF0000"/>
              </a:solidFill>
              <a:round/>
              <a:headEnd/>
              <a:tailEnd/>
            </a:ln>
          </p:spPr>
          <p:txBody>
            <a:bodyPr/>
            <a:lstStyle/>
            <a:p>
              <a:endParaRPr lang="en-US"/>
            </a:p>
          </p:txBody>
        </p:sp>
        <p:sp>
          <p:nvSpPr>
            <p:cNvPr id="637135" name="Line 98"/>
            <p:cNvSpPr>
              <a:spLocks noChangeShapeType="1"/>
            </p:cNvSpPr>
            <p:nvPr/>
          </p:nvSpPr>
          <p:spPr bwMode="auto">
            <a:xfrm flipV="1">
              <a:off x="5186594" y="5659843"/>
              <a:ext cx="9525" cy="23813"/>
            </a:xfrm>
            <a:prstGeom prst="line">
              <a:avLst/>
            </a:prstGeom>
            <a:noFill/>
            <a:ln w="28575">
              <a:solidFill>
                <a:srgbClr val="FF0000"/>
              </a:solidFill>
              <a:round/>
              <a:headEnd/>
              <a:tailEnd/>
            </a:ln>
          </p:spPr>
          <p:txBody>
            <a:bodyPr/>
            <a:lstStyle/>
            <a:p>
              <a:endParaRPr lang="en-US"/>
            </a:p>
          </p:txBody>
        </p:sp>
        <p:sp>
          <p:nvSpPr>
            <p:cNvPr id="637136" name="Line 99"/>
            <p:cNvSpPr>
              <a:spLocks noChangeShapeType="1"/>
            </p:cNvSpPr>
            <p:nvPr/>
          </p:nvSpPr>
          <p:spPr bwMode="auto">
            <a:xfrm flipV="1">
              <a:off x="5196119" y="5632856"/>
              <a:ext cx="9525" cy="26988"/>
            </a:xfrm>
            <a:prstGeom prst="line">
              <a:avLst/>
            </a:prstGeom>
            <a:noFill/>
            <a:ln w="28575">
              <a:solidFill>
                <a:srgbClr val="FF0000"/>
              </a:solidFill>
              <a:round/>
              <a:headEnd/>
              <a:tailEnd/>
            </a:ln>
          </p:spPr>
          <p:txBody>
            <a:bodyPr/>
            <a:lstStyle/>
            <a:p>
              <a:endParaRPr lang="en-US"/>
            </a:p>
          </p:txBody>
        </p:sp>
        <p:sp>
          <p:nvSpPr>
            <p:cNvPr id="637137" name="Line 100"/>
            <p:cNvSpPr>
              <a:spLocks noChangeShapeType="1"/>
            </p:cNvSpPr>
            <p:nvPr/>
          </p:nvSpPr>
          <p:spPr bwMode="auto">
            <a:xfrm flipV="1">
              <a:off x="5205644" y="5604281"/>
              <a:ext cx="9525" cy="28575"/>
            </a:xfrm>
            <a:prstGeom prst="line">
              <a:avLst/>
            </a:prstGeom>
            <a:noFill/>
            <a:ln w="28575">
              <a:solidFill>
                <a:srgbClr val="FF0000"/>
              </a:solidFill>
              <a:round/>
              <a:headEnd/>
              <a:tailEnd/>
            </a:ln>
          </p:spPr>
          <p:txBody>
            <a:bodyPr/>
            <a:lstStyle/>
            <a:p>
              <a:endParaRPr lang="en-US"/>
            </a:p>
          </p:txBody>
        </p:sp>
        <p:sp>
          <p:nvSpPr>
            <p:cNvPr id="637138" name="Line 101"/>
            <p:cNvSpPr>
              <a:spLocks noChangeShapeType="1"/>
            </p:cNvSpPr>
            <p:nvPr/>
          </p:nvSpPr>
          <p:spPr bwMode="auto">
            <a:xfrm flipV="1">
              <a:off x="5215169" y="5574118"/>
              <a:ext cx="9525" cy="30163"/>
            </a:xfrm>
            <a:prstGeom prst="line">
              <a:avLst/>
            </a:prstGeom>
            <a:noFill/>
            <a:ln w="28575">
              <a:solidFill>
                <a:srgbClr val="FF0000"/>
              </a:solidFill>
              <a:round/>
              <a:headEnd/>
              <a:tailEnd/>
            </a:ln>
          </p:spPr>
          <p:txBody>
            <a:bodyPr/>
            <a:lstStyle/>
            <a:p>
              <a:endParaRPr lang="en-US"/>
            </a:p>
          </p:txBody>
        </p:sp>
        <p:sp>
          <p:nvSpPr>
            <p:cNvPr id="637139" name="Line 102"/>
            <p:cNvSpPr>
              <a:spLocks noChangeShapeType="1"/>
            </p:cNvSpPr>
            <p:nvPr/>
          </p:nvSpPr>
          <p:spPr bwMode="auto">
            <a:xfrm flipV="1">
              <a:off x="5224694" y="5542369"/>
              <a:ext cx="7938" cy="31750"/>
            </a:xfrm>
            <a:prstGeom prst="line">
              <a:avLst/>
            </a:prstGeom>
            <a:noFill/>
            <a:ln w="28575">
              <a:solidFill>
                <a:srgbClr val="FF0000"/>
              </a:solidFill>
              <a:round/>
              <a:headEnd/>
              <a:tailEnd/>
            </a:ln>
          </p:spPr>
          <p:txBody>
            <a:bodyPr/>
            <a:lstStyle/>
            <a:p>
              <a:endParaRPr lang="en-US"/>
            </a:p>
          </p:txBody>
        </p:sp>
        <p:sp>
          <p:nvSpPr>
            <p:cNvPr id="637140" name="Line 103"/>
            <p:cNvSpPr>
              <a:spLocks noChangeShapeType="1"/>
            </p:cNvSpPr>
            <p:nvPr/>
          </p:nvSpPr>
          <p:spPr bwMode="auto">
            <a:xfrm flipV="1">
              <a:off x="5232632" y="5510619"/>
              <a:ext cx="9525" cy="31750"/>
            </a:xfrm>
            <a:prstGeom prst="line">
              <a:avLst/>
            </a:prstGeom>
            <a:noFill/>
            <a:ln w="28575">
              <a:solidFill>
                <a:srgbClr val="FF0000"/>
              </a:solidFill>
              <a:round/>
              <a:headEnd/>
              <a:tailEnd/>
            </a:ln>
          </p:spPr>
          <p:txBody>
            <a:bodyPr/>
            <a:lstStyle/>
            <a:p>
              <a:endParaRPr lang="en-US"/>
            </a:p>
          </p:txBody>
        </p:sp>
        <p:sp>
          <p:nvSpPr>
            <p:cNvPr id="637141" name="Line 104"/>
            <p:cNvSpPr>
              <a:spLocks noChangeShapeType="1"/>
            </p:cNvSpPr>
            <p:nvPr/>
          </p:nvSpPr>
          <p:spPr bwMode="auto">
            <a:xfrm flipV="1">
              <a:off x="5242157" y="5475694"/>
              <a:ext cx="9525" cy="34925"/>
            </a:xfrm>
            <a:prstGeom prst="line">
              <a:avLst/>
            </a:prstGeom>
            <a:noFill/>
            <a:ln w="28575">
              <a:solidFill>
                <a:srgbClr val="FF0000"/>
              </a:solidFill>
              <a:round/>
              <a:headEnd/>
              <a:tailEnd/>
            </a:ln>
          </p:spPr>
          <p:txBody>
            <a:bodyPr/>
            <a:lstStyle/>
            <a:p>
              <a:endParaRPr lang="en-US"/>
            </a:p>
          </p:txBody>
        </p:sp>
        <p:sp>
          <p:nvSpPr>
            <p:cNvPr id="637142" name="Line 105"/>
            <p:cNvSpPr>
              <a:spLocks noChangeShapeType="1"/>
            </p:cNvSpPr>
            <p:nvPr/>
          </p:nvSpPr>
          <p:spPr bwMode="auto">
            <a:xfrm flipV="1">
              <a:off x="5251682" y="5440769"/>
              <a:ext cx="9525" cy="34925"/>
            </a:xfrm>
            <a:prstGeom prst="line">
              <a:avLst/>
            </a:prstGeom>
            <a:noFill/>
            <a:ln w="28575">
              <a:solidFill>
                <a:srgbClr val="FF0000"/>
              </a:solidFill>
              <a:round/>
              <a:headEnd/>
              <a:tailEnd/>
            </a:ln>
          </p:spPr>
          <p:txBody>
            <a:bodyPr/>
            <a:lstStyle/>
            <a:p>
              <a:endParaRPr lang="en-US"/>
            </a:p>
          </p:txBody>
        </p:sp>
        <p:sp>
          <p:nvSpPr>
            <p:cNvPr id="637143" name="Line 106"/>
            <p:cNvSpPr>
              <a:spLocks noChangeShapeType="1"/>
            </p:cNvSpPr>
            <p:nvPr/>
          </p:nvSpPr>
          <p:spPr bwMode="auto">
            <a:xfrm flipV="1">
              <a:off x="5261207" y="5405844"/>
              <a:ext cx="9525" cy="34925"/>
            </a:xfrm>
            <a:prstGeom prst="line">
              <a:avLst/>
            </a:prstGeom>
            <a:noFill/>
            <a:ln w="28575">
              <a:solidFill>
                <a:srgbClr val="FF0000"/>
              </a:solidFill>
              <a:round/>
              <a:headEnd/>
              <a:tailEnd/>
            </a:ln>
          </p:spPr>
          <p:txBody>
            <a:bodyPr/>
            <a:lstStyle/>
            <a:p>
              <a:endParaRPr lang="en-US"/>
            </a:p>
          </p:txBody>
        </p:sp>
        <p:sp>
          <p:nvSpPr>
            <p:cNvPr id="637144" name="Line 135"/>
            <p:cNvSpPr>
              <a:spLocks noChangeShapeType="1"/>
            </p:cNvSpPr>
            <p:nvPr/>
          </p:nvSpPr>
          <p:spPr bwMode="auto">
            <a:xfrm>
              <a:off x="4648432" y="5364568"/>
              <a:ext cx="3175" cy="7938"/>
            </a:xfrm>
            <a:prstGeom prst="line">
              <a:avLst/>
            </a:prstGeom>
            <a:noFill/>
            <a:ln w="28575">
              <a:solidFill>
                <a:srgbClr val="FF0000"/>
              </a:solidFill>
              <a:round/>
              <a:headEnd/>
              <a:tailEnd/>
            </a:ln>
          </p:spPr>
          <p:txBody>
            <a:bodyPr/>
            <a:lstStyle/>
            <a:p>
              <a:endParaRPr lang="en-US"/>
            </a:p>
          </p:txBody>
        </p:sp>
      </p:grpSp>
      <p:sp>
        <p:nvSpPr>
          <p:cNvPr id="1736" name="Rectangle 1735"/>
          <p:cNvSpPr/>
          <p:nvPr/>
        </p:nvSpPr>
        <p:spPr>
          <a:xfrm>
            <a:off x="2603500" y="3433763"/>
            <a:ext cx="3937000" cy="1379537"/>
          </a:xfrm>
          <a:prstGeom prst="rect">
            <a:avLst/>
          </a:prstGeom>
          <a:solidFill>
            <a:srgbClr val="FF0000">
              <a:alpha val="2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738" name="Straight Arrow Connector 1737"/>
          <p:cNvCxnSpPr>
            <a:stCxn id="636940" idx="2"/>
          </p:cNvCxnSpPr>
          <p:nvPr/>
        </p:nvCxnSpPr>
        <p:spPr>
          <a:xfrm rot="16200000" flipH="1">
            <a:off x="3090863" y="3052763"/>
            <a:ext cx="777875" cy="168275"/>
          </a:xfrm>
          <a:prstGeom prst="straightConnector1">
            <a:avLst/>
          </a:prstGeom>
          <a:ln>
            <a:solidFill>
              <a:srgbClr val="4D4D4D"/>
            </a:solidFill>
            <a:tailEnd type="arrow"/>
          </a:ln>
        </p:spPr>
        <p:style>
          <a:lnRef idx="1">
            <a:schemeClr val="accent1"/>
          </a:lnRef>
          <a:fillRef idx="0">
            <a:schemeClr val="accent1"/>
          </a:fillRef>
          <a:effectRef idx="0">
            <a:schemeClr val="accent1"/>
          </a:effectRef>
          <a:fontRef idx="minor">
            <a:schemeClr val="tx1"/>
          </a:fontRef>
        </p:style>
      </p:cxnSp>
      <p:sp>
        <p:nvSpPr>
          <p:cNvPr id="636940" name="TextBox 1738"/>
          <p:cNvSpPr txBox="1">
            <a:spLocks noChangeArrowheads="1"/>
          </p:cNvSpPr>
          <p:nvPr/>
        </p:nvSpPr>
        <p:spPr bwMode="auto">
          <a:xfrm>
            <a:off x="2727325" y="2286000"/>
            <a:ext cx="1336675" cy="461963"/>
          </a:xfrm>
          <a:prstGeom prst="rect">
            <a:avLst/>
          </a:prstGeom>
          <a:noFill/>
          <a:ln w="9525">
            <a:noFill/>
            <a:miter lim="800000"/>
            <a:headEnd/>
            <a:tailEnd/>
          </a:ln>
        </p:spPr>
        <p:txBody>
          <a:bodyPr wrap="none">
            <a:spAutoFit/>
          </a:bodyPr>
          <a:lstStyle/>
          <a:p>
            <a:r>
              <a:rPr lang="en-US" sz="2400" i="1"/>
              <a:t>Amplifier</a:t>
            </a:r>
          </a:p>
        </p:txBody>
      </p:sp>
      <p:sp>
        <p:nvSpPr>
          <p:cNvPr id="636941" name="TextBox 1740"/>
          <p:cNvSpPr txBox="1">
            <a:spLocks noChangeArrowheads="1"/>
          </p:cNvSpPr>
          <p:nvPr/>
        </p:nvSpPr>
        <p:spPr bwMode="auto">
          <a:xfrm>
            <a:off x="4197350" y="5492750"/>
            <a:ext cx="1114425" cy="460375"/>
          </a:xfrm>
          <a:prstGeom prst="rect">
            <a:avLst/>
          </a:prstGeom>
          <a:noFill/>
          <a:ln w="9525">
            <a:noFill/>
            <a:miter lim="800000"/>
            <a:headEnd/>
            <a:tailEnd/>
          </a:ln>
        </p:spPr>
        <p:txBody>
          <a:bodyPr wrap="none">
            <a:spAutoFit/>
          </a:bodyPr>
          <a:lstStyle/>
          <a:p>
            <a:r>
              <a:rPr lang="en-US" sz="2400" i="1"/>
              <a:t>Mirrors</a:t>
            </a:r>
          </a:p>
        </p:txBody>
      </p:sp>
      <p:sp>
        <p:nvSpPr>
          <p:cNvPr id="1743" name="Freeform 1742"/>
          <p:cNvSpPr/>
          <p:nvPr/>
        </p:nvSpPr>
        <p:spPr>
          <a:xfrm>
            <a:off x="1874838" y="5556250"/>
            <a:ext cx="2293937" cy="185738"/>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1744" name="Freeform 1743"/>
          <p:cNvSpPr/>
          <p:nvPr/>
        </p:nvSpPr>
        <p:spPr>
          <a:xfrm flipH="1">
            <a:off x="5376863" y="5554663"/>
            <a:ext cx="1890712" cy="219075"/>
          </a:xfrm>
          <a:custGeom>
            <a:avLst/>
            <a:gdLst>
              <a:gd name="connsiteX0" fmla="*/ 2293749 w 2293749"/>
              <a:gd name="connsiteY0" fmla="*/ 185980 h 185980"/>
              <a:gd name="connsiteX1" fmla="*/ 805912 w 2293749"/>
              <a:gd name="connsiteY1" fmla="*/ 170482 h 185980"/>
              <a:gd name="connsiteX2" fmla="*/ 0 w 2293749"/>
              <a:gd name="connsiteY2" fmla="*/ 0 h 185980"/>
            </a:gdLst>
            <a:ahLst/>
            <a:cxnLst>
              <a:cxn ang="0">
                <a:pos x="connsiteX0" y="connsiteY0"/>
              </a:cxn>
              <a:cxn ang="0">
                <a:pos x="connsiteX1" y="connsiteY1"/>
              </a:cxn>
              <a:cxn ang="0">
                <a:pos x="connsiteX2" y="connsiteY2"/>
              </a:cxn>
            </a:cxnLst>
            <a:rect l="l" t="t" r="r" b="b"/>
            <a:pathLst>
              <a:path w="2293749" h="185980">
                <a:moveTo>
                  <a:pt x="2293749" y="185980"/>
                </a:moveTo>
                <a:lnTo>
                  <a:pt x="805912" y="170482"/>
                </a:lnTo>
                <a:cubicBezTo>
                  <a:pt x="423621" y="139485"/>
                  <a:pt x="211810" y="69742"/>
                  <a:pt x="0" y="0"/>
                </a:cubicBezTo>
              </a:path>
            </a:pathLst>
          </a:custGeom>
          <a:ln>
            <a:solidFill>
              <a:srgbClr val="4D4D4D"/>
            </a:solidFill>
            <a:headEnd type="none" w="lg" len="lg"/>
            <a:tailEnd type="arrow"/>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636944" name="TextBox 1745"/>
          <p:cNvSpPr txBox="1">
            <a:spLocks noChangeArrowheads="1"/>
          </p:cNvSpPr>
          <p:nvPr/>
        </p:nvSpPr>
        <p:spPr bwMode="auto">
          <a:xfrm>
            <a:off x="4568825" y="2128838"/>
            <a:ext cx="3225800" cy="831850"/>
          </a:xfrm>
          <a:prstGeom prst="rect">
            <a:avLst/>
          </a:prstGeom>
          <a:noFill/>
          <a:ln w="9525">
            <a:noFill/>
            <a:miter lim="800000"/>
            <a:headEnd/>
            <a:tailEnd/>
          </a:ln>
        </p:spPr>
        <p:txBody>
          <a:bodyPr>
            <a:spAutoFit/>
          </a:bodyPr>
          <a:lstStyle/>
          <a:p>
            <a:r>
              <a:rPr lang="en-US" sz="2400" i="1"/>
              <a:t>Partial mirror that lets some light out</a:t>
            </a:r>
          </a:p>
        </p:txBody>
      </p:sp>
      <p:sp>
        <p:nvSpPr>
          <p:cNvPr id="1749" name="Freeform 1748"/>
          <p:cNvSpPr/>
          <p:nvPr/>
        </p:nvSpPr>
        <p:spPr>
          <a:xfrm>
            <a:off x="6554788" y="2890838"/>
            <a:ext cx="698500" cy="1162050"/>
          </a:xfrm>
          <a:custGeom>
            <a:avLst/>
            <a:gdLst>
              <a:gd name="connsiteX0" fmla="*/ 697424 w 697424"/>
              <a:gd name="connsiteY0" fmla="*/ 1162373 h 1162373"/>
              <a:gd name="connsiteX1" fmla="*/ 0 w 697424"/>
              <a:gd name="connsiteY1" fmla="*/ 0 h 1162373"/>
            </a:gdLst>
            <a:ahLst/>
            <a:cxnLst>
              <a:cxn ang="0">
                <a:pos x="connsiteX0" y="connsiteY0"/>
              </a:cxn>
              <a:cxn ang="0">
                <a:pos x="connsiteX1" y="connsiteY1"/>
              </a:cxn>
            </a:cxnLst>
            <a:rect l="l" t="t" r="r" b="b"/>
            <a:pathLst>
              <a:path w="697424" h="1162373">
                <a:moveTo>
                  <a:pt x="697424" y="1162373"/>
                </a:moveTo>
                <a:lnTo>
                  <a:pt x="0" y="0"/>
                </a:lnTo>
              </a:path>
            </a:pathLst>
          </a:custGeom>
          <a:ln>
            <a:solidFill>
              <a:srgbClr val="4D4D4D"/>
            </a:solidFill>
            <a:headEnd type="arrow" w="lg" len="lg"/>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Tree>
    <p:extLst>
      <p:ext uri="{BB962C8B-B14F-4D97-AF65-F5344CB8AC3E}">
        <p14:creationId xmlns:p14="http://schemas.microsoft.com/office/powerpoint/2010/main" val="37482396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endParaRPr lang="en-US"/>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46AA83-4F85-C3F2-D83E-915253348504}"/>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94F77FB4-5C1C-055F-C8B7-68D90EDFBAE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7813651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223.8.1</a:t>
            </a:r>
          </a:p>
        </p:txBody>
      </p:sp>
      <p:sp>
        <p:nvSpPr>
          <p:cNvPr id="191492" name="Rectangle 3"/>
          <p:cNvSpPr>
            <a:spLocks noGrp="1" noChangeArrowheads="1"/>
          </p:cNvSpPr>
          <p:nvPr>
            <p:ph idx="1"/>
          </p:nvPr>
        </p:nvSpPr>
        <p:spPr>
          <a:xfrm>
            <a:off x="457200" y="1600200"/>
            <a:ext cx="4049713" cy="4525963"/>
          </a:xfrm>
        </p:spPr>
        <p:txBody>
          <a:bodyPr/>
          <a:lstStyle/>
          <a:p>
            <a:pPr marL="609600" indent="-609600" eaLnBrk="1" hangingPunct="1">
              <a:buFontTx/>
              <a:buNone/>
            </a:pPr>
            <a:r>
              <a:rPr lang="en-US" dirty="0"/>
              <a:t>In the figure, will rays 1 and 2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42</a:t>
            </a:fld>
            <a:endParaRPr lang="en-US"/>
          </a:p>
        </p:txBody>
      </p:sp>
      <p:pic>
        <p:nvPicPr>
          <p:cNvPr id="191493" name="Picture 4" descr="37-17"/>
          <p:cNvPicPr>
            <a:picLocks noChangeAspect="1" noChangeArrowheads="1"/>
          </p:cNvPicPr>
          <p:nvPr/>
        </p:nvPicPr>
        <p:blipFill>
          <a:blip r:embed="rId2" cstate="print"/>
          <a:srcRect t="17642"/>
          <a:stretch>
            <a:fillRect/>
          </a:stretch>
        </p:blipFill>
        <p:spPr bwMode="auto">
          <a:xfrm>
            <a:off x="5272088" y="1933575"/>
            <a:ext cx="3138487" cy="3727450"/>
          </a:xfrm>
          <a:prstGeom prst="rect">
            <a:avLst/>
          </a:prstGeom>
          <a:noFill/>
          <a:ln w="9525">
            <a:noFill/>
            <a:miter lim="800000"/>
            <a:headEnd/>
            <a:tailEnd/>
          </a:ln>
        </p:spPr>
      </p:pic>
    </p:spTree>
    <p:extLst>
      <p:ext uri="{BB962C8B-B14F-4D97-AF65-F5344CB8AC3E}">
        <p14:creationId xmlns:p14="http://schemas.microsoft.com/office/powerpoint/2010/main" val="2730999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a:t>
            </a:r>
          </a:p>
        </p:txBody>
      </p:sp>
      <p:sp>
        <p:nvSpPr>
          <p:cNvPr id="191492" name="Rectangle 3"/>
          <p:cNvSpPr>
            <a:spLocks noGrp="1" noChangeArrowheads="1"/>
          </p:cNvSpPr>
          <p:nvPr>
            <p:ph idx="1"/>
          </p:nvPr>
        </p:nvSpPr>
        <p:spPr>
          <a:xfrm>
            <a:off x="457200" y="1600200"/>
            <a:ext cx="4049713" cy="4525963"/>
          </a:xfrm>
        </p:spPr>
        <p:txBody>
          <a:bodyPr>
            <a:normAutofit fontScale="92500" lnSpcReduction="20000"/>
          </a:bodyPr>
          <a:lstStyle/>
          <a:p>
            <a:pPr marL="609600" indent="-609600" eaLnBrk="1" hangingPunct="1">
              <a:buFontTx/>
              <a:buNone/>
            </a:pPr>
            <a:r>
              <a:rPr lang="en-US" dirty="0"/>
              <a:t>The thickness of the film is 2 wavelengths. The film has a refractive index that is bigger than 1. Will rays 1 and 2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43</a:t>
            </a:fld>
            <a:endParaRPr lang="en-US"/>
          </a:p>
        </p:txBody>
      </p:sp>
      <p:pic>
        <p:nvPicPr>
          <p:cNvPr id="191493" name="Picture 4" descr="37-17"/>
          <p:cNvPicPr>
            <a:picLocks noChangeAspect="1" noChangeArrowheads="1"/>
          </p:cNvPicPr>
          <p:nvPr/>
        </p:nvPicPr>
        <p:blipFill>
          <a:blip r:embed="rId2" cstate="print"/>
          <a:srcRect t="17642"/>
          <a:stretch>
            <a:fillRect/>
          </a:stretch>
        </p:blipFill>
        <p:spPr bwMode="auto">
          <a:xfrm>
            <a:off x="5272088" y="1933575"/>
            <a:ext cx="3138487" cy="3727450"/>
          </a:xfrm>
          <a:prstGeom prst="rect">
            <a:avLst/>
          </a:prstGeom>
          <a:noFill/>
          <a:ln w="9525">
            <a:noFill/>
            <a:miter lim="800000"/>
            <a:headEnd/>
            <a:tailEnd/>
          </a:ln>
        </p:spPr>
      </p:pic>
    </p:spTree>
    <p:extLst>
      <p:ext uri="{BB962C8B-B14F-4D97-AF65-F5344CB8AC3E}">
        <p14:creationId xmlns:p14="http://schemas.microsoft.com/office/powerpoint/2010/main" val="2199968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1" name="Rectangle 2"/>
          <p:cNvSpPr>
            <a:spLocks noGrp="1" noChangeArrowheads="1"/>
          </p:cNvSpPr>
          <p:nvPr>
            <p:ph type="title"/>
          </p:nvPr>
        </p:nvSpPr>
        <p:spPr/>
        <p:txBody>
          <a:bodyPr/>
          <a:lstStyle/>
          <a:p>
            <a:r>
              <a:rPr lang="en-US" dirty="0"/>
              <a:t>Question 223.8.2.5</a:t>
            </a:r>
          </a:p>
        </p:txBody>
      </p:sp>
      <p:sp>
        <p:nvSpPr>
          <p:cNvPr id="191492" name="Rectangle 3"/>
          <p:cNvSpPr>
            <a:spLocks noGrp="1" noChangeArrowheads="1"/>
          </p:cNvSpPr>
          <p:nvPr>
            <p:ph idx="1"/>
          </p:nvPr>
        </p:nvSpPr>
        <p:spPr>
          <a:xfrm>
            <a:off x="457200" y="1600200"/>
            <a:ext cx="4049713" cy="4525963"/>
          </a:xfrm>
        </p:spPr>
        <p:txBody>
          <a:bodyPr>
            <a:normAutofit fontScale="92500" lnSpcReduction="20000"/>
          </a:bodyPr>
          <a:lstStyle/>
          <a:p>
            <a:pPr marL="609600" indent="-609600">
              <a:buNone/>
            </a:pPr>
            <a:r>
              <a:rPr lang="en-US" dirty="0"/>
              <a:t>The thickness of the film is 2 wavelengths. The film has a refractive index that is bigger than 1. Will rays 3 and 4 be in phase?</a:t>
            </a:r>
          </a:p>
          <a:p>
            <a:pPr marL="609600" indent="-609600" eaLnBrk="1" hangingPunct="1">
              <a:buFontTx/>
              <a:buAutoNum type="alphaLcParenR"/>
            </a:pPr>
            <a:r>
              <a:rPr lang="en-US" dirty="0"/>
              <a:t>Yes</a:t>
            </a:r>
          </a:p>
          <a:p>
            <a:pPr marL="609600" indent="-609600" eaLnBrk="1" hangingPunct="1">
              <a:buFontTx/>
              <a:buAutoNum type="alphaLcParenR"/>
            </a:pPr>
            <a:r>
              <a:rPr lang="en-US" dirty="0"/>
              <a:t>No</a:t>
            </a:r>
          </a:p>
          <a:p>
            <a:pPr marL="609600" indent="-609600">
              <a:buFontTx/>
              <a:buAutoNum type="alphaLcParenR"/>
            </a:pPr>
            <a:r>
              <a:rPr lang="en-US" dirty="0"/>
              <a:t>Can’t tell with the information given</a:t>
            </a:r>
          </a:p>
          <a:p>
            <a:pPr marL="609600" indent="-609600" eaLnBrk="1" hangingPunct="1">
              <a:buFontTx/>
              <a:buAutoNum type="alphaLcParenR"/>
            </a:pPr>
            <a:endParaRPr lang="en-US" dirty="0"/>
          </a:p>
          <a:p>
            <a:pPr marL="609600" indent="-609600" eaLnBrk="1" hangingPunct="1">
              <a:buFontTx/>
              <a:buNone/>
            </a:pPr>
            <a:endParaRPr lang="en-US" dirty="0"/>
          </a:p>
        </p:txBody>
      </p:sp>
      <p:sp>
        <p:nvSpPr>
          <p:cNvPr id="191490" name="Slide Number Placeholder 5"/>
          <p:cNvSpPr>
            <a:spLocks noGrp="1"/>
          </p:cNvSpPr>
          <p:nvPr>
            <p:ph type="sldNum" sz="quarter" idx="12"/>
          </p:nvPr>
        </p:nvSpPr>
        <p:spPr>
          <a:noFill/>
        </p:spPr>
        <p:txBody>
          <a:bodyPr/>
          <a:lstStyle/>
          <a:p>
            <a:fld id="{E71E5971-AF74-4BE9-89AF-02A4D0FADC9F}" type="slidenum">
              <a:rPr lang="en-US" smtClean="0"/>
              <a:pPr/>
              <a:t>44</a:t>
            </a:fld>
            <a:endParaRPr lang="en-US"/>
          </a:p>
        </p:txBody>
      </p:sp>
      <p:pic>
        <p:nvPicPr>
          <p:cNvPr id="191493" name="Picture 4" descr="37-17"/>
          <p:cNvPicPr>
            <a:picLocks noChangeAspect="1" noChangeArrowheads="1"/>
          </p:cNvPicPr>
          <p:nvPr/>
        </p:nvPicPr>
        <p:blipFill>
          <a:blip r:embed="rId2" cstate="print"/>
          <a:srcRect t="17642"/>
          <a:stretch>
            <a:fillRect/>
          </a:stretch>
        </p:blipFill>
        <p:spPr bwMode="auto">
          <a:xfrm>
            <a:off x="5272088" y="1933575"/>
            <a:ext cx="3138487" cy="3727450"/>
          </a:xfrm>
          <a:prstGeom prst="rect">
            <a:avLst/>
          </a:prstGeom>
          <a:noFill/>
          <a:ln w="9525">
            <a:noFill/>
            <a:miter lim="800000"/>
            <a:headEnd/>
            <a:tailEnd/>
          </a:ln>
        </p:spPr>
      </p:pic>
    </p:spTree>
    <p:extLst>
      <p:ext uri="{BB962C8B-B14F-4D97-AF65-F5344CB8AC3E}">
        <p14:creationId xmlns:p14="http://schemas.microsoft.com/office/powerpoint/2010/main" val="27640371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8CAC1E-FE32-42D2-B3AE-9E6DF81A4A30}"/>
              </a:ext>
            </a:extLst>
          </p:cNvPr>
          <p:cNvPicPr>
            <a:picLocks noChangeAspect="1"/>
          </p:cNvPicPr>
          <p:nvPr/>
        </p:nvPicPr>
        <p:blipFill>
          <a:blip r:embed="rId2"/>
          <a:stretch>
            <a:fillRect/>
          </a:stretch>
        </p:blipFill>
        <p:spPr>
          <a:xfrm>
            <a:off x="1076325" y="2033587"/>
            <a:ext cx="6991350" cy="2790825"/>
          </a:xfrm>
          <a:prstGeom prst="rect">
            <a:avLst/>
          </a:prstGeom>
        </p:spPr>
      </p:pic>
    </p:spTree>
    <p:extLst>
      <p:ext uri="{BB962C8B-B14F-4D97-AF65-F5344CB8AC3E}">
        <p14:creationId xmlns:p14="http://schemas.microsoft.com/office/powerpoint/2010/main" val="9720478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8AAA5E-B10E-42D0-B9DD-0805755BDD01}"/>
              </a:ext>
            </a:extLst>
          </p:cNvPr>
          <p:cNvPicPr>
            <a:picLocks noChangeAspect="1"/>
          </p:cNvPicPr>
          <p:nvPr/>
        </p:nvPicPr>
        <p:blipFill>
          <a:blip r:embed="rId2"/>
          <a:stretch>
            <a:fillRect/>
          </a:stretch>
        </p:blipFill>
        <p:spPr>
          <a:xfrm>
            <a:off x="1076325" y="2033587"/>
            <a:ext cx="6991350" cy="2790825"/>
          </a:xfrm>
          <a:prstGeom prst="rect">
            <a:avLst/>
          </a:prstGeom>
        </p:spPr>
      </p:pic>
    </p:spTree>
    <p:extLst>
      <p:ext uri="{BB962C8B-B14F-4D97-AF65-F5344CB8AC3E}">
        <p14:creationId xmlns:p14="http://schemas.microsoft.com/office/powerpoint/2010/main" val="40521720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noChangeArrowheads="1"/>
          </p:cNvPicPr>
          <p:nvPr/>
        </p:nvPicPr>
        <p:blipFill>
          <a:blip r:embed="rId2" cstate="print"/>
          <a:srcRect/>
          <a:stretch>
            <a:fillRect/>
          </a:stretch>
        </p:blipFill>
        <p:spPr bwMode="auto">
          <a:xfrm>
            <a:off x="85725" y="947739"/>
            <a:ext cx="8658225" cy="4123341"/>
          </a:xfrm>
          <a:prstGeom prst="rect">
            <a:avLst/>
          </a:prstGeom>
          <a:noFill/>
          <a:ln w="9525">
            <a:noFill/>
            <a:miter lim="800000"/>
            <a:headEnd/>
            <a:tailEnd/>
          </a:ln>
          <a:effec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410409" y="322414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808037" cy="85486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3400425"/>
            <a:ext cx="809625" cy="795337"/>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1954805" y="3067028"/>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97680" y="2066903"/>
            <a:ext cx="2061783"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a:t>
            </a:r>
          </a:p>
        </p:txBody>
      </p:sp>
      <p:cxnSp>
        <p:nvCxnSpPr>
          <p:cNvPr id="58" name="Straight Arrow Connector 57"/>
          <p:cNvCxnSpPr/>
          <p:nvPr/>
        </p:nvCxnSpPr>
        <p:spPr>
          <a:xfrm flipV="1">
            <a:off x="846446" y="3234519"/>
            <a:ext cx="518330" cy="103652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158522" y="3648576"/>
            <a:ext cx="3606800" cy="1384300"/>
          </a:xfrm>
          <a:prstGeom prst="rect">
            <a:avLst/>
          </a:prstGeom>
          <a:noFill/>
          <a:ln w="9525">
            <a:noFill/>
            <a:miter lim="800000"/>
            <a:headEnd/>
            <a:tailEnd/>
          </a:ln>
        </p:spPr>
        <p:txBody>
          <a:bodyPr>
            <a:spAutoFit/>
          </a:bodyPr>
          <a:lstStyle/>
          <a:p>
            <a:r>
              <a:rPr lang="en-US" sz="2800" dirty="0"/>
              <a:t>Full wavelength farther from the green wave center</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10434" y="19096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flipV="1">
            <a:off x="763588" y="2088107"/>
            <a:ext cx="1010621" cy="400299"/>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115403"/>
            <a:ext cx="998561" cy="2080359"/>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725477" y="1630175"/>
            <a:ext cx="2242922"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Loud Spots</a:t>
            </a:r>
          </a:p>
        </p:txBody>
      </p:sp>
      <p:sp>
        <p:nvSpPr>
          <p:cNvPr id="24" name="Oval 23"/>
          <p:cNvSpPr/>
          <p:nvPr/>
        </p:nvSpPr>
        <p:spPr>
          <a:xfrm>
            <a:off x="2349688" y="82014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010769" y="13819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8" name="Oval 37"/>
          <p:cNvSpPr/>
          <p:nvPr/>
        </p:nvSpPr>
        <p:spPr>
          <a:xfrm>
            <a:off x="2777318" y="2241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Oval 38"/>
          <p:cNvSpPr/>
          <p:nvPr/>
        </p:nvSpPr>
        <p:spPr>
          <a:xfrm>
            <a:off x="2929718" y="3062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Oval 39"/>
          <p:cNvSpPr/>
          <p:nvPr/>
        </p:nvSpPr>
        <p:spPr>
          <a:xfrm>
            <a:off x="1453343" y="32436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2" name="Oval 41"/>
          <p:cNvSpPr/>
          <p:nvPr/>
        </p:nvSpPr>
        <p:spPr>
          <a:xfrm>
            <a:off x="4377518" y="26816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158193" y="311979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625043" y="2900720"/>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1705684" y="4462392"/>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7" name="Oval 46"/>
          <p:cNvSpPr/>
          <p:nvPr/>
        </p:nvSpPr>
        <p:spPr>
          <a:xfrm>
            <a:off x="2902138" y="5258796"/>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8" name="Oval 47"/>
          <p:cNvSpPr/>
          <p:nvPr/>
        </p:nvSpPr>
        <p:spPr>
          <a:xfrm>
            <a:off x="2363194" y="4849079"/>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9" name="Oval 48"/>
          <p:cNvSpPr/>
          <p:nvPr/>
        </p:nvSpPr>
        <p:spPr>
          <a:xfrm>
            <a:off x="3529793" y="5691545"/>
            <a:ext cx="338493" cy="342189"/>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6" name="Straight Connector 35"/>
          <p:cNvCxnSpPr>
            <a:stCxn id="32" idx="2"/>
          </p:cNvCxnSpPr>
          <p:nvPr/>
        </p:nvCxnSpPr>
        <p:spPr>
          <a:xfrm>
            <a:off x="763588" y="2488406"/>
            <a:ext cx="1092508" cy="35032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41" name="Straight Connector 40"/>
          <p:cNvCxnSpPr>
            <a:stCxn id="34" idx="2"/>
          </p:cNvCxnSpPr>
          <p:nvPr/>
        </p:nvCxnSpPr>
        <p:spPr>
          <a:xfrm flipV="1">
            <a:off x="762000" y="2879678"/>
            <a:ext cx="1080448" cy="1316084"/>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2056737" y="2230675"/>
            <a:ext cx="2116138" cy="646112"/>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a:t>
            </a:r>
          </a:p>
        </p:txBody>
      </p:sp>
      <p:cxnSp>
        <p:nvCxnSpPr>
          <p:cNvPr id="58" name="Straight Arrow Connector 57"/>
          <p:cNvCxnSpPr/>
          <p:nvPr/>
        </p:nvCxnSpPr>
        <p:spPr>
          <a:xfrm rot="5400000" flipH="1" flipV="1">
            <a:off x="1513906" y="3015302"/>
            <a:ext cx="438150" cy="38100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84714" name="TextBox 62"/>
          <p:cNvSpPr txBox="1">
            <a:spLocks noChangeArrowheads="1"/>
          </p:cNvSpPr>
          <p:nvPr/>
        </p:nvSpPr>
        <p:spPr bwMode="auto">
          <a:xfrm>
            <a:off x="1963738" y="3252788"/>
            <a:ext cx="3606800" cy="1384300"/>
          </a:xfrm>
          <a:prstGeom prst="rect">
            <a:avLst/>
          </a:prstGeom>
          <a:noFill/>
          <a:ln w="9525">
            <a:noFill/>
            <a:miter lim="800000"/>
            <a:headEnd/>
            <a:tailEnd/>
          </a:ln>
        </p:spPr>
        <p:txBody>
          <a:bodyPr>
            <a:spAutoFit/>
          </a:bodyPr>
          <a:lstStyle/>
          <a:p>
            <a:r>
              <a:rPr lang="en-US" sz="2800" dirty="0"/>
              <a:t>Half a wavelength farther from the green wave center</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Oval 61"/>
          <p:cNvSpPr/>
          <p:nvPr/>
        </p:nvSpPr>
        <p:spPr>
          <a:xfrm>
            <a:off x="1675121" y="270126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nvGrpSpPr>
          <p:cNvPr id="2" name="Group 23"/>
          <p:cNvGrpSpPr>
            <a:grpSpLocks/>
          </p:cNvGrpSpPr>
          <p:nvPr/>
        </p:nvGrpSpPr>
        <p:grpSpPr bwMode="auto">
          <a:xfrm>
            <a:off x="-3914774" y="-1114425"/>
            <a:ext cx="8486773" cy="7394575"/>
            <a:chOff x="947057" y="-1"/>
            <a:chExt cx="5573520" cy="5600701"/>
          </a:xfrm>
        </p:grpSpPr>
        <p:sp>
          <p:nvSpPr>
            <p:cNvPr id="20" name="Arc 19"/>
            <p:cNvSpPr/>
            <p:nvPr/>
          </p:nvSpPr>
          <p:spPr>
            <a:xfrm>
              <a:off x="947057" y="-1"/>
              <a:ext cx="5573520" cy="5600701"/>
            </a:xfrm>
            <a:prstGeom prst="arc">
              <a:avLst>
                <a:gd name="adj1" fmla="val 19224137"/>
                <a:gd name="adj2" fmla="val 5740503"/>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2" name="Arc 21"/>
            <p:cNvSpPr/>
            <p:nvPr/>
          </p:nvSpPr>
          <p:spPr>
            <a:xfrm>
              <a:off x="1844699" y="930644"/>
              <a:ext cx="3768364" cy="3722578"/>
            </a:xfrm>
            <a:prstGeom prst="arc">
              <a:avLst>
                <a:gd name="adj1" fmla="val 16954389"/>
                <a:gd name="adj2" fmla="val 5823047"/>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3" name="Arc 22"/>
            <p:cNvSpPr/>
            <p:nvPr/>
          </p:nvSpPr>
          <p:spPr>
            <a:xfrm>
              <a:off x="2906025" y="1811991"/>
              <a:ext cx="1852870" cy="1943051"/>
            </a:xfrm>
            <a:prstGeom prst="arc">
              <a:avLst>
                <a:gd name="adj1" fmla="val 15132351"/>
                <a:gd name="adj2" fmla="val 6529481"/>
              </a:avLst>
            </a:prstGeom>
            <a:ln w="25400">
              <a:solidFill>
                <a:srgbClr val="FF000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3" name="Group 24"/>
          <p:cNvGrpSpPr>
            <a:grpSpLocks/>
          </p:cNvGrpSpPr>
          <p:nvPr/>
        </p:nvGrpSpPr>
        <p:grpSpPr bwMode="auto">
          <a:xfrm flipV="1">
            <a:off x="-3852245" y="546100"/>
            <a:ext cx="8710850" cy="7392988"/>
            <a:chOff x="947056" y="-1"/>
            <a:chExt cx="5845629" cy="5600701"/>
          </a:xfrm>
        </p:grpSpPr>
        <p:sp>
          <p:nvSpPr>
            <p:cNvPr id="26" name="Arc 25"/>
            <p:cNvSpPr/>
            <p:nvPr/>
          </p:nvSpPr>
          <p:spPr>
            <a:xfrm>
              <a:off x="947056" y="-1"/>
              <a:ext cx="5845629" cy="5600701"/>
            </a:xfrm>
            <a:prstGeom prst="arc">
              <a:avLst>
                <a:gd name="adj1" fmla="val 19224137"/>
                <a:gd name="adj2" fmla="val 5740503"/>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7" name="Arc 26"/>
            <p:cNvSpPr/>
            <p:nvPr/>
          </p:nvSpPr>
          <p:spPr>
            <a:xfrm>
              <a:off x="1844700" y="930843"/>
              <a:ext cx="3952342" cy="3723378"/>
            </a:xfrm>
            <a:prstGeom prst="arc">
              <a:avLst>
                <a:gd name="adj1" fmla="val 16954389"/>
                <a:gd name="adj2" fmla="val 5823047"/>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sp>
          <p:nvSpPr>
            <p:cNvPr id="28" name="Arc 27"/>
            <p:cNvSpPr/>
            <p:nvPr/>
          </p:nvSpPr>
          <p:spPr>
            <a:xfrm>
              <a:off x="2906025" y="1812380"/>
              <a:ext cx="1943330" cy="1943468"/>
            </a:xfrm>
            <a:prstGeom prst="arc">
              <a:avLst>
                <a:gd name="adj1" fmla="val 15132351"/>
                <a:gd name="adj2" fmla="val 6529481"/>
              </a:avLst>
            </a:prstGeom>
            <a:ln w="25400">
              <a:solidFill>
                <a:srgbClr val="00B050"/>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a:p>
          </p:txBody>
        </p:sp>
      </p:grpSp>
      <p:grpSp>
        <p:nvGrpSpPr>
          <p:cNvPr id="4" name="Group 36"/>
          <p:cNvGrpSpPr>
            <a:grpSpLocks/>
          </p:cNvGrpSpPr>
          <p:nvPr/>
        </p:nvGrpSpPr>
        <p:grpSpPr bwMode="auto">
          <a:xfrm>
            <a:off x="200025" y="21669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204788" y="3867150"/>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sp>
        <p:nvSpPr>
          <p:cNvPr id="44" name="TextBox 43"/>
          <p:cNvSpPr txBox="1"/>
          <p:nvPr/>
        </p:nvSpPr>
        <p:spPr>
          <a:xfrm>
            <a:off x="3312331" y="2640107"/>
            <a:ext cx="2297424" cy="646331"/>
          </a:xfrm>
          <a:prstGeom prst="rect">
            <a:avLst/>
          </a:prstGeom>
          <a:noFill/>
        </p:spPr>
        <p:txBody>
          <a:bodyPr wrap="none">
            <a:spAutoFit/>
          </a:bodyPr>
          <a:lstStyle/>
          <a:p>
            <a:pPr fontAlgn="auto">
              <a:spcBef>
                <a:spcPts val="0"/>
              </a:spcBef>
              <a:spcAft>
                <a:spcPts val="0"/>
              </a:spcAft>
              <a:defRPr/>
            </a:pPr>
            <a:r>
              <a:rPr lang="en-US" sz="3600" dirty="0">
                <a:solidFill>
                  <a:schemeClr val="tx1">
                    <a:lumMod val="65000"/>
                    <a:lumOff val="35000"/>
                  </a:schemeClr>
                </a:solidFill>
                <a:latin typeface="+mn-lt"/>
              </a:rPr>
              <a:t>Dead Spots</a:t>
            </a:r>
          </a:p>
        </p:txBody>
      </p:sp>
      <p:sp>
        <p:nvSpPr>
          <p:cNvPr id="24" name="Oval 23"/>
          <p:cNvSpPr/>
          <p:nvPr/>
        </p:nvSpPr>
        <p:spPr>
          <a:xfrm>
            <a:off x="2318841" y="236234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5" name="Oval 24"/>
          <p:cNvSpPr/>
          <p:nvPr/>
        </p:nvSpPr>
        <p:spPr>
          <a:xfrm>
            <a:off x="2948913" y="1968833"/>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9" name="Oval 28"/>
          <p:cNvSpPr/>
          <p:nvPr/>
        </p:nvSpPr>
        <p:spPr>
          <a:xfrm>
            <a:off x="3592633" y="1698152"/>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7" name="Oval 36"/>
          <p:cNvSpPr/>
          <p:nvPr/>
        </p:nvSpPr>
        <p:spPr>
          <a:xfrm>
            <a:off x="1713221" y="3739489"/>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3" name="Oval 42"/>
          <p:cNvSpPr/>
          <p:nvPr/>
        </p:nvSpPr>
        <p:spPr>
          <a:xfrm>
            <a:off x="2471241" y="3943494"/>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5" name="Oval 44"/>
          <p:cNvSpPr/>
          <p:nvPr/>
        </p:nvSpPr>
        <p:spPr>
          <a:xfrm>
            <a:off x="3187038" y="4092908"/>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6" name="Oval 45"/>
          <p:cNvSpPr/>
          <p:nvPr/>
        </p:nvSpPr>
        <p:spPr>
          <a:xfrm>
            <a:off x="3916483" y="4222277"/>
            <a:ext cx="344748" cy="273950"/>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753" name="Title 1"/>
          <p:cNvSpPr>
            <a:spLocks noGrp="1"/>
          </p:cNvSpPr>
          <p:nvPr>
            <p:ph type="title"/>
          </p:nvPr>
        </p:nvSpPr>
        <p:spPr/>
        <p:txBody>
          <a:bodyPr/>
          <a:lstStyle/>
          <a:p>
            <a:r>
              <a:rPr lang="en-US" dirty="0"/>
              <a:t>Question 223.8.3</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4.5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3425192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7777" name="Title 1"/>
          <p:cNvSpPr>
            <a:spLocks noGrp="1"/>
          </p:cNvSpPr>
          <p:nvPr>
            <p:ph type="title"/>
          </p:nvPr>
        </p:nvSpPr>
        <p:spPr/>
        <p:txBody>
          <a:bodyPr/>
          <a:lstStyle/>
          <a:p>
            <a:r>
              <a:rPr lang="en-US" dirty="0"/>
              <a:t>Question 223.8.4</a:t>
            </a:r>
          </a:p>
        </p:txBody>
      </p:sp>
      <p:sp>
        <p:nvSpPr>
          <p:cNvPr id="3" name="Content Placeholder 2"/>
          <p:cNvSpPr>
            <a:spLocks noGrp="1"/>
          </p:cNvSpPr>
          <p:nvPr>
            <p:ph idx="1"/>
          </p:nvPr>
        </p:nvSpPr>
        <p:spPr/>
        <p:txBody>
          <a:bodyPr/>
          <a:lstStyle/>
          <a:p>
            <a:pPr>
              <a:buFontTx/>
              <a:buNone/>
              <a:defRPr/>
            </a:pPr>
            <a:r>
              <a:rPr lang="en-US" dirty="0"/>
              <a:t>I have two waves coming from speakers in my room. I am sitting 3 wavelengths away from one speaker and 6 wavelengths away from the other speaker. I hear..</a:t>
            </a:r>
          </a:p>
          <a:p>
            <a:pPr marL="514350" indent="-514350">
              <a:buFontTx/>
              <a:buAutoNum type="alphaLcParenR"/>
              <a:defRPr/>
            </a:pPr>
            <a:r>
              <a:rPr lang="en-US" dirty="0"/>
              <a:t>Twice the normal loudness</a:t>
            </a:r>
          </a:p>
          <a:p>
            <a:pPr marL="514350" indent="-514350">
              <a:buFontTx/>
              <a:buAutoNum type="alphaLcParenR"/>
              <a:defRPr/>
            </a:pPr>
            <a:r>
              <a:rPr lang="en-US" dirty="0"/>
              <a:t>4 times the normal loudness</a:t>
            </a:r>
          </a:p>
          <a:p>
            <a:pPr marL="514350" indent="-514350">
              <a:buFontTx/>
              <a:buAutoNum type="alphaLcParenR"/>
              <a:defRPr/>
            </a:pPr>
            <a:r>
              <a:rPr lang="en-US" dirty="0"/>
              <a:t>8 times the normal loudness</a:t>
            </a:r>
          </a:p>
          <a:p>
            <a:pPr marL="514350" indent="-514350">
              <a:buFontTx/>
              <a:buAutoNum type="alphaLcParenR"/>
              <a:defRPr/>
            </a:pPr>
            <a:r>
              <a:rPr lang="en-US" dirty="0"/>
              <a:t>Practically nothing</a:t>
            </a:r>
          </a:p>
        </p:txBody>
      </p:sp>
    </p:spTree>
    <p:extLst>
      <p:ext uri="{BB962C8B-B14F-4D97-AF65-F5344CB8AC3E}">
        <p14:creationId xmlns:p14="http://schemas.microsoft.com/office/powerpoint/2010/main" val="19901057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6"/>
          <p:cNvGrpSpPr>
            <a:grpSpLocks/>
          </p:cNvGrpSpPr>
          <p:nvPr/>
        </p:nvGrpSpPr>
        <p:grpSpPr bwMode="auto">
          <a:xfrm>
            <a:off x="1343025" y="1252538"/>
            <a:ext cx="571500" cy="638175"/>
            <a:chOff x="1828800" y="1596115"/>
            <a:chExt cx="571500" cy="636814"/>
          </a:xfrm>
        </p:grpSpPr>
        <p:sp>
          <p:nvSpPr>
            <p:cNvPr id="30" name="Rectangle 29"/>
            <p:cNvSpPr/>
            <p:nvPr/>
          </p:nvSpPr>
          <p:spPr>
            <a:xfrm>
              <a:off x="1828800" y="1596115"/>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Trapezoid 31"/>
            <p:cNvSpPr/>
            <p:nvPr/>
          </p:nvSpPr>
          <p:spPr>
            <a:xfrm rot="16200000">
              <a:off x="2001672" y="1820060"/>
              <a:ext cx="587707"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rot="16200000">
              <a:off x="2052007" y="1845459"/>
              <a:ext cx="152075" cy="144462"/>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grpSp>
        <p:nvGrpSpPr>
          <p:cNvPr id="5" name="Group 35"/>
          <p:cNvGrpSpPr>
            <a:grpSpLocks/>
          </p:cNvGrpSpPr>
          <p:nvPr/>
        </p:nvGrpSpPr>
        <p:grpSpPr bwMode="auto">
          <a:xfrm>
            <a:off x="1319213" y="4924425"/>
            <a:ext cx="571500" cy="636588"/>
            <a:chOff x="1834243" y="3695700"/>
            <a:chExt cx="571500" cy="636814"/>
          </a:xfrm>
        </p:grpSpPr>
        <p:sp>
          <p:nvSpPr>
            <p:cNvPr id="31" name="Rectangle 30"/>
            <p:cNvSpPr/>
            <p:nvPr/>
          </p:nvSpPr>
          <p:spPr>
            <a:xfrm>
              <a:off x="1834243" y="3695700"/>
              <a:ext cx="571500" cy="636814"/>
            </a:xfrm>
            <a:prstGeom prst="rect">
              <a:avLst/>
            </a:prstGeom>
            <a:solidFill>
              <a:schemeClr val="bg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4" name="Trapezoid 33"/>
            <p:cNvSpPr/>
            <p:nvPr/>
          </p:nvSpPr>
          <p:spPr>
            <a:xfrm rot="16200000">
              <a:off x="2000826" y="3927592"/>
              <a:ext cx="587584" cy="193675"/>
            </a:xfrm>
            <a:prstGeom prst="trapezoid">
              <a:avLst>
                <a:gd name="adj" fmla="val 113746"/>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5" name="Rectangle 34"/>
            <p:cNvSpPr/>
            <p:nvPr/>
          </p:nvSpPr>
          <p:spPr>
            <a:xfrm rot="16200000">
              <a:off x="2051703" y="3952992"/>
              <a:ext cx="150867" cy="144463"/>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grpSp>
      <p:cxnSp>
        <p:nvCxnSpPr>
          <p:cNvPr id="38" name="Straight Connector 37"/>
          <p:cNvCxnSpPr/>
          <p:nvPr/>
        </p:nvCxnSpPr>
        <p:spPr>
          <a:xfrm flipH="1">
            <a:off x="742950" y="3400425"/>
            <a:ext cx="4772025" cy="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p:nvPr/>
        </p:nvCxnSpPr>
        <p:spPr>
          <a:xfrm flipV="1">
            <a:off x="1171575" y="1548594"/>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p:nvPr/>
        </p:nvCxnSpPr>
        <p:spPr>
          <a:xfrm flipV="1">
            <a:off x="1152525" y="3386919"/>
            <a:ext cx="21751" cy="1851831"/>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857250" y="2200275"/>
            <a:ext cx="654346" cy="523220"/>
          </a:xfrm>
          <a:prstGeom prst="rect">
            <a:avLst/>
          </a:prstGeom>
          <a:solidFill>
            <a:schemeClr val="bg1"/>
          </a:solidFill>
        </p:spPr>
        <p:txBody>
          <a:bodyPr wrap="none" rtlCol="0">
            <a:spAutoFit/>
          </a:bodyPr>
          <a:lstStyle/>
          <a:p>
            <a:r>
              <a:rPr lang="en-US" sz="2800" dirty="0"/>
              <a:t>2m</a:t>
            </a:r>
          </a:p>
        </p:txBody>
      </p:sp>
      <p:sp>
        <p:nvSpPr>
          <p:cNvPr id="56" name="TextBox 55"/>
          <p:cNvSpPr txBox="1"/>
          <p:nvPr/>
        </p:nvSpPr>
        <p:spPr>
          <a:xfrm>
            <a:off x="838200" y="4010025"/>
            <a:ext cx="654346" cy="523220"/>
          </a:xfrm>
          <a:prstGeom prst="rect">
            <a:avLst/>
          </a:prstGeom>
          <a:solidFill>
            <a:schemeClr val="bg1"/>
          </a:solidFill>
        </p:spPr>
        <p:txBody>
          <a:bodyPr wrap="none" rtlCol="0">
            <a:spAutoFit/>
          </a:bodyPr>
          <a:lstStyle/>
          <a:p>
            <a:r>
              <a:rPr lang="en-US" sz="2800" dirty="0"/>
              <a:t>2m</a:t>
            </a:r>
          </a:p>
        </p:txBody>
      </p:sp>
      <p:sp>
        <p:nvSpPr>
          <p:cNvPr id="64" name="Oval 63"/>
          <p:cNvSpPr/>
          <p:nvPr/>
        </p:nvSpPr>
        <p:spPr>
          <a:xfrm>
            <a:off x="4421308" y="1440977"/>
            <a:ext cx="236417" cy="273523"/>
          </a:xfrm>
          <a:prstGeom prst="ellipse">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68" name="Straight Connector 67"/>
          <p:cNvCxnSpPr>
            <a:stCxn id="32" idx="2"/>
            <a:endCxn id="64" idx="2"/>
          </p:cNvCxnSpPr>
          <p:nvPr/>
        </p:nvCxnSpPr>
        <p:spPr>
          <a:xfrm>
            <a:off x="1906588" y="1574006"/>
            <a:ext cx="2514720" cy="3733"/>
          </a:xfrm>
          <a:prstGeom prst="line">
            <a:avLst/>
          </a:prstGeom>
        </p:spPr>
        <p:style>
          <a:lnRef idx="1">
            <a:schemeClr val="accent1"/>
          </a:lnRef>
          <a:fillRef idx="0">
            <a:schemeClr val="accent1"/>
          </a:fillRef>
          <a:effectRef idx="0">
            <a:schemeClr val="accent1"/>
          </a:effectRef>
          <a:fontRef idx="minor">
            <a:schemeClr val="tx1"/>
          </a:fontRef>
        </p:style>
      </p:cxnSp>
      <p:cxnSp>
        <p:nvCxnSpPr>
          <p:cNvPr id="71" name="Straight Connector 70"/>
          <p:cNvCxnSpPr>
            <a:stCxn id="34" idx="2"/>
            <a:endCxn id="64" idx="7"/>
          </p:cNvCxnSpPr>
          <p:nvPr/>
        </p:nvCxnSpPr>
        <p:spPr>
          <a:xfrm flipV="1">
            <a:off x="1876425" y="1481033"/>
            <a:ext cx="2746678" cy="3772004"/>
          </a:xfrm>
          <a:prstGeom prst="line">
            <a:avLst/>
          </a:prstGeom>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flipH="1">
            <a:off x="1771651" y="914400"/>
            <a:ext cx="2800349"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2895600" y="609600"/>
            <a:ext cx="654346" cy="523220"/>
          </a:xfrm>
          <a:prstGeom prst="rect">
            <a:avLst/>
          </a:prstGeom>
          <a:solidFill>
            <a:schemeClr val="bg1"/>
          </a:solidFill>
        </p:spPr>
        <p:txBody>
          <a:bodyPr wrap="none" rtlCol="0">
            <a:spAutoFit/>
          </a:bodyPr>
          <a:lstStyle/>
          <a:p>
            <a:r>
              <a:rPr lang="en-US" sz="2800" dirty="0"/>
              <a:t>3m</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5"/>
          <p:cNvPicPr>
            <a:picLocks noChangeAspect="1" noChangeArrowheads="1"/>
          </p:cNvPicPr>
          <p:nvPr/>
        </p:nvPicPr>
        <p:blipFill>
          <a:blip r:embed="rId2" cstate="print"/>
          <a:srcRect/>
          <a:stretch>
            <a:fillRect/>
          </a:stretch>
        </p:blipFill>
        <p:spPr bwMode="auto">
          <a:xfrm>
            <a:off x="2139950" y="1249045"/>
            <a:ext cx="5114290" cy="2379701"/>
          </a:xfrm>
          <a:prstGeom prst="rect">
            <a:avLst/>
          </a:prstGeom>
          <a:noFill/>
          <a:ln w="9525">
            <a:noFill/>
            <a:miter lim="800000"/>
            <a:headEnd/>
            <a:tailEnd/>
          </a:ln>
          <a:effectLst/>
        </p:spPr>
      </p:pic>
      <p:sp>
        <p:nvSpPr>
          <p:cNvPr id="1029" name="Rectangle 2"/>
          <p:cNvSpPr>
            <a:spLocks noGrp="1" noChangeArrowheads="1"/>
          </p:cNvSpPr>
          <p:nvPr>
            <p:ph type="title"/>
          </p:nvPr>
        </p:nvSpPr>
        <p:spPr/>
        <p:txBody>
          <a:bodyPr/>
          <a:lstStyle/>
          <a:p>
            <a:pPr eaLnBrk="1" hangingPunct="1"/>
            <a:r>
              <a:rPr lang="en-US"/>
              <a:t>Example of Beats</a:t>
            </a:r>
          </a:p>
        </p:txBody>
      </p:sp>
      <p:sp>
        <p:nvSpPr>
          <p:cNvPr id="1031" name="Rectangle 5"/>
          <p:cNvSpPr>
            <a:spLocks noChangeArrowheads="1"/>
          </p:cNvSpPr>
          <p:nvPr/>
        </p:nvSpPr>
        <p:spPr bwMode="auto">
          <a:xfrm>
            <a:off x="0" y="220027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026" name="Object 8"/>
          <p:cNvGraphicFramePr>
            <a:graphicFrameLocks noChangeAspect="1"/>
          </p:cNvGraphicFramePr>
          <p:nvPr/>
        </p:nvGraphicFramePr>
        <p:xfrm>
          <a:off x="2178050" y="3019425"/>
          <a:ext cx="1276350" cy="361950"/>
        </p:xfrm>
        <a:graphic>
          <a:graphicData uri="http://schemas.openxmlformats.org/presentationml/2006/ole">
            <mc:AlternateContent xmlns:mc="http://schemas.openxmlformats.org/markup-compatibility/2006">
              <mc:Choice xmlns:v="urn:schemas-microsoft-com:vml" Requires="v">
                <p:oleObj name="Equation" r:id="rId3" imgW="1392480" imgH="399600" progId="Equation.3">
                  <p:embed/>
                </p:oleObj>
              </mc:Choice>
              <mc:Fallback>
                <p:oleObj name="Equation" r:id="rId3" imgW="1392480" imgH="399600" progId="Equation.3">
                  <p:embed/>
                  <p:pic>
                    <p:nvPicPr>
                      <p:cNvPr id="1026" name="Object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78050" y="3019425"/>
                        <a:ext cx="1276350" cy="3619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027" name="Object 7"/>
          <p:cNvGraphicFramePr>
            <a:graphicFrameLocks noChangeAspect="1"/>
          </p:cNvGraphicFramePr>
          <p:nvPr/>
        </p:nvGraphicFramePr>
        <p:xfrm>
          <a:off x="5748338" y="3017838"/>
          <a:ext cx="1276350" cy="361950"/>
        </p:xfrm>
        <a:graphic>
          <a:graphicData uri="http://schemas.openxmlformats.org/presentationml/2006/ole">
            <mc:AlternateContent xmlns:mc="http://schemas.openxmlformats.org/markup-compatibility/2006">
              <mc:Choice xmlns:v="urn:schemas-microsoft-com:vml" Requires="v">
                <p:oleObj name="Equation" r:id="rId5" imgW="1392480" imgH="399600" progId="Equation.3">
                  <p:embed/>
                </p:oleObj>
              </mc:Choice>
              <mc:Fallback>
                <p:oleObj name="Equation" r:id="rId5" imgW="1392480" imgH="399600" progId="Equation.3">
                  <p:embed/>
                  <p:pic>
                    <p:nvPicPr>
                      <p:cNvPr id="1027"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748338" y="3017838"/>
                        <a:ext cx="1276350" cy="3619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34" name="Rectangle 9"/>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sp>
        <p:nvSpPr>
          <p:cNvPr id="1035" name="Rectangle 10"/>
          <p:cNvSpPr>
            <a:spLocks noChangeArrowheads="1"/>
          </p:cNvSpPr>
          <p:nvPr/>
        </p:nvSpPr>
        <p:spPr bwMode="auto">
          <a:xfrm>
            <a:off x="0" y="361950"/>
            <a:ext cx="9144000" cy="0"/>
          </a:xfrm>
          <a:prstGeom prst="rect">
            <a:avLst/>
          </a:prstGeom>
          <a:noFill/>
          <a:ln w="9525" algn="ctr">
            <a:noFill/>
            <a:miter lim="800000"/>
            <a:headEnd/>
            <a:tailEnd/>
          </a:ln>
        </p:spPr>
        <p:txBody>
          <a:bodyPr wrap="none" anchor="ctr">
            <a:spAutoFit/>
          </a:bodyPr>
          <a:lstStyle/>
          <a:p>
            <a:pPr algn="l"/>
            <a:endParaRPr lang="en-US"/>
          </a:p>
        </p:txBody>
      </p:sp>
      <p:sp>
        <p:nvSpPr>
          <p:cNvPr id="1036" name="Rectangle 12"/>
          <p:cNvSpPr>
            <a:spLocks noChangeArrowheads="1"/>
          </p:cNvSpPr>
          <p:nvPr/>
        </p:nvSpPr>
        <p:spPr bwMode="auto">
          <a:xfrm>
            <a:off x="0" y="277177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028" name="Object 11"/>
          <p:cNvGraphicFramePr>
            <a:graphicFrameLocks noChangeAspect="1"/>
          </p:cNvGraphicFramePr>
          <p:nvPr/>
        </p:nvGraphicFramePr>
        <p:xfrm>
          <a:off x="5087938" y="5637213"/>
          <a:ext cx="2633662" cy="458787"/>
        </p:xfrm>
        <a:graphic>
          <a:graphicData uri="http://schemas.openxmlformats.org/presentationml/2006/ole">
            <mc:AlternateContent xmlns:mc="http://schemas.openxmlformats.org/markup-compatibility/2006">
              <mc:Choice xmlns:v="urn:schemas-microsoft-com:vml" Requires="v">
                <p:oleObj name="Equation" r:id="rId7" imgW="2628720" imgH="457200" progId="Equation.3">
                  <p:embed/>
                </p:oleObj>
              </mc:Choice>
              <mc:Fallback>
                <p:oleObj name="Equation" r:id="rId7" imgW="2628720" imgH="457200" progId="Equation.3">
                  <p:embed/>
                  <p:pic>
                    <p:nvPicPr>
                      <p:cNvPr id="1028" name="Object 11"/>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087938" y="5637213"/>
                        <a:ext cx="2633662" cy="45878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3" name="Picture 6"/>
          <p:cNvPicPr>
            <a:picLocks noChangeAspect="1" noChangeArrowheads="1"/>
          </p:cNvPicPr>
          <p:nvPr/>
        </p:nvPicPr>
        <p:blipFill>
          <a:blip r:embed="rId9" cstate="print"/>
          <a:srcRect/>
          <a:stretch>
            <a:fillRect/>
          </a:stretch>
        </p:blipFill>
        <p:spPr bwMode="auto">
          <a:xfrm>
            <a:off x="2270760" y="3529648"/>
            <a:ext cx="4922520" cy="2045432"/>
          </a:xfrm>
          <a:prstGeom prst="rect">
            <a:avLst/>
          </a:prstGeom>
          <a:noFill/>
          <a:ln w="9525">
            <a:noFill/>
            <a:miter lim="800000"/>
            <a:headEnd/>
            <a:tailEnd/>
          </a:ln>
          <a:effectLst/>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434" name="Picture 3"/>
          <p:cNvPicPr>
            <a:picLocks noChangeAspect="1" noChangeArrowheads="1"/>
          </p:cNvPicPr>
          <p:nvPr/>
        </p:nvPicPr>
        <p:blipFill>
          <a:blip r:embed="rId3" cstate="print"/>
          <a:srcRect/>
          <a:stretch>
            <a:fillRect/>
          </a:stretch>
        </p:blipFill>
        <p:spPr bwMode="auto">
          <a:xfrm>
            <a:off x="371475" y="1524000"/>
            <a:ext cx="8459788" cy="3948113"/>
          </a:xfrm>
          <a:prstGeom prst="rect">
            <a:avLst/>
          </a:prstGeom>
          <a:noFill/>
          <a:ln w="9525" algn="ctr">
            <a:noFill/>
            <a:miter lim="800000"/>
            <a:headEnd/>
            <a:tailEnd/>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41" name="Title 1"/>
          <p:cNvSpPr>
            <a:spLocks noGrp="1"/>
          </p:cNvSpPr>
          <p:nvPr>
            <p:ph type="title"/>
          </p:nvPr>
        </p:nvSpPr>
        <p:spPr/>
        <p:txBody>
          <a:bodyPr/>
          <a:lstStyle/>
          <a:p>
            <a:r>
              <a:rPr lang="en-US" dirty="0"/>
              <a:t>Question 223.9.1</a:t>
            </a:r>
          </a:p>
        </p:txBody>
      </p:sp>
      <p:sp>
        <p:nvSpPr>
          <p:cNvPr id="573442" name="Content Placeholder 2"/>
          <p:cNvSpPr>
            <a:spLocks noGrp="1"/>
          </p:cNvSpPr>
          <p:nvPr>
            <p:ph idx="1"/>
          </p:nvPr>
        </p:nvSpPr>
        <p:spPr/>
        <p:txBody>
          <a:bodyPr/>
          <a:lstStyle/>
          <a:p>
            <a:pPr>
              <a:buFontTx/>
              <a:buNone/>
            </a:pPr>
            <a:r>
              <a:rPr lang="en-US"/>
              <a:t>Two graphs are shown below. Each graph represents the result of adding two waves together. For which graph is the frequency difference greater between the two original waves?.</a:t>
            </a:r>
          </a:p>
        </p:txBody>
      </p:sp>
      <p:pic>
        <p:nvPicPr>
          <p:cNvPr id="573443" name="Picture 2"/>
          <p:cNvPicPr>
            <a:picLocks noChangeAspect="1" noChangeArrowheads="1"/>
          </p:cNvPicPr>
          <p:nvPr/>
        </p:nvPicPr>
        <p:blipFill>
          <a:blip r:embed="rId2" cstate="print"/>
          <a:srcRect/>
          <a:stretch>
            <a:fillRect/>
          </a:stretch>
        </p:blipFill>
        <p:spPr bwMode="auto">
          <a:xfrm>
            <a:off x="4713288" y="4618038"/>
            <a:ext cx="3433762" cy="1601787"/>
          </a:xfrm>
          <a:prstGeom prst="rect">
            <a:avLst/>
          </a:prstGeom>
          <a:noFill/>
          <a:ln w="9525">
            <a:noFill/>
            <a:miter lim="800000"/>
            <a:headEnd/>
            <a:tailEnd/>
          </a:ln>
        </p:spPr>
      </p:pic>
      <p:pic>
        <p:nvPicPr>
          <p:cNvPr id="573444" name="Picture 3"/>
          <p:cNvPicPr>
            <a:picLocks noChangeAspect="1" noChangeArrowheads="1"/>
          </p:cNvPicPr>
          <p:nvPr/>
        </p:nvPicPr>
        <p:blipFill>
          <a:blip r:embed="rId3" cstate="print"/>
          <a:srcRect/>
          <a:stretch>
            <a:fillRect/>
          </a:stretch>
        </p:blipFill>
        <p:spPr bwMode="auto">
          <a:xfrm>
            <a:off x="641350" y="4618038"/>
            <a:ext cx="3433763" cy="1601787"/>
          </a:xfrm>
          <a:prstGeom prst="rect">
            <a:avLst/>
          </a:prstGeom>
          <a:noFill/>
          <a:ln w="9525">
            <a:noFill/>
            <a:miter lim="800000"/>
            <a:headEnd/>
            <a:tailEnd/>
          </a:ln>
        </p:spPr>
      </p:pic>
      <p:sp>
        <p:nvSpPr>
          <p:cNvPr id="573445" name="TextBox 5"/>
          <p:cNvSpPr txBox="1">
            <a:spLocks noChangeArrowheads="1"/>
          </p:cNvSpPr>
          <p:nvPr/>
        </p:nvSpPr>
        <p:spPr bwMode="auto">
          <a:xfrm>
            <a:off x="2152650" y="3967163"/>
            <a:ext cx="458788" cy="584200"/>
          </a:xfrm>
          <a:prstGeom prst="rect">
            <a:avLst/>
          </a:prstGeom>
          <a:noFill/>
          <a:ln w="9525">
            <a:noFill/>
            <a:miter lim="800000"/>
            <a:headEnd/>
            <a:tailEnd/>
          </a:ln>
        </p:spPr>
        <p:txBody>
          <a:bodyPr wrap="none">
            <a:spAutoFit/>
          </a:bodyPr>
          <a:lstStyle/>
          <a:p>
            <a:r>
              <a:rPr lang="en-US" sz="3200">
                <a:solidFill>
                  <a:srgbClr val="FF0000"/>
                </a:solidFill>
              </a:rPr>
              <a:t>A</a:t>
            </a:r>
          </a:p>
        </p:txBody>
      </p:sp>
      <p:sp>
        <p:nvSpPr>
          <p:cNvPr id="573446" name="TextBox 6"/>
          <p:cNvSpPr txBox="1">
            <a:spLocks noChangeArrowheads="1"/>
          </p:cNvSpPr>
          <p:nvPr/>
        </p:nvSpPr>
        <p:spPr bwMode="auto">
          <a:xfrm>
            <a:off x="6243638" y="4002088"/>
            <a:ext cx="458787" cy="584200"/>
          </a:xfrm>
          <a:prstGeom prst="rect">
            <a:avLst/>
          </a:prstGeom>
          <a:noFill/>
          <a:ln w="9525">
            <a:noFill/>
            <a:miter lim="800000"/>
            <a:headEnd/>
            <a:tailEnd/>
          </a:ln>
        </p:spPr>
        <p:txBody>
          <a:bodyPr wrap="none">
            <a:spAutoFit/>
          </a:bodyPr>
          <a:lstStyle/>
          <a:p>
            <a:r>
              <a:rPr lang="en-US" sz="3200">
                <a:solidFill>
                  <a:srgbClr val="FF0000"/>
                </a:solidFill>
              </a:rPr>
              <a:t>B</a:t>
            </a:r>
          </a:p>
        </p:txBody>
      </p:sp>
    </p:spTree>
    <p:extLst>
      <p:ext uri="{BB962C8B-B14F-4D97-AF65-F5344CB8AC3E}">
        <p14:creationId xmlns:p14="http://schemas.microsoft.com/office/powerpoint/2010/main" val="422412943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Question 223.9.2</a:t>
            </a:r>
          </a:p>
        </p:txBody>
      </p:sp>
      <p:sp>
        <p:nvSpPr>
          <p:cNvPr id="82948" name="Rectangle 3"/>
          <p:cNvSpPr>
            <a:spLocks noGrp="1" noChangeArrowheads="1"/>
          </p:cNvSpPr>
          <p:nvPr>
            <p:ph idx="1"/>
          </p:nvPr>
        </p:nvSpPr>
        <p:spPr/>
        <p:txBody>
          <a:bodyPr/>
          <a:lstStyle/>
          <a:p>
            <a:pPr marL="533400" indent="-533400" eaLnBrk="1" hangingPunct="1">
              <a:buFontTx/>
              <a:buNone/>
            </a:pPr>
            <a:r>
              <a:rPr lang="en-US" sz="2800" dirty="0"/>
              <a:t>You are tuning a guitar by comparing the sound of the string with that of a standard tuning fork. </a:t>
            </a:r>
            <a:r>
              <a:rPr lang="en-US" sz="2800"/>
              <a:t>You notice a beat frequency of 5Hz. </a:t>
            </a:r>
            <a:r>
              <a:rPr lang="en-US" sz="2800" dirty="0"/>
              <a:t>You tighten the guitar string and the beat frequency rises to 8Hz. In order to tune the string exactly to the tuning fork, you should</a:t>
            </a:r>
          </a:p>
          <a:p>
            <a:pPr marL="533400" indent="-533400" eaLnBrk="1" hangingPunct="1">
              <a:buFontTx/>
              <a:buAutoNum type="arabicPeriod"/>
            </a:pPr>
            <a:r>
              <a:rPr lang="en-US" sz="2800" dirty="0"/>
              <a:t>Continue to tighten the string</a:t>
            </a:r>
          </a:p>
          <a:p>
            <a:pPr marL="533400" indent="-533400" eaLnBrk="1" hangingPunct="1">
              <a:buFontTx/>
              <a:buAutoNum type="arabicPeriod"/>
            </a:pPr>
            <a:r>
              <a:rPr lang="en-US" sz="2800" dirty="0"/>
              <a:t>Loosen the string</a:t>
            </a:r>
          </a:p>
          <a:p>
            <a:pPr marL="533400" indent="-533400" eaLnBrk="1" hangingPunct="1">
              <a:buFontTx/>
              <a:buAutoNum type="arabicPeriod"/>
            </a:pPr>
            <a:r>
              <a:rPr lang="en-US" sz="2800" dirty="0"/>
              <a:t>Impossible to determine</a:t>
            </a:r>
          </a:p>
        </p:txBody>
      </p:sp>
      <p:sp>
        <p:nvSpPr>
          <p:cNvPr id="82946" name="Slide Number Placeholder 5"/>
          <p:cNvSpPr>
            <a:spLocks noGrp="1"/>
          </p:cNvSpPr>
          <p:nvPr>
            <p:ph type="sldNum" sz="quarter" idx="12"/>
          </p:nvPr>
        </p:nvSpPr>
        <p:spPr>
          <a:noFill/>
        </p:spPr>
        <p:txBody>
          <a:bodyPr/>
          <a:lstStyle/>
          <a:p>
            <a:fld id="{A6164D1B-69C2-4734-9A54-A71F13ACE644}" type="slidenum">
              <a:rPr lang="en-US" smtClean="0"/>
              <a:pPr/>
              <a:t>59</a:t>
            </a:fld>
            <a:endParaRPr lang="en-US"/>
          </a:p>
        </p:txBody>
      </p:sp>
    </p:spTree>
    <p:extLst>
      <p:ext uri="{BB962C8B-B14F-4D97-AF65-F5344CB8AC3E}">
        <p14:creationId xmlns:p14="http://schemas.microsoft.com/office/powerpoint/2010/main" val="176305536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5"/>
          <p:cNvGrpSpPr>
            <a:grpSpLocks/>
          </p:cNvGrpSpPr>
          <p:nvPr/>
        </p:nvGrpSpPr>
        <p:grpSpPr bwMode="auto">
          <a:xfrm>
            <a:off x="881063" y="1069095"/>
            <a:ext cx="7402512" cy="4918075"/>
            <a:chOff x="881743" y="489852"/>
            <a:chExt cx="7402286" cy="5927282"/>
          </a:xfrm>
        </p:grpSpPr>
        <p:sp>
          <p:nvSpPr>
            <p:cNvPr id="3" name="Rectangle 2"/>
            <p:cNvSpPr/>
            <p:nvPr/>
          </p:nvSpPr>
          <p:spPr>
            <a:xfrm>
              <a:off x="881743" y="489852"/>
              <a:ext cx="1501729" cy="5873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a:off x="919842" y="1312554"/>
              <a:ext cx="1501729" cy="5873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a:off x="892855" y="2133344"/>
              <a:ext cx="1501729"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a:xfrm>
              <a:off x="897618" y="3118672"/>
              <a:ext cx="1503316" cy="58737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a:xfrm>
              <a:off x="919842" y="4038951"/>
              <a:ext cx="1501729"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a:xfrm>
              <a:off x="908729" y="5007061"/>
              <a:ext cx="1501729"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sp>
          <p:nvSpPr>
            <p:cNvPr id="9" name="Oval 8"/>
            <p:cNvSpPr/>
            <p:nvPr/>
          </p:nvSpPr>
          <p:spPr>
            <a:xfrm>
              <a:off x="4572567" y="2286405"/>
              <a:ext cx="1192177" cy="1191961"/>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6782" y="2460916"/>
              <a:ext cx="843749"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6782" y="2460916"/>
              <a:ext cx="843749"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784494"/>
              <a:ext cx="2784390" cy="150191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605284"/>
              <a:ext cx="2325616" cy="85522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427986"/>
              <a:ext cx="2177984" cy="453442"/>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2881428"/>
              <a:ext cx="2171634" cy="531887"/>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304259"/>
              <a:ext cx="2325616" cy="1027420"/>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478365"/>
              <a:ext cx="2757404" cy="1823338"/>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a:off x="5764744" y="2881428"/>
              <a:ext cx="1017556" cy="3827"/>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248139"/>
              <a:ext cx="1501729" cy="127423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a:xfrm>
              <a:off x="897618" y="5829764"/>
              <a:ext cx="1503316" cy="5873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38" name="Elbow Connector 14"/>
            <p:cNvCxnSpPr>
              <a:stCxn id="37" idx="3"/>
            </p:cNvCxnSpPr>
            <p:nvPr/>
          </p:nvCxnSpPr>
          <p:spPr>
            <a:xfrm flipV="1">
              <a:off x="2400934" y="3478365"/>
              <a:ext cx="2766929" cy="264412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
          <p:cNvGrpSpPr>
            <a:grpSpLocks/>
          </p:cNvGrpSpPr>
          <p:nvPr/>
        </p:nvGrpSpPr>
        <p:grpSpPr bwMode="auto">
          <a:xfrm>
            <a:off x="881063" y="955370"/>
            <a:ext cx="7402512" cy="5175250"/>
            <a:chOff x="881743" y="702129"/>
            <a:chExt cx="7402286" cy="5927282"/>
          </a:xfrm>
        </p:grpSpPr>
        <p:sp>
          <p:nvSpPr>
            <p:cNvPr id="3" name="Rectangle 2"/>
            <p:cNvSpPr/>
            <p:nvPr/>
          </p:nvSpPr>
          <p:spPr>
            <a:xfrm>
              <a:off x="881743" y="702129"/>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a:off x="919842" y="1523948"/>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a:off x="892855" y="2345768"/>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vinegar</a:t>
              </a:r>
            </a:p>
          </p:txBody>
        </p:sp>
        <p:sp>
          <p:nvSpPr>
            <p:cNvPr id="6" name="Rectangle 5"/>
            <p:cNvSpPr/>
            <p:nvPr/>
          </p:nvSpPr>
          <p:spPr>
            <a:xfrm>
              <a:off x="897618" y="3331224"/>
              <a:ext cx="1503316"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cocoa</a:t>
              </a:r>
            </a:p>
          </p:txBody>
        </p:sp>
        <p:sp>
          <p:nvSpPr>
            <p:cNvPr id="7" name="Rectangle 6"/>
            <p:cNvSpPr/>
            <p:nvPr/>
          </p:nvSpPr>
          <p:spPr>
            <a:xfrm>
              <a:off x="919842" y="4251225"/>
              <a:ext cx="1501729" cy="58727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Soda</a:t>
              </a:r>
            </a:p>
          </p:txBody>
        </p:sp>
        <p:sp>
          <p:nvSpPr>
            <p:cNvPr id="8" name="Rectangle 7"/>
            <p:cNvSpPr/>
            <p:nvPr/>
          </p:nvSpPr>
          <p:spPr>
            <a:xfrm>
              <a:off x="908729" y="5220318"/>
              <a:ext cx="1501729" cy="58727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oil</a:t>
              </a:r>
            </a:p>
          </p:txBody>
        </p:sp>
        <p:sp>
          <p:nvSpPr>
            <p:cNvPr id="9" name="Oval 8"/>
            <p:cNvSpPr/>
            <p:nvPr/>
          </p:nvSpPr>
          <p:spPr>
            <a:xfrm>
              <a:off x="4572567" y="2498495"/>
              <a:ext cx="1192177" cy="1190912"/>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7746" y="2672483"/>
              <a:ext cx="84182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7746" y="2672483"/>
              <a:ext cx="84182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6675"/>
              <a:ext cx="2784390" cy="150182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818494"/>
              <a:ext cx="2325616" cy="85454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40314"/>
              <a:ext cx="2177984" cy="454546"/>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3094860"/>
              <a:ext cx="2171634" cy="530910"/>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4861"/>
              <a:ext cx="2325616" cy="1029093"/>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689407"/>
              <a:ext cx="2757404" cy="182363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224"/>
              <a:ext cx="1017556" cy="363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8496"/>
              <a:ext cx="1501729" cy="58727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cake</a:t>
              </a:r>
            </a:p>
          </p:txBody>
        </p:sp>
        <p:sp>
          <p:nvSpPr>
            <p:cNvPr id="19" name="Rectangle 18"/>
            <p:cNvSpPr/>
            <p:nvPr/>
          </p:nvSpPr>
          <p:spPr>
            <a:xfrm>
              <a:off x="897618" y="6042138"/>
              <a:ext cx="1503316" cy="587273"/>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0" name="Elbow Connector 14"/>
            <p:cNvCxnSpPr>
              <a:stCxn id="19" idx="3"/>
              <a:endCxn id="9" idx="4"/>
            </p:cNvCxnSpPr>
            <p:nvPr/>
          </p:nvCxnSpPr>
          <p:spPr>
            <a:xfrm flipV="1">
              <a:off x="2400934" y="3689407"/>
              <a:ext cx="2766929" cy="2645458"/>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Flour</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Sugar</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Eggs</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Chips</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Baking Powder</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Margarine</a:t>
            </a:r>
          </a:p>
        </p:txBody>
      </p:sp>
      <p:sp>
        <p:nvSpPr>
          <p:cNvPr id="35" name="Rectangle 34"/>
          <p:cNvSpPr/>
          <p:nvPr/>
        </p:nvSpPr>
        <p:spPr>
          <a:xfrm>
            <a:off x="6324600" y="1524000"/>
            <a:ext cx="1501775" cy="84455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Chocolate Chip Cookies</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Vanilla</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2938463"/>
            <a:ext cx="369888" cy="2308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4457700"/>
            <a:ext cx="331788" cy="7953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3" name="Rectangle 32"/>
          <p:cNvSpPr/>
          <p:nvPr/>
        </p:nvSpPr>
        <p:spPr>
          <a:xfrm>
            <a:off x="4441825" y="3119438"/>
            <a:ext cx="342900" cy="21383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5062538"/>
            <a:ext cx="354013" cy="2000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5051425"/>
            <a:ext cx="354012" cy="2016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0" name="Rectangle 39"/>
          <p:cNvSpPr/>
          <p:nvPr/>
        </p:nvSpPr>
        <p:spPr>
          <a:xfrm>
            <a:off x="6450013" y="3870325"/>
            <a:ext cx="327025" cy="1371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0018" name="TextBox 40"/>
          <p:cNvSpPr txBox="1">
            <a:spLocks noChangeArrowheads="1"/>
          </p:cNvSpPr>
          <p:nvPr/>
        </p:nvSpPr>
        <p:spPr bwMode="auto">
          <a:xfrm rot="-5400000">
            <a:off x="-256381" y="2958306"/>
            <a:ext cx="2511425" cy="461963"/>
          </a:xfrm>
          <a:prstGeom prst="rect">
            <a:avLst/>
          </a:prstGeom>
          <a:noFill/>
          <a:ln w="9525">
            <a:noFill/>
            <a:miter lim="800000"/>
            <a:headEnd/>
            <a:tailEnd/>
          </a:ln>
        </p:spPr>
        <p:txBody>
          <a:bodyPr wrap="none">
            <a:spAutoFit/>
          </a:bodyPr>
          <a:lstStyle/>
          <a:p>
            <a:r>
              <a:rPr lang="en-US" sz="2400"/>
              <a:t>Mass of ingredient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1"/>
          <p:cNvGrpSpPr>
            <a:grpSpLocks/>
          </p:cNvGrpSpPr>
          <p:nvPr/>
        </p:nvGrpSpPr>
        <p:grpSpPr bwMode="auto">
          <a:xfrm>
            <a:off x="881063" y="939495"/>
            <a:ext cx="7402512" cy="5191125"/>
            <a:chOff x="881743" y="702129"/>
            <a:chExt cx="7402286" cy="5927282"/>
          </a:xfrm>
        </p:grpSpPr>
        <p:sp>
          <p:nvSpPr>
            <p:cNvPr id="3" name="Rectangle 2"/>
            <p:cNvSpPr/>
            <p:nvPr/>
          </p:nvSpPr>
          <p:spPr>
            <a:xfrm>
              <a:off x="881743" y="702129"/>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a:off x="919842" y="1523248"/>
              <a:ext cx="1501729" cy="589102"/>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a:off x="892855" y="2346180"/>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a:off x="897618" y="3330434"/>
              <a:ext cx="1503316"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a:off x="919842" y="4251248"/>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a:off x="908729" y="5219189"/>
              <a:ext cx="1501729" cy="58910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2640Hz</a:t>
              </a:r>
            </a:p>
          </p:txBody>
        </p:sp>
        <p:sp>
          <p:nvSpPr>
            <p:cNvPr id="9" name="Oval 8"/>
            <p:cNvSpPr/>
            <p:nvPr/>
          </p:nvSpPr>
          <p:spPr>
            <a:xfrm>
              <a:off x="4572567" y="2498440"/>
              <a:ext cx="1192177" cy="1192707"/>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7221" y="2672419"/>
              <a:ext cx="842870"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774"/>
              <a:ext cx="2784390" cy="150266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Elbow Connector 14"/>
            <p:cNvCxnSpPr>
              <a:stCxn id="4" idx="3"/>
              <a:endCxn id="9" idx="1"/>
            </p:cNvCxnSpPr>
            <p:nvPr/>
          </p:nvCxnSpPr>
          <p:spPr>
            <a:xfrm>
              <a:off x="2421571" y="1818706"/>
              <a:ext cx="2325616" cy="85374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39825"/>
              <a:ext cx="2177984" cy="454968"/>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Elbow Connector 14"/>
            <p:cNvCxnSpPr>
              <a:stCxn id="6" idx="3"/>
              <a:endCxn id="9" idx="2"/>
            </p:cNvCxnSpPr>
            <p:nvPr/>
          </p:nvCxnSpPr>
          <p:spPr>
            <a:xfrm flipV="1">
              <a:off x="2400934" y="3094793"/>
              <a:ext cx="2171634" cy="529286"/>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5322"/>
              <a:ext cx="2325616" cy="102957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Elbow Connector 14"/>
            <p:cNvCxnSpPr>
              <a:stCxn id="8" idx="3"/>
              <a:endCxn id="9" idx="4"/>
            </p:cNvCxnSpPr>
            <p:nvPr/>
          </p:nvCxnSpPr>
          <p:spPr>
            <a:xfrm flipV="1">
              <a:off x="2410458" y="3691147"/>
              <a:ext cx="2757404" cy="1821687"/>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168"/>
              <a:ext cx="1017556" cy="36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7523"/>
              <a:ext cx="1501729"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19" name="Rectangle 18"/>
            <p:cNvSpPr/>
            <p:nvPr/>
          </p:nvSpPr>
          <p:spPr>
            <a:xfrm>
              <a:off x="897618" y="6042121"/>
              <a:ext cx="1503316" cy="58729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1147"/>
              <a:ext cx="2766929" cy="2644619"/>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5"/>
          <p:cNvGrpSpPr>
            <a:grpSpLocks/>
          </p:cNvGrpSpPr>
          <p:nvPr/>
        </p:nvGrpSpPr>
        <p:grpSpPr bwMode="auto">
          <a:xfrm>
            <a:off x="881063" y="903995"/>
            <a:ext cx="7402512" cy="5295900"/>
            <a:chOff x="881743" y="702129"/>
            <a:chExt cx="7402286" cy="5927282"/>
          </a:xfrm>
        </p:grpSpPr>
        <p:sp>
          <p:nvSpPr>
            <p:cNvPr id="3" name="Rectangle 2"/>
            <p:cNvSpPr/>
            <p:nvPr/>
          </p:nvSpPr>
          <p:spPr>
            <a:xfrm>
              <a:off x="881743" y="702129"/>
              <a:ext cx="1501729" cy="588109"/>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5" name="Rectangle 4"/>
            <p:cNvSpPr/>
            <p:nvPr/>
          </p:nvSpPr>
          <p:spPr>
            <a:xfrm>
              <a:off x="892855" y="234563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7" name="Rectangle 6"/>
            <p:cNvSpPr/>
            <p:nvPr/>
          </p:nvSpPr>
          <p:spPr>
            <a:xfrm>
              <a:off x="919842" y="4250326"/>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9" name="Oval 8"/>
            <p:cNvSpPr/>
            <p:nvPr/>
          </p:nvSpPr>
          <p:spPr>
            <a:xfrm>
              <a:off x="4572567" y="2498437"/>
              <a:ext cx="1192177" cy="1192208"/>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cxnSp>
          <p:nvCxnSpPr>
            <p:cNvPr id="11" name="Straight Connector 10"/>
            <p:cNvCxnSpPr>
              <a:stCxn id="9" idx="1"/>
              <a:endCxn id="9" idx="5"/>
            </p:cNvCxnSpPr>
            <p:nvPr/>
          </p:nvCxnSpPr>
          <p:spPr>
            <a:xfrm rot="16200000" flipH="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p:cNvCxnSpPr>
              <a:stCxn id="9" idx="3"/>
              <a:endCxn id="9" idx="7"/>
            </p:cNvCxnSpPr>
            <p:nvPr/>
          </p:nvCxnSpPr>
          <p:spPr>
            <a:xfrm rot="5400000" flipH="1" flipV="1">
              <a:off x="4746675" y="2673072"/>
              <a:ext cx="843962" cy="842937"/>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Elbow Connector 14"/>
            <p:cNvCxnSpPr>
              <a:stCxn id="3" idx="3"/>
              <a:endCxn id="9" idx="0"/>
            </p:cNvCxnSpPr>
            <p:nvPr/>
          </p:nvCxnSpPr>
          <p:spPr>
            <a:xfrm>
              <a:off x="2383472" y="995295"/>
              <a:ext cx="2784390" cy="1503142"/>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Elbow Connector 14"/>
            <p:cNvCxnSpPr>
              <a:stCxn id="5" idx="3"/>
              <a:endCxn id="9" idx="2"/>
            </p:cNvCxnSpPr>
            <p:nvPr/>
          </p:nvCxnSpPr>
          <p:spPr>
            <a:xfrm>
              <a:off x="2394584" y="2640578"/>
              <a:ext cx="2177984" cy="453074"/>
            </a:xfrm>
            <a:prstGeom prst="bentConnector3">
              <a:avLst>
                <a:gd name="adj1" fmla="val 50000"/>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Elbow Connector 14"/>
            <p:cNvCxnSpPr>
              <a:stCxn id="7" idx="3"/>
              <a:endCxn id="9" idx="3"/>
            </p:cNvCxnSpPr>
            <p:nvPr/>
          </p:nvCxnSpPr>
          <p:spPr>
            <a:xfrm flipV="1">
              <a:off x="2421571" y="3516522"/>
              <a:ext cx="2325616" cy="1028746"/>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a:stCxn id="9" idx="6"/>
              <a:endCxn id="35" idx="1"/>
            </p:cNvCxnSpPr>
            <p:nvPr/>
          </p:nvCxnSpPr>
          <p:spPr>
            <a:xfrm flipV="1">
              <a:off x="5764744" y="3091876"/>
              <a:ext cx="1017556" cy="177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5" name="Rectangle 34"/>
            <p:cNvSpPr/>
            <p:nvPr/>
          </p:nvSpPr>
          <p:spPr>
            <a:xfrm>
              <a:off x="6782300" y="2796933"/>
              <a:ext cx="1501729"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19" name="Rectangle 18"/>
            <p:cNvSpPr/>
            <p:nvPr/>
          </p:nvSpPr>
          <p:spPr>
            <a:xfrm>
              <a:off x="897618" y="6041303"/>
              <a:ext cx="1503316" cy="588108"/>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3080Hz</a:t>
              </a:r>
            </a:p>
          </p:txBody>
        </p:sp>
        <p:cxnSp>
          <p:nvCxnSpPr>
            <p:cNvPr id="20" name="Elbow Connector 14"/>
            <p:cNvCxnSpPr>
              <a:stCxn id="19" idx="3"/>
              <a:endCxn id="9" idx="4"/>
            </p:cNvCxnSpPr>
            <p:nvPr/>
          </p:nvCxnSpPr>
          <p:spPr>
            <a:xfrm flipV="1">
              <a:off x="2400934" y="3690645"/>
              <a:ext cx="2766929" cy="2645601"/>
            </a:xfrm>
            <a:prstGeom prst="bentConnector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Trumpet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1981200"/>
            <a:ext cx="387350" cy="32654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4495800"/>
            <a:ext cx="387350" cy="7572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4800601"/>
            <a:ext cx="387350"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rot="19252834">
            <a:off x="1158875" y="5257800"/>
            <a:ext cx="1503363"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440Hz</a:t>
            </a:r>
          </a:p>
        </p:txBody>
      </p:sp>
      <p:sp>
        <p:nvSpPr>
          <p:cNvPr id="4" name="Rectangle 3"/>
          <p:cNvSpPr/>
          <p:nvPr/>
        </p:nvSpPr>
        <p:spPr>
          <a:xfrm rot="19252834">
            <a:off x="2062163" y="5257800"/>
            <a:ext cx="1503362"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880Hz</a:t>
            </a:r>
          </a:p>
        </p:txBody>
      </p:sp>
      <p:sp>
        <p:nvSpPr>
          <p:cNvPr id="5" name="Rectangle 4"/>
          <p:cNvSpPr/>
          <p:nvPr/>
        </p:nvSpPr>
        <p:spPr>
          <a:xfrm rot="19252834">
            <a:off x="2803525" y="52578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1320Hz</a:t>
            </a:r>
          </a:p>
        </p:txBody>
      </p:sp>
      <p:sp>
        <p:nvSpPr>
          <p:cNvPr id="6" name="Rectangle 5"/>
          <p:cNvSpPr/>
          <p:nvPr/>
        </p:nvSpPr>
        <p:spPr>
          <a:xfrm rot="19252834">
            <a:off x="3756025" y="5535613"/>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1760Hz</a:t>
            </a:r>
          </a:p>
        </p:txBody>
      </p:sp>
      <p:sp>
        <p:nvSpPr>
          <p:cNvPr id="7" name="Rectangle 6"/>
          <p:cNvSpPr/>
          <p:nvPr/>
        </p:nvSpPr>
        <p:spPr>
          <a:xfrm rot="19252834">
            <a:off x="4789488" y="540543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2200Hz</a:t>
            </a:r>
          </a:p>
        </p:txBody>
      </p:sp>
      <p:sp>
        <p:nvSpPr>
          <p:cNvPr id="8" name="Rectangle 7"/>
          <p:cNvSpPr/>
          <p:nvPr/>
        </p:nvSpPr>
        <p:spPr>
          <a:xfrm rot="19252834">
            <a:off x="5715000" y="5372100"/>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2640</a:t>
            </a:r>
          </a:p>
        </p:txBody>
      </p:sp>
      <p:sp>
        <p:nvSpPr>
          <p:cNvPr id="35" name="Rectangle 34"/>
          <p:cNvSpPr/>
          <p:nvPr/>
        </p:nvSpPr>
        <p:spPr>
          <a:xfrm>
            <a:off x="6324600" y="1524000"/>
            <a:ext cx="1501775" cy="58737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Clarinet A</a:t>
            </a:r>
          </a:p>
        </p:txBody>
      </p:sp>
      <p:sp>
        <p:nvSpPr>
          <p:cNvPr id="37" name="Rectangle 36"/>
          <p:cNvSpPr/>
          <p:nvPr/>
        </p:nvSpPr>
        <p:spPr>
          <a:xfrm rot="19252834">
            <a:off x="6743700" y="5322888"/>
            <a:ext cx="1501775" cy="5873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r>
              <a:rPr lang="en-US" dirty="0">
                <a:solidFill>
                  <a:schemeClr val="tx1"/>
                </a:solidFill>
              </a:rPr>
              <a:t>3080</a:t>
            </a:r>
          </a:p>
        </p:txBody>
      </p:sp>
      <p:cxnSp>
        <p:nvCxnSpPr>
          <p:cNvPr id="23" name="Straight Connector 22"/>
          <p:cNvCxnSpPr/>
          <p:nvPr/>
        </p:nvCxnSpPr>
        <p:spPr>
          <a:xfrm>
            <a:off x="1306513" y="5241925"/>
            <a:ext cx="6450012" cy="1587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rot="5400000" flipH="1" flipV="1">
            <a:off x="-1012031" y="3058319"/>
            <a:ext cx="4854575" cy="11113"/>
          </a:xfrm>
          <a:prstGeom prst="line">
            <a:avLst/>
          </a:prstGeom>
        </p:spPr>
        <p:style>
          <a:lnRef idx="1">
            <a:schemeClr val="accent1"/>
          </a:lnRef>
          <a:fillRef idx="0">
            <a:schemeClr val="accent1"/>
          </a:fillRef>
          <a:effectRef idx="0">
            <a:schemeClr val="accent1"/>
          </a:effectRef>
          <a:fontRef idx="minor">
            <a:schemeClr val="tx1"/>
          </a:fontRef>
        </p:style>
      </p:cxnSp>
      <p:sp>
        <p:nvSpPr>
          <p:cNvPr id="29" name="Rectangle 28"/>
          <p:cNvSpPr/>
          <p:nvPr/>
        </p:nvSpPr>
        <p:spPr>
          <a:xfrm>
            <a:off x="1763713" y="2498725"/>
            <a:ext cx="374650" cy="2743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1" name="Rectangle 30"/>
          <p:cNvSpPr/>
          <p:nvPr/>
        </p:nvSpPr>
        <p:spPr>
          <a:xfrm>
            <a:off x="2682875" y="520065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2" name="Rectangle 31"/>
          <p:cNvSpPr/>
          <p:nvPr/>
        </p:nvSpPr>
        <p:spPr>
          <a:xfrm>
            <a:off x="3521075" y="2987675"/>
            <a:ext cx="349250" cy="22653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6" name="Rectangle 35"/>
          <p:cNvSpPr/>
          <p:nvPr/>
        </p:nvSpPr>
        <p:spPr>
          <a:xfrm>
            <a:off x="5394325" y="4408488"/>
            <a:ext cx="354013" cy="8540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39" name="Rectangle 38"/>
          <p:cNvSpPr/>
          <p:nvPr/>
        </p:nvSpPr>
        <p:spPr>
          <a:xfrm>
            <a:off x="7326313" y="4849813"/>
            <a:ext cx="365125" cy="4032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43088" name="TextBox 40"/>
          <p:cNvSpPr txBox="1">
            <a:spLocks noChangeArrowheads="1"/>
          </p:cNvSpPr>
          <p:nvPr/>
        </p:nvSpPr>
        <p:spPr bwMode="auto">
          <a:xfrm rot="-5400000">
            <a:off x="-342106" y="2958306"/>
            <a:ext cx="2682875" cy="461963"/>
          </a:xfrm>
          <a:prstGeom prst="rect">
            <a:avLst/>
          </a:prstGeom>
          <a:noFill/>
          <a:ln w="9525">
            <a:noFill/>
            <a:miter lim="800000"/>
            <a:headEnd/>
            <a:tailEnd/>
          </a:ln>
        </p:spPr>
        <p:txBody>
          <a:bodyPr wrap="none">
            <a:spAutoFit/>
          </a:bodyPr>
          <a:lstStyle/>
          <a:p>
            <a:r>
              <a:rPr lang="en-US" sz="2400"/>
              <a:t>Amplitude of Partial</a:t>
            </a:r>
          </a:p>
        </p:txBody>
      </p:sp>
      <p:sp>
        <p:nvSpPr>
          <p:cNvPr id="20" name="Rectangle 19"/>
          <p:cNvSpPr/>
          <p:nvPr/>
        </p:nvSpPr>
        <p:spPr>
          <a:xfrm>
            <a:off x="4435475" y="5207000"/>
            <a:ext cx="387350" cy="460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1" name="Rectangle 20"/>
          <p:cNvSpPr/>
          <p:nvPr/>
        </p:nvSpPr>
        <p:spPr>
          <a:xfrm>
            <a:off x="6416675" y="5211763"/>
            <a:ext cx="387350" cy="4603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4097" name="Picture 2"/>
          <p:cNvPicPr>
            <a:picLocks noChangeAspect="1" noChangeArrowheads="1"/>
          </p:cNvPicPr>
          <p:nvPr/>
        </p:nvPicPr>
        <p:blipFill>
          <a:blip r:embed="rId2" cstate="print"/>
          <a:srcRect/>
          <a:stretch>
            <a:fillRect/>
          </a:stretch>
        </p:blipFill>
        <p:spPr bwMode="auto">
          <a:xfrm>
            <a:off x="839788" y="1330325"/>
            <a:ext cx="7300912" cy="4875213"/>
          </a:xfrm>
          <a:prstGeom prst="rect">
            <a:avLst/>
          </a:prstGeom>
          <a:noFill/>
          <a:ln w="9525">
            <a:noFill/>
            <a:miter lim="800000"/>
            <a:headEnd/>
            <a:tailEnd/>
          </a:ln>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5121" name="Picture 4"/>
          <p:cNvPicPr>
            <a:picLocks noChangeAspect="1" noChangeArrowheads="1"/>
          </p:cNvPicPr>
          <p:nvPr/>
        </p:nvPicPr>
        <p:blipFill>
          <a:blip r:embed="rId2" cstate="print"/>
          <a:srcRect/>
          <a:stretch>
            <a:fillRect/>
          </a:stretch>
        </p:blipFill>
        <p:spPr bwMode="auto">
          <a:xfrm>
            <a:off x="455613" y="792433"/>
            <a:ext cx="8447087" cy="5640387"/>
          </a:xfrm>
          <a:prstGeom prst="rect">
            <a:avLst/>
          </a:prstGeom>
          <a:noFill/>
          <a:ln w="9525">
            <a:noFill/>
            <a:miter lim="800000"/>
            <a:headEnd/>
            <a:tailEnd/>
          </a:ln>
        </p:spPr>
      </p:pic>
      <p:sp>
        <p:nvSpPr>
          <p:cNvPr id="7" name="Cross 6"/>
          <p:cNvSpPr/>
          <p:nvPr/>
        </p:nvSpPr>
        <p:spPr>
          <a:xfrm>
            <a:off x="4408488" y="1624283"/>
            <a:ext cx="473075" cy="474662"/>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8" name="Cross 7"/>
          <p:cNvSpPr/>
          <p:nvPr/>
        </p:nvSpPr>
        <p:spPr>
          <a:xfrm>
            <a:off x="4414838" y="2527570"/>
            <a:ext cx="473075" cy="474663"/>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9" name="Cross 8"/>
          <p:cNvSpPr/>
          <p:nvPr/>
        </p:nvSpPr>
        <p:spPr>
          <a:xfrm>
            <a:off x="4386263" y="3318145"/>
            <a:ext cx="474662" cy="473075"/>
          </a:xfrm>
          <a:prstGeom prst="plus">
            <a:avLst>
              <a:gd name="adj" fmla="val 42241"/>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11" name="Equal 10"/>
          <p:cNvSpPr/>
          <p:nvPr/>
        </p:nvSpPr>
        <p:spPr>
          <a:xfrm>
            <a:off x="4262438" y="4302395"/>
            <a:ext cx="782637" cy="571500"/>
          </a:xfrm>
          <a:prstGeom prst="mathEqual">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solidFill>
                <a:schemeClr val="tx1"/>
              </a:solidFil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6145" name="Picture 2"/>
          <p:cNvPicPr>
            <a:picLocks noChangeAspect="1" noChangeArrowheads="1"/>
          </p:cNvPicPr>
          <p:nvPr/>
        </p:nvPicPr>
        <p:blipFill>
          <a:blip r:embed="rId2" cstate="print"/>
          <a:srcRect/>
          <a:stretch>
            <a:fillRect/>
          </a:stretch>
        </p:blipFill>
        <p:spPr bwMode="auto">
          <a:xfrm>
            <a:off x="558800" y="1289050"/>
            <a:ext cx="8058150" cy="5095875"/>
          </a:xfrm>
          <a:prstGeom prst="rect">
            <a:avLst/>
          </a:prstGeom>
          <a:noFill/>
          <a:ln w="9525">
            <a:noFill/>
            <a:miter lim="800000"/>
            <a:headEnd/>
            <a:tailEnd/>
          </a:ln>
        </p:spPr>
      </p:pic>
      <p:cxnSp>
        <p:nvCxnSpPr>
          <p:cNvPr id="4" name="Straight Arrow Connector 3"/>
          <p:cNvCxnSpPr/>
          <p:nvPr/>
        </p:nvCxnSpPr>
        <p:spPr>
          <a:xfrm rot="5400000">
            <a:off x="2293938" y="1166813"/>
            <a:ext cx="1143000" cy="5397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16200000" flipH="1">
            <a:off x="2882107" y="1151731"/>
            <a:ext cx="1322388" cy="81597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a:off x="3101975" y="865188"/>
            <a:ext cx="2155825"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a:off x="3119438" y="865188"/>
            <a:ext cx="3525837" cy="1420812"/>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6150" name="TextBox 13"/>
          <p:cNvSpPr txBox="1">
            <a:spLocks noChangeArrowheads="1"/>
          </p:cNvSpPr>
          <p:nvPr/>
        </p:nvSpPr>
        <p:spPr bwMode="auto">
          <a:xfrm>
            <a:off x="2155825" y="538163"/>
            <a:ext cx="2014538" cy="369887"/>
          </a:xfrm>
          <a:prstGeom prst="rect">
            <a:avLst/>
          </a:prstGeom>
          <a:noFill/>
          <a:ln w="9525">
            <a:noFill/>
            <a:miter lim="800000"/>
            <a:headEnd/>
            <a:tailEnd/>
          </a:ln>
        </p:spPr>
        <p:txBody>
          <a:bodyPr wrap="none">
            <a:spAutoFit/>
          </a:bodyPr>
          <a:lstStyle/>
          <a:p>
            <a:r>
              <a:rPr lang="en-US"/>
              <a:t>Peaks show partials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7169" name="Picture 2"/>
          <p:cNvPicPr>
            <a:picLocks noChangeAspect="1" noChangeArrowheads="1"/>
          </p:cNvPicPr>
          <p:nvPr/>
        </p:nvPicPr>
        <p:blipFill>
          <a:blip r:embed="rId2" cstate="print"/>
          <a:srcRect/>
          <a:stretch>
            <a:fillRect/>
          </a:stretch>
        </p:blipFill>
        <p:spPr bwMode="auto">
          <a:xfrm>
            <a:off x="558800" y="407988"/>
            <a:ext cx="8058150" cy="5095875"/>
          </a:xfrm>
          <a:prstGeom prst="rect">
            <a:avLst/>
          </a:prstGeom>
          <a:noFill/>
          <a:ln w="9525">
            <a:noFill/>
            <a:miter lim="800000"/>
            <a:headEnd/>
            <a:tailEnd/>
          </a:ln>
        </p:spPr>
      </p:pic>
      <p:cxnSp>
        <p:nvCxnSpPr>
          <p:cNvPr id="4" name="Straight Arrow Connector 3"/>
          <p:cNvCxnSpPr/>
          <p:nvPr/>
        </p:nvCxnSpPr>
        <p:spPr>
          <a:xfrm rot="5400000" flipH="1" flipV="1">
            <a:off x="2605088" y="4595813"/>
            <a:ext cx="1600200" cy="57150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rot="5400000" flipH="1" flipV="1">
            <a:off x="2718594" y="3926681"/>
            <a:ext cx="2122488" cy="13557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rot="5400000" flipH="1" flipV="1">
            <a:off x="3069431" y="2939257"/>
            <a:ext cx="2759075" cy="2693988"/>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p:cNvCxnSpPr/>
          <p:nvPr/>
        </p:nvCxnSpPr>
        <p:spPr>
          <a:xfrm flipV="1">
            <a:off x="3101975" y="2351088"/>
            <a:ext cx="3576638" cy="3298825"/>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7175" name="TextBox 21"/>
          <p:cNvSpPr txBox="1">
            <a:spLocks noChangeArrowheads="1"/>
          </p:cNvSpPr>
          <p:nvPr/>
        </p:nvSpPr>
        <p:spPr bwMode="auto">
          <a:xfrm>
            <a:off x="438150" y="5684838"/>
            <a:ext cx="8266113" cy="922337"/>
          </a:xfrm>
          <a:prstGeom prst="rect">
            <a:avLst/>
          </a:prstGeom>
          <a:noFill/>
          <a:ln w="9525">
            <a:noFill/>
            <a:miter lim="800000"/>
            <a:headEnd/>
            <a:tailEnd/>
          </a:ln>
        </p:spPr>
        <p:txBody>
          <a:bodyPr>
            <a:spAutoFit/>
          </a:bodyPr>
          <a:lstStyle/>
          <a:p>
            <a:r>
              <a:rPr lang="en-US"/>
              <a:t>Strip chart also shows partials, darker black means higher peak</a:t>
            </a:r>
          </a:p>
          <a:p>
            <a:r>
              <a:rPr lang="en-US"/>
              <a:t>It is like looking at the graph above, but from above, and repeated for each second of playing </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8193" name="Picture 2"/>
          <p:cNvPicPr>
            <a:picLocks noChangeAspect="1" noChangeArrowheads="1"/>
          </p:cNvPicPr>
          <p:nvPr/>
        </p:nvPicPr>
        <p:blipFill>
          <a:blip r:embed="rId2" cstate="print"/>
          <a:srcRect/>
          <a:stretch>
            <a:fillRect/>
          </a:stretch>
        </p:blipFill>
        <p:spPr bwMode="auto">
          <a:xfrm>
            <a:off x="3244850" y="1485900"/>
            <a:ext cx="5551488" cy="3509963"/>
          </a:xfrm>
          <a:prstGeom prst="rect">
            <a:avLst/>
          </a:prstGeom>
          <a:noFill/>
          <a:ln w="9525">
            <a:noFill/>
            <a:miter lim="800000"/>
            <a:headEnd/>
            <a:tailEnd/>
          </a:ln>
        </p:spPr>
      </p:pic>
      <p:cxnSp>
        <p:nvCxnSpPr>
          <p:cNvPr id="4" name="Straight Arrow Connector 3"/>
          <p:cNvCxnSpPr/>
          <p:nvPr/>
        </p:nvCxnSpPr>
        <p:spPr>
          <a:xfrm flipV="1">
            <a:off x="2675365" y="2236788"/>
            <a:ext cx="1909763" cy="161925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 name="Straight Arrow Connector 4"/>
          <p:cNvCxnSpPr/>
          <p:nvPr/>
        </p:nvCxnSpPr>
        <p:spPr>
          <a:xfrm>
            <a:off x="2675365" y="3856038"/>
            <a:ext cx="2506235" cy="147926"/>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648196" name="TextBox 21"/>
          <p:cNvSpPr txBox="1">
            <a:spLocks noChangeArrowheads="1"/>
          </p:cNvSpPr>
          <p:nvPr/>
        </p:nvSpPr>
        <p:spPr bwMode="auto">
          <a:xfrm>
            <a:off x="373063" y="3071813"/>
            <a:ext cx="2468562" cy="1570037"/>
          </a:xfrm>
          <a:prstGeom prst="rect">
            <a:avLst/>
          </a:prstGeom>
          <a:noFill/>
          <a:ln w="9525">
            <a:noFill/>
            <a:miter lim="800000"/>
            <a:headEnd/>
            <a:tailEnd/>
          </a:ln>
        </p:spPr>
        <p:txBody>
          <a:bodyPr>
            <a:spAutoFit/>
          </a:bodyPr>
          <a:lstStyle/>
          <a:p>
            <a:r>
              <a:rPr lang="en-US" sz="2400"/>
              <a:t>Notice that there are non-harmonic partials in this instrument too!</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9217" name="TextBox 2"/>
          <p:cNvSpPr txBox="1">
            <a:spLocks noChangeArrowheads="1"/>
          </p:cNvSpPr>
          <p:nvPr/>
        </p:nvSpPr>
        <p:spPr bwMode="auto">
          <a:xfrm>
            <a:off x="3624263" y="6122988"/>
            <a:ext cx="2519362" cy="369887"/>
          </a:xfrm>
          <a:prstGeom prst="rect">
            <a:avLst/>
          </a:prstGeom>
          <a:noFill/>
          <a:ln w="9525">
            <a:noFill/>
            <a:miter lim="800000"/>
            <a:headEnd/>
            <a:tailEnd/>
          </a:ln>
        </p:spPr>
        <p:txBody>
          <a:bodyPr wrap="none">
            <a:spAutoFit/>
          </a:bodyPr>
          <a:lstStyle/>
          <a:p>
            <a:r>
              <a:rPr lang="en-US">
                <a:hlinkClick r:id="rId2" action="ppaction://hlinkfile"/>
              </a:rPr>
              <a:t>Bamboo six holed flute</a:t>
            </a:r>
            <a:endParaRPr lang="en-US"/>
          </a:p>
        </p:txBody>
      </p:sp>
      <p:pic>
        <p:nvPicPr>
          <p:cNvPr id="649218" name="Picture 3"/>
          <p:cNvPicPr>
            <a:picLocks noChangeAspect="1" noChangeArrowheads="1"/>
          </p:cNvPicPr>
          <p:nvPr/>
        </p:nvPicPr>
        <p:blipFill>
          <a:blip r:embed="rId3" cstate="print"/>
          <a:srcRect/>
          <a:stretch>
            <a:fillRect/>
          </a:stretch>
        </p:blipFill>
        <p:spPr bwMode="auto">
          <a:xfrm>
            <a:off x="608013" y="244475"/>
            <a:ext cx="8058150" cy="5324475"/>
          </a:xfrm>
          <a:prstGeom prst="rect">
            <a:avLst/>
          </a:prstGeom>
          <a:noFill/>
          <a:ln w="9525">
            <a:noFill/>
            <a:miter lim="800000"/>
            <a:headEnd/>
            <a:tailEnd/>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0241" name="Picture 2"/>
          <p:cNvPicPr>
            <a:picLocks noChangeAspect="1" noChangeArrowheads="1"/>
          </p:cNvPicPr>
          <p:nvPr/>
        </p:nvPicPr>
        <p:blipFill>
          <a:blip r:embed="rId2" cstate="print"/>
          <a:srcRect/>
          <a:stretch>
            <a:fillRect/>
          </a:stretch>
        </p:blipFill>
        <p:spPr bwMode="auto">
          <a:xfrm>
            <a:off x="647700" y="625028"/>
            <a:ext cx="8080664" cy="5416550"/>
          </a:xfrm>
          <a:prstGeom prst="rect">
            <a:avLst/>
          </a:prstGeom>
          <a:noFill/>
          <a:ln w="9525">
            <a:noFill/>
            <a:miter lim="800000"/>
            <a:headEnd/>
            <a:tailEnd/>
          </a:ln>
        </p:spPr>
      </p:pic>
      <p:sp>
        <p:nvSpPr>
          <p:cNvPr id="650242" name="TextBox 2"/>
          <p:cNvSpPr txBox="1">
            <a:spLocks noChangeArrowheads="1"/>
          </p:cNvSpPr>
          <p:nvPr/>
        </p:nvSpPr>
        <p:spPr bwMode="auto">
          <a:xfrm>
            <a:off x="4167766" y="6204816"/>
            <a:ext cx="908050" cy="369888"/>
          </a:xfrm>
          <a:prstGeom prst="rect">
            <a:avLst/>
          </a:prstGeom>
          <a:noFill/>
          <a:ln w="9525">
            <a:noFill/>
            <a:miter lim="800000"/>
            <a:headEnd/>
            <a:tailEnd/>
          </a:ln>
        </p:spPr>
        <p:txBody>
          <a:bodyPr wrap="none">
            <a:spAutoFit/>
          </a:bodyPr>
          <a:lstStyle/>
          <a:p>
            <a:r>
              <a:rPr lang="en-US" dirty="0"/>
              <a:t>Ocarina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1265" name="TextBox 2">
            <a:hlinkClick r:id="rId2" action="ppaction://hlinkfile"/>
          </p:cNvPr>
          <p:cNvSpPr txBox="1">
            <a:spLocks noChangeArrowheads="1"/>
          </p:cNvSpPr>
          <p:nvPr/>
        </p:nvSpPr>
        <p:spPr bwMode="auto">
          <a:xfrm>
            <a:off x="3935413" y="6188075"/>
            <a:ext cx="1133475" cy="369888"/>
          </a:xfrm>
          <a:prstGeom prst="rect">
            <a:avLst/>
          </a:prstGeom>
          <a:noFill/>
          <a:ln w="9525">
            <a:noFill/>
            <a:miter lim="800000"/>
            <a:headEnd/>
            <a:tailEnd/>
          </a:ln>
        </p:spPr>
        <p:txBody>
          <a:bodyPr wrap="none">
            <a:spAutoFit/>
          </a:bodyPr>
          <a:lstStyle/>
          <a:p>
            <a:r>
              <a:rPr lang="en-US">
                <a:hlinkClick r:id="rId3" action="ppaction://hlinkfile"/>
              </a:rPr>
              <a:t>Recorder</a:t>
            </a:r>
            <a:endParaRPr lang="en-US"/>
          </a:p>
        </p:txBody>
      </p:sp>
      <p:pic>
        <p:nvPicPr>
          <p:cNvPr id="651266" name="Picture 3"/>
          <p:cNvPicPr>
            <a:picLocks noChangeAspect="1" noChangeArrowheads="1"/>
          </p:cNvPicPr>
          <p:nvPr/>
        </p:nvPicPr>
        <p:blipFill>
          <a:blip r:embed="rId4"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2289" name="TextBox 2">
            <a:hlinkClick r:id="rId2" action="ppaction://hlinkfile"/>
          </p:cNvPr>
          <p:cNvSpPr txBox="1">
            <a:spLocks noChangeArrowheads="1"/>
          </p:cNvSpPr>
          <p:nvPr/>
        </p:nvSpPr>
        <p:spPr bwMode="auto">
          <a:xfrm>
            <a:off x="3935413" y="6188075"/>
            <a:ext cx="1033462" cy="369888"/>
          </a:xfrm>
          <a:prstGeom prst="rect">
            <a:avLst/>
          </a:prstGeom>
          <a:noFill/>
          <a:ln w="9525">
            <a:noFill/>
            <a:miter lim="800000"/>
            <a:headEnd/>
            <a:tailEnd/>
          </a:ln>
        </p:spPr>
        <p:txBody>
          <a:bodyPr wrap="none">
            <a:spAutoFit/>
          </a:bodyPr>
          <a:lstStyle/>
          <a:p>
            <a:r>
              <a:rPr lang="en-US"/>
              <a:t>Recorder</a:t>
            </a:r>
          </a:p>
        </p:txBody>
      </p:sp>
      <p:pic>
        <p:nvPicPr>
          <p:cNvPr id="652290" name="Picture 3"/>
          <p:cNvPicPr>
            <a:picLocks noChangeAspect="1" noChangeArrowheads="1"/>
          </p:cNvPicPr>
          <p:nvPr/>
        </p:nvPicPr>
        <p:blipFill>
          <a:blip r:embed="rId3" cstate="print"/>
          <a:srcRect/>
          <a:stretch>
            <a:fillRect/>
          </a:stretch>
        </p:blipFill>
        <p:spPr bwMode="auto">
          <a:xfrm>
            <a:off x="542925" y="766763"/>
            <a:ext cx="8058150" cy="5324475"/>
          </a:xfrm>
          <a:prstGeom prst="rect">
            <a:avLst/>
          </a:prstGeom>
          <a:noFill/>
          <a:ln w="9525">
            <a:noFill/>
            <a:miter lim="800000"/>
            <a:headEnd/>
            <a:tailEnd/>
          </a:ln>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t>Application: Light Spectra</a:t>
            </a:r>
          </a:p>
        </p:txBody>
      </p:sp>
      <p:sp>
        <p:nvSpPr>
          <p:cNvPr id="28675" name="Rectangle 3"/>
          <p:cNvSpPr>
            <a:spLocks noGrp="1" noChangeArrowheads="1"/>
          </p:cNvSpPr>
          <p:nvPr>
            <p:ph type="body" idx="1"/>
          </p:nvPr>
        </p:nvSpPr>
        <p:spPr/>
        <p:txBody>
          <a:bodyPr/>
          <a:lstStyle/>
          <a:p>
            <a:pPr eaLnBrk="1" hangingPunct="1"/>
            <a:endParaRPr lang="en-US"/>
          </a:p>
        </p:txBody>
      </p:sp>
      <p:pic>
        <p:nvPicPr>
          <p:cNvPr id="28676" name="Picture 4" descr="solar4300-4400"/>
          <p:cNvPicPr>
            <a:picLocks noChangeAspect="1" noChangeArrowheads="1"/>
          </p:cNvPicPr>
          <p:nvPr/>
        </p:nvPicPr>
        <p:blipFill>
          <a:blip r:embed="rId2" cstate="print"/>
          <a:srcRect/>
          <a:stretch>
            <a:fillRect/>
          </a:stretch>
        </p:blipFill>
        <p:spPr bwMode="auto">
          <a:xfrm>
            <a:off x="1981200" y="1423988"/>
            <a:ext cx="5715000" cy="4572000"/>
          </a:xfrm>
          <a:prstGeom prst="rect">
            <a:avLst/>
          </a:prstGeom>
          <a:noFill/>
          <a:ln w="9525">
            <a:noFill/>
            <a:miter lim="800000"/>
            <a:headEnd/>
            <a:tailEnd/>
          </a:ln>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52226" name="Picture 2"/>
          <p:cNvPicPr>
            <a:picLocks noChangeAspect="1" noChangeArrowheads="1"/>
          </p:cNvPicPr>
          <p:nvPr/>
        </p:nvPicPr>
        <p:blipFill>
          <a:blip r:embed="rId2" cstate="print"/>
          <a:srcRect/>
          <a:stretch>
            <a:fillRect/>
          </a:stretch>
        </p:blipFill>
        <p:spPr bwMode="auto">
          <a:xfrm>
            <a:off x="0" y="2514600"/>
            <a:ext cx="9144000" cy="1828800"/>
          </a:xfrm>
          <a:prstGeom prst="rect">
            <a:avLst/>
          </a:prstGeom>
          <a:noFill/>
          <a:ln w="9525">
            <a:noFill/>
            <a:miter lim="800000"/>
            <a:headEnd/>
            <a:tailEnd/>
          </a:ln>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sz="3200"/>
              <a:t>Application: Industrial Monitoring</a:t>
            </a:r>
          </a:p>
        </p:txBody>
      </p:sp>
      <p:sp>
        <p:nvSpPr>
          <p:cNvPr id="26627" name="Rectangle 3"/>
          <p:cNvSpPr>
            <a:spLocks noGrp="1" noChangeArrowheads="1"/>
          </p:cNvSpPr>
          <p:nvPr>
            <p:ph type="body" idx="1"/>
          </p:nvPr>
        </p:nvSpPr>
        <p:spPr/>
        <p:txBody>
          <a:bodyPr/>
          <a:lstStyle/>
          <a:p>
            <a:pPr eaLnBrk="1" hangingPunct="1"/>
            <a:endParaRPr lang="en-US"/>
          </a:p>
        </p:txBody>
      </p:sp>
      <p:pic>
        <p:nvPicPr>
          <p:cNvPr id="26628" name="Picture 4"/>
          <p:cNvPicPr>
            <a:picLocks noChangeAspect="1" noChangeArrowheads="1"/>
          </p:cNvPicPr>
          <p:nvPr/>
        </p:nvPicPr>
        <p:blipFill>
          <a:blip r:embed="rId2" cstate="print"/>
          <a:srcRect t="3201"/>
          <a:stretch>
            <a:fillRect/>
          </a:stretch>
        </p:blipFill>
        <p:spPr bwMode="auto">
          <a:xfrm>
            <a:off x="958850" y="1177925"/>
            <a:ext cx="7023100" cy="3552825"/>
          </a:xfrm>
          <a:prstGeom prst="rect">
            <a:avLst/>
          </a:prstGeom>
          <a:noFill/>
          <a:ln w="9525">
            <a:noFill/>
            <a:miter lim="800000"/>
            <a:headEnd/>
            <a:tailEnd/>
          </a:ln>
        </p:spPr>
      </p:pic>
      <p:pic>
        <p:nvPicPr>
          <p:cNvPr id="26629" name="Picture 5"/>
          <p:cNvPicPr>
            <a:picLocks noChangeAspect="1" noChangeArrowheads="1"/>
          </p:cNvPicPr>
          <p:nvPr/>
        </p:nvPicPr>
        <p:blipFill>
          <a:blip r:embed="rId3" cstate="print"/>
          <a:srcRect/>
          <a:stretch>
            <a:fillRect/>
          </a:stretch>
        </p:blipFill>
        <p:spPr bwMode="auto">
          <a:xfrm>
            <a:off x="2889250" y="4651375"/>
            <a:ext cx="4683125" cy="2024063"/>
          </a:xfrm>
          <a:prstGeom prst="rect">
            <a:avLst/>
          </a:prstGeom>
          <a:noFill/>
          <a:ln w="9525">
            <a:noFill/>
            <a:miter lim="800000"/>
            <a:headEnd/>
            <a:tailEnd/>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sz="3200"/>
              <a:t>Application, Vibrometry Target ID</a:t>
            </a:r>
          </a:p>
        </p:txBody>
      </p:sp>
      <p:sp>
        <p:nvSpPr>
          <p:cNvPr id="27651" name="Rectangle 3"/>
          <p:cNvSpPr>
            <a:spLocks noGrp="1" noChangeArrowheads="1"/>
          </p:cNvSpPr>
          <p:nvPr>
            <p:ph type="body" idx="1"/>
          </p:nvPr>
        </p:nvSpPr>
        <p:spPr/>
        <p:txBody>
          <a:bodyPr/>
          <a:lstStyle/>
          <a:p>
            <a:pPr eaLnBrk="1" hangingPunct="1"/>
            <a:endParaRPr lang="en-US"/>
          </a:p>
        </p:txBody>
      </p:sp>
      <p:pic>
        <p:nvPicPr>
          <p:cNvPr id="27652" name="Picture 4"/>
          <p:cNvPicPr>
            <a:picLocks noChangeAspect="1" noChangeArrowheads="1"/>
          </p:cNvPicPr>
          <p:nvPr/>
        </p:nvPicPr>
        <p:blipFill>
          <a:blip r:embed="rId2" cstate="print"/>
          <a:srcRect t="8987"/>
          <a:stretch>
            <a:fillRect/>
          </a:stretch>
        </p:blipFill>
        <p:spPr bwMode="auto">
          <a:xfrm>
            <a:off x="1039813" y="1158875"/>
            <a:ext cx="7280275" cy="5184775"/>
          </a:xfrm>
          <a:prstGeom prst="rect">
            <a:avLst/>
          </a:prstGeom>
          <a:noFill/>
          <a:ln w="9525" algn="ctr">
            <a:noFill/>
            <a:miter lim="800000"/>
            <a:headEnd/>
            <a:tailEnd/>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en-US"/>
              <a:t>Example: Square Wave</a:t>
            </a:r>
          </a:p>
        </p:txBody>
      </p:sp>
      <p:sp>
        <p:nvSpPr>
          <p:cNvPr id="21507" name="Rectangle 3"/>
          <p:cNvSpPr>
            <a:spLocks noGrp="1" noChangeArrowheads="1"/>
          </p:cNvSpPr>
          <p:nvPr>
            <p:ph type="body" idx="1"/>
          </p:nvPr>
        </p:nvSpPr>
        <p:spPr/>
        <p:txBody>
          <a:bodyPr/>
          <a:lstStyle/>
          <a:p>
            <a:pPr eaLnBrk="1" hangingPunct="1"/>
            <a:endParaRPr lang="en-US"/>
          </a:p>
        </p:txBody>
      </p:sp>
      <p:pic>
        <p:nvPicPr>
          <p:cNvPr id="21508" name="Picture 4"/>
          <p:cNvPicPr>
            <a:picLocks noChangeAspect="1" noChangeArrowheads="1"/>
          </p:cNvPicPr>
          <p:nvPr/>
        </p:nvPicPr>
        <p:blipFill>
          <a:blip r:embed="rId2" cstate="print"/>
          <a:srcRect/>
          <a:stretch>
            <a:fillRect/>
          </a:stretch>
        </p:blipFill>
        <p:spPr bwMode="auto">
          <a:xfrm>
            <a:off x="2366963" y="1822450"/>
            <a:ext cx="4926012" cy="3276600"/>
          </a:xfrm>
          <a:prstGeom prst="rect">
            <a:avLst/>
          </a:prstGeom>
          <a:noFill/>
          <a:ln w="9525" algn="ctr">
            <a:noFill/>
            <a:miter lim="800000"/>
            <a:headEnd/>
            <a:tailEnd/>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pPr eaLnBrk="1" hangingPunct="1"/>
            <a:r>
              <a:rPr lang="en-US"/>
              <a:t>Example: Square Wave</a:t>
            </a:r>
          </a:p>
        </p:txBody>
      </p:sp>
      <p:sp>
        <p:nvSpPr>
          <p:cNvPr id="22531" name="Rectangle 3"/>
          <p:cNvSpPr>
            <a:spLocks noGrp="1" noChangeArrowheads="1"/>
          </p:cNvSpPr>
          <p:nvPr>
            <p:ph type="body" idx="1"/>
          </p:nvPr>
        </p:nvSpPr>
        <p:spPr/>
        <p:txBody>
          <a:bodyPr/>
          <a:lstStyle/>
          <a:p>
            <a:pPr eaLnBrk="1" hangingPunct="1"/>
            <a:endParaRPr lang="en-US"/>
          </a:p>
        </p:txBody>
      </p:sp>
      <p:pic>
        <p:nvPicPr>
          <p:cNvPr id="22532" name="Picture 4"/>
          <p:cNvPicPr>
            <a:picLocks noChangeAspect="1" noChangeArrowheads="1"/>
          </p:cNvPicPr>
          <p:nvPr/>
        </p:nvPicPr>
        <p:blipFill>
          <a:blip r:embed="rId2" cstate="print"/>
          <a:srcRect/>
          <a:stretch>
            <a:fillRect/>
          </a:stretch>
        </p:blipFill>
        <p:spPr bwMode="auto">
          <a:xfrm>
            <a:off x="2322513" y="2143125"/>
            <a:ext cx="4708525" cy="3132138"/>
          </a:xfrm>
          <a:prstGeom prst="rect">
            <a:avLst/>
          </a:prstGeom>
          <a:noFill/>
          <a:ln w="9525" algn="ctr">
            <a:noFill/>
            <a:miter lim="800000"/>
            <a:headEnd/>
            <a:tailEnd/>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en-US" sz="2800"/>
              <a:t>Example: Square Wave, More Terms</a:t>
            </a:r>
          </a:p>
        </p:txBody>
      </p:sp>
      <p:sp>
        <p:nvSpPr>
          <p:cNvPr id="23555" name="Rectangle 3"/>
          <p:cNvSpPr>
            <a:spLocks noGrp="1" noChangeArrowheads="1"/>
          </p:cNvSpPr>
          <p:nvPr>
            <p:ph type="body" idx="1"/>
          </p:nvPr>
        </p:nvSpPr>
        <p:spPr/>
        <p:txBody>
          <a:bodyPr/>
          <a:lstStyle/>
          <a:p>
            <a:pPr eaLnBrk="1" hangingPunct="1"/>
            <a:endParaRPr lang="en-US"/>
          </a:p>
        </p:txBody>
      </p:sp>
      <p:pic>
        <p:nvPicPr>
          <p:cNvPr id="23556" name="Picture 4"/>
          <p:cNvPicPr>
            <a:picLocks noChangeAspect="1" noChangeArrowheads="1"/>
          </p:cNvPicPr>
          <p:nvPr/>
        </p:nvPicPr>
        <p:blipFill>
          <a:blip r:embed="rId2" cstate="print"/>
          <a:srcRect/>
          <a:stretch>
            <a:fillRect/>
          </a:stretch>
        </p:blipFill>
        <p:spPr bwMode="auto">
          <a:xfrm>
            <a:off x="484188" y="2593975"/>
            <a:ext cx="8218487" cy="1706563"/>
          </a:xfrm>
          <a:prstGeom prst="rect">
            <a:avLst/>
          </a:prstGeom>
          <a:noFill/>
          <a:ln w="9525" algn="ctr">
            <a:noFill/>
            <a:miter lim="800000"/>
            <a:headEnd/>
            <a:tailEnd/>
          </a:ln>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2" name="Rectangle 2"/>
          <p:cNvSpPr>
            <a:spLocks noGrp="1" noChangeArrowheads="1"/>
          </p:cNvSpPr>
          <p:nvPr>
            <p:ph type="title"/>
          </p:nvPr>
        </p:nvSpPr>
        <p:spPr/>
        <p:txBody>
          <a:bodyPr/>
          <a:lstStyle/>
          <a:p>
            <a:pPr eaLnBrk="1" hangingPunct="1"/>
            <a:r>
              <a:rPr lang="en-US"/>
              <a:t>Example: Square Wave</a:t>
            </a:r>
          </a:p>
        </p:txBody>
      </p:sp>
      <p:sp>
        <p:nvSpPr>
          <p:cNvPr id="2053" name="Rectangle 3"/>
          <p:cNvSpPr>
            <a:spLocks noGrp="1" noChangeArrowheads="1"/>
          </p:cNvSpPr>
          <p:nvPr>
            <p:ph type="body" idx="1"/>
          </p:nvPr>
        </p:nvSpPr>
        <p:spPr/>
        <p:txBody>
          <a:bodyPr/>
          <a:lstStyle/>
          <a:p>
            <a:pPr eaLnBrk="1" hangingPunct="1"/>
            <a:endParaRPr lang="en-US"/>
          </a:p>
        </p:txBody>
      </p:sp>
      <p:pic>
        <p:nvPicPr>
          <p:cNvPr id="2054" name="Picture 4"/>
          <p:cNvPicPr>
            <a:picLocks noChangeAspect="1" noChangeArrowheads="1"/>
          </p:cNvPicPr>
          <p:nvPr/>
        </p:nvPicPr>
        <p:blipFill>
          <a:blip r:embed="rId2" cstate="print"/>
          <a:srcRect/>
          <a:stretch>
            <a:fillRect/>
          </a:stretch>
        </p:blipFill>
        <p:spPr bwMode="auto">
          <a:xfrm>
            <a:off x="4603750" y="2233613"/>
            <a:ext cx="4089400" cy="2717800"/>
          </a:xfrm>
          <a:prstGeom prst="rect">
            <a:avLst/>
          </a:prstGeom>
          <a:noFill/>
          <a:ln w="9525" algn="ctr">
            <a:noFill/>
            <a:miter lim="800000"/>
            <a:headEnd/>
            <a:tailEnd/>
          </a:ln>
        </p:spPr>
      </p:pic>
      <p:sp>
        <p:nvSpPr>
          <p:cNvPr id="2055" name="Rectangle 6"/>
          <p:cNvSpPr>
            <a:spLocks noChangeArrowheads="1"/>
          </p:cNvSpPr>
          <p:nvPr/>
        </p:nvSpPr>
        <p:spPr bwMode="auto">
          <a:xfrm>
            <a:off x="0" y="316230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0" name="Object 5"/>
          <p:cNvGraphicFramePr>
            <a:graphicFrameLocks noChangeAspect="1"/>
          </p:cNvGraphicFramePr>
          <p:nvPr/>
        </p:nvGraphicFramePr>
        <p:xfrm>
          <a:off x="1044575" y="2797175"/>
          <a:ext cx="2605088" cy="715963"/>
        </p:xfrm>
        <a:graphic>
          <a:graphicData uri="http://schemas.openxmlformats.org/presentationml/2006/ole">
            <mc:AlternateContent xmlns:mc="http://schemas.openxmlformats.org/markup-compatibility/2006">
              <mc:Choice xmlns:v="urn:schemas-microsoft-com:vml" Requires="v">
                <p:oleObj name="Equation" r:id="rId3" imgW="1574640" imgH="431640" progId="Equation.3">
                  <p:embed/>
                </p:oleObj>
              </mc:Choice>
              <mc:Fallback>
                <p:oleObj name="Equation" r:id="rId3" imgW="1574640" imgH="431640" progId="Equation.3">
                  <p:embed/>
                  <p:pic>
                    <p:nvPicPr>
                      <p:cNvPr id="2050" name="Object 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4575" y="2797175"/>
                        <a:ext cx="2605088" cy="7159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56" name="Rectangle 8"/>
          <p:cNvSpPr>
            <a:spLocks noChangeArrowheads="1"/>
          </p:cNvSpPr>
          <p:nvPr/>
        </p:nvSpPr>
        <p:spPr bwMode="auto">
          <a:xfrm>
            <a:off x="0" y="3209925"/>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2051" name="Object 7"/>
          <p:cNvGraphicFramePr>
            <a:graphicFrameLocks noChangeAspect="1"/>
          </p:cNvGraphicFramePr>
          <p:nvPr/>
        </p:nvGraphicFramePr>
        <p:xfrm>
          <a:off x="1123950" y="5289550"/>
          <a:ext cx="6481763" cy="661988"/>
        </p:xfrm>
        <a:graphic>
          <a:graphicData uri="http://schemas.openxmlformats.org/presentationml/2006/ole">
            <mc:AlternateContent xmlns:mc="http://schemas.openxmlformats.org/markup-compatibility/2006">
              <mc:Choice xmlns:v="urn:schemas-microsoft-com:vml" Requires="v">
                <p:oleObj name="Equation" r:id="rId5" imgW="4241520" imgH="431640" progId="Equation.3">
                  <p:embed/>
                </p:oleObj>
              </mc:Choice>
              <mc:Fallback>
                <p:oleObj name="Equation" r:id="rId5" imgW="4241520" imgH="431640" progId="Equation.3">
                  <p:embed/>
                  <p:pic>
                    <p:nvPicPr>
                      <p:cNvPr id="2051" name="Object 7"/>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123950" y="5289550"/>
                        <a:ext cx="6481763" cy="6619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675</TotalTime>
  <Words>1494</Words>
  <Application>Microsoft Office PowerPoint</Application>
  <PresentationFormat>On-screen Show (4:3)</PresentationFormat>
  <Paragraphs>269</Paragraphs>
  <Slides>83</Slides>
  <Notes>4</Notes>
  <HiddenSlides>0</HiddenSlides>
  <MMClips>3</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83</vt:i4>
      </vt:variant>
    </vt:vector>
  </HeadingPairs>
  <TitlesOfParts>
    <vt:vector size="88" baseType="lpstr">
      <vt:lpstr>Arial</vt:lpstr>
      <vt:lpstr>Calibri</vt:lpstr>
      <vt:lpstr>Symbol</vt:lpstr>
      <vt:lpstr>Office Theme</vt:lpstr>
      <vt:lpstr>Equation</vt:lpstr>
      <vt:lpstr>Lecture 8</vt:lpstr>
      <vt:lpstr>Frequency Response</vt:lpstr>
      <vt:lpstr>PowerPoint Presentation</vt:lpstr>
      <vt:lpstr>PowerPoint Presentation</vt:lpstr>
      <vt:lpstr>PowerPoint Presentation</vt:lpstr>
      <vt:lpstr>Question 223.4.11  123.22.7</vt:lpstr>
      <vt:lpstr>Question 223.4.12 123.22.8</vt:lpstr>
      <vt:lpstr>Question 223.4.13 123.22.9</vt:lpstr>
      <vt:lpstr>Question 223.4.14  123.22.10</vt:lpstr>
      <vt:lpstr>Question 223.4.15 GR 123.22.11 GR</vt:lpstr>
      <vt:lpstr>Question 223.4.16  123.22.12</vt:lpstr>
      <vt:lpstr>Question</vt:lpstr>
      <vt:lpstr>Question</vt:lpstr>
      <vt:lpstr>PowerPoint Presentation</vt:lpstr>
      <vt:lpstr>PowerPoint Presentation</vt:lpstr>
      <vt:lpstr>Question 223.7.1</vt:lpstr>
      <vt:lpstr>Question 223.7.2</vt:lpstr>
      <vt:lpstr>Question 223.7.2.5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223.7.2.6</vt:lpstr>
      <vt:lpstr>Question 223.7.2.7</vt:lpstr>
      <vt:lpstr>Question 223.7.4</vt:lpstr>
      <vt:lpstr>Question 223.7.5 </vt:lpstr>
      <vt:lpstr>PowerPoint Presentation</vt:lpstr>
      <vt:lpstr>Clamped Rod</vt:lpstr>
      <vt:lpstr>Clamped Rod: Center Clamp</vt:lpstr>
      <vt:lpstr>Clamped Rod</vt:lpstr>
      <vt:lpstr>Clamped Rod: L/4 Clamp</vt:lpstr>
      <vt:lpstr>Drum Head</vt:lpstr>
      <vt:lpstr>Question 223.7.3</vt:lpstr>
      <vt:lpstr>PowerPoint Presentation</vt:lpstr>
      <vt:lpstr>PowerPoint Presentation</vt:lpstr>
      <vt:lpstr>PowerPoint Presentation</vt:lpstr>
      <vt:lpstr>End</vt:lpstr>
      <vt:lpstr>Question 223.8.1</vt:lpstr>
      <vt:lpstr>Question 223.8.2</vt:lpstr>
      <vt:lpstr>Question 223.8.2.5</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 223.8.3</vt:lpstr>
      <vt:lpstr>Question 223.8.4</vt:lpstr>
      <vt:lpstr>PowerPoint Presentation</vt:lpstr>
      <vt:lpstr>Example of Beats</vt:lpstr>
      <vt:lpstr>PowerPoint Presentation</vt:lpstr>
      <vt:lpstr>Question 223.9.1</vt:lpstr>
      <vt:lpstr>Question 223.9.2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Application: Light Spectra</vt:lpstr>
      <vt:lpstr>PowerPoint Presentation</vt:lpstr>
      <vt:lpstr>Application: Industrial Monitoring</vt:lpstr>
      <vt:lpstr>Application, Vibrometry Target ID</vt:lpstr>
      <vt:lpstr>Example: Square Wave</vt:lpstr>
      <vt:lpstr>Example: Square Wave</vt:lpstr>
      <vt:lpstr>Example: Square Wave, More Terms</vt:lpstr>
      <vt:lpstr>Example: Square Wave</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Todd Lines</cp:lastModifiedBy>
  <cp:revision>12</cp:revision>
  <dcterms:created xsi:type="dcterms:W3CDTF">2011-09-23T00:44:42Z</dcterms:created>
  <dcterms:modified xsi:type="dcterms:W3CDTF">2026-08-26T18:51:42Z</dcterms:modified>
</cp:coreProperties>
</file>