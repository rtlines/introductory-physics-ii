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484" r:id="rId3"/>
    <p:sldId id="485" r:id="rId4"/>
    <p:sldId id="341" r:id="rId5"/>
    <p:sldId id="487" r:id="rId6"/>
    <p:sldId id="486" r:id="rId7"/>
    <p:sldId id="488" r:id="rId8"/>
    <p:sldId id="489" r:id="rId9"/>
    <p:sldId id="490" r:id="rId10"/>
    <p:sldId id="265" r:id="rId11"/>
    <p:sldId id="285" r:id="rId12"/>
    <p:sldId id="340" r:id="rId13"/>
    <p:sldId id="283" r:id="rId14"/>
    <p:sldId id="257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9433E2F-A7AC-4341-9FA4-5680B2C19CE3}" v="102" dt="2025-07-18T17:55:15.88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4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ines, Todd" userId="afaf7c3a-e8aa-4568-882a-02ad8f9e19b0" providerId="ADAL" clId="{19433E2F-A7AC-4341-9FA4-5680B2C19CE3}"/>
    <pc:docChg chg="custSel addSld delSld modSld">
      <pc:chgData name="Lines, Todd" userId="afaf7c3a-e8aa-4568-882a-02ad8f9e19b0" providerId="ADAL" clId="{19433E2F-A7AC-4341-9FA4-5680B2C19CE3}" dt="2025-07-18T17:55:21.505" v="639" actId="21"/>
      <pc:docMkLst>
        <pc:docMk/>
      </pc:docMkLst>
      <pc:sldChg chg="add">
        <pc:chgData name="Lines, Todd" userId="afaf7c3a-e8aa-4568-882a-02ad8f9e19b0" providerId="ADAL" clId="{19433E2F-A7AC-4341-9FA4-5680B2C19CE3}" dt="2025-07-03T22:45:43.067" v="5"/>
        <pc:sldMkLst>
          <pc:docMk/>
          <pc:sldMk cId="0" sldId="265"/>
        </pc:sldMkLst>
      </pc:sldChg>
      <pc:sldChg chg="addSp delSp modSp new mod">
        <pc:chgData name="Lines, Todd" userId="afaf7c3a-e8aa-4568-882a-02ad8f9e19b0" providerId="ADAL" clId="{19433E2F-A7AC-4341-9FA4-5680B2C19CE3}" dt="2025-07-03T22:44:15.552" v="4" actId="14100"/>
        <pc:sldMkLst>
          <pc:docMk/>
          <pc:sldMk cId="3556862412" sldId="341"/>
        </pc:sldMkLst>
        <pc:picChg chg="add mod">
          <ac:chgData name="Lines, Todd" userId="afaf7c3a-e8aa-4568-882a-02ad8f9e19b0" providerId="ADAL" clId="{19433E2F-A7AC-4341-9FA4-5680B2C19CE3}" dt="2025-07-03T22:44:15.552" v="4" actId="14100"/>
          <ac:picMkLst>
            <pc:docMk/>
            <pc:sldMk cId="3556862412" sldId="341"/>
            <ac:picMk id="5" creationId="{FE9C3FC7-9DC0-D72B-55CE-8DD1D7DED647}"/>
          </ac:picMkLst>
        </pc:picChg>
      </pc:sldChg>
      <pc:sldChg chg="modSp add mod">
        <pc:chgData name="Lines, Todd" userId="afaf7c3a-e8aa-4568-882a-02ad8f9e19b0" providerId="ADAL" clId="{19433E2F-A7AC-4341-9FA4-5680B2C19CE3}" dt="2025-07-08T19:01:50.896" v="8" actId="20577"/>
        <pc:sldMkLst>
          <pc:docMk/>
          <pc:sldMk cId="0" sldId="484"/>
        </pc:sldMkLst>
        <pc:spChg chg="mod">
          <ac:chgData name="Lines, Todd" userId="afaf7c3a-e8aa-4568-882a-02ad8f9e19b0" providerId="ADAL" clId="{19433E2F-A7AC-4341-9FA4-5680B2C19CE3}" dt="2025-07-08T19:01:50.896" v="8" actId="20577"/>
          <ac:spMkLst>
            <pc:docMk/>
            <pc:sldMk cId="0" sldId="484"/>
            <ac:spMk id="35843" creationId="{25E6F564-0ACC-BFA0-5D1C-098F0645008F}"/>
          </ac:spMkLst>
        </pc:spChg>
      </pc:sldChg>
      <pc:sldChg chg="modSp add mod">
        <pc:chgData name="Lines, Todd" userId="afaf7c3a-e8aa-4568-882a-02ad8f9e19b0" providerId="ADAL" clId="{19433E2F-A7AC-4341-9FA4-5680B2C19CE3}" dt="2025-07-10T19:08:35.353" v="84"/>
        <pc:sldMkLst>
          <pc:docMk/>
          <pc:sldMk cId="3842804923" sldId="485"/>
        </pc:sldMkLst>
        <pc:spChg chg="mod">
          <ac:chgData name="Lines, Todd" userId="afaf7c3a-e8aa-4568-882a-02ad8f9e19b0" providerId="ADAL" clId="{19433E2F-A7AC-4341-9FA4-5680B2C19CE3}" dt="2025-07-10T19:08:35.353" v="84"/>
          <ac:spMkLst>
            <pc:docMk/>
            <pc:sldMk cId="3842804923" sldId="485"/>
            <ac:spMk id="35843" creationId="{0880A836-F3E8-694F-BE88-C7B0C83B8377}"/>
          </ac:spMkLst>
        </pc:spChg>
      </pc:sldChg>
      <pc:sldChg chg="addSp delSp modSp add mod">
        <pc:chgData name="Lines, Todd" userId="afaf7c3a-e8aa-4568-882a-02ad8f9e19b0" providerId="ADAL" clId="{19433E2F-A7AC-4341-9FA4-5680B2C19CE3}" dt="2025-07-18T17:55:21.505" v="639" actId="21"/>
        <pc:sldMkLst>
          <pc:docMk/>
          <pc:sldMk cId="3465067879" sldId="486"/>
        </pc:sldMkLst>
        <pc:picChg chg="del mod">
          <ac:chgData name="Lines, Todd" userId="afaf7c3a-e8aa-4568-882a-02ad8f9e19b0" providerId="ADAL" clId="{19433E2F-A7AC-4341-9FA4-5680B2C19CE3}" dt="2025-07-18T17:55:21.505" v="639" actId="21"/>
          <ac:picMkLst>
            <pc:docMk/>
            <pc:sldMk cId="3465067879" sldId="486"/>
            <ac:picMk id="8" creationId="{80070FD3-532A-DBD5-B87B-3D7F14D37321}"/>
          </ac:picMkLst>
        </pc:picChg>
        <pc:cxnChg chg="add mod">
          <ac:chgData name="Lines, Todd" userId="afaf7c3a-e8aa-4568-882a-02ad8f9e19b0" providerId="ADAL" clId="{19433E2F-A7AC-4341-9FA4-5680B2C19CE3}" dt="2025-07-18T17:55:05.699" v="637" actId="14100"/>
          <ac:cxnSpMkLst>
            <pc:docMk/>
            <pc:sldMk cId="3465067879" sldId="486"/>
            <ac:cxnSpMk id="3" creationId="{AFC79ABE-F59B-9F93-9EFF-8D33E3DC38ED}"/>
          </ac:cxnSpMkLst>
        </pc:cxnChg>
      </pc:sldChg>
      <pc:sldChg chg="modSp new mod">
        <pc:chgData name="Lines, Todd" userId="afaf7c3a-e8aa-4568-882a-02ad8f9e19b0" providerId="ADAL" clId="{19433E2F-A7AC-4341-9FA4-5680B2C19CE3}" dt="2025-07-11T15:55:05.868" v="219" actId="20577"/>
        <pc:sldMkLst>
          <pc:docMk/>
          <pc:sldMk cId="1446333334" sldId="487"/>
        </pc:sldMkLst>
        <pc:spChg chg="mod">
          <ac:chgData name="Lines, Todd" userId="afaf7c3a-e8aa-4568-882a-02ad8f9e19b0" providerId="ADAL" clId="{19433E2F-A7AC-4341-9FA4-5680B2C19CE3}" dt="2025-07-11T15:52:13.279" v="94" actId="20577"/>
          <ac:spMkLst>
            <pc:docMk/>
            <pc:sldMk cId="1446333334" sldId="487"/>
            <ac:spMk id="2" creationId="{54610E40-E486-E84C-682C-6002987BB624}"/>
          </ac:spMkLst>
        </pc:spChg>
        <pc:spChg chg="mod">
          <ac:chgData name="Lines, Todd" userId="afaf7c3a-e8aa-4568-882a-02ad8f9e19b0" providerId="ADAL" clId="{19433E2F-A7AC-4341-9FA4-5680B2C19CE3}" dt="2025-07-11T15:55:05.868" v="219" actId="20577"/>
          <ac:spMkLst>
            <pc:docMk/>
            <pc:sldMk cId="1446333334" sldId="487"/>
            <ac:spMk id="3" creationId="{08537D8D-6AC6-1433-021B-54F0CF486FA0}"/>
          </ac:spMkLst>
        </pc:spChg>
      </pc:sldChg>
      <pc:sldChg chg="modSp add mod">
        <pc:chgData name="Lines, Todd" userId="afaf7c3a-e8aa-4568-882a-02ad8f9e19b0" providerId="ADAL" clId="{19433E2F-A7AC-4341-9FA4-5680B2C19CE3}" dt="2025-07-11T15:59:20.973" v="355" actId="20577"/>
        <pc:sldMkLst>
          <pc:docMk/>
          <pc:sldMk cId="2389341818" sldId="488"/>
        </pc:sldMkLst>
        <pc:spChg chg="mod">
          <ac:chgData name="Lines, Todd" userId="afaf7c3a-e8aa-4568-882a-02ad8f9e19b0" providerId="ADAL" clId="{19433E2F-A7AC-4341-9FA4-5680B2C19CE3}" dt="2025-07-11T15:59:20.973" v="355" actId="20577"/>
          <ac:spMkLst>
            <pc:docMk/>
            <pc:sldMk cId="2389341818" sldId="488"/>
            <ac:spMk id="3" creationId="{6F64307E-3582-259B-6FFF-E34800D93684}"/>
          </ac:spMkLst>
        </pc:spChg>
      </pc:sldChg>
      <pc:sldChg chg="add del">
        <pc:chgData name="Lines, Todd" userId="afaf7c3a-e8aa-4568-882a-02ad8f9e19b0" providerId="ADAL" clId="{19433E2F-A7AC-4341-9FA4-5680B2C19CE3}" dt="2025-07-11T15:55:56.334" v="221" actId="47"/>
        <pc:sldMkLst>
          <pc:docMk/>
          <pc:sldMk cId="3237716521" sldId="488"/>
        </pc:sldMkLst>
      </pc:sldChg>
      <pc:sldChg chg="add del">
        <pc:chgData name="Lines, Todd" userId="afaf7c3a-e8aa-4568-882a-02ad8f9e19b0" providerId="ADAL" clId="{19433E2F-A7AC-4341-9FA4-5680B2C19CE3}" dt="2025-07-11T15:57:59.888" v="269"/>
        <pc:sldMkLst>
          <pc:docMk/>
          <pc:sldMk cId="1831025676" sldId="489"/>
        </pc:sldMkLst>
      </pc:sldChg>
      <pc:sldChg chg="modSp new mod">
        <pc:chgData name="Lines, Todd" userId="afaf7c3a-e8aa-4568-882a-02ad8f9e19b0" providerId="ADAL" clId="{19433E2F-A7AC-4341-9FA4-5680B2C19CE3}" dt="2025-07-11T16:00:13.225" v="435" actId="20577"/>
        <pc:sldMkLst>
          <pc:docMk/>
          <pc:sldMk cId="2851887090" sldId="489"/>
        </pc:sldMkLst>
        <pc:spChg chg="mod">
          <ac:chgData name="Lines, Todd" userId="afaf7c3a-e8aa-4568-882a-02ad8f9e19b0" providerId="ADAL" clId="{19433E2F-A7AC-4341-9FA4-5680B2C19CE3}" dt="2025-07-11T15:59:42.281" v="364" actId="20577"/>
          <ac:spMkLst>
            <pc:docMk/>
            <pc:sldMk cId="2851887090" sldId="489"/>
            <ac:spMk id="2" creationId="{7D432002-FF55-F810-0DAE-FAE499C324E4}"/>
          </ac:spMkLst>
        </pc:spChg>
        <pc:spChg chg="mod">
          <ac:chgData name="Lines, Todd" userId="afaf7c3a-e8aa-4568-882a-02ad8f9e19b0" providerId="ADAL" clId="{19433E2F-A7AC-4341-9FA4-5680B2C19CE3}" dt="2025-07-11T16:00:13.225" v="435" actId="20577"/>
          <ac:spMkLst>
            <pc:docMk/>
            <pc:sldMk cId="2851887090" sldId="489"/>
            <ac:spMk id="3" creationId="{029605CA-880A-29C8-6C74-7E7688FE48C5}"/>
          </ac:spMkLst>
        </pc:spChg>
      </pc:sldChg>
      <pc:sldChg chg="modSp new mod">
        <pc:chgData name="Lines, Todd" userId="afaf7c3a-e8aa-4568-882a-02ad8f9e19b0" providerId="ADAL" clId="{19433E2F-A7AC-4341-9FA4-5680B2C19CE3}" dt="2025-07-11T16:01:48.824" v="624" actId="20577"/>
        <pc:sldMkLst>
          <pc:docMk/>
          <pc:sldMk cId="3378814276" sldId="490"/>
        </pc:sldMkLst>
        <pc:spChg chg="mod">
          <ac:chgData name="Lines, Todd" userId="afaf7c3a-e8aa-4568-882a-02ad8f9e19b0" providerId="ADAL" clId="{19433E2F-A7AC-4341-9FA4-5680B2C19CE3}" dt="2025-07-11T16:00:45.529" v="444" actId="20577"/>
          <ac:spMkLst>
            <pc:docMk/>
            <pc:sldMk cId="3378814276" sldId="490"/>
            <ac:spMk id="2" creationId="{36C05A08-BBAD-733F-9214-FFCA080F07AC}"/>
          </ac:spMkLst>
        </pc:spChg>
        <pc:spChg chg="mod">
          <ac:chgData name="Lines, Todd" userId="afaf7c3a-e8aa-4568-882a-02ad8f9e19b0" providerId="ADAL" clId="{19433E2F-A7AC-4341-9FA4-5680B2C19CE3}" dt="2025-07-11T16:01:48.824" v="624" actId="20577"/>
          <ac:spMkLst>
            <pc:docMk/>
            <pc:sldMk cId="3378814276" sldId="490"/>
            <ac:spMk id="3" creationId="{857BFD40-4C1B-BCE6-1015-757E5ACBD398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20A238-A1F3-A736-B7EC-976384423AC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1144D96-A55B-A928-FA20-63E4A8CA49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8C9AC2-2E41-F679-20F6-61FA3E575F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7/18/2025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5EFFD9-63A4-95F1-7134-DCBFD68D53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54F844-2BD9-532B-E4D1-3F33DCB324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70106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F3EC93-FCFF-CFDD-4100-D50E0A805B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3215F6-2099-A6FE-C0D9-206B3A5381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D6C8F4-48C8-E15D-8AB5-925B3112D4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7/18/2025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CE466C-D372-8FCB-0A16-17B2B4CB3F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F481E8-CC91-3401-9362-9280BD974C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27634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3E9C1-979D-710B-4456-AAA0751A1F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4E0728-76C2-C078-38CA-8A55CB8E1F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88BA47-CD34-1443-A6D8-14A0868474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7/18/2025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C987B6-8B03-4F14-C2E1-305804B189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A4784F-CAF1-FD20-5F39-86CEB2E0B8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82060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205969-8546-5A5D-98E8-A16D6293FA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6B9A55-5216-D38F-557F-FA1954B8B6A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F609F8-4D12-CDAF-3FD6-F79D7A487E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7C9E50-828D-A311-F58C-B827C34C10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7/18/2025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BB2294-7B60-7C60-25EF-1C902882AD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9177C3-1298-0EF5-1901-06C9852CAB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70564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F8BCB8-D1E4-9777-0011-01FDACDB49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FEE2C2-764D-75DD-24B9-73235857A4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7F8EC7-720F-0895-8799-E66C5E3A73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4C5139-AC0A-1140-F5E3-2C82F79763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B821314-BC77-19B8-7A01-CD1372834F5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CB9B0E5-1504-5143-AF1B-473511F7F1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7/18/2025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6E4D180-29BC-C360-E2B0-D84A10E1CF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A27357-D394-8720-E19D-AE9DC02933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02554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55D9F-0697-CCB7-3FEF-3509CB62B7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5E8CFCF-3273-D533-141B-912368B99E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7/18/2025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DD8AB2-6BC1-9F0A-B51F-E0F1B74DD9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861C1E7-17C5-8427-D5EA-B37DA81BE7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2716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34D47E2-8AE0-57D9-5984-4766A9B48A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7/18/2025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0ED9473-9F3D-858F-C6FD-B85F97C97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3F62CB-139D-7620-ED42-BC92C36E5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1351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C46A62-85E3-AB9D-747C-304B08BE0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32B5E5-09CA-9B76-386D-31BE81B9EB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A10C0A9-3DB9-19E8-1253-052B3383BC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6731DE-A839-8BB8-651B-4A21E4F47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7/18/2025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A45950-5766-5EB3-3B8B-828778F07A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F05604-BE60-FAFD-8FF8-5F1A342902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43651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EFA40F-6F03-C9AF-67D8-ABD1A6D8AC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B5420F2-8849-F0DE-77D0-DAB4E470689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0A1F36-4666-8317-F4DF-A0BDE3B83B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D72E8E-CC8E-F008-00C2-766D03A893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7/18/2025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AC2C65-7674-57C7-14F0-20B552C56D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D7EBA09-DB23-74C5-4B72-46560157C0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43469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E19FD8-1E16-3358-4807-3F350F3EAB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7AFB8B-13D3-C527-D52A-C0707B4774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F0F7BA-E6CB-DA75-18B2-FC1212534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7/18/2025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F42CC7-E532-A24A-7C49-43B9C14EF7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FC6A87-E964-9DFC-DB96-0BEEA57ACF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22176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7935719-5A12-AE6C-AC40-EA037C32D12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E5BB5AC-DF35-267D-56A8-A3393CB56E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7F54E9-849D-5C3D-C92C-E1CAA4C5EB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7/18/2025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1C9AF2-12A9-85C9-AF49-F06B243E69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98DE94-282E-31B2-D26E-001B0F004B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09811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524461D-50F6-CB64-1395-874A57780E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182433-F1E4-65F2-0F57-8DE47C7B3C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247706-E194-0E23-E386-CB12C837BAC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14FE54-3E4B-43AC-AC6A-78E009FC7A62}" type="datetimeFigureOut">
              <a:rPr lang="en-US" smtClean="0"/>
              <a:t>7/18/2025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406C9-AD06-DC4D-3F26-D8C29CCE92E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52DD70-A68A-28AE-68ED-BF50481DB0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41483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F5993-F601-E2E9-268C-C8A5F1C288D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Lecture 36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7020D93-E313-3C42-F245-7695576BCB8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86851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Title 1">
            <a:extLst>
              <a:ext uri="{FF2B5EF4-FFF2-40B4-BE49-F238E27FC236}">
                <a16:creationId xmlns:a16="http://schemas.microsoft.com/office/drawing/2014/main" id="{F43ACF25-DEF1-F1E0-E112-C04FCEC49AE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Question 123.11.4</a:t>
            </a:r>
          </a:p>
        </p:txBody>
      </p:sp>
      <p:sp>
        <p:nvSpPr>
          <p:cNvPr id="35843" name="Content Placeholder 2">
            <a:extLst>
              <a:ext uri="{FF2B5EF4-FFF2-40B4-BE49-F238E27FC236}">
                <a16:creationId xmlns:a16="http://schemas.microsoft.com/office/drawing/2014/main" id="{25E6F564-0ACC-BFA0-5D1C-098F0645008F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buFontTx/>
              <a:buNone/>
            </a:pPr>
            <a:r>
              <a:rPr lang="en-US" altLang="en-US" dirty="0"/>
              <a:t>You put a gas in a cylinder with a piston through a process that changes the temperature. </a:t>
            </a:r>
            <a:r>
              <a:rPr lang="en-US" altLang="en-US"/>
              <a:t>Can Q = 0</a:t>
            </a:r>
            <a:r>
              <a:rPr lang="en-US" altLang="en-US" dirty="0"/>
              <a:t>?</a:t>
            </a:r>
          </a:p>
          <a:p>
            <a:pPr>
              <a:buFontTx/>
              <a:buAutoNum type="alphaLcParenR"/>
            </a:pPr>
            <a:r>
              <a:rPr lang="en-US" altLang="en-US" dirty="0"/>
              <a:t>Yes, if it is the right process</a:t>
            </a:r>
          </a:p>
          <a:p>
            <a:pPr>
              <a:buFontTx/>
              <a:buAutoNum type="alphaLcParenR"/>
            </a:pPr>
            <a:r>
              <a:rPr lang="en-US" altLang="en-US" dirty="0"/>
              <a:t>No</a:t>
            </a:r>
          </a:p>
          <a:p>
            <a:pPr>
              <a:buFontTx/>
              <a:buAutoNum type="alphaLcParenR"/>
            </a:pPr>
            <a:r>
              <a:rPr lang="en-US" altLang="en-US" dirty="0"/>
              <a:t>Maybe</a:t>
            </a:r>
          </a:p>
        </p:txBody>
      </p:sp>
      <p:sp>
        <p:nvSpPr>
          <p:cNvPr id="35844" name="Slide Number Placeholder 3">
            <a:extLst>
              <a:ext uri="{FF2B5EF4-FFF2-40B4-BE49-F238E27FC236}">
                <a16:creationId xmlns:a16="http://schemas.microsoft.com/office/drawing/2014/main" id="{57E8B4B4-1F76-2700-68DE-DCC42345C3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6DC6CAC7-B115-4CA8-825E-3F1ADFC365D7}" type="slidenum">
              <a:rPr lang="en-US" altLang="en-US" sz="1800"/>
              <a:pPr>
                <a:spcBef>
                  <a:spcPct val="0"/>
                </a:spcBef>
                <a:buFontTx/>
                <a:buNone/>
              </a:pPr>
              <a:t>2</a:t>
            </a:fld>
            <a:endParaRPr lang="en-US" altLang="en-US" sz="18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15F1B2-C636-F26E-1AE6-A14E36C7B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Title 1">
            <a:extLst>
              <a:ext uri="{FF2B5EF4-FFF2-40B4-BE49-F238E27FC236}">
                <a16:creationId xmlns:a16="http://schemas.microsoft.com/office/drawing/2014/main" id="{E5D43F17-A7AA-2648-7985-50828A29E95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Question 123.11.4</a:t>
            </a:r>
          </a:p>
        </p:txBody>
      </p:sp>
      <p:sp>
        <p:nvSpPr>
          <p:cNvPr id="35843" name="Content Placeholder 2">
            <a:extLst>
              <a:ext uri="{FF2B5EF4-FFF2-40B4-BE49-F238E27FC236}">
                <a16:creationId xmlns:a16="http://schemas.microsoft.com/office/drawing/2014/main" id="{0880A836-F3E8-694F-BE88-C7B0C83B8377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buFontTx/>
              <a:buNone/>
            </a:pPr>
            <a:r>
              <a:rPr lang="en-US" altLang="en-US" dirty="0"/>
              <a:t>We can have a process where Q = 0? What do we call that process?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Isobaric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Isochoric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Adiabatic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Isothermal</a:t>
            </a:r>
          </a:p>
        </p:txBody>
      </p:sp>
      <p:sp>
        <p:nvSpPr>
          <p:cNvPr id="35844" name="Slide Number Placeholder 3">
            <a:extLst>
              <a:ext uri="{FF2B5EF4-FFF2-40B4-BE49-F238E27FC236}">
                <a16:creationId xmlns:a16="http://schemas.microsoft.com/office/drawing/2014/main" id="{1F23F20B-1AE1-D064-E6B6-EA8701D98B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6DC6CAC7-B115-4CA8-825E-3F1ADFC365D7}" type="slidenum">
              <a:rPr lang="en-US" altLang="en-US" sz="1800"/>
              <a:pPr>
                <a:spcBef>
                  <a:spcPct val="0"/>
                </a:spcBef>
                <a:buFontTx/>
                <a:buNone/>
              </a:pPr>
              <a:t>3</a:t>
            </a:fld>
            <a:endParaRPr lang="en-US" altLang="en-US" sz="1800"/>
          </a:p>
        </p:txBody>
      </p:sp>
    </p:spTree>
    <p:extLst>
      <p:ext uri="{BB962C8B-B14F-4D97-AF65-F5344CB8AC3E}">
        <p14:creationId xmlns:p14="http://schemas.microsoft.com/office/powerpoint/2010/main" val="38428049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E9C3FC7-9DC0-D72B-55CE-8DD1D7DED6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7772" y="809625"/>
            <a:ext cx="7224827" cy="47931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68624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610E40-E486-E84C-682C-6002987BB6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8537D8D-6AC6-1433-021B-54F0CF486FA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For an adiabatic path, how does P depend on V?</a:t>
                </a:r>
              </a:p>
              <a:p>
                <a:pPr marL="514350" indent="-514350">
                  <a:buFont typeface="+mj-lt"/>
                  <a:buAutoNum type="alphaLcParenR"/>
                </a:pP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𝑛𝑅𝑇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den>
                    </m:f>
                  </m:oMath>
                </a14:m>
                <a:endParaRPr lang="en-US" dirty="0"/>
              </a:p>
              <a:p>
                <a:pPr marL="514350" indent="-514350">
                  <a:buFont typeface="+mj-lt"/>
                  <a:buAutoNum type="alphaLcParenR"/>
                </a:pP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𝑛𝑅𝑇</m:t>
                        </m:r>
                      </m:den>
                    </m:f>
                  </m:oMath>
                </a14:m>
                <a:endParaRPr lang="en-US" dirty="0"/>
              </a:p>
              <a:p>
                <a:pPr marL="514350" indent="-514350">
                  <a:buFont typeface="+mj-lt"/>
                  <a:buAutoNum type="alphaLcParenR"/>
                </a:pP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num>
                      <m:den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p>
                            <m:r>
                              <a:rPr lang="en-US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𝛾</m:t>
                            </m:r>
                          </m:sup>
                        </m:sSup>
                      </m:den>
                    </m:f>
                  </m:oMath>
                </a14:m>
                <a:endParaRPr lang="en-US" dirty="0"/>
              </a:p>
              <a:p>
                <a:pPr marL="514350" indent="-514350">
                  <a:buFont typeface="+mj-lt"/>
                  <a:buAutoNum type="alphaLcParenR"/>
                </a:pPr>
                <a:r>
                  <a:rPr lang="en-US" dirty="0"/>
                  <a:t>P is a constant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8537D8D-6AC6-1433-021B-54F0CF486FA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463333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CBB96-8612-AF3D-29E1-BC5BEC3095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E903580-2AB8-B212-8019-F97B758FEA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7772" y="809625"/>
            <a:ext cx="7224827" cy="4793170"/>
          </a:xfrm>
          <a:prstGeom prst="rect">
            <a:avLst/>
          </a:prstGeom>
        </p:spPr>
      </p:pic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AFC79ABE-F59B-9F93-9EFF-8D33E3DC38ED}"/>
              </a:ext>
            </a:extLst>
          </p:cNvPr>
          <p:cNvCxnSpPr>
            <a:cxnSpLocks/>
          </p:cNvCxnSpPr>
          <p:nvPr/>
        </p:nvCxnSpPr>
        <p:spPr>
          <a:xfrm>
            <a:off x="5892800" y="3429000"/>
            <a:ext cx="203200" cy="210127"/>
          </a:xfrm>
          <a:prstGeom prst="straightConnector1">
            <a:avLst/>
          </a:prstGeom>
          <a:ln w="38100">
            <a:solidFill>
              <a:srgbClr val="FF0000"/>
            </a:solidFill>
            <a:headEnd type="none" w="med" len="med"/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650678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A6703A-134E-E542-D780-AF3EE16C58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82AB9-9123-611E-824E-4DB8A8649A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F64307E-3582-259B-6FFF-E34800D9368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Which of the following is true?</a:t>
                </a:r>
              </a:p>
              <a:p>
                <a:pPr marL="514350" indent="-514350">
                  <a:buFont typeface="+mj-lt"/>
                  <a:buAutoNum type="alphaLcParenR"/>
                </a:pP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ln</m:t>
                            </m:r>
                          </m:fName>
                          <m:e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sup>
                            </m:sSup>
                          </m:e>
                        </m:func>
                      </m:e>
                    </m:func>
                  </m:oMath>
                </a14:m>
                <a:endParaRPr lang="en-US" dirty="0"/>
              </a:p>
              <a:p>
                <a:pPr marL="514350" indent="-514350">
                  <a:buFont typeface="+mj-lt"/>
                  <a:buAutoNum type="alphaLcParenR"/>
                </a:pPr>
                <a:r>
                  <a:rPr lang="en-US" dirty="0"/>
                  <a:t>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i="0" smtClean="0">
                            <a:latin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ln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</m:fun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ln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𝑎𝑏</m:t>
                            </m:r>
                          </m:e>
                        </m:func>
                      </m:e>
                    </m:func>
                  </m:oMath>
                </a14:m>
                <a:endParaRPr lang="en-US" dirty="0"/>
              </a:p>
              <a:p>
                <a:pPr marL="514350" indent="-514350">
                  <a:buFont typeface="+mj-lt"/>
                  <a:buAutoNum type="alphaLcParenR"/>
                </a:pPr>
                <a:r>
                  <a:rPr lang="en-US" dirty="0"/>
                  <a:t>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i="0" smtClean="0">
                            <a:latin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h𝑜𝑢𝑠𝑒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𝑐𝑎𝑏𝑖𝑛</m:t>
                        </m:r>
                      </m:e>
                    </m:func>
                  </m:oMath>
                </a14:m>
                <a:endParaRPr lang="en-US" dirty="0"/>
              </a:p>
              <a:p>
                <a:pPr marL="514350" indent="-514350">
                  <a:buFont typeface="+mj-lt"/>
                  <a:buAutoNum type="alphaLcParenR"/>
                </a:pPr>
                <a:r>
                  <a:rPr lang="en-US" dirty="0"/>
                  <a:t>I don’t remember anything about log functions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F64307E-3582-259B-6FFF-E34800D9368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893418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432002-FF55-F810-0DAE-FAE499C324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9605CA-880A-29C8-6C74-7E7688FE48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If I add two constants, is the result still constant?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Yes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No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Maybe</a:t>
            </a:r>
          </a:p>
        </p:txBody>
      </p:sp>
    </p:spTree>
    <p:extLst>
      <p:ext uri="{BB962C8B-B14F-4D97-AF65-F5344CB8AC3E}">
        <p14:creationId xmlns:p14="http://schemas.microsoft.com/office/powerpoint/2010/main" val="28518870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05A08-BBAD-733F-9214-FFCA080F0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7BFD40-4C1B-BCE6-1015-757E5ACBD3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Why do we like conservation laws in physics?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They tell us how the universe works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They make everything easy to understand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They make solving problems easier</a:t>
            </a:r>
          </a:p>
        </p:txBody>
      </p:sp>
    </p:spTree>
    <p:extLst>
      <p:ext uri="{BB962C8B-B14F-4D97-AF65-F5344CB8AC3E}">
        <p14:creationId xmlns:p14="http://schemas.microsoft.com/office/powerpoint/2010/main" val="33788142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905000" y="642082"/>
            <a:ext cx="8650174" cy="57587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0" name="Picture 6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162801" y="1828800"/>
            <a:ext cx="1869243" cy="1822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Rectangle 2"/>
          <p:cNvSpPr>
            <a:spLocks noChangeArrowheads="1"/>
          </p:cNvSpPr>
          <p:nvPr/>
        </p:nvSpPr>
        <p:spPr bwMode="auto">
          <a:xfrm>
            <a:off x="2743201" y="3519488"/>
            <a:ext cx="2511425" cy="1871663"/>
          </a:xfrm>
          <a:prstGeom prst="rect">
            <a:avLst/>
          </a:prstGeom>
          <a:gradFill rotWithShape="1">
            <a:gsLst>
              <a:gs pos="0">
                <a:schemeClr val="bg1"/>
              </a:gs>
              <a:gs pos="100000">
                <a:schemeClr val="accent1"/>
              </a:gs>
            </a:gsLst>
            <a:path path="shape">
              <a:fillToRect l="50000" t="50000" r="50000" b="50000"/>
            </a:path>
          </a:gra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/>
              <a:t>Gas at T</a:t>
            </a:r>
            <a:r>
              <a:rPr lang="en-US" baseline="-25000"/>
              <a:t>i</a:t>
            </a:r>
          </a:p>
        </p:txBody>
      </p:sp>
      <p:sp>
        <p:nvSpPr>
          <p:cNvPr id="5" name="Rectangle 5"/>
          <p:cNvSpPr>
            <a:spLocks noChangeArrowheads="1"/>
          </p:cNvSpPr>
          <p:nvPr/>
        </p:nvSpPr>
        <p:spPr bwMode="auto">
          <a:xfrm>
            <a:off x="2743201" y="1676401"/>
            <a:ext cx="2511425" cy="3730625"/>
          </a:xfrm>
          <a:prstGeom prst="rect">
            <a:avLst/>
          </a:prstGeom>
          <a:noFill/>
          <a:ln w="53975" algn="ctr">
            <a:solidFill>
              <a:srgbClr val="FF9900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6" name="Line 6"/>
          <p:cNvSpPr>
            <a:spLocks noChangeShapeType="1"/>
          </p:cNvSpPr>
          <p:nvPr/>
        </p:nvSpPr>
        <p:spPr bwMode="auto">
          <a:xfrm>
            <a:off x="2728913" y="3533775"/>
            <a:ext cx="2525713" cy="0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7" name="Text Box 7"/>
          <p:cNvSpPr txBox="1">
            <a:spLocks noChangeArrowheads="1"/>
          </p:cNvSpPr>
          <p:nvPr/>
        </p:nvSpPr>
        <p:spPr bwMode="auto">
          <a:xfrm>
            <a:off x="3438525" y="2147888"/>
            <a:ext cx="1136650" cy="36671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lang="en-US"/>
              <a:t>Vacuum</a:t>
            </a:r>
          </a:p>
        </p:txBody>
      </p:sp>
      <p:sp>
        <p:nvSpPr>
          <p:cNvPr id="8" name="Text Box 8"/>
          <p:cNvSpPr txBox="1">
            <a:spLocks noChangeArrowheads="1"/>
          </p:cNvSpPr>
          <p:nvPr/>
        </p:nvSpPr>
        <p:spPr bwMode="auto">
          <a:xfrm>
            <a:off x="2619376" y="2954338"/>
            <a:ext cx="1920875" cy="36671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lang="en-US"/>
              <a:t>Membrane</a:t>
            </a:r>
          </a:p>
        </p:txBody>
      </p:sp>
      <p:sp>
        <p:nvSpPr>
          <p:cNvPr id="9" name="Line 9"/>
          <p:cNvSpPr>
            <a:spLocks noChangeShapeType="1"/>
          </p:cNvSpPr>
          <p:nvPr/>
        </p:nvSpPr>
        <p:spPr bwMode="auto">
          <a:xfrm flipH="1">
            <a:off x="3367087" y="3243263"/>
            <a:ext cx="115888" cy="2762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1" name="Rectangle 5"/>
          <p:cNvSpPr>
            <a:spLocks noChangeArrowheads="1"/>
          </p:cNvSpPr>
          <p:nvPr/>
        </p:nvSpPr>
        <p:spPr bwMode="auto">
          <a:xfrm>
            <a:off x="6629401" y="1676401"/>
            <a:ext cx="2511425" cy="3730625"/>
          </a:xfrm>
          <a:prstGeom prst="rect">
            <a:avLst/>
          </a:prstGeom>
          <a:noFill/>
          <a:ln w="53975" algn="ctr">
            <a:solidFill>
              <a:srgbClr val="FF9900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2" name="Line 6"/>
          <p:cNvSpPr>
            <a:spLocks noChangeShapeType="1"/>
          </p:cNvSpPr>
          <p:nvPr/>
        </p:nvSpPr>
        <p:spPr bwMode="auto">
          <a:xfrm>
            <a:off x="6615113" y="3533775"/>
            <a:ext cx="2525713" cy="0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4" name="Text Box 8"/>
          <p:cNvSpPr txBox="1">
            <a:spLocks noChangeArrowheads="1"/>
          </p:cNvSpPr>
          <p:nvPr/>
        </p:nvSpPr>
        <p:spPr bwMode="auto">
          <a:xfrm>
            <a:off x="6505576" y="2954338"/>
            <a:ext cx="1920875" cy="36671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lang="en-US"/>
              <a:t>Membrane</a:t>
            </a:r>
          </a:p>
        </p:txBody>
      </p:sp>
      <p:sp>
        <p:nvSpPr>
          <p:cNvPr id="15" name="Line 9"/>
          <p:cNvSpPr>
            <a:spLocks noChangeShapeType="1"/>
          </p:cNvSpPr>
          <p:nvPr/>
        </p:nvSpPr>
        <p:spPr bwMode="auto">
          <a:xfrm flipH="1">
            <a:off x="7253287" y="3243263"/>
            <a:ext cx="115888" cy="2762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0" name="Rectangle 2"/>
          <p:cNvSpPr>
            <a:spLocks noChangeArrowheads="1"/>
          </p:cNvSpPr>
          <p:nvPr/>
        </p:nvSpPr>
        <p:spPr bwMode="auto">
          <a:xfrm>
            <a:off x="6629401" y="3519488"/>
            <a:ext cx="2511425" cy="1871663"/>
          </a:xfrm>
          <a:prstGeom prst="rect">
            <a:avLst/>
          </a:prstGeom>
          <a:gradFill rotWithShape="1">
            <a:gsLst>
              <a:gs pos="0">
                <a:schemeClr val="bg1"/>
              </a:gs>
              <a:gs pos="100000">
                <a:schemeClr val="accent1"/>
              </a:gs>
            </a:gsLst>
            <a:path path="shape">
              <a:fillToRect l="50000" t="50000" r="50000" b="50000"/>
            </a:path>
          </a:gra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/>
              <a:t>Gas at T</a:t>
            </a:r>
            <a:r>
              <a:rPr lang="en-US" baseline="-25000"/>
              <a:t>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382000" y="3505200"/>
            <a:ext cx="152400" cy="76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971800" y="533401"/>
            <a:ext cx="5181600" cy="52523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29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C2812B8D-E844-4807-B20D-B92C141DEBC2}" type="slidenum">
              <a:rPr lang="en-US" smtClean="0"/>
              <a:pPr/>
              <a:t>13</a:t>
            </a:fld>
            <a:endParaRPr lang="en-US"/>
          </a:p>
        </p:txBody>
      </p:sp>
      <p:sp>
        <p:nvSpPr>
          <p:cNvPr id="183299" name="Rectangle 2"/>
          <p:cNvSpPr>
            <a:spLocks noChangeArrowheads="1"/>
          </p:cNvSpPr>
          <p:nvPr/>
        </p:nvSpPr>
        <p:spPr bwMode="auto">
          <a:xfrm>
            <a:off x="7402514" y="3657601"/>
            <a:ext cx="2511425" cy="1871663"/>
          </a:xfrm>
          <a:prstGeom prst="rect">
            <a:avLst/>
          </a:prstGeom>
          <a:gradFill rotWithShape="1">
            <a:gsLst>
              <a:gs pos="0">
                <a:schemeClr val="bg1"/>
              </a:gs>
              <a:gs pos="100000">
                <a:schemeClr val="accent1"/>
              </a:gs>
            </a:gsLst>
            <a:path path="shape">
              <a:fillToRect l="50000" t="50000" r="50000" b="50000"/>
            </a:path>
          </a:gra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/>
              <a:t>Gas at T</a:t>
            </a:r>
            <a:r>
              <a:rPr lang="en-US" baseline="-25000"/>
              <a:t>i</a:t>
            </a:r>
          </a:p>
        </p:txBody>
      </p:sp>
      <p:sp>
        <p:nvSpPr>
          <p:cNvPr id="183300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Question 123.10.7</a:t>
            </a:r>
            <a:endParaRPr lang="en-US" dirty="0"/>
          </a:p>
        </p:txBody>
      </p:sp>
      <p:sp>
        <p:nvSpPr>
          <p:cNvPr id="183301" name="Rectangle 4"/>
          <p:cNvSpPr>
            <a:spLocks noGrp="1" noChangeArrowheads="1"/>
          </p:cNvSpPr>
          <p:nvPr>
            <p:ph type="body" idx="1"/>
          </p:nvPr>
        </p:nvSpPr>
        <p:spPr>
          <a:xfrm>
            <a:off x="1981201" y="1600201"/>
            <a:ext cx="3978275" cy="4525963"/>
          </a:xfrm>
        </p:spPr>
        <p:txBody>
          <a:bodyPr/>
          <a:lstStyle/>
          <a:p>
            <a:pPr marL="609600" indent="-609600">
              <a:lnSpc>
                <a:spcPct val="80000"/>
              </a:lnSpc>
              <a:buNone/>
            </a:pPr>
            <a:r>
              <a:rPr lang="en-US"/>
              <a:t>The initial state of a system is shown, if the membrane is broken, the gas fills the entire container. Is there work done by the gas in filling the container?</a:t>
            </a:r>
          </a:p>
          <a:p>
            <a:pPr marL="609600" indent="-609600">
              <a:lnSpc>
                <a:spcPct val="80000"/>
              </a:lnSpc>
              <a:buFontTx/>
              <a:buAutoNum type="alphaLcParenR"/>
            </a:pPr>
            <a:r>
              <a:rPr lang="en-US"/>
              <a:t>Yes</a:t>
            </a:r>
          </a:p>
          <a:p>
            <a:pPr marL="609600" indent="-609600">
              <a:lnSpc>
                <a:spcPct val="80000"/>
              </a:lnSpc>
              <a:buFontTx/>
              <a:buAutoNum type="alphaLcParenR"/>
            </a:pPr>
            <a:r>
              <a:rPr lang="en-US"/>
              <a:t>No</a:t>
            </a:r>
          </a:p>
          <a:p>
            <a:pPr marL="609600" indent="-609600">
              <a:lnSpc>
                <a:spcPct val="80000"/>
              </a:lnSpc>
              <a:buFontTx/>
              <a:buAutoNum type="alphaLcParenR"/>
            </a:pPr>
            <a:r>
              <a:rPr lang="en-US"/>
              <a:t>Can’t Tell</a:t>
            </a:r>
          </a:p>
        </p:txBody>
      </p:sp>
      <p:sp>
        <p:nvSpPr>
          <p:cNvPr id="183302" name="Rectangle 5"/>
          <p:cNvSpPr>
            <a:spLocks noChangeArrowheads="1"/>
          </p:cNvSpPr>
          <p:nvPr/>
        </p:nvSpPr>
        <p:spPr bwMode="auto">
          <a:xfrm>
            <a:off x="7402514" y="1814514"/>
            <a:ext cx="2511425" cy="3730625"/>
          </a:xfrm>
          <a:prstGeom prst="rect">
            <a:avLst/>
          </a:prstGeom>
          <a:noFill/>
          <a:ln w="53975" algn="ctr">
            <a:solidFill>
              <a:srgbClr val="FF9900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83303" name="Line 6"/>
          <p:cNvSpPr>
            <a:spLocks noChangeShapeType="1"/>
          </p:cNvSpPr>
          <p:nvPr/>
        </p:nvSpPr>
        <p:spPr bwMode="auto">
          <a:xfrm>
            <a:off x="7388226" y="3671888"/>
            <a:ext cx="2525713" cy="0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83304" name="Text Box 7"/>
          <p:cNvSpPr txBox="1">
            <a:spLocks noChangeArrowheads="1"/>
          </p:cNvSpPr>
          <p:nvPr/>
        </p:nvSpPr>
        <p:spPr bwMode="auto">
          <a:xfrm>
            <a:off x="8097838" y="2286001"/>
            <a:ext cx="1136650" cy="36671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lang="en-US"/>
              <a:t>Vacuum</a:t>
            </a:r>
          </a:p>
        </p:txBody>
      </p:sp>
      <p:sp>
        <p:nvSpPr>
          <p:cNvPr id="183305" name="Text Box 8"/>
          <p:cNvSpPr txBox="1">
            <a:spLocks noChangeArrowheads="1"/>
          </p:cNvSpPr>
          <p:nvPr/>
        </p:nvSpPr>
        <p:spPr bwMode="auto">
          <a:xfrm>
            <a:off x="7278689" y="3092451"/>
            <a:ext cx="1920875" cy="36671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lang="en-US"/>
              <a:t>Membrane</a:t>
            </a:r>
          </a:p>
        </p:txBody>
      </p:sp>
      <p:sp>
        <p:nvSpPr>
          <p:cNvPr id="183306" name="Line 9"/>
          <p:cNvSpPr>
            <a:spLocks noChangeShapeType="1"/>
          </p:cNvSpPr>
          <p:nvPr/>
        </p:nvSpPr>
        <p:spPr bwMode="auto">
          <a:xfrm flipH="1">
            <a:off x="8026400" y="3381376"/>
            <a:ext cx="115888" cy="2762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61888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78E2971-ABB3-3665-9E07-6648A45C5EA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END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0D541E2D-86A8-F412-3392-CC7332FB94C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26259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213</Words>
  <Application>Microsoft Office PowerPoint</Application>
  <PresentationFormat>Widescreen</PresentationFormat>
  <Paragraphs>51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Aptos</vt:lpstr>
      <vt:lpstr>Aptos Display</vt:lpstr>
      <vt:lpstr>Arial</vt:lpstr>
      <vt:lpstr>Cambria Math</vt:lpstr>
      <vt:lpstr>Office Theme</vt:lpstr>
      <vt:lpstr>Lecture 36</vt:lpstr>
      <vt:lpstr>Question 123.11.4</vt:lpstr>
      <vt:lpstr>Question 123.11.4</vt:lpstr>
      <vt:lpstr>PowerPoint Presentation</vt:lpstr>
      <vt:lpstr>Question</vt:lpstr>
      <vt:lpstr>PowerPoint Presentation</vt:lpstr>
      <vt:lpstr>Question</vt:lpstr>
      <vt:lpstr>Question</vt:lpstr>
      <vt:lpstr>Question</vt:lpstr>
      <vt:lpstr>PowerPoint Presentation</vt:lpstr>
      <vt:lpstr>PowerPoint Presentation</vt:lpstr>
      <vt:lpstr>PowerPoint Presentation</vt:lpstr>
      <vt:lpstr>Question 123.10.7</vt:lpstr>
      <vt:lpstr>END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Lines, Todd</dc:creator>
  <cp:lastModifiedBy>Lines, Todd</cp:lastModifiedBy>
  <cp:revision>1</cp:revision>
  <dcterms:created xsi:type="dcterms:W3CDTF">2025-07-03T22:42:33Z</dcterms:created>
  <dcterms:modified xsi:type="dcterms:W3CDTF">2025-07-18T17:55:23Z</dcterms:modified>
</cp:coreProperties>
</file>