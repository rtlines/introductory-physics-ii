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4" r:id="rId3"/>
    <p:sldId id="491" r:id="rId4"/>
    <p:sldId id="485" r:id="rId5"/>
    <p:sldId id="341" r:id="rId6"/>
    <p:sldId id="487" r:id="rId7"/>
    <p:sldId id="486" r:id="rId8"/>
    <p:sldId id="488" r:id="rId9"/>
    <p:sldId id="489" r:id="rId10"/>
    <p:sldId id="490" r:id="rId11"/>
    <p:sldId id="265" r:id="rId12"/>
    <p:sldId id="285" r:id="rId13"/>
    <p:sldId id="340" r:id="rId14"/>
    <p:sldId id="283" r:id="rId15"/>
    <p:sldId id="306" r:id="rId16"/>
    <p:sldId id="307" r:id="rId17"/>
    <p:sldId id="308" r:id="rId18"/>
    <p:sldId id="25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88FBDB-A577-4F86-A794-33773316D8C5}" v="46" dt="2026-03-31T19:47:52.0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3-31T19:47:56.233" v="552" actId="21"/>
      <pc:docMkLst>
        <pc:docMk/>
      </pc:docMkLst>
      <pc:sldChg chg="addSp delSp modSp new mod">
        <pc:chgData name="Lines, Todd" userId="afaf7c3a-e8aa-4568-882a-02ad8f9e19b0" providerId="ADAL" clId="{5FF5AC1B-ABA9-43D7-A1E3-2D92732CD6E2}" dt="2026-03-31T19:47:56.233" v="552" actId="21"/>
        <pc:sldMkLst>
          <pc:docMk/>
          <pc:sldMk cId="403151843" sldId="491"/>
        </pc:sldMkLst>
        <pc:spChg chg="del">
          <ac:chgData name="Lines, Todd" userId="afaf7c3a-e8aa-4568-882a-02ad8f9e19b0" providerId="ADAL" clId="{5FF5AC1B-ABA9-43D7-A1E3-2D92732CD6E2}" dt="2026-03-31T16:56:02.597" v="14" actId="478"/>
          <ac:spMkLst>
            <pc:docMk/>
            <pc:sldMk cId="403151843" sldId="491"/>
            <ac:spMk id="2" creationId="{31475D24-A24B-7258-4C3D-C874B65EB90A}"/>
          </ac:spMkLst>
        </pc:spChg>
        <pc:spChg chg="add mod">
          <ac:chgData name="Lines, Todd" userId="afaf7c3a-e8aa-4568-882a-02ad8f9e19b0" providerId="ADAL" clId="{5FF5AC1B-ABA9-43D7-A1E3-2D92732CD6E2}" dt="2026-03-31T18:19:54.929" v="496" actId="1076"/>
          <ac:spMkLst>
            <pc:docMk/>
            <pc:sldMk cId="403151843" sldId="491"/>
            <ac:spMk id="2" creationId="{E164F363-7B4B-E628-C5E8-4952D796471C}"/>
          </ac:spMkLst>
        </pc:spChg>
        <pc:spChg chg="del">
          <ac:chgData name="Lines, Todd" userId="afaf7c3a-e8aa-4568-882a-02ad8f9e19b0" providerId="ADAL" clId="{5FF5AC1B-ABA9-43D7-A1E3-2D92732CD6E2}" dt="2026-03-31T16:56:02.597" v="14" actId="478"/>
          <ac:spMkLst>
            <pc:docMk/>
            <pc:sldMk cId="403151843" sldId="491"/>
            <ac:spMk id="3" creationId="{7A295380-E057-7774-A081-5B452462224B}"/>
          </ac:spMkLst>
        </pc:spChg>
        <pc:spChg chg="add mod">
          <ac:chgData name="Lines, Todd" userId="afaf7c3a-e8aa-4568-882a-02ad8f9e19b0" providerId="ADAL" clId="{5FF5AC1B-ABA9-43D7-A1E3-2D92732CD6E2}" dt="2026-03-31T18:21:25.045" v="518" actId="1076"/>
          <ac:spMkLst>
            <pc:docMk/>
            <pc:sldMk cId="403151843" sldId="491"/>
            <ac:spMk id="3" creationId="{875B9F74-81CF-3B10-4FB6-FBEB22837005}"/>
          </ac:spMkLst>
        </pc:spChg>
        <pc:spChg chg="add mod">
          <ac:chgData name="Lines, Todd" userId="afaf7c3a-e8aa-4568-882a-02ad8f9e19b0" providerId="ADAL" clId="{5FF5AC1B-ABA9-43D7-A1E3-2D92732CD6E2}" dt="2026-03-31T18:21:11.919" v="516" actId="1076"/>
          <ac:spMkLst>
            <pc:docMk/>
            <pc:sldMk cId="403151843" sldId="491"/>
            <ac:spMk id="5" creationId="{8F210133-1F63-43BD-EE09-C65FB0945E1D}"/>
          </ac:spMkLst>
        </pc:spChg>
        <pc:spChg chg="add mod">
          <ac:chgData name="Lines, Todd" userId="afaf7c3a-e8aa-4568-882a-02ad8f9e19b0" providerId="ADAL" clId="{5FF5AC1B-ABA9-43D7-A1E3-2D92732CD6E2}" dt="2026-03-31T19:47:35.335" v="550" actId="1076"/>
          <ac:spMkLst>
            <pc:docMk/>
            <pc:sldMk cId="403151843" sldId="491"/>
            <ac:spMk id="6" creationId="{50C5AD2D-A3D3-4A77-009D-2214784A808B}"/>
          </ac:spMkLst>
        </pc:spChg>
        <pc:spChg chg="add mod">
          <ac:chgData name="Lines, Todd" userId="afaf7c3a-e8aa-4568-882a-02ad8f9e19b0" providerId="ADAL" clId="{5FF5AC1B-ABA9-43D7-A1E3-2D92732CD6E2}" dt="2026-03-31T18:20:30.145" v="503" actId="1076"/>
          <ac:spMkLst>
            <pc:docMk/>
            <pc:sldMk cId="403151843" sldId="491"/>
            <ac:spMk id="7" creationId="{431DE04B-62F0-9B3E-A268-7617D4F0D5F3}"/>
          </ac:spMkLst>
        </pc:spChg>
        <pc:spChg chg="add del mod">
          <ac:chgData name="Lines, Todd" userId="afaf7c3a-e8aa-4568-882a-02ad8f9e19b0" providerId="ADAL" clId="{5FF5AC1B-ABA9-43D7-A1E3-2D92732CD6E2}" dt="2026-03-31T16:55:37.733" v="6" actId="478"/>
          <ac:spMkLst>
            <pc:docMk/>
            <pc:sldMk cId="403151843" sldId="491"/>
            <ac:spMk id="7" creationId="{FABA0109-99FA-8D8F-0C01-BCF4E8AD060F}"/>
          </ac:spMkLst>
        </pc:spChg>
        <pc:spChg chg="add mod">
          <ac:chgData name="Lines, Todd" userId="afaf7c3a-e8aa-4568-882a-02ad8f9e19b0" providerId="ADAL" clId="{5FF5AC1B-ABA9-43D7-A1E3-2D92732CD6E2}" dt="2026-03-31T18:21:22.692" v="517" actId="14100"/>
          <ac:spMkLst>
            <pc:docMk/>
            <pc:sldMk cId="403151843" sldId="491"/>
            <ac:spMk id="8" creationId="{527EE164-82C6-B656-CC56-D5CD91159A8F}"/>
          </ac:spMkLst>
        </pc:spChg>
        <pc:spChg chg="add del mod">
          <ac:chgData name="Lines, Todd" userId="afaf7c3a-e8aa-4568-882a-02ad8f9e19b0" providerId="ADAL" clId="{5FF5AC1B-ABA9-43D7-A1E3-2D92732CD6E2}" dt="2026-03-31T16:55:39.533" v="7" actId="478"/>
          <ac:spMkLst>
            <pc:docMk/>
            <pc:sldMk cId="403151843" sldId="491"/>
            <ac:spMk id="8" creationId="{747DC620-DE97-78F6-EC97-310FF13BC855}"/>
          </ac:spMkLst>
        </pc:spChg>
        <pc:spChg chg="add del mod">
          <ac:chgData name="Lines, Todd" userId="afaf7c3a-e8aa-4568-882a-02ad8f9e19b0" providerId="ADAL" clId="{5FF5AC1B-ABA9-43D7-A1E3-2D92732CD6E2}" dt="2026-03-31T18:20:50.900" v="511" actId="478"/>
          <ac:spMkLst>
            <pc:docMk/>
            <pc:sldMk cId="403151843" sldId="491"/>
            <ac:spMk id="9" creationId="{2B794453-447B-C3E8-EA96-CAE8F4B46AC5}"/>
          </ac:spMkLst>
        </pc:spChg>
        <pc:spChg chg="add del mod">
          <ac:chgData name="Lines, Todd" userId="afaf7c3a-e8aa-4568-882a-02ad8f9e19b0" providerId="ADAL" clId="{5FF5AC1B-ABA9-43D7-A1E3-2D92732CD6E2}" dt="2026-03-31T16:55:42.251" v="9" actId="478"/>
          <ac:spMkLst>
            <pc:docMk/>
            <pc:sldMk cId="403151843" sldId="491"/>
            <ac:spMk id="9" creationId="{B5FA6051-6F27-5CFF-AC42-9E5DE922B129}"/>
          </ac:spMkLst>
        </pc:spChg>
        <pc:spChg chg="add mod">
          <ac:chgData name="Lines, Todd" userId="afaf7c3a-e8aa-4568-882a-02ad8f9e19b0" providerId="ADAL" clId="{5FF5AC1B-ABA9-43D7-A1E3-2D92732CD6E2}" dt="2026-03-31T18:21:08.861" v="515" actId="14100"/>
          <ac:spMkLst>
            <pc:docMk/>
            <pc:sldMk cId="403151843" sldId="491"/>
            <ac:spMk id="10" creationId="{6ADF0F47-A5B0-3CED-CEF5-1618CAE12199}"/>
          </ac:spMkLst>
        </pc:spChg>
        <pc:spChg chg="add del mod">
          <ac:chgData name="Lines, Todd" userId="afaf7c3a-e8aa-4568-882a-02ad8f9e19b0" providerId="ADAL" clId="{5FF5AC1B-ABA9-43D7-A1E3-2D92732CD6E2}" dt="2026-03-31T16:55:41.530" v="8" actId="478"/>
          <ac:spMkLst>
            <pc:docMk/>
            <pc:sldMk cId="403151843" sldId="491"/>
            <ac:spMk id="10" creationId="{752B3BD7-F960-685D-0531-F44D94C56BA9}"/>
          </ac:spMkLst>
        </pc:spChg>
        <pc:spChg chg="add mod ord">
          <ac:chgData name="Lines, Todd" userId="afaf7c3a-e8aa-4568-882a-02ad8f9e19b0" providerId="ADAL" clId="{5FF5AC1B-ABA9-43D7-A1E3-2D92732CD6E2}" dt="2026-03-31T17:19:16.878" v="441" actId="1038"/>
          <ac:spMkLst>
            <pc:docMk/>
            <pc:sldMk cId="403151843" sldId="491"/>
            <ac:spMk id="11" creationId="{E92237C2-F4CC-BD5E-520B-FD8603FB6A5B}"/>
          </ac:spMkLst>
        </pc:spChg>
        <pc:spChg chg="add del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12" creationId="{9C20913B-8E23-DFA4-8795-0B8686517F01}"/>
          </ac:spMkLst>
        </pc:spChg>
        <pc:spChg chg="add mod">
          <ac:chgData name="Lines, Todd" userId="afaf7c3a-e8aa-4568-882a-02ad8f9e19b0" providerId="ADAL" clId="{5FF5AC1B-ABA9-43D7-A1E3-2D92732CD6E2}" dt="2026-03-31T17:05:26.832" v="200" actId="14100"/>
          <ac:spMkLst>
            <pc:docMk/>
            <pc:sldMk cId="403151843" sldId="491"/>
            <ac:spMk id="13" creationId="{8298ACB4-1ECF-EA3C-D73B-588F988C32A1}"/>
          </ac:spMkLst>
        </pc:spChg>
        <pc:spChg chg="add del mod">
          <ac:chgData name="Lines, Todd" userId="afaf7c3a-e8aa-4568-882a-02ad8f9e19b0" providerId="ADAL" clId="{5FF5AC1B-ABA9-43D7-A1E3-2D92732CD6E2}" dt="2026-03-31T17:05:21.719" v="199" actId="478"/>
          <ac:spMkLst>
            <pc:docMk/>
            <pc:sldMk cId="403151843" sldId="491"/>
            <ac:spMk id="14" creationId="{237925E0-C731-E9FD-ACF3-7D7E69FDBA79}"/>
          </ac:spMkLst>
        </pc:spChg>
        <pc:spChg chg="add del mod">
          <ac:chgData name="Lines, Todd" userId="afaf7c3a-e8aa-4568-882a-02ad8f9e19b0" providerId="ADAL" clId="{5FF5AC1B-ABA9-43D7-A1E3-2D92732CD6E2}" dt="2026-03-31T18:21:30.162" v="520" actId="478"/>
          <ac:spMkLst>
            <pc:docMk/>
            <pc:sldMk cId="403151843" sldId="491"/>
            <ac:spMk id="14" creationId="{88A454B6-607D-657D-9BB9-23541A6751E0}"/>
          </ac:spMkLst>
        </pc:spChg>
        <pc:spChg chg="add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15" creationId="{ADC6E333-C323-609E-2C24-7D94919D03AA}"/>
          </ac:spMkLst>
        </pc:spChg>
        <pc:spChg chg="add mod">
          <ac:chgData name="Lines, Todd" userId="afaf7c3a-e8aa-4568-882a-02ad8f9e19b0" providerId="ADAL" clId="{5FF5AC1B-ABA9-43D7-A1E3-2D92732CD6E2}" dt="2026-03-31T18:21:39.069" v="523" actId="14100"/>
          <ac:spMkLst>
            <pc:docMk/>
            <pc:sldMk cId="403151843" sldId="491"/>
            <ac:spMk id="16" creationId="{70563D98-10D8-ED0C-0DBA-A6DED290534E}"/>
          </ac:spMkLst>
        </pc:spChg>
        <pc:spChg chg="add del mod">
          <ac:chgData name="Lines, Todd" userId="afaf7c3a-e8aa-4568-882a-02ad8f9e19b0" providerId="ADAL" clId="{5FF5AC1B-ABA9-43D7-A1E3-2D92732CD6E2}" dt="2026-03-31T16:58:02.100" v="37" actId="478"/>
          <ac:spMkLst>
            <pc:docMk/>
            <pc:sldMk cId="403151843" sldId="491"/>
            <ac:spMk id="16" creationId="{E6D5AB84-7B1F-B684-FDE9-E077F2FE04E0}"/>
          </ac:spMkLst>
        </pc:spChg>
        <pc:spChg chg="add mod ord">
          <ac:chgData name="Lines, Todd" userId="afaf7c3a-e8aa-4568-882a-02ad8f9e19b0" providerId="ADAL" clId="{5FF5AC1B-ABA9-43D7-A1E3-2D92732CD6E2}" dt="2026-03-31T17:17:09.996" v="388" actId="14100"/>
          <ac:spMkLst>
            <pc:docMk/>
            <pc:sldMk cId="403151843" sldId="491"/>
            <ac:spMk id="17" creationId="{9F7C406B-1F76-26C7-8B1D-253140385A24}"/>
          </ac:spMkLst>
        </pc:spChg>
        <pc:spChg chg="add del mod ord">
          <ac:chgData name="Lines, Todd" userId="afaf7c3a-e8aa-4568-882a-02ad8f9e19b0" providerId="ADAL" clId="{5FF5AC1B-ABA9-43D7-A1E3-2D92732CD6E2}" dt="2026-03-31T17:19:53.867" v="445" actId="478"/>
          <ac:spMkLst>
            <pc:docMk/>
            <pc:sldMk cId="403151843" sldId="491"/>
            <ac:spMk id="18" creationId="{4EFB59E6-C196-479A-6263-94C690909702}"/>
          </ac:spMkLst>
        </pc:spChg>
        <pc:spChg chg="add del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19" creationId="{4C43CEA2-F7E4-B221-5BCF-9E13F2F11BCF}"/>
          </ac:spMkLst>
        </pc:spChg>
        <pc:spChg chg="add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20" creationId="{9C20913B-8E23-DFA4-8795-0B8686517F01}"/>
          </ac:spMkLst>
        </pc:spChg>
        <pc:spChg chg="add mod">
          <ac:chgData name="Lines, Todd" userId="afaf7c3a-e8aa-4568-882a-02ad8f9e19b0" providerId="ADAL" clId="{5FF5AC1B-ABA9-43D7-A1E3-2D92732CD6E2}" dt="2026-03-31T17:18:52.356" v="435" actId="1035"/>
          <ac:spMkLst>
            <pc:docMk/>
            <pc:sldMk cId="403151843" sldId="491"/>
            <ac:spMk id="21" creationId="{C8E6AC44-F52A-570B-C93E-E3600DC4B4FA}"/>
          </ac:spMkLst>
        </pc:spChg>
        <pc:spChg chg="add mod ord">
          <ac:chgData name="Lines, Todd" userId="afaf7c3a-e8aa-4568-882a-02ad8f9e19b0" providerId="ADAL" clId="{5FF5AC1B-ABA9-43D7-A1E3-2D92732CD6E2}" dt="2026-03-31T17:18:48.899" v="433" actId="1035"/>
          <ac:spMkLst>
            <pc:docMk/>
            <pc:sldMk cId="403151843" sldId="491"/>
            <ac:spMk id="22" creationId="{E9A70D16-38EC-FA1F-2067-91F7317D8F7B}"/>
          </ac:spMkLst>
        </pc:spChg>
        <pc:spChg chg="add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23" creationId="{89B8B6E3-A1C6-A3B7-DB90-5A8F6EE766E7}"/>
          </ac:spMkLst>
        </pc:spChg>
        <pc:spChg chg="add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24" creationId="{0C0C1B29-7B7D-1262-2242-2F09343BBAA1}"/>
          </ac:spMkLst>
        </pc:spChg>
        <pc:spChg chg="add mod">
          <ac:chgData name="Lines, Todd" userId="afaf7c3a-e8aa-4568-882a-02ad8f9e19b0" providerId="ADAL" clId="{5FF5AC1B-ABA9-43D7-A1E3-2D92732CD6E2}" dt="2026-03-31T17:08:11.997" v="232" actId="1076"/>
          <ac:spMkLst>
            <pc:docMk/>
            <pc:sldMk cId="403151843" sldId="491"/>
            <ac:spMk id="25" creationId="{D0B3F9A9-49AE-1BEB-DEC3-39A0955558B7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26" creationId="{0855BDB8-A1CF-2ACF-A14A-259EB6C50C5C}"/>
          </ac:spMkLst>
        </pc:spChg>
        <pc:spChg chg="add mod ord">
          <ac:chgData name="Lines, Todd" userId="afaf7c3a-e8aa-4568-882a-02ad8f9e19b0" providerId="ADAL" clId="{5FF5AC1B-ABA9-43D7-A1E3-2D92732CD6E2}" dt="2026-03-31T17:13:52.572" v="353" actId="166"/>
          <ac:spMkLst>
            <pc:docMk/>
            <pc:sldMk cId="403151843" sldId="491"/>
            <ac:spMk id="27" creationId="{97C9F5F0-DA83-014B-B52C-A9989287E00D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32" creationId="{9DE87A87-C22C-7AFE-78B3-4AFDE8C44449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33" creationId="{E7BEBAC5-78D1-8695-574B-7DC4F4259B85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34" creationId="{442A1DB1-BDD0-96C5-CCD0-47094D72A1F3}"/>
          </ac:spMkLst>
        </pc:spChg>
        <pc:picChg chg="add mod">
          <ac:chgData name="Lines, Todd" userId="afaf7c3a-e8aa-4568-882a-02ad8f9e19b0" providerId="ADAL" clId="{5FF5AC1B-ABA9-43D7-A1E3-2D92732CD6E2}" dt="2026-03-31T18:21:59.592" v="528" actId="1076"/>
          <ac:picMkLst>
            <pc:docMk/>
            <pc:sldMk cId="403151843" sldId="491"/>
            <ac:picMk id="4" creationId="{08AE5275-D8AC-A14B-69B4-DE5098F75237}"/>
          </ac:picMkLst>
        </pc:picChg>
        <pc:picChg chg="add del mod">
          <ac:chgData name="Lines, Todd" userId="afaf7c3a-e8aa-4568-882a-02ad8f9e19b0" providerId="ADAL" clId="{5FF5AC1B-ABA9-43D7-A1E3-2D92732CD6E2}" dt="2026-03-31T17:19:45.067" v="443" actId="478"/>
          <ac:picMkLst>
            <pc:docMk/>
            <pc:sldMk cId="403151843" sldId="491"/>
            <ac:picMk id="5" creationId="{66B6BE6B-BA56-6632-FD7C-A9C11A3EA36D}"/>
          </ac:picMkLst>
        </pc:picChg>
        <pc:picChg chg="add del mod">
          <ac:chgData name="Lines, Todd" userId="afaf7c3a-e8aa-4568-882a-02ad8f9e19b0" providerId="ADAL" clId="{5FF5AC1B-ABA9-43D7-A1E3-2D92732CD6E2}" dt="2026-03-31T16:55:44.093" v="10" actId="478"/>
          <ac:picMkLst>
            <pc:docMk/>
            <pc:sldMk cId="403151843" sldId="491"/>
            <ac:picMk id="6" creationId="{843D8325-5718-BCD1-9BE3-31EACC93AA4F}"/>
          </ac:picMkLst>
        </pc:picChg>
        <pc:picChg chg="del mod">
          <ac:chgData name="Lines, Todd" userId="afaf7c3a-e8aa-4568-882a-02ad8f9e19b0" providerId="ADAL" clId="{5FF5AC1B-ABA9-43D7-A1E3-2D92732CD6E2}" dt="2026-03-31T18:22:14.976" v="530" actId="21"/>
          <ac:picMkLst>
            <pc:docMk/>
            <pc:sldMk cId="403151843" sldId="491"/>
            <ac:picMk id="18" creationId="{BFDE7A56-A41F-437E-0A2D-B30CEDBCABF4}"/>
          </ac:picMkLst>
        </pc:picChg>
        <pc:picChg chg="del mod">
          <ac:chgData name="Lines, Todd" userId="afaf7c3a-e8aa-4568-882a-02ad8f9e19b0" providerId="ADAL" clId="{5FF5AC1B-ABA9-43D7-A1E3-2D92732CD6E2}" dt="2026-03-31T19:47:56.233" v="552" actId="21"/>
          <ac:picMkLst>
            <pc:docMk/>
            <pc:sldMk cId="403151843" sldId="491"/>
            <ac:picMk id="28" creationId="{E26171E3-A344-F12D-1C5D-BA6F92646C09}"/>
          </ac:picMkLst>
        </pc:picChg>
        <pc:cxnChg chg="add del mod">
          <ac:chgData name="Lines, Todd" userId="afaf7c3a-e8aa-4568-882a-02ad8f9e19b0" providerId="ADAL" clId="{5FF5AC1B-ABA9-43D7-A1E3-2D92732CD6E2}" dt="2026-03-31T17:11:51.655" v="273" actId="478"/>
          <ac:cxnSpMkLst>
            <pc:docMk/>
            <pc:sldMk cId="403151843" sldId="491"/>
            <ac:cxnSpMk id="29" creationId="{EF50CEA1-0CFE-E702-0FD2-A743EDBFCA7E}"/>
          </ac:cxnSpMkLst>
        </pc:cxnChg>
        <pc:cxnChg chg="add del mod">
          <ac:chgData name="Lines, Todd" userId="afaf7c3a-e8aa-4568-882a-02ad8f9e19b0" providerId="ADAL" clId="{5FF5AC1B-ABA9-43D7-A1E3-2D92732CD6E2}" dt="2026-03-31T17:11:53.807" v="274" actId="478"/>
          <ac:cxnSpMkLst>
            <pc:docMk/>
            <pc:sldMk cId="403151843" sldId="491"/>
            <ac:cxnSpMk id="30" creationId="{66BA3B13-CC1B-E51F-54B3-6B87D5BF476A}"/>
          </ac:cxnSpMkLst>
        </pc:cxnChg>
        <pc:cxnChg chg="add del mod">
          <ac:chgData name="Lines, Todd" userId="afaf7c3a-e8aa-4568-882a-02ad8f9e19b0" providerId="ADAL" clId="{5FF5AC1B-ABA9-43D7-A1E3-2D92732CD6E2}" dt="2026-03-31T17:11:20.669" v="269" actId="478"/>
          <ac:cxnSpMkLst>
            <pc:docMk/>
            <pc:sldMk cId="403151843" sldId="491"/>
            <ac:cxnSpMk id="31" creationId="{2EA31224-9EF4-EA4F-45E1-6BE7051BBD2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</a:t>
            </a:r>
            <a:r>
              <a:rPr lang="en-US" altLang="en-US"/>
              <a:t>Can Q = 0</a:t>
            </a:r>
            <a:r>
              <a:rPr lang="en-US" altLang="en-US" dirty="0"/>
              <a:t>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22">
            <a:extLst>
              <a:ext uri="{FF2B5EF4-FFF2-40B4-BE49-F238E27FC236}">
                <a16:creationId xmlns:a16="http://schemas.microsoft.com/office/drawing/2014/main" id="{89B8B6E3-A1C6-A3B7-DB90-5A8F6EE766E7}"/>
              </a:ext>
            </a:extLst>
          </p:cNvPr>
          <p:cNvSpPr/>
          <p:nvPr/>
        </p:nvSpPr>
        <p:spPr>
          <a:xfrm>
            <a:off x="6650617" y="1975365"/>
            <a:ext cx="2343150" cy="6667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C0C1B29-7B7D-1262-2242-2F09343BBAA1}"/>
              </a:ext>
            </a:extLst>
          </p:cNvPr>
          <p:cNvSpPr/>
          <p:nvPr/>
        </p:nvSpPr>
        <p:spPr>
          <a:xfrm>
            <a:off x="6756667" y="2065956"/>
            <a:ext cx="2133506" cy="456731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2237C2-F4CC-BD5E-520B-FD8603FB6A5B}"/>
              </a:ext>
            </a:extLst>
          </p:cNvPr>
          <p:cNvSpPr/>
          <p:nvPr/>
        </p:nvSpPr>
        <p:spPr>
          <a:xfrm>
            <a:off x="6655381" y="4499551"/>
            <a:ext cx="2343150" cy="6667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9A70D16-38EC-FA1F-2067-91F7317D8F7B}"/>
              </a:ext>
            </a:extLst>
          </p:cNvPr>
          <p:cNvSpPr/>
          <p:nvPr/>
        </p:nvSpPr>
        <p:spPr>
          <a:xfrm>
            <a:off x="6765739" y="4599712"/>
            <a:ext cx="2133506" cy="467151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8AE5275-D8AC-A14B-69B4-DE5098F75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00"/>
          <a:stretch>
            <a:fillRect/>
          </a:stretch>
        </p:blipFill>
        <p:spPr bwMode="auto">
          <a:xfrm>
            <a:off x="1963505" y="1587306"/>
            <a:ext cx="3826741" cy="34795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298ACB4-1ECF-EA3C-D73B-588F988C32A1}"/>
              </a:ext>
            </a:extLst>
          </p:cNvPr>
          <p:cNvSpPr/>
          <p:nvPr/>
        </p:nvSpPr>
        <p:spPr>
          <a:xfrm>
            <a:off x="6650617" y="2298268"/>
            <a:ext cx="2343150" cy="25257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8E6AC44-F52A-570B-C93E-E3600DC4B4FA}"/>
              </a:ext>
            </a:extLst>
          </p:cNvPr>
          <p:cNvSpPr/>
          <p:nvPr/>
        </p:nvSpPr>
        <p:spPr>
          <a:xfrm>
            <a:off x="6963859" y="4654672"/>
            <a:ext cx="1737264" cy="354736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C20913B-8E23-DFA4-8795-0B8686517F01}"/>
              </a:ext>
            </a:extLst>
          </p:cNvPr>
          <p:cNvSpPr/>
          <p:nvPr/>
        </p:nvSpPr>
        <p:spPr>
          <a:xfrm>
            <a:off x="7097496" y="4665164"/>
            <a:ext cx="1504569" cy="307370"/>
          </a:xfrm>
          <a:prstGeom prst="ellipse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43CEA2-F7E4-B221-5BCF-9E13F2F11BCF}"/>
              </a:ext>
            </a:extLst>
          </p:cNvPr>
          <p:cNvSpPr/>
          <p:nvPr/>
        </p:nvSpPr>
        <p:spPr>
          <a:xfrm>
            <a:off x="7093530" y="2302886"/>
            <a:ext cx="1504569" cy="2525712"/>
          </a:xfrm>
          <a:prstGeom prst="rect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C20913B-8E23-DFA4-8795-0B8686517F01}"/>
              </a:ext>
            </a:extLst>
          </p:cNvPr>
          <p:cNvSpPr/>
          <p:nvPr/>
        </p:nvSpPr>
        <p:spPr>
          <a:xfrm>
            <a:off x="7090505" y="4668912"/>
            <a:ext cx="1504569" cy="303622"/>
          </a:xfrm>
          <a:prstGeom prst="ellipse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0B3F9A9-49AE-1BEB-DEC3-39A0955558B7}"/>
              </a:ext>
            </a:extLst>
          </p:cNvPr>
          <p:cNvSpPr/>
          <p:nvPr/>
        </p:nvSpPr>
        <p:spPr>
          <a:xfrm>
            <a:off x="6953560" y="2159238"/>
            <a:ext cx="1737264" cy="352221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0855BDB8-A1CF-2ACF-A14A-259EB6C50C5C}"/>
              </a:ext>
            </a:extLst>
          </p:cNvPr>
          <p:cNvSpPr/>
          <p:nvPr/>
        </p:nvSpPr>
        <p:spPr>
          <a:xfrm>
            <a:off x="7078125" y="2291786"/>
            <a:ext cx="1523939" cy="535173"/>
          </a:xfrm>
          <a:prstGeom prst="can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DE87A87-C22C-7AFE-78B3-4AFDE8C44449}"/>
              </a:ext>
            </a:extLst>
          </p:cNvPr>
          <p:cNvSpPr/>
          <p:nvPr/>
        </p:nvSpPr>
        <p:spPr>
          <a:xfrm>
            <a:off x="6647696" y="2298268"/>
            <a:ext cx="439887" cy="2521712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C6E333-C323-609E-2C24-7D94919D03AA}"/>
              </a:ext>
            </a:extLst>
          </p:cNvPr>
          <p:cNvSpPr/>
          <p:nvPr/>
        </p:nvSpPr>
        <p:spPr>
          <a:xfrm>
            <a:off x="6770276" y="2311504"/>
            <a:ext cx="198120" cy="25084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7BEBAC5-78D1-8695-574B-7DC4F4259B85}"/>
              </a:ext>
            </a:extLst>
          </p:cNvPr>
          <p:cNvSpPr/>
          <p:nvPr/>
        </p:nvSpPr>
        <p:spPr>
          <a:xfrm>
            <a:off x="8598144" y="2301070"/>
            <a:ext cx="395578" cy="251891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7C406B-1F76-26C7-8B1D-253140385A24}"/>
              </a:ext>
            </a:extLst>
          </p:cNvPr>
          <p:cNvSpPr/>
          <p:nvPr/>
        </p:nvSpPr>
        <p:spPr>
          <a:xfrm>
            <a:off x="8696587" y="2312740"/>
            <a:ext cx="202655" cy="250724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442A1DB1-BDD0-96C5-CCD0-47094D72A1F3}"/>
              </a:ext>
            </a:extLst>
          </p:cNvPr>
          <p:cNvSpPr/>
          <p:nvPr/>
        </p:nvSpPr>
        <p:spPr>
          <a:xfrm>
            <a:off x="7079189" y="2195959"/>
            <a:ext cx="1504569" cy="248714"/>
          </a:xfrm>
          <a:prstGeom prst="arc">
            <a:avLst>
              <a:gd name="adj1" fmla="val 10834829"/>
              <a:gd name="adj2" fmla="val 0"/>
            </a:avLst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97C9F5F0-DA83-014B-B52C-A9989287E00D}"/>
              </a:ext>
            </a:extLst>
          </p:cNvPr>
          <p:cNvSpPr/>
          <p:nvPr/>
        </p:nvSpPr>
        <p:spPr>
          <a:xfrm>
            <a:off x="7502310" y="1514110"/>
            <a:ext cx="596612" cy="905656"/>
          </a:xfrm>
          <a:prstGeom prst="can">
            <a:avLst>
              <a:gd name="adj" fmla="val 15479"/>
            </a:avLst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64F363-7B4B-E628-C5E8-4952D796471C}"/>
              </a:ext>
            </a:extLst>
          </p:cNvPr>
          <p:cNvSpPr txBox="1"/>
          <p:nvPr/>
        </p:nvSpPr>
        <p:spPr>
          <a:xfrm>
            <a:off x="9603816" y="2819217"/>
            <a:ext cx="1238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Outer Wall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5B9F74-81CF-3B10-4FB6-FBEB22837005}"/>
              </a:ext>
            </a:extLst>
          </p:cNvPr>
          <p:cNvSpPr txBox="1"/>
          <p:nvPr/>
        </p:nvSpPr>
        <p:spPr>
          <a:xfrm>
            <a:off x="9806723" y="3397161"/>
            <a:ext cx="1006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Vacuum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210133-1F63-43BD-EE09-C65FB0945E1D}"/>
              </a:ext>
            </a:extLst>
          </p:cNvPr>
          <p:cNvSpPr txBox="1"/>
          <p:nvPr/>
        </p:nvSpPr>
        <p:spPr>
          <a:xfrm>
            <a:off x="9632894" y="4290565"/>
            <a:ext cx="1180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Inner Wall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C5AD2D-A3D3-4A77-009D-2214784A808B}"/>
              </a:ext>
            </a:extLst>
          </p:cNvPr>
          <p:cNvSpPr txBox="1"/>
          <p:nvPr/>
        </p:nvSpPr>
        <p:spPr>
          <a:xfrm>
            <a:off x="9517617" y="2064381"/>
            <a:ext cx="1741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Silvered Interior</a:t>
            </a:r>
          </a:p>
          <a:p>
            <a:r>
              <a:rPr lang="en-US" dirty="0"/>
              <a:t>filled with gas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31DE04B-62F0-9B3E-A268-7617D4F0D5F3}"/>
              </a:ext>
            </a:extLst>
          </p:cNvPr>
          <p:cNvSpPr/>
          <p:nvPr/>
        </p:nvSpPr>
        <p:spPr>
          <a:xfrm>
            <a:off x="9007376" y="3075603"/>
            <a:ext cx="661179" cy="283464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7EE164-82C6-B656-CC56-D5CD91159A8F}"/>
              </a:ext>
            </a:extLst>
          </p:cNvPr>
          <p:cNvSpPr/>
          <p:nvPr/>
        </p:nvSpPr>
        <p:spPr>
          <a:xfrm>
            <a:off x="8794064" y="3587751"/>
            <a:ext cx="1006366" cy="287247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ADF0F47-A5B0-3CED-CEF5-1618CAE12199}"/>
              </a:ext>
            </a:extLst>
          </p:cNvPr>
          <p:cNvSpPr/>
          <p:nvPr/>
        </p:nvSpPr>
        <p:spPr>
          <a:xfrm>
            <a:off x="8662189" y="4451158"/>
            <a:ext cx="1006366" cy="131170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0563D98-10D8-ED0C-0DBA-A6DED290534E}"/>
              </a:ext>
            </a:extLst>
          </p:cNvPr>
          <p:cNvSpPr/>
          <p:nvPr/>
        </p:nvSpPr>
        <p:spPr>
          <a:xfrm>
            <a:off x="8244867" y="2442099"/>
            <a:ext cx="1238352" cy="905656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51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F1B2-C636-F26E-1AE6-A14E36C7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E5D43F17-A7AA-2648-7985-50828A29E9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0880A836-F3E8-694F-BE88-C7B0C83B83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We can have a process where Q = 0? What do we call that process?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1F23F20B-1AE1-D064-E6B6-EA8701D98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  <p:extLst>
      <p:ext uri="{BB962C8B-B14F-4D97-AF65-F5344CB8AC3E}">
        <p14:creationId xmlns:p14="http://schemas.microsoft.com/office/powerpoint/2010/main" val="3842804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9C3FC7-9DC0-D72B-55CE-8DD1D7DE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62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0E40-E486-E84C-682C-6002987BB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an adiabatic path, how does P depend on V?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P is a constant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333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CBB96-8612-AF3D-29E1-BC5BEC30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903580-2AB8-B212-8019-F97B758FE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C79ABE-F59B-9F93-9EFF-8D33E3DC38ED}"/>
              </a:ext>
            </a:extLst>
          </p:cNvPr>
          <p:cNvCxnSpPr>
            <a:cxnSpLocks/>
          </p:cNvCxnSpPr>
          <p:nvPr/>
        </p:nvCxnSpPr>
        <p:spPr>
          <a:xfrm>
            <a:off x="5892800" y="3429000"/>
            <a:ext cx="203200" cy="210127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067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6703A-134E-E542-D780-AF3EE16C5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82AB9-9123-611E-824E-4DB8A864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Which of the following is true?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p>
                            </m:sSup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𝑎𝑏</m:t>
                            </m:r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h𝑜𝑢𝑠𝑒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𝑐𝑎𝑏𝑖𝑛</m:t>
                        </m:r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I don’t remember anything about log functions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9341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32002-FF55-F810-0DAE-FAE499C32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605CA-880A-29C8-6C74-7E7688FE4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I add two constants, is the result still constant?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</a:t>
            </a:r>
          </a:p>
        </p:txBody>
      </p:sp>
    </p:spTree>
    <p:extLst>
      <p:ext uri="{BB962C8B-B14F-4D97-AF65-F5344CB8AC3E}">
        <p14:creationId xmlns:p14="http://schemas.microsoft.com/office/powerpoint/2010/main" val="2851887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05A08-BBAD-733F-9214-FFCA080F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BFD40-4C1B-BCE6-1015-757E5ACBD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 we like conservation laws in physics?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tell us how the universe works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everything easy to understand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solving problems easier</a:t>
            </a:r>
          </a:p>
        </p:txBody>
      </p:sp>
    </p:spTree>
    <p:extLst>
      <p:ext uri="{BB962C8B-B14F-4D97-AF65-F5344CB8AC3E}">
        <p14:creationId xmlns:p14="http://schemas.microsoft.com/office/powerpoint/2010/main" val="3378814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642082"/>
            <a:ext cx="8650174" cy="5758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1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7432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7432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7289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438525" y="2147888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193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33670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66294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66151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055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72532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66294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533401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812B8D-E844-4807-B20D-B92C141DEBC2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83299" name="Rectangle 2"/>
          <p:cNvSpPr>
            <a:spLocks noChangeArrowheads="1"/>
          </p:cNvSpPr>
          <p:nvPr/>
        </p:nvSpPr>
        <p:spPr bwMode="auto">
          <a:xfrm>
            <a:off x="7402514" y="3657601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83300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123.10.7</a:t>
            </a:r>
            <a:endParaRPr lang="en-US" dirty="0"/>
          </a:p>
        </p:txBody>
      </p:sp>
      <p:sp>
        <p:nvSpPr>
          <p:cNvPr id="183301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978275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/>
              <a:t>The initial state of a system is shown, if the membrane is broken, the gas fills the entire container. Is there work done by the gas in filling the container?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83302" name="Rectangle 5"/>
          <p:cNvSpPr>
            <a:spLocks noChangeArrowheads="1"/>
          </p:cNvSpPr>
          <p:nvPr/>
        </p:nvSpPr>
        <p:spPr bwMode="auto">
          <a:xfrm>
            <a:off x="7402514" y="1814514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3" name="Line 6"/>
          <p:cNvSpPr>
            <a:spLocks noChangeShapeType="1"/>
          </p:cNvSpPr>
          <p:nvPr/>
        </p:nvSpPr>
        <p:spPr bwMode="auto">
          <a:xfrm>
            <a:off x="7388226" y="3671888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4" name="Text Box 7"/>
          <p:cNvSpPr txBox="1">
            <a:spLocks noChangeArrowheads="1"/>
          </p:cNvSpPr>
          <p:nvPr/>
        </p:nvSpPr>
        <p:spPr bwMode="auto">
          <a:xfrm>
            <a:off x="8097838" y="2286001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183305" name="Text Box 8"/>
          <p:cNvSpPr txBox="1">
            <a:spLocks noChangeArrowheads="1"/>
          </p:cNvSpPr>
          <p:nvPr/>
        </p:nvSpPr>
        <p:spPr bwMode="auto">
          <a:xfrm>
            <a:off x="7278689" y="3092451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83306" name="Line 9"/>
          <p:cNvSpPr>
            <a:spLocks noChangeShapeType="1"/>
          </p:cNvSpPr>
          <p:nvPr/>
        </p:nvSpPr>
        <p:spPr bwMode="auto">
          <a:xfrm flipH="1">
            <a:off x="8026400" y="3381376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88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ylinder 3">
            <a:extLst>
              <a:ext uri="{FF2B5EF4-FFF2-40B4-BE49-F238E27FC236}">
                <a16:creationId xmlns:a16="http://schemas.microsoft.com/office/drawing/2014/main" id="{C7CEA9B5-10E1-0690-20A5-E941D70EF6CE}"/>
              </a:ext>
            </a:extLst>
          </p:cNvPr>
          <p:cNvSpPr/>
          <p:nvPr/>
        </p:nvSpPr>
        <p:spPr>
          <a:xfrm rot="16200000">
            <a:off x="5327904" y="329184"/>
            <a:ext cx="932688" cy="4681728"/>
          </a:xfrm>
          <a:prstGeom prst="can">
            <a:avLst>
              <a:gd name="adj" fmla="val 52451"/>
            </a:avLst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0117D1E6-05E3-328B-3F36-AFC8B477D456}"/>
              </a:ext>
            </a:extLst>
          </p:cNvPr>
          <p:cNvSpPr/>
          <p:nvPr/>
        </p:nvSpPr>
        <p:spPr>
          <a:xfrm rot="16200000">
            <a:off x="5353812" y="1754125"/>
            <a:ext cx="932688" cy="1831848"/>
          </a:xfrm>
          <a:prstGeom prst="can">
            <a:avLst>
              <a:gd name="adj" fmla="val 52451"/>
            </a:avLst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B82AD0-A576-E02B-3403-FC95165C25E7}"/>
              </a:ext>
            </a:extLst>
          </p:cNvPr>
          <p:cNvSpPr txBox="1"/>
          <p:nvPr/>
        </p:nvSpPr>
        <p:spPr>
          <a:xfrm>
            <a:off x="4992262" y="248538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CF803B-B61B-F4CF-3CBB-0086E5811D65}"/>
              </a:ext>
            </a:extLst>
          </p:cNvPr>
          <p:cNvCxnSpPr/>
          <p:nvPr/>
        </p:nvCxnSpPr>
        <p:spPr>
          <a:xfrm flipV="1">
            <a:off x="5151120" y="161848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3595B2-A95D-A8D4-51D7-931603F86545}"/>
              </a:ext>
            </a:extLst>
          </p:cNvPr>
          <p:cNvCxnSpPr/>
          <p:nvPr/>
        </p:nvCxnSpPr>
        <p:spPr>
          <a:xfrm flipV="1">
            <a:off x="6556248" y="161848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1A9A135-2042-0657-03DA-4F1D50813C6D}"/>
              </a:ext>
            </a:extLst>
          </p:cNvPr>
          <p:cNvCxnSpPr/>
          <p:nvPr/>
        </p:nvCxnSpPr>
        <p:spPr>
          <a:xfrm>
            <a:off x="5151120" y="1879092"/>
            <a:ext cx="13929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C3B7EB-4075-93A1-F1D5-130146D4AB9C}"/>
              </a:ext>
            </a:extLst>
          </p:cNvPr>
          <p:cNvSpPr txBox="1"/>
          <p:nvPr/>
        </p:nvSpPr>
        <p:spPr>
          <a:xfrm>
            <a:off x="5738796" y="1694426"/>
            <a:ext cx="4251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</a:t>
            </a:r>
            <a:r>
              <a:rPr lang="en-US" dirty="0"/>
              <a:t>x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8877B15-2AAF-441A-8BB6-E91D4626B716}"/>
              </a:ext>
            </a:extLst>
          </p:cNvPr>
          <p:cNvSpPr/>
          <p:nvPr/>
        </p:nvSpPr>
        <p:spPr>
          <a:xfrm>
            <a:off x="6251089" y="2203703"/>
            <a:ext cx="487680" cy="932689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C8CB2D2C-A259-ACC4-DFDD-B2C86AA527A1}"/>
              </a:ext>
            </a:extLst>
          </p:cNvPr>
          <p:cNvSpPr/>
          <p:nvPr/>
        </p:nvSpPr>
        <p:spPr>
          <a:xfrm>
            <a:off x="6248040" y="2203704"/>
            <a:ext cx="487680" cy="932689"/>
          </a:xfrm>
          <a:prstGeom prst="arc">
            <a:avLst>
              <a:gd name="adj1" fmla="val 16200000"/>
              <a:gd name="adj2" fmla="val 52366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FA60F47-8906-0C8E-78DA-8CF2FFEB52BC}"/>
              </a:ext>
            </a:extLst>
          </p:cNvPr>
          <p:cNvSpPr/>
          <p:nvPr/>
        </p:nvSpPr>
        <p:spPr>
          <a:xfrm>
            <a:off x="7647432" y="2203703"/>
            <a:ext cx="487680" cy="93268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D2453E8-F171-5CE9-7C13-324E3A854047}"/>
              </a:ext>
            </a:extLst>
          </p:cNvPr>
          <p:cNvCxnSpPr>
            <a:cxnSpLocks/>
          </p:cNvCxnSpPr>
          <p:nvPr/>
        </p:nvCxnSpPr>
        <p:spPr>
          <a:xfrm>
            <a:off x="6824472" y="2670046"/>
            <a:ext cx="55168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FD0FCE-7FAC-FFE3-03DC-DD75ECB7FD13}"/>
              </a:ext>
            </a:extLst>
          </p:cNvPr>
          <p:cNvSpPr txBox="1"/>
          <p:nvPr/>
        </p:nvSpPr>
        <p:spPr>
          <a:xfrm>
            <a:off x="6892398" y="2300713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1247448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B3595E-FFD0-BA39-FCC8-3F4E86448FCA}"/>
              </a:ext>
            </a:extLst>
          </p:cNvPr>
          <p:cNvSpPr/>
          <p:nvPr/>
        </p:nvSpPr>
        <p:spPr>
          <a:xfrm>
            <a:off x="2182368" y="1243584"/>
            <a:ext cx="7488936" cy="31912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6FF530C8-B8D8-CF2D-9FC9-D3F61AFF3C1E}"/>
              </a:ext>
            </a:extLst>
          </p:cNvPr>
          <p:cNvSpPr/>
          <p:nvPr/>
        </p:nvSpPr>
        <p:spPr>
          <a:xfrm>
            <a:off x="4568952" y="1911096"/>
            <a:ext cx="2212848" cy="1517904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800A5-898B-76A1-23F2-09ED707F8D43}"/>
              </a:ext>
            </a:extLst>
          </p:cNvPr>
          <p:cNvSpPr txBox="1"/>
          <p:nvPr/>
        </p:nvSpPr>
        <p:spPr>
          <a:xfrm>
            <a:off x="2612136" y="2105275"/>
            <a:ext cx="1647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Sound Wave In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41E67-32F0-8666-BCC8-E8CBDD178FD5}"/>
              </a:ext>
            </a:extLst>
          </p:cNvPr>
          <p:cNvCxnSpPr>
            <a:cxnSpLocks/>
          </p:cNvCxnSpPr>
          <p:nvPr/>
        </p:nvCxnSpPr>
        <p:spPr>
          <a:xfrm>
            <a:off x="2815800" y="2794599"/>
            <a:ext cx="13807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F6F487-2D99-7F36-5867-097A34B08853}"/>
              </a:ext>
            </a:extLst>
          </p:cNvPr>
          <p:cNvCxnSpPr>
            <a:cxnSpLocks/>
          </p:cNvCxnSpPr>
          <p:nvPr/>
        </p:nvCxnSpPr>
        <p:spPr>
          <a:xfrm>
            <a:off x="7000098" y="2794599"/>
            <a:ext cx="13807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652880-E3BA-1526-C57B-FAF4325E25A5}"/>
                  </a:ext>
                </a:extLst>
              </p:cNvPr>
              <p:cNvSpPr txBox="1"/>
              <p:nvPr/>
            </p:nvSpPr>
            <p:spPr>
              <a:xfrm>
                <a:off x="2612136" y="2996028"/>
                <a:ext cx="13161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ym typeface="Symbol" panose="05050102010706020507" pitchFamily="18" charset="2"/>
                  </a:rPr>
                  <a:t>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652880-E3BA-1526-C57B-FAF4325E2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136" y="2996028"/>
                <a:ext cx="1316130" cy="369332"/>
              </a:xfrm>
              <a:prstGeom prst="rect">
                <a:avLst/>
              </a:prstGeom>
              <a:blipFill>
                <a:blip r:embed="rId2"/>
                <a:stretch>
                  <a:fillRect l="-4186" t="-11475" b="-2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9EBA03-A8F7-8263-C359-5DE180645ECE}"/>
                  </a:ext>
                </a:extLst>
              </p:cNvPr>
              <p:cNvSpPr txBox="1"/>
              <p:nvPr/>
            </p:nvSpPr>
            <p:spPr>
              <a:xfrm>
                <a:off x="7000098" y="2996028"/>
                <a:ext cx="1662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ym typeface="Symbol" panose="05050102010706020507" pitchFamily="18" charset="2"/>
                  </a:rPr>
                  <a:t>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9EBA03-A8F7-8263-C359-5DE18064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098" y="2996028"/>
                <a:ext cx="1662378" cy="369332"/>
              </a:xfrm>
              <a:prstGeom prst="rect">
                <a:avLst/>
              </a:prstGeom>
              <a:blipFill>
                <a:blip r:embed="rId3"/>
                <a:stretch>
                  <a:fillRect l="-2930" t="-11475" b="-2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C7E8B9-6AB3-FFE6-52BA-931BFBB171E9}"/>
              </a:ext>
            </a:extLst>
          </p:cNvPr>
          <p:cNvCxnSpPr>
            <a:cxnSpLocks/>
          </p:cNvCxnSpPr>
          <p:nvPr/>
        </p:nvCxnSpPr>
        <p:spPr>
          <a:xfrm>
            <a:off x="4943856" y="1911096"/>
            <a:ext cx="0" cy="114552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EA8E0F-34FE-7F7D-0D65-F49892AABB9A}"/>
              </a:ext>
            </a:extLst>
          </p:cNvPr>
          <p:cNvCxnSpPr>
            <a:cxnSpLocks/>
          </p:cNvCxnSpPr>
          <p:nvPr/>
        </p:nvCxnSpPr>
        <p:spPr>
          <a:xfrm flipH="1">
            <a:off x="4943856" y="3044428"/>
            <a:ext cx="183794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539441F-EAA9-837A-93F1-CCFB58048557}"/>
              </a:ext>
            </a:extLst>
          </p:cNvPr>
          <p:cNvCxnSpPr>
            <a:cxnSpLocks/>
          </p:cNvCxnSpPr>
          <p:nvPr/>
        </p:nvCxnSpPr>
        <p:spPr>
          <a:xfrm flipH="1">
            <a:off x="4568952" y="3056620"/>
            <a:ext cx="374904" cy="3693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0529782-63D2-9A27-B18E-5660AC840788}"/>
              </a:ext>
            </a:extLst>
          </p:cNvPr>
          <p:cNvSpPr txBox="1"/>
          <p:nvPr/>
        </p:nvSpPr>
        <p:spPr>
          <a:xfrm>
            <a:off x="6464084" y="256074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403000-451C-72F1-9B6E-1F8C53CF126C}"/>
              </a:ext>
            </a:extLst>
          </p:cNvPr>
          <p:cNvSpPr txBox="1"/>
          <p:nvPr/>
        </p:nvSpPr>
        <p:spPr>
          <a:xfrm>
            <a:off x="7000098" y="2105275"/>
            <a:ext cx="1833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Sound Wave Out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5EF259-62C8-1D0A-772E-A1AD883B08CB}"/>
              </a:ext>
            </a:extLst>
          </p:cNvPr>
          <p:cNvSpPr txBox="1"/>
          <p:nvPr/>
        </p:nvSpPr>
        <p:spPr>
          <a:xfrm>
            <a:off x="4962144" y="3543348"/>
            <a:ext cx="1366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Parcel of Air</a:t>
            </a:r>
          </a:p>
        </p:txBody>
      </p:sp>
    </p:spTree>
    <p:extLst>
      <p:ext uri="{BB962C8B-B14F-4D97-AF65-F5344CB8AC3E}">
        <p14:creationId xmlns:p14="http://schemas.microsoft.com/office/powerpoint/2010/main" val="4168904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6AD2-BCB5-92CD-EE00-289A1BFC3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3BE6317-D1B2-E0D8-8603-E3F69B778159}"/>
              </a:ext>
            </a:extLst>
          </p:cNvPr>
          <p:cNvSpPr/>
          <p:nvPr/>
        </p:nvSpPr>
        <p:spPr>
          <a:xfrm>
            <a:off x="2250948" y="1198971"/>
            <a:ext cx="7488936" cy="31912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59DFCA99-EC97-278E-AAE4-8423188FEC52}"/>
              </a:ext>
            </a:extLst>
          </p:cNvPr>
          <p:cNvSpPr/>
          <p:nvPr/>
        </p:nvSpPr>
        <p:spPr>
          <a:xfrm>
            <a:off x="4568952" y="1911096"/>
            <a:ext cx="2212848" cy="1517904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7D5FB6-7D29-746E-1F5E-AED189F8769D}"/>
              </a:ext>
            </a:extLst>
          </p:cNvPr>
          <p:cNvCxnSpPr>
            <a:cxnSpLocks/>
          </p:cNvCxnSpPr>
          <p:nvPr/>
        </p:nvCxnSpPr>
        <p:spPr>
          <a:xfrm>
            <a:off x="3828288" y="2794599"/>
            <a:ext cx="74066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D5F3AA-D694-FAB8-ECD5-256D6B66F29F}"/>
              </a:ext>
            </a:extLst>
          </p:cNvPr>
          <p:cNvCxnSpPr>
            <a:cxnSpLocks/>
          </p:cNvCxnSpPr>
          <p:nvPr/>
        </p:nvCxnSpPr>
        <p:spPr>
          <a:xfrm flipH="1">
            <a:off x="6515466" y="2767595"/>
            <a:ext cx="933846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D8C1748-0B21-B782-ECD1-80EC5F45D008}"/>
              </a:ext>
            </a:extLst>
          </p:cNvPr>
          <p:cNvCxnSpPr>
            <a:cxnSpLocks/>
          </p:cNvCxnSpPr>
          <p:nvPr/>
        </p:nvCxnSpPr>
        <p:spPr>
          <a:xfrm>
            <a:off x="4943856" y="1911096"/>
            <a:ext cx="0" cy="114552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2FC43E-3A3D-E256-5BC7-DD648457C115}"/>
              </a:ext>
            </a:extLst>
          </p:cNvPr>
          <p:cNvCxnSpPr>
            <a:cxnSpLocks/>
          </p:cNvCxnSpPr>
          <p:nvPr/>
        </p:nvCxnSpPr>
        <p:spPr>
          <a:xfrm flipH="1">
            <a:off x="4943856" y="3044428"/>
            <a:ext cx="183794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ED8DB1-4EFA-B861-6ABD-DA0779AE5525}"/>
              </a:ext>
            </a:extLst>
          </p:cNvPr>
          <p:cNvCxnSpPr>
            <a:cxnSpLocks/>
          </p:cNvCxnSpPr>
          <p:nvPr/>
        </p:nvCxnSpPr>
        <p:spPr>
          <a:xfrm flipH="1">
            <a:off x="4568952" y="3056620"/>
            <a:ext cx="374904" cy="3693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312B2C5-1958-7B69-85F4-8FF656F6F56E}"/>
              </a:ext>
            </a:extLst>
          </p:cNvPr>
          <p:cNvCxnSpPr/>
          <p:nvPr/>
        </p:nvCxnSpPr>
        <p:spPr>
          <a:xfrm flipV="1">
            <a:off x="4943856" y="1325880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7B02CF7-E812-19A8-4B11-D7076EC55086}"/>
              </a:ext>
            </a:extLst>
          </p:cNvPr>
          <p:cNvCxnSpPr/>
          <p:nvPr/>
        </p:nvCxnSpPr>
        <p:spPr>
          <a:xfrm flipV="1">
            <a:off x="4568952" y="172516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26FF9B-056F-AE83-B094-016B369BD14B}"/>
              </a:ext>
            </a:extLst>
          </p:cNvPr>
          <p:cNvCxnSpPr>
            <a:cxnSpLocks/>
          </p:cNvCxnSpPr>
          <p:nvPr/>
        </p:nvCxnSpPr>
        <p:spPr>
          <a:xfrm flipV="1">
            <a:off x="4568952" y="1581330"/>
            <a:ext cx="374904" cy="38010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D173A3B-5D3E-FBEA-F0A4-1FC55D0B6085}"/>
              </a:ext>
            </a:extLst>
          </p:cNvPr>
          <p:cNvSpPr txBox="1"/>
          <p:nvPr/>
        </p:nvSpPr>
        <p:spPr>
          <a:xfrm>
            <a:off x="4495879" y="12963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ym typeface="Symbol" panose="05050102010706020507" pitchFamily="18" charset="2"/>
              </a:rPr>
              <a:t>d</a:t>
            </a:r>
            <a:r>
              <a:rPr lang="en-US" dirty="0" err="1"/>
              <a:t>z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E21D82-5BB2-7B20-4B76-32D44A3F31D6}"/>
              </a:ext>
            </a:extLst>
          </p:cNvPr>
          <p:cNvCxnSpPr/>
          <p:nvPr/>
        </p:nvCxnSpPr>
        <p:spPr>
          <a:xfrm flipV="1">
            <a:off x="4568952" y="3520702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D11ADD0-C44A-A4CF-B328-B85E48DB8A42}"/>
              </a:ext>
            </a:extLst>
          </p:cNvPr>
          <p:cNvCxnSpPr/>
          <p:nvPr/>
        </p:nvCxnSpPr>
        <p:spPr>
          <a:xfrm flipV="1">
            <a:off x="6385560" y="3444764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6D556B-E548-114E-10DA-CE5E435BBBB1}"/>
              </a:ext>
            </a:extLst>
          </p:cNvPr>
          <p:cNvCxnSpPr>
            <a:cxnSpLocks/>
          </p:cNvCxnSpPr>
          <p:nvPr/>
        </p:nvCxnSpPr>
        <p:spPr>
          <a:xfrm>
            <a:off x="4568952" y="3781306"/>
            <a:ext cx="178765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6BD8E51-928B-6538-9DE3-75C3BE796E18}"/>
              </a:ext>
            </a:extLst>
          </p:cNvPr>
          <p:cNvSpPr txBox="1"/>
          <p:nvPr/>
        </p:nvSpPr>
        <p:spPr>
          <a:xfrm>
            <a:off x="5264698" y="3596640"/>
            <a:ext cx="41710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d</a:t>
            </a:r>
            <a:r>
              <a:rPr lang="en-US" dirty="0"/>
              <a:t>x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6912471-0A70-708E-897C-E86A10876C71}"/>
              </a:ext>
            </a:extLst>
          </p:cNvPr>
          <p:cNvCxnSpPr>
            <a:cxnSpLocks/>
          </p:cNvCxnSpPr>
          <p:nvPr/>
        </p:nvCxnSpPr>
        <p:spPr>
          <a:xfrm flipH="1">
            <a:off x="4105735" y="2316480"/>
            <a:ext cx="4084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6C13D7-78AB-6F8F-5255-33E8C51B6E3D}"/>
              </a:ext>
            </a:extLst>
          </p:cNvPr>
          <p:cNvCxnSpPr>
            <a:cxnSpLocks/>
          </p:cNvCxnSpPr>
          <p:nvPr/>
        </p:nvCxnSpPr>
        <p:spPr>
          <a:xfrm flipH="1">
            <a:off x="4111831" y="3429000"/>
            <a:ext cx="4084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4582FE-08BD-FCC6-657F-10BBC29128F9}"/>
              </a:ext>
            </a:extLst>
          </p:cNvPr>
          <p:cNvCxnSpPr>
            <a:cxnSpLocks/>
          </p:cNvCxnSpPr>
          <p:nvPr/>
        </p:nvCxnSpPr>
        <p:spPr>
          <a:xfrm flipV="1">
            <a:off x="4308348" y="2316480"/>
            <a:ext cx="0" cy="11021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7BE651B-D294-EA86-5F53-24780C613604}"/>
              </a:ext>
            </a:extLst>
          </p:cNvPr>
          <p:cNvSpPr txBox="1"/>
          <p:nvPr/>
        </p:nvSpPr>
        <p:spPr>
          <a:xfrm>
            <a:off x="4111515" y="2923460"/>
            <a:ext cx="4187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ym typeface="Symbol" panose="05050102010706020507" pitchFamily="18" charset="2"/>
              </a:rPr>
              <a:t>dy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9DC9B8-FE62-186B-4C4B-54EDA73AA9B5}"/>
              </a:ext>
            </a:extLst>
          </p:cNvPr>
          <p:cNvSpPr txBox="1"/>
          <p:nvPr/>
        </p:nvSpPr>
        <p:spPr>
          <a:xfrm>
            <a:off x="3383618" y="25492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A560B1-56B2-9197-9B9F-10AA18A1D6A5}"/>
              </a:ext>
            </a:extLst>
          </p:cNvPr>
          <p:cNvSpPr txBox="1"/>
          <p:nvPr/>
        </p:nvSpPr>
        <p:spPr>
          <a:xfrm>
            <a:off x="7529090" y="2536210"/>
            <a:ext cx="878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00B050"/>
                </a:solidFill>
              </a:rPr>
              <a:t>P+dP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5716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E2971-ABB3-3665-9E07-6648A45C5E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D541E2D-86A8-F412-3392-CC7332FB94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5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257</Words>
  <Application>Microsoft Office PowerPoint</Application>
  <PresentationFormat>Widescreen</PresentationFormat>
  <Paragraphs>71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Symbol</vt:lpstr>
      <vt:lpstr>Office Theme</vt:lpstr>
      <vt:lpstr>Lecture 36</vt:lpstr>
      <vt:lpstr>Question 123.11.4</vt:lpstr>
      <vt:lpstr>PowerPoint Presentation</vt:lpstr>
      <vt:lpstr>Question 123.11.4</vt:lpstr>
      <vt:lpstr>PowerPoint Presentation</vt:lpstr>
      <vt:lpstr>Question</vt:lpstr>
      <vt:lpstr>PowerPoint Presentation</vt:lpstr>
      <vt:lpstr>Question</vt:lpstr>
      <vt:lpstr>Question</vt:lpstr>
      <vt:lpstr>Question</vt:lpstr>
      <vt:lpstr>PowerPoint Presentation</vt:lpstr>
      <vt:lpstr>PowerPoint Presentation</vt:lpstr>
      <vt:lpstr>PowerPoint Presentation</vt:lpstr>
      <vt:lpstr>Question 123.10.7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2026-03-31T19:48:03Z</dcterms:modified>
</cp:coreProperties>
</file>