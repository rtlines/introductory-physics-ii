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61" r:id="rId3"/>
    <p:sldId id="262" r:id="rId4"/>
    <p:sldId id="263" r:id="rId5"/>
    <p:sldId id="284" r:id="rId6"/>
    <p:sldId id="282" r:id="rId7"/>
    <p:sldId id="283" r:id="rId8"/>
    <p:sldId id="315" r:id="rId9"/>
    <p:sldId id="316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269" r:id="rId18"/>
    <p:sldId id="270" r:id="rId19"/>
    <p:sldId id="291" r:id="rId20"/>
    <p:sldId id="289" r:id="rId21"/>
    <p:sldId id="290" r:id="rId22"/>
    <p:sldId id="344" r:id="rId23"/>
    <p:sldId id="345" r:id="rId24"/>
    <p:sldId id="346" r:id="rId25"/>
    <p:sldId id="347" r:id="rId26"/>
    <p:sldId id="348" r:id="rId27"/>
    <p:sldId id="296" r:id="rId28"/>
    <p:sldId id="297" r:id="rId29"/>
    <p:sldId id="298" r:id="rId30"/>
    <p:sldId id="349" r:id="rId31"/>
    <p:sldId id="350" r:id="rId32"/>
    <p:sldId id="351" r:id="rId33"/>
    <p:sldId id="352" r:id="rId34"/>
    <p:sldId id="353" r:id="rId35"/>
    <p:sldId id="343" r:id="rId36"/>
    <p:sldId id="355" r:id="rId37"/>
    <p:sldId id="292" r:id="rId38"/>
    <p:sldId id="293" r:id="rId39"/>
    <p:sldId id="294" r:id="rId40"/>
    <p:sldId id="295" r:id="rId41"/>
    <p:sldId id="299" r:id="rId42"/>
    <p:sldId id="321" r:id="rId43"/>
    <p:sldId id="323" r:id="rId44"/>
    <p:sldId id="334" r:id="rId45"/>
    <p:sldId id="324" r:id="rId46"/>
    <p:sldId id="325" r:id="rId47"/>
    <p:sldId id="326" r:id="rId48"/>
    <p:sldId id="328" r:id="rId49"/>
    <p:sldId id="335" r:id="rId50"/>
    <p:sldId id="329" r:id="rId51"/>
    <p:sldId id="330" r:id="rId52"/>
    <p:sldId id="331" r:id="rId53"/>
    <p:sldId id="332" r:id="rId54"/>
    <p:sldId id="333" r:id="rId55"/>
    <p:sldId id="354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53CA9-CE98-4FEF-B8DF-31F9B1C5A358}" v="34" dt="2026-09-22T17:00:12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8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custSel addSld modSld">
      <pc:chgData name="Todd Lines" userId="afaf7c3a-e8aa-4568-882a-02ad8f9e19b0" providerId="ADAL" clId="{5FF5AC1B-ABA9-43D7-A1E3-2D92732CD6E2}" dt="2026-09-22T17:03:06.735" v="70" actId="1076"/>
      <pc:docMkLst>
        <pc:docMk/>
      </pc:docMkLst>
      <pc:sldChg chg="modSp mod">
        <pc:chgData name="Todd Lines" userId="afaf7c3a-e8aa-4568-882a-02ad8f9e19b0" providerId="ADAL" clId="{5FF5AC1B-ABA9-43D7-A1E3-2D92732CD6E2}" dt="2026-08-26T18:45:35.107" v="1" actId="20577"/>
        <pc:sldMkLst>
          <pc:docMk/>
          <pc:sldMk cId="0" sldId="256"/>
        </pc:sldMkLst>
        <pc:spChg chg="mod">
          <ac:chgData name="Todd Lines" userId="afaf7c3a-e8aa-4568-882a-02ad8f9e19b0" providerId="ADAL" clId="{5FF5AC1B-ABA9-43D7-A1E3-2D92732CD6E2}" dt="2026-08-26T18:45:35.107" v="1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Todd Lines" userId="afaf7c3a-e8aa-4568-882a-02ad8f9e19b0" providerId="ADAL" clId="{5FF5AC1B-ABA9-43D7-A1E3-2D92732CD6E2}" dt="2026-09-22T16:22:55.979" v="10" actId="21"/>
        <pc:sldMkLst>
          <pc:docMk/>
          <pc:sldMk cId="0" sldId="261"/>
        </pc:sldMkLst>
        <pc:picChg chg="add del mod">
          <ac:chgData name="Todd Lines" userId="afaf7c3a-e8aa-4568-882a-02ad8f9e19b0" providerId="ADAL" clId="{5FF5AC1B-ABA9-43D7-A1E3-2D92732CD6E2}" dt="2026-09-22T16:21:22.988" v="4" actId="21"/>
          <ac:picMkLst>
            <pc:docMk/>
            <pc:sldMk cId="0" sldId="261"/>
            <ac:picMk id="3" creationId="{3F9B7268-A295-7639-6F05-E271F190702B}"/>
          </ac:picMkLst>
        </pc:picChg>
        <pc:picChg chg="add del mod">
          <ac:chgData name="Todd Lines" userId="afaf7c3a-e8aa-4568-882a-02ad8f9e19b0" providerId="ADAL" clId="{5FF5AC1B-ABA9-43D7-A1E3-2D92732CD6E2}" dt="2026-09-22T16:21:51.217" v="7" actId="21"/>
          <ac:picMkLst>
            <pc:docMk/>
            <pc:sldMk cId="0" sldId="261"/>
            <ac:picMk id="5" creationId="{779D4F77-A8F1-17E0-4124-6BCD5F12AA89}"/>
          </ac:picMkLst>
        </pc:picChg>
        <pc:picChg chg="add del mod">
          <ac:chgData name="Todd Lines" userId="afaf7c3a-e8aa-4568-882a-02ad8f9e19b0" providerId="ADAL" clId="{5FF5AC1B-ABA9-43D7-A1E3-2D92732CD6E2}" dt="2026-09-22T16:22:55.979" v="10" actId="21"/>
          <ac:picMkLst>
            <pc:docMk/>
            <pc:sldMk cId="0" sldId="261"/>
            <ac:picMk id="7" creationId="{8B811AF4-85E0-6373-09B2-DEB41FE1675D}"/>
          </ac:picMkLst>
        </pc:picChg>
      </pc:sldChg>
      <pc:sldChg chg="addSp delSp modSp mod">
        <pc:chgData name="Todd Lines" userId="afaf7c3a-e8aa-4568-882a-02ad8f9e19b0" providerId="ADAL" clId="{5FF5AC1B-ABA9-43D7-A1E3-2D92732CD6E2}" dt="2026-09-22T17:00:26.434" v="57" actId="21"/>
        <pc:sldMkLst>
          <pc:docMk/>
          <pc:sldMk cId="0" sldId="262"/>
        </pc:sldMkLst>
        <pc:spChg chg="add mod">
          <ac:chgData name="Todd Lines" userId="afaf7c3a-e8aa-4568-882a-02ad8f9e19b0" providerId="ADAL" clId="{5FF5AC1B-ABA9-43D7-A1E3-2D92732CD6E2}" dt="2026-09-22T17:00:16.216" v="55" actId="1076"/>
          <ac:spMkLst>
            <pc:docMk/>
            <pc:sldMk cId="0" sldId="262"/>
            <ac:spMk id="4" creationId="{AB9270B6-A762-EF4F-E706-A00FE2A6666B}"/>
          </ac:spMkLst>
        </pc:spChg>
        <pc:spChg chg="add mod">
          <ac:chgData name="Todd Lines" userId="afaf7c3a-e8aa-4568-882a-02ad8f9e19b0" providerId="ADAL" clId="{5FF5AC1B-ABA9-43D7-A1E3-2D92732CD6E2}" dt="2026-09-22T16:59:25.535" v="33" actId="1076"/>
          <ac:spMkLst>
            <pc:docMk/>
            <pc:sldMk cId="0" sldId="262"/>
            <ac:spMk id="5" creationId="{3E1CDD70-AB21-6218-69F2-B92264E1F1DB}"/>
          </ac:spMkLst>
        </pc:spChg>
        <pc:spChg chg="add mod">
          <ac:chgData name="Todd Lines" userId="afaf7c3a-e8aa-4568-882a-02ad8f9e19b0" providerId="ADAL" clId="{5FF5AC1B-ABA9-43D7-A1E3-2D92732CD6E2}" dt="2026-09-22T16:59:47.362" v="41" actId="20577"/>
          <ac:spMkLst>
            <pc:docMk/>
            <pc:sldMk cId="0" sldId="262"/>
            <ac:spMk id="2050" creationId="{00000000-0000-0000-0000-000000000000}"/>
          </ac:spMkLst>
        </pc:spChg>
        <pc:spChg chg="del">
          <ac:chgData name="Todd Lines" userId="afaf7c3a-e8aa-4568-882a-02ad8f9e19b0" providerId="ADAL" clId="{5FF5AC1B-ABA9-43D7-A1E3-2D92732CD6E2}" dt="2026-09-22T16:58:32.439" v="23" actId="478"/>
          <ac:spMkLst>
            <pc:docMk/>
            <pc:sldMk cId="0" sldId="262"/>
            <ac:spMk id="2052" creationId="{00000000-0000-0000-0000-000000000000}"/>
          </ac:spMkLst>
        </pc:spChg>
        <pc:graphicFrameChg chg="del mod replId">
          <ac:chgData name="Todd Lines" userId="afaf7c3a-e8aa-4568-882a-02ad8f9e19b0" providerId="ADAL" clId="{5FF5AC1B-ABA9-43D7-A1E3-2D92732CD6E2}" dt="2026-09-22T16:59:30.802" v="35"/>
          <ac:graphicFrameMkLst>
            <pc:docMk/>
            <pc:sldMk cId="0" sldId="262"/>
            <ac:graphicFrameMk id="6" creationId="{00000000-0000-0000-0000-000000000000}"/>
          </ac:graphicFrameMkLst>
        </pc:graphicFrameChg>
        <pc:picChg chg="add mod">
          <ac:chgData name="Todd Lines" userId="afaf7c3a-e8aa-4568-882a-02ad8f9e19b0" providerId="ADAL" clId="{5FF5AC1B-ABA9-43D7-A1E3-2D92732CD6E2}" dt="2026-09-22T16:59:25.535" v="33" actId="1076"/>
          <ac:picMkLst>
            <pc:docMk/>
            <pc:sldMk cId="0" sldId="262"/>
            <ac:picMk id="3" creationId="{FBD574A0-295D-9EFE-8F10-D829C674B88F}"/>
          </ac:picMkLst>
        </pc:picChg>
        <pc:picChg chg="add del">
          <ac:chgData name="Todd Lines" userId="afaf7c3a-e8aa-4568-882a-02ad8f9e19b0" providerId="ADAL" clId="{5FF5AC1B-ABA9-43D7-A1E3-2D92732CD6E2}" dt="2026-09-22T17:00:26.434" v="57" actId="21"/>
          <ac:picMkLst>
            <pc:docMk/>
            <pc:sldMk cId="0" sldId="262"/>
            <ac:picMk id="9" creationId="{57A792BA-F7F0-6F4B-1E67-F925F7112A93}"/>
          </ac:picMkLst>
        </pc:picChg>
        <pc:picChg chg="del">
          <ac:chgData name="Todd Lines" userId="afaf7c3a-e8aa-4568-882a-02ad8f9e19b0" providerId="ADAL" clId="{5FF5AC1B-ABA9-43D7-A1E3-2D92732CD6E2}" dt="2026-09-22T16:59:18.578" v="32" actId="478"/>
          <ac:picMkLst>
            <pc:docMk/>
            <pc:sldMk cId="0" sldId="262"/>
            <ac:picMk id="2053" creationId="{00000000-0000-0000-0000-000000000000}"/>
          </ac:picMkLst>
        </pc:picChg>
      </pc:sldChg>
      <pc:sldChg chg="addSp delSp modSp mod">
        <pc:chgData name="Todd Lines" userId="afaf7c3a-e8aa-4568-882a-02ad8f9e19b0" providerId="ADAL" clId="{5FF5AC1B-ABA9-43D7-A1E3-2D92732CD6E2}" dt="2026-09-22T17:02:53.673" v="67" actId="21"/>
        <pc:sldMkLst>
          <pc:docMk/>
          <pc:sldMk cId="0" sldId="263"/>
        </pc:sldMkLst>
        <pc:picChg chg="add del mod">
          <ac:chgData name="Todd Lines" userId="afaf7c3a-e8aa-4568-882a-02ad8f9e19b0" providerId="ADAL" clId="{5FF5AC1B-ABA9-43D7-A1E3-2D92732CD6E2}" dt="2026-09-22T17:01:22.021" v="60" actId="21"/>
          <ac:picMkLst>
            <pc:docMk/>
            <pc:sldMk cId="0" sldId="263"/>
            <ac:picMk id="3" creationId="{CFA63119-82F7-24AF-046C-4384ADE8A219}"/>
          </ac:picMkLst>
        </pc:picChg>
        <pc:picChg chg="add del mod">
          <ac:chgData name="Todd Lines" userId="afaf7c3a-e8aa-4568-882a-02ad8f9e19b0" providerId="ADAL" clId="{5FF5AC1B-ABA9-43D7-A1E3-2D92732CD6E2}" dt="2026-09-22T17:02:53.673" v="67" actId="21"/>
          <ac:picMkLst>
            <pc:docMk/>
            <pc:sldMk cId="0" sldId="263"/>
            <ac:picMk id="5" creationId="{333D8F58-D131-DD37-E90E-6C1D38C09DE3}"/>
          </ac:picMkLst>
        </pc:picChg>
        <pc:picChg chg="add del">
          <ac:chgData name="Todd Lines" userId="afaf7c3a-e8aa-4568-882a-02ad8f9e19b0" providerId="ADAL" clId="{5FF5AC1B-ABA9-43D7-A1E3-2D92732CD6E2}" dt="2026-09-22T17:01:51.764" v="63" actId="21"/>
          <ac:picMkLst>
            <pc:docMk/>
            <pc:sldMk cId="0" sldId="263"/>
            <ac:picMk id="7" creationId="{08A6AFA8-D839-C0C6-C467-09EEBC6E70D4}"/>
          </ac:picMkLst>
        </pc:picChg>
        <pc:picChg chg="add del">
          <ac:chgData name="Todd Lines" userId="afaf7c3a-e8aa-4568-882a-02ad8f9e19b0" providerId="ADAL" clId="{5FF5AC1B-ABA9-43D7-A1E3-2D92732CD6E2}" dt="2026-09-22T17:02:12.394" v="66" actId="21"/>
          <ac:picMkLst>
            <pc:docMk/>
            <pc:sldMk cId="0" sldId="263"/>
            <ac:picMk id="9" creationId="{5676C4DC-E21A-DE8C-77A1-448BE9BE50FE}"/>
          </ac:picMkLst>
        </pc:picChg>
      </pc:sldChg>
      <pc:sldChg chg="addSp modSp new mod">
        <pc:chgData name="Todd Lines" userId="afaf7c3a-e8aa-4568-882a-02ad8f9e19b0" providerId="ADAL" clId="{5FF5AC1B-ABA9-43D7-A1E3-2D92732CD6E2}" dt="2026-09-22T17:03:06.735" v="70" actId="1076"/>
        <pc:sldMkLst>
          <pc:docMk/>
          <pc:sldMk cId="4210102344" sldId="355"/>
        </pc:sldMkLst>
        <pc:picChg chg="add mod">
          <ac:chgData name="Todd Lines" userId="afaf7c3a-e8aa-4568-882a-02ad8f9e19b0" providerId="ADAL" clId="{5FF5AC1B-ABA9-43D7-A1E3-2D92732CD6E2}" dt="2026-09-22T17:03:06.735" v="70" actId="1076"/>
          <ac:picMkLst>
            <pc:docMk/>
            <pc:sldMk cId="4210102344" sldId="355"/>
            <ac:picMk id="5" creationId="{B8EFE9C1-F476-30AA-D673-21F867339B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C28BD-B451-44CB-8598-76CA2A7DC8BD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439A5-6A26-46F5-A5BA-973B1EF44D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6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22C913-3A06-45F1-8B5D-E63464BCF6A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41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4741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6782AD-7629-407A-A45D-4732079CBA0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6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61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4761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8F388C0-3755-43E3-BE35-CE5BDC839CE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679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82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4782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1F76CC5-ED35-4A36-95E2-F24FE7208B4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068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02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4802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33775C-08A7-459F-AD14-90A0EB8D7C4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34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0DDA8-9D1C-476E-AE4C-363D74F72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5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85C90-C599-4103-B9D8-F35C9EFD2BC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2A010-2A7E-40A4-807B-E9EF054AC5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C6ZAOiIfKo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6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oKNyUpnn20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0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275" y="1550988"/>
            <a:ext cx="2695575" cy="1790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3613" y="1546225"/>
            <a:ext cx="2847975" cy="1885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3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8488" y="3502025"/>
            <a:ext cx="2981325" cy="1981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401888" y="3190875"/>
          <a:ext cx="11445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15640" progId="Equation.3">
                  <p:embed/>
                </p:oleObj>
              </mc:Choice>
              <mc:Fallback>
                <p:oleObj name="Equation" r:id="rId5" imgW="1143000" imgH="215640" progId="Equation.3">
                  <p:embed/>
                  <p:pic>
                    <p:nvPicPr>
                      <p:cNvPr id="10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3190875"/>
                        <a:ext cx="1144587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0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7" name="Object 9"/>
          <p:cNvGraphicFramePr>
            <a:graphicFrameLocks noChangeAspect="1"/>
          </p:cNvGraphicFramePr>
          <p:nvPr/>
        </p:nvGraphicFramePr>
        <p:xfrm>
          <a:off x="5705475" y="3262313"/>
          <a:ext cx="1373188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1600" imgH="215640" progId="Equation.3">
                  <p:embed/>
                </p:oleObj>
              </mc:Choice>
              <mc:Fallback>
                <p:oleObj name="Equation" r:id="rId7" imgW="1371600" imgH="215640" progId="Equation.3">
                  <p:embed/>
                  <p:pic>
                    <p:nvPicPr>
                      <p:cNvPr id="10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3262313"/>
                        <a:ext cx="1373188" cy="217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12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885825" y="4295775"/>
          <a:ext cx="4191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1346200" progId="Equation.3">
                  <p:embed/>
                </p:oleObj>
              </mc:Choice>
              <mc:Fallback>
                <p:oleObj name="Equation" r:id="rId9" imgW="419100" imgH="1346200" progId="Equation.3">
                  <p:embed/>
                  <p:pic>
                    <p:nvPicPr>
                      <p:cNvPr id="10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295775"/>
                        <a:ext cx="4191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9" name="Object 13"/>
          <p:cNvGraphicFramePr>
            <a:graphicFrameLocks noChangeAspect="1"/>
          </p:cNvGraphicFramePr>
          <p:nvPr/>
        </p:nvGraphicFramePr>
        <p:xfrm>
          <a:off x="3787775" y="5581650"/>
          <a:ext cx="2019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19300" imgH="431800" progId="Equation.3">
                  <p:embed/>
                </p:oleObj>
              </mc:Choice>
              <mc:Fallback>
                <p:oleObj name="Equation" r:id="rId11" imgW="2019300" imgH="431800" progId="Equation.3">
                  <p:embed/>
                  <p:pic>
                    <p:nvPicPr>
                      <p:cNvPr id="10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5581650"/>
                        <a:ext cx="20193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Amplitude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0" name="Object 5"/>
              <p:cNvSpPr txBox="1"/>
              <p:nvPr/>
            </p:nvSpPr>
            <p:spPr bwMode="auto">
              <a:xfrm>
                <a:off x="1322388" y="2909888"/>
                <a:ext cx="1711325" cy="10556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5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2388" y="2909888"/>
                <a:ext cx="1711325" cy="10556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BD574A0-295D-9EFE-8F10-D829C674B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9" y="2724150"/>
            <a:ext cx="3390900" cy="1409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9270B6-A762-EF4F-E706-A00FE2A6666B}"/>
                  </a:ext>
                </a:extLst>
              </p:cNvPr>
              <p:cNvSpPr txBox="1"/>
              <p:nvPr/>
            </p:nvSpPr>
            <p:spPr>
              <a:xfrm>
                <a:off x="4758687" y="2632889"/>
                <a:ext cx="11431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𝑚𝑝𝑙𝑖𝑡𝑢𝑑𝑒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9270B6-A762-EF4F-E706-A00FE2A66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87" y="2632889"/>
                <a:ext cx="1143198" cy="276999"/>
              </a:xfrm>
              <a:prstGeom prst="rect">
                <a:avLst/>
              </a:prstGeom>
              <a:blipFill>
                <a:blip r:embed="rId4"/>
                <a:stretch>
                  <a:fillRect l="-4813" t="-2222" r="-695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CDD70-AB21-6218-69F2-B92264E1F1DB}"/>
                  </a:ext>
                </a:extLst>
              </p:cNvPr>
              <p:cNvSpPr txBox="1"/>
              <p:nvPr/>
            </p:nvSpPr>
            <p:spPr>
              <a:xfrm>
                <a:off x="7648933" y="3627050"/>
                <a:ext cx="313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CDD70-AB21-6218-69F2-B92264E1F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933" y="3627050"/>
                <a:ext cx="313611" cy="276999"/>
              </a:xfrm>
              <a:prstGeom prst="rect">
                <a:avLst/>
              </a:prstGeom>
              <a:blipFill>
                <a:blip r:embed="rId5"/>
                <a:stretch>
                  <a:fillRect l="-27451" r="-196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Effect of </a:t>
            </a:r>
            <a:r>
              <a:rPr lang="en-US">
                <a:sym typeface="Symbol" pitchFamily="18" charset="2"/>
              </a:rPr>
              <a:t>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613150" cy="4525963"/>
          </a:xfrm>
        </p:spPr>
        <p:txBody>
          <a:bodyPr/>
          <a:lstStyle/>
          <a:p>
            <a:pPr eaLnBrk="1" hangingPunct="1"/>
            <a:r>
              <a:rPr lang="en-US"/>
              <a:t>Same example, but with different values of </a:t>
            </a:r>
            <a:r>
              <a:rPr lang="en-US">
                <a:sym typeface="Symbol" pitchFamily="18" charset="2"/>
              </a:rPr>
              <a:t></a:t>
            </a:r>
            <a:r>
              <a:rPr lang="en-US"/>
              <a:t> </a:t>
            </a:r>
          </a:p>
        </p:txBody>
      </p:sp>
      <p:pic>
        <p:nvPicPr>
          <p:cNvPr id="307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3538" y="2097088"/>
            <a:ext cx="4521200" cy="3014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5557838" y="5305425"/>
          <a:ext cx="2019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19300" imgH="431800" progId="Equation.3">
                  <p:embed/>
                </p:oleObj>
              </mc:Choice>
              <mc:Fallback>
                <p:oleObj name="Equation" r:id="rId3" imgW="2019300" imgH="431800" progId="Equation.3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5305425"/>
                        <a:ext cx="20193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8201025" y="4760913"/>
          <a:ext cx="4191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1346040" progId="Equation.3">
                  <p:embed/>
                </p:oleObj>
              </mc:Choice>
              <mc:Fallback>
                <p:oleObj name="Equation" r:id="rId5" imgW="419040" imgH="1346040" progId="Equation.3">
                  <p:embed/>
                  <p:pic>
                    <p:nvPicPr>
                      <p:cNvPr id="30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025" y="4760913"/>
                        <a:ext cx="4191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28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35150"/>
            <a:ext cx="5894388" cy="393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rot="5400000" flipH="1" flipV="1">
            <a:off x="4248150" y="4772025"/>
            <a:ext cx="2154238" cy="407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6200000" flipV="1">
            <a:off x="3382963" y="4281488"/>
            <a:ext cx="2024062" cy="1420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284" name="TextBox 9"/>
          <p:cNvSpPr txBox="1">
            <a:spLocks noChangeArrowheads="1"/>
          </p:cNvSpPr>
          <p:nvPr/>
        </p:nvSpPr>
        <p:spPr bwMode="auto">
          <a:xfrm>
            <a:off x="4518025" y="6037263"/>
            <a:ext cx="12461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Nodes</a:t>
            </a:r>
          </a:p>
        </p:txBody>
      </p:sp>
      <p:sp>
        <p:nvSpPr>
          <p:cNvPr id="609285" name="TextBox 10"/>
          <p:cNvSpPr txBox="1">
            <a:spLocks noChangeArrowheads="1"/>
          </p:cNvSpPr>
          <p:nvPr/>
        </p:nvSpPr>
        <p:spPr bwMode="auto">
          <a:xfrm>
            <a:off x="3052763" y="1389063"/>
            <a:ext cx="2054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/>
              <a:t>Anti-Nodes</a:t>
            </a:r>
          </a:p>
        </p:txBody>
      </p:sp>
      <p:cxnSp>
        <p:nvCxnSpPr>
          <p:cNvPr id="13" name="Straight Arrow Connector 12"/>
          <p:cNvCxnSpPr>
            <a:stCxn id="609285" idx="2"/>
          </p:cNvCxnSpPr>
          <p:nvPr/>
        </p:nvCxnSpPr>
        <p:spPr>
          <a:xfrm rot="5400000">
            <a:off x="3197225" y="1644651"/>
            <a:ext cx="554037" cy="1211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09285" idx="2"/>
          </p:cNvCxnSpPr>
          <p:nvPr/>
        </p:nvCxnSpPr>
        <p:spPr>
          <a:xfrm rot="16200000" flipH="1">
            <a:off x="4071144" y="1981994"/>
            <a:ext cx="536575" cy="5191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09285" idx="2"/>
          </p:cNvCxnSpPr>
          <p:nvPr/>
        </p:nvCxnSpPr>
        <p:spPr>
          <a:xfrm rot="16200000" flipH="1">
            <a:off x="4903788" y="1149350"/>
            <a:ext cx="554037" cy="22018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09284" idx="0"/>
          </p:cNvCxnSpPr>
          <p:nvPr/>
        </p:nvCxnSpPr>
        <p:spPr>
          <a:xfrm rot="5400000" flipH="1" flipV="1">
            <a:off x="5164137" y="3825876"/>
            <a:ext cx="2187575" cy="2235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09284" idx="0"/>
          </p:cNvCxnSpPr>
          <p:nvPr/>
        </p:nvCxnSpPr>
        <p:spPr>
          <a:xfrm rot="16200000" flipV="1">
            <a:off x="2396331" y="3293269"/>
            <a:ext cx="2252663" cy="3235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33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3238" y="4425950"/>
            <a:ext cx="4561522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133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3400" y="2500313"/>
            <a:ext cx="4546600" cy="89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133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67050" y="282575"/>
            <a:ext cx="452278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 bwMode="auto">
          <a:xfrm rot="16200000" flipH="1" flipV="1">
            <a:off x="2259012" y="500063"/>
            <a:ext cx="423863" cy="12207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3" idx="0"/>
          </p:cNvCxnSpPr>
          <p:nvPr/>
        </p:nvCxnSpPr>
        <p:spPr bwMode="auto">
          <a:xfrm rot="16200000" flipV="1">
            <a:off x="7458869" y="962819"/>
            <a:ext cx="534988" cy="349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6200000" flipH="1" flipV="1">
            <a:off x="2232025" y="2562225"/>
            <a:ext cx="422275" cy="12223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138" idx="0"/>
          </p:cNvCxnSpPr>
          <p:nvPr/>
        </p:nvCxnSpPr>
        <p:spPr>
          <a:xfrm rot="16200000" flipV="1">
            <a:off x="7450615" y="3043714"/>
            <a:ext cx="570231" cy="27654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 bwMode="auto">
          <a:xfrm rot="16200000" flipH="1" flipV="1">
            <a:off x="2236787" y="4592638"/>
            <a:ext cx="423863" cy="12207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 bwMode="auto">
          <a:xfrm rot="16200000" flipV="1">
            <a:off x="7436644" y="5055394"/>
            <a:ext cx="534988" cy="349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22"/>
          <p:cNvGrpSpPr/>
          <p:nvPr/>
        </p:nvGrpSpPr>
        <p:grpSpPr>
          <a:xfrm>
            <a:off x="778828" y="869950"/>
            <a:ext cx="7927022" cy="1294605"/>
            <a:chOff x="778828" y="869950"/>
            <a:chExt cx="7927022" cy="1294605"/>
          </a:xfrm>
        </p:grpSpPr>
        <p:grpSp>
          <p:nvGrpSpPr>
            <p:cNvPr id="7" name="Group 103"/>
            <p:cNvGrpSpPr/>
            <p:nvPr/>
          </p:nvGrpSpPr>
          <p:grpSpPr>
            <a:xfrm>
              <a:off x="1981200" y="1428750"/>
              <a:ext cx="6724650" cy="288925"/>
              <a:chOff x="1981200" y="1428750"/>
              <a:chExt cx="6724650" cy="288925"/>
            </a:xfrm>
          </p:grpSpPr>
          <p:sp>
            <p:nvSpPr>
              <p:cNvPr id="5" name="Rectangle 4"/>
              <p:cNvSpPr/>
              <p:nvPr/>
            </p:nvSpPr>
            <p:spPr bwMode="auto">
              <a:xfrm>
                <a:off x="1981200" y="1433513"/>
                <a:ext cx="6118225" cy="12700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3" name="Trapezoid 22"/>
              <p:cNvSpPr/>
              <p:nvPr/>
            </p:nvSpPr>
            <p:spPr bwMode="auto">
              <a:xfrm rot="5214248">
                <a:off x="5997576" y="30162"/>
                <a:ext cx="254000" cy="3121025"/>
              </a:xfrm>
              <a:prstGeom prst="trapezoid">
                <a:avLst/>
              </a:prstGeom>
              <a:solidFill>
                <a:srgbClr val="7A4C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7640638" y="1428750"/>
                <a:ext cx="1027112" cy="17145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5" name="Oval 24"/>
              <p:cNvSpPr/>
              <p:nvPr/>
            </p:nvSpPr>
            <p:spPr bwMode="auto">
              <a:xfrm>
                <a:off x="7881938" y="1458913"/>
                <a:ext cx="176212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6" name="Rectangle 25"/>
              <p:cNvSpPr/>
              <p:nvPr/>
            </p:nvSpPr>
            <p:spPr bwMode="auto">
              <a:xfrm>
                <a:off x="7742238" y="1509713"/>
                <a:ext cx="430212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8413750" y="1458913"/>
                <a:ext cx="177800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8274050" y="1509713"/>
                <a:ext cx="431800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10" name="Group 105"/>
            <p:cNvGrpSpPr/>
            <p:nvPr/>
          </p:nvGrpSpPr>
          <p:grpSpPr>
            <a:xfrm>
              <a:off x="778828" y="869950"/>
              <a:ext cx="6811010" cy="1294605"/>
              <a:chOff x="778828" y="869950"/>
              <a:chExt cx="6811010" cy="1294605"/>
            </a:xfrm>
          </p:grpSpPr>
          <p:grpSp>
            <p:nvGrpSpPr>
              <p:cNvPr id="13" name="Group 104"/>
              <p:cNvGrpSpPr/>
              <p:nvPr/>
            </p:nvGrpSpPr>
            <p:grpSpPr>
              <a:xfrm>
                <a:off x="1789113" y="869950"/>
                <a:ext cx="5800725" cy="596900"/>
                <a:chOff x="1789113" y="869950"/>
                <a:chExt cx="5800725" cy="596900"/>
              </a:xfrm>
            </p:grpSpPr>
            <p:sp>
              <p:nvSpPr>
                <p:cNvPr id="3" name="Rectangle 2"/>
                <p:cNvSpPr/>
                <p:nvPr/>
              </p:nvSpPr>
              <p:spPr bwMode="auto">
                <a:xfrm>
                  <a:off x="7513638" y="869950"/>
                  <a:ext cx="76200" cy="5524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4" name="Rectangle 3"/>
                <p:cNvSpPr/>
                <p:nvPr/>
              </p:nvSpPr>
              <p:spPr bwMode="auto">
                <a:xfrm>
                  <a:off x="3032125" y="889000"/>
                  <a:ext cx="98425" cy="5778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6" name="Rectangle 5"/>
                <p:cNvSpPr/>
                <p:nvPr/>
              </p:nvSpPr>
              <p:spPr bwMode="auto">
                <a:xfrm flipV="1">
                  <a:off x="1789113" y="1331913"/>
                  <a:ext cx="141287" cy="106362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grpSp>
            <p:nvGrpSpPr>
              <p:cNvPr id="14" name="Group 82"/>
              <p:cNvGrpSpPr/>
              <p:nvPr/>
            </p:nvGrpSpPr>
            <p:grpSpPr>
              <a:xfrm>
                <a:off x="778828" y="1430116"/>
                <a:ext cx="4083493" cy="734439"/>
                <a:chOff x="611188" y="1430116"/>
                <a:chExt cx="4083493" cy="734439"/>
              </a:xfrm>
            </p:grpSpPr>
            <p:grpSp>
              <p:nvGrpSpPr>
                <p:cNvPr id="17" name="Group 79"/>
                <p:cNvGrpSpPr/>
                <p:nvPr/>
              </p:nvGrpSpPr>
              <p:grpSpPr>
                <a:xfrm>
                  <a:off x="2855896" y="1430116"/>
                  <a:ext cx="1838785" cy="733964"/>
                  <a:chOff x="2855896" y="1430116"/>
                  <a:chExt cx="1838785" cy="855884"/>
                </a:xfrm>
              </p:grpSpPr>
              <p:sp>
                <p:nvSpPr>
                  <p:cNvPr id="11" name="Rectangle 10"/>
                  <p:cNvSpPr/>
                  <p:nvPr/>
                </p:nvSpPr>
                <p:spPr bwMode="auto">
                  <a:xfrm>
                    <a:off x="2855896" y="1432076"/>
                    <a:ext cx="970094" cy="85392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2" name="Rectangle 11"/>
                  <p:cNvSpPr/>
                  <p:nvPr/>
                </p:nvSpPr>
                <p:spPr bwMode="auto">
                  <a:xfrm flipH="1">
                    <a:off x="3724587" y="1430116"/>
                    <a:ext cx="970094" cy="85588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18" name="Group 81"/>
                <p:cNvGrpSpPr/>
                <p:nvPr/>
              </p:nvGrpSpPr>
              <p:grpSpPr>
                <a:xfrm>
                  <a:off x="611188" y="1431131"/>
                  <a:ext cx="1727197" cy="733267"/>
                  <a:chOff x="611188" y="1431131"/>
                  <a:chExt cx="1727197" cy="733267"/>
                </a:xfrm>
              </p:grpSpPr>
              <p:sp>
                <p:nvSpPr>
                  <p:cNvPr id="15" name="Rectangle 14"/>
                  <p:cNvSpPr/>
                  <p:nvPr/>
                </p:nvSpPr>
                <p:spPr bwMode="auto">
                  <a:xfrm>
                    <a:off x="611188" y="1431766"/>
                    <a:ext cx="911225" cy="731838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6" name="Rectangle 15"/>
                  <p:cNvSpPr/>
                  <p:nvPr/>
                </p:nvSpPr>
                <p:spPr bwMode="auto">
                  <a:xfrm flipH="1">
                    <a:off x="1427160" y="1431131"/>
                    <a:ext cx="911225" cy="733267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21" name="Group 80"/>
                <p:cNvGrpSpPr/>
                <p:nvPr/>
              </p:nvGrpSpPr>
              <p:grpSpPr>
                <a:xfrm>
                  <a:off x="2319338" y="1431130"/>
                  <a:ext cx="573087" cy="733425"/>
                  <a:chOff x="2319338" y="1452633"/>
                  <a:chExt cx="573087" cy="709365"/>
                </a:xfrm>
              </p:grpSpPr>
              <p:sp>
                <p:nvSpPr>
                  <p:cNvPr id="19" name="Rectangle 18"/>
                  <p:cNvSpPr/>
                  <p:nvPr/>
                </p:nvSpPr>
                <p:spPr bwMode="auto">
                  <a:xfrm>
                    <a:off x="2319338" y="1452633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 bwMode="auto">
                  <a:xfrm flipH="1">
                    <a:off x="2590800" y="1453326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</p:grpSp>
        </p:grpSp>
      </p:grpSp>
      <p:grpSp>
        <p:nvGrpSpPr>
          <p:cNvPr id="22" name="Group 123"/>
          <p:cNvGrpSpPr/>
          <p:nvPr/>
        </p:nvGrpSpPr>
        <p:grpSpPr>
          <a:xfrm>
            <a:off x="824548" y="2896870"/>
            <a:ext cx="7927022" cy="1294605"/>
            <a:chOff x="778828" y="869950"/>
            <a:chExt cx="7927022" cy="1294605"/>
          </a:xfrm>
        </p:grpSpPr>
        <p:grpSp>
          <p:nvGrpSpPr>
            <p:cNvPr id="27" name="Group 103"/>
            <p:cNvGrpSpPr/>
            <p:nvPr/>
          </p:nvGrpSpPr>
          <p:grpSpPr>
            <a:xfrm>
              <a:off x="1981200" y="1428750"/>
              <a:ext cx="6724650" cy="288925"/>
              <a:chOff x="1981200" y="1428750"/>
              <a:chExt cx="6724650" cy="288925"/>
            </a:xfrm>
          </p:grpSpPr>
          <p:sp>
            <p:nvSpPr>
              <p:cNvPr id="141" name="Rectangle 4"/>
              <p:cNvSpPr/>
              <p:nvPr/>
            </p:nvSpPr>
            <p:spPr bwMode="auto">
              <a:xfrm>
                <a:off x="1981200" y="1433513"/>
                <a:ext cx="6118225" cy="12700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2" name="Trapezoid 141"/>
              <p:cNvSpPr/>
              <p:nvPr/>
            </p:nvSpPr>
            <p:spPr bwMode="auto">
              <a:xfrm rot="5214248">
                <a:off x="5997576" y="30162"/>
                <a:ext cx="254000" cy="3121025"/>
              </a:xfrm>
              <a:prstGeom prst="trapezoid">
                <a:avLst/>
              </a:prstGeom>
              <a:solidFill>
                <a:srgbClr val="7A4C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3" name="Rectangle 142"/>
              <p:cNvSpPr/>
              <p:nvPr/>
            </p:nvSpPr>
            <p:spPr bwMode="auto">
              <a:xfrm>
                <a:off x="7640638" y="1428750"/>
                <a:ext cx="1027112" cy="17145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4" name="Oval 143"/>
              <p:cNvSpPr/>
              <p:nvPr/>
            </p:nvSpPr>
            <p:spPr bwMode="auto">
              <a:xfrm>
                <a:off x="7881938" y="1458913"/>
                <a:ext cx="176212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5" name="Rectangle 144"/>
              <p:cNvSpPr/>
              <p:nvPr/>
            </p:nvSpPr>
            <p:spPr bwMode="auto">
              <a:xfrm>
                <a:off x="7742238" y="1509713"/>
                <a:ext cx="430212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6" name="Oval 145"/>
              <p:cNvSpPr/>
              <p:nvPr/>
            </p:nvSpPr>
            <p:spPr bwMode="auto">
              <a:xfrm>
                <a:off x="8413750" y="1458913"/>
                <a:ext cx="177800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7" name="Rectangle 146"/>
              <p:cNvSpPr/>
              <p:nvPr/>
            </p:nvSpPr>
            <p:spPr bwMode="auto">
              <a:xfrm>
                <a:off x="8274050" y="1509713"/>
                <a:ext cx="431800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30" name="Group 105"/>
            <p:cNvGrpSpPr/>
            <p:nvPr/>
          </p:nvGrpSpPr>
          <p:grpSpPr>
            <a:xfrm>
              <a:off x="778828" y="869950"/>
              <a:ext cx="6811010" cy="1294605"/>
              <a:chOff x="778828" y="869950"/>
              <a:chExt cx="6811010" cy="1294605"/>
            </a:xfrm>
          </p:grpSpPr>
          <p:grpSp>
            <p:nvGrpSpPr>
              <p:cNvPr id="31" name="Group 104"/>
              <p:cNvGrpSpPr/>
              <p:nvPr/>
            </p:nvGrpSpPr>
            <p:grpSpPr>
              <a:xfrm>
                <a:off x="1789113" y="869950"/>
                <a:ext cx="5800725" cy="596900"/>
                <a:chOff x="1789113" y="869950"/>
                <a:chExt cx="5800725" cy="596900"/>
              </a:xfrm>
            </p:grpSpPr>
            <p:sp>
              <p:nvSpPr>
                <p:cNvPr id="138" name="Rectangle 2"/>
                <p:cNvSpPr/>
                <p:nvPr/>
              </p:nvSpPr>
              <p:spPr bwMode="auto">
                <a:xfrm>
                  <a:off x="7513638" y="869950"/>
                  <a:ext cx="76200" cy="5524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139" name="Rectangle 3"/>
                <p:cNvSpPr/>
                <p:nvPr/>
              </p:nvSpPr>
              <p:spPr bwMode="auto">
                <a:xfrm>
                  <a:off x="3032125" y="889000"/>
                  <a:ext cx="98425" cy="5778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140" name="Rectangle 5"/>
                <p:cNvSpPr/>
                <p:nvPr/>
              </p:nvSpPr>
              <p:spPr bwMode="auto">
                <a:xfrm flipV="1">
                  <a:off x="1789113" y="1331913"/>
                  <a:ext cx="141287" cy="106362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grpSp>
            <p:nvGrpSpPr>
              <p:cNvPr id="611328" name="Group 82"/>
              <p:cNvGrpSpPr/>
              <p:nvPr/>
            </p:nvGrpSpPr>
            <p:grpSpPr>
              <a:xfrm>
                <a:off x="778828" y="1430116"/>
                <a:ext cx="4083493" cy="734439"/>
                <a:chOff x="611188" y="1430116"/>
                <a:chExt cx="4083493" cy="734439"/>
              </a:xfrm>
            </p:grpSpPr>
            <p:grpSp>
              <p:nvGrpSpPr>
                <p:cNvPr id="611329" name="Group 79"/>
                <p:cNvGrpSpPr/>
                <p:nvPr/>
              </p:nvGrpSpPr>
              <p:grpSpPr>
                <a:xfrm>
                  <a:off x="2855896" y="1430116"/>
                  <a:ext cx="1838785" cy="733964"/>
                  <a:chOff x="2855896" y="1430116"/>
                  <a:chExt cx="1838785" cy="855884"/>
                </a:xfrm>
              </p:grpSpPr>
              <p:sp>
                <p:nvSpPr>
                  <p:cNvPr id="136" name="Rectangle 135"/>
                  <p:cNvSpPr/>
                  <p:nvPr/>
                </p:nvSpPr>
                <p:spPr bwMode="auto">
                  <a:xfrm>
                    <a:off x="2855896" y="1432076"/>
                    <a:ext cx="970094" cy="85392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7" name="Rectangle 136"/>
                  <p:cNvSpPr/>
                  <p:nvPr/>
                </p:nvSpPr>
                <p:spPr bwMode="auto">
                  <a:xfrm flipH="1">
                    <a:off x="3724587" y="1430116"/>
                    <a:ext cx="970094" cy="85588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611333" name="Group 81"/>
                <p:cNvGrpSpPr/>
                <p:nvPr/>
              </p:nvGrpSpPr>
              <p:grpSpPr>
                <a:xfrm>
                  <a:off x="611188" y="1431131"/>
                  <a:ext cx="1727197" cy="733267"/>
                  <a:chOff x="611188" y="1431131"/>
                  <a:chExt cx="1727197" cy="733267"/>
                </a:xfrm>
              </p:grpSpPr>
              <p:sp>
                <p:nvSpPr>
                  <p:cNvPr id="134" name="Rectangle 133"/>
                  <p:cNvSpPr/>
                  <p:nvPr/>
                </p:nvSpPr>
                <p:spPr bwMode="auto">
                  <a:xfrm>
                    <a:off x="611188" y="1431766"/>
                    <a:ext cx="911225" cy="731838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5" name="Rectangle 134"/>
                  <p:cNvSpPr/>
                  <p:nvPr/>
                </p:nvSpPr>
                <p:spPr bwMode="auto">
                  <a:xfrm flipH="1">
                    <a:off x="1427160" y="1431131"/>
                    <a:ext cx="911225" cy="733267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611334" name="Group 80"/>
                <p:cNvGrpSpPr/>
                <p:nvPr/>
              </p:nvGrpSpPr>
              <p:grpSpPr>
                <a:xfrm>
                  <a:off x="2319338" y="1431130"/>
                  <a:ext cx="573087" cy="733425"/>
                  <a:chOff x="2319338" y="1452633"/>
                  <a:chExt cx="573087" cy="709365"/>
                </a:xfrm>
              </p:grpSpPr>
              <p:sp>
                <p:nvSpPr>
                  <p:cNvPr id="132" name="Rectangle 131"/>
                  <p:cNvSpPr/>
                  <p:nvPr/>
                </p:nvSpPr>
                <p:spPr bwMode="auto">
                  <a:xfrm>
                    <a:off x="2319338" y="1452633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3" name="Rectangle 132"/>
                  <p:cNvSpPr/>
                  <p:nvPr/>
                </p:nvSpPr>
                <p:spPr bwMode="auto">
                  <a:xfrm flipH="1">
                    <a:off x="2590800" y="1453326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</p:grpSp>
        </p:grpSp>
      </p:grpSp>
      <p:grpSp>
        <p:nvGrpSpPr>
          <p:cNvPr id="611335" name="Group 148"/>
          <p:cNvGrpSpPr/>
          <p:nvPr/>
        </p:nvGrpSpPr>
        <p:grpSpPr>
          <a:xfrm>
            <a:off x="809308" y="4969510"/>
            <a:ext cx="7927022" cy="1294605"/>
            <a:chOff x="778828" y="869950"/>
            <a:chExt cx="7927022" cy="1294605"/>
          </a:xfrm>
        </p:grpSpPr>
        <p:grpSp>
          <p:nvGrpSpPr>
            <p:cNvPr id="611336" name="Group 103"/>
            <p:cNvGrpSpPr/>
            <p:nvPr/>
          </p:nvGrpSpPr>
          <p:grpSpPr>
            <a:xfrm>
              <a:off x="1981200" y="1428750"/>
              <a:ext cx="6724650" cy="288925"/>
              <a:chOff x="1981200" y="1428750"/>
              <a:chExt cx="6724650" cy="288925"/>
            </a:xfrm>
          </p:grpSpPr>
          <p:sp>
            <p:nvSpPr>
              <p:cNvPr id="166" name="Rectangle 4"/>
              <p:cNvSpPr/>
              <p:nvPr/>
            </p:nvSpPr>
            <p:spPr bwMode="auto">
              <a:xfrm>
                <a:off x="1981200" y="1433513"/>
                <a:ext cx="6118225" cy="12700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67" name="Trapezoid 166"/>
              <p:cNvSpPr/>
              <p:nvPr/>
            </p:nvSpPr>
            <p:spPr bwMode="auto">
              <a:xfrm rot="5214248">
                <a:off x="5997576" y="30162"/>
                <a:ext cx="254000" cy="3121025"/>
              </a:xfrm>
              <a:prstGeom prst="trapezoid">
                <a:avLst/>
              </a:prstGeom>
              <a:solidFill>
                <a:srgbClr val="7A4C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68" name="Rectangle 167"/>
              <p:cNvSpPr/>
              <p:nvPr/>
            </p:nvSpPr>
            <p:spPr bwMode="auto">
              <a:xfrm>
                <a:off x="7640638" y="1428750"/>
                <a:ext cx="1027112" cy="171450"/>
              </a:xfrm>
              <a:prstGeom prst="rect">
                <a:avLst/>
              </a:prstGeom>
              <a:solidFill>
                <a:srgbClr val="975F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69" name="Oval 168"/>
              <p:cNvSpPr/>
              <p:nvPr/>
            </p:nvSpPr>
            <p:spPr bwMode="auto">
              <a:xfrm>
                <a:off x="7881938" y="1458913"/>
                <a:ext cx="176212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70" name="Rectangle 169"/>
              <p:cNvSpPr/>
              <p:nvPr/>
            </p:nvSpPr>
            <p:spPr bwMode="auto">
              <a:xfrm>
                <a:off x="7742238" y="1509713"/>
                <a:ext cx="430212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71" name="Oval 170"/>
              <p:cNvSpPr/>
              <p:nvPr/>
            </p:nvSpPr>
            <p:spPr bwMode="auto">
              <a:xfrm>
                <a:off x="8413750" y="1458913"/>
                <a:ext cx="177800" cy="131762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72" name="Rectangle 171"/>
              <p:cNvSpPr/>
              <p:nvPr/>
            </p:nvSpPr>
            <p:spPr bwMode="auto">
              <a:xfrm>
                <a:off x="8274050" y="1509713"/>
                <a:ext cx="431800" cy="26987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611337" name="Group 105"/>
            <p:cNvGrpSpPr/>
            <p:nvPr/>
          </p:nvGrpSpPr>
          <p:grpSpPr>
            <a:xfrm>
              <a:off x="778828" y="869950"/>
              <a:ext cx="6811010" cy="1294605"/>
              <a:chOff x="778828" y="869950"/>
              <a:chExt cx="6811010" cy="1294605"/>
            </a:xfrm>
          </p:grpSpPr>
          <p:grpSp>
            <p:nvGrpSpPr>
              <p:cNvPr id="611338" name="Group 104"/>
              <p:cNvGrpSpPr/>
              <p:nvPr/>
            </p:nvGrpSpPr>
            <p:grpSpPr>
              <a:xfrm>
                <a:off x="1789113" y="869950"/>
                <a:ext cx="5800725" cy="596900"/>
                <a:chOff x="1789113" y="869950"/>
                <a:chExt cx="5800725" cy="596900"/>
              </a:xfrm>
            </p:grpSpPr>
            <p:sp>
              <p:nvSpPr>
                <p:cNvPr id="163" name="Rectangle 2"/>
                <p:cNvSpPr/>
                <p:nvPr/>
              </p:nvSpPr>
              <p:spPr bwMode="auto">
                <a:xfrm>
                  <a:off x="7513638" y="869950"/>
                  <a:ext cx="76200" cy="5524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164" name="Rectangle 3"/>
                <p:cNvSpPr/>
                <p:nvPr/>
              </p:nvSpPr>
              <p:spPr bwMode="auto">
                <a:xfrm>
                  <a:off x="3032125" y="889000"/>
                  <a:ext cx="98425" cy="577850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165" name="Rectangle 5"/>
                <p:cNvSpPr/>
                <p:nvPr/>
              </p:nvSpPr>
              <p:spPr bwMode="auto">
                <a:xfrm flipV="1">
                  <a:off x="1789113" y="1331913"/>
                  <a:ext cx="141287" cy="106362"/>
                </a:xfrm>
                <a:prstGeom prst="rect">
                  <a:avLst/>
                </a:prstGeom>
                <a:solidFill>
                  <a:srgbClr val="7A4C2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grpSp>
            <p:nvGrpSpPr>
              <p:cNvPr id="611339" name="Group 82"/>
              <p:cNvGrpSpPr/>
              <p:nvPr/>
            </p:nvGrpSpPr>
            <p:grpSpPr>
              <a:xfrm>
                <a:off x="778828" y="1430116"/>
                <a:ext cx="4083493" cy="734439"/>
                <a:chOff x="611188" y="1430116"/>
                <a:chExt cx="4083493" cy="734439"/>
              </a:xfrm>
            </p:grpSpPr>
            <p:grpSp>
              <p:nvGrpSpPr>
                <p:cNvPr id="611340" name="Group 79"/>
                <p:cNvGrpSpPr/>
                <p:nvPr/>
              </p:nvGrpSpPr>
              <p:grpSpPr>
                <a:xfrm>
                  <a:off x="2855896" y="1430116"/>
                  <a:ext cx="1838785" cy="733964"/>
                  <a:chOff x="2855896" y="1430116"/>
                  <a:chExt cx="1838785" cy="855884"/>
                </a:xfrm>
              </p:grpSpPr>
              <p:sp>
                <p:nvSpPr>
                  <p:cNvPr id="161" name="Rectangle 160"/>
                  <p:cNvSpPr/>
                  <p:nvPr/>
                </p:nvSpPr>
                <p:spPr bwMode="auto">
                  <a:xfrm>
                    <a:off x="2855896" y="1432076"/>
                    <a:ext cx="970094" cy="85392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62" name="Rectangle 161"/>
                  <p:cNvSpPr/>
                  <p:nvPr/>
                </p:nvSpPr>
                <p:spPr bwMode="auto">
                  <a:xfrm flipH="1">
                    <a:off x="3724587" y="1430116"/>
                    <a:ext cx="970094" cy="85588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611341" name="Group 81"/>
                <p:cNvGrpSpPr/>
                <p:nvPr/>
              </p:nvGrpSpPr>
              <p:grpSpPr>
                <a:xfrm>
                  <a:off x="611188" y="1431131"/>
                  <a:ext cx="1727197" cy="733267"/>
                  <a:chOff x="611188" y="1431131"/>
                  <a:chExt cx="1727197" cy="733267"/>
                </a:xfrm>
              </p:grpSpPr>
              <p:sp>
                <p:nvSpPr>
                  <p:cNvPr id="159" name="Rectangle 158"/>
                  <p:cNvSpPr/>
                  <p:nvPr/>
                </p:nvSpPr>
                <p:spPr bwMode="auto">
                  <a:xfrm>
                    <a:off x="611188" y="1431766"/>
                    <a:ext cx="911225" cy="731838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 bwMode="auto">
                  <a:xfrm flipH="1">
                    <a:off x="1427160" y="1431131"/>
                    <a:ext cx="911225" cy="733267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  <p:grpSp>
              <p:nvGrpSpPr>
                <p:cNvPr id="611342" name="Group 80"/>
                <p:cNvGrpSpPr/>
                <p:nvPr/>
              </p:nvGrpSpPr>
              <p:grpSpPr>
                <a:xfrm>
                  <a:off x="2319338" y="1431130"/>
                  <a:ext cx="573087" cy="733425"/>
                  <a:chOff x="2319338" y="1452633"/>
                  <a:chExt cx="573087" cy="709365"/>
                </a:xfrm>
              </p:grpSpPr>
              <p:sp>
                <p:nvSpPr>
                  <p:cNvPr id="157" name="Rectangle 156"/>
                  <p:cNvSpPr/>
                  <p:nvPr/>
                </p:nvSpPr>
                <p:spPr bwMode="auto">
                  <a:xfrm>
                    <a:off x="2319338" y="1452633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 bwMode="auto">
                  <a:xfrm flipH="1">
                    <a:off x="2590800" y="1453326"/>
                    <a:ext cx="301625" cy="70867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D6B19C"/>
                      </a:gs>
                      <a:gs pos="30000">
                        <a:srgbClr val="D49E6C"/>
                      </a:gs>
                      <a:gs pos="70000">
                        <a:srgbClr val="A65528"/>
                      </a:gs>
                      <a:gs pos="100000">
                        <a:srgbClr val="663012"/>
                      </a:gs>
                    </a:gsLst>
                    <a:lin ang="108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dirty="0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4"/>
          <p:cNvGrpSpPr>
            <a:grpSpLocks/>
          </p:cNvGrpSpPr>
          <p:nvPr/>
        </p:nvGrpSpPr>
        <p:grpSpPr bwMode="auto">
          <a:xfrm>
            <a:off x="2305050" y="1343025"/>
            <a:ext cx="4545013" cy="4646613"/>
            <a:chOff x="1815391" y="1538512"/>
            <a:chExt cx="4545420" cy="4646956"/>
          </a:xfrm>
        </p:grpSpPr>
        <p:pic>
          <p:nvPicPr>
            <p:cNvPr id="61235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15391" y="4131115"/>
              <a:ext cx="4471080" cy="115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235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45099" y="3004458"/>
              <a:ext cx="4408715" cy="898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235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838851" y="1538512"/>
              <a:ext cx="4521960" cy="12260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Straight Arrow Connector 5"/>
            <p:cNvCxnSpPr/>
            <p:nvPr/>
          </p:nvCxnSpPr>
          <p:spPr>
            <a:xfrm rot="10800000" flipH="1">
              <a:off x="1815391" y="5544071"/>
              <a:ext cx="4470800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2358" name="TextBox 6"/>
            <p:cNvSpPr txBox="1">
              <a:spLocks noChangeArrowheads="1"/>
            </p:cNvSpPr>
            <p:nvPr/>
          </p:nvSpPr>
          <p:spPr bwMode="auto">
            <a:xfrm>
              <a:off x="3918828" y="5600693"/>
              <a:ext cx="35779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 dirty="0"/>
                <a:t>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449705" y="0"/>
            <a:ext cx="8304551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223.6.6 Question 123.23.9</a:t>
            </a:r>
          </a:p>
        </p:txBody>
      </p:sp>
      <p:sp>
        <p:nvSpPr>
          <p:cNvPr id="41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01000" cy="4525963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sz="2800" dirty="0"/>
              <a:t>The nodes of a standing wave occur at </a:t>
            </a:r>
          </a:p>
          <a:p>
            <a:pPr marL="533400" indent="-533400" eaLnBrk="1" hangingPunct="1"/>
            <a:endParaRPr lang="en-US" sz="2800" dirty="0"/>
          </a:p>
          <a:p>
            <a:pPr marL="533400" indent="-533400" eaLnBrk="1" hangingPunct="1"/>
            <a:endParaRPr lang="en-US" sz="2800" dirty="0"/>
          </a:p>
          <a:p>
            <a:pPr marL="533400" indent="-533400" eaLnBrk="1" hangingPunct="1">
              <a:buFontTx/>
              <a:buNone/>
            </a:pPr>
            <a:r>
              <a:rPr lang="en-US" sz="2800" dirty="0"/>
              <a:t>And the antinodes occur at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 dirty="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 dirty="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 dirty="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 dirty="0"/>
              <a:t> Can’t tell</a:t>
            </a:r>
          </a:p>
          <a:p>
            <a:pPr marL="533400" indent="-533400" eaLnBrk="1" hangingPunct="1">
              <a:buFontTx/>
              <a:buAutoNum type="alphaLcParenR"/>
            </a:pPr>
            <a:endParaRPr lang="en-US" sz="2800" dirty="0"/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89288" y="2095500"/>
          <a:ext cx="12954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393480" progId="Equation.3">
                  <p:embed/>
                </p:oleObj>
              </mc:Choice>
              <mc:Fallback>
                <p:oleObj name="Equation" r:id="rId2" imgW="495000" imgH="39348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2095500"/>
                        <a:ext cx="1295400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E4E1834-F0C5-466A-A3A2-551D77D4B717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1206500" y="3641725"/>
          <a:ext cx="693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393480" progId="Equation.3">
                  <p:embed/>
                </p:oleObj>
              </mc:Choice>
              <mc:Fallback>
                <p:oleObj name="Equation" r:id="rId4" imgW="495000" imgH="393480" progId="Equation.3">
                  <p:embed/>
                  <p:pic>
                    <p:nvPicPr>
                      <p:cNvPr id="409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641725"/>
                        <a:ext cx="6937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6"/>
          <p:cNvGraphicFramePr>
            <a:graphicFrameLocks noChangeAspect="1"/>
          </p:cNvGraphicFramePr>
          <p:nvPr/>
        </p:nvGraphicFramePr>
        <p:xfrm>
          <a:off x="1200150" y="4156075"/>
          <a:ext cx="693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393480" progId="Equation.3">
                  <p:embed/>
                </p:oleObj>
              </mc:Choice>
              <mc:Fallback>
                <p:oleObj name="Equation" r:id="rId6" imgW="495000" imgH="393480" progId="Equation.3">
                  <p:embed/>
                  <p:pic>
                    <p:nvPicPr>
                      <p:cNvPr id="410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4156075"/>
                        <a:ext cx="6937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7"/>
          <p:cNvGraphicFramePr>
            <a:graphicFrameLocks noChangeAspect="1"/>
          </p:cNvGraphicFramePr>
          <p:nvPr/>
        </p:nvGraphicFramePr>
        <p:xfrm>
          <a:off x="1174750" y="4802188"/>
          <a:ext cx="7810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177480" progId="Equation.3">
                  <p:embed/>
                </p:oleObj>
              </mc:Choice>
              <mc:Fallback>
                <p:oleObj name="Equation" r:id="rId8" imgW="533160" imgH="177480" progId="Equation.3">
                  <p:embed/>
                  <p:pic>
                    <p:nvPicPr>
                      <p:cNvPr id="410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4802188"/>
                        <a:ext cx="78105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120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 223.6.7 Question 123.23.10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081963" cy="2322513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  <a:defRPr/>
            </a:pPr>
            <a:r>
              <a:rPr lang="en-US" sz="2400" dirty="0"/>
              <a:t>I have my trusty ukulele and I have a string experiencing a standing wave. Which frequency corresponds to this wave shown?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sz="2400" dirty="0"/>
              <a:t>The fundamental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sz="2400" dirty="0"/>
              <a:t>The second harmonic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sz="2400" dirty="0"/>
              <a:t>The third harmonic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sz="2400" dirty="0"/>
              <a:t>The fourth harmonic</a:t>
            </a:r>
          </a:p>
        </p:txBody>
      </p:sp>
      <p:pic>
        <p:nvPicPr>
          <p:cNvPr id="61030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9575" y="4500563"/>
            <a:ext cx="4521200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394575" y="5087938"/>
            <a:ext cx="76200" cy="552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914650" y="5106988"/>
            <a:ext cx="96838" cy="577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863725" y="5651500"/>
            <a:ext cx="6116638" cy="127000"/>
          </a:xfrm>
          <a:prstGeom prst="rect">
            <a:avLst/>
          </a:prstGeom>
          <a:solidFill>
            <a:srgbClr val="754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flipV="1">
            <a:off x="1671638" y="5549900"/>
            <a:ext cx="141287" cy="106363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16200000" flipH="1" flipV="1">
            <a:off x="2141538" y="4716463"/>
            <a:ext cx="422275" cy="12223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7" idx="0"/>
          </p:cNvCxnSpPr>
          <p:nvPr/>
        </p:nvCxnSpPr>
        <p:spPr>
          <a:xfrm rot="16200000" flipV="1">
            <a:off x="7340600" y="5180013"/>
            <a:ext cx="533400" cy="3492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rapezoid 12"/>
          <p:cNvSpPr/>
          <p:nvPr/>
        </p:nvSpPr>
        <p:spPr>
          <a:xfrm rot="5214248">
            <a:off x="5878513" y="4248150"/>
            <a:ext cx="254000" cy="3121025"/>
          </a:xfrm>
          <a:prstGeom prst="trapezoid">
            <a:avLst/>
          </a:prstGeom>
          <a:solidFill>
            <a:srgbClr val="754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93713" y="5662613"/>
            <a:ext cx="3970337" cy="747712"/>
            <a:chOff x="-1270000" y="4396009"/>
            <a:chExt cx="7518383" cy="1247445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2980250" y="4402056"/>
              <a:ext cx="3268133" cy="1241398"/>
              <a:chOff x="0" y="4435922"/>
              <a:chExt cx="7124699" cy="1241398"/>
            </a:xfrm>
          </p:grpSpPr>
          <p:sp>
            <p:nvSpPr>
              <p:cNvPr id="27" name="Rectangle 10"/>
              <p:cNvSpPr/>
              <p:nvPr/>
            </p:nvSpPr>
            <p:spPr>
              <a:xfrm>
                <a:off x="974" y="4456359"/>
                <a:ext cx="3755192" cy="1220961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 flipH="1">
                <a:off x="3369507" y="4435171"/>
                <a:ext cx="3755192" cy="1220961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-1270000" y="4396009"/>
              <a:ext cx="3268133" cy="1225252"/>
              <a:chOff x="0" y="4429875"/>
              <a:chExt cx="7124699" cy="1225252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0" y="4429875"/>
                <a:ext cx="3755192" cy="1220959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 flipH="1">
                <a:off x="3368533" y="4435172"/>
                <a:ext cx="3755192" cy="1220959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964264" y="4396011"/>
              <a:ext cx="1083732" cy="1225252"/>
              <a:chOff x="0" y="4429875"/>
              <a:chExt cx="7124699" cy="1225252"/>
            </a:xfrm>
          </p:grpSpPr>
          <p:sp>
            <p:nvSpPr>
              <p:cNvPr id="23" name="Rectangle 18"/>
              <p:cNvSpPr/>
              <p:nvPr/>
            </p:nvSpPr>
            <p:spPr>
              <a:xfrm>
                <a:off x="2328" y="4429873"/>
                <a:ext cx="3754995" cy="1220959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 flipH="1">
                <a:off x="3362060" y="4435170"/>
                <a:ext cx="3754995" cy="1220959"/>
              </a:xfrm>
              <a:prstGeom prst="rect">
                <a:avLst/>
              </a:prstGeom>
              <a:gradFill flip="none" rotWithShape="1">
                <a:gsLst>
                  <a:gs pos="0">
                    <a:srgbClr val="D6B19C"/>
                  </a:gs>
                  <a:gs pos="30000">
                    <a:srgbClr val="D49E6C"/>
                  </a:gs>
                  <a:gs pos="70000">
                    <a:srgbClr val="A65528"/>
                  </a:gs>
                  <a:gs pos="100000">
                    <a:srgbClr val="663012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</p:grpSp>
      <p:sp>
        <p:nvSpPr>
          <p:cNvPr id="15" name="Rectangle 14"/>
          <p:cNvSpPr/>
          <p:nvPr/>
        </p:nvSpPr>
        <p:spPr>
          <a:xfrm>
            <a:off x="7521575" y="5645150"/>
            <a:ext cx="1028700" cy="173038"/>
          </a:xfrm>
          <a:prstGeom prst="rect">
            <a:avLst/>
          </a:prstGeom>
          <a:solidFill>
            <a:srgbClr val="754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7762875" y="5676900"/>
            <a:ext cx="177800" cy="131763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623175" y="5726113"/>
            <a:ext cx="431800" cy="2857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8296275" y="5676900"/>
            <a:ext cx="177800" cy="131763"/>
          </a:xfrm>
          <a:prstGeom prst="ellipse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156575" y="5726113"/>
            <a:ext cx="431800" cy="2857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034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403D9F-4EFC-49BE-BB08-8D3A2AC4178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18.2</a:t>
            </a:r>
          </a:p>
        </p:txBody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Two identical waves travel in opposite directions in a medium.  If each wave has amplitude, A, the maximum amplitude of the resultant wave would be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A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2A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4A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A/2</a:t>
            </a:r>
          </a:p>
        </p:txBody>
      </p:sp>
    </p:spTree>
    <p:extLst>
      <p:ext uri="{BB962C8B-B14F-4D97-AF65-F5344CB8AC3E}">
        <p14:creationId xmlns:p14="http://schemas.microsoft.com/office/powerpoint/2010/main" val="9905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22B312-D626-4030-B633-DB22DCA884D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18.3</a:t>
            </a:r>
          </a:p>
        </p:txBody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Does the node of a standing wave move in the  x direction?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Yes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079995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99E2E3-C541-4C0D-9F1F-8C114DD130C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18.4</a:t>
            </a:r>
          </a:p>
        </p:txBody>
      </p:sp>
      <p:sp>
        <p:nvSpPr>
          <p:cNvPr id="82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01000" cy="4525963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sz="2800"/>
              <a:t>The nodes of a standing wave occur at </a:t>
            </a:r>
          </a:p>
          <a:p>
            <a:pPr marL="533400" indent="-533400" eaLnBrk="1" hangingPunct="1"/>
            <a:endParaRPr lang="en-US" sz="2800"/>
          </a:p>
          <a:p>
            <a:pPr marL="533400" indent="-533400" eaLnBrk="1" hangingPunct="1"/>
            <a:endParaRPr lang="en-US" sz="2800"/>
          </a:p>
          <a:p>
            <a:pPr marL="533400" indent="-533400" eaLnBrk="1" hangingPunct="1">
              <a:buFontTx/>
              <a:buNone/>
            </a:pPr>
            <a:r>
              <a:rPr lang="en-US" sz="2800"/>
              <a:t>And the antinodes occur at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en-US" sz="2800"/>
              <a:t> Can’t tell</a:t>
            </a:r>
          </a:p>
          <a:p>
            <a:pPr marL="533400" indent="-533400" eaLnBrk="1" hangingPunct="1">
              <a:buFontTx/>
              <a:buAutoNum type="alphaLcParenR"/>
            </a:pPr>
            <a:endParaRPr lang="en-US" sz="2800"/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89288" y="2095500"/>
          <a:ext cx="12969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393480" progId="Equation.3">
                  <p:embed/>
                </p:oleObj>
              </mc:Choice>
              <mc:Fallback>
                <p:oleObj name="Equation" r:id="rId2" imgW="495000" imgH="393480" progId="Equation.3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2095500"/>
                        <a:ext cx="1296987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1206500" y="3641725"/>
          <a:ext cx="693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393480" progId="Equation.3">
                  <p:embed/>
                </p:oleObj>
              </mc:Choice>
              <mc:Fallback>
                <p:oleObj name="Equation" r:id="rId4" imgW="495000" imgH="393480" progId="Equation.3">
                  <p:embed/>
                  <p:pic>
                    <p:nvPicPr>
                      <p:cNvPr id="81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641725"/>
                        <a:ext cx="6937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1200150" y="4156075"/>
          <a:ext cx="6937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393480" progId="Equation.3">
                  <p:embed/>
                </p:oleObj>
              </mc:Choice>
              <mc:Fallback>
                <p:oleObj name="Equation" r:id="rId6" imgW="495000" imgH="393480" progId="Equation.3">
                  <p:embed/>
                  <p:pic>
                    <p:nvPicPr>
                      <p:cNvPr id="819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4156075"/>
                        <a:ext cx="693738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7"/>
          <p:cNvGraphicFramePr>
            <a:graphicFrameLocks noChangeAspect="1"/>
          </p:cNvGraphicFramePr>
          <p:nvPr/>
        </p:nvGraphicFramePr>
        <p:xfrm>
          <a:off x="1174750" y="4802188"/>
          <a:ext cx="78105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177480" progId="Equation.3">
                  <p:embed/>
                </p:oleObj>
              </mc:Choice>
              <mc:Fallback>
                <p:oleObj name="Equation" r:id="rId8" imgW="533160" imgH="177480" progId="Equation.3">
                  <p:embed/>
                  <p:pic>
                    <p:nvPicPr>
                      <p:cNvPr id="81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4802188"/>
                        <a:ext cx="78105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80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C74161-27B8-49DC-B23C-08E3A26D3C9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18.5</a:t>
            </a:r>
          </a:p>
        </p:txBody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sz="2800"/>
              <a:t>A string is clamped at both ends and plucked so it vibrates in a standing mode between two extreme positions a and b. Let upward motion correspond to positive velocities. When the string is in position c, the instantaneous velocity of points along the string: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1 is zero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2 is positive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3 is negative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4 depends on location. </a:t>
            </a:r>
          </a:p>
          <a:p>
            <a:pPr marL="609600" indent="-609600" eaLnBrk="1" hangingPunct="1"/>
            <a:endParaRPr lang="en-US" sz="2800"/>
          </a:p>
        </p:txBody>
      </p:sp>
      <p:pic>
        <p:nvPicPr>
          <p:cNvPr id="13926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413250"/>
            <a:ext cx="3849688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270" name="Text Box 5"/>
          <p:cNvSpPr txBox="1">
            <a:spLocks noChangeArrowheads="1"/>
          </p:cNvSpPr>
          <p:nvPr/>
        </p:nvSpPr>
        <p:spPr bwMode="auto">
          <a:xfrm>
            <a:off x="6623050" y="5192713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9271" name="Text Box 6"/>
          <p:cNvSpPr txBox="1">
            <a:spLocks noChangeArrowheads="1"/>
          </p:cNvSpPr>
          <p:nvPr/>
        </p:nvSpPr>
        <p:spPr bwMode="auto">
          <a:xfrm>
            <a:off x="6624638" y="434340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9272" name="Text Box 7"/>
          <p:cNvSpPr txBox="1">
            <a:spLocks noChangeArrowheads="1"/>
          </p:cNvSpPr>
          <p:nvPr/>
        </p:nvSpPr>
        <p:spPr bwMode="auto">
          <a:xfrm>
            <a:off x="6665913" y="4794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85672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C9C5C6-2AA3-4417-A704-1C0869B15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/>
              <a:t>Answer</a:t>
            </a:r>
          </a:p>
        </p:txBody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D). </a:t>
            </a:r>
          </a:p>
        </p:txBody>
      </p:sp>
      <p:pic>
        <p:nvPicPr>
          <p:cNvPr id="14029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9325" y="1668463"/>
            <a:ext cx="5349875" cy="387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0294" name="Text Box 5"/>
          <p:cNvSpPr txBox="1">
            <a:spLocks noChangeArrowheads="1"/>
          </p:cNvSpPr>
          <p:nvPr/>
        </p:nvSpPr>
        <p:spPr bwMode="auto">
          <a:xfrm>
            <a:off x="2944813" y="1620838"/>
            <a:ext cx="354012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/>
              <a:t>P</a:t>
            </a:r>
          </a:p>
        </p:txBody>
      </p:sp>
      <p:sp>
        <p:nvSpPr>
          <p:cNvPr id="140295" name="Text Box 6"/>
          <p:cNvSpPr txBox="1">
            <a:spLocks noChangeArrowheads="1"/>
          </p:cNvSpPr>
          <p:nvPr/>
        </p:nvSpPr>
        <p:spPr bwMode="auto">
          <a:xfrm>
            <a:off x="3876675" y="1871663"/>
            <a:ext cx="376238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Q</a:t>
            </a:r>
          </a:p>
        </p:txBody>
      </p:sp>
      <p:sp>
        <p:nvSpPr>
          <p:cNvPr id="140296" name="Text Box 7"/>
          <p:cNvSpPr txBox="1">
            <a:spLocks noChangeArrowheads="1"/>
          </p:cNvSpPr>
          <p:nvPr/>
        </p:nvSpPr>
        <p:spPr bwMode="auto">
          <a:xfrm>
            <a:off x="4775200" y="1716088"/>
            <a:ext cx="368300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679592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6A0AA4-B8A0-4957-8A44-36D087EE35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18.6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sz="2800"/>
              <a:t>A string is clamped at both ends and plucked so it vibrates in a standing mode between two extreme positions </a:t>
            </a:r>
            <a:r>
              <a:rPr lang="en-US" sz="2800" i="1"/>
              <a:t>a</a:t>
            </a:r>
            <a:r>
              <a:rPr lang="en-US" sz="2800"/>
              <a:t> and </a:t>
            </a:r>
            <a:r>
              <a:rPr lang="en-US" sz="2800" i="1"/>
              <a:t>b</a:t>
            </a:r>
            <a:r>
              <a:rPr lang="en-US" sz="2800"/>
              <a:t>. Let upward motion correspond to positive velocities. When the string is in position </a:t>
            </a:r>
            <a:r>
              <a:rPr lang="en-US" sz="2800" i="1"/>
              <a:t>b</a:t>
            </a:r>
            <a:r>
              <a:rPr lang="en-US" sz="2800"/>
              <a:t>, the instantaneous velocity of points along the string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is zero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is positive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is negative everywhere. 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sz="2400"/>
              <a:t>depends on location </a:t>
            </a:r>
          </a:p>
        </p:txBody>
      </p:sp>
      <p:pic>
        <p:nvPicPr>
          <p:cNvPr id="14131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4413250"/>
            <a:ext cx="3849688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1318" name="Text Box 5"/>
          <p:cNvSpPr txBox="1">
            <a:spLocks noChangeArrowheads="1"/>
          </p:cNvSpPr>
          <p:nvPr/>
        </p:nvSpPr>
        <p:spPr bwMode="auto">
          <a:xfrm>
            <a:off x="6623050" y="5192713"/>
            <a:ext cx="339725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41319" name="Text Box 6"/>
          <p:cNvSpPr txBox="1">
            <a:spLocks noChangeArrowheads="1"/>
          </p:cNvSpPr>
          <p:nvPr/>
        </p:nvSpPr>
        <p:spPr bwMode="auto">
          <a:xfrm>
            <a:off x="6624638" y="434340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1320" name="Text Box 7"/>
          <p:cNvSpPr txBox="1">
            <a:spLocks noChangeArrowheads="1"/>
          </p:cNvSpPr>
          <p:nvPr/>
        </p:nvSpPr>
        <p:spPr bwMode="auto">
          <a:xfrm>
            <a:off x="6665913" y="4794250"/>
            <a:ext cx="3254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1398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ACB53D-2AAB-4C41-B020-029FC8B22F0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Answer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A)</a:t>
            </a:r>
          </a:p>
        </p:txBody>
      </p:sp>
      <p:pic>
        <p:nvPicPr>
          <p:cNvPr id="14234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1275" y="2293938"/>
            <a:ext cx="3978275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2" name="Text Box 5"/>
          <p:cNvSpPr txBox="1">
            <a:spLocks noChangeArrowheads="1"/>
          </p:cNvSpPr>
          <p:nvPr/>
        </p:nvSpPr>
        <p:spPr bwMode="auto">
          <a:xfrm>
            <a:off x="3089275" y="2738438"/>
            <a:ext cx="354013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/>
              <a:t>P</a:t>
            </a:r>
          </a:p>
        </p:txBody>
      </p:sp>
      <p:sp>
        <p:nvSpPr>
          <p:cNvPr id="142343" name="Text Box 6"/>
          <p:cNvSpPr txBox="1">
            <a:spLocks noChangeArrowheads="1"/>
          </p:cNvSpPr>
          <p:nvPr/>
        </p:nvSpPr>
        <p:spPr bwMode="auto">
          <a:xfrm>
            <a:off x="3644900" y="2524125"/>
            <a:ext cx="376238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Q</a:t>
            </a:r>
          </a:p>
        </p:txBody>
      </p:sp>
      <p:sp>
        <p:nvSpPr>
          <p:cNvPr id="142344" name="Text Box 7"/>
          <p:cNvSpPr txBox="1">
            <a:spLocks noChangeArrowheads="1"/>
          </p:cNvSpPr>
          <p:nvPr/>
        </p:nvSpPr>
        <p:spPr bwMode="auto">
          <a:xfrm>
            <a:off x="4425950" y="2108200"/>
            <a:ext cx="368300" cy="396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639851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5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61448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Superposition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/>
              <a:t>Standing Waves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</a:pPr>
            <a:endParaRPr lang="en-U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rgbClr val="000000"/>
                </a:solidFill>
              </a:rPr>
              <a:t>	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</p:txBody>
      </p:sp>
      <p:sp>
        <p:nvSpPr>
          <p:cNvPr id="5131" name="Rectangle 4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2" name="Rectangle 6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4" name="Rectangle 16"/>
          <p:cNvSpPr>
            <a:spLocks noChangeArrowheads="1"/>
          </p:cNvSpPr>
          <p:nvPr/>
        </p:nvSpPr>
        <p:spPr bwMode="auto">
          <a:xfrm>
            <a:off x="0" y="29337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2" name="Object 23"/>
          <p:cNvGraphicFramePr>
            <a:graphicFrameLocks noChangeAspect="1"/>
          </p:cNvGraphicFramePr>
          <p:nvPr/>
        </p:nvGraphicFramePr>
        <p:xfrm>
          <a:off x="1458913" y="2270125"/>
          <a:ext cx="23145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31640" progId="Equation.3">
                  <p:embed/>
                </p:oleObj>
              </mc:Choice>
              <mc:Fallback>
                <p:oleObj name="Equation" r:id="rId2" imgW="2311200" imgH="431640" progId="Equation.3">
                  <p:embed/>
                  <p:pic>
                    <p:nvPicPr>
                      <p:cNvPr id="512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2270125"/>
                        <a:ext cx="231457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20"/>
          <p:cNvGraphicFramePr>
            <a:graphicFrameLocks noChangeAspect="1"/>
          </p:cNvGraphicFramePr>
          <p:nvPr/>
        </p:nvGraphicFramePr>
        <p:xfrm>
          <a:off x="4027488" y="2308225"/>
          <a:ext cx="2017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31640" progId="Equation.3">
                  <p:embed/>
                </p:oleObj>
              </mc:Choice>
              <mc:Fallback>
                <p:oleObj name="Equation" r:id="rId4" imgW="2019240" imgH="431640" progId="Equation.3">
                  <p:embed/>
                  <p:pic>
                    <p:nvPicPr>
                      <p:cNvPr id="512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488" y="2308225"/>
                        <a:ext cx="20177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24"/>
          <p:cNvSpPr>
            <a:spLocks noChangeArrowheads="1"/>
          </p:cNvSpPr>
          <p:nvPr/>
        </p:nvSpPr>
        <p:spPr bwMode="auto">
          <a:xfrm>
            <a:off x="0" y="14605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36" name="Rectangle 27"/>
          <p:cNvSpPr>
            <a:spLocks noChangeArrowheads="1"/>
          </p:cNvSpPr>
          <p:nvPr/>
        </p:nvSpPr>
        <p:spPr bwMode="auto">
          <a:xfrm>
            <a:off x="4457700" y="2914650"/>
            <a:ext cx="227013" cy="549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l"/>
            <a:r>
              <a:rPr lang="en-US" sz="1200">
                <a:cs typeface="Times New Roman" pitchFamily="18" charset="0"/>
              </a:rPr>
              <a:t> </a:t>
            </a:r>
            <a:endParaRPr lang="en-US" sz="900"/>
          </a:p>
          <a:p>
            <a:pPr algn="l" eaLnBrk="0" hangingPunct="0"/>
            <a:endParaRPr lang="en-US"/>
          </a:p>
        </p:txBody>
      </p:sp>
      <p:sp>
        <p:nvSpPr>
          <p:cNvPr id="5137" name="Rectangle 29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4" name="Object 28"/>
          <p:cNvGraphicFramePr>
            <a:graphicFrameLocks noChangeAspect="1"/>
          </p:cNvGraphicFramePr>
          <p:nvPr/>
        </p:nvGraphicFramePr>
        <p:xfrm>
          <a:off x="1774825" y="4411663"/>
          <a:ext cx="2376488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560" imgH="215640" progId="Equation.3">
                  <p:embed/>
                </p:oleObj>
              </mc:Choice>
              <mc:Fallback>
                <p:oleObj name="Equation" r:id="rId6" imgW="2374560" imgH="215640" progId="Equation.3">
                  <p:embed/>
                  <p:pic>
                    <p:nvPicPr>
                      <p:cNvPr id="51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4411663"/>
                        <a:ext cx="2376488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31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5" name="Object 30"/>
          <p:cNvGraphicFramePr>
            <a:graphicFrameLocks noChangeAspect="1"/>
          </p:cNvGraphicFramePr>
          <p:nvPr/>
        </p:nvGraphicFramePr>
        <p:xfrm>
          <a:off x="1778000" y="4772025"/>
          <a:ext cx="2619375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120" imgH="215640" progId="Equation.3">
                  <p:embed/>
                </p:oleObj>
              </mc:Choice>
              <mc:Fallback>
                <p:oleObj name="Equation" r:id="rId8" imgW="2616120" imgH="215640" progId="Equation.3">
                  <p:embed/>
                  <p:pic>
                    <p:nvPicPr>
                      <p:cNvPr id="512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4772025"/>
                        <a:ext cx="2619375" cy="217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Rectangle 33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6" name="Object 32"/>
          <p:cNvGraphicFramePr>
            <a:graphicFrameLocks noChangeAspect="1"/>
          </p:cNvGraphicFramePr>
          <p:nvPr/>
        </p:nvGraphicFramePr>
        <p:xfrm>
          <a:off x="1762125" y="5192713"/>
          <a:ext cx="147161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73120" imgH="215640" progId="Equation.3">
                  <p:embed/>
                </p:oleObj>
              </mc:Choice>
              <mc:Fallback>
                <p:oleObj name="Equation" r:id="rId10" imgW="1473120" imgH="215640" progId="Equation.3">
                  <p:embed/>
                  <p:pic>
                    <p:nvPicPr>
                      <p:cNvPr id="512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192713"/>
                        <a:ext cx="147161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Rectangle 35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7" name="Object 34"/>
          <p:cNvGraphicFramePr>
            <a:graphicFrameLocks noChangeAspect="1"/>
          </p:cNvGraphicFramePr>
          <p:nvPr/>
        </p:nvGraphicFramePr>
        <p:xfrm>
          <a:off x="5422900" y="4146550"/>
          <a:ext cx="5095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7960" imgH="393480" progId="Equation.3">
                  <p:embed/>
                </p:oleObj>
              </mc:Choice>
              <mc:Fallback>
                <p:oleObj name="Equation" r:id="rId12" imgW="507960" imgH="393480" progId="Equation.3">
                  <p:embed/>
                  <p:pic>
                    <p:nvPicPr>
                      <p:cNvPr id="512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146550"/>
                        <a:ext cx="509588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Rectangle 37"/>
          <p:cNvSpPr>
            <a:spLocks noChangeArrowheads="1"/>
          </p:cNvSpPr>
          <p:nvPr/>
        </p:nvSpPr>
        <p:spPr bwMode="auto">
          <a:xfrm>
            <a:off x="0" y="30384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8" name="Object 36"/>
          <p:cNvGraphicFramePr>
            <a:graphicFrameLocks noChangeAspect="1"/>
          </p:cNvGraphicFramePr>
          <p:nvPr/>
        </p:nvGraphicFramePr>
        <p:xfrm>
          <a:off x="5421313" y="4611688"/>
          <a:ext cx="5095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960" imgH="393480" progId="Equation.3">
                  <p:embed/>
                </p:oleObj>
              </mc:Choice>
              <mc:Fallback>
                <p:oleObj name="Equation" r:id="rId14" imgW="507960" imgH="393480" progId="Equation.3">
                  <p:embed/>
                  <p:pic>
                    <p:nvPicPr>
                      <p:cNvPr id="512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4611688"/>
                        <a:ext cx="5095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61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Standing Waves in Strings</a:t>
            </a: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1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/>
          </a:p>
        </p:txBody>
      </p:sp>
      <p:sp>
        <p:nvSpPr>
          <p:cNvPr id="6153" name="Rectangle 4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4" name="Rectangle 5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6" name="Rectangle 7"/>
          <p:cNvSpPr>
            <a:spLocks noChangeArrowheads="1"/>
          </p:cNvSpPr>
          <p:nvPr/>
        </p:nvSpPr>
        <p:spPr bwMode="auto">
          <a:xfrm>
            <a:off x="0" y="29337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7" name="Rectangle 8"/>
          <p:cNvSpPr>
            <a:spLocks noChangeArrowheads="1"/>
          </p:cNvSpPr>
          <p:nvPr/>
        </p:nvSpPr>
        <p:spPr bwMode="auto">
          <a:xfrm>
            <a:off x="0" y="146050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59" name="Rectangle 10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0" name="Rectangle 11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1" name="Rectangle 12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2" name="Rectangle 13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3" name="Rectangle 14"/>
          <p:cNvSpPr>
            <a:spLocks noChangeArrowheads="1"/>
          </p:cNvSpPr>
          <p:nvPr/>
        </p:nvSpPr>
        <p:spPr bwMode="auto">
          <a:xfrm>
            <a:off x="0" y="30384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4" name="Rectangle 15"/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46" name="Object 16"/>
          <p:cNvGraphicFramePr>
            <a:graphicFrameLocks noChangeAspect="1"/>
          </p:cNvGraphicFramePr>
          <p:nvPr/>
        </p:nvGraphicFramePr>
        <p:xfrm>
          <a:off x="5060950" y="1687513"/>
          <a:ext cx="979488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1320480" progId="Equation.3">
                  <p:embed/>
                </p:oleObj>
              </mc:Choice>
              <mc:Fallback>
                <p:oleObj name="Equation" r:id="rId2" imgW="977760" imgH="1320480" progId="Equation.3">
                  <p:embed/>
                  <p:pic>
                    <p:nvPicPr>
                      <p:cNvPr id="614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50" y="1687513"/>
                        <a:ext cx="979488" cy="1323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Rectangle 17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47" name="Object 18"/>
          <p:cNvGraphicFramePr>
            <a:graphicFrameLocks noChangeAspect="1"/>
          </p:cNvGraphicFramePr>
          <p:nvPr/>
        </p:nvGraphicFramePr>
        <p:xfrm>
          <a:off x="6643688" y="1644650"/>
          <a:ext cx="5461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393480" progId="Equation.3">
                  <p:embed/>
                </p:oleObj>
              </mc:Choice>
              <mc:Fallback>
                <p:oleObj name="Equation" r:id="rId4" imgW="545760" imgH="393480" progId="Equation.3">
                  <p:embed/>
                  <p:pic>
                    <p:nvPicPr>
                      <p:cNvPr id="614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1644650"/>
                        <a:ext cx="54610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Rectangle 1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7" name="Rectangle 21"/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68" name="Rectangle 23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2DA8EDD-E190-4DCB-BB40-24D9141A10B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123.21.6</a:t>
            </a: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Does a wave on a string move faster for a heavier or lighter rope?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yes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5181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090613" y="2846388"/>
            <a:ext cx="6740525" cy="1549400"/>
            <a:chOff x="3312" y="1632"/>
            <a:chExt cx="2064" cy="480"/>
          </a:xfrm>
        </p:grpSpPr>
        <p:sp>
          <p:nvSpPr>
            <p:cNvPr id="466946" name="Rectangle 10"/>
            <p:cNvSpPr>
              <a:spLocks noChangeArrowheads="1"/>
            </p:cNvSpPr>
            <p:nvPr/>
          </p:nvSpPr>
          <p:spPr bwMode="auto">
            <a:xfrm>
              <a:off x="4128" y="1680"/>
              <a:ext cx="1248" cy="38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1" dirty="0"/>
            </a:p>
          </p:txBody>
        </p:sp>
        <p:sp>
          <p:nvSpPr>
            <p:cNvPr id="466947" name="Rectangle 11"/>
            <p:cNvSpPr>
              <a:spLocks noChangeArrowheads="1"/>
            </p:cNvSpPr>
            <p:nvPr/>
          </p:nvSpPr>
          <p:spPr bwMode="auto">
            <a:xfrm>
              <a:off x="3648" y="1632"/>
              <a:ext cx="1728" cy="4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1" dirty="0"/>
            </a:p>
          </p:txBody>
        </p:sp>
        <p:sp>
          <p:nvSpPr>
            <p:cNvPr id="466948" name="Rectangle 12"/>
            <p:cNvSpPr>
              <a:spLocks noChangeArrowheads="1"/>
            </p:cNvSpPr>
            <p:nvPr/>
          </p:nvSpPr>
          <p:spPr bwMode="auto">
            <a:xfrm>
              <a:off x="3648" y="2064"/>
              <a:ext cx="1728" cy="4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1" dirty="0"/>
            </a:p>
          </p:txBody>
        </p:sp>
        <p:sp>
          <p:nvSpPr>
            <p:cNvPr id="466949" name="Rectangle 13"/>
            <p:cNvSpPr>
              <a:spLocks noChangeArrowheads="1"/>
            </p:cNvSpPr>
            <p:nvPr/>
          </p:nvSpPr>
          <p:spPr bwMode="auto">
            <a:xfrm>
              <a:off x="3312" y="1800"/>
              <a:ext cx="672" cy="14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1" dirty="0"/>
            </a:p>
          </p:txBody>
        </p:sp>
        <p:sp>
          <p:nvSpPr>
            <p:cNvPr id="466950" name="Rectangle 14"/>
            <p:cNvSpPr>
              <a:spLocks noChangeArrowheads="1"/>
            </p:cNvSpPr>
            <p:nvPr/>
          </p:nvSpPr>
          <p:spPr bwMode="auto">
            <a:xfrm>
              <a:off x="3984" y="1680"/>
              <a:ext cx="144" cy="38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73614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2478088" y="1371600"/>
            <a:ext cx="4176712" cy="5218113"/>
            <a:chOff x="2052322" y="95328"/>
            <a:chExt cx="4942113" cy="6420690"/>
          </a:xfrm>
        </p:grpSpPr>
        <p:sp>
          <p:nvSpPr>
            <p:cNvPr id="2" name="Oval 1"/>
            <p:cNvSpPr/>
            <p:nvPr/>
          </p:nvSpPr>
          <p:spPr>
            <a:xfrm>
              <a:off x="2580156" y="1454866"/>
              <a:ext cx="1376880" cy="1269683"/>
            </a:xfrm>
            <a:prstGeom prst="ellipse">
              <a:avLst/>
            </a:prstGeom>
            <a:solidFill>
              <a:srgbClr val="FDFDC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3" name="Freeform 2"/>
            <p:cNvSpPr/>
            <p:nvPr/>
          </p:nvSpPr>
          <p:spPr>
            <a:xfrm>
              <a:off x="3102356" y="2152215"/>
              <a:ext cx="710041" cy="478572"/>
            </a:xfrm>
            <a:custGeom>
              <a:avLst/>
              <a:gdLst>
                <a:gd name="connsiteX0" fmla="*/ 0 w 1045029"/>
                <a:gd name="connsiteY0" fmla="*/ 587829 h 751115"/>
                <a:gd name="connsiteX1" fmla="*/ 293915 w 1045029"/>
                <a:gd name="connsiteY1" fmla="*/ 604157 h 751115"/>
                <a:gd name="connsiteX2" fmla="*/ 685800 w 1045029"/>
                <a:gd name="connsiteY2" fmla="*/ 440872 h 751115"/>
                <a:gd name="connsiteX3" fmla="*/ 865415 w 1045029"/>
                <a:gd name="connsiteY3" fmla="*/ 195943 h 751115"/>
                <a:gd name="connsiteX4" fmla="*/ 963386 w 1045029"/>
                <a:gd name="connsiteY4" fmla="*/ 0 h 751115"/>
                <a:gd name="connsiteX5" fmla="*/ 1045029 w 1045029"/>
                <a:gd name="connsiteY5" fmla="*/ 65315 h 751115"/>
                <a:gd name="connsiteX6" fmla="*/ 947058 w 1045029"/>
                <a:gd name="connsiteY6" fmla="*/ 310243 h 751115"/>
                <a:gd name="connsiteX7" fmla="*/ 669472 w 1045029"/>
                <a:gd name="connsiteY7" fmla="*/ 620486 h 751115"/>
                <a:gd name="connsiteX8" fmla="*/ 212272 w 1045029"/>
                <a:gd name="connsiteY8" fmla="*/ 751115 h 751115"/>
                <a:gd name="connsiteX9" fmla="*/ 0 w 1045029"/>
                <a:gd name="connsiteY9" fmla="*/ 702129 h 751115"/>
                <a:gd name="connsiteX10" fmla="*/ 32658 w 1045029"/>
                <a:gd name="connsiteY10" fmla="*/ 522515 h 751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5029" h="751115">
                  <a:moveTo>
                    <a:pt x="0" y="587829"/>
                  </a:moveTo>
                  <a:lnTo>
                    <a:pt x="293915" y="604157"/>
                  </a:lnTo>
                  <a:lnTo>
                    <a:pt x="685800" y="440872"/>
                  </a:lnTo>
                  <a:lnTo>
                    <a:pt x="865415" y="195943"/>
                  </a:lnTo>
                  <a:lnTo>
                    <a:pt x="963386" y="0"/>
                  </a:lnTo>
                  <a:lnTo>
                    <a:pt x="1045029" y="65315"/>
                  </a:lnTo>
                  <a:lnTo>
                    <a:pt x="947058" y="310243"/>
                  </a:lnTo>
                  <a:lnTo>
                    <a:pt x="669472" y="620486"/>
                  </a:lnTo>
                  <a:lnTo>
                    <a:pt x="212272" y="751115"/>
                  </a:lnTo>
                  <a:lnTo>
                    <a:pt x="0" y="702129"/>
                  </a:lnTo>
                  <a:lnTo>
                    <a:pt x="32658" y="52251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4625752" y="1249763"/>
              <a:ext cx="1376879" cy="1269683"/>
            </a:xfrm>
            <a:prstGeom prst="ellipse">
              <a:avLst/>
            </a:prstGeom>
            <a:solidFill>
              <a:srgbClr val="FDFDC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5" name="Freeform 4"/>
            <p:cNvSpPr/>
            <p:nvPr/>
          </p:nvSpPr>
          <p:spPr>
            <a:xfrm>
              <a:off x="5147952" y="1947112"/>
              <a:ext cx="710041" cy="478573"/>
            </a:xfrm>
            <a:custGeom>
              <a:avLst/>
              <a:gdLst>
                <a:gd name="connsiteX0" fmla="*/ 0 w 1045029"/>
                <a:gd name="connsiteY0" fmla="*/ 587829 h 751115"/>
                <a:gd name="connsiteX1" fmla="*/ 293915 w 1045029"/>
                <a:gd name="connsiteY1" fmla="*/ 604157 h 751115"/>
                <a:gd name="connsiteX2" fmla="*/ 685800 w 1045029"/>
                <a:gd name="connsiteY2" fmla="*/ 440872 h 751115"/>
                <a:gd name="connsiteX3" fmla="*/ 865415 w 1045029"/>
                <a:gd name="connsiteY3" fmla="*/ 195943 h 751115"/>
                <a:gd name="connsiteX4" fmla="*/ 963386 w 1045029"/>
                <a:gd name="connsiteY4" fmla="*/ 0 h 751115"/>
                <a:gd name="connsiteX5" fmla="*/ 1045029 w 1045029"/>
                <a:gd name="connsiteY5" fmla="*/ 65315 h 751115"/>
                <a:gd name="connsiteX6" fmla="*/ 947058 w 1045029"/>
                <a:gd name="connsiteY6" fmla="*/ 310243 h 751115"/>
                <a:gd name="connsiteX7" fmla="*/ 669472 w 1045029"/>
                <a:gd name="connsiteY7" fmla="*/ 620486 h 751115"/>
                <a:gd name="connsiteX8" fmla="*/ 212272 w 1045029"/>
                <a:gd name="connsiteY8" fmla="*/ 751115 h 751115"/>
                <a:gd name="connsiteX9" fmla="*/ 0 w 1045029"/>
                <a:gd name="connsiteY9" fmla="*/ 702129 h 751115"/>
                <a:gd name="connsiteX10" fmla="*/ 32658 w 1045029"/>
                <a:gd name="connsiteY10" fmla="*/ 522515 h 751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5029" h="751115">
                  <a:moveTo>
                    <a:pt x="0" y="587829"/>
                  </a:moveTo>
                  <a:lnTo>
                    <a:pt x="293915" y="604157"/>
                  </a:lnTo>
                  <a:lnTo>
                    <a:pt x="685800" y="440872"/>
                  </a:lnTo>
                  <a:lnTo>
                    <a:pt x="865415" y="195943"/>
                  </a:lnTo>
                  <a:lnTo>
                    <a:pt x="963386" y="0"/>
                  </a:lnTo>
                  <a:lnTo>
                    <a:pt x="1045029" y="65315"/>
                  </a:lnTo>
                  <a:lnTo>
                    <a:pt x="947058" y="310243"/>
                  </a:lnTo>
                  <a:lnTo>
                    <a:pt x="669472" y="620486"/>
                  </a:lnTo>
                  <a:lnTo>
                    <a:pt x="212272" y="751115"/>
                  </a:lnTo>
                  <a:lnTo>
                    <a:pt x="0" y="702129"/>
                  </a:lnTo>
                  <a:lnTo>
                    <a:pt x="32658" y="52251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832378" y="1454866"/>
              <a:ext cx="944843" cy="863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10" name="Arc 9"/>
            <p:cNvSpPr/>
            <p:nvPr/>
          </p:nvSpPr>
          <p:spPr>
            <a:xfrm>
              <a:off x="4633266" y="1236089"/>
              <a:ext cx="1354338" cy="1279450"/>
            </a:xfrm>
            <a:prstGeom prst="arc">
              <a:avLst>
                <a:gd name="adj1" fmla="val 18879662"/>
                <a:gd name="adj2" fmla="val 272559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11" name="Arc 10"/>
            <p:cNvSpPr/>
            <p:nvPr/>
          </p:nvSpPr>
          <p:spPr>
            <a:xfrm flipH="1">
              <a:off x="4637023" y="1249763"/>
              <a:ext cx="1354338" cy="1279449"/>
            </a:xfrm>
            <a:prstGeom prst="arc">
              <a:avLst>
                <a:gd name="adj1" fmla="val 18879662"/>
                <a:gd name="adj2" fmla="val 272559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4954475" y="1548627"/>
              <a:ext cx="732582" cy="697350"/>
            </a:xfrm>
            <a:prstGeom prst="ellipse">
              <a:avLst/>
            </a:prstGeom>
            <a:solidFill>
              <a:srgbClr val="FD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44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2657172" y="1245857"/>
              <a:ext cx="1254782" cy="1953"/>
            </a:xfrm>
            <a:prstGeom prst="straightConnector1">
              <a:avLst/>
            </a:prstGeom>
            <a:ln w="889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979" name="TextBox 13"/>
            <p:cNvSpPr txBox="1">
              <a:spLocks noChangeArrowheads="1"/>
            </p:cNvSpPr>
            <p:nvPr/>
          </p:nvSpPr>
          <p:spPr bwMode="auto">
            <a:xfrm>
              <a:off x="3708203" y="95328"/>
              <a:ext cx="1471990" cy="643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/>
                <a:t>Before</a:t>
              </a:r>
            </a:p>
          </p:txBody>
        </p:sp>
        <p:sp>
          <p:nvSpPr>
            <p:cNvPr id="467980" name="TextBox 14"/>
            <p:cNvSpPr txBox="1">
              <a:spLocks noChangeArrowheads="1"/>
            </p:cNvSpPr>
            <p:nvPr/>
          </p:nvSpPr>
          <p:spPr bwMode="auto">
            <a:xfrm>
              <a:off x="3817006" y="3481456"/>
              <a:ext cx="1115466" cy="643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/>
                <a:t>After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2435519" y="4783388"/>
              <a:ext cx="1376879" cy="1269683"/>
            </a:xfrm>
            <a:prstGeom prst="ellipse">
              <a:avLst/>
            </a:prstGeom>
            <a:solidFill>
              <a:srgbClr val="FDFDC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2957719" y="5480738"/>
              <a:ext cx="710041" cy="478572"/>
            </a:xfrm>
            <a:custGeom>
              <a:avLst/>
              <a:gdLst>
                <a:gd name="connsiteX0" fmla="*/ 0 w 1045029"/>
                <a:gd name="connsiteY0" fmla="*/ 587829 h 751115"/>
                <a:gd name="connsiteX1" fmla="*/ 293915 w 1045029"/>
                <a:gd name="connsiteY1" fmla="*/ 604157 h 751115"/>
                <a:gd name="connsiteX2" fmla="*/ 685800 w 1045029"/>
                <a:gd name="connsiteY2" fmla="*/ 440872 h 751115"/>
                <a:gd name="connsiteX3" fmla="*/ 865415 w 1045029"/>
                <a:gd name="connsiteY3" fmla="*/ 195943 h 751115"/>
                <a:gd name="connsiteX4" fmla="*/ 963386 w 1045029"/>
                <a:gd name="connsiteY4" fmla="*/ 0 h 751115"/>
                <a:gd name="connsiteX5" fmla="*/ 1045029 w 1045029"/>
                <a:gd name="connsiteY5" fmla="*/ 65315 h 751115"/>
                <a:gd name="connsiteX6" fmla="*/ 947058 w 1045029"/>
                <a:gd name="connsiteY6" fmla="*/ 310243 h 751115"/>
                <a:gd name="connsiteX7" fmla="*/ 669472 w 1045029"/>
                <a:gd name="connsiteY7" fmla="*/ 620486 h 751115"/>
                <a:gd name="connsiteX8" fmla="*/ 212272 w 1045029"/>
                <a:gd name="connsiteY8" fmla="*/ 751115 h 751115"/>
                <a:gd name="connsiteX9" fmla="*/ 0 w 1045029"/>
                <a:gd name="connsiteY9" fmla="*/ 702129 h 751115"/>
                <a:gd name="connsiteX10" fmla="*/ 32658 w 1045029"/>
                <a:gd name="connsiteY10" fmla="*/ 522515 h 751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5029" h="751115">
                  <a:moveTo>
                    <a:pt x="0" y="587829"/>
                  </a:moveTo>
                  <a:lnTo>
                    <a:pt x="293915" y="604157"/>
                  </a:lnTo>
                  <a:lnTo>
                    <a:pt x="685800" y="440872"/>
                  </a:lnTo>
                  <a:lnTo>
                    <a:pt x="865415" y="195943"/>
                  </a:lnTo>
                  <a:lnTo>
                    <a:pt x="963386" y="0"/>
                  </a:lnTo>
                  <a:lnTo>
                    <a:pt x="1045029" y="65315"/>
                  </a:lnTo>
                  <a:lnTo>
                    <a:pt x="947058" y="310243"/>
                  </a:lnTo>
                  <a:lnTo>
                    <a:pt x="669472" y="620486"/>
                  </a:lnTo>
                  <a:lnTo>
                    <a:pt x="212272" y="751115"/>
                  </a:lnTo>
                  <a:lnTo>
                    <a:pt x="0" y="702129"/>
                  </a:lnTo>
                  <a:lnTo>
                    <a:pt x="32658" y="52251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5008949" y="3785223"/>
              <a:ext cx="1375001" cy="1269683"/>
            </a:xfrm>
            <a:prstGeom prst="ellipse">
              <a:avLst/>
            </a:prstGeom>
            <a:solidFill>
              <a:srgbClr val="FDFDC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5529270" y="4482571"/>
              <a:ext cx="710041" cy="478573"/>
            </a:xfrm>
            <a:custGeom>
              <a:avLst/>
              <a:gdLst>
                <a:gd name="connsiteX0" fmla="*/ 0 w 1045029"/>
                <a:gd name="connsiteY0" fmla="*/ 587829 h 751115"/>
                <a:gd name="connsiteX1" fmla="*/ 293915 w 1045029"/>
                <a:gd name="connsiteY1" fmla="*/ 604157 h 751115"/>
                <a:gd name="connsiteX2" fmla="*/ 685800 w 1045029"/>
                <a:gd name="connsiteY2" fmla="*/ 440872 h 751115"/>
                <a:gd name="connsiteX3" fmla="*/ 865415 w 1045029"/>
                <a:gd name="connsiteY3" fmla="*/ 195943 h 751115"/>
                <a:gd name="connsiteX4" fmla="*/ 963386 w 1045029"/>
                <a:gd name="connsiteY4" fmla="*/ 0 h 751115"/>
                <a:gd name="connsiteX5" fmla="*/ 1045029 w 1045029"/>
                <a:gd name="connsiteY5" fmla="*/ 65315 h 751115"/>
                <a:gd name="connsiteX6" fmla="*/ 947058 w 1045029"/>
                <a:gd name="connsiteY6" fmla="*/ 310243 h 751115"/>
                <a:gd name="connsiteX7" fmla="*/ 669472 w 1045029"/>
                <a:gd name="connsiteY7" fmla="*/ 620486 h 751115"/>
                <a:gd name="connsiteX8" fmla="*/ 212272 w 1045029"/>
                <a:gd name="connsiteY8" fmla="*/ 751115 h 751115"/>
                <a:gd name="connsiteX9" fmla="*/ 0 w 1045029"/>
                <a:gd name="connsiteY9" fmla="*/ 702129 h 751115"/>
                <a:gd name="connsiteX10" fmla="*/ 32658 w 1045029"/>
                <a:gd name="connsiteY10" fmla="*/ 522515 h 751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5029" h="751115">
                  <a:moveTo>
                    <a:pt x="0" y="587829"/>
                  </a:moveTo>
                  <a:lnTo>
                    <a:pt x="293915" y="604157"/>
                  </a:lnTo>
                  <a:lnTo>
                    <a:pt x="685800" y="440872"/>
                  </a:lnTo>
                  <a:lnTo>
                    <a:pt x="865415" y="195943"/>
                  </a:lnTo>
                  <a:lnTo>
                    <a:pt x="963386" y="0"/>
                  </a:lnTo>
                  <a:lnTo>
                    <a:pt x="1045029" y="65315"/>
                  </a:lnTo>
                  <a:lnTo>
                    <a:pt x="947058" y="310243"/>
                  </a:lnTo>
                  <a:lnTo>
                    <a:pt x="669472" y="620486"/>
                  </a:lnTo>
                  <a:lnTo>
                    <a:pt x="212272" y="751115"/>
                  </a:lnTo>
                  <a:lnTo>
                    <a:pt x="0" y="702129"/>
                  </a:lnTo>
                  <a:lnTo>
                    <a:pt x="32658" y="522515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15575" y="3990325"/>
              <a:ext cx="942965" cy="863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21" name="Arc 20"/>
            <p:cNvSpPr/>
            <p:nvPr/>
          </p:nvSpPr>
          <p:spPr>
            <a:xfrm>
              <a:off x="5016463" y="3771549"/>
              <a:ext cx="1352460" cy="1279450"/>
            </a:xfrm>
            <a:prstGeom prst="arc">
              <a:avLst>
                <a:gd name="adj1" fmla="val 18879662"/>
                <a:gd name="adj2" fmla="val 272559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22" name="Arc 21"/>
            <p:cNvSpPr/>
            <p:nvPr/>
          </p:nvSpPr>
          <p:spPr>
            <a:xfrm flipH="1">
              <a:off x="5020220" y="3785223"/>
              <a:ext cx="1352460" cy="1279449"/>
            </a:xfrm>
            <a:prstGeom prst="arc">
              <a:avLst>
                <a:gd name="adj1" fmla="val 18879662"/>
                <a:gd name="adj2" fmla="val 2725591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5337672" y="4084086"/>
              <a:ext cx="732582" cy="697350"/>
            </a:xfrm>
            <a:prstGeom prst="ellipse">
              <a:avLst/>
            </a:prstGeom>
            <a:solidFill>
              <a:srgbClr val="FDFD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4400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6395221" y="3343764"/>
              <a:ext cx="599214" cy="539127"/>
            </a:xfrm>
            <a:prstGeom prst="straightConnector1">
              <a:avLst/>
            </a:prstGeom>
            <a:ln w="889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5400000">
              <a:off x="2002723" y="5987423"/>
              <a:ext cx="578194" cy="478996"/>
            </a:xfrm>
            <a:prstGeom prst="straightConnector1">
              <a:avLst/>
            </a:prstGeom>
            <a:ln w="889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302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9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81163"/>
            <a:ext cx="5294313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2419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017" name="Picture 1" descr="speak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2175" y="1890713"/>
            <a:ext cx="5122863" cy="417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1256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376363" y="2649538"/>
            <a:ext cx="6853237" cy="1592262"/>
            <a:chOff x="3360" y="3552"/>
            <a:chExt cx="2064" cy="480"/>
          </a:xfrm>
        </p:grpSpPr>
        <p:sp>
          <p:nvSpPr>
            <p:cNvPr id="3" name="Rectangle 39"/>
            <p:cNvSpPr>
              <a:spLocks noChangeArrowheads="1"/>
            </p:cNvSpPr>
            <p:nvPr/>
          </p:nvSpPr>
          <p:spPr bwMode="auto">
            <a:xfrm>
              <a:off x="4176" y="3600"/>
              <a:ext cx="528" cy="384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" name="Rectangle 40"/>
            <p:cNvSpPr>
              <a:spLocks noChangeArrowheads="1"/>
            </p:cNvSpPr>
            <p:nvPr/>
          </p:nvSpPr>
          <p:spPr bwMode="auto">
            <a:xfrm>
              <a:off x="4704" y="3600"/>
              <a:ext cx="528" cy="384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71044" name="Rectangle 41"/>
            <p:cNvSpPr>
              <a:spLocks noChangeArrowheads="1"/>
            </p:cNvSpPr>
            <p:nvPr/>
          </p:nvSpPr>
          <p:spPr bwMode="auto">
            <a:xfrm>
              <a:off x="5232" y="3600"/>
              <a:ext cx="192" cy="38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045" name="Rectangle 42"/>
            <p:cNvSpPr>
              <a:spLocks noChangeArrowheads="1"/>
            </p:cNvSpPr>
            <p:nvPr/>
          </p:nvSpPr>
          <p:spPr bwMode="auto">
            <a:xfrm>
              <a:off x="3696" y="3552"/>
              <a:ext cx="1728" cy="4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046" name="Rectangle 43"/>
            <p:cNvSpPr>
              <a:spLocks noChangeArrowheads="1"/>
            </p:cNvSpPr>
            <p:nvPr/>
          </p:nvSpPr>
          <p:spPr bwMode="auto">
            <a:xfrm>
              <a:off x="3696" y="3984"/>
              <a:ext cx="1728" cy="4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047" name="Rectangle 44"/>
            <p:cNvSpPr>
              <a:spLocks noChangeArrowheads="1"/>
            </p:cNvSpPr>
            <p:nvPr/>
          </p:nvSpPr>
          <p:spPr bwMode="auto">
            <a:xfrm>
              <a:off x="3360" y="3720"/>
              <a:ext cx="672" cy="14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048" name="Rectangle 45"/>
            <p:cNvSpPr>
              <a:spLocks noChangeArrowheads="1"/>
            </p:cNvSpPr>
            <p:nvPr/>
          </p:nvSpPr>
          <p:spPr bwMode="auto">
            <a:xfrm>
              <a:off x="4032" y="3600"/>
              <a:ext cx="144" cy="38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9149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/>
              <a:t>For sound waves in air, something experiences simple harmonic motion, what is it?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A pipe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The air particles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The pressure </a:t>
            </a:r>
          </a:p>
          <a:p>
            <a:pPr marL="514350" indent="-514350">
              <a:buFontTx/>
              <a:buAutoNum type="alphaLcParenR"/>
              <a:defRPr/>
            </a:pPr>
            <a:r>
              <a:rPr lang="en-US" dirty="0"/>
              <a:t>dust</a:t>
            </a:r>
          </a:p>
        </p:txBody>
      </p:sp>
    </p:spTree>
    <p:extLst>
      <p:ext uri="{BB962C8B-B14F-4D97-AF65-F5344CB8AC3E}">
        <p14:creationId xmlns:p14="http://schemas.microsoft.com/office/powerpoint/2010/main" val="1028719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0"/>
          <p:cNvGrpSpPr>
            <a:grpSpLocks/>
          </p:cNvGrpSpPr>
          <p:nvPr/>
        </p:nvGrpSpPr>
        <p:grpSpPr bwMode="auto">
          <a:xfrm>
            <a:off x="1566863" y="1390650"/>
            <a:ext cx="6673850" cy="3919538"/>
            <a:chOff x="1306287" y="-38122"/>
            <a:chExt cx="6673061" cy="3918857"/>
          </a:xfrm>
        </p:grpSpPr>
        <p:cxnSp>
          <p:nvCxnSpPr>
            <p:cNvPr id="196" name="Straight Connector 195"/>
            <p:cNvCxnSpPr/>
            <p:nvPr/>
          </p:nvCxnSpPr>
          <p:spPr>
            <a:xfrm rot="16200000" flipH="1">
              <a:off x="-636474" y="1904639"/>
              <a:ext cx="3918857" cy="3333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 rot="16200000" flipH="1">
              <a:off x="-190440" y="1904639"/>
              <a:ext cx="3918857" cy="333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 rot="16200000" flipH="1">
              <a:off x="223055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rot="16200000" flipH="1">
              <a:off x="734963" y="1904639"/>
              <a:ext cx="3918857" cy="3333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 rot="16200000" flipH="1">
              <a:off x="1246078" y="1904639"/>
              <a:ext cx="3918857" cy="3333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 rot="16200000" flipH="1">
              <a:off x="1708779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>
            <a:xfrm rot="16200000" flipH="1">
              <a:off x="2253227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 rot="16200000" flipH="1">
              <a:off x="2781008" y="1904639"/>
              <a:ext cx="3918857" cy="333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 rot="16200000" flipH="1">
              <a:off x="3276250" y="1904639"/>
              <a:ext cx="3918857" cy="333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 rot="16200000" flipH="1">
              <a:off x="3755618" y="1904639"/>
              <a:ext cx="3918857" cy="333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rot="16200000" flipH="1">
              <a:off x="4267527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 rot="16200000" flipH="1">
              <a:off x="4696895" y="1904639"/>
              <a:ext cx="3918857" cy="3333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 rot="16200000" flipH="1">
              <a:off x="5143723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5589757" y="1905433"/>
              <a:ext cx="3918857" cy="317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6003252" y="1904639"/>
              <a:ext cx="3918857" cy="333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3090" name="Rectangle 41"/>
          <p:cNvSpPr>
            <a:spLocks noChangeArrowheads="1"/>
          </p:cNvSpPr>
          <p:nvPr/>
        </p:nvSpPr>
        <p:spPr bwMode="auto">
          <a:xfrm>
            <a:off x="1420813" y="1889125"/>
            <a:ext cx="7086600" cy="8302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3091" name="Rectangle 42"/>
          <p:cNvSpPr>
            <a:spLocks noChangeArrowheads="1"/>
          </p:cNvSpPr>
          <p:nvPr/>
        </p:nvSpPr>
        <p:spPr bwMode="auto">
          <a:xfrm>
            <a:off x="760413" y="1789113"/>
            <a:ext cx="7727950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3092" name="Rectangle 43"/>
          <p:cNvSpPr>
            <a:spLocks noChangeArrowheads="1"/>
          </p:cNvSpPr>
          <p:nvPr/>
        </p:nvSpPr>
        <p:spPr bwMode="auto">
          <a:xfrm>
            <a:off x="760413" y="2684463"/>
            <a:ext cx="7727950" cy="1333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3093" name="Rectangle 44"/>
          <p:cNvSpPr>
            <a:spLocks noChangeArrowheads="1"/>
          </p:cNvSpPr>
          <p:nvPr/>
        </p:nvSpPr>
        <p:spPr bwMode="auto">
          <a:xfrm>
            <a:off x="261938" y="2136775"/>
            <a:ext cx="998537" cy="300038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3094" name="Rectangle 45"/>
          <p:cNvSpPr>
            <a:spLocks noChangeArrowheads="1"/>
          </p:cNvSpPr>
          <p:nvPr/>
        </p:nvSpPr>
        <p:spPr bwMode="auto">
          <a:xfrm>
            <a:off x="1260475" y="1889125"/>
            <a:ext cx="214313" cy="795338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" name="Group 134"/>
          <p:cNvGrpSpPr>
            <a:grpSpLocks/>
          </p:cNvGrpSpPr>
          <p:nvPr/>
        </p:nvGrpSpPr>
        <p:grpSpPr bwMode="auto">
          <a:xfrm>
            <a:off x="1535113" y="2220913"/>
            <a:ext cx="2994025" cy="147637"/>
            <a:chOff x="1273631" y="791844"/>
            <a:chExt cx="2993619" cy="146957"/>
          </a:xfrm>
        </p:grpSpPr>
        <p:sp>
          <p:nvSpPr>
            <p:cNvPr id="13" name="Oval 12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1703785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60" name="Rectangle 39"/>
          <p:cNvSpPr>
            <a:spLocks noChangeArrowheads="1"/>
          </p:cNvSpPr>
          <p:nvPr/>
        </p:nvSpPr>
        <p:spPr bwMode="auto">
          <a:xfrm>
            <a:off x="1458913" y="3135313"/>
            <a:ext cx="2986087" cy="8302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73097" name="Rectangle 41"/>
          <p:cNvSpPr>
            <a:spLocks noChangeArrowheads="1"/>
          </p:cNvSpPr>
          <p:nvPr/>
        </p:nvSpPr>
        <p:spPr bwMode="auto">
          <a:xfrm>
            <a:off x="4278313" y="3135313"/>
            <a:ext cx="4217987" cy="8302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3" name="Rectangle 112"/>
          <p:cNvSpPr/>
          <p:nvPr/>
        </p:nvSpPr>
        <p:spPr>
          <a:xfrm>
            <a:off x="1109663" y="3143250"/>
            <a:ext cx="1552575" cy="817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3099" name="Rectangle 44"/>
          <p:cNvSpPr>
            <a:spLocks noChangeArrowheads="1"/>
          </p:cNvSpPr>
          <p:nvPr/>
        </p:nvSpPr>
        <p:spPr bwMode="auto">
          <a:xfrm>
            <a:off x="1638300" y="3384550"/>
            <a:ext cx="1000125" cy="2984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3100" name="Rectangle 45"/>
          <p:cNvSpPr>
            <a:spLocks noChangeArrowheads="1"/>
          </p:cNvSpPr>
          <p:nvPr/>
        </p:nvSpPr>
        <p:spPr bwMode="auto">
          <a:xfrm>
            <a:off x="2638425" y="3135313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2928938" y="3762375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886075" y="3609975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2906713" y="3222625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914400" y="5348288"/>
            <a:ext cx="7837488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1519238" y="4792663"/>
            <a:ext cx="200025" cy="5556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7" name="Rectangle 116"/>
          <p:cNvSpPr/>
          <p:nvPr/>
        </p:nvSpPr>
        <p:spPr>
          <a:xfrm>
            <a:off x="1958975" y="4995482"/>
            <a:ext cx="193675" cy="3571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8" name="Rectangle 117"/>
          <p:cNvSpPr/>
          <p:nvPr/>
        </p:nvSpPr>
        <p:spPr>
          <a:xfrm>
            <a:off x="2368550" y="5171694"/>
            <a:ext cx="215900" cy="18097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3108" name="Rectangle 43"/>
          <p:cNvSpPr>
            <a:spLocks noChangeArrowheads="1"/>
          </p:cNvSpPr>
          <p:nvPr/>
        </p:nvSpPr>
        <p:spPr bwMode="auto">
          <a:xfrm>
            <a:off x="749300" y="3932238"/>
            <a:ext cx="7727950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" name="Group 135"/>
          <p:cNvGrpSpPr>
            <a:grpSpLocks/>
          </p:cNvGrpSpPr>
          <p:nvPr/>
        </p:nvGrpSpPr>
        <p:grpSpPr bwMode="auto">
          <a:xfrm flipH="1">
            <a:off x="4414838" y="2209800"/>
            <a:ext cx="2992437" cy="147638"/>
            <a:chOff x="1273631" y="791844"/>
            <a:chExt cx="2993619" cy="146957"/>
          </a:xfrm>
        </p:grpSpPr>
        <p:sp>
          <p:nvSpPr>
            <p:cNvPr id="137" name="Oval 136"/>
            <p:cNvSpPr/>
            <p:nvPr/>
          </p:nvSpPr>
          <p:spPr>
            <a:xfrm>
              <a:off x="1273631" y="791844"/>
              <a:ext cx="11434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8" name="Oval 137"/>
            <p:cNvSpPr/>
            <p:nvPr/>
          </p:nvSpPr>
          <p:spPr>
            <a:xfrm>
              <a:off x="1704013" y="791844"/>
              <a:ext cx="11434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9" name="Oval 138"/>
            <p:cNvSpPr/>
            <p:nvPr/>
          </p:nvSpPr>
          <p:spPr>
            <a:xfrm>
              <a:off x="2134396" y="791844"/>
              <a:ext cx="112757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0" name="Oval 139"/>
            <p:cNvSpPr/>
            <p:nvPr/>
          </p:nvSpPr>
          <p:spPr>
            <a:xfrm>
              <a:off x="2645773" y="791844"/>
              <a:ext cx="11434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1" name="Oval 140"/>
            <p:cNvSpPr/>
            <p:nvPr/>
          </p:nvSpPr>
          <p:spPr>
            <a:xfrm>
              <a:off x="3141268" y="791844"/>
              <a:ext cx="11434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2" name="Oval 141"/>
            <p:cNvSpPr/>
            <p:nvPr/>
          </p:nvSpPr>
          <p:spPr>
            <a:xfrm>
              <a:off x="3619294" y="791844"/>
              <a:ext cx="11434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3" name="Oval 142"/>
            <p:cNvSpPr/>
            <p:nvPr/>
          </p:nvSpPr>
          <p:spPr>
            <a:xfrm>
              <a:off x="4152905" y="791844"/>
              <a:ext cx="11434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45" name="Oval 144"/>
          <p:cNvSpPr/>
          <p:nvPr/>
        </p:nvSpPr>
        <p:spPr>
          <a:xfrm>
            <a:off x="7313232" y="220980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6" name="Oval 145"/>
          <p:cNvSpPr/>
          <p:nvPr/>
        </p:nvSpPr>
        <p:spPr>
          <a:xfrm>
            <a:off x="7743444" y="2209800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7" name="Oval 146"/>
          <p:cNvSpPr/>
          <p:nvPr/>
        </p:nvSpPr>
        <p:spPr>
          <a:xfrm>
            <a:off x="8164513" y="2209800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6" name="Oval 155"/>
          <p:cNvSpPr/>
          <p:nvPr/>
        </p:nvSpPr>
        <p:spPr>
          <a:xfrm>
            <a:off x="2911475" y="3484563"/>
            <a:ext cx="114300" cy="14605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7" name="Oval 156"/>
          <p:cNvSpPr/>
          <p:nvPr/>
        </p:nvSpPr>
        <p:spPr>
          <a:xfrm>
            <a:off x="3406775" y="3484563"/>
            <a:ext cx="114300" cy="1460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8" name="Oval 157"/>
          <p:cNvSpPr/>
          <p:nvPr/>
        </p:nvSpPr>
        <p:spPr>
          <a:xfrm>
            <a:off x="3886200" y="3484563"/>
            <a:ext cx="114300" cy="14605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9" name="Oval 158"/>
          <p:cNvSpPr/>
          <p:nvPr/>
        </p:nvSpPr>
        <p:spPr>
          <a:xfrm>
            <a:off x="4419600" y="3484563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5" name="Group 159"/>
          <p:cNvGrpSpPr>
            <a:grpSpLocks/>
          </p:cNvGrpSpPr>
          <p:nvPr/>
        </p:nvGrpSpPr>
        <p:grpSpPr bwMode="auto">
          <a:xfrm flipH="1">
            <a:off x="4419600" y="3473450"/>
            <a:ext cx="2994025" cy="146050"/>
            <a:chOff x="1273631" y="791844"/>
            <a:chExt cx="2993619" cy="146957"/>
          </a:xfrm>
        </p:grpSpPr>
        <p:sp>
          <p:nvSpPr>
            <p:cNvPr id="161" name="Oval 160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2" name="Oval 161"/>
            <p:cNvSpPr/>
            <p:nvPr/>
          </p:nvSpPr>
          <p:spPr>
            <a:xfrm>
              <a:off x="1703785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3" name="Oval 162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4" name="Oval 163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5" name="Oval 164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6" name="Oval 165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7" name="Oval 166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68" name="Oval 167"/>
          <p:cNvSpPr/>
          <p:nvPr/>
        </p:nvSpPr>
        <p:spPr>
          <a:xfrm>
            <a:off x="7310438" y="3473450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9" name="Oval 168"/>
          <p:cNvSpPr/>
          <p:nvPr/>
        </p:nvSpPr>
        <p:spPr>
          <a:xfrm>
            <a:off x="7739063" y="3473450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0" name="Oval 169"/>
          <p:cNvSpPr/>
          <p:nvPr/>
        </p:nvSpPr>
        <p:spPr>
          <a:xfrm>
            <a:off x="8169275" y="3473450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3121" name="Rectangle 42"/>
          <p:cNvSpPr>
            <a:spLocks noChangeArrowheads="1"/>
          </p:cNvSpPr>
          <p:nvPr/>
        </p:nvSpPr>
        <p:spPr bwMode="auto">
          <a:xfrm>
            <a:off x="749300" y="3035300"/>
            <a:ext cx="7727950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3" name="Rectangle 182"/>
          <p:cNvSpPr/>
          <p:nvPr/>
        </p:nvSpPr>
        <p:spPr>
          <a:xfrm>
            <a:off x="3352800" y="5326063"/>
            <a:ext cx="228600" cy="714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4" name="Rectangle 183"/>
          <p:cNvSpPr/>
          <p:nvPr/>
        </p:nvSpPr>
        <p:spPr>
          <a:xfrm>
            <a:off x="2836863" y="5326063"/>
            <a:ext cx="227012" cy="71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5" name="Rectangle 184"/>
          <p:cNvSpPr/>
          <p:nvPr/>
        </p:nvSpPr>
        <p:spPr>
          <a:xfrm>
            <a:off x="3832225" y="5326063"/>
            <a:ext cx="228600" cy="714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6" name="Rectangle 185"/>
          <p:cNvSpPr/>
          <p:nvPr/>
        </p:nvSpPr>
        <p:spPr>
          <a:xfrm>
            <a:off x="4343400" y="5326063"/>
            <a:ext cx="228600" cy="7143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7" name="Rectangle 186"/>
          <p:cNvSpPr/>
          <p:nvPr/>
        </p:nvSpPr>
        <p:spPr>
          <a:xfrm>
            <a:off x="4856163" y="5326063"/>
            <a:ext cx="227012" cy="714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8" name="Rectangle 187"/>
          <p:cNvSpPr/>
          <p:nvPr/>
        </p:nvSpPr>
        <p:spPr>
          <a:xfrm>
            <a:off x="5432425" y="5326063"/>
            <a:ext cx="228600" cy="714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5878513" y="5326063"/>
            <a:ext cx="228600" cy="71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0" name="Rectangle 189"/>
          <p:cNvSpPr/>
          <p:nvPr/>
        </p:nvSpPr>
        <p:spPr>
          <a:xfrm>
            <a:off x="6373813" y="5326063"/>
            <a:ext cx="228600" cy="714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1" name="Rectangle 190"/>
          <p:cNvSpPr/>
          <p:nvPr/>
        </p:nvSpPr>
        <p:spPr>
          <a:xfrm>
            <a:off x="6804025" y="5326063"/>
            <a:ext cx="228600" cy="714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2" name="Rectangle 191"/>
          <p:cNvSpPr/>
          <p:nvPr/>
        </p:nvSpPr>
        <p:spPr>
          <a:xfrm>
            <a:off x="7267575" y="5326063"/>
            <a:ext cx="227013" cy="7143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3" name="Rectangle 192"/>
          <p:cNvSpPr/>
          <p:nvPr/>
        </p:nvSpPr>
        <p:spPr>
          <a:xfrm>
            <a:off x="7696200" y="5326063"/>
            <a:ext cx="228600" cy="714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4" name="Rectangle 193"/>
          <p:cNvSpPr/>
          <p:nvPr/>
        </p:nvSpPr>
        <p:spPr>
          <a:xfrm>
            <a:off x="8159750" y="5326063"/>
            <a:ext cx="227013" cy="714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4" name="Freeform 83"/>
          <p:cNvSpPr/>
          <p:nvPr/>
        </p:nvSpPr>
        <p:spPr>
          <a:xfrm>
            <a:off x="1585913" y="2381250"/>
            <a:ext cx="1304925" cy="1447800"/>
          </a:xfrm>
          <a:custGeom>
            <a:avLst/>
            <a:gdLst>
              <a:gd name="connsiteX0" fmla="*/ 0 w 1304925"/>
              <a:gd name="connsiteY0" fmla="*/ 0 h 1447800"/>
              <a:gd name="connsiteX1" fmla="*/ 219075 w 1304925"/>
              <a:gd name="connsiteY1" fmla="*/ 1047750 h 1447800"/>
              <a:gd name="connsiteX2" fmla="*/ 1304925 w 1304925"/>
              <a:gd name="connsiteY2" fmla="*/ 14478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4925" h="1447800">
                <a:moveTo>
                  <a:pt x="0" y="0"/>
                </a:moveTo>
                <a:cubicBezTo>
                  <a:pt x="794" y="403225"/>
                  <a:pt x="1588" y="806450"/>
                  <a:pt x="219075" y="1047750"/>
                </a:cubicBezTo>
                <a:cubicBezTo>
                  <a:pt x="436562" y="1289050"/>
                  <a:pt x="1071563" y="1339850"/>
                  <a:pt x="1304925" y="1447800"/>
                </a:cubicBezTo>
              </a:path>
            </a:pathLst>
          </a:cu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5" name="Freeform 84"/>
          <p:cNvSpPr/>
          <p:nvPr/>
        </p:nvSpPr>
        <p:spPr>
          <a:xfrm>
            <a:off x="2014538" y="2333625"/>
            <a:ext cx="819150" cy="1343025"/>
          </a:xfrm>
          <a:custGeom>
            <a:avLst/>
            <a:gdLst>
              <a:gd name="connsiteX0" fmla="*/ 0 w 1304925"/>
              <a:gd name="connsiteY0" fmla="*/ 0 h 1447800"/>
              <a:gd name="connsiteX1" fmla="*/ 219075 w 1304925"/>
              <a:gd name="connsiteY1" fmla="*/ 1047750 h 1447800"/>
              <a:gd name="connsiteX2" fmla="*/ 1304925 w 1304925"/>
              <a:gd name="connsiteY2" fmla="*/ 14478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4925" h="1447800">
                <a:moveTo>
                  <a:pt x="0" y="0"/>
                </a:moveTo>
                <a:cubicBezTo>
                  <a:pt x="794" y="403225"/>
                  <a:pt x="1588" y="806450"/>
                  <a:pt x="219075" y="1047750"/>
                </a:cubicBezTo>
                <a:cubicBezTo>
                  <a:pt x="436562" y="1289050"/>
                  <a:pt x="1071563" y="1339850"/>
                  <a:pt x="1304925" y="1447800"/>
                </a:cubicBezTo>
              </a:path>
            </a:pathLst>
          </a:cu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6" name="Freeform 85"/>
          <p:cNvSpPr/>
          <p:nvPr/>
        </p:nvSpPr>
        <p:spPr>
          <a:xfrm>
            <a:off x="2424113" y="2333625"/>
            <a:ext cx="428625" cy="952500"/>
          </a:xfrm>
          <a:custGeom>
            <a:avLst/>
            <a:gdLst>
              <a:gd name="connsiteX0" fmla="*/ 0 w 1304925"/>
              <a:gd name="connsiteY0" fmla="*/ 0 h 1447800"/>
              <a:gd name="connsiteX1" fmla="*/ 219075 w 1304925"/>
              <a:gd name="connsiteY1" fmla="*/ 1047750 h 1447800"/>
              <a:gd name="connsiteX2" fmla="*/ 1304925 w 1304925"/>
              <a:gd name="connsiteY2" fmla="*/ 14478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4925" h="1447800">
                <a:moveTo>
                  <a:pt x="0" y="0"/>
                </a:moveTo>
                <a:cubicBezTo>
                  <a:pt x="794" y="403225"/>
                  <a:pt x="1588" y="806450"/>
                  <a:pt x="219075" y="1047750"/>
                </a:cubicBezTo>
                <a:cubicBezTo>
                  <a:pt x="436562" y="1289050"/>
                  <a:pt x="1071563" y="1339850"/>
                  <a:pt x="1304925" y="1447800"/>
                </a:cubicBezTo>
              </a:path>
            </a:pathLst>
          </a:cu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2599531" y="2767807"/>
            <a:ext cx="714375" cy="15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138" name="TextBox 88"/>
          <p:cNvSpPr txBox="1">
            <a:spLocks noChangeArrowheads="1"/>
          </p:cNvSpPr>
          <p:nvPr/>
        </p:nvSpPr>
        <p:spPr bwMode="auto">
          <a:xfrm>
            <a:off x="204788" y="4618038"/>
            <a:ext cx="12096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Bar Graph of Displacement from  Original Position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414338" y="3424238"/>
            <a:ext cx="893762" cy="2444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DDB39A-326B-1243-32B2-132945F95409}"/>
              </a:ext>
            </a:extLst>
          </p:cNvPr>
          <p:cNvSpPr/>
          <p:nvPr/>
        </p:nvSpPr>
        <p:spPr>
          <a:xfrm>
            <a:off x="4970209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149934-2DF5-B2FF-9061-21A9DE622846}"/>
              </a:ext>
            </a:extLst>
          </p:cNvPr>
          <p:cNvSpPr/>
          <p:nvPr/>
        </p:nvSpPr>
        <p:spPr>
          <a:xfrm>
            <a:off x="5442649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96949A-64E8-2A3B-3C9E-F129FE63B2BC}"/>
              </a:ext>
            </a:extLst>
          </p:cNvPr>
          <p:cNvSpPr/>
          <p:nvPr/>
        </p:nvSpPr>
        <p:spPr>
          <a:xfrm>
            <a:off x="5945569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D619E1-812F-75C4-7A7D-E5C4AFC534BD}"/>
              </a:ext>
            </a:extLst>
          </p:cNvPr>
          <p:cNvSpPr/>
          <p:nvPr/>
        </p:nvSpPr>
        <p:spPr>
          <a:xfrm>
            <a:off x="6445441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CB7494-96C1-94D9-29E3-F29B132227B2}"/>
              </a:ext>
            </a:extLst>
          </p:cNvPr>
          <p:cNvSpPr/>
          <p:nvPr/>
        </p:nvSpPr>
        <p:spPr>
          <a:xfrm>
            <a:off x="6881305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D2C06C-E779-E46B-A404-F114B9646B30}"/>
              </a:ext>
            </a:extLst>
          </p:cNvPr>
          <p:cNvSpPr/>
          <p:nvPr/>
        </p:nvSpPr>
        <p:spPr>
          <a:xfrm>
            <a:off x="7317169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6B119D-25A1-D0C4-AAF7-03D58B916608}"/>
              </a:ext>
            </a:extLst>
          </p:cNvPr>
          <p:cNvSpPr/>
          <p:nvPr/>
        </p:nvSpPr>
        <p:spPr>
          <a:xfrm>
            <a:off x="7753033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B28170-03E2-7362-B7F5-F32116358E8F}"/>
              </a:ext>
            </a:extLst>
          </p:cNvPr>
          <p:cNvSpPr/>
          <p:nvPr/>
        </p:nvSpPr>
        <p:spPr>
          <a:xfrm>
            <a:off x="8179753" y="2248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2999662-D049-1389-58D5-9F6E94C9842D}"/>
              </a:ext>
            </a:extLst>
          </p:cNvPr>
          <p:cNvSpPr/>
          <p:nvPr/>
        </p:nvSpPr>
        <p:spPr>
          <a:xfrm>
            <a:off x="7319328" y="3477768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6AA444-931C-BFEB-D10C-C0B7550B58B0}"/>
              </a:ext>
            </a:extLst>
          </p:cNvPr>
          <p:cNvSpPr/>
          <p:nvPr/>
        </p:nvSpPr>
        <p:spPr>
          <a:xfrm>
            <a:off x="7749540" y="3477768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320A4D-3EDE-337A-DCA5-25EC8495801C}"/>
              </a:ext>
            </a:extLst>
          </p:cNvPr>
          <p:cNvSpPr/>
          <p:nvPr/>
        </p:nvSpPr>
        <p:spPr>
          <a:xfrm>
            <a:off x="8170609" y="3477768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BAFC39-AA31-B31D-4360-C90AD65802C0}"/>
              </a:ext>
            </a:extLst>
          </p:cNvPr>
          <p:cNvSpPr/>
          <p:nvPr/>
        </p:nvSpPr>
        <p:spPr>
          <a:xfrm>
            <a:off x="4976305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55A92A3-3E86-686C-466E-2C92062A5860}"/>
              </a:ext>
            </a:extLst>
          </p:cNvPr>
          <p:cNvSpPr/>
          <p:nvPr/>
        </p:nvSpPr>
        <p:spPr>
          <a:xfrm>
            <a:off x="5448745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31AF7A-2AC2-72EB-E814-C15D42753BDD}"/>
              </a:ext>
            </a:extLst>
          </p:cNvPr>
          <p:cNvSpPr/>
          <p:nvPr/>
        </p:nvSpPr>
        <p:spPr>
          <a:xfrm>
            <a:off x="5951665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79AF7C0-EBEA-C30D-440D-AB58557BD901}"/>
              </a:ext>
            </a:extLst>
          </p:cNvPr>
          <p:cNvSpPr/>
          <p:nvPr/>
        </p:nvSpPr>
        <p:spPr>
          <a:xfrm>
            <a:off x="6451537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CAF387-E227-673A-0758-22972ECBDDD5}"/>
              </a:ext>
            </a:extLst>
          </p:cNvPr>
          <p:cNvSpPr/>
          <p:nvPr/>
        </p:nvSpPr>
        <p:spPr>
          <a:xfrm>
            <a:off x="6887401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9B1998-1D65-1A84-7558-1BF2C1B15CF2}"/>
              </a:ext>
            </a:extLst>
          </p:cNvPr>
          <p:cNvSpPr/>
          <p:nvPr/>
        </p:nvSpPr>
        <p:spPr>
          <a:xfrm>
            <a:off x="7323265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B64F10A-EB38-4937-BCB6-90F3E2FEAC55}"/>
              </a:ext>
            </a:extLst>
          </p:cNvPr>
          <p:cNvSpPr/>
          <p:nvPr/>
        </p:nvSpPr>
        <p:spPr>
          <a:xfrm>
            <a:off x="7759129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391004-626F-2FBF-0859-54A14C1313B7}"/>
              </a:ext>
            </a:extLst>
          </p:cNvPr>
          <p:cNvSpPr/>
          <p:nvPr/>
        </p:nvSpPr>
        <p:spPr>
          <a:xfrm>
            <a:off x="8185849" y="35166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10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6"/>
          <p:cNvGrpSpPr>
            <a:grpSpLocks/>
          </p:cNvGrpSpPr>
          <p:nvPr/>
        </p:nvGrpSpPr>
        <p:grpSpPr bwMode="auto">
          <a:xfrm>
            <a:off x="1306513" y="1592263"/>
            <a:ext cx="6672262" cy="3919537"/>
            <a:chOff x="1306287" y="-38122"/>
            <a:chExt cx="6673061" cy="3918857"/>
          </a:xfrm>
        </p:grpSpPr>
        <p:cxnSp>
          <p:nvCxnSpPr>
            <p:cNvPr id="128" name="Straight Connector 127"/>
            <p:cNvCxnSpPr/>
            <p:nvPr/>
          </p:nvCxnSpPr>
          <p:spPr>
            <a:xfrm rot="16200000" flipH="1">
              <a:off x="-636471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rot="16200000" flipH="1">
              <a:off x="-190331" y="1904636"/>
              <a:ext cx="3918857" cy="3334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rot="16200000" flipH="1">
              <a:off x="22326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16200000" flipH="1">
              <a:off x="734499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rot="16200000" flipH="1">
              <a:off x="1246529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rot="16200000" flipH="1">
              <a:off x="170934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16200000" flipH="1">
              <a:off x="2253125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278103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 rot="16200000" flipH="1">
              <a:off x="327639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 flipH="1">
              <a:off x="375587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16200000" flipH="1">
              <a:off x="4267109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16200000" flipH="1">
              <a:off x="4697374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rot="16200000" flipH="1">
              <a:off x="5143514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16200000" flipH="1">
              <a:off x="5589655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16200000" flipH="1">
              <a:off x="6003249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5138" name="Rectangle 41"/>
          <p:cNvSpPr>
            <a:spLocks noChangeArrowheads="1"/>
          </p:cNvSpPr>
          <p:nvPr/>
        </p:nvSpPr>
        <p:spPr bwMode="auto">
          <a:xfrm>
            <a:off x="1196974" y="3554413"/>
            <a:ext cx="7048501" cy="8302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7" name="Rectangle 39"/>
          <p:cNvSpPr>
            <a:spLocks noChangeArrowheads="1"/>
          </p:cNvSpPr>
          <p:nvPr/>
        </p:nvSpPr>
        <p:spPr bwMode="auto">
          <a:xfrm>
            <a:off x="2640013" y="3548063"/>
            <a:ext cx="2986087" cy="8318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0" y="3567113"/>
            <a:ext cx="1209676" cy="815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5141" name="Rectangle 42"/>
          <p:cNvSpPr>
            <a:spLocks noChangeArrowheads="1"/>
          </p:cNvSpPr>
          <p:nvPr/>
        </p:nvSpPr>
        <p:spPr bwMode="auto">
          <a:xfrm>
            <a:off x="500063" y="3454400"/>
            <a:ext cx="7726362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5142" name="Rectangle 43"/>
          <p:cNvSpPr>
            <a:spLocks noChangeArrowheads="1"/>
          </p:cNvSpPr>
          <p:nvPr/>
        </p:nvSpPr>
        <p:spPr bwMode="auto">
          <a:xfrm>
            <a:off x="500063" y="4351338"/>
            <a:ext cx="7726362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5143" name="Rectangle 44"/>
          <p:cNvSpPr>
            <a:spLocks noChangeArrowheads="1"/>
          </p:cNvSpPr>
          <p:nvPr/>
        </p:nvSpPr>
        <p:spPr bwMode="auto">
          <a:xfrm>
            <a:off x="60389" y="3802063"/>
            <a:ext cx="998537" cy="300037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5144" name="Rectangle 45"/>
          <p:cNvSpPr>
            <a:spLocks noChangeArrowheads="1"/>
          </p:cNvSpPr>
          <p:nvPr/>
        </p:nvSpPr>
        <p:spPr bwMode="auto">
          <a:xfrm>
            <a:off x="1058926" y="3554413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" name="Rectangle 39"/>
          <p:cNvSpPr>
            <a:spLocks noChangeArrowheads="1"/>
          </p:cNvSpPr>
          <p:nvPr/>
        </p:nvSpPr>
        <p:spPr bwMode="auto">
          <a:xfrm>
            <a:off x="1196975" y="2252663"/>
            <a:ext cx="2986088" cy="8318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75146" name="Rectangle 41"/>
          <p:cNvSpPr>
            <a:spLocks noChangeArrowheads="1"/>
          </p:cNvSpPr>
          <p:nvPr/>
        </p:nvSpPr>
        <p:spPr bwMode="auto">
          <a:xfrm>
            <a:off x="4016375" y="2252663"/>
            <a:ext cx="4217988" cy="8318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3" name="Rectangle 112"/>
          <p:cNvSpPr/>
          <p:nvPr/>
        </p:nvSpPr>
        <p:spPr>
          <a:xfrm>
            <a:off x="849313" y="2262188"/>
            <a:ext cx="1550987" cy="815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5148" name="Rectangle 44"/>
          <p:cNvSpPr>
            <a:spLocks noChangeArrowheads="1"/>
          </p:cNvSpPr>
          <p:nvPr/>
        </p:nvSpPr>
        <p:spPr bwMode="auto">
          <a:xfrm>
            <a:off x="1376363" y="2501900"/>
            <a:ext cx="1000125" cy="2984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5149" name="Rectangle 45"/>
          <p:cNvSpPr>
            <a:spLocks noChangeArrowheads="1"/>
          </p:cNvSpPr>
          <p:nvPr/>
        </p:nvSpPr>
        <p:spPr bwMode="auto">
          <a:xfrm>
            <a:off x="2376488" y="2252663"/>
            <a:ext cx="214312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2667000" y="2879725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625725" y="2727325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2644775" y="2341563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5153" name="Rectangle 43"/>
          <p:cNvSpPr>
            <a:spLocks noChangeArrowheads="1"/>
          </p:cNvSpPr>
          <p:nvPr/>
        </p:nvSpPr>
        <p:spPr bwMode="auto">
          <a:xfrm>
            <a:off x="488950" y="3049588"/>
            <a:ext cx="7726363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6" name="Oval 155"/>
          <p:cNvSpPr/>
          <p:nvPr/>
        </p:nvSpPr>
        <p:spPr>
          <a:xfrm>
            <a:off x="2651125" y="2601913"/>
            <a:ext cx="114300" cy="14763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7" name="Oval 156"/>
          <p:cNvSpPr/>
          <p:nvPr/>
        </p:nvSpPr>
        <p:spPr>
          <a:xfrm>
            <a:off x="3146425" y="2601913"/>
            <a:ext cx="114300" cy="14763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8" name="Oval 157"/>
          <p:cNvSpPr/>
          <p:nvPr/>
        </p:nvSpPr>
        <p:spPr>
          <a:xfrm>
            <a:off x="3624263" y="2601913"/>
            <a:ext cx="114300" cy="1476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9" name="Oval 158"/>
          <p:cNvSpPr/>
          <p:nvPr/>
        </p:nvSpPr>
        <p:spPr>
          <a:xfrm>
            <a:off x="4157663" y="2601913"/>
            <a:ext cx="114300" cy="14763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3" name="Group 159"/>
          <p:cNvGrpSpPr>
            <a:grpSpLocks/>
          </p:cNvGrpSpPr>
          <p:nvPr/>
        </p:nvGrpSpPr>
        <p:grpSpPr bwMode="auto">
          <a:xfrm flipH="1">
            <a:off x="4157663" y="2590800"/>
            <a:ext cx="2994025" cy="147638"/>
            <a:chOff x="1273631" y="791844"/>
            <a:chExt cx="2993619" cy="146957"/>
          </a:xfrm>
        </p:grpSpPr>
        <p:sp>
          <p:nvSpPr>
            <p:cNvPr id="161" name="Oval 160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2" name="Oval 161"/>
            <p:cNvSpPr/>
            <p:nvPr/>
          </p:nvSpPr>
          <p:spPr>
            <a:xfrm>
              <a:off x="1703786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3" name="Oval 162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4" name="Oval 163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5" name="Oval 164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6" name="Oval 165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7" name="Oval 166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68" name="Oval 167"/>
          <p:cNvSpPr/>
          <p:nvPr/>
        </p:nvSpPr>
        <p:spPr>
          <a:xfrm>
            <a:off x="7075932" y="259080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9" name="Oval 168"/>
          <p:cNvSpPr/>
          <p:nvPr/>
        </p:nvSpPr>
        <p:spPr>
          <a:xfrm>
            <a:off x="7506145" y="2590800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0" name="Oval 169"/>
          <p:cNvSpPr/>
          <p:nvPr/>
        </p:nvSpPr>
        <p:spPr>
          <a:xfrm>
            <a:off x="7936357" y="2590800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5162" name="Rectangle 42"/>
          <p:cNvSpPr>
            <a:spLocks noChangeArrowheads="1"/>
          </p:cNvSpPr>
          <p:nvPr/>
        </p:nvSpPr>
        <p:spPr bwMode="auto">
          <a:xfrm>
            <a:off x="488950" y="2152650"/>
            <a:ext cx="7726363" cy="1333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9" name="Oval 78"/>
          <p:cNvSpPr/>
          <p:nvPr/>
        </p:nvSpPr>
        <p:spPr>
          <a:xfrm>
            <a:off x="1426401" y="396783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0" name="Oval 79"/>
          <p:cNvSpPr/>
          <p:nvPr/>
        </p:nvSpPr>
        <p:spPr>
          <a:xfrm>
            <a:off x="2095500" y="3965703"/>
            <a:ext cx="114300" cy="1476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1" name="Oval 80"/>
          <p:cNvSpPr/>
          <p:nvPr/>
        </p:nvSpPr>
        <p:spPr>
          <a:xfrm>
            <a:off x="3129758" y="3917777"/>
            <a:ext cx="114300" cy="14763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" name="Oval 81"/>
          <p:cNvSpPr/>
          <p:nvPr/>
        </p:nvSpPr>
        <p:spPr>
          <a:xfrm>
            <a:off x="3970434" y="3891344"/>
            <a:ext cx="114300" cy="14763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3" name="Oval 82"/>
          <p:cNvSpPr/>
          <p:nvPr/>
        </p:nvSpPr>
        <p:spPr>
          <a:xfrm>
            <a:off x="4081463" y="3686175"/>
            <a:ext cx="114300" cy="1460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4" name="Oval 83"/>
          <p:cNvSpPr/>
          <p:nvPr/>
        </p:nvSpPr>
        <p:spPr>
          <a:xfrm>
            <a:off x="4087813" y="4060825"/>
            <a:ext cx="114300" cy="14763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5" name="Oval 84"/>
          <p:cNvSpPr/>
          <p:nvPr/>
        </p:nvSpPr>
        <p:spPr>
          <a:xfrm>
            <a:off x="4164013" y="3865563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4" name="Group 159"/>
          <p:cNvGrpSpPr>
            <a:grpSpLocks/>
          </p:cNvGrpSpPr>
          <p:nvPr/>
        </p:nvGrpSpPr>
        <p:grpSpPr bwMode="auto">
          <a:xfrm flipH="1">
            <a:off x="4173093" y="3854927"/>
            <a:ext cx="2994025" cy="146050"/>
            <a:chOff x="1273631" y="791844"/>
            <a:chExt cx="2993619" cy="146957"/>
          </a:xfrm>
        </p:grpSpPr>
        <p:sp>
          <p:nvSpPr>
            <p:cNvPr id="87" name="Oval 86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8" name="Oval 87"/>
            <p:cNvSpPr/>
            <p:nvPr/>
          </p:nvSpPr>
          <p:spPr>
            <a:xfrm>
              <a:off x="1703786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9" name="Oval 88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0" name="Oval 89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2" name="Oval 91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3" name="Oval 92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4" name="Oval 93"/>
          <p:cNvSpPr/>
          <p:nvPr/>
        </p:nvSpPr>
        <p:spPr>
          <a:xfrm>
            <a:off x="7053263" y="3854450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5" name="Oval 94"/>
          <p:cNvSpPr/>
          <p:nvPr/>
        </p:nvSpPr>
        <p:spPr>
          <a:xfrm>
            <a:off x="7483475" y="3854450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6" name="Oval 95"/>
          <p:cNvSpPr/>
          <p:nvPr/>
        </p:nvSpPr>
        <p:spPr>
          <a:xfrm>
            <a:off x="7913688" y="3854450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55" name="Straight Connector 154"/>
          <p:cNvCxnSpPr/>
          <p:nvPr/>
        </p:nvCxnSpPr>
        <p:spPr>
          <a:xfrm>
            <a:off x="652463" y="5922963"/>
            <a:ext cx="7839075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1257300" y="5821363"/>
            <a:ext cx="195263" cy="101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1" name="Rectangle 170"/>
          <p:cNvSpPr/>
          <p:nvPr/>
        </p:nvSpPr>
        <p:spPr>
          <a:xfrm>
            <a:off x="1698625" y="5700332"/>
            <a:ext cx="179388" cy="2270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2" name="Rectangle 171"/>
          <p:cNvSpPr/>
          <p:nvPr/>
        </p:nvSpPr>
        <p:spPr>
          <a:xfrm>
            <a:off x="2106613" y="5487607"/>
            <a:ext cx="244475" cy="4397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3" name="Rectangle 172"/>
          <p:cNvSpPr/>
          <p:nvPr/>
        </p:nvSpPr>
        <p:spPr>
          <a:xfrm>
            <a:off x="3092450" y="5509387"/>
            <a:ext cx="222250" cy="42862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4" name="Rectangle 173"/>
          <p:cNvSpPr/>
          <p:nvPr/>
        </p:nvSpPr>
        <p:spPr>
          <a:xfrm>
            <a:off x="2574925" y="5314950"/>
            <a:ext cx="217488" cy="6238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7" name="Rectangle 176"/>
          <p:cNvSpPr/>
          <p:nvPr/>
        </p:nvSpPr>
        <p:spPr>
          <a:xfrm flipV="1">
            <a:off x="3570288" y="5725351"/>
            <a:ext cx="201612" cy="2095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0" name="Rectangle 179"/>
          <p:cNvSpPr/>
          <p:nvPr/>
        </p:nvSpPr>
        <p:spPr>
          <a:xfrm>
            <a:off x="4083050" y="5900738"/>
            <a:ext cx="227013" cy="7143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5" name="Rectangle 194"/>
          <p:cNvSpPr/>
          <p:nvPr/>
        </p:nvSpPr>
        <p:spPr>
          <a:xfrm>
            <a:off x="4594225" y="5900738"/>
            <a:ext cx="228600" cy="7143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6" name="Rectangle 195"/>
          <p:cNvSpPr/>
          <p:nvPr/>
        </p:nvSpPr>
        <p:spPr>
          <a:xfrm>
            <a:off x="5170488" y="5900738"/>
            <a:ext cx="228600" cy="714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7" name="Rectangle 196"/>
          <p:cNvSpPr/>
          <p:nvPr/>
        </p:nvSpPr>
        <p:spPr>
          <a:xfrm>
            <a:off x="5618163" y="5900738"/>
            <a:ext cx="227012" cy="71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8" name="Rectangle 197"/>
          <p:cNvSpPr/>
          <p:nvPr/>
        </p:nvSpPr>
        <p:spPr>
          <a:xfrm>
            <a:off x="6113463" y="5900738"/>
            <a:ext cx="227012" cy="714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9" name="Rectangle 198"/>
          <p:cNvSpPr/>
          <p:nvPr/>
        </p:nvSpPr>
        <p:spPr>
          <a:xfrm>
            <a:off x="6542088" y="5900738"/>
            <a:ext cx="228600" cy="714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0" name="Rectangle 199"/>
          <p:cNvSpPr/>
          <p:nvPr/>
        </p:nvSpPr>
        <p:spPr>
          <a:xfrm>
            <a:off x="7005638" y="5900738"/>
            <a:ext cx="228600" cy="7143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1" name="Rectangle 200"/>
          <p:cNvSpPr/>
          <p:nvPr/>
        </p:nvSpPr>
        <p:spPr>
          <a:xfrm>
            <a:off x="7435850" y="5900738"/>
            <a:ext cx="227013" cy="714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2" name="Rectangle 201"/>
          <p:cNvSpPr/>
          <p:nvPr/>
        </p:nvSpPr>
        <p:spPr>
          <a:xfrm>
            <a:off x="7897813" y="5900738"/>
            <a:ext cx="228600" cy="714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5" name="Group 116"/>
          <p:cNvGrpSpPr>
            <a:grpSpLocks/>
          </p:cNvGrpSpPr>
          <p:nvPr/>
        </p:nvGrpSpPr>
        <p:grpSpPr bwMode="auto">
          <a:xfrm>
            <a:off x="1258888" y="1724025"/>
            <a:ext cx="2994025" cy="146050"/>
            <a:chOff x="1273631" y="791844"/>
            <a:chExt cx="2993619" cy="146957"/>
          </a:xfrm>
        </p:grpSpPr>
        <p:sp>
          <p:nvSpPr>
            <p:cNvPr id="99" name="Oval 98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0" name="Oval 99"/>
            <p:cNvSpPr/>
            <p:nvPr/>
          </p:nvSpPr>
          <p:spPr>
            <a:xfrm>
              <a:off x="1703785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1" name="Oval 100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2" name="Oval 101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3" name="Oval 102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4" name="Oval 103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5" name="Oval 104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6" name="Group 124"/>
          <p:cNvGrpSpPr>
            <a:grpSpLocks/>
          </p:cNvGrpSpPr>
          <p:nvPr/>
        </p:nvGrpSpPr>
        <p:grpSpPr bwMode="auto">
          <a:xfrm flipH="1">
            <a:off x="4138613" y="1712913"/>
            <a:ext cx="2992437" cy="146050"/>
            <a:chOff x="1273631" y="791844"/>
            <a:chExt cx="2993619" cy="146957"/>
          </a:xfrm>
        </p:grpSpPr>
        <p:sp>
          <p:nvSpPr>
            <p:cNvPr id="107" name="Oval 106"/>
            <p:cNvSpPr/>
            <p:nvPr/>
          </p:nvSpPr>
          <p:spPr>
            <a:xfrm>
              <a:off x="1273631" y="791844"/>
              <a:ext cx="11434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8" name="Oval 107"/>
            <p:cNvSpPr/>
            <p:nvPr/>
          </p:nvSpPr>
          <p:spPr>
            <a:xfrm>
              <a:off x="1704013" y="791844"/>
              <a:ext cx="11434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9" name="Oval 108"/>
            <p:cNvSpPr/>
            <p:nvPr/>
          </p:nvSpPr>
          <p:spPr>
            <a:xfrm>
              <a:off x="2134396" y="791844"/>
              <a:ext cx="112757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0" name="Oval 109"/>
            <p:cNvSpPr/>
            <p:nvPr/>
          </p:nvSpPr>
          <p:spPr>
            <a:xfrm>
              <a:off x="2645773" y="791844"/>
              <a:ext cx="11434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1" name="Oval 110"/>
            <p:cNvSpPr/>
            <p:nvPr/>
          </p:nvSpPr>
          <p:spPr>
            <a:xfrm>
              <a:off x="3141268" y="791844"/>
              <a:ext cx="11434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2" name="Oval 111"/>
            <p:cNvSpPr/>
            <p:nvPr/>
          </p:nvSpPr>
          <p:spPr>
            <a:xfrm>
              <a:off x="3619294" y="791844"/>
              <a:ext cx="11434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4" name="Oval 113"/>
            <p:cNvSpPr/>
            <p:nvPr/>
          </p:nvSpPr>
          <p:spPr>
            <a:xfrm>
              <a:off x="4152905" y="791844"/>
              <a:ext cx="11434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15" name="Oval 114"/>
          <p:cNvSpPr/>
          <p:nvPr/>
        </p:nvSpPr>
        <p:spPr>
          <a:xfrm>
            <a:off x="7027863" y="1712913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6" name="Oval 115"/>
          <p:cNvSpPr/>
          <p:nvPr/>
        </p:nvSpPr>
        <p:spPr>
          <a:xfrm>
            <a:off x="7458075" y="1712913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7" name="Oval 116"/>
          <p:cNvSpPr/>
          <p:nvPr/>
        </p:nvSpPr>
        <p:spPr>
          <a:xfrm>
            <a:off x="7888288" y="1712913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C1EC35-948A-209D-A18F-7BEBCF0A1E1C}"/>
              </a:ext>
            </a:extLst>
          </p:cNvPr>
          <p:cNvSpPr/>
          <p:nvPr/>
        </p:nvSpPr>
        <p:spPr>
          <a:xfrm>
            <a:off x="7054406" y="2586482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FC1207-E234-6839-74C2-3957C0E402AB}"/>
              </a:ext>
            </a:extLst>
          </p:cNvPr>
          <p:cNvSpPr/>
          <p:nvPr/>
        </p:nvSpPr>
        <p:spPr>
          <a:xfrm>
            <a:off x="7483031" y="2586482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5C38868-A28D-791A-061E-F27EDD65A2C8}"/>
              </a:ext>
            </a:extLst>
          </p:cNvPr>
          <p:cNvSpPr/>
          <p:nvPr/>
        </p:nvSpPr>
        <p:spPr>
          <a:xfrm>
            <a:off x="7913243" y="2586482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CD7C81-DFE2-78C8-77B0-642B14F637B1}"/>
              </a:ext>
            </a:extLst>
          </p:cNvPr>
          <p:cNvSpPr/>
          <p:nvPr/>
        </p:nvSpPr>
        <p:spPr>
          <a:xfrm>
            <a:off x="7063296" y="259080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DE9FA2-C5A3-5C70-85D0-9CD513F33357}"/>
              </a:ext>
            </a:extLst>
          </p:cNvPr>
          <p:cNvSpPr/>
          <p:nvPr/>
        </p:nvSpPr>
        <p:spPr>
          <a:xfrm>
            <a:off x="7493508" y="2590800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F66BAC-3615-D247-D0B6-1BAA6F6FC9AA}"/>
              </a:ext>
            </a:extLst>
          </p:cNvPr>
          <p:cNvSpPr/>
          <p:nvPr/>
        </p:nvSpPr>
        <p:spPr>
          <a:xfrm>
            <a:off x="7914577" y="2590800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FC14A3-29FF-B3C4-F055-5B9F437C3B3E}"/>
              </a:ext>
            </a:extLst>
          </p:cNvPr>
          <p:cNvSpPr/>
          <p:nvPr/>
        </p:nvSpPr>
        <p:spPr>
          <a:xfrm>
            <a:off x="4720273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E85736-38B2-CF02-0213-F229C04B3E96}"/>
              </a:ext>
            </a:extLst>
          </p:cNvPr>
          <p:cNvSpPr/>
          <p:nvPr/>
        </p:nvSpPr>
        <p:spPr>
          <a:xfrm>
            <a:off x="5192713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A520F9-CFA5-2335-2439-DCD292F21EC6}"/>
              </a:ext>
            </a:extLst>
          </p:cNvPr>
          <p:cNvSpPr/>
          <p:nvPr/>
        </p:nvSpPr>
        <p:spPr>
          <a:xfrm>
            <a:off x="5695633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428036-D482-B564-90EE-21F2C9F16849}"/>
              </a:ext>
            </a:extLst>
          </p:cNvPr>
          <p:cNvSpPr/>
          <p:nvPr/>
        </p:nvSpPr>
        <p:spPr>
          <a:xfrm>
            <a:off x="6195505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B884E0-9966-15CE-FB7C-9B217D56340A}"/>
              </a:ext>
            </a:extLst>
          </p:cNvPr>
          <p:cNvSpPr/>
          <p:nvPr/>
        </p:nvSpPr>
        <p:spPr>
          <a:xfrm>
            <a:off x="6631369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861705-3A70-C8A2-CEE3-5C6F4CEABA00}"/>
              </a:ext>
            </a:extLst>
          </p:cNvPr>
          <p:cNvSpPr/>
          <p:nvPr/>
        </p:nvSpPr>
        <p:spPr>
          <a:xfrm>
            <a:off x="7067233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2CB7B5-C0BA-3E32-F77B-0D4143E26D2E}"/>
              </a:ext>
            </a:extLst>
          </p:cNvPr>
          <p:cNvSpPr/>
          <p:nvPr/>
        </p:nvSpPr>
        <p:spPr>
          <a:xfrm>
            <a:off x="7503097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20E6FB-D966-5BDB-1A33-D917CFC5C75E}"/>
              </a:ext>
            </a:extLst>
          </p:cNvPr>
          <p:cNvSpPr/>
          <p:nvPr/>
        </p:nvSpPr>
        <p:spPr>
          <a:xfrm>
            <a:off x="7929817" y="26296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1D195D-6F00-4FC2-0922-62AC4236DFA6}"/>
              </a:ext>
            </a:extLst>
          </p:cNvPr>
          <p:cNvSpPr/>
          <p:nvPr/>
        </p:nvSpPr>
        <p:spPr>
          <a:xfrm>
            <a:off x="7054406" y="3848354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47C070-3CAB-3569-2C16-A43D886FCA7C}"/>
              </a:ext>
            </a:extLst>
          </p:cNvPr>
          <p:cNvSpPr/>
          <p:nvPr/>
        </p:nvSpPr>
        <p:spPr>
          <a:xfrm>
            <a:off x="7483031" y="3848354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12425DB-DE1C-DA86-C64A-C0571468EFBD}"/>
              </a:ext>
            </a:extLst>
          </p:cNvPr>
          <p:cNvSpPr/>
          <p:nvPr/>
        </p:nvSpPr>
        <p:spPr>
          <a:xfrm>
            <a:off x="7913243" y="3848354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E692BF-1F7C-7F6A-9BF1-6080AA46FF45}"/>
              </a:ext>
            </a:extLst>
          </p:cNvPr>
          <p:cNvSpPr/>
          <p:nvPr/>
        </p:nvSpPr>
        <p:spPr>
          <a:xfrm>
            <a:off x="7063296" y="3852672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4137CE-D5F4-36A8-8A68-9AA9128D23F4}"/>
              </a:ext>
            </a:extLst>
          </p:cNvPr>
          <p:cNvSpPr/>
          <p:nvPr/>
        </p:nvSpPr>
        <p:spPr>
          <a:xfrm>
            <a:off x="7493508" y="3852672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C3B9D6-3304-6870-B698-D486E42F4364}"/>
              </a:ext>
            </a:extLst>
          </p:cNvPr>
          <p:cNvSpPr/>
          <p:nvPr/>
        </p:nvSpPr>
        <p:spPr>
          <a:xfrm>
            <a:off x="7914577" y="3852672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9772EB-9BF3-3AC9-113D-D244CE87EB19}"/>
              </a:ext>
            </a:extLst>
          </p:cNvPr>
          <p:cNvSpPr/>
          <p:nvPr/>
        </p:nvSpPr>
        <p:spPr>
          <a:xfrm>
            <a:off x="4720273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EE0AA8-1837-FB2F-500B-AE2796312AAB}"/>
              </a:ext>
            </a:extLst>
          </p:cNvPr>
          <p:cNvSpPr/>
          <p:nvPr/>
        </p:nvSpPr>
        <p:spPr>
          <a:xfrm>
            <a:off x="5192713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BED9637-321C-C02B-BE3B-96EBA25953C7}"/>
              </a:ext>
            </a:extLst>
          </p:cNvPr>
          <p:cNvSpPr/>
          <p:nvPr/>
        </p:nvSpPr>
        <p:spPr>
          <a:xfrm>
            <a:off x="5695633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CB85A3-EE20-844D-D5F2-EC5655F809BF}"/>
              </a:ext>
            </a:extLst>
          </p:cNvPr>
          <p:cNvSpPr/>
          <p:nvPr/>
        </p:nvSpPr>
        <p:spPr>
          <a:xfrm>
            <a:off x="6195505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0F1321F-D84A-D7C2-D8C6-9D104A3C7D8A}"/>
              </a:ext>
            </a:extLst>
          </p:cNvPr>
          <p:cNvSpPr/>
          <p:nvPr/>
        </p:nvSpPr>
        <p:spPr>
          <a:xfrm>
            <a:off x="6631369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B52BC0E-406A-5F85-4C9E-692A657D7501}"/>
              </a:ext>
            </a:extLst>
          </p:cNvPr>
          <p:cNvSpPr/>
          <p:nvPr/>
        </p:nvSpPr>
        <p:spPr>
          <a:xfrm>
            <a:off x="7067233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7732BC-1324-3DE6-52DB-4B71246E12BC}"/>
              </a:ext>
            </a:extLst>
          </p:cNvPr>
          <p:cNvSpPr/>
          <p:nvPr/>
        </p:nvSpPr>
        <p:spPr>
          <a:xfrm>
            <a:off x="7503097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DBC567-9185-07AC-2DF7-E245B1AFB7B1}"/>
              </a:ext>
            </a:extLst>
          </p:cNvPr>
          <p:cNvSpPr/>
          <p:nvPr/>
        </p:nvSpPr>
        <p:spPr>
          <a:xfrm>
            <a:off x="7929817" y="389156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E9A808D-B6B2-93E5-B8D0-AE91B08C24C9}"/>
              </a:ext>
            </a:extLst>
          </p:cNvPr>
          <p:cNvSpPr/>
          <p:nvPr/>
        </p:nvSpPr>
        <p:spPr>
          <a:xfrm>
            <a:off x="7038912" y="170688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B369D7D-29CE-7EE4-5DF3-C30D3ED1EFB9}"/>
              </a:ext>
            </a:extLst>
          </p:cNvPr>
          <p:cNvSpPr/>
          <p:nvPr/>
        </p:nvSpPr>
        <p:spPr>
          <a:xfrm>
            <a:off x="7469124" y="1706880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6EBA961-3280-EF26-2267-232291EFB44D}"/>
              </a:ext>
            </a:extLst>
          </p:cNvPr>
          <p:cNvSpPr/>
          <p:nvPr/>
        </p:nvSpPr>
        <p:spPr>
          <a:xfrm>
            <a:off x="7890193" y="1706880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9FA9AC3-F0F8-7C9B-8A5B-2039067EB826}"/>
              </a:ext>
            </a:extLst>
          </p:cNvPr>
          <p:cNvSpPr/>
          <p:nvPr/>
        </p:nvSpPr>
        <p:spPr>
          <a:xfrm>
            <a:off x="4695889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9C170DF-04DB-EEF0-682B-121E609CCE86}"/>
              </a:ext>
            </a:extLst>
          </p:cNvPr>
          <p:cNvSpPr/>
          <p:nvPr/>
        </p:nvSpPr>
        <p:spPr>
          <a:xfrm>
            <a:off x="5168329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534455-D703-0C9B-31B2-805ADEA4C789}"/>
              </a:ext>
            </a:extLst>
          </p:cNvPr>
          <p:cNvSpPr/>
          <p:nvPr/>
        </p:nvSpPr>
        <p:spPr>
          <a:xfrm>
            <a:off x="5671249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B48C7E-6D67-D226-2D29-D1024D665905}"/>
              </a:ext>
            </a:extLst>
          </p:cNvPr>
          <p:cNvSpPr/>
          <p:nvPr/>
        </p:nvSpPr>
        <p:spPr>
          <a:xfrm>
            <a:off x="6171121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A31F15-3777-CC7B-2BC3-3B2782E9F71E}"/>
              </a:ext>
            </a:extLst>
          </p:cNvPr>
          <p:cNvSpPr/>
          <p:nvPr/>
        </p:nvSpPr>
        <p:spPr>
          <a:xfrm>
            <a:off x="6606985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70F88C5-BB0C-F93E-642E-17B871155DBD}"/>
              </a:ext>
            </a:extLst>
          </p:cNvPr>
          <p:cNvSpPr/>
          <p:nvPr/>
        </p:nvSpPr>
        <p:spPr>
          <a:xfrm>
            <a:off x="7042849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CBFCC1-3587-753E-4E8A-94497BEBB16F}"/>
              </a:ext>
            </a:extLst>
          </p:cNvPr>
          <p:cNvSpPr/>
          <p:nvPr/>
        </p:nvSpPr>
        <p:spPr>
          <a:xfrm>
            <a:off x="747871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B554D4-CF33-2185-A2EB-5DF7C19CB0FE}"/>
              </a:ext>
            </a:extLst>
          </p:cNvPr>
          <p:cNvSpPr/>
          <p:nvPr/>
        </p:nvSpPr>
        <p:spPr>
          <a:xfrm>
            <a:off x="790543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74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6"/>
          <p:cNvGrpSpPr>
            <a:grpSpLocks/>
          </p:cNvGrpSpPr>
          <p:nvPr/>
        </p:nvGrpSpPr>
        <p:grpSpPr bwMode="auto">
          <a:xfrm>
            <a:off x="1306513" y="1584325"/>
            <a:ext cx="6672262" cy="3919538"/>
            <a:chOff x="1306287" y="-38122"/>
            <a:chExt cx="6673061" cy="3918857"/>
          </a:xfrm>
        </p:grpSpPr>
        <p:cxnSp>
          <p:nvCxnSpPr>
            <p:cNvPr id="128" name="Straight Connector 127"/>
            <p:cNvCxnSpPr/>
            <p:nvPr/>
          </p:nvCxnSpPr>
          <p:spPr>
            <a:xfrm rot="16200000" flipH="1">
              <a:off x="-636471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rot="16200000" flipH="1">
              <a:off x="-190330" y="1904636"/>
              <a:ext cx="3918857" cy="3334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rot="16200000" flipH="1">
              <a:off x="22326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16200000" flipH="1">
              <a:off x="734500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rot="16200000" flipH="1">
              <a:off x="1246530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rot="16200000" flipH="1">
              <a:off x="170934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16200000" flipH="1">
              <a:off x="2253125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2781032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 rot="16200000" flipH="1">
              <a:off x="327639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 flipH="1">
              <a:off x="375587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16200000" flipH="1">
              <a:off x="4267110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16200000" flipH="1">
              <a:off x="4697374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rot="16200000" flipH="1">
              <a:off x="5143515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16200000" flipH="1">
              <a:off x="5589656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16200000" flipH="1">
              <a:off x="6003250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7186" name="Rectangle 41"/>
          <p:cNvSpPr>
            <a:spLocks noChangeArrowheads="1"/>
          </p:cNvSpPr>
          <p:nvPr/>
        </p:nvSpPr>
        <p:spPr bwMode="auto">
          <a:xfrm>
            <a:off x="2530475" y="3605213"/>
            <a:ext cx="2901950" cy="8318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" name="Rectangle 39"/>
          <p:cNvSpPr>
            <a:spLocks noChangeArrowheads="1"/>
          </p:cNvSpPr>
          <p:nvPr/>
        </p:nvSpPr>
        <p:spPr bwMode="auto">
          <a:xfrm>
            <a:off x="-1" y="3584576"/>
            <a:ext cx="2665413" cy="82117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77194" name="Rectangle 41"/>
          <p:cNvSpPr>
            <a:spLocks noChangeArrowheads="1"/>
          </p:cNvSpPr>
          <p:nvPr/>
        </p:nvSpPr>
        <p:spPr bwMode="auto">
          <a:xfrm>
            <a:off x="5600700" y="3584575"/>
            <a:ext cx="2633663" cy="8302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3" name="Rectangle 39"/>
          <p:cNvSpPr>
            <a:spLocks noChangeArrowheads="1"/>
          </p:cNvSpPr>
          <p:nvPr/>
        </p:nvSpPr>
        <p:spPr bwMode="auto">
          <a:xfrm>
            <a:off x="4795838" y="3573463"/>
            <a:ext cx="2984500" cy="8302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0" y="3444875"/>
            <a:ext cx="473075" cy="993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7197" name="Rectangle 44"/>
          <p:cNvSpPr>
            <a:spLocks noChangeArrowheads="1"/>
          </p:cNvSpPr>
          <p:nvPr/>
        </p:nvSpPr>
        <p:spPr bwMode="auto">
          <a:xfrm>
            <a:off x="-598488" y="3833813"/>
            <a:ext cx="998538" cy="2984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7198" name="Rectangle 45"/>
          <p:cNvSpPr>
            <a:spLocks noChangeArrowheads="1"/>
          </p:cNvSpPr>
          <p:nvPr/>
        </p:nvSpPr>
        <p:spPr bwMode="auto">
          <a:xfrm>
            <a:off x="400050" y="3584575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690563" y="417830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666750" y="3813175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1734884" y="3947319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7202" name="Rectangle 43"/>
          <p:cNvSpPr>
            <a:spLocks noChangeArrowheads="1"/>
          </p:cNvSpPr>
          <p:nvPr/>
        </p:nvSpPr>
        <p:spPr bwMode="auto">
          <a:xfrm>
            <a:off x="488950" y="4381500"/>
            <a:ext cx="7726363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6" name="Oval 155"/>
          <p:cNvSpPr/>
          <p:nvPr/>
        </p:nvSpPr>
        <p:spPr>
          <a:xfrm>
            <a:off x="2176463" y="3949700"/>
            <a:ext cx="114300" cy="14763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7204" name="Rectangle 42"/>
          <p:cNvSpPr>
            <a:spLocks noChangeArrowheads="1"/>
          </p:cNvSpPr>
          <p:nvPr/>
        </p:nvSpPr>
        <p:spPr bwMode="auto">
          <a:xfrm>
            <a:off x="488950" y="3484563"/>
            <a:ext cx="7726363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155" name="Straight Connector 154"/>
          <p:cNvCxnSpPr/>
          <p:nvPr/>
        </p:nvCxnSpPr>
        <p:spPr>
          <a:xfrm>
            <a:off x="652463" y="5915025"/>
            <a:ext cx="7839075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3092450" y="5862638"/>
            <a:ext cx="238125" cy="1476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7" name="Rectangle 176"/>
          <p:cNvSpPr/>
          <p:nvPr/>
        </p:nvSpPr>
        <p:spPr>
          <a:xfrm flipV="1">
            <a:off x="3570288" y="5667375"/>
            <a:ext cx="282575" cy="27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0" name="Rectangle 179"/>
          <p:cNvSpPr/>
          <p:nvPr/>
        </p:nvSpPr>
        <p:spPr>
          <a:xfrm>
            <a:off x="4083050" y="5470525"/>
            <a:ext cx="244475" cy="49371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5" name="Rectangle 194"/>
          <p:cNvSpPr/>
          <p:nvPr/>
        </p:nvSpPr>
        <p:spPr>
          <a:xfrm>
            <a:off x="4594225" y="5259388"/>
            <a:ext cx="255588" cy="7048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6" name="Rectangle 195"/>
          <p:cNvSpPr/>
          <p:nvPr/>
        </p:nvSpPr>
        <p:spPr>
          <a:xfrm>
            <a:off x="5170488" y="5568950"/>
            <a:ext cx="266700" cy="39528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7" name="Rectangle 196"/>
          <p:cNvSpPr/>
          <p:nvPr/>
        </p:nvSpPr>
        <p:spPr>
          <a:xfrm>
            <a:off x="5618163" y="5781675"/>
            <a:ext cx="276225" cy="18256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8" name="Rectangle 197"/>
          <p:cNvSpPr/>
          <p:nvPr/>
        </p:nvSpPr>
        <p:spPr>
          <a:xfrm>
            <a:off x="6113463" y="5892800"/>
            <a:ext cx="227012" cy="714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9" name="Rectangle 198"/>
          <p:cNvSpPr/>
          <p:nvPr/>
        </p:nvSpPr>
        <p:spPr>
          <a:xfrm>
            <a:off x="6542088" y="5892800"/>
            <a:ext cx="228600" cy="714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0" name="Rectangle 199"/>
          <p:cNvSpPr/>
          <p:nvPr/>
        </p:nvSpPr>
        <p:spPr>
          <a:xfrm>
            <a:off x="7005638" y="5892800"/>
            <a:ext cx="228600" cy="7143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1" name="Rectangle 200"/>
          <p:cNvSpPr/>
          <p:nvPr/>
        </p:nvSpPr>
        <p:spPr>
          <a:xfrm>
            <a:off x="7435850" y="5892800"/>
            <a:ext cx="227013" cy="714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2" name="Rectangle 201"/>
          <p:cNvSpPr/>
          <p:nvPr/>
        </p:nvSpPr>
        <p:spPr>
          <a:xfrm>
            <a:off x="7897813" y="5892800"/>
            <a:ext cx="228600" cy="714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6" name="Rectangle 85"/>
          <p:cNvSpPr/>
          <p:nvPr/>
        </p:nvSpPr>
        <p:spPr>
          <a:xfrm>
            <a:off x="1257300" y="5911850"/>
            <a:ext cx="163513" cy="3270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1698625" y="5926138"/>
            <a:ext cx="179388" cy="4921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>
            <a:off x="2106613" y="5907913"/>
            <a:ext cx="212725" cy="3492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2574925" y="5889625"/>
            <a:ext cx="184150" cy="201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" name="Oval 101"/>
          <p:cNvSpPr/>
          <p:nvPr/>
        </p:nvSpPr>
        <p:spPr>
          <a:xfrm>
            <a:off x="3166558" y="3976037"/>
            <a:ext cx="114300" cy="1476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" name="Oval 102"/>
          <p:cNvSpPr/>
          <p:nvPr/>
        </p:nvSpPr>
        <p:spPr>
          <a:xfrm>
            <a:off x="4172268" y="3965576"/>
            <a:ext cx="114300" cy="1476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6" name="Oval 105"/>
          <p:cNvSpPr/>
          <p:nvPr/>
        </p:nvSpPr>
        <p:spPr>
          <a:xfrm flipH="1">
            <a:off x="7097713" y="3965575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7" name="Oval 106"/>
          <p:cNvSpPr/>
          <p:nvPr/>
        </p:nvSpPr>
        <p:spPr>
          <a:xfrm flipH="1">
            <a:off x="6667500" y="3965575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8" name="Oval 107"/>
          <p:cNvSpPr/>
          <p:nvPr/>
        </p:nvSpPr>
        <p:spPr>
          <a:xfrm flipH="1">
            <a:off x="6237288" y="3965575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9" name="Oval 108"/>
          <p:cNvSpPr/>
          <p:nvPr/>
        </p:nvSpPr>
        <p:spPr>
          <a:xfrm flipH="1">
            <a:off x="6199188" y="3868738"/>
            <a:ext cx="114300" cy="14605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0" name="Oval 109"/>
          <p:cNvSpPr/>
          <p:nvPr/>
        </p:nvSpPr>
        <p:spPr>
          <a:xfrm flipH="1">
            <a:off x="6194425" y="4178300"/>
            <a:ext cx="114300" cy="1476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1" name="Oval 110"/>
          <p:cNvSpPr/>
          <p:nvPr/>
        </p:nvSpPr>
        <p:spPr>
          <a:xfrm flipH="1">
            <a:off x="6205538" y="3687763"/>
            <a:ext cx="114300" cy="1476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2" name="Oval 111"/>
          <p:cNvSpPr/>
          <p:nvPr/>
        </p:nvSpPr>
        <p:spPr>
          <a:xfrm flipH="1">
            <a:off x="5165725" y="3924326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4" name="Oval 113"/>
          <p:cNvSpPr/>
          <p:nvPr/>
        </p:nvSpPr>
        <p:spPr>
          <a:xfrm>
            <a:off x="7108825" y="3965575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5" name="Oval 114"/>
          <p:cNvSpPr/>
          <p:nvPr/>
        </p:nvSpPr>
        <p:spPr>
          <a:xfrm>
            <a:off x="7539038" y="3965575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6" name="Oval 115"/>
          <p:cNvSpPr/>
          <p:nvPr/>
        </p:nvSpPr>
        <p:spPr>
          <a:xfrm>
            <a:off x="7967663" y="3965575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4" name="Group 116"/>
          <p:cNvGrpSpPr>
            <a:grpSpLocks/>
          </p:cNvGrpSpPr>
          <p:nvPr/>
        </p:nvGrpSpPr>
        <p:grpSpPr bwMode="auto">
          <a:xfrm>
            <a:off x="1273175" y="1724025"/>
            <a:ext cx="2994025" cy="146050"/>
            <a:chOff x="1273631" y="791844"/>
            <a:chExt cx="2993619" cy="146957"/>
          </a:xfrm>
        </p:grpSpPr>
        <p:sp>
          <p:nvSpPr>
            <p:cNvPr id="118" name="Oval 117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9" name="Oval 118"/>
            <p:cNvSpPr/>
            <p:nvPr/>
          </p:nvSpPr>
          <p:spPr>
            <a:xfrm>
              <a:off x="1703786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0" name="Oval 119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1" name="Oval 120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2" name="Oval 121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3" name="Oval 122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4" name="Oval 123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5" name="Group 124"/>
          <p:cNvGrpSpPr>
            <a:grpSpLocks/>
          </p:cNvGrpSpPr>
          <p:nvPr/>
        </p:nvGrpSpPr>
        <p:grpSpPr bwMode="auto">
          <a:xfrm flipH="1">
            <a:off x="4152900" y="1712913"/>
            <a:ext cx="2994025" cy="146050"/>
            <a:chOff x="1273631" y="791844"/>
            <a:chExt cx="2993619" cy="146957"/>
          </a:xfrm>
        </p:grpSpPr>
        <p:sp>
          <p:nvSpPr>
            <p:cNvPr id="126" name="Oval 125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1703785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2" name="Oval 131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3" name="Oval 132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7" name="Oval 136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8" name="Oval 137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9" name="Oval 138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40" name="Oval 139"/>
          <p:cNvSpPr/>
          <p:nvPr/>
        </p:nvSpPr>
        <p:spPr>
          <a:xfrm>
            <a:off x="7043738" y="1712913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1" name="Oval 140"/>
          <p:cNvSpPr/>
          <p:nvPr/>
        </p:nvSpPr>
        <p:spPr>
          <a:xfrm>
            <a:off x="7472363" y="1712913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2" name="Oval 141"/>
          <p:cNvSpPr/>
          <p:nvPr/>
        </p:nvSpPr>
        <p:spPr>
          <a:xfrm>
            <a:off x="7902575" y="1712913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A610B48-8E95-0B85-DF16-96227ECDC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398" y="2137093"/>
            <a:ext cx="7048501" cy="8302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0883ED09-A5FA-F0D4-FFB6-53A335807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437" y="2130743"/>
            <a:ext cx="2986087" cy="8318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D1A33-DAB9-D41E-B836-2778B9E4BEC6}"/>
              </a:ext>
            </a:extLst>
          </p:cNvPr>
          <p:cNvSpPr/>
          <p:nvPr/>
        </p:nvSpPr>
        <p:spPr>
          <a:xfrm>
            <a:off x="-36576" y="2149793"/>
            <a:ext cx="1209676" cy="815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3281EB26-7404-AE3B-07C5-BF6D9F31A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87" y="2037080"/>
            <a:ext cx="7726362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58179FA0-CFA3-CC3E-1BEB-614B4B4A3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87" y="2934018"/>
            <a:ext cx="7726362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Rectangle 44">
            <a:extLst>
              <a:ext uri="{FF2B5EF4-FFF2-40B4-BE49-F238E27FC236}">
                <a16:creationId xmlns:a16="http://schemas.microsoft.com/office/drawing/2014/main" id="{544311E9-DDA3-4E0C-CD4C-AADD46FF8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3" y="2384743"/>
            <a:ext cx="998537" cy="300037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Rectangle 45">
            <a:extLst>
              <a:ext uri="{FF2B5EF4-FFF2-40B4-BE49-F238E27FC236}">
                <a16:creationId xmlns:a16="http://schemas.microsoft.com/office/drawing/2014/main" id="{D45DFFAC-82C9-160B-7132-758943747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2137093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73AE5C-1916-FDB5-BD9E-A3A87D147CEE}"/>
              </a:ext>
            </a:extLst>
          </p:cNvPr>
          <p:cNvSpPr/>
          <p:nvPr/>
        </p:nvSpPr>
        <p:spPr>
          <a:xfrm>
            <a:off x="1389825" y="2550510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5AB36B-4AEF-B024-D608-7A6D89AADAFC}"/>
              </a:ext>
            </a:extLst>
          </p:cNvPr>
          <p:cNvSpPr/>
          <p:nvPr/>
        </p:nvSpPr>
        <p:spPr>
          <a:xfrm>
            <a:off x="2058924" y="2548383"/>
            <a:ext cx="114300" cy="1476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3D6776-3DD4-AFBC-45BB-9C38B0462487}"/>
              </a:ext>
            </a:extLst>
          </p:cNvPr>
          <p:cNvSpPr/>
          <p:nvPr/>
        </p:nvSpPr>
        <p:spPr>
          <a:xfrm>
            <a:off x="3093182" y="2500457"/>
            <a:ext cx="114300" cy="14763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05B8A1-E0C7-E691-43B2-035DBE177589}"/>
              </a:ext>
            </a:extLst>
          </p:cNvPr>
          <p:cNvSpPr/>
          <p:nvPr/>
        </p:nvSpPr>
        <p:spPr>
          <a:xfrm>
            <a:off x="3933858" y="2474024"/>
            <a:ext cx="114300" cy="14763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CDA804-FE09-F2D4-1559-8F89B6146BFD}"/>
              </a:ext>
            </a:extLst>
          </p:cNvPr>
          <p:cNvSpPr/>
          <p:nvPr/>
        </p:nvSpPr>
        <p:spPr>
          <a:xfrm>
            <a:off x="4044887" y="2268855"/>
            <a:ext cx="114300" cy="1460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59220B-AC3C-2971-B69D-B0803E8916D7}"/>
              </a:ext>
            </a:extLst>
          </p:cNvPr>
          <p:cNvSpPr/>
          <p:nvPr/>
        </p:nvSpPr>
        <p:spPr>
          <a:xfrm>
            <a:off x="4051237" y="2643505"/>
            <a:ext cx="114300" cy="14763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F5FADB-E5F3-CF17-6F61-0F9CDC0B2842}"/>
              </a:ext>
            </a:extLst>
          </p:cNvPr>
          <p:cNvSpPr/>
          <p:nvPr/>
        </p:nvSpPr>
        <p:spPr>
          <a:xfrm>
            <a:off x="4127437" y="2448243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20" name="Group 159">
            <a:extLst>
              <a:ext uri="{FF2B5EF4-FFF2-40B4-BE49-F238E27FC236}">
                <a16:creationId xmlns:a16="http://schemas.microsoft.com/office/drawing/2014/main" id="{52661B8A-F13E-9558-C2AD-D94F951B5DE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36517" y="2437607"/>
            <a:ext cx="2994025" cy="146050"/>
            <a:chOff x="1273631" y="791844"/>
            <a:chExt cx="2993619" cy="14695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B1DC916-F2B9-FBB1-E825-BF554EF166A0}"/>
                </a:ext>
              </a:extLst>
            </p:cNvPr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EC597D4-C605-7D45-1888-EC66AABE0E08}"/>
                </a:ext>
              </a:extLst>
            </p:cNvPr>
            <p:cNvSpPr/>
            <p:nvPr/>
          </p:nvSpPr>
          <p:spPr>
            <a:xfrm>
              <a:off x="1703786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E5796F9-3758-29B9-DD8D-BC44298268E9}"/>
                </a:ext>
              </a:extLst>
            </p:cNvPr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07F7E59-41CE-0D0D-815E-E737F626A3A3}"/>
                </a:ext>
              </a:extLst>
            </p:cNvPr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D674E16-2D6D-C065-123E-16B798D5840C}"/>
                </a:ext>
              </a:extLst>
            </p:cNvPr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480DC6-215D-557B-535F-B8A35D3CDB54}"/>
                </a:ext>
              </a:extLst>
            </p:cNvPr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229F6B-B111-129B-AAB6-0B3C9EE469B8}"/>
                </a:ext>
              </a:extLst>
            </p:cNvPr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C7244CD6-68D9-3746-2771-BED2072B6E5D}"/>
              </a:ext>
            </a:extLst>
          </p:cNvPr>
          <p:cNvSpPr/>
          <p:nvPr/>
        </p:nvSpPr>
        <p:spPr>
          <a:xfrm>
            <a:off x="7016687" y="2437130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A85846-5E5C-4B4D-1CE0-6B9DE4F8A060}"/>
              </a:ext>
            </a:extLst>
          </p:cNvPr>
          <p:cNvSpPr/>
          <p:nvPr/>
        </p:nvSpPr>
        <p:spPr>
          <a:xfrm>
            <a:off x="7446899" y="2437130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DE1976A-077B-11D6-F37B-824F7EF3A524}"/>
              </a:ext>
            </a:extLst>
          </p:cNvPr>
          <p:cNvSpPr/>
          <p:nvPr/>
        </p:nvSpPr>
        <p:spPr>
          <a:xfrm>
            <a:off x="7877112" y="2437130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CEA2A5-8BDE-5909-6C63-4020FD2B2556}"/>
              </a:ext>
            </a:extLst>
          </p:cNvPr>
          <p:cNvSpPr/>
          <p:nvPr/>
        </p:nvSpPr>
        <p:spPr>
          <a:xfrm>
            <a:off x="7017830" y="2431034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56D8C22-1241-8360-065B-978C3F5F8B49}"/>
              </a:ext>
            </a:extLst>
          </p:cNvPr>
          <p:cNvSpPr/>
          <p:nvPr/>
        </p:nvSpPr>
        <p:spPr>
          <a:xfrm>
            <a:off x="7446455" y="2431034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C216CC-3615-D98E-3934-833C4066E2B3}"/>
              </a:ext>
            </a:extLst>
          </p:cNvPr>
          <p:cNvSpPr/>
          <p:nvPr/>
        </p:nvSpPr>
        <p:spPr>
          <a:xfrm>
            <a:off x="7876667" y="2431034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7FB2E82-A2C3-1C44-9B8D-C276F3DFD272}"/>
              </a:ext>
            </a:extLst>
          </p:cNvPr>
          <p:cNvSpPr/>
          <p:nvPr/>
        </p:nvSpPr>
        <p:spPr>
          <a:xfrm>
            <a:off x="7026720" y="2435352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C47EB2A-DFD8-4F34-A2C2-05CDD1B3FD6B}"/>
              </a:ext>
            </a:extLst>
          </p:cNvPr>
          <p:cNvSpPr/>
          <p:nvPr/>
        </p:nvSpPr>
        <p:spPr>
          <a:xfrm>
            <a:off x="7456932" y="2435352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5B0D544-4708-A54A-C534-D801A982DDAE}"/>
              </a:ext>
            </a:extLst>
          </p:cNvPr>
          <p:cNvSpPr/>
          <p:nvPr/>
        </p:nvSpPr>
        <p:spPr>
          <a:xfrm>
            <a:off x="7878001" y="2435352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016F55-9A7A-4EF8-BAFE-DF56204B08D4}"/>
              </a:ext>
            </a:extLst>
          </p:cNvPr>
          <p:cNvSpPr/>
          <p:nvPr/>
        </p:nvSpPr>
        <p:spPr>
          <a:xfrm>
            <a:off x="4683697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A7FF23E-1D82-DDCD-9396-768ED82D61F1}"/>
              </a:ext>
            </a:extLst>
          </p:cNvPr>
          <p:cNvSpPr/>
          <p:nvPr/>
        </p:nvSpPr>
        <p:spPr>
          <a:xfrm>
            <a:off x="5156137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36486C-47B3-7F9E-45E8-E5FB1167F5C3}"/>
              </a:ext>
            </a:extLst>
          </p:cNvPr>
          <p:cNvSpPr/>
          <p:nvPr/>
        </p:nvSpPr>
        <p:spPr>
          <a:xfrm>
            <a:off x="5659057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4ADB9F-5E44-9B6B-75B3-C1C84CD86C08}"/>
              </a:ext>
            </a:extLst>
          </p:cNvPr>
          <p:cNvSpPr/>
          <p:nvPr/>
        </p:nvSpPr>
        <p:spPr>
          <a:xfrm>
            <a:off x="6158929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7B1CA48-D4EF-580E-45AD-0CFB91F5F886}"/>
              </a:ext>
            </a:extLst>
          </p:cNvPr>
          <p:cNvSpPr/>
          <p:nvPr/>
        </p:nvSpPr>
        <p:spPr>
          <a:xfrm>
            <a:off x="6594793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8B03D2-D536-E467-7541-174A8F7BB2D8}"/>
              </a:ext>
            </a:extLst>
          </p:cNvPr>
          <p:cNvSpPr/>
          <p:nvPr/>
        </p:nvSpPr>
        <p:spPr>
          <a:xfrm>
            <a:off x="7030657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5E46F6-D23F-5A45-420C-B1A749FEADB9}"/>
              </a:ext>
            </a:extLst>
          </p:cNvPr>
          <p:cNvSpPr/>
          <p:nvPr/>
        </p:nvSpPr>
        <p:spPr>
          <a:xfrm>
            <a:off x="7466521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D3C909A-2073-59D8-8014-DB25D1B28F61}"/>
              </a:ext>
            </a:extLst>
          </p:cNvPr>
          <p:cNvSpPr/>
          <p:nvPr/>
        </p:nvSpPr>
        <p:spPr>
          <a:xfrm>
            <a:off x="7893241" y="247424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4CE35F3-CF4D-C379-689B-9CD2ECF2C630}"/>
              </a:ext>
            </a:extLst>
          </p:cNvPr>
          <p:cNvSpPr/>
          <p:nvPr/>
        </p:nvSpPr>
        <p:spPr>
          <a:xfrm>
            <a:off x="6222937" y="372392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717B30A-07EF-C993-02B3-AEA286054D78}"/>
              </a:ext>
            </a:extLst>
          </p:cNvPr>
          <p:cNvSpPr/>
          <p:nvPr/>
        </p:nvSpPr>
        <p:spPr>
          <a:xfrm>
            <a:off x="6210745" y="421465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E3994D9-32E9-1FE6-2F03-E5A82B8B4C64}"/>
              </a:ext>
            </a:extLst>
          </p:cNvPr>
          <p:cNvSpPr/>
          <p:nvPr/>
        </p:nvSpPr>
        <p:spPr>
          <a:xfrm>
            <a:off x="6213793" y="391595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8A9721-1353-26B5-1B62-7C2ABD374F41}"/>
              </a:ext>
            </a:extLst>
          </p:cNvPr>
          <p:cNvSpPr/>
          <p:nvPr/>
        </p:nvSpPr>
        <p:spPr>
          <a:xfrm>
            <a:off x="6265609" y="4013486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C54D26E-8E7E-5C19-EFD8-9CC6608BD97B}"/>
              </a:ext>
            </a:extLst>
          </p:cNvPr>
          <p:cNvSpPr/>
          <p:nvPr/>
        </p:nvSpPr>
        <p:spPr>
          <a:xfrm>
            <a:off x="6692329" y="400739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67F2E3A-CC77-D19D-1E75-836C06CD65B3}"/>
              </a:ext>
            </a:extLst>
          </p:cNvPr>
          <p:cNvSpPr/>
          <p:nvPr/>
        </p:nvSpPr>
        <p:spPr>
          <a:xfrm>
            <a:off x="7128193" y="400739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1A93EB7-56C8-6753-4BB1-BA8836A0E419}"/>
              </a:ext>
            </a:extLst>
          </p:cNvPr>
          <p:cNvSpPr/>
          <p:nvPr/>
        </p:nvSpPr>
        <p:spPr>
          <a:xfrm>
            <a:off x="7564057" y="400739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2010FB5-6230-8491-3EBE-394756F5BC79}"/>
              </a:ext>
            </a:extLst>
          </p:cNvPr>
          <p:cNvSpPr/>
          <p:nvPr/>
        </p:nvSpPr>
        <p:spPr>
          <a:xfrm>
            <a:off x="7990777" y="400739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C653EC6-923C-9DDE-BF0B-32C61462AC95}"/>
              </a:ext>
            </a:extLst>
          </p:cNvPr>
          <p:cNvSpPr/>
          <p:nvPr/>
        </p:nvSpPr>
        <p:spPr>
          <a:xfrm>
            <a:off x="7038912" y="1688592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AA7F9C-AC2A-DAED-978F-BDE0C4822C1B}"/>
              </a:ext>
            </a:extLst>
          </p:cNvPr>
          <p:cNvSpPr/>
          <p:nvPr/>
        </p:nvSpPr>
        <p:spPr>
          <a:xfrm>
            <a:off x="7469124" y="1688592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E38512-92D0-A015-B63D-8A85D436A3BC}"/>
              </a:ext>
            </a:extLst>
          </p:cNvPr>
          <p:cNvSpPr/>
          <p:nvPr/>
        </p:nvSpPr>
        <p:spPr>
          <a:xfrm>
            <a:off x="7890193" y="1688592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DC81339-A6F5-72C0-E3C5-2E00102630CA}"/>
              </a:ext>
            </a:extLst>
          </p:cNvPr>
          <p:cNvSpPr/>
          <p:nvPr/>
        </p:nvSpPr>
        <p:spPr>
          <a:xfrm>
            <a:off x="470503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EE82E48-EF3A-1361-7919-37FF04AD2883}"/>
              </a:ext>
            </a:extLst>
          </p:cNvPr>
          <p:cNvSpPr/>
          <p:nvPr/>
        </p:nvSpPr>
        <p:spPr>
          <a:xfrm>
            <a:off x="517747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2683DA1-23F6-D982-54FF-D23A3D2BEF01}"/>
              </a:ext>
            </a:extLst>
          </p:cNvPr>
          <p:cNvSpPr/>
          <p:nvPr/>
        </p:nvSpPr>
        <p:spPr>
          <a:xfrm>
            <a:off x="568039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2A7D323-2FDA-CB56-A5AD-22B3C9FD4C1F}"/>
              </a:ext>
            </a:extLst>
          </p:cNvPr>
          <p:cNvSpPr/>
          <p:nvPr/>
        </p:nvSpPr>
        <p:spPr>
          <a:xfrm>
            <a:off x="6180265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0FADDE8-24B4-571D-9C63-DD3645781599}"/>
              </a:ext>
            </a:extLst>
          </p:cNvPr>
          <p:cNvSpPr/>
          <p:nvPr/>
        </p:nvSpPr>
        <p:spPr>
          <a:xfrm>
            <a:off x="6616129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0A1F7F9-7B87-126B-A352-F00838B862A8}"/>
              </a:ext>
            </a:extLst>
          </p:cNvPr>
          <p:cNvSpPr/>
          <p:nvPr/>
        </p:nvSpPr>
        <p:spPr>
          <a:xfrm>
            <a:off x="7051993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2DDF329-698E-BA36-E15A-2A1BEC8EEFB2}"/>
              </a:ext>
            </a:extLst>
          </p:cNvPr>
          <p:cNvSpPr/>
          <p:nvPr/>
        </p:nvSpPr>
        <p:spPr>
          <a:xfrm>
            <a:off x="7487857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184" name="Oval 477183">
            <a:extLst>
              <a:ext uri="{FF2B5EF4-FFF2-40B4-BE49-F238E27FC236}">
                <a16:creationId xmlns:a16="http://schemas.microsoft.com/office/drawing/2014/main" id="{7DDE3BED-0913-E8BB-6541-ED44C2AB7205}"/>
              </a:ext>
            </a:extLst>
          </p:cNvPr>
          <p:cNvSpPr/>
          <p:nvPr/>
        </p:nvSpPr>
        <p:spPr>
          <a:xfrm>
            <a:off x="7914577" y="174577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2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6"/>
          <p:cNvGrpSpPr>
            <a:grpSpLocks/>
          </p:cNvGrpSpPr>
          <p:nvPr/>
        </p:nvGrpSpPr>
        <p:grpSpPr bwMode="auto">
          <a:xfrm>
            <a:off x="1306513" y="1584325"/>
            <a:ext cx="6672262" cy="3919538"/>
            <a:chOff x="1306287" y="-38122"/>
            <a:chExt cx="6673061" cy="3918857"/>
          </a:xfrm>
        </p:grpSpPr>
        <p:cxnSp>
          <p:nvCxnSpPr>
            <p:cNvPr id="128" name="Straight Connector 127"/>
            <p:cNvCxnSpPr/>
            <p:nvPr/>
          </p:nvCxnSpPr>
          <p:spPr>
            <a:xfrm rot="16200000" flipH="1">
              <a:off x="-636471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rot="16200000" flipH="1">
              <a:off x="-190330" y="1904636"/>
              <a:ext cx="3918857" cy="3334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rot="16200000" flipH="1">
              <a:off x="22326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rot="16200000" flipH="1">
              <a:off x="734500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rot="16200000" flipH="1">
              <a:off x="1246530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rot="16200000" flipH="1">
              <a:off x="170934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rot="16200000" flipH="1">
              <a:off x="2253125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 rot="16200000" flipH="1">
              <a:off x="2781032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 rot="16200000" flipH="1">
              <a:off x="3276391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 flipH="1">
              <a:off x="3755873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16200000" flipH="1">
              <a:off x="4267110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16200000" flipH="1">
              <a:off x="4697374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rot="16200000" flipH="1">
              <a:off x="5143515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16200000" flipH="1">
              <a:off x="5589656" y="1905430"/>
              <a:ext cx="3918857" cy="317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16200000" flipH="1">
              <a:off x="6003250" y="1904636"/>
              <a:ext cx="3918857" cy="333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9234" name="Rectangle 41"/>
          <p:cNvSpPr>
            <a:spLocks noChangeArrowheads="1"/>
          </p:cNvSpPr>
          <p:nvPr/>
        </p:nvSpPr>
        <p:spPr bwMode="auto">
          <a:xfrm>
            <a:off x="2530475" y="3605213"/>
            <a:ext cx="2901950" cy="8318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" name="Rectangle 39"/>
          <p:cNvSpPr>
            <a:spLocks noChangeArrowheads="1"/>
          </p:cNvSpPr>
          <p:nvPr/>
        </p:nvSpPr>
        <p:spPr bwMode="auto">
          <a:xfrm>
            <a:off x="0" y="3584575"/>
            <a:ext cx="3055938" cy="8001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79242" name="Rectangle 41"/>
          <p:cNvSpPr>
            <a:spLocks noChangeArrowheads="1"/>
          </p:cNvSpPr>
          <p:nvPr/>
        </p:nvSpPr>
        <p:spPr bwMode="auto">
          <a:xfrm>
            <a:off x="5600700" y="3584575"/>
            <a:ext cx="2633663" cy="8302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3" name="Rectangle 39"/>
          <p:cNvSpPr>
            <a:spLocks noChangeArrowheads="1"/>
          </p:cNvSpPr>
          <p:nvPr/>
        </p:nvSpPr>
        <p:spPr bwMode="auto">
          <a:xfrm>
            <a:off x="4795838" y="3573463"/>
            <a:ext cx="2984500" cy="8302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0" y="3576638"/>
            <a:ext cx="1524000" cy="817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9245" name="Rectangle 44"/>
          <p:cNvSpPr>
            <a:spLocks noChangeArrowheads="1"/>
          </p:cNvSpPr>
          <p:nvPr/>
        </p:nvSpPr>
        <p:spPr bwMode="auto">
          <a:xfrm>
            <a:off x="407352" y="3833813"/>
            <a:ext cx="998538" cy="2984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9246" name="Rectangle 45"/>
          <p:cNvSpPr>
            <a:spLocks noChangeArrowheads="1"/>
          </p:cNvSpPr>
          <p:nvPr/>
        </p:nvSpPr>
        <p:spPr bwMode="auto">
          <a:xfrm>
            <a:off x="1405890" y="3584575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1752600" y="4014788"/>
            <a:ext cx="114300" cy="14763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1776413" y="3846513"/>
            <a:ext cx="114300" cy="1476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1765300" y="3668713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9250" name="Rectangle 43"/>
          <p:cNvSpPr>
            <a:spLocks noChangeArrowheads="1"/>
          </p:cNvSpPr>
          <p:nvPr/>
        </p:nvSpPr>
        <p:spPr bwMode="auto">
          <a:xfrm>
            <a:off x="488950" y="4381500"/>
            <a:ext cx="7726363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6" name="Oval 155"/>
          <p:cNvSpPr/>
          <p:nvPr/>
        </p:nvSpPr>
        <p:spPr>
          <a:xfrm>
            <a:off x="1785938" y="4241800"/>
            <a:ext cx="114300" cy="14605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9252" name="Rectangle 42"/>
          <p:cNvSpPr>
            <a:spLocks noChangeArrowheads="1"/>
          </p:cNvSpPr>
          <p:nvPr/>
        </p:nvSpPr>
        <p:spPr bwMode="auto">
          <a:xfrm>
            <a:off x="488950" y="3484563"/>
            <a:ext cx="7726363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155" name="Straight Connector 154"/>
          <p:cNvCxnSpPr/>
          <p:nvPr/>
        </p:nvCxnSpPr>
        <p:spPr>
          <a:xfrm>
            <a:off x="652463" y="5915025"/>
            <a:ext cx="7839075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3086036" y="5923852"/>
            <a:ext cx="238125" cy="7508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7" name="Rectangle 176"/>
          <p:cNvSpPr/>
          <p:nvPr/>
        </p:nvSpPr>
        <p:spPr>
          <a:xfrm>
            <a:off x="3570288" y="5936044"/>
            <a:ext cx="266700" cy="47307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0" name="Rectangle 179"/>
          <p:cNvSpPr/>
          <p:nvPr/>
        </p:nvSpPr>
        <p:spPr>
          <a:xfrm flipV="1">
            <a:off x="4083050" y="5927662"/>
            <a:ext cx="276225" cy="22542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5" name="Rectangle 194"/>
          <p:cNvSpPr/>
          <p:nvPr/>
        </p:nvSpPr>
        <p:spPr>
          <a:xfrm>
            <a:off x="4594225" y="5880100"/>
            <a:ext cx="239713" cy="1000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6" name="Rectangle 195"/>
          <p:cNvSpPr/>
          <p:nvPr/>
        </p:nvSpPr>
        <p:spPr>
          <a:xfrm>
            <a:off x="5162995" y="5744908"/>
            <a:ext cx="266700" cy="1825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7" name="Rectangle 196"/>
          <p:cNvSpPr/>
          <p:nvPr/>
        </p:nvSpPr>
        <p:spPr>
          <a:xfrm>
            <a:off x="5618163" y="5407850"/>
            <a:ext cx="260350" cy="5095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8" name="Rectangle 197"/>
          <p:cNvSpPr/>
          <p:nvPr/>
        </p:nvSpPr>
        <p:spPr>
          <a:xfrm>
            <a:off x="6080825" y="5221447"/>
            <a:ext cx="188912" cy="70485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9" name="Rectangle 198"/>
          <p:cNvSpPr/>
          <p:nvPr/>
        </p:nvSpPr>
        <p:spPr>
          <a:xfrm>
            <a:off x="6562281" y="5468683"/>
            <a:ext cx="234950" cy="4603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0" name="Rectangle 199"/>
          <p:cNvSpPr/>
          <p:nvPr/>
        </p:nvSpPr>
        <p:spPr>
          <a:xfrm flipV="1">
            <a:off x="7006781" y="5718398"/>
            <a:ext cx="276225" cy="1936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1" name="Rectangle 200"/>
          <p:cNvSpPr/>
          <p:nvPr/>
        </p:nvSpPr>
        <p:spPr>
          <a:xfrm>
            <a:off x="7435850" y="5892800"/>
            <a:ext cx="227013" cy="714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2" name="Rectangle 201"/>
          <p:cNvSpPr/>
          <p:nvPr/>
        </p:nvSpPr>
        <p:spPr>
          <a:xfrm>
            <a:off x="7897813" y="5892800"/>
            <a:ext cx="228600" cy="714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6" name="Rectangle 85"/>
          <p:cNvSpPr/>
          <p:nvPr/>
        </p:nvSpPr>
        <p:spPr>
          <a:xfrm flipV="1">
            <a:off x="1257300" y="5716588"/>
            <a:ext cx="276225" cy="2016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1698625" y="5894388"/>
            <a:ext cx="254000" cy="904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9" name="Rectangle 98"/>
          <p:cNvSpPr/>
          <p:nvPr/>
        </p:nvSpPr>
        <p:spPr>
          <a:xfrm>
            <a:off x="2125662" y="5924709"/>
            <a:ext cx="228600" cy="2667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0" name="Rectangle 99"/>
          <p:cNvSpPr/>
          <p:nvPr/>
        </p:nvSpPr>
        <p:spPr>
          <a:xfrm>
            <a:off x="2569368" y="5917438"/>
            <a:ext cx="315913" cy="5619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" name="Oval 101"/>
          <p:cNvSpPr/>
          <p:nvPr/>
        </p:nvSpPr>
        <p:spPr>
          <a:xfrm>
            <a:off x="5654675" y="3944938"/>
            <a:ext cx="114300" cy="1460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" name="Oval 102"/>
          <p:cNvSpPr/>
          <p:nvPr/>
        </p:nvSpPr>
        <p:spPr>
          <a:xfrm>
            <a:off x="4632325" y="3927475"/>
            <a:ext cx="114300" cy="14763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8" name="Oval 107"/>
          <p:cNvSpPr/>
          <p:nvPr/>
        </p:nvSpPr>
        <p:spPr>
          <a:xfrm flipH="1">
            <a:off x="7028244" y="3943795"/>
            <a:ext cx="114300" cy="14763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9" name="Oval 108"/>
          <p:cNvSpPr/>
          <p:nvPr/>
        </p:nvSpPr>
        <p:spPr>
          <a:xfrm flipH="1">
            <a:off x="6193536" y="3918776"/>
            <a:ext cx="114300" cy="14763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0" name="Oval 109"/>
          <p:cNvSpPr/>
          <p:nvPr/>
        </p:nvSpPr>
        <p:spPr>
          <a:xfrm flipH="1">
            <a:off x="1851025" y="4057650"/>
            <a:ext cx="114300" cy="14605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1" name="Oval 110"/>
          <p:cNvSpPr/>
          <p:nvPr/>
        </p:nvSpPr>
        <p:spPr>
          <a:xfrm flipH="1">
            <a:off x="2613025" y="3946525"/>
            <a:ext cx="114300" cy="14763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2" name="Oval 111"/>
          <p:cNvSpPr/>
          <p:nvPr/>
        </p:nvSpPr>
        <p:spPr>
          <a:xfrm flipH="1">
            <a:off x="3581400" y="3970338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5" name="Oval 114"/>
          <p:cNvSpPr/>
          <p:nvPr/>
        </p:nvSpPr>
        <p:spPr>
          <a:xfrm>
            <a:off x="7539038" y="3965575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6" name="Oval 115"/>
          <p:cNvSpPr/>
          <p:nvPr/>
        </p:nvSpPr>
        <p:spPr>
          <a:xfrm>
            <a:off x="7967663" y="3965575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4" name="Group 116"/>
          <p:cNvGrpSpPr>
            <a:grpSpLocks/>
          </p:cNvGrpSpPr>
          <p:nvPr/>
        </p:nvGrpSpPr>
        <p:grpSpPr bwMode="auto">
          <a:xfrm>
            <a:off x="1273175" y="1724025"/>
            <a:ext cx="2994025" cy="146050"/>
            <a:chOff x="1273631" y="791844"/>
            <a:chExt cx="2993619" cy="146957"/>
          </a:xfrm>
        </p:grpSpPr>
        <p:sp>
          <p:nvSpPr>
            <p:cNvPr id="118" name="Oval 117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9" name="Oval 118"/>
            <p:cNvSpPr/>
            <p:nvPr/>
          </p:nvSpPr>
          <p:spPr>
            <a:xfrm>
              <a:off x="1703786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0" name="Oval 119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1" name="Oval 120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2" name="Oval 121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3" name="Oval 122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4" name="Oval 123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5" name="Group 124"/>
          <p:cNvGrpSpPr>
            <a:grpSpLocks/>
          </p:cNvGrpSpPr>
          <p:nvPr/>
        </p:nvGrpSpPr>
        <p:grpSpPr bwMode="auto">
          <a:xfrm flipH="1">
            <a:off x="4152900" y="1712913"/>
            <a:ext cx="2994025" cy="146050"/>
            <a:chOff x="1273631" y="791844"/>
            <a:chExt cx="2993619" cy="146957"/>
          </a:xfrm>
        </p:grpSpPr>
        <p:sp>
          <p:nvSpPr>
            <p:cNvPr id="126" name="Oval 125"/>
            <p:cNvSpPr/>
            <p:nvPr/>
          </p:nvSpPr>
          <p:spPr>
            <a:xfrm>
              <a:off x="1273631" y="791844"/>
              <a:ext cx="114285" cy="14695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7" name="Oval 126"/>
            <p:cNvSpPr/>
            <p:nvPr/>
          </p:nvSpPr>
          <p:spPr>
            <a:xfrm>
              <a:off x="1703785" y="791844"/>
              <a:ext cx="114285" cy="1469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2" name="Oval 131"/>
            <p:cNvSpPr/>
            <p:nvPr/>
          </p:nvSpPr>
          <p:spPr>
            <a:xfrm>
              <a:off x="2133939" y="791844"/>
              <a:ext cx="114285" cy="1469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3" name="Oval 132"/>
            <p:cNvSpPr/>
            <p:nvPr/>
          </p:nvSpPr>
          <p:spPr>
            <a:xfrm>
              <a:off x="2645045" y="791844"/>
              <a:ext cx="114285" cy="14695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7" name="Oval 136"/>
            <p:cNvSpPr/>
            <p:nvPr/>
          </p:nvSpPr>
          <p:spPr>
            <a:xfrm>
              <a:off x="3140278" y="791844"/>
              <a:ext cx="114285" cy="146957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8" name="Oval 137"/>
            <p:cNvSpPr/>
            <p:nvPr/>
          </p:nvSpPr>
          <p:spPr>
            <a:xfrm>
              <a:off x="3619638" y="791844"/>
              <a:ext cx="114285" cy="14695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9" name="Oval 138"/>
            <p:cNvSpPr/>
            <p:nvPr/>
          </p:nvSpPr>
          <p:spPr>
            <a:xfrm>
              <a:off x="4152965" y="791844"/>
              <a:ext cx="114285" cy="14695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40" name="Oval 139"/>
          <p:cNvSpPr/>
          <p:nvPr/>
        </p:nvSpPr>
        <p:spPr>
          <a:xfrm>
            <a:off x="7043738" y="1712913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1" name="Oval 140"/>
          <p:cNvSpPr/>
          <p:nvPr/>
        </p:nvSpPr>
        <p:spPr>
          <a:xfrm>
            <a:off x="7472363" y="1712913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2" name="Oval 141"/>
          <p:cNvSpPr/>
          <p:nvPr/>
        </p:nvSpPr>
        <p:spPr>
          <a:xfrm>
            <a:off x="7902575" y="1712913"/>
            <a:ext cx="114300" cy="14605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B74548-9101-AB08-0437-B13DD62789DC}"/>
              </a:ext>
            </a:extLst>
          </p:cNvPr>
          <p:cNvSpPr/>
          <p:nvPr/>
        </p:nvSpPr>
        <p:spPr>
          <a:xfrm>
            <a:off x="7493318" y="3839210"/>
            <a:ext cx="114300" cy="1460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5DE69D-2413-B29B-44B4-1C2964080100}"/>
              </a:ext>
            </a:extLst>
          </p:cNvPr>
          <p:cNvSpPr/>
          <p:nvPr/>
        </p:nvSpPr>
        <p:spPr>
          <a:xfrm>
            <a:off x="7016687" y="4022090"/>
            <a:ext cx="114300" cy="1460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D20D50-BE44-39D5-E398-19FE91085221}"/>
              </a:ext>
            </a:extLst>
          </p:cNvPr>
          <p:cNvSpPr/>
          <p:nvPr/>
        </p:nvSpPr>
        <p:spPr>
          <a:xfrm>
            <a:off x="7502208" y="3843528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D7DFC34-0FB5-2987-4030-AF30896204BA}"/>
              </a:ext>
            </a:extLst>
          </p:cNvPr>
          <p:cNvSpPr/>
          <p:nvPr/>
        </p:nvSpPr>
        <p:spPr>
          <a:xfrm>
            <a:off x="7027164" y="4026408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5BE98B-A178-EF40-5789-EB153E1D4F4C}"/>
              </a:ext>
            </a:extLst>
          </p:cNvPr>
          <p:cNvSpPr/>
          <p:nvPr/>
        </p:nvSpPr>
        <p:spPr>
          <a:xfrm>
            <a:off x="4647121" y="39738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62375F-6436-9B84-BB0C-90AC37D9A2D3}"/>
              </a:ext>
            </a:extLst>
          </p:cNvPr>
          <p:cNvSpPr/>
          <p:nvPr/>
        </p:nvSpPr>
        <p:spPr>
          <a:xfrm>
            <a:off x="7039357" y="3973703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C7AE456-091D-9342-C37E-E566B54D4092}"/>
              </a:ext>
            </a:extLst>
          </p:cNvPr>
          <p:cNvSpPr/>
          <p:nvPr/>
        </p:nvSpPr>
        <p:spPr>
          <a:xfrm>
            <a:off x="5668201" y="397386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EFB5EA-7719-7F1A-601E-D3462B451923}"/>
              </a:ext>
            </a:extLst>
          </p:cNvPr>
          <p:cNvSpPr/>
          <p:nvPr/>
        </p:nvSpPr>
        <p:spPr>
          <a:xfrm>
            <a:off x="7967663" y="400361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45A782C-3A05-8B76-CA57-6B7BA39DBC03}"/>
              </a:ext>
            </a:extLst>
          </p:cNvPr>
          <p:cNvSpPr/>
          <p:nvPr/>
        </p:nvSpPr>
        <p:spPr>
          <a:xfrm>
            <a:off x="6201601" y="3964718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DEC11FC-20A3-EFAE-98E5-EDD03B719E4E}"/>
              </a:ext>
            </a:extLst>
          </p:cNvPr>
          <p:cNvSpPr/>
          <p:nvPr/>
        </p:nvSpPr>
        <p:spPr>
          <a:xfrm>
            <a:off x="7506145" y="388242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A47BAA-7B77-A6FA-02EA-29C25E3747E9}"/>
              </a:ext>
            </a:extLst>
          </p:cNvPr>
          <p:cNvSpPr/>
          <p:nvPr/>
        </p:nvSpPr>
        <p:spPr>
          <a:xfrm>
            <a:off x="7036753" y="4065302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EC45336-772D-3BD4-D10A-7B1A652D7A68}"/>
              </a:ext>
            </a:extLst>
          </p:cNvPr>
          <p:cNvSpPr/>
          <p:nvPr/>
        </p:nvSpPr>
        <p:spPr>
          <a:xfrm>
            <a:off x="7554913" y="4019741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41">
            <a:extLst>
              <a:ext uri="{FF2B5EF4-FFF2-40B4-BE49-F238E27FC236}">
                <a16:creationId xmlns:a16="http://schemas.microsoft.com/office/drawing/2014/main" id="{1A2569EF-9FF5-0FAB-6F0F-EB3C81CB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323" y="2151317"/>
            <a:ext cx="2901950" cy="8318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Rectangle 39">
            <a:extLst>
              <a:ext uri="{FF2B5EF4-FFF2-40B4-BE49-F238E27FC236}">
                <a16:creationId xmlns:a16="http://schemas.microsoft.com/office/drawing/2014/main" id="{6338F578-6C9D-5750-C25C-7FF5E3AA4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3153" y="2130680"/>
            <a:ext cx="2665413" cy="82117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6" name="Rectangle 41">
            <a:extLst>
              <a:ext uri="{FF2B5EF4-FFF2-40B4-BE49-F238E27FC236}">
                <a16:creationId xmlns:a16="http://schemas.microsoft.com/office/drawing/2014/main" id="{EE6305D5-0589-C5B3-3931-CD0EA63F9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548" y="2130679"/>
            <a:ext cx="2633663" cy="8302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B61D4EFE-DBB7-5D98-4949-99B191CBE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686" y="2119567"/>
            <a:ext cx="2984500" cy="83026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183F57-BAD4-7693-7DAB-460EFFD86357}"/>
              </a:ext>
            </a:extLst>
          </p:cNvPr>
          <p:cNvSpPr/>
          <p:nvPr/>
        </p:nvSpPr>
        <p:spPr>
          <a:xfrm>
            <a:off x="-73152" y="1990979"/>
            <a:ext cx="473075" cy="993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9" name="Rectangle 44">
            <a:extLst>
              <a:ext uri="{FF2B5EF4-FFF2-40B4-BE49-F238E27FC236}">
                <a16:creationId xmlns:a16="http://schemas.microsoft.com/office/drawing/2014/main" id="{1F343DC6-8303-AFDA-740C-35DB7730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71640" y="2379917"/>
            <a:ext cx="998538" cy="29845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77A6B422-E39D-D385-2431-8698C298C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98" y="2130679"/>
            <a:ext cx="214313" cy="7969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F581BC-9C28-3255-4731-82CF28B65D4B}"/>
              </a:ext>
            </a:extLst>
          </p:cNvPr>
          <p:cNvSpPr/>
          <p:nvPr/>
        </p:nvSpPr>
        <p:spPr>
          <a:xfrm>
            <a:off x="617411" y="2724404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2D460FF-940A-6AD0-C277-3880B9DD5287}"/>
              </a:ext>
            </a:extLst>
          </p:cNvPr>
          <p:cNvSpPr/>
          <p:nvPr/>
        </p:nvSpPr>
        <p:spPr>
          <a:xfrm>
            <a:off x="593598" y="2359279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196E1EB-D8F7-3830-F793-EB4CA01BFE4A}"/>
              </a:ext>
            </a:extLst>
          </p:cNvPr>
          <p:cNvSpPr/>
          <p:nvPr/>
        </p:nvSpPr>
        <p:spPr>
          <a:xfrm>
            <a:off x="1661732" y="2493423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AE0965-7E54-B1B1-9E0D-C3B17611A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98" y="2927604"/>
            <a:ext cx="7726363" cy="131763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DCD4C61-C691-39CB-358B-C93B24EC48E1}"/>
              </a:ext>
            </a:extLst>
          </p:cNvPr>
          <p:cNvSpPr/>
          <p:nvPr/>
        </p:nvSpPr>
        <p:spPr>
          <a:xfrm>
            <a:off x="2103311" y="2495804"/>
            <a:ext cx="114300" cy="14763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56A927CF-117B-1DB7-816B-E58AB88C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98" y="2030667"/>
            <a:ext cx="7726363" cy="13176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5BEA36D-D0B1-4E61-E09D-2C8F50F3B625}"/>
              </a:ext>
            </a:extLst>
          </p:cNvPr>
          <p:cNvSpPr/>
          <p:nvPr/>
        </p:nvSpPr>
        <p:spPr>
          <a:xfrm>
            <a:off x="3093406" y="2522141"/>
            <a:ext cx="114300" cy="1476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BB131D5-CD6F-23A7-EC1E-08084A13CDB4}"/>
              </a:ext>
            </a:extLst>
          </p:cNvPr>
          <p:cNvSpPr/>
          <p:nvPr/>
        </p:nvSpPr>
        <p:spPr>
          <a:xfrm>
            <a:off x="4099116" y="2511680"/>
            <a:ext cx="114300" cy="1476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D6864C2-2A31-7369-4A74-049178AB5679}"/>
              </a:ext>
            </a:extLst>
          </p:cNvPr>
          <p:cNvSpPr/>
          <p:nvPr/>
        </p:nvSpPr>
        <p:spPr>
          <a:xfrm flipH="1">
            <a:off x="7024561" y="2511679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BF28AE-D467-F718-6B79-C4A26231F639}"/>
              </a:ext>
            </a:extLst>
          </p:cNvPr>
          <p:cNvSpPr/>
          <p:nvPr/>
        </p:nvSpPr>
        <p:spPr>
          <a:xfrm flipH="1">
            <a:off x="6594348" y="2511679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61EAFF1-C734-4614-414F-36A6FD5BE2EB}"/>
              </a:ext>
            </a:extLst>
          </p:cNvPr>
          <p:cNvSpPr/>
          <p:nvPr/>
        </p:nvSpPr>
        <p:spPr>
          <a:xfrm flipH="1">
            <a:off x="6164136" y="2511679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3C7665E-8E21-1636-A2E5-73E973F56064}"/>
              </a:ext>
            </a:extLst>
          </p:cNvPr>
          <p:cNvSpPr/>
          <p:nvPr/>
        </p:nvSpPr>
        <p:spPr>
          <a:xfrm flipH="1">
            <a:off x="6126036" y="2414842"/>
            <a:ext cx="114300" cy="14605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43B5760-413D-0FC6-FBE9-9607720A0083}"/>
              </a:ext>
            </a:extLst>
          </p:cNvPr>
          <p:cNvSpPr/>
          <p:nvPr/>
        </p:nvSpPr>
        <p:spPr>
          <a:xfrm flipH="1">
            <a:off x="6121273" y="2724404"/>
            <a:ext cx="114300" cy="1476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B6840DF-72D8-0775-B2C9-6570AB4BED4F}"/>
              </a:ext>
            </a:extLst>
          </p:cNvPr>
          <p:cNvSpPr/>
          <p:nvPr/>
        </p:nvSpPr>
        <p:spPr>
          <a:xfrm flipH="1">
            <a:off x="6132386" y="2233867"/>
            <a:ext cx="114300" cy="14763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D359B1F-A3DD-4333-283D-2389CF004B93}"/>
              </a:ext>
            </a:extLst>
          </p:cNvPr>
          <p:cNvSpPr/>
          <p:nvPr/>
        </p:nvSpPr>
        <p:spPr>
          <a:xfrm flipH="1">
            <a:off x="5092573" y="2470430"/>
            <a:ext cx="114300" cy="1460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788534D-E5B2-BE8F-EF6B-4B6BA5EB53FD}"/>
              </a:ext>
            </a:extLst>
          </p:cNvPr>
          <p:cNvSpPr/>
          <p:nvPr/>
        </p:nvSpPr>
        <p:spPr>
          <a:xfrm>
            <a:off x="7035673" y="2511679"/>
            <a:ext cx="114300" cy="1476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A7C0D23-3A42-EF03-76E4-A1B12974B6B7}"/>
              </a:ext>
            </a:extLst>
          </p:cNvPr>
          <p:cNvSpPr/>
          <p:nvPr/>
        </p:nvSpPr>
        <p:spPr>
          <a:xfrm>
            <a:off x="7465886" y="2511679"/>
            <a:ext cx="114300" cy="1476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3750A40-E04D-D02F-3AFF-E6394CFECD4A}"/>
              </a:ext>
            </a:extLst>
          </p:cNvPr>
          <p:cNvSpPr/>
          <p:nvPr/>
        </p:nvSpPr>
        <p:spPr>
          <a:xfrm>
            <a:off x="7894511" y="2511679"/>
            <a:ext cx="114300" cy="1476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2C32986-EBCE-C048-9A2A-6EE7C405E600}"/>
              </a:ext>
            </a:extLst>
          </p:cNvPr>
          <p:cNvSpPr/>
          <p:nvPr/>
        </p:nvSpPr>
        <p:spPr>
          <a:xfrm>
            <a:off x="6149785" y="227003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B4A163-6B4C-E5FF-EA65-2C7B37289080}"/>
              </a:ext>
            </a:extLst>
          </p:cNvPr>
          <p:cNvSpPr/>
          <p:nvPr/>
        </p:nvSpPr>
        <p:spPr>
          <a:xfrm>
            <a:off x="6137593" y="2760758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D94CD2-43B2-3D27-62C0-AA6AD8F7932E}"/>
              </a:ext>
            </a:extLst>
          </p:cNvPr>
          <p:cNvSpPr/>
          <p:nvPr/>
        </p:nvSpPr>
        <p:spPr>
          <a:xfrm>
            <a:off x="6140641" y="246205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5AF614D-B0B2-7268-A7F8-46C3DBD05CBA}"/>
              </a:ext>
            </a:extLst>
          </p:cNvPr>
          <p:cNvSpPr/>
          <p:nvPr/>
        </p:nvSpPr>
        <p:spPr>
          <a:xfrm>
            <a:off x="6192457" y="2559590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30B175D-4FCF-7859-4A36-5ECD067B50B3}"/>
              </a:ext>
            </a:extLst>
          </p:cNvPr>
          <p:cNvSpPr/>
          <p:nvPr/>
        </p:nvSpPr>
        <p:spPr>
          <a:xfrm>
            <a:off x="6619177" y="25534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DF2FA1-E814-84A3-3902-DB3BDCFABA71}"/>
              </a:ext>
            </a:extLst>
          </p:cNvPr>
          <p:cNvSpPr/>
          <p:nvPr/>
        </p:nvSpPr>
        <p:spPr>
          <a:xfrm>
            <a:off x="7055041" y="25534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E944E6E-6FB0-8998-0585-BB61E639D045}"/>
              </a:ext>
            </a:extLst>
          </p:cNvPr>
          <p:cNvSpPr/>
          <p:nvPr/>
        </p:nvSpPr>
        <p:spPr>
          <a:xfrm>
            <a:off x="7490905" y="25534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438B698-E239-9A30-77D3-1082F97729E4}"/>
              </a:ext>
            </a:extLst>
          </p:cNvPr>
          <p:cNvSpPr/>
          <p:nvPr/>
        </p:nvSpPr>
        <p:spPr>
          <a:xfrm>
            <a:off x="7917625" y="2553494"/>
            <a:ext cx="76200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07E9240-5CC6-4B67-56A6-2933D7279BDD}"/>
              </a:ext>
            </a:extLst>
          </p:cNvPr>
          <p:cNvGrpSpPr/>
          <p:nvPr/>
        </p:nvGrpSpPr>
        <p:grpSpPr>
          <a:xfrm>
            <a:off x="4705033" y="1706880"/>
            <a:ext cx="3308604" cy="147638"/>
            <a:chOff x="4970209" y="2209800"/>
            <a:chExt cx="3308604" cy="147638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3368058-322D-A231-E8AD-164585FBF781}"/>
                </a:ext>
              </a:extLst>
            </p:cNvPr>
            <p:cNvSpPr/>
            <p:nvPr/>
          </p:nvSpPr>
          <p:spPr>
            <a:xfrm>
              <a:off x="7313232" y="2209800"/>
              <a:ext cx="114300" cy="14763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6F6D05B1-F710-CCE2-C7CD-9B481C286BB0}"/>
                </a:ext>
              </a:extLst>
            </p:cNvPr>
            <p:cNvSpPr/>
            <p:nvPr/>
          </p:nvSpPr>
          <p:spPr>
            <a:xfrm>
              <a:off x="7743444" y="2209800"/>
              <a:ext cx="114300" cy="1476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A6EC3D-F345-4DE0-8F27-E17EFB87A296}"/>
                </a:ext>
              </a:extLst>
            </p:cNvPr>
            <p:cNvSpPr/>
            <p:nvPr/>
          </p:nvSpPr>
          <p:spPr>
            <a:xfrm>
              <a:off x="8164513" y="2209800"/>
              <a:ext cx="114300" cy="1476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F11CE1A-45EA-6513-1B6F-CEEC94ADA684}"/>
                </a:ext>
              </a:extLst>
            </p:cNvPr>
            <p:cNvSpPr/>
            <p:nvPr/>
          </p:nvSpPr>
          <p:spPr>
            <a:xfrm>
              <a:off x="497020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6E14984-AFFC-1977-4EB2-3DBA6CB51307}"/>
                </a:ext>
              </a:extLst>
            </p:cNvPr>
            <p:cNvSpPr/>
            <p:nvPr/>
          </p:nvSpPr>
          <p:spPr>
            <a:xfrm>
              <a:off x="544264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9B1C5AB-6520-8821-9B52-35440E55D76D}"/>
                </a:ext>
              </a:extLst>
            </p:cNvPr>
            <p:cNvSpPr/>
            <p:nvPr/>
          </p:nvSpPr>
          <p:spPr>
            <a:xfrm>
              <a:off x="594556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335D594-A98F-5DD3-53B6-CC590F281F73}"/>
                </a:ext>
              </a:extLst>
            </p:cNvPr>
            <p:cNvSpPr/>
            <p:nvPr/>
          </p:nvSpPr>
          <p:spPr>
            <a:xfrm>
              <a:off x="6445441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1E7ADBF-836D-3FE1-ECC9-4277143E9C85}"/>
                </a:ext>
              </a:extLst>
            </p:cNvPr>
            <p:cNvSpPr/>
            <p:nvPr/>
          </p:nvSpPr>
          <p:spPr>
            <a:xfrm>
              <a:off x="6881305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2E58817-B251-822F-D036-44F76A9E58B6}"/>
                </a:ext>
              </a:extLst>
            </p:cNvPr>
            <p:cNvSpPr/>
            <p:nvPr/>
          </p:nvSpPr>
          <p:spPr>
            <a:xfrm>
              <a:off x="731716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CA381E3-335E-638C-56D9-637C5CEAC7D7}"/>
                </a:ext>
              </a:extLst>
            </p:cNvPr>
            <p:cNvSpPr/>
            <p:nvPr/>
          </p:nvSpPr>
          <p:spPr>
            <a:xfrm>
              <a:off x="7753033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5046FD9-A3AE-79F9-7AC9-E078CDD46C79}"/>
                </a:ext>
              </a:extLst>
            </p:cNvPr>
            <p:cNvSpPr/>
            <p:nvPr/>
          </p:nvSpPr>
          <p:spPr>
            <a:xfrm>
              <a:off x="8179753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5180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223.2.8.1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51200"/>
            <a:ext cx="8229600" cy="33963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 the displacement graph for a sound wave shown above. What does the light green bar represent?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at this position has moved to the left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at this position has moved to the right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once where the pink bar is has moved to where the light green bar is</a:t>
            </a:r>
          </a:p>
          <a:p>
            <a:pPr marL="514350" indent="-514350">
              <a:buFont typeface="Arial" pitchFamily="34" charset="0"/>
              <a:buAutoNum type="alphaLcParenR"/>
            </a:pPr>
            <a:r>
              <a:rPr lang="en-US" dirty="0"/>
              <a:t>The particle that was once where the blue bar is has moved to where the light green bar is</a:t>
            </a:r>
          </a:p>
          <a:p>
            <a:pPr marL="514350" indent="-514350">
              <a:buAutoNum type="alphaL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28419" y="2300967"/>
            <a:ext cx="7839075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068406" y="2293238"/>
            <a:ext cx="238125" cy="75088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46244" y="2311951"/>
            <a:ext cx="266700" cy="4730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flipV="1">
            <a:off x="4070157" y="2306692"/>
            <a:ext cx="276225" cy="22542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0181" y="2266042"/>
            <a:ext cx="239713" cy="10001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146444" y="2131041"/>
            <a:ext cx="266700" cy="18256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594119" y="1798886"/>
            <a:ext cx="260350" cy="50958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089419" y="1605631"/>
            <a:ext cx="188912" cy="7048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8044" y="1855887"/>
            <a:ext cx="234950" cy="4603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flipV="1">
            <a:off x="6981594" y="2123677"/>
            <a:ext cx="276225" cy="1936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411806" y="2278742"/>
            <a:ext cx="227013" cy="714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 flipV="1">
            <a:off x="1233256" y="2104537"/>
            <a:ext cx="276225" cy="20161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674581" y="2258028"/>
            <a:ext cx="254000" cy="90487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082569" y="2289841"/>
            <a:ext cx="228600" cy="2667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550881" y="2303704"/>
            <a:ext cx="315913" cy="5619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26918" y="144615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252" y="24393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628419" y="1645330"/>
            <a:ext cx="0" cy="633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214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195" y="303150"/>
            <a:ext cx="8229600" cy="1143000"/>
          </a:xfrm>
        </p:spPr>
        <p:txBody>
          <a:bodyPr/>
          <a:lstStyle/>
          <a:p>
            <a:r>
              <a:rPr lang="en-US" dirty="0"/>
              <a:t>Question 223.2.8.2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51200"/>
            <a:ext cx="8229600" cy="33963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 the displacement graph for a sound wave shown above. What does the displacement, s, at point P represent?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at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baseline="-25000" dirty="0"/>
              <a:t> </a:t>
            </a:r>
            <a:r>
              <a:rPr lang="en-US" dirty="0"/>
              <a:t>has moved to the left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at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baseline="-25000" dirty="0"/>
              <a:t> </a:t>
            </a:r>
            <a:r>
              <a:rPr lang="en-US" dirty="0"/>
              <a:t>has moved to the right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once at x</a:t>
            </a:r>
            <a:r>
              <a:rPr lang="en-US" baseline="-25000" dirty="0"/>
              <a:t>1 </a:t>
            </a:r>
            <a:r>
              <a:rPr lang="en-US" dirty="0"/>
              <a:t> has moved to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baseline="-25000" dirty="0"/>
              <a:t> </a:t>
            </a:r>
          </a:p>
          <a:p>
            <a:pPr marL="514350" indent="-514350">
              <a:buAutoNum type="alphaLcParenR"/>
            </a:pPr>
            <a:r>
              <a:rPr lang="en-US" dirty="0"/>
              <a:t>The particle that was once at x</a:t>
            </a:r>
            <a:r>
              <a:rPr lang="en-US" baseline="-25000" dirty="0"/>
              <a:t>2</a:t>
            </a:r>
            <a:r>
              <a:rPr lang="en-US" dirty="0"/>
              <a:t> has moved to </a:t>
            </a:r>
            <a:r>
              <a:rPr lang="en-US" dirty="0" err="1"/>
              <a:t>x</a:t>
            </a:r>
            <a:r>
              <a:rPr lang="en-US" baseline="-25000" dirty="0" err="1"/>
              <a:t>P</a:t>
            </a:r>
            <a:r>
              <a:rPr lang="en-US" baseline="-250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28419" y="2300967"/>
            <a:ext cx="7839075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6918" y="144615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252" y="24393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628419" y="1645330"/>
            <a:ext cx="0" cy="633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1756229" y="2307771"/>
            <a:ext cx="2946400" cy="754766"/>
          </a:xfrm>
          <a:custGeom>
            <a:avLst/>
            <a:gdLst>
              <a:gd name="connsiteX0" fmla="*/ 0 w 2946400"/>
              <a:gd name="connsiteY0" fmla="*/ 0 h 754766"/>
              <a:gd name="connsiteX1" fmla="*/ 1480457 w 2946400"/>
              <a:gd name="connsiteY1" fmla="*/ 754743 h 754766"/>
              <a:gd name="connsiteX2" fmla="*/ 2946400 w 2946400"/>
              <a:gd name="connsiteY2" fmla="*/ 29029 h 75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6400" h="754766">
                <a:moveTo>
                  <a:pt x="0" y="0"/>
                </a:moveTo>
                <a:cubicBezTo>
                  <a:pt x="494695" y="374952"/>
                  <a:pt x="989390" y="749905"/>
                  <a:pt x="1480457" y="754743"/>
                </a:cubicBezTo>
                <a:cubicBezTo>
                  <a:pt x="1971524" y="759581"/>
                  <a:pt x="2946400" y="29029"/>
                  <a:pt x="2946400" y="290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 flipV="1">
            <a:off x="4710675" y="1576364"/>
            <a:ext cx="2946400" cy="754766"/>
          </a:xfrm>
          <a:custGeom>
            <a:avLst/>
            <a:gdLst>
              <a:gd name="connsiteX0" fmla="*/ 0 w 2946400"/>
              <a:gd name="connsiteY0" fmla="*/ 0 h 754766"/>
              <a:gd name="connsiteX1" fmla="*/ 1480457 w 2946400"/>
              <a:gd name="connsiteY1" fmla="*/ 754743 h 754766"/>
              <a:gd name="connsiteX2" fmla="*/ 2946400 w 2946400"/>
              <a:gd name="connsiteY2" fmla="*/ 29029 h 754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6400" h="754766">
                <a:moveTo>
                  <a:pt x="0" y="0"/>
                </a:moveTo>
                <a:cubicBezTo>
                  <a:pt x="494695" y="374952"/>
                  <a:pt x="989390" y="749905"/>
                  <a:pt x="1480457" y="754743"/>
                </a:cubicBezTo>
                <a:cubicBezTo>
                  <a:pt x="1971524" y="759581"/>
                  <a:pt x="2946400" y="29029"/>
                  <a:pt x="2946400" y="290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193142" y="3018972"/>
            <a:ext cx="130628" cy="1161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154493" y="260242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57119" y="190941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P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3225115" y="2245401"/>
            <a:ext cx="0" cy="160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554923" y="1931184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1722919" y="2267175"/>
            <a:ext cx="0" cy="160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489900" y="1955899"/>
            <a:ext cx="385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4657896" y="2291890"/>
            <a:ext cx="0" cy="160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709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233.2.8.5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energy transfer mechanism for sound waves?</a:t>
            </a:r>
          </a:p>
          <a:p>
            <a:pPr marL="514350" indent="-514350">
              <a:buAutoNum type="alphaLcParenR"/>
            </a:pPr>
            <a:r>
              <a:rPr lang="en-US" dirty="0"/>
              <a:t>Elastic forces between molecules</a:t>
            </a:r>
          </a:p>
          <a:p>
            <a:pPr marL="514350" indent="-514350">
              <a:buAutoNum type="alphaLcParenR"/>
            </a:pPr>
            <a:r>
              <a:rPr lang="en-US" dirty="0"/>
              <a:t>Pressure forces between molecules</a:t>
            </a:r>
          </a:p>
          <a:p>
            <a:pPr marL="514350" indent="-514350">
              <a:buAutoNum type="alphaLcParenR"/>
            </a:pPr>
            <a:r>
              <a:rPr lang="en-US" dirty="0"/>
              <a:t>Electrical forces between molecules</a:t>
            </a:r>
          </a:p>
          <a:p>
            <a:pPr marL="514350" indent="-514350">
              <a:buAutoNum type="alphaLcParenR"/>
            </a:pPr>
            <a:r>
              <a:rPr lang="en-US" dirty="0"/>
              <a:t>Collisions between molecules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32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Wave Function</a:t>
            </a:r>
          </a:p>
        </p:txBody>
      </p:sp>
      <p:sp>
        <p:nvSpPr>
          <p:cNvPr id="3076" name="Text Box 30"/>
          <p:cNvSpPr txBox="1">
            <a:spLocks noChangeArrowheads="1"/>
          </p:cNvSpPr>
          <p:nvPr/>
        </p:nvSpPr>
        <p:spPr bwMode="auto">
          <a:xfrm>
            <a:off x="4729713" y="3715657"/>
            <a:ext cx="1585913" cy="915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Fluid displaced to fill void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826250" y="2449513"/>
            <a:ext cx="828675" cy="609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7654925" y="2449513"/>
            <a:ext cx="828675" cy="609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9" name="Rectangle 8"/>
          <p:cNvSpPr>
            <a:spLocks noChangeArrowheads="1"/>
          </p:cNvSpPr>
          <p:nvPr/>
        </p:nvSpPr>
        <p:spPr bwMode="auto">
          <a:xfrm>
            <a:off x="6072188" y="2373313"/>
            <a:ext cx="2462212" cy="7461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Rectangle 9"/>
          <p:cNvSpPr>
            <a:spLocks noChangeArrowheads="1"/>
          </p:cNvSpPr>
          <p:nvPr/>
        </p:nvSpPr>
        <p:spPr bwMode="auto">
          <a:xfrm>
            <a:off x="6072188" y="3059113"/>
            <a:ext cx="2462212" cy="61912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10"/>
          <p:cNvSpPr>
            <a:spLocks noChangeArrowheads="1"/>
          </p:cNvSpPr>
          <p:nvPr/>
        </p:nvSpPr>
        <p:spPr bwMode="auto">
          <a:xfrm>
            <a:off x="5543550" y="2640013"/>
            <a:ext cx="1055688" cy="22860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Rectangle 11"/>
          <p:cNvSpPr>
            <a:spLocks noChangeArrowheads="1"/>
          </p:cNvSpPr>
          <p:nvPr/>
        </p:nvSpPr>
        <p:spPr bwMode="auto">
          <a:xfrm>
            <a:off x="6599238" y="2449513"/>
            <a:ext cx="227012" cy="609600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083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5663" y="3589338"/>
            <a:ext cx="1177925" cy="132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84" name="Text Box 19"/>
          <p:cNvSpPr txBox="1">
            <a:spLocks noChangeArrowheads="1"/>
          </p:cNvSpPr>
          <p:nvPr/>
        </p:nvSpPr>
        <p:spPr bwMode="auto">
          <a:xfrm>
            <a:off x="6727825" y="3605213"/>
            <a:ext cx="45243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ym typeface="Symbol" pitchFamily="18" charset="2"/>
              </a:rPr>
              <a:t>s</a:t>
            </a:r>
            <a:r>
              <a:rPr lang="en-US" sz="1200" baseline="-25000">
                <a:sym typeface="Symbol" pitchFamily="18" charset="2"/>
              </a:rPr>
              <a:t>max</a:t>
            </a:r>
          </a:p>
        </p:txBody>
      </p:sp>
      <p:sp>
        <p:nvSpPr>
          <p:cNvPr id="3085" name="Text Box 20"/>
          <p:cNvSpPr txBox="1">
            <a:spLocks noChangeArrowheads="1"/>
          </p:cNvSpPr>
          <p:nvPr/>
        </p:nvSpPr>
        <p:spPr bwMode="auto">
          <a:xfrm>
            <a:off x="8180388" y="4119563"/>
            <a:ext cx="257175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x</a:t>
            </a:r>
          </a:p>
        </p:txBody>
      </p:sp>
      <p:sp>
        <p:nvSpPr>
          <p:cNvPr id="3086" name="Text Box 22"/>
          <p:cNvSpPr txBox="1">
            <a:spLocks noChangeArrowheads="1"/>
          </p:cNvSpPr>
          <p:nvPr/>
        </p:nvSpPr>
        <p:spPr bwMode="auto">
          <a:xfrm>
            <a:off x="6972300" y="3287713"/>
            <a:ext cx="260350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s</a:t>
            </a:r>
          </a:p>
        </p:txBody>
      </p:sp>
      <p:sp>
        <p:nvSpPr>
          <p:cNvPr id="3087" name="Line 13"/>
          <p:cNvSpPr>
            <a:spLocks noChangeShapeType="1"/>
          </p:cNvSpPr>
          <p:nvPr/>
        </p:nvSpPr>
        <p:spPr bwMode="auto">
          <a:xfrm flipV="1">
            <a:off x="7224713" y="2449513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Line 15"/>
          <p:cNvSpPr>
            <a:spLocks noChangeShapeType="1"/>
          </p:cNvSpPr>
          <p:nvPr/>
        </p:nvSpPr>
        <p:spPr bwMode="auto">
          <a:xfrm flipV="1">
            <a:off x="8021638" y="2449513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Line 29"/>
          <p:cNvSpPr>
            <a:spLocks noChangeShapeType="1"/>
          </p:cNvSpPr>
          <p:nvPr/>
        </p:nvSpPr>
        <p:spPr bwMode="auto">
          <a:xfrm flipV="1">
            <a:off x="6199188" y="2906713"/>
            <a:ext cx="684212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Line 31"/>
          <p:cNvSpPr>
            <a:spLocks noChangeShapeType="1"/>
          </p:cNvSpPr>
          <p:nvPr/>
        </p:nvSpPr>
        <p:spPr bwMode="auto">
          <a:xfrm flipH="1">
            <a:off x="7642225" y="2144713"/>
            <a:ext cx="303213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Text Box 32"/>
          <p:cNvSpPr txBox="1">
            <a:spLocks noChangeArrowheads="1"/>
          </p:cNvSpPr>
          <p:nvPr/>
        </p:nvSpPr>
        <p:spPr bwMode="auto">
          <a:xfrm>
            <a:off x="7359229" y="1471354"/>
            <a:ext cx="1585912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Propagating rarefaction</a:t>
            </a:r>
          </a:p>
        </p:txBody>
      </p:sp>
      <p:sp>
        <p:nvSpPr>
          <p:cNvPr id="3092" name="Rectangle 3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074" name="Object 34"/>
          <p:cNvGraphicFramePr>
            <a:graphicFrameLocks noChangeAspect="1"/>
          </p:cNvGraphicFramePr>
          <p:nvPr/>
        </p:nvGraphicFramePr>
        <p:xfrm>
          <a:off x="958850" y="3268663"/>
          <a:ext cx="3008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28600" progId="Equation.3">
                  <p:embed/>
                </p:oleObj>
              </mc:Choice>
              <mc:Fallback>
                <p:oleObj name="Equation" r:id="rId3" imgW="1511280" imgH="228600" progId="Equation.3">
                  <p:embed/>
                  <p:pic>
                    <p:nvPicPr>
                      <p:cNvPr id="307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3268663"/>
                        <a:ext cx="300831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3566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525713" y="1752600"/>
            <a:ext cx="4102100" cy="4419600"/>
            <a:chOff x="4752975" y="1752600"/>
            <a:chExt cx="4102100" cy="4419600"/>
          </a:xfrm>
        </p:grpSpPr>
        <p:pic>
          <p:nvPicPr>
            <p:cNvPr id="493570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589713" y="2968625"/>
              <a:ext cx="2160588" cy="13208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493571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86084" y="4568825"/>
              <a:ext cx="2198687" cy="160337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493572" name="Line 7"/>
            <p:cNvSpPr>
              <a:spLocks noChangeShapeType="1"/>
            </p:cNvSpPr>
            <p:nvPr/>
          </p:nvSpPr>
          <p:spPr bwMode="auto">
            <a:xfrm flipV="1">
              <a:off x="6648450" y="1828800"/>
              <a:ext cx="0" cy="403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73" name="Line 8"/>
            <p:cNvSpPr>
              <a:spLocks noChangeShapeType="1"/>
            </p:cNvSpPr>
            <p:nvPr/>
          </p:nvSpPr>
          <p:spPr bwMode="auto">
            <a:xfrm flipV="1">
              <a:off x="7375071" y="1828800"/>
              <a:ext cx="0" cy="403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74" name="Line 9"/>
            <p:cNvSpPr>
              <a:spLocks noChangeShapeType="1"/>
            </p:cNvSpPr>
            <p:nvPr/>
          </p:nvSpPr>
          <p:spPr bwMode="auto">
            <a:xfrm flipV="1">
              <a:off x="8105775" y="1828800"/>
              <a:ext cx="0" cy="4035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6059488" y="1828800"/>
              <a:ext cx="2670175" cy="609600"/>
              <a:chOff x="3936" y="1152"/>
              <a:chExt cx="1600" cy="384"/>
            </a:xfrm>
          </p:grpSpPr>
          <p:sp>
            <p:nvSpPr>
              <p:cNvPr id="20" name="Rectangle 11"/>
              <p:cNvSpPr>
                <a:spLocks noChangeArrowheads="1"/>
              </p:cNvSpPr>
              <p:nvPr/>
            </p:nvSpPr>
            <p:spPr bwMode="auto">
              <a:xfrm>
                <a:off x="3936" y="1152"/>
                <a:ext cx="800" cy="384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5000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Rectangle 12"/>
              <p:cNvSpPr>
                <a:spLocks noChangeArrowheads="1"/>
              </p:cNvSpPr>
              <p:nvPr/>
            </p:nvSpPr>
            <p:spPr bwMode="auto">
              <a:xfrm>
                <a:off x="4736" y="1152"/>
                <a:ext cx="800" cy="384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5000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sp>
          <p:nvSpPr>
            <p:cNvPr id="493576" name="Rectangle 13"/>
            <p:cNvSpPr>
              <a:spLocks noChangeArrowheads="1"/>
            </p:cNvSpPr>
            <p:nvPr/>
          </p:nvSpPr>
          <p:spPr bwMode="auto">
            <a:xfrm>
              <a:off x="5486400" y="1752600"/>
              <a:ext cx="3352800" cy="74613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77" name="Rectangle 14"/>
            <p:cNvSpPr>
              <a:spLocks noChangeArrowheads="1"/>
            </p:cNvSpPr>
            <p:nvPr/>
          </p:nvSpPr>
          <p:spPr bwMode="auto">
            <a:xfrm>
              <a:off x="4752975" y="2019300"/>
              <a:ext cx="1066800" cy="22860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78" name="Rectangle 15"/>
            <p:cNvSpPr>
              <a:spLocks noChangeArrowheads="1"/>
            </p:cNvSpPr>
            <p:nvPr/>
          </p:nvSpPr>
          <p:spPr bwMode="auto">
            <a:xfrm>
              <a:off x="5819775" y="1828800"/>
              <a:ext cx="228600" cy="60960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79" name="Text Box 16"/>
            <p:cNvSpPr txBox="1">
              <a:spLocks noChangeArrowheads="1"/>
            </p:cNvSpPr>
            <p:nvPr/>
          </p:nvSpPr>
          <p:spPr bwMode="auto">
            <a:xfrm>
              <a:off x="8580444" y="5350558"/>
              <a:ext cx="27283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  <p:sp>
          <p:nvSpPr>
            <p:cNvPr id="493580" name="Rectangle 17"/>
            <p:cNvSpPr>
              <a:spLocks noChangeArrowheads="1"/>
            </p:cNvSpPr>
            <p:nvPr/>
          </p:nvSpPr>
          <p:spPr bwMode="auto">
            <a:xfrm>
              <a:off x="5537200" y="2438400"/>
              <a:ext cx="3317875" cy="7620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3581" name="Text Box 20"/>
            <p:cNvSpPr txBox="1">
              <a:spLocks noChangeArrowheads="1"/>
            </p:cNvSpPr>
            <p:nvPr/>
          </p:nvSpPr>
          <p:spPr bwMode="auto">
            <a:xfrm>
              <a:off x="5590216" y="2743200"/>
              <a:ext cx="1037656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/>
                <a:t>Displacement</a:t>
              </a:r>
            </a:p>
          </p:txBody>
        </p:sp>
        <p:sp>
          <p:nvSpPr>
            <p:cNvPr id="493582" name="Text Box 22"/>
            <p:cNvSpPr txBox="1">
              <a:spLocks noChangeArrowheads="1"/>
            </p:cNvSpPr>
            <p:nvPr/>
          </p:nvSpPr>
          <p:spPr bwMode="auto">
            <a:xfrm>
              <a:off x="5255957" y="4343400"/>
              <a:ext cx="1371915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>
                  <a:sym typeface="Symbol" pitchFamily="18" charset="2"/>
                </a:rPr>
                <a:t>Change in Pressure</a:t>
              </a:r>
            </a:p>
          </p:txBody>
        </p:sp>
        <p:sp>
          <p:nvSpPr>
            <p:cNvPr id="493583" name="Text Box 16"/>
            <p:cNvSpPr txBox="1">
              <a:spLocks noChangeArrowheads="1"/>
            </p:cNvSpPr>
            <p:nvPr/>
          </p:nvSpPr>
          <p:spPr bwMode="auto">
            <a:xfrm>
              <a:off x="8580444" y="3625123"/>
              <a:ext cx="27283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3512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BB09E3-76B0-75B2-0072-6AACE4CE9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842457-3A33-1EF1-7DDD-8107024A2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41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75EA-8BA6-E8FB-8990-FE2162F6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BA3E-C82C-F7C5-2B00-42A0065F9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FE9C1-F476-30AA-D673-21F867339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09" y="3349977"/>
            <a:ext cx="41719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02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FCD0D3-C27D-45E7-B26E-D48722990FF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123.21.7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A wave is traveling on a rope. Does the wave speed increase or decrease as you pull harder on a rope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Increase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Decrease</a:t>
            </a:r>
          </a:p>
        </p:txBody>
      </p:sp>
    </p:spTree>
    <p:extLst>
      <p:ext uri="{BB962C8B-B14F-4D97-AF65-F5344CB8AC3E}">
        <p14:creationId xmlns:p14="http://schemas.microsoft.com/office/powerpoint/2010/main" val="723213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16.9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A wave travels across a boundary between two different weight ropes. If it goes from the heavier to the lighter rope, the wave speed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Increases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Decreases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Stays the same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354CA6-2371-4C3D-9BCD-3813C9281DF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58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16.10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A wave travels across a boundary between two different weight ropes. If it goes from the lighter to the heavier rope, the reflected wave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Is inverted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Is not inverted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CD2813-E4C4-402A-A221-FA93E480D86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97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16.11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800"/>
              <a:t>If one end of the rope is fixed to a pole, the reflected wave is inverted because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rope dissipates energy so the pulse must be lower to account for the lower potential energy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pole exerts an equal but opposite force on the end of the rope, so it is forced downward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The pull of gravity increases for the end of ropes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en-US" sz="2800"/>
              <a:t>Can’t tell</a:t>
            </a:r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F00098-A586-4021-A6FD-B25936B14AF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45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123.21.8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The speed of sound in water is about 1.4km/s. Will the speed of sound be faster or slower in air?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Faster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Slower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Can’t tell</a:t>
            </a:r>
          </a:p>
          <a:p>
            <a:pPr marL="609600" indent="-609600" eaLnBrk="1" hangingPunct="1"/>
            <a:endParaRPr lang="en-US"/>
          </a:p>
        </p:txBody>
      </p:sp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24A40A-39FE-434B-BF0F-F604B45A612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81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5837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0877BE-92C3-491C-93AD-A4AD9F2A15F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Case One: Fixed End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5167313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 There is a big change in the medium at the end of the rope.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 rope ends.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There is a person or (as in the figure) some thing holding the rope in place.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This change in medium causes a reflection.   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In the fixed end case, the pulse is inverted.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3113548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709273" y="176212"/>
            <a:ext cx="5725454" cy="6505575"/>
            <a:chOff x="294346" y="123825"/>
            <a:chExt cx="5725454" cy="6505575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8325" y="1238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8325" y="17526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68325" y="34290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33400" y="50292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92525" y="1524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657600" y="1752600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657600" y="34766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657600" y="5076825"/>
              <a:ext cx="2327275" cy="155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9"/>
            <p:cNvSpPr txBox="1"/>
            <p:nvPr/>
          </p:nvSpPr>
          <p:spPr>
            <a:xfrm>
              <a:off x="294346" y="6858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0s</a:t>
              </a:r>
            </a:p>
          </p:txBody>
        </p:sp>
        <p:sp>
          <p:nvSpPr>
            <p:cNvPr id="14" name="TextBox 10"/>
            <p:cNvSpPr txBox="1"/>
            <p:nvPr/>
          </p:nvSpPr>
          <p:spPr>
            <a:xfrm>
              <a:off x="294346" y="22976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1s</a:t>
              </a: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294346" y="38862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2s</a:t>
              </a:r>
            </a:p>
          </p:txBody>
        </p:sp>
        <p:sp>
          <p:nvSpPr>
            <p:cNvPr id="16" name="TextBox 12"/>
            <p:cNvSpPr txBox="1"/>
            <p:nvPr/>
          </p:nvSpPr>
          <p:spPr>
            <a:xfrm>
              <a:off x="294346" y="5486400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3s</a:t>
              </a:r>
            </a:p>
          </p:txBody>
        </p:sp>
        <p:sp>
          <p:nvSpPr>
            <p:cNvPr id="17" name="TextBox 13"/>
            <p:cNvSpPr txBox="1"/>
            <p:nvPr/>
          </p:nvSpPr>
          <p:spPr>
            <a:xfrm>
              <a:off x="3113746" y="6974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4s</a:t>
              </a:r>
            </a:p>
          </p:txBody>
        </p:sp>
        <p:sp>
          <p:nvSpPr>
            <p:cNvPr id="18" name="TextBox 14"/>
            <p:cNvSpPr txBox="1"/>
            <p:nvPr/>
          </p:nvSpPr>
          <p:spPr>
            <a:xfrm>
              <a:off x="3113746" y="2309336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5s</a:t>
              </a:r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3113746" y="38978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6s</a:t>
              </a:r>
            </a:p>
          </p:txBody>
        </p:sp>
        <p:sp>
          <p:nvSpPr>
            <p:cNvPr id="20" name="TextBox 16"/>
            <p:cNvSpPr txBox="1"/>
            <p:nvPr/>
          </p:nvSpPr>
          <p:spPr>
            <a:xfrm>
              <a:off x="3113746" y="5498068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7s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002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C6ZAOiIfKo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0" y="1719263"/>
            <a:ext cx="8001000" cy="45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92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593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6E64E3-294D-42DF-BB91-93B1EBA0D53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0" y="1192213"/>
            <a:ext cx="8824913" cy="5072062"/>
            <a:chOff x="0" y="751"/>
            <a:chExt cx="5559" cy="3195"/>
          </a:xfrm>
        </p:grpSpPr>
        <p:sp>
          <p:nvSpPr>
            <p:cNvPr id="59399" name="Rectangle 18"/>
            <p:cNvSpPr>
              <a:spLocks noChangeArrowheads="1"/>
            </p:cNvSpPr>
            <p:nvPr/>
          </p:nvSpPr>
          <p:spPr bwMode="auto">
            <a:xfrm>
              <a:off x="5083" y="796"/>
              <a:ext cx="476" cy="2939"/>
            </a:xfrm>
            <a:prstGeom prst="rect">
              <a:avLst/>
            </a:prstGeom>
            <a:gradFill rotWithShape="1">
              <a:gsLst>
                <a:gs pos="0">
                  <a:srgbClr val="993300"/>
                </a:gs>
                <a:gs pos="100000">
                  <a:srgbClr val="471800"/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85"/>
            <p:cNvGrpSpPr>
              <a:grpSpLocks/>
            </p:cNvGrpSpPr>
            <p:nvPr/>
          </p:nvGrpSpPr>
          <p:grpSpPr bwMode="auto">
            <a:xfrm>
              <a:off x="444" y="751"/>
              <a:ext cx="4847" cy="1224"/>
              <a:chOff x="444" y="868"/>
              <a:chExt cx="4847" cy="1224"/>
            </a:xfrm>
          </p:grpSpPr>
          <p:sp>
            <p:nvSpPr>
              <p:cNvPr id="59438" name="AutoShape 82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9" name="AutoShape 81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0" name="AutoShape 80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1" name="AutoShape 7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2" name="AutoShape 77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3" name="AutoShape 76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4" name="AutoShape 75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5" name="AutoShape 13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6" name="AutoShape 9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7" name="AutoShape 12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48" name="AutoShape 11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59450" name="AutoShape 4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51" name="AutoShape 5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52" name="AutoShape 6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9401" name="AutoShape 17"/>
            <p:cNvSpPr>
              <a:spLocks noChangeArrowheads="1"/>
            </p:cNvSpPr>
            <p:nvPr/>
          </p:nvSpPr>
          <p:spPr bwMode="auto">
            <a:xfrm rot="-8976195">
              <a:off x="5136" y="1528"/>
              <a:ext cx="56" cy="503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2" name="Oval 16"/>
            <p:cNvSpPr>
              <a:spLocks noChangeArrowheads="1"/>
            </p:cNvSpPr>
            <p:nvPr/>
          </p:nvSpPr>
          <p:spPr bwMode="auto">
            <a:xfrm rot="2292968">
              <a:off x="5147" y="1563"/>
              <a:ext cx="275" cy="101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Oval 47"/>
            <p:cNvSpPr>
              <a:spLocks noChangeArrowheads="1"/>
            </p:cNvSpPr>
            <p:nvPr/>
          </p:nvSpPr>
          <p:spPr bwMode="auto">
            <a:xfrm>
              <a:off x="4631" y="1669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Line 48"/>
            <p:cNvSpPr>
              <a:spLocks noChangeShapeType="1"/>
            </p:cNvSpPr>
            <p:nvPr/>
          </p:nvSpPr>
          <p:spPr bwMode="auto">
            <a:xfrm flipH="1">
              <a:off x="3548" y="1673"/>
              <a:ext cx="1325" cy="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5" name="Line 49"/>
            <p:cNvSpPr>
              <a:spLocks noChangeShapeType="1"/>
            </p:cNvSpPr>
            <p:nvPr/>
          </p:nvSpPr>
          <p:spPr bwMode="auto">
            <a:xfrm flipH="1">
              <a:off x="4374" y="2133"/>
              <a:ext cx="832" cy="1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86"/>
            <p:cNvGrpSpPr>
              <a:grpSpLocks/>
            </p:cNvGrpSpPr>
            <p:nvPr/>
          </p:nvGrpSpPr>
          <p:grpSpPr bwMode="auto">
            <a:xfrm>
              <a:off x="2825" y="1902"/>
              <a:ext cx="1764" cy="1709"/>
              <a:chOff x="2825" y="1902"/>
              <a:chExt cx="1764" cy="1709"/>
            </a:xfrm>
          </p:grpSpPr>
          <p:sp>
            <p:nvSpPr>
              <p:cNvPr id="59417" name="Oval 46"/>
              <p:cNvSpPr>
                <a:spLocks noChangeArrowheads="1"/>
              </p:cNvSpPr>
              <p:nvPr/>
            </p:nvSpPr>
            <p:spPr bwMode="auto">
              <a:xfrm>
                <a:off x="2825" y="1902"/>
                <a:ext cx="1764" cy="1709"/>
              </a:xfrm>
              <a:prstGeom prst="ellipse">
                <a:avLst/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" name="Group 44"/>
              <p:cNvGrpSpPr>
                <a:grpSpLocks/>
              </p:cNvGrpSpPr>
              <p:nvPr/>
            </p:nvGrpSpPr>
            <p:grpSpPr bwMode="auto">
              <a:xfrm>
                <a:off x="2961" y="2081"/>
                <a:ext cx="1565" cy="1353"/>
                <a:chOff x="2961" y="2081"/>
                <a:chExt cx="1565" cy="1353"/>
              </a:xfrm>
            </p:grpSpPr>
            <p:sp>
              <p:nvSpPr>
                <p:cNvPr id="59420" name="Line 40"/>
                <p:cNvSpPr>
                  <a:spLocks noChangeShapeType="1"/>
                </p:cNvSpPr>
                <p:nvPr/>
              </p:nvSpPr>
              <p:spPr bwMode="auto">
                <a:xfrm>
                  <a:off x="3708" y="2796"/>
                  <a:ext cx="0" cy="264"/>
                </a:xfrm>
                <a:prstGeom prst="line">
                  <a:avLst/>
                </a:prstGeom>
                <a:noFill/>
                <a:ln w="28575">
                  <a:solidFill>
                    <a:srgbClr val="33CCCC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39"/>
                <p:cNvGrpSpPr>
                  <a:grpSpLocks/>
                </p:cNvGrpSpPr>
                <p:nvPr/>
              </p:nvGrpSpPr>
              <p:grpSpPr bwMode="auto">
                <a:xfrm>
                  <a:off x="2961" y="2081"/>
                  <a:ext cx="1565" cy="1258"/>
                  <a:chOff x="3235" y="2328"/>
                  <a:chExt cx="1565" cy="1258"/>
                </a:xfrm>
              </p:grpSpPr>
              <p:sp>
                <p:nvSpPr>
                  <p:cNvPr id="594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860" y="2941"/>
                    <a:ext cx="251" cy="4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6" name="AutoShape 23"/>
                  <p:cNvSpPr>
                    <a:spLocks noChangeArrowheads="1"/>
                  </p:cNvSpPr>
                  <p:nvPr/>
                </p:nvSpPr>
                <p:spPr bwMode="auto">
                  <a:xfrm rot="2051297">
                    <a:off x="3781" y="2925"/>
                    <a:ext cx="476" cy="219"/>
                  </a:xfrm>
                  <a:prstGeom prst="flowChartMagneticDrum">
                    <a:avLst/>
                  </a:prstGeom>
                  <a:solidFill>
                    <a:schemeClr val="accent1">
                      <a:alpha val="52156"/>
                    </a:schemeClr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7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870" y="2532"/>
                    <a:ext cx="0" cy="402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8" name="Line 2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479" y="2643"/>
                    <a:ext cx="393" cy="302"/>
                  </a:xfrm>
                  <a:prstGeom prst="line">
                    <a:avLst/>
                  </a:prstGeom>
                  <a:noFill/>
                  <a:ln w="28575">
                    <a:solidFill>
                      <a:srgbClr val="3366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29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5" y="2455"/>
                    <a:ext cx="204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</a:p>
                </p:txBody>
              </p:sp>
              <p:sp>
                <p:nvSpPr>
                  <p:cNvPr id="59430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39" y="2835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3366FF"/>
                        </a:solidFill>
                      </a:rPr>
                      <a:t>x</a:t>
                    </a:r>
                  </a:p>
                </p:txBody>
              </p:sp>
              <p:sp>
                <p:nvSpPr>
                  <p:cNvPr id="59431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1" y="2328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3366FF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3366FF"/>
                        </a:solidFill>
                      </a:rPr>
                      <a:t>y</a:t>
                    </a:r>
                  </a:p>
                </p:txBody>
              </p:sp>
              <p:sp>
                <p:nvSpPr>
                  <p:cNvPr id="59432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49" y="2709"/>
                    <a:ext cx="8" cy="430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3" name="Line 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59" y="3132"/>
                    <a:ext cx="357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4147" y="3128"/>
                    <a:ext cx="393" cy="302"/>
                  </a:xfrm>
                  <a:prstGeom prst="line">
                    <a:avLst/>
                  </a:prstGeom>
                  <a:noFill/>
                  <a:ln w="28575">
                    <a:solidFill>
                      <a:srgbClr val="99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435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27" y="3355"/>
                    <a:ext cx="204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</a:p>
                </p:txBody>
              </p:sp>
              <p:sp>
                <p:nvSpPr>
                  <p:cNvPr id="59436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83" y="2579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7DC4C9"/>
                        </a:solidFill>
                      </a:rPr>
                      <a:t>y</a:t>
                    </a:r>
                  </a:p>
                </p:txBody>
              </p:sp>
              <p:sp>
                <p:nvSpPr>
                  <p:cNvPr id="59437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43" y="2987"/>
                    <a:ext cx="257" cy="231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b="1">
                        <a:solidFill>
                          <a:srgbClr val="7DC4C9"/>
                        </a:solidFill>
                      </a:rPr>
                      <a:t>T</a:t>
                    </a:r>
                    <a:r>
                      <a:rPr lang="en-US" b="1" baseline="-25000">
                        <a:solidFill>
                          <a:srgbClr val="7DC4C9"/>
                        </a:solidFill>
                      </a:rPr>
                      <a:t>x</a:t>
                    </a:r>
                  </a:p>
                </p:txBody>
              </p:sp>
            </p:grpSp>
            <p:sp>
              <p:nvSpPr>
                <p:cNvPr id="5942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393" y="2903"/>
                  <a:ext cx="257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7DC4C9"/>
                      </a:solidFill>
                    </a:rPr>
                    <a:t>F</a:t>
                  </a:r>
                  <a:r>
                    <a:rPr lang="en-US" baseline="-25000">
                      <a:solidFill>
                        <a:srgbClr val="7DC4C9"/>
                      </a:solidFill>
                    </a:rPr>
                    <a:t>g</a:t>
                  </a:r>
                </a:p>
              </p:txBody>
            </p:sp>
            <p:sp>
              <p:nvSpPr>
                <p:cNvPr id="59423" name="Line 42"/>
                <p:cNvSpPr>
                  <a:spLocks noChangeShapeType="1"/>
                </p:cNvSpPr>
                <p:nvPr/>
              </p:nvSpPr>
              <p:spPr bwMode="auto">
                <a:xfrm>
                  <a:off x="3876" y="2880"/>
                  <a:ext cx="0" cy="3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424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579" y="3203"/>
                  <a:ext cx="368" cy="231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chemeClr val="accent2"/>
                      </a:solidFill>
                    </a:rPr>
                    <a:t>F</a:t>
                  </a:r>
                  <a:r>
                    <a:rPr lang="en-US" baseline="-25000">
                      <a:solidFill>
                        <a:schemeClr val="accent2"/>
                      </a:solidFill>
                    </a:rPr>
                    <a:t>wall</a:t>
                  </a:r>
                </a:p>
              </p:txBody>
            </p:sp>
          </p:grpSp>
          <p:sp>
            <p:nvSpPr>
              <p:cNvPr id="59419" name="Oval 50"/>
              <p:cNvSpPr>
                <a:spLocks noChangeArrowheads="1"/>
              </p:cNvSpPr>
              <p:nvPr/>
            </p:nvSpPr>
            <p:spPr bwMode="auto">
              <a:xfrm>
                <a:off x="3648" y="2671"/>
                <a:ext cx="438" cy="429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407" name="Line 52"/>
            <p:cNvSpPr>
              <a:spLocks noChangeShapeType="1"/>
            </p:cNvSpPr>
            <p:nvPr/>
          </p:nvSpPr>
          <p:spPr bwMode="auto">
            <a:xfrm flipH="1" flipV="1">
              <a:off x="153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8" name="Line 53"/>
            <p:cNvSpPr>
              <a:spLocks noChangeShapeType="1"/>
            </p:cNvSpPr>
            <p:nvPr/>
          </p:nvSpPr>
          <p:spPr bwMode="auto">
            <a:xfrm flipH="1">
              <a:off x="136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9" name="Oval 51"/>
            <p:cNvSpPr>
              <a:spLocks noChangeArrowheads="1"/>
            </p:cNvSpPr>
            <p:nvPr/>
          </p:nvSpPr>
          <p:spPr bwMode="auto">
            <a:xfrm>
              <a:off x="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0" name="Text Box 68"/>
            <p:cNvSpPr txBox="1">
              <a:spLocks noChangeArrowheads="1"/>
            </p:cNvSpPr>
            <p:nvPr/>
          </p:nvSpPr>
          <p:spPr bwMode="auto">
            <a:xfrm>
              <a:off x="80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59411" name="Text Box 70"/>
            <p:cNvSpPr txBox="1">
              <a:spLocks noChangeArrowheads="1"/>
            </p:cNvSpPr>
            <p:nvPr/>
          </p:nvSpPr>
          <p:spPr bwMode="auto">
            <a:xfrm>
              <a:off x="777" y="2690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59412" name="Line 55"/>
            <p:cNvSpPr>
              <a:spLocks noChangeShapeType="1"/>
            </p:cNvSpPr>
            <p:nvPr/>
          </p:nvSpPr>
          <p:spPr bwMode="auto">
            <a:xfrm>
              <a:off x="1273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3" name="AutoShape 58"/>
            <p:cNvSpPr>
              <a:spLocks noChangeArrowheads="1"/>
            </p:cNvSpPr>
            <p:nvPr/>
          </p:nvSpPr>
          <p:spPr bwMode="auto">
            <a:xfrm rot="2051297">
              <a:off x="117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4" name="Line 64"/>
            <p:cNvSpPr>
              <a:spLocks noChangeShapeType="1"/>
            </p:cNvSpPr>
            <p:nvPr/>
          </p:nvSpPr>
          <p:spPr bwMode="auto">
            <a:xfrm flipH="1" flipV="1">
              <a:off x="1335" y="1448"/>
              <a:ext cx="4" cy="829"/>
            </a:xfrm>
            <a:prstGeom prst="line">
              <a:avLst/>
            </a:prstGeom>
            <a:noFill/>
            <a:ln w="28575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Line 71"/>
            <p:cNvSpPr>
              <a:spLocks noChangeShapeType="1"/>
            </p:cNvSpPr>
            <p:nvPr/>
          </p:nvSpPr>
          <p:spPr bwMode="auto">
            <a:xfrm>
              <a:off x="1344" y="2735"/>
              <a:ext cx="0" cy="7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6" name="Text Box 72"/>
            <p:cNvSpPr txBox="1">
              <a:spLocks noChangeArrowheads="1"/>
            </p:cNvSpPr>
            <p:nvPr/>
          </p:nvSpPr>
          <p:spPr bwMode="auto">
            <a:xfrm>
              <a:off x="1396" y="2875"/>
              <a:ext cx="559" cy="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accent2"/>
                  </a:solidFill>
                </a:rPr>
                <a:t>F</a:t>
              </a:r>
              <a:r>
                <a:rPr lang="en-US" sz="3200" baseline="-25000">
                  <a:solidFill>
                    <a:schemeClr val="accent2"/>
                  </a:solidFill>
                </a:rPr>
                <a:t>wall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31180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1741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31D312-1489-4696-8AD3-D2B5D5D832E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74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Reasonable?</a:t>
            </a:r>
          </a:p>
        </p:txBody>
      </p:sp>
      <p:sp>
        <p:nvSpPr>
          <p:cNvPr id="174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447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Remember back in PH 121 (or statics) the book on the table?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Book has a force due to gravity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Table exerts a force equal to </a:t>
            </a:r>
            <a:r>
              <a:rPr lang="en-US" i="1" dirty="0" err="1"/>
              <a:t>m</a:t>
            </a:r>
            <a:r>
              <a:rPr lang="en-US" i="1" baseline="-25000" dirty="0" err="1"/>
              <a:t>book</a:t>
            </a:r>
            <a:r>
              <a:rPr lang="en-US" i="1" dirty="0" err="1"/>
              <a:t>g</a:t>
            </a:r>
            <a:r>
              <a:rPr lang="en-US" dirty="0"/>
              <a:t> on the book</a:t>
            </a:r>
          </a:p>
        </p:txBody>
      </p:sp>
      <p:sp>
        <p:nvSpPr>
          <p:cNvPr id="17418" name="Rectangle 5"/>
          <p:cNvSpPr>
            <a:spLocks noChangeArrowheads="1"/>
          </p:cNvSpPr>
          <p:nvPr/>
        </p:nvSpPr>
        <p:spPr bwMode="auto">
          <a:xfrm>
            <a:off x="5369719" y="2215356"/>
            <a:ext cx="2466975" cy="88900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Rectangle 6"/>
          <p:cNvSpPr>
            <a:spLocks noChangeArrowheads="1"/>
          </p:cNvSpPr>
          <p:nvPr/>
        </p:nvSpPr>
        <p:spPr bwMode="auto">
          <a:xfrm rot="16200000">
            <a:off x="5109369" y="2815431"/>
            <a:ext cx="1117600" cy="58738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Rectangle 7"/>
          <p:cNvSpPr>
            <a:spLocks noChangeArrowheads="1"/>
          </p:cNvSpPr>
          <p:nvPr/>
        </p:nvSpPr>
        <p:spPr bwMode="auto">
          <a:xfrm rot="16200000">
            <a:off x="7076282" y="2815431"/>
            <a:ext cx="1117600" cy="58738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936457" y="1897856"/>
            <a:ext cx="1473200" cy="342900"/>
            <a:chOff x="3886" y="2322"/>
            <a:chExt cx="928" cy="216"/>
          </a:xfrm>
        </p:grpSpPr>
        <p:sp>
          <p:nvSpPr>
            <p:cNvPr id="17429" name="Rectangle 8" descr="Light horizontal"/>
            <p:cNvSpPr>
              <a:spLocks noChangeArrowheads="1"/>
            </p:cNvSpPr>
            <p:nvPr/>
          </p:nvSpPr>
          <p:spPr bwMode="auto">
            <a:xfrm>
              <a:off x="3940" y="2359"/>
              <a:ext cx="823" cy="155"/>
            </a:xfrm>
            <a:prstGeom prst="rect">
              <a:avLst/>
            </a:prstGeom>
            <a:pattFill prst="ltHorz">
              <a:fgClr>
                <a:srgbClr val="C0C0C0"/>
              </a:fgClr>
              <a:bgClr>
                <a:schemeClr val="bg1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Rectangle 9"/>
            <p:cNvSpPr>
              <a:spLocks noChangeArrowheads="1"/>
            </p:cNvSpPr>
            <p:nvPr/>
          </p:nvSpPr>
          <p:spPr bwMode="auto">
            <a:xfrm>
              <a:off x="3931" y="2333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Rectangle 10"/>
            <p:cNvSpPr>
              <a:spLocks noChangeArrowheads="1"/>
            </p:cNvSpPr>
            <p:nvPr/>
          </p:nvSpPr>
          <p:spPr bwMode="auto">
            <a:xfrm>
              <a:off x="3936" y="2511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Freeform 11"/>
            <p:cNvSpPr>
              <a:spLocks/>
            </p:cNvSpPr>
            <p:nvPr/>
          </p:nvSpPr>
          <p:spPr bwMode="auto">
            <a:xfrm>
              <a:off x="3886" y="2322"/>
              <a:ext cx="64" cy="211"/>
            </a:xfrm>
            <a:custGeom>
              <a:avLst/>
              <a:gdLst>
                <a:gd name="T0" fmla="*/ 45 w 64"/>
                <a:gd name="T1" fmla="*/ 0 h 211"/>
                <a:gd name="T2" fmla="*/ 9 w 64"/>
                <a:gd name="T3" fmla="*/ 64 h 211"/>
                <a:gd name="T4" fmla="*/ 0 w 64"/>
                <a:gd name="T5" fmla="*/ 156 h 211"/>
                <a:gd name="T6" fmla="*/ 64 w 64"/>
                <a:gd name="T7" fmla="*/ 211 h 211"/>
                <a:gd name="T8" fmla="*/ 36 w 64"/>
                <a:gd name="T9" fmla="*/ 137 h 211"/>
                <a:gd name="T10" fmla="*/ 36 w 64"/>
                <a:gd name="T11" fmla="*/ 73 h 211"/>
                <a:gd name="T12" fmla="*/ 45 w 64"/>
                <a:gd name="T13" fmla="*/ 0 h 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1"/>
                <a:gd name="T23" fmla="*/ 64 w 64"/>
                <a:gd name="T24" fmla="*/ 211 h 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1">
                  <a:moveTo>
                    <a:pt x="45" y="0"/>
                  </a:moveTo>
                  <a:lnTo>
                    <a:pt x="9" y="64"/>
                  </a:lnTo>
                  <a:lnTo>
                    <a:pt x="0" y="156"/>
                  </a:lnTo>
                  <a:lnTo>
                    <a:pt x="64" y="211"/>
                  </a:lnTo>
                  <a:lnTo>
                    <a:pt x="36" y="137"/>
                  </a:lnTo>
                  <a:lnTo>
                    <a:pt x="36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019800" y="4768851"/>
            <a:ext cx="1473200" cy="342900"/>
            <a:chOff x="3886" y="2322"/>
            <a:chExt cx="928" cy="216"/>
          </a:xfrm>
        </p:grpSpPr>
        <p:sp>
          <p:nvSpPr>
            <p:cNvPr id="17425" name="Rectangle 14" descr="Light horizontal"/>
            <p:cNvSpPr>
              <a:spLocks noChangeArrowheads="1"/>
            </p:cNvSpPr>
            <p:nvPr/>
          </p:nvSpPr>
          <p:spPr bwMode="auto">
            <a:xfrm>
              <a:off x="3940" y="2359"/>
              <a:ext cx="823" cy="155"/>
            </a:xfrm>
            <a:prstGeom prst="rect">
              <a:avLst/>
            </a:prstGeom>
            <a:pattFill prst="ltHorz">
              <a:fgClr>
                <a:srgbClr val="C0C0C0"/>
              </a:fgClr>
              <a:bgClr>
                <a:schemeClr val="bg1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Rectangle 15"/>
            <p:cNvSpPr>
              <a:spLocks noChangeArrowheads="1"/>
            </p:cNvSpPr>
            <p:nvPr/>
          </p:nvSpPr>
          <p:spPr bwMode="auto">
            <a:xfrm>
              <a:off x="3931" y="2333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Rectangle 16"/>
            <p:cNvSpPr>
              <a:spLocks noChangeArrowheads="1"/>
            </p:cNvSpPr>
            <p:nvPr/>
          </p:nvSpPr>
          <p:spPr bwMode="auto">
            <a:xfrm>
              <a:off x="3936" y="2511"/>
              <a:ext cx="878" cy="27"/>
            </a:xfrm>
            <a:prstGeom prst="rect">
              <a:avLst/>
            </a:prstGeom>
            <a:solidFill>
              <a:schemeClr val="tx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8" name="Freeform 17"/>
            <p:cNvSpPr>
              <a:spLocks/>
            </p:cNvSpPr>
            <p:nvPr/>
          </p:nvSpPr>
          <p:spPr bwMode="auto">
            <a:xfrm>
              <a:off x="3886" y="2322"/>
              <a:ext cx="64" cy="211"/>
            </a:xfrm>
            <a:custGeom>
              <a:avLst/>
              <a:gdLst>
                <a:gd name="T0" fmla="*/ 45 w 64"/>
                <a:gd name="T1" fmla="*/ 0 h 211"/>
                <a:gd name="T2" fmla="*/ 9 w 64"/>
                <a:gd name="T3" fmla="*/ 64 h 211"/>
                <a:gd name="T4" fmla="*/ 0 w 64"/>
                <a:gd name="T5" fmla="*/ 156 h 211"/>
                <a:gd name="T6" fmla="*/ 64 w 64"/>
                <a:gd name="T7" fmla="*/ 211 h 211"/>
                <a:gd name="T8" fmla="*/ 36 w 64"/>
                <a:gd name="T9" fmla="*/ 137 h 211"/>
                <a:gd name="T10" fmla="*/ 36 w 64"/>
                <a:gd name="T11" fmla="*/ 73 h 211"/>
                <a:gd name="T12" fmla="*/ 45 w 64"/>
                <a:gd name="T13" fmla="*/ 0 h 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1"/>
                <a:gd name="T23" fmla="*/ 64 w 64"/>
                <a:gd name="T24" fmla="*/ 211 h 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1">
                  <a:moveTo>
                    <a:pt x="45" y="0"/>
                  </a:moveTo>
                  <a:lnTo>
                    <a:pt x="9" y="64"/>
                  </a:lnTo>
                  <a:lnTo>
                    <a:pt x="0" y="156"/>
                  </a:lnTo>
                  <a:lnTo>
                    <a:pt x="64" y="211"/>
                  </a:lnTo>
                  <a:lnTo>
                    <a:pt x="36" y="137"/>
                  </a:lnTo>
                  <a:lnTo>
                    <a:pt x="36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3" name="Line 18"/>
          <p:cNvSpPr>
            <a:spLocks noChangeShapeType="1"/>
          </p:cNvSpPr>
          <p:nvPr/>
        </p:nvSpPr>
        <p:spPr bwMode="auto">
          <a:xfrm>
            <a:off x="6765925" y="5095876"/>
            <a:ext cx="0" cy="739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0" name="Object 19"/>
          <p:cNvGraphicFramePr>
            <a:graphicFrameLocks noChangeAspect="1"/>
          </p:cNvGraphicFramePr>
          <p:nvPr/>
        </p:nvGraphicFramePr>
        <p:xfrm>
          <a:off x="6888163" y="5589588"/>
          <a:ext cx="4984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40" imgH="241200" progId="Equation.3">
                  <p:embed/>
                </p:oleObj>
              </mc:Choice>
              <mc:Fallback>
                <p:oleObj name="Equation" r:id="rId2" imgW="190440" imgH="241200" progId="Equation.3">
                  <p:embed/>
                  <p:pic>
                    <p:nvPicPr>
                      <p:cNvPr id="1741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5589588"/>
                        <a:ext cx="498475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Line 21"/>
          <p:cNvSpPr>
            <a:spLocks noChangeShapeType="1"/>
          </p:cNvSpPr>
          <p:nvPr/>
        </p:nvSpPr>
        <p:spPr bwMode="auto">
          <a:xfrm flipV="1">
            <a:off x="6757988" y="4059238"/>
            <a:ext cx="0" cy="7397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1" name="Object 22"/>
          <p:cNvGraphicFramePr>
            <a:graphicFrameLocks noChangeAspect="1"/>
          </p:cNvGraphicFramePr>
          <p:nvPr/>
        </p:nvGraphicFramePr>
        <p:xfrm>
          <a:off x="6859588" y="3856038"/>
          <a:ext cx="8318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228600" progId="Equation.3">
                  <p:embed/>
                </p:oleObj>
              </mc:Choice>
              <mc:Fallback>
                <p:oleObj name="Equation" r:id="rId4" imgW="317160" imgH="228600" progId="Equation.3">
                  <p:embed/>
                  <p:pic>
                    <p:nvPicPr>
                      <p:cNvPr id="1741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588" y="3856038"/>
                        <a:ext cx="831850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565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04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08F9FDA-4605-470B-B956-789B87D2F90C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Demo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See if you can feel that you must provide the force</a:t>
            </a:r>
          </a:p>
        </p:txBody>
      </p:sp>
    </p:spTree>
    <p:extLst>
      <p:ext uri="{BB962C8B-B14F-4D97-AF65-F5344CB8AC3E}">
        <p14:creationId xmlns:p14="http://schemas.microsoft.com/office/powerpoint/2010/main" val="40973407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81000"/>
            <a:ext cx="2438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917699"/>
            <a:ext cx="2362201" cy="129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3365500"/>
            <a:ext cx="232143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09713" y="4965700"/>
            <a:ext cx="2300287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533400"/>
            <a:ext cx="2514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43400" y="1841500"/>
            <a:ext cx="25146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43400" y="3365500"/>
            <a:ext cx="2514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43401" y="4889500"/>
            <a:ext cx="2590800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34"/>
          <p:cNvGrpSpPr/>
          <p:nvPr/>
        </p:nvGrpSpPr>
        <p:grpSpPr>
          <a:xfrm>
            <a:off x="1447800" y="609600"/>
            <a:ext cx="3210854" cy="5181600"/>
            <a:chOff x="1709273" y="738187"/>
            <a:chExt cx="3210854" cy="5181600"/>
          </a:xfrm>
        </p:grpSpPr>
        <p:sp>
          <p:nvSpPr>
            <p:cNvPr id="36" name="TextBox 9"/>
            <p:cNvSpPr txBox="1"/>
            <p:nvPr/>
          </p:nvSpPr>
          <p:spPr>
            <a:xfrm>
              <a:off x="1709273" y="7381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0s</a:t>
              </a:r>
            </a:p>
          </p:txBody>
        </p:sp>
        <p:sp>
          <p:nvSpPr>
            <p:cNvPr id="37" name="TextBox 10"/>
            <p:cNvSpPr txBox="1"/>
            <p:nvPr/>
          </p:nvSpPr>
          <p:spPr>
            <a:xfrm>
              <a:off x="1709273" y="23500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1s</a:t>
              </a:r>
            </a:p>
          </p:txBody>
        </p:sp>
        <p:sp>
          <p:nvSpPr>
            <p:cNvPr id="38" name="TextBox 11"/>
            <p:cNvSpPr txBox="1"/>
            <p:nvPr/>
          </p:nvSpPr>
          <p:spPr>
            <a:xfrm>
              <a:off x="1709273" y="39385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2s</a:t>
              </a:r>
            </a:p>
          </p:txBody>
        </p:sp>
        <p:sp>
          <p:nvSpPr>
            <p:cNvPr id="39" name="TextBox 12"/>
            <p:cNvSpPr txBox="1"/>
            <p:nvPr/>
          </p:nvSpPr>
          <p:spPr>
            <a:xfrm>
              <a:off x="1709273" y="5538787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3s</a:t>
              </a:r>
            </a:p>
          </p:txBody>
        </p:sp>
        <p:sp>
          <p:nvSpPr>
            <p:cNvPr id="40" name="TextBox 13"/>
            <p:cNvSpPr txBox="1"/>
            <p:nvPr/>
          </p:nvSpPr>
          <p:spPr>
            <a:xfrm>
              <a:off x="4528673" y="7498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4s</a:t>
              </a:r>
            </a:p>
          </p:txBody>
        </p:sp>
        <p:sp>
          <p:nvSpPr>
            <p:cNvPr id="41" name="TextBox 14"/>
            <p:cNvSpPr txBox="1"/>
            <p:nvPr/>
          </p:nvSpPr>
          <p:spPr>
            <a:xfrm>
              <a:off x="4528673" y="236172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5s</a:t>
              </a:r>
            </a:p>
          </p:txBody>
        </p:sp>
        <p:sp>
          <p:nvSpPr>
            <p:cNvPr id="42" name="TextBox 15"/>
            <p:cNvSpPr txBox="1"/>
            <p:nvPr/>
          </p:nvSpPr>
          <p:spPr>
            <a:xfrm>
              <a:off x="4528673" y="39502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6s</a:t>
              </a:r>
            </a:p>
          </p:txBody>
        </p:sp>
        <p:sp>
          <p:nvSpPr>
            <p:cNvPr id="43" name="TextBox 16"/>
            <p:cNvSpPr txBox="1"/>
            <p:nvPr/>
          </p:nvSpPr>
          <p:spPr>
            <a:xfrm>
              <a:off x="4528673" y="5550455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7s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0554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xoKNyUpnn20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200" y="1333500"/>
            <a:ext cx="9067800" cy="51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06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24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D292EC-ADB3-4B5F-956B-BE6C725E96E4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85750" y="1192213"/>
            <a:ext cx="8399463" cy="5072062"/>
            <a:chOff x="180" y="751"/>
            <a:chExt cx="5291" cy="319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24" y="751"/>
              <a:ext cx="4847" cy="1224"/>
              <a:chOff x="444" y="868"/>
              <a:chExt cx="4847" cy="1224"/>
            </a:xfrm>
          </p:grpSpPr>
          <p:sp>
            <p:nvSpPr>
              <p:cNvPr id="62501" name="AutoShape 5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2" name="AutoShape 6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3" name="AutoShape 7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4" name="AutoShape 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5" name="AutoShape 9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6" name="AutoShape 10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7" name="AutoShape 11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8" name="AutoShape 12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09" name="AutoShape 13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10" name="AutoShape 14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11" name="AutoShape 15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62513" name="AutoShape 17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14" name="AutoShape 18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15" name="AutoShape 19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2472" name="Oval 22"/>
            <p:cNvSpPr>
              <a:spLocks noChangeArrowheads="1"/>
            </p:cNvSpPr>
            <p:nvPr/>
          </p:nvSpPr>
          <p:spPr bwMode="auto">
            <a:xfrm>
              <a:off x="4811" y="1669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3" name="Line 23"/>
            <p:cNvSpPr>
              <a:spLocks noChangeShapeType="1"/>
            </p:cNvSpPr>
            <p:nvPr/>
          </p:nvSpPr>
          <p:spPr bwMode="auto">
            <a:xfrm flipH="1">
              <a:off x="3728" y="1673"/>
              <a:ext cx="1325" cy="2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4" name="Line 24"/>
            <p:cNvSpPr>
              <a:spLocks noChangeShapeType="1"/>
            </p:cNvSpPr>
            <p:nvPr/>
          </p:nvSpPr>
          <p:spPr bwMode="auto">
            <a:xfrm flipH="1">
              <a:off x="4554" y="2143"/>
              <a:ext cx="832" cy="11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5" name="Oval 26"/>
            <p:cNvSpPr>
              <a:spLocks noChangeArrowheads="1"/>
            </p:cNvSpPr>
            <p:nvPr/>
          </p:nvSpPr>
          <p:spPr bwMode="auto">
            <a:xfrm>
              <a:off x="3005" y="1902"/>
              <a:ext cx="1764" cy="1709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6" name="Line 28"/>
            <p:cNvSpPr>
              <a:spLocks noChangeShapeType="1"/>
            </p:cNvSpPr>
            <p:nvPr/>
          </p:nvSpPr>
          <p:spPr bwMode="auto">
            <a:xfrm>
              <a:off x="3888" y="2796"/>
              <a:ext cx="0" cy="264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3141" y="2081"/>
              <a:ext cx="1565" cy="1258"/>
              <a:chOff x="3235" y="2328"/>
              <a:chExt cx="1565" cy="1258"/>
            </a:xfrm>
          </p:grpSpPr>
          <p:sp>
            <p:nvSpPr>
              <p:cNvPr id="62488" name="Line 30"/>
              <p:cNvSpPr>
                <a:spLocks noChangeShapeType="1"/>
              </p:cNvSpPr>
              <p:nvPr/>
            </p:nvSpPr>
            <p:spPr bwMode="auto">
              <a:xfrm>
                <a:off x="3860" y="2941"/>
                <a:ext cx="251" cy="4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9" name="AutoShape 31"/>
              <p:cNvSpPr>
                <a:spLocks noChangeArrowheads="1"/>
              </p:cNvSpPr>
              <p:nvPr/>
            </p:nvSpPr>
            <p:spPr bwMode="auto">
              <a:xfrm rot="2051297">
                <a:off x="3781" y="2925"/>
                <a:ext cx="476" cy="219"/>
              </a:xfrm>
              <a:prstGeom prst="flowChartMagneticDrum">
                <a:avLst/>
              </a:prstGeom>
              <a:solidFill>
                <a:schemeClr val="accent1">
                  <a:alpha val="52156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Line 32"/>
              <p:cNvSpPr>
                <a:spLocks noChangeShapeType="1"/>
              </p:cNvSpPr>
              <p:nvPr/>
            </p:nvSpPr>
            <p:spPr bwMode="auto">
              <a:xfrm flipV="1">
                <a:off x="3870" y="2532"/>
                <a:ext cx="0" cy="4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1" name="Line 33"/>
              <p:cNvSpPr>
                <a:spLocks noChangeShapeType="1"/>
              </p:cNvSpPr>
              <p:nvPr/>
            </p:nvSpPr>
            <p:spPr bwMode="auto">
              <a:xfrm flipH="1" flipV="1">
                <a:off x="3479" y="2643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2" name="Text Box 34"/>
              <p:cNvSpPr txBox="1">
                <a:spLocks noChangeArrowheads="1"/>
              </p:cNvSpPr>
              <p:nvPr/>
            </p:nvSpPr>
            <p:spPr bwMode="auto">
              <a:xfrm>
                <a:off x="3235" y="24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</a:p>
            </p:txBody>
          </p:sp>
          <p:sp>
            <p:nvSpPr>
              <p:cNvPr id="62493" name="Text Box 35"/>
              <p:cNvSpPr txBox="1">
                <a:spLocks noChangeArrowheads="1"/>
              </p:cNvSpPr>
              <p:nvPr/>
            </p:nvSpPr>
            <p:spPr bwMode="auto">
              <a:xfrm>
                <a:off x="3239" y="2835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x</a:t>
                </a:r>
              </a:p>
            </p:txBody>
          </p:sp>
          <p:sp>
            <p:nvSpPr>
              <p:cNvPr id="62494" name="Text Box 36"/>
              <p:cNvSpPr txBox="1">
                <a:spLocks noChangeArrowheads="1"/>
              </p:cNvSpPr>
              <p:nvPr/>
            </p:nvSpPr>
            <p:spPr bwMode="auto">
              <a:xfrm>
                <a:off x="3811" y="2328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y</a:t>
                </a:r>
              </a:p>
            </p:txBody>
          </p:sp>
          <p:sp>
            <p:nvSpPr>
              <p:cNvPr id="62495" name="Line 37"/>
              <p:cNvSpPr>
                <a:spLocks noChangeShapeType="1"/>
              </p:cNvSpPr>
              <p:nvPr/>
            </p:nvSpPr>
            <p:spPr bwMode="auto">
              <a:xfrm flipV="1">
                <a:off x="4149" y="2709"/>
                <a:ext cx="8" cy="43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6" name="Line 38"/>
              <p:cNvSpPr>
                <a:spLocks noChangeShapeType="1"/>
              </p:cNvSpPr>
              <p:nvPr/>
            </p:nvSpPr>
            <p:spPr bwMode="auto">
              <a:xfrm flipV="1">
                <a:off x="4159" y="3132"/>
                <a:ext cx="357" cy="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7" name="Line 39"/>
              <p:cNvSpPr>
                <a:spLocks noChangeShapeType="1"/>
              </p:cNvSpPr>
              <p:nvPr/>
            </p:nvSpPr>
            <p:spPr bwMode="auto">
              <a:xfrm>
                <a:off x="4147" y="3128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8" name="Text Box 40"/>
              <p:cNvSpPr txBox="1">
                <a:spLocks noChangeArrowheads="1"/>
              </p:cNvSpPr>
              <p:nvPr/>
            </p:nvSpPr>
            <p:spPr bwMode="auto">
              <a:xfrm>
                <a:off x="4527" y="33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</a:p>
            </p:txBody>
          </p:sp>
          <p:sp>
            <p:nvSpPr>
              <p:cNvPr id="62499" name="Text Box 41"/>
              <p:cNvSpPr txBox="1">
                <a:spLocks noChangeArrowheads="1"/>
              </p:cNvSpPr>
              <p:nvPr/>
            </p:nvSpPr>
            <p:spPr bwMode="auto">
              <a:xfrm>
                <a:off x="4183" y="2579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y</a:t>
                </a:r>
              </a:p>
            </p:txBody>
          </p:sp>
          <p:sp>
            <p:nvSpPr>
              <p:cNvPr id="62500" name="Text Box 42"/>
              <p:cNvSpPr txBox="1">
                <a:spLocks noChangeArrowheads="1"/>
              </p:cNvSpPr>
              <p:nvPr/>
            </p:nvSpPr>
            <p:spPr bwMode="auto">
              <a:xfrm>
                <a:off x="4543" y="2987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x</a:t>
                </a:r>
              </a:p>
            </p:txBody>
          </p:sp>
        </p:grpSp>
        <p:sp>
          <p:nvSpPr>
            <p:cNvPr id="62478" name="Text Box 43"/>
            <p:cNvSpPr txBox="1">
              <a:spLocks noChangeArrowheads="1"/>
            </p:cNvSpPr>
            <p:nvPr/>
          </p:nvSpPr>
          <p:spPr bwMode="auto">
            <a:xfrm>
              <a:off x="3573" y="2903"/>
              <a:ext cx="25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DC4C9"/>
                  </a:solidFill>
                </a:rPr>
                <a:t>F</a:t>
              </a:r>
              <a:r>
                <a:rPr lang="en-US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2479" name="Oval 46"/>
            <p:cNvSpPr>
              <a:spLocks noChangeArrowheads="1"/>
            </p:cNvSpPr>
            <p:nvPr/>
          </p:nvSpPr>
          <p:spPr bwMode="auto">
            <a:xfrm>
              <a:off x="3828" y="2671"/>
              <a:ext cx="438" cy="4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0" name="Line 47"/>
            <p:cNvSpPr>
              <a:spLocks noChangeShapeType="1"/>
            </p:cNvSpPr>
            <p:nvPr/>
          </p:nvSpPr>
          <p:spPr bwMode="auto">
            <a:xfrm flipH="1" flipV="1">
              <a:off x="171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1" name="Line 48"/>
            <p:cNvSpPr>
              <a:spLocks noChangeShapeType="1"/>
            </p:cNvSpPr>
            <p:nvPr/>
          </p:nvSpPr>
          <p:spPr bwMode="auto">
            <a:xfrm flipH="1">
              <a:off x="154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2" name="Oval 49"/>
            <p:cNvSpPr>
              <a:spLocks noChangeArrowheads="1"/>
            </p:cNvSpPr>
            <p:nvPr/>
          </p:nvSpPr>
          <p:spPr bwMode="auto">
            <a:xfrm>
              <a:off x="18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3" name="Text Box 50"/>
            <p:cNvSpPr txBox="1">
              <a:spLocks noChangeArrowheads="1"/>
            </p:cNvSpPr>
            <p:nvPr/>
          </p:nvSpPr>
          <p:spPr bwMode="auto">
            <a:xfrm>
              <a:off x="98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62484" name="Text Box 51"/>
            <p:cNvSpPr txBox="1">
              <a:spLocks noChangeArrowheads="1"/>
            </p:cNvSpPr>
            <p:nvPr/>
          </p:nvSpPr>
          <p:spPr bwMode="auto">
            <a:xfrm>
              <a:off x="1067" y="2772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2485" name="Line 52"/>
            <p:cNvSpPr>
              <a:spLocks noChangeShapeType="1"/>
            </p:cNvSpPr>
            <p:nvPr/>
          </p:nvSpPr>
          <p:spPr bwMode="auto">
            <a:xfrm>
              <a:off x="1526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6" name="AutoShape 53"/>
            <p:cNvSpPr>
              <a:spLocks noChangeArrowheads="1"/>
            </p:cNvSpPr>
            <p:nvPr/>
          </p:nvSpPr>
          <p:spPr bwMode="auto">
            <a:xfrm rot="2051297">
              <a:off x="135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7" name="Line 54"/>
            <p:cNvSpPr>
              <a:spLocks noChangeShapeType="1"/>
            </p:cNvSpPr>
            <p:nvPr/>
          </p:nvSpPr>
          <p:spPr bwMode="auto">
            <a:xfrm flipH="1" flipV="1">
              <a:off x="1515" y="1448"/>
              <a:ext cx="4" cy="829"/>
            </a:xfrm>
            <a:prstGeom prst="line">
              <a:avLst/>
            </a:prstGeom>
            <a:noFill/>
            <a:ln w="28575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24575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349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34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C60645-FEDE-4321-8C90-8A445AB3CA1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Case 3: Semi-loose End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367088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Now the pulse is partially reflected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RHS rope sees a semi-fixed end point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LHS receives part of the pulse energy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New pulse has been “transmitted”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02063" y="1944688"/>
            <a:ext cx="5167312" cy="4427537"/>
            <a:chOff x="2395" y="1225"/>
            <a:chExt cx="3255" cy="2789"/>
          </a:xfrm>
        </p:grpSpPr>
        <p:sp>
          <p:nvSpPr>
            <p:cNvPr id="63496" name="Rectangle 5"/>
            <p:cNvSpPr>
              <a:spLocks noChangeArrowheads="1"/>
            </p:cNvSpPr>
            <p:nvPr/>
          </p:nvSpPr>
          <p:spPr bwMode="auto">
            <a:xfrm>
              <a:off x="2395" y="1225"/>
              <a:ext cx="3255" cy="2789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63497" name="Picture 4" descr="11_3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96" y="1348"/>
              <a:ext cx="3072" cy="2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0947654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645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45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E0FC15-F05C-481F-90B8-18635F0468E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Forces on the End of the Rope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0" y="1192213"/>
            <a:ext cx="9142413" cy="5072062"/>
            <a:chOff x="0" y="751"/>
            <a:chExt cx="5759" cy="319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44" y="751"/>
              <a:ext cx="4847" cy="1224"/>
              <a:chOff x="444" y="868"/>
              <a:chExt cx="4847" cy="1224"/>
            </a:xfrm>
          </p:grpSpPr>
          <p:sp>
            <p:nvSpPr>
              <p:cNvPr id="64555" name="AutoShape 5"/>
              <p:cNvSpPr>
                <a:spLocks noChangeArrowheads="1"/>
              </p:cNvSpPr>
              <p:nvPr/>
            </p:nvSpPr>
            <p:spPr bwMode="auto">
              <a:xfrm rot="8906288" flipH="1">
                <a:off x="444" y="1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6" name="AutoShape 6"/>
              <p:cNvSpPr>
                <a:spLocks noChangeArrowheads="1"/>
              </p:cNvSpPr>
              <p:nvPr/>
            </p:nvSpPr>
            <p:spPr bwMode="auto">
              <a:xfrm rot="8685633" flipH="1">
                <a:off x="766" y="1647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7" name="AutoShape 7"/>
              <p:cNvSpPr>
                <a:spLocks noChangeArrowheads="1"/>
              </p:cNvSpPr>
              <p:nvPr/>
            </p:nvSpPr>
            <p:spPr bwMode="auto">
              <a:xfrm rot="8843297" flipH="1">
                <a:off x="1069" y="143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8" name="AutoShape 8"/>
              <p:cNvSpPr>
                <a:spLocks noChangeArrowheads="1"/>
              </p:cNvSpPr>
              <p:nvPr/>
            </p:nvSpPr>
            <p:spPr bwMode="auto">
              <a:xfrm rot="8937746" flipH="1">
                <a:off x="1373" y="122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9" name="AutoShape 9"/>
              <p:cNvSpPr>
                <a:spLocks noChangeArrowheads="1"/>
              </p:cNvSpPr>
              <p:nvPr/>
            </p:nvSpPr>
            <p:spPr bwMode="auto">
              <a:xfrm rot="9387045" flipH="1">
                <a:off x="1693" y="1051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0" name="AutoShape 10"/>
              <p:cNvSpPr>
                <a:spLocks noChangeArrowheads="1"/>
              </p:cNvSpPr>
              <p:nvPr/>
            </p:nvSpPr>
            <p:spPr bwMode="auto">
              <a:xfrm rot="9822954" flipH="1">
                <a:off x="2027" y="91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1" name="AutoShape 11"/>
              <p:cNvSpPr>
                <a:spLocks noChangeArrowheads="1"/>
              </p:cNvSpPr>
              <p:nvPr/>
            </p:nvSpPr>
            <p:spPr bwMode="auto">
              <a:xfrm rot="10699326" flipH="1">
                <a:off x="2379" y="868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2" name="AutoShape 12"/>
              <p:cNvSpPr>
                <a:spLocks noChangeArrowheads="1"/>
              </p:cNvSpPr>
              <p:nvPr/>
            </p:nvSpPr>
            <p:spPr bwMode="auto">
              <a:xfrm rot="321144">
                <a:off x="2784" y="873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3" name="AutoShape 13"/>
              <p:cNvSpPr>
                <a:spLocks noChangeArrowheads="1"/>
              </p:cNvSpPr>
              <p:nvPr/>
            </p:nvSpPr>
            <p:spPr bwMode="auto">
              <a:xfrm rot="1103145">
                <a:off x="3145" y="959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4" name="AutoShape 14"/>
              <p:cNvSpPr>
                <a:spLocks noChangeArrowheads="1"/>
              </p:cNvSpPr>
              <p:nvPr/>
            </p:nvSpPr>
            <p:spPr bwMode="auto">
              <a:xfrm rot="1507549">
                <a:off x="3497" y="1065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65" name="AutoShape 15"/>
              <p:cNvSpPr>
                <a:spLocks noChangeArrowheads="1"/>
              </p:cNvSpPr>
              <p:nvPr/>
            </p:nvSpPr>
            <p:spPr bwMode="auto">
              <a:xfrm rot="2051297">
                <a:off x="3817" y="1242"/>
                <a:ext cx="476" cy="219"/>
              </a:xfrm>
              <a:prstGeom prst="flowChartMagneticDrum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16"/>
              <p:cNvGrpSpPr>
                <a:grpSpLocks/>
              </p:cNvGrpSpPr>
              <p:nvPr/>
            </p:nvGrpSpPr>
            <p:grpSpPr bwMode="auto">
              <a:xfrm rot="2051297">
                <a:off x="4052" y="1663"/>
                <a:ext cx="1239" cy="230"/>
                <a:chOff x="2742" y="2660"/>
                <a:chExt cx="1239" cy="230"/>
              </a:xfrm>
            </p:grpSpPr>
            <p:sp>
              <p:nvSpPr>
                <p:cNvPr id="64567" name="AutoShape 17"/>
                <p:cNvSpPr>
                  <a:spLocks noChangeArrowheads="1"/>
                </p:cNvSpPr>
                <p:nvPr/>
              </p:nvSpPr>
              <p:spPr bwMode="auto">
                <a:xfrm>
                  <a:off x="2742" y="2660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568" name="AutoShape 18"/>
                <p:cNvSpPr>
                  <a:spLocks noChangeArrowheads="1"/>
                </p:cNvSpPr>
                <p:nvPr/>
              </p:nvSpPr>
              <p:spPr bwMode="auto">
                <a:xfrm>
                  <a:off x="3112" y="2665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569" name="AutoShape 19"/>
                <p:cNvSpPr>
                  <a:spLocks noChangeArrowheads="1"/>
                </p:cNvSpPr>
                <p:nvPr/>
              </p:nvSpPr>
              <p:spPr bwMode="auto">
                <a:xfrm>
                  <a:off x="3505" y="2671"/>
                  <a:ext cx="476" cy="219"/>
                </a:xfrm>
                <a:prstGeom prst="flowChartMagneticDrum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4520" name="Line 23"/>
            <p:cNvSpPr>
              <a:spLocks noChangeShapeType="1"/>
            </p:cNvSpPr>
            <p:nvPr/>
          </p:nvSpPr>
          <p:spPr bwMode="auto">
            <a:xfrm flipH="1">
              <a:off x="3548" y="1600"/>
              <a:ext cx="1388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1" name="Oval 26"/>
            <p:cNvSpPr>
              <a:spLocks noChangeArrowheads="1"/>
            </p:cNvSpPr>
            <p:nvPr/>
          </p:nvSpPr>
          <p:spPr bwMode="auto">
            <a:xfrm>
              <a:off x="2825" y="1902"/>
              <a:ext cx="1764" cy="1709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2" name="Line 28"/>
            <p:cNvSpPr>
              <a:spLocks noChangeShapeType="1"/>
            </p:cNvSpPr>
            <p:nvPr/>
          </p:nvSpPr>
          <p:spPr bwMode="auto">
            <a:xfrm>
              <a:off x="3708" y="2796"/>
              <a:ext cx="0" cy="264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2961" y="2081"/>
              <a:ext cx="1565" cy="1258"/>
              <a:chOff x="3235" y="2328"/>
              <a:chExt cx="1565" cy="1258"/>
            </a:xfrm>
          </p:grpSpPr>
          <p:sp>
            <p:nvSpPr>
              <p:cNvPr id="64542" name="Line 30"/>
              <p:cNvSpPr>
                <a:spLocks noChangeShapeType="1"/>
              </p:cNvSpPr>
              <p:nvPr/>
            </p:nvSpPr>
            <p:spPr bwMode="auto">
              <a:xfrm>
                <a:off x="3860" y="2941"/>
                <a:ext cx="251" cy="4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3" name="AutoShape 31"/>
              <p:cNvSpPr>
                <a:spLocks noChangeArrowheads="1"/>
              </p:cNvSpPr>
              <p:nvPr/>
            </p:nvSpPr>
            <p:spPr bwMode="auto">
              <a:xfrm rot="2051297">
                <a:off x="3781" y="2925"/>
                <a:ext cx="476" cy="219"/>
              </a:xfrm>
              <a:prstGeom prst="flowChartMagneticDrum">
                <a:avLst/>
              </a:prstGeom>
              <a:solidFill>
                <a:schemeClr val="accent1">
                  <a:alpha val="52156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4" name="Line 32"/>
              <p:cNvSpPr>
                <a:spLocks noChangeShapeType="1"/>
              </p:cNvSpPr>
              <p:nvPr/>
            </p:nvSpPr>
            <p:spPr bwMode="auto">
              <a:xfrm flipV="1">
                <a:off x="3870" y="2532"/>
                <a:ext cx="0" cy="4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5" name="Line 33"/>
              <p:cNvSpPr>
                <a:spLocks noChangeShapeType="1"/>
              </p:cNvSpPr>
              <p:nvPr/>
            </p:nvSpPr>
            <p:spPr bwMode="auto">
              <a:xfrm flipH="1" flipV="1">
                <a:off x="3479" y="2643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33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46" name="Text Box 34"/>
              <p:cNvSpPr txBox="1">
                <a:spLocks noChangeArrowheads="1"/>
              </p:cNvSpPr>
              <p:nvPr/>
            </p:nvSpPr>
            <p:spPr bwMode="auto">
              <a:xfrm>
                <a:off x="3235" y="24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</a:p>
            </p:txBody>
          </p:sp>
          <p:sp>
            <p:nvSpPr>
              <p:cNvPr id="64547" name="Text Box 35"/>
              <p:cNvSpPr txBox="1">
                <a:spLocks noChangeArrowheads="1"/>
              </p:cNvSpPr>
              <p:nvPr/>
            </p:nvSpPr>
            <p:spPr bwMode="auto">
              <a:xfrm>
                <a:off x="3239" y="2835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x</a:t>
                </a:r>
              </a:p>
            </p:txBody>
          </p:sp>
          <p:sp>
            <p:nvSpPr>
              <p:cNvPr id="64548" name="Text Box 36"/>
              <p:cNvSpPr txBox="1">
                <a:spLocks noChangeArrowheads="1"/>
              </p:cNvSpPr>
              <p:nvPr/>
            </p:nvSpPr>
            <p:spPr bwMode="auto">
              <a:xfrm>
                <a:off x="3811" y="2328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3366FF"/>
                    </a:solidFill>
                  </a:rPr>
                  <a:t>T</a:t>
                </a:r>
                <a:r>
                  <a:rPr lang="en-US" b="1" baseline="-25000">
                    <a:solidFill>
                      <a:srgbClr val="3366FF"/>
                    </a:solidFill>
                  </a:rPr>
                  <a:t>y</a:t>
                </a:r>
              </a:p>
            </p:txBody>
          </p:sp>
          <p:sp>
            <p:nvSpPr>
              <p:cNvPr id="64549" name="Line 37"/>
              <p:cNvSpPr>
                <a:spLocks noChangeShapeType="1"/>
              </p:cNvSpPr>
              <p:nvPr/>
            </p:nvSpPr>
            <p:spPr bwMode="auto">
              <a:xfrm flipV="1">
                <a:off x="4149" y="2709"/>
                <a:ext cx="8" cy="43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0" name="Line 38"/>
              <p:cNvSpPr>
                <a:spLocks noChangeShapeType="1"/>
              </p:cNvSpPr>
              <p:nvPr/>
            </p:nvSpPr>
            <p:spPr bwMode="auto">
              <a:xfrm flipV="1">
                <a:off x="4159" y="3132"/>
                <a:ext cx="357" cy="0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1" name="Line 39"/>
              <p:cNvSpPr>
                <a:spLocks noChangeShapeType="1"/>
              </p:cNvSpPr>
              <p:nvPr/>
            </p:nvSpPr>
            <p:spPr bwMode="auto">
              <a:xfrm>
                <a:off x="4147" y="3128"/>
                <a:ext cx="393" cy="302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552" name="Text Box 40"/>
              <p:cNvSpPr txBox="1">
                <a:spLocks noChangeArrowheads="1"/>
              </p:cNvSpPr>
              <p:nvPr/>
            </p:nvSpPr>
            <p:spPr bwMode="auto">
              <a:xfrm>
                <a:off x="4527" y="3355"/>
                <a:ext cx="20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</a:p>
            </p:txBody>
          </p:sp>
          <p:sp>
            <p:nvSpPr>
              <p:cNvPr id="64553" name="Text Box 41"/>
              <p:cNvSpPr txBox="1">
                <a:spLocks noChangeArrowheads="1"/>
              </p:cNvSpPr>
              <p:nvPr/>
            </p:nvSpPr>
            <p:spPr bwMode="auto">
              <a:xfrm>
                <a:off x="4183" y="2579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y</a:t>
                </a:r>
              </a:p>
            </p:txBody>
          </p:sp>
          <p:sp>
            <p:nvSpPr>
              <p:cNvPr id="64554" name="Text Box 42"/>
              <p:cNvSpPr txBox="1">
                <a:spLocks noChangeArrowheads="1"/>
              </p:cNvSpPr>
              <p:nvPr/>
            </p:nvSpPr>
            <p:spPr bwMode="auto">
              <a:xfrm>
                <a:off x="4543" y="2987"/>
                <a:ext cx="257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rgbClr val="7DC4C9"/>
                    </a:solidFill>
                  </a:rPr>
                  <a:t>T</a:t>
                </a:r>
                <a:r>
                  <a:rPr lang="en-US" b="1" baseline="-25000">
                    <a:solidFill>
                      <a:srgbClr val="7DC4C9"/>
                    </a:solidFill>
                  </a:rPr>
                  <a:t>x</a:t>
                </a:r>
              </a:p>
            </p:txBody>
          </p:sp>
        </p:grpSp>
        <p:sp>
          <p:nvSpPr>
            <p:cNvPr id="64524" name="Text Box 43"/>
            <p:cNvSpPr txBox="1">
              <a:spLocks noChangeArrowheads="1"/>
            </p:cNvSpPr>
            <p:nvPr/>
          </p:nvSpPr>
          <p:spPr bwMode="auto">
            <a:xfrm>
              <a:off x="3393" y="2903"/>
              <a:ext cx="25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7DC4C9"/>
                  </a:solidFill>
                </a:rPr>
                <a:t>F</a:t>
              </a:r>
              <a:r>
                <a:rPr lang="en-US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4525" name="Line 44"/>
            <p:cNvSpPr>
              <a:spLocks noChangeShapeType="1"/>
            </p:cNvSpPr>
            <p:nvPr/>
          </p:nvSpPr>
          <p:spPr bwMode="auto">
            <a:xfrm>
              <a:off x="3876" y="2880"/>
              <a:ext cx="0" cy="2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6" name="Text Box 45"/>
            <p:cNvSpPr txBox="1">
              <a:spLocks noChangeArrowheads="1"/>
            </p:cNvSpPr>
            <p:nvPr/>
          </p:nvSpPr>
          <p:spPr bwMode="auto">
            <a:xfrm>
              <a:off x="3714" y="3120"/>
              <a:ext cx="427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</a:rPr>
                <a:t>F</a:t>
              </a:r>
              <a:r>
                <a:rPr lang="en-US" baseline="-25000">
                  <a:solidFill>
                    <a:schemeClr val="accent2"/>
                  </a:solidFill>
                </a:rPr>
                <a:t>RHSl</a:t>
              </a:r>
            </a:p>
          </p:txBody>
        </p:sp>
        <p:sp>
          <p:nvSpPr>
            <p:cNvPr id="64527" name="Oval 46"/>
            <p:cNvSpPr>
              <a:spLocks noChangeArrowheads="1"/>
            </p:cNvSpPr>
            <p:nvPr/>
          </p:nvSpPr>
          <p:spPr bwMode="auto">
            <a:xfrm>
              <a:off x="3648" y="2671"/>
              <a:ext cx="438" cy="4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8" name="Line 47"/>
            <p:cNvSpPr>
              <a:spLocks noChangeShapeType="1"/>
            </p:cNvSpPr>
            <p:nvPr/>
          </p:nvSpPr>
          <p:spPr bwMode="auto">
            <a:xfrm flipH="1" flipV="1">
              <a:off x="1536" y="1316"/>
              <a:ext cx="2350" cy="5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29" name="Line 48"/>
            <p:cNvSpPr>
              <a:spLocks noChangeShapeType="1"/>
            </p:cNvSpPr>
            <p:nvPr/>
          </p:nvSpPr>
          <p:spPr bwMode="auto">
            <a:xfrm flipH="1">
              <a:off x="1367" y="3587"/>
              <a:ext cx="2542" cy="3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0" name="Oval 49"/>
            <p:cNvSpPr>
              <a:spLocks noChangeArrowheads="1"/>
            </p:cNvSpPr>
            <p:nvPr/>
          </p:nvSpPr>
          <p:spPr bwMode="auto">
            <a:xfrm>
              <a:off x="0" y="1295"/>
              <a:ext cx="2610" cy="2651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1" name="Text Box 50"/>
            <p:cNvSpPr txBox="1">
              <a:spLocks noChangeArrowheads="1"/>
            </p:cNvSpPr>
            <p:nvPr/>
          </p:nvSpPr>
          <p:spPr bwMode="auto">
            <a:xfrm>
              <a:off x="805" y="1669"/>
              <a:ext cx="497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b="1">
                  <a:solidFill>
                    <a:srgbClr val="7DC4C9"/>
                  </a:solidFill>
                </a:rPr>
                <a:t>T</a:t>
              </a:r>
              <a:r>
                <a:rPr lang="en-US" sz="3200" b="1" baseline="-25000">
                  <a:solidFill>
                    <a:srgbClr val="7DC4C9"/>
                  </a:solidFill>
                </a:rPr>
                <a:t>y</a:t>
              </a:r>
            </a:p>
          </p:txBody>
        </p:sp>
        <p:sp>
          <p:nvSpPr>
            <p:cNvPr id="64532" name="Text Box 51"/>
            <p:cNvSpPr txBox="1">
              <a:spLocks noChangeArrowheads="1"/>
            </p:cNvSpPr>
            <p:nvPr/>
          </p:nvSpPr>
          <p:spPr bwMode="auto">
            <a:xfrm>
              <a:off x="777" y="2690"/>
              <a:ext cx="36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7DC4C9"/>
                  </a:solidFill>
                </a:rPr>
                <a:t>F</a:t>
              </a:r>
              <a:r>
                <a:rPr lang="en-US" sz="3200" baseline="-25000">
                  <a:solidFill>
                    <a:srgbClr val="7DC4C9"/>
                  </a:solidFill>
                </a:rPr>
                <a:t>g</a:t>
              </a:r>
            </a:p>
          </p:txBody>
        </p:sp>
        <p:sp>
          <p:nvSpPr>
            <p:cNvPr id="64533" name="Line 52"/>
            <p:cNvSpPr>
              <a:spLocks noChangeShapeType="1"/>
            </p:cNvSpPr>
            <p:nvPr/>
          </p:nvSpPr>
          <p:spPr bwMode="auto">
            <a:xfrm>
              <a:off x="1273" y="2673"/>
              <a:ext cx="0" cy="451"/>
            </a:xfrm>
            <a:prstGeom prst="line">
              <a:avLst/>
            </a:prstGeom>
            <a:noFill/>
            <a:ln w="28575">
              <a:solidFill>
                <a:srgbClr val="33CC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4" name="AutoShape 53"/>
            <p:cNvSpPr>
              <a:spLocks noChangeArrowheads="1"/>
            </p:cNvSpPr>
            <p:nvPr/>
          </p:nvSpPr>
          <p:spPr bwMode="auto">
            <a:xfrm rot="2051297">
              <a:off x="1170" y="2342"/>
              <a:ext cx="433" cy="375"/>
            </a:xfrm>
            <a:prstGeom prst="flowChartMagneticDrum">
              <a:avLst/>
            </a:prstGeom>
            <a:solidFill>
              <a:schemeClr val="accent1">
                <a:alpha val="5215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5" name="Line 54"/>
            <p:cNvSpPr>
              <a:spLocks noChangeShapeType="1"/>
            </p:cNvSpPr>
            <p:nvPr/>
          </p:nvSpPr>
          <p:spPr bwMode="auto">
            <a:xfrm flipH="1" flipV="1">
              <a:off x="1326" y="1485"/>
              <a:ext cx="13" cy="792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6" name="Line 55"/>
            <p:cNvSpPr>
              <a:spLocks noChangeShapeType="1"/>
            </p:cNvSpPr>
            <p:nvPr/>
          </p:nvSpPr>
          <p:spPr bwMode="auto">
            <a:xfrm>
              <a:off x="1344" y="2735"/>
              <a:ext cx="9" cy="45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7" name="Text Box 56"/>
            <p:cNvSpPr txBox="1">
              <a:spLocks noChangeArrowheads="1"/>
            </p:cNvSpPr>
            <p:nvPr/>
          </p:nvSpPr>
          <p:spPr bwMode="auto">
            <a:xfrm>
              <a:off x="1363" y="2875"/>
              <a:ext cx="626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accent2"/>
                  </a:solidFill>
                </a:rPr>
                <a:t>F</a:t>
              </a:r>
              <a:r>
                <a:rPr lang="en-US" sz="3200" baseline="-25000">
                  <a:solidFill>
                    <a:schemeClr val="accent2"/>
                  </a:solidFill>
                </a:rPr>
                <a:t>RHS</a:t>
              </a:r>
            </a:p>
          </p:txBody>
        </p:sp>
        <p:sp>
          <p:nvSpPr>
            <p:cNvPr id="64538" name="AutoShape 57"/>
            <p:cNvSpPr>
              <a:spLocks noChangeArrowheads="1"/>
            </p:cNvSpPr>
            <p:nvPr/>
          </p:nvSpPr>
          <p:spPr bwMode="auto">
            <a:xfrm rot="6374373">
              <a:off x="5046" y="1757"/>
              <a:ext cx="430" cy="521"/>
            </a:xfrm>
            <a:prstGeom prst="can">
              <a:avLst>
                <a:gd name="adj" fmla="val 605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9" name="AutoShape 58"/>
            <p:cNvSpPr>
              <a:spLocks noChangeArrowheads="1"/>
            </p:cNvSpPr>
            <p:nvPr/>
          </p:nvSpPr>
          <p:spPr bwMode="auto">
            <a:xfrm rot="6068705">
              <a:off x="5310" y="1858"/>
              <a:ext cx="430" cy="468"/>
            </a:xfrm>
            <a:prstGeom prst="can">
              <a:avLst>
                <a:gd name="adj" fmla="val 5441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40" name="Oval 22"/>
            <p:cNvSpPr>
              <a:spLocks noChangeArrowheads="1"/>
            </p:cNvSpPr>
            <p:nvPr/>
          </p:nvSpPr>
          <p:spPr bwMode="auto">
            <a:xfrm>
              <a:off x="4722" y="1586"/>
              <a:ext cx="621" cy="613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41" name="Line 24"/>
            <p:cNvSpPr>
              <a:spLocks noChangeShapeType="1"/>
            </p:cNvSpPr>
            <p:nvPr/>
          </p:nvSpPr>
          <p:spPr bwMode="auto">
            <a:xfrm flipH="1">
              <a:off x="4374" y="2051"/>
              <a:ext cx="942" cy="1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3657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Winter 2007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83E60E-D79A-4609-A31C-60EED159D95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84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Consider momentum</a:t>
            </a:r>
          </a:p>
        </p:txBody>
      </p:sp>
      <p:sp>
        <p:nvSpPr>
          <p:cNvPr id="184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105150" cy="4525963"/>
          </a:xfrm>
        </p:spPr>
        <p:txBody>
          <a:bodyPr/>
          <a:lstStyle/>
          <a:p>
            <a:pPr eaLnBrk="1" hangingPunct="1"/>
            <a:r>
              <a:rPr lang="en-US" sz="2800"/>
              <a:t>When we move from a less dense medium to a more dense medium </a:t>
            </a:r>
          </a:p>
          <a:p>
            <a:pPr lvl="1" eaLnBrk="1" hangingPunct="1"/>
            <a:r>
              <a:rPr lang="en-US" sz="2400"/>
              <a:t>Reflected pulse is inverted</a:t>
            </a:r>
          </a:p>
          <a:p>
            <a:pPr lvl="1" eaLnBrk="1" hangingPunct="1"/>
            <a:r>
              <a:rPr lang="en-US" sz="2400"/>
              <a:t>Pulse slows down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916238" y="3084513"/>
            <a:ext cx="5994400" cy="1957387"/>
            <a:chOff x="1837" y="1943"/>
            <a:chExt cx="3776" cy="1233"/>
          </a:xfrm>
        </p:grpSpPr>
        <p:sp>
          <p:nvSpPr>
            <p:cNvPr id="18441" name="AutoShape 5"/>
            <p:cNvSpPr>
              <a:spLocks noChangeArrowheads="1"/>
            </p:cNvSpPr>
            <p:nvPr/>
          </p:nvSpPr>
          <p:spPr bwMode="auto">
            <a:xfrm rot="5400000" flipH="1">
              <a:off x="2010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AutoShape 6"/>
            <p:cNvSpPr>
              <a:spLocks noChangeArrowheads="1"/>
            </p:cNvSpPr>
            <p:nvPr/>
          </p:nvSpPr>
          <p:spPr bwMode="auto">
            <a:xfrm rot="5400000" flipH="1">
              <a:off x="2426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AutoShape 7"/>
            <p:cNvSpPr>
              <a:spLocks noChangeArrowheads="1"/>
            </p:cNvSpPr>
            <p:nvPr/>
          </p:nvSpPr>
          <p:spPr bwMode="auto">
            <a:xfrm rot="5400000" flipH="1">
              <a:off x="2842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AutoShape 8"/>
            <p:cNvSpPr>
              <a:spLocks noChangeArrowheads="1"/>
            </p:cNvSpPr>
            <p:nvPr/>
          </p:nvSpPr>
          <p:spPr bwMode="auto">
            <a:xfrm rot="5400000" flipH="1">
              <a:off x="3258" y="2822"/>
              <a:ext cx="101" cy="448"/>
            </a:xfrm>
            <a:prstGeom prst="can">
              <a:avLst>
                <a:gd name="adj" fmla="val 485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AutoShape 9"/>
            <p:cNvSpPr>
              <a:spLocks noChangeArrowheads="1"/>
            </p:cNvSpPr>
            <p:nvPr/>
          </p:nvSpPr>
          <p:spPr bwMode="auto">
            <a:xfrm rot="5400000" flipH="1">
              <a:off x="3590" y="2818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AutoShape 10"/>
            <p:cNvSpPr>
              <a:spLocks noChangeArrowheads="1"/>
            </p:cNvSpPr>
            <p:nvPr/>
          </p:nvSpPr>
          <p:spPr bwMode="auto">
            <a:xfrm rot="5400000" flipH="1">
              <a:off x="4006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AutoShape 11"/>
            <p:cNvSpPr>
              <a:spLocks noChangeArrowheads="1"/>
            </p:cNvSpPr>
            <p:nvPr/>
          </p:nvSpPr>
          <p:spPr bwMode="auto">
            <a:xfrm rot="5400000" flipH="1">
              <a:off x="4422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AutoShape 12"/>
            <p:cNvSpPr>
              <a:spLocks noChangeArrowheads="1"/>
            </p:cNvSpPr>
            <p:nvPr/>
          </p:nvSpPr>
          <p:spPr bwMode="auto">
            <a:xfrm rot="5400000" flipH="1">
              <a:off x="4838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AutoShape 13"/>
            <p:cNvSpPr>
              <a:spLocks noChangeArrowheads="1"/>
            </p:cNvSpPr>
            <p:nvPr/>
          </p:nvSpPr>
          <p:spPr bwMode="auto">
            <a:xfrm rot="5400000" flipH="1">
              <a:off x="5262" y="2826"/>
              <a:ext cx="253" cy="448"/>
            </a:xfrm>
            <a:prstGeom prst="can">
              <a:avLst>
                <a:gd name="adj" fmla="val 193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4"/>
            <p:cNvSpPr>
              <a:spLocks noChangeShapeType="1"/>
            </p:cNvSpPr>
            <p:nvPr/>
          </p:nvSpPr>
          <p:spPr bwMode="auto">
            <a:xfrm flipH="1">
              <a:off x="3320" y="2304"/>
              <a:ext cx="224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5"/>
            <p:cNvSpPr>
              <a:spLocks noChangeShapeType="1"/>
            </p:cNvSpPr>
            <p:nvPr/>
          </p:nvSpPr>
          <p:spPr bwMode="auto">
            <a:xfrm>
              <a:off x="3592" y="2296"/>
              <a:ext cx="12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Text Box 16"/>
            <p:cNvSpPr txBox="1">
              <a:spLocks noChangeArrowheads="1"/>
            </p:cNvSpPr>
            <p:nvPr/>
          </p:nvSpPr>
          <p:spPr bwMode="auto">
            <a:xfrm>
              <a:off x="3038" y="1943"/>
              <a:ext cx="213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Which piece is harder to move?</a:t>
              </a:r>
            </a:p>
          </p:txBody>
        </p:sp>
      </p:grpSp>
      <p:graphicFrame>
        <p:nvGraphicFramePr>
          <p:cNvPr id="18434" name="Object 17"/>
          <p:cNvGraphicFramePr>
            <a:graphicFrameLocks noChangeAspect="1"/>
          </p:cNvGraphicFramePr>
          <p:nvPr/>
        </p:nvGraphicFramePr>
        <p:xfrm>
          <a:off x="5842000" y="1936750"/>
          <a:ext cx="8128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7960" imgH="469800" progId="Equation.3">
                  <p:embed/>
                </p:oleObj>
              </mc:Choice>
              <mc:Fallback>
                <p:oleObj name="Equation" r:id="rId2" imgW="507960" imgH="469800" progId="Equation.3">
                  <p:embed/>
                  <p:pic>
                    <p:nvPicPr>
                      <p:cNvPr id="184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1936750"/>
                        <a:ext cx="812800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99309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Superposition With and Inverted Pulse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003425" cy="4525963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2816225" y="1682750"/>
            <a:ext cx="5080000" cy="40798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248400" cy="4879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01952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51E25C-386A-9B53-5EEE-04E7D61709C3}"/>
              </a:ext>
            </a:extLst>
          </p:cNvPr>
          <p:cNvCxnSpPr/>
          <p:nvPr/>
        </p:nvCxnSpPr>
        <p:spPr bwMode="auto">
          <a:xfrm rot="16200000" flipH="1">
            <a:off x="-2643904" y="3727419"/>
            <a:ext cx="7285578" cy="17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B2A8FA-74BA-02AE-4224-9AF469FE7A75}"/>
              </a:ext>
            </a:extLst>
          </p:cNvPr>
          <p:cNvCxnSpPr/>
          <p:nvPr/>
        </p:nvCxnSpPr>
        <p:spPr bwMode="auto">
          <a:xfrm rot="16200000" flipH="1">
            <a:off x="-2403081" y="3727419"/>
            <a:ext cx="7285578" cy="1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A1C5FF-1B42-2C2B-7AE9-E81F2EF80F6D}"/>
              </a:ext>
            </a:extLst>
          </p:cNvPr>
          <p:cNvCxnSpPr/>
          <p:nvPr/>
        </p:nvCxnSpPr>
        <p:spPr bwMode="auto">
          <a:xfrm rot="16200000" flipH="1">
            <a:off x="-2179827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6B1BCB5-8F41-387F-CFAE-37F139ABA4A6}"/>
              </a:ext>
            </a:extLst>
          </p:cNvPr>
          <p:cNvCxnSpPr/>
          <p:nvPr/>
        </p:nvCxnSpPr>
        <p:spPr bwMode="auto">
          <a:xfrm rot="16200000" flipH="1">
            <a:off x="-1903438" y="3727419"/>
            <a:ext cx="7285578" cy="17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505568F-FA17-CACE-006E-E0F8596C263E}"/>
              </a:ext>
            </a:extLst>
          </p:cNvPr>
          <p:cNvCxnSpPr/>
          <p:nvPr/>
        </p:nvCxnSpPr>
        <p:spPr bwMode="auto">
          <a:xfrm rot="16200000" flipH="1">
            <a:off x="-1627476" y="3727419"/>
            <a:ext cx="7285578" cy="17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7E1E5E-56A6-7ACE-8559-D1E69D499391}"/>
              </a:ext>
            </a:extLst>
          </p:cNvPr>
          <p:cNvCxnSpPr/>
          <p:nvPr/>
        </p:nvCxnSpPr>
        <p:spPr bwMode="auto">
          <a:xfrm rot="16200000" flipH="1">
            <a:off x="-1377655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CDE362-7431-C5BD-EFD1-F6F42B48D8E1}"/>
              </a:ext>
            </a:extLst>
          </p:cNvPr>
          <p:cNvCxnSpPr/>
          <p:nvPr/>
        </p:nvCxnSpPr>
        <p:spPr bwMode="auto">
          <a:xfrm rot="16200000" flipH="1">
            <a:off x="-1083697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55C026-B811-001E-8C84-C03DEE33063F}"/>
              </a:ext>
            </a:extLst>
          </p:cNvPr>
          <p:cNvCxnSpPr/>
          <p:nvPr/>
        </p:nvCxnSpPr>
        <p:spPr bwMode="auto">
          <a:xfrm rot="16200000" flipH="1">
            <a:off x="-798737" y="3727419"/>
            <a:ext cx="7285578" cy="1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5F4D60C-734C-7E96-0B8E-05F0C2068AF1}"/>
              </a:ext>
            </a:extLst>
          </p:cNvPr>
          <p:cNvCxnSpPr/>
          <p:nvPr/>
        </p:nvCxnSpPr>
        <p:spPr bwMode="auto">
          <a:xfrm rot="16200000" flipH="1">
            <a:off x="-531346" y="3727419"/>
            <a:ext cx="7285578" cy="1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9469CF-0A1C-A932-F14B-3CD25857FA7C}"/>
              </a:ext>
            </a:extLst>
          </p:cNvPr>
          <p:cNvCxnSpPr/>
          <p:nvPr/>
        </p:nvCxnSpPr>
        <p:spPr bwMode="auto">
          <a:xfrm rot="16200000" flipH="1">
            <a:off x="-272526" y="3727419"/>
            <a:ext cx="7285578" cy="1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9A43CF-CD01-63B4-4D79-1347F57687F0}"/>
              </a:ext>
            </a:extLst>
          </p:cNvPr>
          <p:cNvCxnSpPr/>
          <p:nvPr/>
        </p:nvCxnSpPr>
        <p:spPr bwMode="auto">
          <a:xfrm rot="16200000" flipH="1">
            <a:off x="3864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EC9FFC2-37C9-C6CE-4E53-04AA714C5D9F}"/>
              </a:ext>
            </a:extLst>
          </p:cNvPr>
          <p:cNvCxnSpPr/>
          <p:nvPr/>
        </p:nvCxnSpPr>
        <p:spPr bwMode="auto">
          <a:xfrm rot="16200000" flipH="1">
            <a:off x="235689" y="3727419"/>
            <a:ext cx="7285578" cy="17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57F50E1-2A7E-C53C-468F-602672428D2E}"/>
              </a:ext>
            </a:extLst>
          </p:cNvPr>
          <p:cNvCxnSpPr/>
          <p:nvPr/>
        </p:nvCxnSpPr>
        <p:spPr bwMode="auto">
          <a:xfrm rot="16200000" flipH="1">
            <a:off x="476940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657812E-BF76-47FE-7C18-F13690F8287E}"/>
              </a:ext>
            </a:extLst>
          </p:cNvPr>
          <p:cNvCxnSpPr/>
          <p:nvPr/>
        </p:nvCxnSpPr>
        <p:spPr bwMode="auto">
          <a:xfrm rot="16200000" flipH="1">
            <a:off x="717763" y="3727848"/>
            <a:ext cx="7285578" cy="171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B5D0113-B2A3-D574-5D57-013B52DC2152}"/>
              </a:ext>
            </a:extLst>
          </p:cNvPr>
          <p:cNvCxnSpPr/>
          <p:nvPr/>
        </p:nvCxnSpPr>
        <p:spPr bwMode="auto">
          <a:xfrm rot="16200000" flipH="1">
            <a:off x="941017" y="3727419"/>
            <a:ext cx="7285578" cy="1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2D10794-7530-CCE2-72B5-626A989DBC56}"/>
              </a:ext>
            </a:extLst>
          </p:cNvPr>
          <p:cNvGrpSpPr/>
          <p:nvPr/>
        </p:nvGrpSpPr>
        <p:grpSpPr>
          <a:xfrm>
            <a:off x="261938" y="271209"/>
            <a:ext cx="4593526" cy="917511"/>
            <a:chOff x="261938" y="1789113"/>
            <a:chExt cx="8478836" cy="1775300"/>
          </a:xfrm>
        </p:grpSpPr>
        <p:sp>
          <p:nvSpPr>
            <p:cNvPr id="4" name="Rectangle 41">
              <a:extLst>
                <a:ext uri="{FF2B5EF4-FFF2-40B4-BE49-F238E27FC236}">
                  <a16:creationId xmlns:a16="http://schemas.microsoft.com/office/drawing/2014/main" id="{92F1D9CB-2303-5927-7780-7D29C659D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813" y="1889125"/>
              <a:ext cx="7086600" cy="83026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8AFB2BEB-BAC7-5844-C1A6-E79EE4A0C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413" y="1789113"/>
              <a:ext cx="7727950" cy="131762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" name="Rectangle 43">
              <a:extLst>
                <a:ext uri="{FF2B5EF4-FFF2-40B4-BE49-F238E27FC236}">
                  <a16:creationId xmlns:a16="http://schemas.microsoft.com/office/drawing/2014/main" id="{720578A4-5E7E-B73E-9045-F3F039B0F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413" y="2684463"/>
              <a:ext cx="7727950" cy="13335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" name="Rectangle 44">
              <a:extLst>
                <a:ext uri="{FF2B5EF4-FFF2-40B4-BE49-F238E27FC236}">
                  <a16:creationId xmlns:a16="http://schemas.microsoft.com/office/drawing/2014/main" id="{3FA941AE-084E-5564-F564-F78D2BB2B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38" y="2136775"/>
              <a:ext cx="998537" cy="30003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" name="Rectangle 45">
              <a:extLst>
                <a:ext uri="{FF2B5EF4-FFF2-40B4-BE49-F238E27FC236}">
                  <a16:creationId xmlns:a16="http://schemas.microsoft.com/office/drawing/2014/main" id="{60365713-165B-0534-DF13-625549434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475" y="1889125"/>
              <a:ext cx="214313" cy="79533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9" name="Group 134">
              <a:extLst>
                <a:ext uri="{FF2B5EF4-FFF2-40B4-BE49-F238E27FC236}">
                  <a16:creationId xmlns:a16="http://schemas.microsoft.com/office/drawing/2014/main" id="{FDF32AF4-CA96-5ABF-D48A-6AD63E79A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113" y="2220913"/>
              <a:ext cx="2994025" cy="147637"/>
              <a:chOff x="1273631" y="791844"/>
              <a:chExt cx="2993619" cy="14695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CB56AB7-2CC4-7077-6BFD-6EE6AEF45719}"/>
                  </a:ext>
                </a:extLst>
              </p:cNvPr>
              <p:cNvSpPr/>
              <p:nvPr/>
            </p:nvSpPr>
            <p:spPr>
              <a:xfrm>
                <a:off x="1273631" y="791844"/>
                <a:ext cx="114285" cy="146957"/>
              </a:xfrm>
              <a:prstGeom prst="ellipse">
                <a:avLst/>
              </a:prstGeom>
              <a:solidFill>
                <a:srgbClr val="C0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CBCD013-DB02-D7BD-2E55-83951AC06C6F}"/>
                  </a:ext>
                </a:extLst>
              </p:cNvPr>
              <p:cNvSpPr/>
              <p:nvPr/>
            </p:nvSpPr>
            <p:spPr>
              <a:xfrm>
                <a:off x="1703785" y="791844"/>
                <a:ext cx="114285" cy="146957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7465DF5-0B12-E582-8B09-62BB33CC4A8F}"/>
                  </a:ext>
                </a:extLst>
              </p:cNvPr>
              <p:cNvSpPr/>
              <p:nvPr/>
            </p:nvSpPr>
            <p:spPr>
              <a:xfrm>
                <a:off x="2133939" y="791844"/>
                <a:ext cx="114285" cy="146957"/>
              </a:xfrm>
              <a:prstGeom prst="ellipse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1BF2381-4367-3D30-522B-C5B89FA56483}"/>
                  </a:ext>
                </a:extLst>
              </p:cNvPr>
              <p:cNvSpPr/>
              <p:nvPr/>
            </p:nvSpPr>
            <p:spPr>
              <a:xfrm>
                <a:off x="2645045" y="791844"/>
                <a:ext cx="114285" cy="146957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9F98A6C-658F-9BE6-744A-4C5F3893DBB2}"/>
                  </a:ext>
                </a:extLst>
              </p:cNvPr>
              <p:cNvSpPr/>
              <p:nvPr/>
            </p:nvSpPr>
            <p:spPr>
              <a:xfrm>
                <a:off x="3140278" y="791844"/>
                <a:ext cx="114285" cy="146957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E2190F3-8F1D-0030-1EB1-92CE09192FF7}"/>
                  </a:ext>
                </a:extLst>
              </p:cNvPr>
              <p:cNvSpPr/>
              <p:nvPr/>
            </p:nvSpPr>
            <p:spPr>
              <a:xfrm>
                <a:off x="3619638" y="791844"/>
                <a:ext cx="114285" cy="146957"/>
              </a:xfrm>
              <a:prstGeom prst="ellipse">
                <a:avLst/>
              </a:prstGeom>
              <a:solidFill>
                <a:srgbClr val="00B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97B8B3A-F219-6563-DC9B-AB14D2863768}"/>
                  </a:ext>
                </a:extLst>
              </p:cNvPr>
              <p:cNvSpPr/>
              <p:nvPr/>
            </p:nvSpPr>
            <p:spPr>
              <a:xfrm>
                <a:off x="4152965" y="791844"/>
                <a:ext cx="114285" cy="146957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grpSp>
          <p:nvGrpSpPr>
            <p:cNvPr id="17" name="Group 135">
              <a:extLst>
                <a:ext uri="{FF2B5EF4-FFF2-40B4-BE49-F238E27FC236}">
                  <a16:creationId xmlns:a16="http://schemas.microsoft.com/office/drawing/2014/main" id="{4CBEDE57-C402-AB53-46E6-1554017AD0A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414838" y="2209800"/>
              <a:ext cx="2992437" cy="147638"/>
              <a:chOff x="1273631" y="791844"/>
              <a:chExt cx="2993619" cy="146957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609B979-17D4-07D1-F8B3-5A1718F003C3}"/>
                  </a:ext>
                </a:extLst>
              </p:cNvPr>
              <p:cNvSpPr/>
              <p:nvPr/>
            </p:nvSpPr>
            <p:spPr>
              <a:xfrm>
                <a:off x="1273631" y="791844"/>
                <a:ext cx="114345" cy="146957"/>
              </a:xfrm>
              <a:prstGeom prst="ellipse">
                <a:avLst/>
              </a:prstGeom>
              <a:solidFill>
                <a:srgbClr val="C0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F5751E2-FB5C-11C4-1C7C-4D363C416EF2}"/>
                  </a:ext>
                </a:extLst>
              </p:cNvPr>
              <p:cNvSpPr/>
              <p:nvPr/>
            </p:nvSpPr>
            <p:spPr>
              <a:xfrm>
                <a:off x="1704013" y="791844"/>
                <a:ext cx="114345" cy="146957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E6DC981-8CC9-746F-4B74-54BCAAAC5810}"/>
                  </a:ext>
                </a:extLst>
              </p:cNvPr>
              <p:cNvSpPr/>
              <p:nvPr/>
            </p:nvSpPr>
            <p:spPr>
              <a:xfrm>
                <a:off x="2134396" y="791844"/>
                <a:ext cx="112757" cy="146957"/>
              </a:xfrm>
              <a:prstGeom prst="ellipse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EEE3A35-CD32-EB93-39E5-49B85ACFF5A6}"/>
                  </a:ext>
                </a:extLst>
              </p:cNvPr>
              <p:cNvSpPr/>
              <p:nvPr/>
            </p:nvSpPr>
            <p:spPr>
              <a:xfrm>
                <a:off x="2645773" y="791844"/>
                <a:ext cx="114345" cy="146957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A23F9B6-CAB1-5EF3-8C81-4E1C5F6ADD9A}"/>
                  </a:ext>
                </a:extLst>
              </p:cNvPr>
              <p:cNvSpPr/>
              <p:nvPr/>
            </p:nvSpPr>
            <p:spPr>
              <a:xfrm>
                <a:off x="3141268" y="791844"/>
                <a:ext cx="114345" cy="146957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B5905E1-913F-0761-05A7-A366BDA456A8}"/>
                  </a:ext>
                </a:extLst>
              </p:cNvPr>
              <p:cNvSpPr/>
              <p:nvPr/>
            </p:nvSpPr>
            <p:spPr>
              <a:xfrm>
                <a:off x="3619294" y="791844"/>
                <a:ext cx="114345" cy="146957"/>
              </a:xfrm>
              <a:prstGeom prst="ellipse">
                <a:avLst/>
              </a:prstGeom>
              <a:solidFill>
                <a:srgbClr val="00B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0EAA79F-20C7-87FF-CBEC-56C0E3AC3DE7}"/>
                  </a:ext>
                </a:extLst>
              </p:cNvPr>
              <p:cNvSpPr/>
              <p:nvPr/>
            </p:nvSpPr>
            <p:spPr>
              <a:xfrm>
                <a:off x="4152905" y="791844"/>
                <a:ext cx="114345" cy="146957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C4F18D-D66D-38FC-6D20-4C8D318FA35C}"/>
                </a:ext>
              </a:extLst>
            </p:cNvPr>
            <p:cNvSpPr/>
            <p:nvPr/>
          </p:nvSpPr>
          <p:spPr>
            <a:xfrm>
              <a:off x="7313232" y="2209800"/>
              <a:ext cx="114300" cy="147638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CDEFAC9-7268-70AA-AF5A-63282F512250}"/>
                </a:ext>
              </a:extLst>
            </p:cNvPr>
            <p:cNvSpPr/>
            <p:nvPr/>
          </p:nvSpPr>
          <p:spPr>
            <a:xfrm>
              <a:off x="7743444" y="2209800"/>
              <a:ext cx="114300" cy="147638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B2D0C96-148B-FF03-5053-D89FECE61F2E}"/>
                </a:ext>
              </a:extLst>
            </p:cNvPr>
            <p:cNvSpPr/>
            <p:nvPr/>
          </p:nvSpPr>
          <p:spPr>
            <a:xfrm>
              <a:off x="8164513" y="2209800"/>
              <a:ext cx="114300" cy="147638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CA3185-1506-8664-E6EC-3ECDCEF274E8}"/>
                </a:ext>
              </a:extLst>
            </p:cNvPr>
            <p:cNvSpPr/>
            <p:nvPr/>
          </p:nvSpPr>
          <p:spPr>
            <a:xfrm>
              <a:off x="497020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29853F6-8D5F-0632-D093-5B24448D4B38}"/>
                </a:ext>
              </a:extLst>
            </p:cNvPr>
            <p:cNvSpPr/>
            <p:nvPr/>
          </p:nvSpPr>
          <p:spPr>
            <a:xfrm>
              <a:off x="544264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679F2F1-67A9-5F11-C8A3-359AF4426DBB}"/>
                </a:ext>
              </a:extLst>
            </p:cNvPr>
            <p:cNvSpPr/>
            <p:nvPr/>
          </p:nvSpPr>
          <p:spPr>
            <a:xfrm>
              <a:off x="594556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CF69B8A-FDBD-F6A3-8569-B5AC6F3F2C0E}"/>
                </a:ext>
              </a:extLst>
            </p:cNvPr>
            <p:cNvSpPr/>
            <p:nvPr/>
          </p:nvSpPr>
          <p:spPr>
            <a:xfrm>
              <a:off x="6445441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9724DDD-1F3F-D583-8CF9-86F71BC8AA54}"/>
                </a:ext>
              </a:extLst>
            </p:cNvPr>
            <p:cNvSpPr/>
            <p:nvPr/>
          </p:nvSpPr>
          <p:spPr>
            <a:xfrm>
              <a:off x="6881305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1FD9DD-6BD8-8D0C-641D-277EB10B54CE}"/>
                </a:ext>
              </a:extLst>
            </p:cNvPr>
            <p:cNvSpPr/>
            <p:nvPr/>
          </p:nvSpPr>
          <p:spPr>
            <a:xfrm>
              <a:off x="7317169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DBEC79E-6717-01E8-94A4-AF4B1550144A}"/>
                </a:ext>
              </a:extLst>
            </p:cNvPr>
            <p:cNvSpPr/>
            <p:nvPr/>
          </p:nvSpPr>
          <p:spPr>
            <a:xfrm>
              <a:off x="7753033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A240A9B-90EF-E6C8-BACD-9D67C8341901}"/>
                </a:ext>
              </a:extLst>
            </p:cNvPr>
            <p:cNvSpPr/>
            <p:nvPr/>
          </p:nvSpPr>
          <p:spPr>
            <a:xfrm>
              <a:off x="8179753" y="2248694"/>
              <a:ext cx="76200" cy="69850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E25A0DA-5B95-9987-1B7C-AAE33D737F01}"/>
                </a:ext>
              </a:extLst>
            </p:cNvPr>
            <p:cNvCxnSpPr/>
            <p:nvPr/>
          </p:nvCxnSpPr>
          <p:spPr>
            <a:xfrm>
              <a:off x="903286" y="3514312"/>
              <a:ext cx="7837488" cy="15875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43DBBF8-750C-A78E-21BC-C116C4334E0A}"/>
                </a:ext>
              </a:extLst>
            </p:cNvPr>
            <p:cNvSpPr/>
            <p:nvPr/>
          </p:nvSpPr>
          <p:spPr>
            <a:xfrm>
              <a:off x="1508125" y="3479451"/>
              <a:ext cx="157162" cy="71437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D01EBAC-2D2C-CED7-101C-0C54C9E2AFEE}"/>
                </a:ext>
              </a:extLst>
            </p:cNvPr>
            <p:cNvSpPr/>
            <p:nvPr/>
          </p:nvSpPr>
          <p:spPr>
            <a:xfrm>
              <a:off x="1947861" y="3499707"/>
              <a:ext cx="206375" cy="55562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7B25EA-F224-6C1C-D84B-8C6099A0265E}"/>
                </a:ext>
              </a:extLst>
            </p:cNvPr>
            <p:cNvSpPr/>
            <p:nvPr/>
          </p:nvSpPr>
          <p:spPr>
            <a:xfrm>
              <a:off x="2357436" y="3492976"/>
              <a:ext cx="217488" cy="71437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F72D74-50A1-D933-F1BD-54F4CDF0680D}"/>
                </a:ext>
              </a:extLst>
            </p:cNvPr>
            <p:cNvSpPr/>
            <p:nvPr/>
          </p:nvSpPr>
          <p:spPr>
            <a:xfrm>
              <a:off x="3341686" y="3492087"/>
              <a:ext cx="228600" cy="71437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EAC3A29-97E8-54E1-268A-D158843201A2}"/>
                </a:ext>
              </a:extLst>
            </p:cNvPr>
            <p:cNvSpPr/>
            <p:nvPr/>
          </p:nvSpPr>
          <p:spPr>
            <a:xfrm>
              <a:off x="2825749" y="3492087"/>
              <a:ext cx="227012" cy="71437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34080F3-A465-A07B-710A-F1C26FEBDDE3}"/>
                </a:ext>
              </a:extLst>
            </p:cNvPr>
            <p:cNvSpPr/>
            <p:nvPr/>
          </p:nvSpPr>
          <p:spPr>
            <a:xfrm>
              <a:off x="3821111" y="3492087"/>
              <a:ext cx="228600" cy="71437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E276E06-B999-F148-9BC7-F29A7822C7C2}"/>
                </a:ext>
              </a:extLst>
            </p:cNvPr>
            <p:cNvSpPr/>
            <p:nvPr/>
          </p:nvSpPr>
          <p:spPr>
            <a:xfrm>
              <a:off x="4332286" y="3492087"/>
              <a:ext cx="228600" cy="71437"/>
            </a:xfrm>
            <a:prstGeom prst="rect">
              <a:avLst/>
            </a:prstGeom>
            <a:solidFill>
              <a:srgbClr val="0070C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0495B69-C328-46F5-97E7-1841A689C50C}"/>
                </a:ext>
              </a:extLst>
            </p:cNvPr>
            <p:cNvSpPr/>
            <p:nvPr/>
          </p:nvSpPr>
          <p:spPr>
            <a:xfrm>
              <a:off x="4845049" y="3492087"/>
              <a:ext cx="227012" cy="71437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FA2598D-7B2E-574D-A378-21AC9781726B}"/>
                </a:ext>
              </a:extLst>
            </p:cNvPr>
            <p:cNvSpPr/>
            <p:nvPr/>
          </p:nvSpPr>
          <p:spPr>
            <a:xfrm>
              <a:off x="5421311" y="3492087"/>
              <a:ext cx="228600" cy="71437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38DADC3-7095-0A79-7379-A8A2F02295BD}"/>
                </a:ext>
              </a:extLst>
            </p:cNvPr>
            <p:cNvSpPr/>
            <p:nvPr/>
          </p:nvSpPr>
          <p:spPr>
            <a:xfrm>
              <a:off x="5867399" y="3492087"/>
              <a:ext cx="228600" cy="71437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DF26647-BC14-8A0E-85B0-9D057671B0DD}"/>
                </a:ext>
              </a:extLst>
            </p:cNvPr>
            <p:cNvSpPr/>
            <p:nvPr/>
          </p:nvSpPr>
          <p:spPr>
            <a:xfrm>
              <a:off x="6362699" y="3492087"/>
              <a:ext cx="228600" cy="71437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00CF93-4EA3-B2A2-48B9-90190ABE5615}"/>
                </a:ext>
              </a:extLst>
            </p:cNvPr>
            <p:cNvSpPr/>
            <p:nvPr/>
          </p:nvSpPr>
          <p:spPr>
            <a:xfrm>
              <a:off x="6792911" y="3492087"/>
              <a:ext cx="228600" cy="71437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C89EA56-1E59-C5DF-3FBE-5F206F10FD7A}"/>
                </a:ext>
              </a:extLst>
            </p:cNvPr>
            <p:cNvSpPr/>
            <p:nvPr/>
          </p:nvSpPr>
          <p:spPr>
            <a:xfrm>
              <a:off x="7256461" y="3492087"/>
              <a:ext cx="227013" cy="71437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C8FCCFD-058B-820D-149B-9A597BC77BD1}"/>
                </a:ext>
              </a:extLst>
            </p:cNvPr>
            <p:cNvSpPr/>
            <p:nvPr/>
          </p:nvSpPr>
          <p:spPr>
            <a:xfrm>
              <a:off x="7685086" y="3492087"/>
              <a:ext cx="228600" cy="71437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5E16096-FC59-1A3C-C10F-3DC5AF0390D6}"/>
                </a:ext>
              </a:extLst>
            </p:cNvPr>
            <p:cNvSpPr/>
            <p:nvPr/>
          </p:nvSpPr>
          <p:spPr>
            <a:xfrm>
              <a:off x="8148636" y="3492087"/>
              <a:ext cx="227013" cy="71437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E0800A6A-687B-2F77-242A-1DF4D606FFFB}"/>
              </a:ext>
            </a:extLst>
          </p:cNvPr>
          <p:cNvGrpSpPr/>
          <p:nvPr/>
        </p:nvGrpSpPr>
        <p:grpSpPr>
          <a:xfrm>
            <a:off x="330498" y="1366364"/>
            <a:ext cx="4524965" cy="1031152"/>
            <a:chOff x="330498" y="2884268"/>
            <a:chExt cx="4524965" cy="1031152"/>
          </a:xfrm>
        </p:grpSpPr>
        <p:sp>
          <p:nvSpPr>
            <p:cNvPr id="70" name="Rectangle 39">
              <a:extLst>
                <a:ext uri="{FF2B5EF4-FFF2-40B4-BE49-F238E27FC236}">
                  <a16:creationId xmlns:a16="http://schemas.microsoft.com/office/drawing/2014/main" id="{A991A2C2-E84C-8BEB-AE55-8E593B0BF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411" y="2932184"/>
              <a:ext cx="1620613" cy="397781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71" name="Rectangle 41">
              <a:extLst>
                <a:ext uri="{FF2B5EF4-FFF2-40B4-BE49-F238E27FC236}">
                  <a16:creationId xmlns:a16="http://schemas.microsoft.com/office/drawing/2014/main" id="{096096FF-6A15-09F4-79CF-C33EA9C9C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559" y="2932184"/>
              <a:ext cx="2289191" cy="397781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04C3CC3-6CF5-7321-85AE-0C1643A1EA4E}"/>
                </a:ext>
              </a:extLst>
            </p:cNvPr>
            <p:cNvSpPr/>
            <p:nvPr/>
          </p:nvSpPr>
          <p:spPr>
            <a:xfrm>
              <a:off x="707866" y="2935987"/>
              <a:ext cx="842615" cy="391697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3" name="Rectangle 44">
              <a:extLst>
                <a:ext uri="{FF2B5EF4-FFF2-40B4-BE49-F238E27FC236}">
                  <a16:creationId xmlns:a16="http://schemas.microsoft.com/office/drawing/2014/main" id="{68B8D57C-A8D5-88DF-E006-D75EEE179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68" y="3051595"/>
              <a:ext cx="542789" cy="14298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" name="Rectangle 45">
              <a:extLst>
                <a:ext uri="{FF2B5EF4-FFF2-40B4-BE49-F238E27FC236}">
                  <a16:creationId xmlns:a16="http://schemas.microsoft.com/office/drawing/2014/main" id="{B4BE77EB-D8F2-DF11-DF69-070F525DA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557" y="2932184"/>
              <a:ext cx="116312" cy="381809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54FCE05-1D46-B9A2-A438-7EC6E0BC4684}"/>
                </a:ext>
              </a:extLst>
            </p:cNvPr>
            <p:cNvSpPr/>
            <p:nvPr/>
          </p:nvSpPr>
          <p:spPr>
            <a:xfrm>
              <a:off x="1695225" y="3232611"/>
              <a:ext cx="62033" cy="69973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70B3FB1-F960-0841-1417-8921AADB7514}"/>
                </a:ext>
              </a:extLst>
            </p:cNvPr>
            <p:cNvSpPr/>
            <p:nvPr/>
          </p:nvSpPr>
          <p:spPr>
            <a:xfrm>
              <a:off x="1671962" y="3159596"/>
              <a:ext cx="62033" cy="69973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2E0B836-F172-A43E-F99D-96FD3B323191}"/>
                </a:ext>
              </a:extLst>
            </p:cNvPr>
            <p:cNvSpPr/>
            <p:nvPr/>
          </p:nvSpPr>
          <p:spPr>
            <a:xfrm>
              <a:off x="1683163" y="2974016"/>
              <a:ext cx="62033" cy="7073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AE16268-A876-4579-7660-4AB3CF2A4B2A}"/>
                </a:ext>
              </a:extLst>
            </p:cNvPr>
            <p:cNvCxnSpPr/>
            <p:nvPr/>
          </p:nvCxnSpPr>
          <p:spPr>
            <a:xfrm>
              <a:off x="601892" y="3891842"/>
              <a:ext cx="4253571" cy="7606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FDA11E-2DBC-6351-6028-1D91D0C53DB1}"/>
                </a:ext>
              </a:extLst>
            </p:cNvPr>
            <p:cNvSpPr/>
            <p:nvPr/>
          </p:nvSpPr>
          <p:spPr>
            <a:xfrm>
              <a:off x="930151" y="3625641"/>
              <a:ext cx="108558" cy="266201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4A6A7D7-0845-84F2-C747-5300CC8534B7}"/>
                </a:ext>
              </a:extLst>
            </p:cNvPr>
            <p:cNvSpPr/>
            <p:nvPr/>
          </p:nvSpPr>
          <p:spPr>
            <a:xfrm>
              <a:off x="1168805" y="3722812"/>
              <a:ext cx="105112" cy="171129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73D464B-C276-1E80-E2D4-747C142F777C}"/>
                </a:ext>
              </a:extLst>
            </p:cNvPr>
            <p:cNvSpPr/>
            <p:nvPr/>
          </p:nvSpPr>
          <p:spPr>
            <a:xfrm>
              <a:off x="1391090" y="3807236"/>
              <a:ext cx="117174" cy="86706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2" name="Rectangle 43">
              <a:extLst>
                <a:ext uri="{FF2B5EF4-FFF2-40B4-BE49-F238E27FC236}">
                  <a16:creationId xmlns:a16="http://schemas.microsoft.com/office/drawing/2014/main" id="{D4938CD0-A9C1-406E-2ABA-E23E7B3B1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9" y="3313993"/>
              <a:ext cx="4194122" cy="6312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2A7E7BC-A357-EC9C-E814-4974F507D57C}"/>
                </a:ext>
              </a:extLst>
            </p:cNvPr>
            <p:cNvSpPr/>
            <p:nvPr/>
          </p:nvSpPr>
          <p:spPr>
            <a:xfrm>
              <a:off x="1685747" y="3099511"/>
              <a:ext cx="62033" cy="69973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EE0B6A4-65BF-E21C-42BC-DF13F5B33F59}"/>
                </a:ext>
              </a:extLst>
            </p:cNvPr>
            <p:cNvSpPr/>
            <p:nvPr/>
          </p:nvSpPr>
          <p:spPr>
            <a:xfrm>
              <a:off x="1954557" y="3099511"/>
              <a:ext cx="62033" cy="69973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9161923-BD44-124D-E230-268B0D3A0D5A}"/>
                </a:ext>
              </a:extLst>
            </p:cNvPr>
            <p:cNvSpPr/>
            <p:nvPr/>
          </p:nvSpPr>
          <p:spPr>
            <a:xfrm>
              <a:off x="2214751" y="3099511"/>
              <a:ext cx="62033" cy="69973"/>
            </a:xfrm>
            <a:prstGeom prst="ellips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70927CC-D201-2408-3AF1-F8883EA3BC88}"/>
                </a:ext>
              </a:extLst>
            </p:cNvPr>
            <p:cNvSpPr/>
            <p:nvPr/>
          </p:nvSpPr>
          <p:spPr>
            <a:xfrm>
              <a:off x="2504239" y="3099511"/>
              <a:ext cx="62033" cy="69973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87" name="Group 159">
              <a:extLst>
                <a:ext uri="{FF2B5EF4-FFF2-40B4-BE49-F238E27FC236}">
                  <a16:creationId xmlns:a16="http://schemas.microsoft.com/office/drawing/2014/main" id="{2E0CC826-5DF1-2B5E-01BF-E18AEE0164D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504239" y="3094187"/>
              <a:ext cx="1624921" cy="69973"/>
              <a:chOff x="1273631" y="791844"/>
              <a:chExt cx="2993619" cy="146957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EE0A956-6705-11D6-640A-B67662175519}"/>
                  </a:ext>
                </a:extLst>
              </p:cNvPr>
              <p:cNvSpPr/>
              <p:nvPr/>
            </p:nvSpPr>
            <p:spPr>
              <a:xfrm>
                <a:off x="1273631" y="791844"/>
                <a:ext cx="114285" cy="146957"/>
              </a:xfrm>
              <a:prstGeom prst="ellipse">
                <a:avLst/>
              </a:prstGeom>
              <a:solidFill>
                <a:srgbClr val="C0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08FA69A3-9C29-94DE-963E-04E11E508AD1}"/>
                  </a:ext>
                </a:extLst>
              </p:cNvPr>
              <p:cNvSpPr/>
              <p:nvPr/>
            </p:nvSpPr>
            <p:spPr>
              <a:xfrm>
                <a:off x="1703785" y="791844"/>
                <a:ext cx="114285" cy="146957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0F82208-4ECE-366A-7311-E9C92035AE39}"/>
                  </a:ext>
                </a:extLst>
              </p:cNvPr>
              <p:cNvSpPr/>
              <p:nvPr/>
            </p:nvSpPr>
            <p:spPr>
              <a:xfrm>
                <a:off x="2133939" y="791844"/>
                <a:ext cx="114285" cy="146957"/>
              </a:xfrm>
              <a:prstGeom prst="ellipse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ACCC97E-B9D1-9477-E459-439441AF4C12}"/>
                  </a:ext>
                </a:extLst>
              </p:cNvPr>
              <p:cNvSpPr/>
              <p:nvPr/>
            </p:nvSpPr>
            <p:spPr>
              <a:xfrm>
                <a:off x="2645045" y="791844"/>
                <a:ext cx="114285" cy="146957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5478149-1B4B-B065-500E-19DACB2993DC}"/>
                  </a:ext>
                </a:extLst>
              </p:cNvPr>
              <p:cNvSpPr/>
              <p:nvPr/>
            </p:nvSpPr>
            <p:spPr>
              <a:xfrm>
                <a:off x="3140278" y="791844"/>
                <a:ext cx="114285" cy="146957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FBD33FD-0420-5C50-CF59-961ACEE0B73C}"/>
                  </a:ext>
                </a:extLst>
              </p:cNvPr>
              <p:cNvSpPr/>
              <p:nvPr/>
            </p:nvSpPr>
            <p:spPr>
              <a:xfrm>
                <a:off x="3619638" y="791844"/>
                <a:ext cx="114285" cy="146957"/>
              </a:xfrm>
              <a:prstGeom prst="ellipse">
                <a:avLst/>
              </a:prstGeom>
              <a:solidFill>
                <a:srgbClr val="00B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5DFF2718-E302-0BEA-4D3A-DC95A37620F0}"/>
                  </a:ext>
                </a:extLst>
              </p:cNvPr>
              <p:cNvSpPr/>
              <p:nvPr/>
            </p:nvSpPr>
            <p:spPr>
              <a:xfrm>
                <a:off x="4152965" y="791844"/>
                <a:ext cx="114285" cy="146957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9F6A27F-0CEC-76B3-5A5E-2B890DD6C67E}"/>
                </a:ext>
              </a:extLst>
            </p:cNvPr>
            <p:cNvSpPr/>
            <p:nvPr/>
          </p:nvSpPr>
          <p:spPr>
            <a:xfrm>
              <a:off x="4073158" y="3094187"/>
              <a:ext cx="62033" cy="69973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49A9E6F8-D239-D249-B4C7-DBA9B3664399}"/>
                </a:ext>
              </a:extLst>
            </p:cNvPr>
            <p:cNvSpPr/>
            <p:nvPr/>
          </p:nvSpPr>
          <p:spPr>
            <a:xfrm>
              <a:off x="4305781" y="3094187"/>
              <a:ext cx="62033" cy="69973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981E286-5671-60D3-AD3C-66754E94669A}"/>
                </a:ext>
              </a:extLst>
            </p:cNvPr>
            <p:cNvSpPr/>
            <p:nvPr/>
          </p:nvSpPr>
          <p:spPr>
            <a:xfrm>
              <a:off x="4539267" y="3094187"/>
              <a:ext cx="62033" cy="69973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8" name="Rectangle 42">
              <a:extLst>
                <a:ext uri="{FF2B5EF4-FFF2-40B4-BE49-F238E27FC236}">
                  <a16:creationId xmlns:a16="http://schemas.microsoft.com/office/drawing/2014/main" id="{DDB6DA0A-01B8-57DF-4C00-7F42BFA06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89" y="2884268"/>
              <a:ext cx="4194122" cy="6312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16D9E8E-71C9-F13A-D45C-E0A6AA92FD3D}"/>
                </a:ext>
              </a:extLst>
            </p:cNvPr>
            <p:cNvSpPr/>
            <p:nvPr/>
          </p:nvSpPr>
          <p:spPr>
            <a:xfrm>
              <a:off x="1925264" y="3881194"/>
              <a:ext cx="124066" cy="34226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5E56739-BA83-7482-4CE7-EB6FD8CE62A5}"/>
                </a:ext>
              </a:extLst>
            </p:cNvPr>
            <p:cNvSpPr/>
            <p:nvPr/>
          </p:nvSpPr>
          <p:spPr>
            <a:xfrm>
              <a:off x="1645254" y="3881194"/>
              <a:ext cx="123204" cy="34226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57FCEC7-BF1A-4089-9E50-54DE15170DEB}"/>
                </a:ext>
              </a:extLst>
            </p:cNvPr>
            <p:cNvSpPr/>
            <p:nvPr/>
          </p:nvSpPr>
          <p:spPr>
            <a:xfrm>
              <a:off x="2185458" y="3881194"/>
              <a:ext cx="124066" cy="34226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1EBE725-3F9C-5986-935B-6544D46623AD}"/>
                </a:ext>
              </a:extLst>
            </p:cNvPr>
            <p:cNvSpPr/>
            <p:nvPr/>
          </p:nvSpPr>
          <p:spPr>
            <a:xfrm>
              <a:off x="2462883" y="3881194"/>
              <a:ext cx="124066" cy="34226"/>
            </a:xfrm>
            <a:prstGeom prst="rect">
              <a:avLst/>
            </a:prstGeom>
            <a:solidFill>
              <a:srgbClr val="0070C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25569A1-9A2F-8C1A-A4BE-EB522578A4B5}"/>
                </a:ext>
              </a:extLst>
            </p:cNvPr>
            <p:cNvSpPr/>
            <p:nvPr/>
          </p:nvSpPr>
          <p:spPr>
            <a:xfrm>
              <a:off x="2741171" y="3881194"/>
              <a:ext cx="123204" cy="34226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F69DE10-CEED-7614-C75A-901626D88430}"/>
                </a:ext>
              </a:extLst>
            </p:cNvPr>
            <p:cNvSpPr/>
            <p:nvPr/>
          </p:nvSpPr>
          <p:spPr>
            <a:xfrm>
              <a:off x="3053920" y="3881194"/>
              <a:ext cx="124066" cy="34226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7BFDCE4-EBBD-B3F3-5FBB-E32864E98C29}"/>
                </a:ext>
              </a:extLst>
            </p:cNvPr>
            <p:cNvSpPr/>
            <p:nvPr/>
          </p:nvSpPr>
          <p:spPr>
            <a:xfrm>
              <a:off x="3296022" y="3881194"/>
              <a:ext cx="124066" cy="34226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BD0FDDB-DA6C-3EC6-0FB6-3DA5EED8E777}"/>
                </a:ext>
              </a:extLst>
            </p:cNvPr>
            <p:cNvSpPr/>
            <p:nvPr/>
          </p:nvSpPr>
          <p:spPr>
            <a:xfrm>
              <a:off x="3564831" y="3881194"/>
              <a:ext cx="124066" cy="34226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2338D42-2B31-A6E6-62B5-CBEC4081FE26}"/>
                </a:ext>
              </a:extLst>
            </p:cNvPr>
            <p:cNvSpPr/>
            <p:nvPr/>
          </p:nvSpPr>
          <p:spPr>
            <a:xfrm>
              <a:off x="3798316" y="3881194"/>
              <a:ext cx="124066" cy="34226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F2A5A33-485E-F17D-066E-9B833124AEA6}"/>
                </a:ext>
              </a:extLst>
            </p:cNvPr>
            <p:cNvSpPr/>
            <p:nvPr/>
          </p:nvSpPr>
          <p:spPr>
            <a:xfrm>
              <a:off x="4049895" y="3881194"/>
              <a:ext cx="123205" cy="34226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F2B7E27-EE80-44A6-A159-8232CAD32FE5}"/>
                </a:ext>
              </a:extLst>
            </p:cNvPr>
            <p:cNvSpPr/>
            <p:nvPr/>
          </p:nvSpPr>
          <p:spPr>
            <a:xfrm>
              <a:off x="4282519" y="3881194"/>
              <a:ext cx="124066" cy="34226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3EBB50A-CF53-AADF-1A83-36903ACA6FC3}"/>
                </a:ext>
              </a:extLst>
            </p:cNvPr>
            <p:cNvSpPr/>
            <p:nvPr/>
          </p:nvSpPr>
          <p:spPr>
            <a:xfrm>
              <a:off x="4534097" y="3881194"/>
              <a:ext cx="123205" cy="34226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2" name="Right Arrow 89">
              <a:extLst>
                <a:ext uri="{FF2B5EF4-FFF2-40B4-BE49-F238E27FC236}">
                  <a16:creationId xmlns:a16="http://schemas.microsoft.com/office/drawing/2014/main" id="{1BF1D8A5-9146-DF25-2821-260BF1CAA625}"/>
                </a:ext>
              </a:extLst>
            </p:cNvPr>
            <p:cNvSpPr/>
            <p:nvPr/>
          </p:nvSpPr>
          <p:spPr>
            <a:xfrm>
              <a:off x="330498" y="3070609"/>
              <a:ext cx="485064" cy="117129"/>
            </a:xfrm>
            <a:prstGeom prst="rightArrow">
              <a:avLst/>
            </a:prstGeom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D4C396D-2518-A142-33AA-C6EEDCCF7DF8}"/>
                </a:ext>
              </a:extLst>
            </p:cNvPr>
            <p:cNvSpPr/>
            <p:nvPr/>
          </p:nvSpPr>
          <p:spPr>
            <a:xfrm>
              <a:off x="4077982" y="3096256"/>
              <a:ext cx="62033" cy="70734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E4ACC9E-54CD-1155-297E-F70E03395062}"/>
                </a:ext>
              </a:extLst>
            </p:cNvPr>
            <p:cNvSpPr/>
            <p:nvPr/>
          </p:nvSpPr>
          <p:spPr>
            <a:xfrm>
              <a:off x="4311468" y="3096256"/>
              <a:ext cx="62033" cy="70734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A651DFD-4FB4-9928-0011-30BFF578E51D}"/>
                </a:ext>
              </a:extLst>
            </p:cNvPr>
            <p:cNvSpPr/>
            <p:nvPr/>
          </p:nvSpPr>
          <p:spPr>
            <a:xfrm>
              <a:off x="4539991" y="3096256"/>
              <a:ext cx="62033" cy="70734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2C23818-A54C-186B-8303-661E498ED8E6}"/>
                </a:ext>
              </a:extLst>
            </p:cNvPr>
            <p:cNvSpPr/>
            <p:nvPr/>
          </p:nvSpPr>
          <p:spPr>
            <a:xfrm>
              <a:off x="2806374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2CB755C-9B76-84B2-3CD7-7441F3CB4850}"/>
                </a:ext>
              </a:extLst>
            </p:cNvPr>
            <p:cNvSpPr/>
            <p:nvPr/>
          </p:nvSpPr>
          <p:spPr>
            <a:xfrm>
              <a:off x="3062777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2DA1E2C0-7B36-9DAF-DBA1-DDB3A9B02B84}"/>
                </a:ext>
              </a:extLst>
            </p:cNvPr>
            <p:cNvSpPr/>
            <p:nvPr/>
          </p:nvSpPr>
          <p:spPr>
            <a:xfrm>
              <a:off x="3335723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D2C94D71-3F07-9202-D693-C58D16035171}"/>
                </a:ext>
              </a:extLst>
            </p:cNvPr>
            <p:cNvSpPr/>
            <p:nvPr/>
          </p:nvSpPr>
          <p:spPr>
            <a:xfrm>
              <a:off x="3607014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0994B59-33E3-8985-A68A-C1790C032B4D}"/>
                </a:ext>
              </a:extLst>
            </p:cNvPr>
            <p:cNvSpPr/>
            <p:nvPr/>
          </p:nvSpPr>
          <p:spPr>
            <a:xfrm>
              <a:off x="3843566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4ECB62-1507-1F08-24E8-DF16D8000C2D}"/>
                </a:ext>
              </a:extLst>
            </p:cNvPr>
            <p:cNvSpPr/>
            <p:nvPr/>
          </p:nvSpPr>
          <p:spPr>
            <a:xfrm>
              <a:off x="4080119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B44694DC-4175-7681-4D4E-D8A5EF330760}"/>
                </a:ext>
              </a:extLst>
            </p:cNvPr>
            <p:cNvSpPr/>
            <p:nvPr/>
          </p:nvSpPr>
          <p:spPr>
            <a:xfrm>
              <a:off x="4316672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594C791F-DC0C-F19F-8305-B82B0B63A024}"/>
                </a:ext>
              </a:extLst>
            </p:cNvPr>
            <p:cNvSpPr/>
            <p:nvPr/>
          </p:nvSpPr>
          <p:spPr>
            <a:xfrm>
              <a:off x="4548262" y="3114890"/>
              <a:ext cx="41355" cy="33465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6F7DEE6-CC3F-A20C-4219-A42B162DE373}"/>
              </a:ext>
            </a:extLst>
          </p:cNvPr>
          <p:cNvGrpSpPr/>
          <p:nvPr/>
        </p:nvGrpSpPr>
        <p:grpSpPr>
          <a:xfrm>
            <a:off x="281908" y="2734056"/>
            <a:ext cx="4546124" cy="1235583"/>
            <a:chOff x="281908" y="4251960"/>
            <a:chExt cx="4546124" cy="1235583"/>
          </a:xfrm>
        </p:grpSpPr>
        <p:sp>
          <p:nvSpPr>
            <p:cNvPr id="125" name="Rectangle 41">
              <a:extLst>
                <a:ext uri="{FF2B5EF4-FFF2-40B4-BE49-F238E27FC236}">
                  <a16:creationId xmlns:a16="http://schemas.microsoft.com/office/drawing/2014/main" id="{D2D16A54-EB45-5242-E7AA-70539858C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733" y="4313754"/>
              <a:ext cx="3773564" cy="51298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6" name="Rectangle 39">
              <a:extLst>
                <a:ext uri="{FF2B5EF4-FFF2-40B4-BE49-F238E27FC236}">
                  <a16:creationId xmlns:a16="http://schemas.microsoft.com/office/drawing/2014/main" id="{25548B65-91C1-86EA-18D0-D7455E56A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5295" y="4309830"/>
              <a:ext cx="1598665" cy="513964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E785EC0-B440-9067-5F08-215C1CF18F0B}"/>
                </a:ext>
              </a:extLst>
            </p:cNvPr>
            <p:cNvSpPr/>
            <p:nvPr/>
          </p:nvSpPr>
          <p:spPr>
            <a:xfrm>
              <a:off x="281908" y="4321600"/>
              <a:ext cx="647626" cy="504155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8" name="Rectangle 42">
              <a:extLst>
                <a:ext uri="{FF2B5EF4-FFF2-40B4-BE49-F238E27FC236}">
                  <a16:creationId xmlns:a16="http://schemas.microsoft.com/office/drawing/2014/main" id="{53B15732-9FAC-4A16-FDEF-02B087924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627" y="4251960"/>
              <a:ext cx="4136471" cy="81411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9" name="Rectangle 43">
              <a:extLst>
                <a:ext uri="{FF2B5EF4-FFF2-40B4-BE49-F238E27FC236}">
                  <a16:creationId xmlns:a16="http://schemas.microsoft.com/office/drawing/2014/main" id="{69063B31-C45E-ED1F-A580-9EA1CA408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627" y="4806139"/>
              <a:ext cx="4136471" cy="8141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0" name="Rectangle 44">
              <a:extLst>
                <a:ext uri="{FF2B5EF4-FFF2-40B4-BE49-F238E27FC236}">
                  <a16:creationId xmlns:a16="http://schemas.microsoft.com/office/drawing/2014/main" id="{2D9D5BF5-92B6-630C-08D2-222750CC8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39" y="4466766"/>
              <a:ext cx="534588" cy="185380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1" name="Rectangle 45">
              <a:extLst>
                <a:ext uri="{FF2B5EF4-FFF2-40B4-BE49-F238E27FC236}">
                  <a16:creationId xmlns:a16="http://schemas.microsoft.com/office/drawing/2014/main" id="{24335A59-E05E-8759-84BC-07B80D7F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826" y="4313754"/>
              <a:ext cx="114737" cy="492385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51E8EAB-D635-498B-C559-BFFD0C5FE5A7}"/>
                </a:ext>
              </a:extLst>
            </p:cNvPr>
            <p:cNvSpPr/>
            <p:nvPr/>
          </p:nvSpPr>
          <p:spPr>
            <a:xfrm>
              <a:off x="1045562" y="4569186"/>
              <a:ext cx="61193" cy="91219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DA477D6-4992-ED8E-B40A-BFD15E263B8E}"/>
                </a:ext>
              </a:extLst>
            </p:cNvPr>
            <p:cNvSpPr/>
            <p:nvPr/>
          </p:nvSpPr>
          <p:spPr>
            <a:xfrm>
              <a:off x="1403778" y="4567872"/>
              <a:ext cx="61193" cy="91218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C052DFEF-522D-8DAE-297A-A2B56F9096C8}"/>
                </a:ext>
              </a:extLst>
            </p:cNvPr>
            <p:cNvSpPr/>
            <p:nvPr/>
          </p:nvSpPr>
          <p:spPr>
            <a:xfrm>
              <a:off x="1957490" y="4538260"/>
              <a:ext cx="61193" cy="91218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FB8AD3D-9837-C0A3-0F75-74FF60EBC1CE}"/>
                </a:ext>
              </a:extLst>
            </p:cNvPr>
            <p:cNvSpPr/>
            <p:nvPr/>
          </p:nvSpPr>
          <p:spPr>
            <a:xfrm>
              <a:off x="2407564" y="4521929"/>
              <a:ext cx="61193" cy="91218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D88B594-B5D6-5722-01CB-3F3046CD558B}"/>
                </a:ext>
              </a:extLst>
            </p:cNvPr>
            <p:cNvSpPr/>
            <p:nvPr/>
          </p:nvSpPr>
          <p:spPr>
            <a:xfrm>
              <a:off x="2467005" y="4395164"/>
              <a:ext cx="61193" cy="90238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4DDA232-8703-B278-511A-AE848706A41F}"/>
                </a:ext>
              </a:extLst>
            </p:cNvPr>
            <p:cNvSpPr/>
            <p:nvPr/>
          </p:nvSpPr>
          <p:spPr>
            <a:xfrm>
              <a:off x="2470405" y="4626643"/>
              <a:ext cx="61193" cy="91219"/>
            </a:xfrm>
            <a:prstGeom prst="ellips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F37D4EA-FA9F-7D53-C2D8-E1BCAF54AFFE}"/>
                </a:ext>
              </a:extLst>
            </p:cNvPr>
            <p:cNvSpPr/>
            <p:nvPr/>
          </p:nvSpPr>
          <p:spPr>
            <a:xfrm>
              <a:off x="2511200" y="4506000"/>
              <a:ext cx="61193" cy="90238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pSp>
          <p:nvGrpSpPr>
            <p:cNvPr id="139" name="Group 159">
              <a:extLst>
                <a:ext uri="{FF2B5EF4-FFF2-40B4-BE49-F238E27FC236}">
                  <a16:creationId xmlns:a16="http://schemas.microsoft.com/office/drawing/2014/main" id="{14E1B6FF-6C17-C457-2C77-5CDCFC8198B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516061" y="4499428"/>
              <a:ext cx="1602914" cy="90238"/>
              <a:chOff x="1273631" y="791844"/>
              <a:chExt cx="2993619" cy="146957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981EDBBC-B20A-C19D-7046-37A9E6068F2E}"/>
                  </a:ext>
                </a:extLst>
              </p:cNvPr>
              <p:cNvSpPr/>
              <p:nvPr/>
            </p:nvSpPr>
            <p:spPr>
              <a:xfrm>
                <a:off x="1273631" y="791844"/>
                <a:ext cx="114285" cy="146957"/>
              </a:xfrm>
              <a:prstGeom prst="ellipse">
                <a:avLst/>
              </a:prstGeom>
              <a:solidFill>
                <a:srgbClr val="C0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F6CB881E-F246-00E6-1711-2C0D594FCA59}"/>
                  </a:ext>
                </a:extLst>
              </p:cNvPr>
              <p:cNvSpPr/>
              <p:nvPr/>
            </p:nvSpPr>
            <p:spPr>
              <a:xfrm>
                <a:off x="1703786" y="791844"/>
                <a:ext cx="114285" cy="146957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B880EF8D-AC45-1529-F1D1-05C352144E97}"/>
                  </a:ext>
                </a:extLst>
              </p:cNvPr>
              <p:cNvSpPr/>
              <p:nvPr/>
            </p:nvSpPr>
            <p:spPr>
              <a:xfrm>
                <a:off x="2133939" y="791844"/>
                <a:ext cx="114285" cy="146957"/>
              </a:xfrm>
              <a:prstGeom prst="ellipse">
                <a:avLst/>
              </a:prstGeom>
              <a:solidFill>
                <a:srgbClr val="FFC0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7A8C3982-18E3-EF0E-A9EB-0AF603436F90}"/>
                  </a:ext>
                </a:extLst>
              </p:cNvPr>
              <p:cNvSpPr/>
              <p:nvPr/>
            </p:nvSpPr>
            <p:spPr>
              <a:xfrm>
                <a:off x="2645045" y="791844"/>
                <a:ext cx="114285" cy="146957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83E89A9-EE8E-8A2D-DEB3-77BB0BED5D2C}"/>
                  </a:ext>
                </a:extLst>
              </p:cNvPr>
              <p:cNvSpPr/>
              <p:nvPr/>
            </p:nvSpPr>
            <p:spPr>
              <a:xfrm>
                <a:off x="3140278" y="791844"/>
                <a:ext cx="114285" cy="146957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54904BF1-A749-B6B2-0116-8A553C5B5F31}"/>
                  </a:ext>
                </a:extLst>
              </p:cNvPr>
              <p:cNvSpPr/>
              <p:nvPr/>
            </p:nvSpPr>
            <p:spPr>
              <a:xfrm>
                <a:off x="3619638" y="791844"/>
                <a:ext cx="114285" cy="146957"/>
              </a:xfrm>
              <a:prstGeom prst="ellipse">
                <a:avLst/>
              </a:prstGeom>
              <a:solidFill>
                <a:srgbClr val="00B05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67BCCC18-1AAE-5139-11E0-9C266C03A821}"/>
                  </a:ext>
                </a:extLst>
              </p:cNvPr>
              <p:cNvSpPr/>
              <p:nvPr/>
            </p:nvSpPr>
            <p:spPr>
              <a:xfrm>
                <a:off x="4152965" y="791844"/>
                <a:ext cx="114285" cy="146957"/>
              </a:xfrm>
              <a:prstGeom prst="ellipse">
                <a:avLst/>
              </a:prstGeom>
              <a:solidFill>
                <a:srgbClr val="0070C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903C967-EF6D-97B8-AD61-1A34E5C4DD0A}"/>
                </a:ext>
              </a:extLst>
            </p:cNvPr>
            <p:cNvSpPr/>
            <p:nvPr/>
          </p:nvSpPr>
          <p:spPr>
            <a:xfrm>
              <a:off x="4058021" y="4499133"/>
              <a:ext cx="61193" cy="90238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5284FD-211D-2E35-BF6E-7CEA8D998730}"/>
                </a:ext>
              </a:extLst>
            </p:cNvPr>
            <p:cNvSpPr/>
            <p:nvPr/>
          </p:nvSpPr>
          <p:spPr>
            <a:xfrm>
              <a:off x="4288344" y="4499133"/>
              <a:ext cx="61193" cy="90238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2B76800-3507-A232-27FA-880C8AE5385E}"/>
                </a:ext>
              </a:extLst>
            </p:cNvPr>
            <p:cNvSpPr/>
            <p:nvPr/>
          </p:nvSpPr>
          <p:spPr>
            <a:xfrm>
              <a:off x="4518668" y="4499133"/>
              <a:ext cx="61193" cy="90238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DECFAF0-8CD7-4CA0-5982-C834CD57E19D}"/>
                </a:ext>
              </a:extLst>
            </p:cNvPr>
            <p:cNvCxnSpPr/>
            <p:nvPr/>
          </p:nvCxnSpPr>
          <p:spPr>
            <a:xfrm>
              <a:off x="631218" y="5457137"/>
              <a:ext cx="4196814" cy="9808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E99CE9C-310B-6B31-532C-EC5B2E2D4226}"/>
                </a:ext>
              </a:extLst>
            </p:cNvPr>
            <p:cNvSpPr/>
            <p:nvPr/>
          </p:nvSpPr>
          <p:spPr>
            <a:xfrm>
              <a:off x="955030" y="5394363"/>
              <a:ext cx="104538" cy="62774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A10BAD2-B30D-AEEA-67ED-A3A1803B1DE9}"/>
                </a:ext>
              </a:extLst>
            </p:cNvPr>
            <p:cNvSpPr/>
            <p:nvPr/>
          </p:nvSpPr>
          <p:spPr>
            <a:xfrm>
              <a:off x="1191303" y="5319583"/>
              <a:ext cx="96039" cy="140261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329DECC-D344-2BAF-0529-A62F66C2F932}"/>
                </a:ext>
              </a:extLst>
            </p:cNvPr>
            <p:cNvSpPr/>
            <p:nvPr/>
          </p:nvSpPr>
          <p:spPr>
            <a:xfrm>
              <a:off x="1409728" y="5188150"/>
              <a:ext cx="130885" cy="271694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E4D6F05-74EB-6025-C217-2113A2A68B42}"/>
                </a:ext>
              </a:extLst>
            </p:cNvPr>
            <p:cNvSpPr/>
            <p:nvPr/>
          </p:nvSpPr>
          <p:spPr>
            <a:xfrm>
              <a:off x="1937516" y="5201607"/>
              <a:ext cx="118986" cy="264829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A2DDFE1-29D9-EB3E-AF4E-A87FF4036CA3}"/>
                </a:ext>
              </a:extLst>
            </p:cNvPr>
            <p:cNvSpPr/>
            <p:nvPr/>
          </p:nvSpPr>
          <p:spPr>
            <a:xfrm>
              <a:off x="1660448" y="5081472"/>
              <a:ext cx="116437" cy="385473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2A36AD2-A6F2-2E17-7557-7A4513AC4359}"/>
                </a:ext>
              </a:extLst>
            </p:cNvPr>
            <p:cNvSpPr/>
            <p:nvPr/>
          </p:nvSpPr>
          <p:spPr>
            <a:xfrm flipV="1">
              <a:off x="2193337" y="5335041"/>
              <a:ext cx="107937" cy="129472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FCA21B4-990D-CA0B-CDB7-F190E7E90D22}"/>
                </a:ext>
              </a:extLst>
            </p:cNvPr>
            <p:cNvSpPr/>
            <p:nvPr/>
          </p:nvSpPr>
          <p:spPr>
            <a:xfrm>
              <a:off x="2467855" y="5443405"/>
              <a:ext cx="121536" cy="44138"/>
            </a:xfrm>
            <a:prstGeom prst="rect">
              <a:avLst/>
            </a:prstGeom>
            <a:solidFill>
              <a:srgbClr val="0070C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57A97E4C-DF3E-687C-4311-4702757E2F5B}"/>
                </a:ext>
              </a:extLst>
            </p:cNvPr>
            <p:cNvSpPr/>
            <p:nvPr/>
          </p:nvSpPr>
          <p:spPr>
            <a:xfrm>
              <a:off x="2741523" y="5443405"/>
              <a:ext cx="122386" cy="44138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2AC6D91-1D91-CCAB-0562-ED58BAD1D53C}"/>
                </a:ext>
              </a:extLst>
            </p:cNvPr>
            <p:cNvSpPr/>
            <p:nvPr/>
          </p:nvSpPr>
          <p:spPr>
            <a:xfrm>
              <a:off x="3050038" y="5443405"/>
              <a:ext cx="122386" cy="44138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09BC787-A424-71F4-65AA-1E2295833F1C}"/>
                </a:ext>
              </a:extLst>
            </p:cNvPr>
            <p:cNvSpPr/>
            <p:nvPr/>
          </p:nvSpPr>
          <p:spPr>
            <a:xfrm>
              <a:off x="3289710" y="5443405"/>
              <a:ext cx="121536" cy="44138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D8921E9-89E9-D34F-3C39-D2711BB27662}"/>
                </a:ext>
              </a:extLst>
            </p:cNvPr>
            <p:cNvSpPr/>
            <p:nvPr/>
          </p:nvSpPr>
          <p:spPr>
            <a:xfrm>
              <a:off x="3554879" y="5443405"/>
              <a:ext cx="121536" cy="44138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BC3789C-E71B-3391-450F-4F8B77080060}"/>
                </a:ext>
              </a:extLst>
            </p:cNvPr>
            <p:cNvSpPr/>
            <p:nvPr/>
          </p:nvSpPr>
          <p:spPr>
            <a:xfrm>
              <a:off x="3784353" y="5443405"/>
              <a:ext cx="122386" cy="44138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02D636C4-89A7-7638-5E02-AB274EE85061}"/>
                </a:ext>
              </a:extLst>
            </p:cNvPr>
            <p:cNvSpPr/>
            <p:nvPr/>
          </p:nvSpPr>
          <p:spPr>
            <a:xfrm>
              <a:off x="4032524" y="5443405"/>
              <a:ext cx="122386" cy="44138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8B144F7E-3DC6-E976-1058-AC4D4EC98502}"/>
                </a:ext>
              </a:extLst>
            </p:cNvPr>
            <p:cNvSpPr/>
            <p:nvPr/>
          </p:nvSpPr>
          <p:spPr>
            <a:xfrm>
              <a:off x="4262847" y="5443405"/>
              <a:ext cx="121536" cy="44138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77B66A0-A6DC-25E4-097F-EEBD5295AF3B}"/>
                </a:ext>
              </a:extLst>
            </p:cNvPr>
            <p:cNvSpPr/>
            <p:nvPr/>
          </p:nvSpPr>
          <p:spPr>
            <a:xfrm>
              <a:off x="4510169" y="5443405"/>
              <a:ext cx="122386" cy="44138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FC37164-0977-A2DA-540F-FF9415CB6550}"/>
                </a:ext>
              </a:extLst>
            </p:cNvPr>
            <p:cNvSpPr/>
            <p:nvPr/>
          </p:nvSpPr>
          <p:spPr>
            <a:xfrm>
              <a:off x="4058633" y="4495367"/>
              <a:ext cx="61193" cy="90238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BAF2613-7F3F-F519-57D3-C5647D25E8C5}"/>
                </a:ext>
              </a:extLst>
            </p:cNvPr>
            <p:cNvSpPr/>
            <p:nvPr/>
          </p:nvSpPr>
          <p:spPr>
            <a:xfrm>
              <a:off x="4288107" y="4495367"/>
              <a:ext cx="61193" cy="90238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8EF71896-70BE-0014-F138-5507C771416A}"/>
                </a:ext>
              </a:extLst>
            </p:cNvPr>
            <p:cNvSpPr/>
            <p:nvPr/>
          </p:nvSpPr>
          <p:spPr>
            <a:xfrm>
              <a:off x="4518430" y="4495367"/>
              <a:ext cx="61193" cy="90238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80761B9-3C98-C22B-A8A1-761D4CF50D9F}"/>
                </a:ext>
              </a:extLst>
            </p:cNvPr>
            <p:cNvSpPr/>
            <p:nvPr/>
          </p:nvSpPr>
          <p:spPr>
            <a:xfrm>
              <a:off x="4063393" y="4498035"/>
              <a:ext cx="61193" cy="91219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734CB45B-4AA1-57D6-D2D3-90EA73F11B22}"/>
                </a:ext>
              </a:extLst>
            </p:cNvPr>
            <p:cNvSpPr/>
            <p:nvPr/>
          </p:nvSpPr>
          <p:spPr>
            <a:xfrm>
              <a:off x="4293716" y="4498035"/>
              <a:ext cx="61193" cy="91219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26C85B66-042E-89F5-222A-D295CA287028}"/>
                </a:ext>
              </a:extLst>
            </p:cNvPr>
            <p:cNvSpPr/>
            <p:nvPr/>
          </p:nvSpPr>
          <p:spPr>
            <a:xfrm>
              <a:off x="4519144" y="4498035"/>
              <a:ext cx="61193" cy="91219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5943AF5-38BA-5BC3-97B6-7443614FA26D}"/>
                </a:ext>
              </a:extLst>
            </p:cNvPr>
            <p:cNvSpPr/>
            <p:nvPr/>
          </p:nvSpPr>
          <p:spPr>
            <a:xfrm>
              <a:off x="2809006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A79B2C9E-3018-678A-AFD4-3B43F9BA43EE}"/>
                </a:ext>
              </a:extLst>
            </p:cNvPr>
            <p:cNvSpPr/>
            <p:nvPr/>
          </p:nvSpPr>
          <p:spPr>
            <a:xfrm>
              <a:off x="3061936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434049E1-9A1F-C21C-48C2-C4611E497360}"/>
                </a:ext>
              </a:extLst>
            </p:cNvPr>
            <p:cNvSpPr/>
            <p:nvPr/>
          </p:nvSpPr>
          <p:spPr>
            <a:xfrm>
              <a:off x="3331185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D9E6660E-4AB4-1DE2-F278-07CC579D12A0}"/>
                </a:ext>
              </a:extLst>
            </p:cNvPr>
            <p:cNvSpPr/>
            <p:nvPr/>
          </p:nvSpPr>
          <p:spPr>
            <a:xfrm>
              <a:off x="3598802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75ABBD8C-8B27-0867-C9D5-B09E48725B3E}"/>
                </a:ext>
              </a:extLst>
            </p:cNvPr>
            <p:cNvSpPr/>
            <p:nvPr/>
          </p:nvSpPr>
          <p:spPr>
            <a:xfrm>
              <a:off x="3832151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90778F85-812B-D0AD-5E72-65B92BA15077}"/>
                </a:ext>
              </a:extLst>
            </p:cNvPr>
            <p:cNvSpPr/>
            <p:nvPr/>
          </p:nvSpPr>
          <p:spPr>
            <a:xfrm>
              <a:off x="4065500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4EBD2673-22B5-20B5-90EE-075CECF3FF64}"/>
                </a:ext>
              </a:extLst>
            </p:cNvPr>
            <p:cNvSpPr/>
            <p:nvPr/>
          </p:nvSpPr>
          <p:spPr>
            <a:xfrm>
              <a:off x="4298849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58186F35-917B-D19C-A9B4-C7A54DA3C74A}"/>
                </a:ext>
              </a:extLst>
            </p:cNvPr>
            <p:cNvSpPr/>
            <p:nvPr/>
          </p:nvSpPr>
          <p:spPr>
            <a:xfrm>
              <a:off x="4527303" y="4522066"/>
              <a:ext cx="40795" cy="43157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6269AB1-F6E0-283C-A7C6-924C748FD1D6}"/>
              </a:ext>
            </a:extLst>
          </p:cNvPr>
          <p:cNvGrpSpPr/>
          <p:nvPr/>
        </p:nvGrpSpPr>
        <p:grpSpPr>
          <a:xfrm>
            <a:off x="-36576" y="4270247"/>
            <a:ext cx="4873752" cy="1344169"/>
            <a:chOff x="-36576" y="4270247"/>
            <a:chExt cx="4873752" cy="1187895"/>
          </a:xfrm>
        </p:grpSpPr>
        <p:sp>
          <p:nvSpPr>
            <p:cNvPr id="183" name="Rectangle 41">
              <a:extLst>
                <a:ext uri="{FF2B5EF4-FFF2-40B4-BE49-F238E27FC236}">
                  <a16:creationId xmlns:a16="http://schemas.microsoft.com/office/drawing/2014/main" id="{917E3742-10D3-AF26-4790-5FE544913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064" y="4343179"/>
              <a:ext cx="1555923" cy="378379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4" name="Rectangle 39">
              <a:extLst>
                <a:ext uri="{FF2B5EF4-FFF2-40B4-BE49-F238E27FC236}">
                  <a16:creationId xmlns:a16="http://schemas.microsoft.com/office/drawing/2014/main" id="{90439CF8-553B-6454-4D9E-2F67E22D9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12" y="4333792"/>
              <a:ext cx="1429101" cy="373521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85" name="Rectangle 41">
              <a:extLst>
                <a:ext uri="{FF2B5EF4-FFF2-40B4-BE49-F238E27FC236}">
                  <a16:creationId xmlns:a16="http://schemas.microsoft.com/office/drawing/2014/main" id="{7E949D2A-E22C-64F7-7987-07D6E783F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210" y="4333791"/>
              <a:ext cx="1412077" cy="377657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6" name="Rectangle 39">
              <a:extLst>
                <a:ext uri="{FF2B5EF4-FFF2-40B4-BE49-F238E27FC236}">
                  <a16:creationId xmlns:a16="http://schemas.microsoft.com/office/drawing/2014/main" id="{3A31EE7E-0B80-9CD1-1F2B-82E5A8F5A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672" y="4328737"/>
              <a:ext cx="1600184" cy="37765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F917A0A-3074-7814-86CE-D6D11CF654AD}"/>
                </a:ext>
              </a:extLst>
            </p:cNvPr>
            <p:cNvSpPr/>
            <p:nvPr/>
          </p:nvSpPr>
          <p:spPr>
            <a:xfrm>
              <a:off x="284312" y="4270247"/>
              <a:ext cx="253646" cy="452032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8" name="Rectangle 44">
              <a:extLst>
                <a:ext uri="{FF2B5EF4-FFF2-40B4-BE49-F238E27FC236}">
                  <a16:creationId xmlns:a16="http://schemas.microsoft.com/office/drawing/2014/main" id="{AAA04344-37AC-54F3-A62B-18B777B9C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6576" y="4447161"/>
              <a:ext cx="535381" cy="13575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9" name="Rectangle 45">
              <a:extLst>
                <a:ext uri="{FF2B5EF4-FFF2-40B4-BE49-F238E27FC236}">
                  <a16:creationId xmlns:a16="http://schemas.microsoft.com/office/drawing/2014/main" id="{DBA0A7BC-08B0-AED4-DCA3-1ED19369D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805" y="4333791"/>
              <a:ext cx="114907" cy="362492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FAD7C1CF-F1DE-8F65-DEC8-C6E1D328A1DA}"/>
                </a:ext>
              </a:extLst>
            </p:cNvPr>
            <p:cNvSpPr/>
            <p:nvPr/>
          </p:nvSpPr>
          <p:spPr>
            <a:xfrm>
              <a:off x="654568" y="4603856"/>
              <a:ext cx="61284" cy="67155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9959BB5A-CE9E-C805-8425-139943F95B4A}"/>
                </a:ext>
              </a:extLst>
            </p:cNvPr>
            <p:cNvSpPr/>
            <p:nvPr/>
          </p:nvSpPr>
          <p:spPr>
            <a:xfrm>
              <a:off x="641800" y="4437773"/>
              <a:ext cx="61284" cy="67155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B92B4BD5-21EE-7659-F677-40000212CFE3}"/>
                </a:ext>
              </a:extLst>
            </p:cNvPr>
            <p:cNvSpPr/>
            <p:nvPr/>
          </p:nvSpPr>
          <p:spPr>
            <a:xfrm>
              <a:off x="1214496" y="4498791"/>
              <a:ext cx="61284" cy="67155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3" name="Rectangle 43">
              <a:extLst>
                <a:ext uri="{FF2B5EF4-FFF2-40B4-BE49-F238E27FC236}">
                  <a16:creationId xmlns:a16="http://schemas.microsoft.com/office/drawing/2014/main" id="{BE4146EC-52DE-4350-FE70-B7FCC9A06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70" y="4696284"/>
              <a:ext cx="4142604" cy="5993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F76CF26-98F4-C39A-1B73-3765990FD2D2}"/>
                </a:ext>
              </a:extLst>
            </p:cNvPr>
            <p:cNvSpPr/>
            <p:nvPr/>
          </p:nvSpPr>
          <p:spPr>
            <a:xfrm>
              <a:off x="1451255" y="4499874"/>
              <a:ext cx="61284" cy="67155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5" name="Rectangle 42">
              <a:extLst>
                <a:ext uri="{FF2B5EF4-FFF2-40B4-BE49-F238E27FC236}">
                  <a16:creationId xmlns:a16="http://schemas.microsoft.com/office/drawing/2014/main" id="{2E2671FA-FED6-FCD6-F74A-B02012DD1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470" y="4288300"/>
              <a:ext cx="4142604" cy="59934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2B99273-DD0B-A061-A220-1BC584AB474D}"/>
                </a:ext>
              </a:extLst>
            </p:cNvPr>
            <p:cNvCxnSpPr/>
            <p:nvPr/>
          </p:nvCxnSpPr>
          <p:spPr>
            <a:xfrm>
              <a:off x="634140" y="5229237"/>
              <a:ext cx="4203036" cy="7221"/>
            </a:xfrm>
            <a:prstGeom prst="line">
              <a:avLst/>
            </a:prstGeom>
            <a:ln w="31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899B6225-A4EC-9764-EF20-312B9E32EC66}"/>
                </a:ext>
              </a:extLst>
            </p:cNvPr>
            <p:cNvSpPr/>
            <p:nvPr/>
          </p:nvSpPr>
          <p:spPr>
            <a:xfrm>
              <a:off x="1942375" y="5205408"/>
              <a:ext cx="127674" cy="67155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DF9735D-5AF4-E8F9-49F8-6591490AB21A}"/>
                </a:ext>
              </a:extLst>
            </p:cNvPr>
            <p:cNvSpPr/>
            <p:nvPr/>
          </p:nvSpPr>
          <p:spPr>
            <a:xfrm flipV="1">
              <a:off x="2198575" y="5116590"/>
              <a:ext cx="151507" cy="126367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F240EE1-FB44-D7EB-A433-745E4D6DF489}"/>
                </a:ext>
              </a:extLst>
            </p:cNvPr>
            <p:cNvSpPr/>
            <p:nvPr/>
          </p:nvSpPr>
          <p:spPr>
            <a:xfrm>
              <a:off x="2473500" y="5027050"/>
              <a:ext cx="131079" cy="224572"/>
            </a:xfrm>
            <a:prstGeom prst="rect">
              <a:avLst/>
            </a:prstGeom>
            <a:solidFill>
              <a:srgbClr val="0070C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75DCC66-4480-7F24-7354-4F5936CE784A}"/>
                </a:ext>
              </a:extLst>
            </p:cNvPr>
            <p:cNvSpPr/>
            <p:nvPr/>
          </p:nvSpPr>
          <p:spPr>
            <a:xfrm>
              <a:off x="2747574" y="4931012"/>
              <a:ext cx="137037" cy="320611"/>
            </a:xfrm>
            <a:prstGeom prst="rect">
              <a:avLst/>
            </a:prstGeom>
            <a:solidFill>
              <a:srgbClr val="00B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8547469E-BA1B-14C2-D6F5-99B070B6A87A}"/>
                </a:ext>
              </a:extLst>
            </p:cNvPr>
            <p:cNvSpPr/>
            <p:nvPr/>
          </p:nvSpPr>
          <p:spPr>
            <a:xfrm>
              <a:off x="3056546" y="5071820"/>
              <a:ext cx="142995" cy="179802"/>
            </a:xfrm>
            <a:prstGeom prst="rect">
              <a:avLst/>
            </a:prstGeom>
            <a:solidFill>
              <a:srgbClr val="92D05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A8446CE-4D89-2BFE-3DDD-4AA5DB8214D1}"/>
                </a:ext>
              </a:extLst>
            </p:cNvPr>
            <p:cNvSpPr/>
            <p:nvPr/>
          </p:nvSpPr>
          <p:spPr>
            <a:xfrm>
              <a:off x="3296573" y="5168581"/>
              <a:ext cx="148102" cy="83041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408D263-D224-F22B-7BF5-266322A8CB29}"/>
                </a:ext>
              </a:extLst>
            </p:cNvPr>
            <p:cNvSpPr/>
            <p:nvPr/>
          </p:nvSpPr>
          <p:spPr>
            <a:xfrm>
              <a:off x="3562136" y="5219128"/>
              <a:ext cx="121716" cy="32495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CE5DA14-A517-E059-A1E7-CEC3993D8FC3}"/>
                </a:ext>
              </a:extLst>
            </p:cNvPr>
            <p:cNvSpPr/>
            <p:nvPr/>
          </p:nvSpPr>
          <p:spPr>
            <a:xfrm>
              <a:off x="3791950" y="5219128"/>
              <a:ext cx="122567" cy="32495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0E539640-27C8-7CDA-F851-78E64DC07F06}"/>
                </a:ext>
              </a:extLst>
            </p:cNvPr>
            <p:cNvSpPr/>
            <p:nvPr/>
          </p:nvSpPr>
          <p:spPr>
            <a:xfrm>
              <a:off x="4040489" y="5219128"/>
              <a:ext cx="122567" cy="32495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8081878-36F9-6D0D-568E-8792CD1A3153}"/>
                </a:ext>
              </a:extLst>
            </p:cNvPr>
            <p:cNvSpPr/>
            <p:nvPr/>
          </p:nvSpPr>
          <p:spPr>
            <a:xfrm>
              <a:off x="4271153" y="5219128"/>
              <a:ext cx="121716" cy="32495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512B805B-B7CA-16BC-423B-AEFFADB3AC92}"/>
                </a:ext>
              </a:extLst>
            </p:cNvPr>
            <p:cNvSpPr/>
            <p:nvPr/>
          </p:nvSpPr>
          <p:spPr>
            <a:xfrm>
              <a:off x="4518842" y="5219128"/>
              <a:ext cx="122567" cy="32495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6F061D6-B561-223C-A8FB-93EE93CFB3AC}"/>
                </a:ext>
              </a:extLst>
            </p:cNvPr>
            <p:cNvSpPr/>
            <p:nvPr/>
          </p:nvSpPr>
          <p:spPr>
            <a:xfrm>
              <a:off x="958432" y="5227793"/>
              <a:ext cx="87670" cy="148752"/>
            </a:xfrm>
            <a:prstGeom prst="rect">
              <a:avLst/>
            </a:prstGeom>
            <a:solidFill>
              <a:srgbClr val="C0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ACF42254-89F0-A2B6-153C-B665963DC8F1}"/>
                </a:ext>
              </a:extLst>
            </p:cNvPr>
            <p:cNvSpPr/>
            <p:nvPr/>
          </p:nvSpPr>
          <p:spPr>
            <a:xfrm>
              <a:off x="1195055" y="5234292"/>
              <a:ext cx="96182" cy="223850"/>
            </a:xfrm>
            <a:prstGeom prst="rect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C0D93A0-6858-BE10-DBFC-FE953EF65FC9}"/>
                </a:ext>
              </a:extLst>
            </p:cNvPr>
            <p:cNvSpPr/>
            <p:nvPr/>
          </p:nvSpPr>
          <p:spPr>
            <a:xfrm>
              <a:off x="1413804" y="5226002"/>
              <a:ext cx="114056" cy="158861"/>
            </a:xfrm>
            <a:prstGeom prst="rect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A1D1D790-BC2D-78A6-665F-E1C6B14B0445}"/>
                </a:ext>
              </a:extLst>
            </p:cNvPr>
            <p:cNvSpPr/>
            <p:nvPr/>
          </p:nvSpPr>
          <p:spPr>
            <a:xfrm>
              <a:off x="1664896" y="5217684"/>
              <a:ext cx="98735" cy="91706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D8421CA1-9C7B-2828-8730-46F5401C4F7A}"/>
                </a:ext>
              </a:extLst>
            </p:cNvPr>
            <p:cNvSpPr/>
            <p:nvPr/>
          </p:nvSpPr>
          <p:spPr>
            <a:xfrm>
              <a:off x="1982109" y="4511853"/>
              <a:ext cx="61284" cy="671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C0E8A5B-FCCE-25D2-6BBC-4CFD8FF9C095}"/>
                </a:ext>
              </a:extLst>
            </p:cNvPr>
            <p:cNvSpPr/>
            <p:nvPr/>
          </p:nvSpPr>
          <p:spPr>
            <a:xfrm>
              <a:off x="2521335" y="4507095"/>
              <a:ext cx="61284" cy="67155"/>
            </a:xfrm>
            <a:prstGeom prst="ellips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0E92E3AF-CC4F-9C79-61A1-221AB63D6004}"/>
                </a:ext>
              </a:extLst>
            </p:cNvPr>
            <p:cNvSpPr/>
            <p:nvPr/>
          </p:nvSpPr>
          <p:spPr>
            <a:xfrm flipH="1">
              <a:off x="4089856" y="4507095"/>
              <a:ext cx="61284" cy="67155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8990551A-EBF1-124B-E8C8-BBDA098B27A5}"/>
                </a:ext>
              </a:extLst>
            </p:cNvPr>
            <p:cNvSpPr/>
            <p:nvPr/>
          </p:nvSpPr>
          <p:spPr>
            <a:xfrm flipH="1">
              <a:off x="3859191" y="4507095"/>
              <a:ext cx="61284" cy="67155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3E9BCADB-9E5B-08DF-5E3F-50303F1BAA56}"/>
                </a:ext>
              </a:extLst>
            </p:cNvPr>
            <p:cNvSpPr/>
            <p:nvPr/>
          </p:nvSpPr>
          <p:spPr>
            <a:xfrm flipH="1">
              <a:off x="3628526" y="4507095"/>
              <a:ext cx="61284" cy="67155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CAD99252-221D-1064-51BE-717E886B4370}"/>
                </a:ext>
              </a:extLst>
            </p:cNvPr>
            <p:cNvSpPr/>
            <p:nvPr/>
          </p:nvSpPr>
          <p:spPr>
            <a:xfrm flipH="1">
              <a:off x="3608099" y="4463047"/>
              <a:ext cx="61284" cy="66433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EFD28CF1-2A75-2288-02A6-29EEA69C1A03}"/>
                </a:ext>
              </a:extLst>
            </p:cNvPr>
            <p:cNvSpPr/>
            <p:nvPr/>
          </p:nvSpPr>
          <p:spPr>
            <a:xfrm flipH="1">
              <a:off x="3605545" y="4603856"/>
              <a:ext cx="61284" cy="671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394A5115-C696-4956-6E41-4F643555E8FE}"/>
                </a:ext>
              </a:extLst>
            </p:cNvPr>
            <p:cNvSpPr/>
            <p:nvPr/>
          </p:nvSpPr>
          <p:spPr>
            <a:xfrm flipH="1">
              <a:off x="3611503" y="4380728"/>
              <a:ext cx="61284" cy="67155"/>
            </a:xfrm>
            <a:prstGeom prst="ellips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E88D9FB1-C11A-BCC6-ADDC-0482226C9806}"/>
                </a:ext>
              </a:extLst>
            </p:cNvPr>
            <p:cNvSpPr/>
            <p:nvPr/>
          </p:nvSpPr>
          <p:spPr>
            <a:xfrm flipH="1">
              <a:off x="3053992" y="4488332"/>
              <a:ext cx="61284" cy="66433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001F0543-5E30-4F92-1FAD-22A74A324B0F}"/>
                </a:ext>
              </a:extLst>
            </p:cNvPr>
            <p:cNvSpPr/>
            <p:nvPr/>
          </p:nvSpPr>
          <p:spPr>
            <a:xfrm>
              <a:off x="4095814" y="4507095"/>
              <a:ext cx="61284" cy="67155"/>
            </a:xfrm>
            <a:prstGeom prst="ellipse">
              <a:avLst/>
            </a:prstGeom>
            <a:solidFill>
              <a:srgbClr val="C0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61EAF5DF-1F0E-D83F-5264-651274D63FD2}"/>
                </a:ext>
              </a:extLst>
            </p:cNvPr>
            <p:cNvSpPr/>
            <p:nvPr/>
          </p:nvSpPr>
          <p:spPr>
            <a:xfrm>
              <a:off x="4326479" y="4507095"/>
              <a:ext cx="61284" cy="67155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F23A641-EABE-845C-2D31-7ADE43181D16}"/>
                </a:ext>
              </a:extLst>
            </p:cNvPr>
            <p:cNvSpPr/>
            <p:nvPr/>
          </p:nvSpPr>
          <p:spPr>
            <a:xfrm>
              <a:off x="4556293" y="4507095"/>
              <a:ext cx="61284" cy="67155"/>
            </a:xfrm>
            <a:prstGeom prst="ellipse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B9939D10-AA77-82EA-C189-BD7D333538FF}"/>
                </a:ext>
              </a:extLst>
            </p:cNvPr>
            <p:cNvSpPr/>
            <p:nvPr/>
          </p:nvSpPr>
          <p:spPr>
            <a:xfrm>
              <a:off x="3620832" y="4397177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30EED334-6F77-D73E-06F9-C5E6D8B6A74A}"/>
                </a:ext>
              </a:extLst>
            </p:cNvPr>
            <p:cNvSpPr/>
            <p:nvPr/>
          </p:nvSpPr>
          <p:spPr>
            <a:xfrm>
              <a:off x="3614295" y="4620392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EB85D0AC-B117-FA24-E37E-3C920CE93352}"/>
                </a:ext>
              </a:extLst>
            </p:cNvPr>
            <p:cNvSpPr/>
            <p:nvPr/>
          </p:nvSpPr>
          <p:spPr>
            <a:xfrm>
              <a:off x="3615929" y="4484522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4328E64D-53BF-1FC3-1414-883A591F0D12}"/>
                </a:ext>
              </a:extLst>
            </p:cNvPr>
            <p:cNvSpPr/>
            <p:nvPr/>
          </p:nvSpPr>
          <p:spPr>
            <a:xfrm>
              <a:off x="3643711" y="4528888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3EBB7D9-8FAB-F0CC-A8EE-250595336C52}"/>
                </a:ext>
              </a:extLst>
            </p:cNvPr>
            <p:cNvSpPr/>
            <p:nvPr/>
          </p:nvSpPr>
          <p:spPr>
            <a:xfrm>
              <a:off x="3872503" y="4526115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23BB33BA-43F5-B8B9-87DD-0538622772BB}"/>
                </a:ext>
              </a:extLst>
            </p:cNvPr>
            <p:cNvSpPr/>
            <p:nvPr/>
          </p:nvSpPr>
          <p:spPr>
            <a:xfrm>
              <a:off x="4106198" y="4526115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73E70708-8276-0AC5-990A-F59E69F83519}"/>
                </a:ext>
              </a:extLst>
            </p:cNvPr>
            <p:cNvSpPr/>
            <p:nvPr/>
          </p:nvSpPr>
          <p:spPr>
            <a:xfrm>
              <a:off x="4339893" y="4526115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96DB7963-D9A9-6276-8810-5311740E7A1B}"/>
                </a:ext>
              </a:extLst>
            </p:cNvPr>
            <p:cNvSpPr/>
            <p:nvPr/>
          </p:nvSpPr>
          <p:spPr>
            <a:xfrm>
              <a:off x="4568686" y="4526115"/>
              <a:ext cx="40856" cy="31772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F9CA205-AB58-2A84-A976-A465A4D4E61A}"/>
              </a:ext>
            </a:extLst>
          </p:cNvPr>
          <p:cNvGrpSpPr/>
          <p:nvPr/>
        </p:nvGrpSpPr>
        <p:grpSpPr>
          <a:xfrm>
            <a:off x="274320" y="5897878"/>
            <a:ext cx="4588814" cy="1481329"/>
            <a:chOff x="246888" y="5742431"/>
            <a:chExt cx="4599432" cy="1736979"/>
          </a:xfrm>
        </p:grpSpPr>
        <p:sp>
          <p:nvSpPr>
            <p:cNvPr id="234" name="Rectangle 41">
              <a:extLst>
                <a:ext uri="{FF2B5EF4-FFF2-40B4-BE49-F238E27FC236}">
                  <a16:creationId xmlns:a16="http://schemas.microsoft.com/office/drawing/2014/main" id="{FF8E80EF-BD91-3E13-B2C4-A65D3CEA7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517" y="5821955"/>
              <a:ext cx="1571838" cy="548297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5" name="Rectangle 39">
              <a:extLst>
                <a:ext uri="{FF2B5EF4-FFF2-40B4-BE49-F238E27FC236}">
                  <a16:creationId xmlns:a16="http://schemas.microsoft.com/office/drawing/2014/main" id="{802B740C-6C47-F4FA-9259-1CE861CE0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88" y="5808352"/>
              <a:ext cx="1655245" cy="527369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236" name="Rectangle 41">
              <a:extLst>
                <a:ext uri="{FF2B5EF4-FFF2-40B4-BE49-F238E27FC236}">
                  <a16:creationId xmlns:a16="http://schemas.microsoft.com/office/drawing/2014/main" id="{44FFE877-48CF-43C0-FD11-4932E17D6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501" y="5808352"/>
              <a:ext cx="1426521" cy="547251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7" name="Rectangle 39">
              <a:extLst>
                <a:ext uri="{FF2B5EF4-FFF2-40B4-BE49-F238E27FC236}">
                  <a16:creationId xmlns:a16="http://schemas.microsoft.com/office/drawing/2014/main" id="{5ACBD27F-C326-A65C-76D3-A8D07B9E8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548" y="5801028"/>
              <a:ext cx="1616551" cy="547250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A833D166-CD0D-AB8D-2ED3-7AFF7761941D}"/>
                </a:ext>
              </a:extLst>
            </p:cNvPr>
            <p:cNvSpPr/>
            <p:nvPr/>
          </p:nvSpPr>
          <p:spPr>
            <a:xfrm>
              <a:off x="246888" y="5803120"/>
              <a:ext cx="825473" cy="5388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39" name="Rectangle 44">
              <a:extLst>
                <a:ext uri="{FF2B5EF4-FFF2-40B4-BE49-F238E27FC236}">
                  <a16:creationId xmlns:a16="http://schemas.microsoft.com/office/drawing/2014/main" id="{BF70076B-D0EC-B13E-E77B-F8F9567A8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30" y="5972632"/>
              <a:ext cx="540857" cy="196717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0" name="Rectangle 45">
              <a:extLst>
                <a:ext uri="{FF2B5EF4-FFF2-40B4-BE49-F238E27FC236}">
                  <a16:creationId xmlns:a16="http://schemas.microsoft.com/office/drawing/2014/main" id="{BEB72CC3-AD12-C305-8420-CD7D4AE7E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387" y="5808352"/>
              <a:ext cx="116082" cy="525277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72EF8EA-ABA1-10BF-6880-8162FEB826AD}"/>
                </a:ext>
              </a:extLst>
            </p:cNvPr>
            <p:cNvSpPr/>
            <p:nvPr/>
          </p:nvSpPr>
          <p:spPr>
            <a:xfrm>
              <a:off x="1196182" y="6091918"/>
              <a:ext cx="61910" cy="9731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14BBB0C1-9990-35C7-2592-D36FF2A223D5}"/>
                </a:ext>
              </a:extLst>
            </p:cNvPr>
            <p:cNvSpPr/>
            <p:nvPr/>
          </p:nvSpPr>
          <p:spPr>
            <a:xfrm>
              <a:off x="1209080" y="5981003"/>
              <a:ext cx="61910" cy="9731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3B64AC2-162E-B0F9-97F7-99F3CB2C84BA}"/>
                </a:ext>
              </a:extLst>
            </p:cNvPr>
            <p:cNvSpPr/>
            <p:nvPr/>
          </p:nvSpPr>
          <p:spPr>
            <a:xfrm>
              <a:off x="1203061" y="5863810"/>
              <a:ext cx="61910" cy="9626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4" name="Rectangle 43">
              <a:extLst>
                <a:ext uri="{FF2B5EF4-FFF2-40B4-BE49-F238E27FC236}">
                  <a16:creationId xmlns:a16="http://schemas.microsoft.com/office/drawing/2014/main" id="{6068D89B-7DDD-C2F6-F9A1-736A176EC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727" y="6333629"/>
              <a:ext cx="4184976" cy="86849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2C425C47-D6C9-EAA4-657A-C1C5F971B0C1}"/>
                </a:ext>
              </a:extLst>
            </p:cNvPr>
            <p:cNvSpPr/>
            <p:nvPr/>
          </p:nvSpPr>
          <p:spPr>
            <a:xfrm>
              <a:off x="1214239" y="6241548"/>
              <a:ext cx="61910" cy="9626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6" name="Rectangle 42">
              <a:extLst>
                <a:ext uri="{FF2B5EF4-FFF2-40B4-BE49-F238E27FC236}">
                  <a16:creationId xmlns:a16="http://schemas.microsoft.com/office/drawing/2014/main" id="{B19C823B-0B24-0B9B-EA93-DE6328F08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727" y="5742431"/>
              <a:ext cx="4184976" cy="86848"/>
            </a:xfrm>
            <a:prstGeom prst="rect">
              <a:avLst/>
            </a:prstGeom>
            <a:gradFill rotWithShape="1">
              <a:gsLst>
                <a:gs pos="0">
                  <a:srgbClr val="595959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190A106-DD47-1911-ED5E-854D5C73C7D3}"/>
                </a:ext>
              </a:extLst>
            </p:cNvPr>
            <p:cNvCxnSpPr/>
            <p:nvPr/>
          </p:nvCxnSpPr>
          <p:spPr>
            <a:xfrm>
              <a:off x="600294" y="6978660"/>
              <a:ext cx="4246026" cy="104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5A56F4F-7CAE-ABED-29D5-5D1D46C94ACC}"/>
                </a:ext>
              </a:extLst>
            </p:cNvPr>
            <p:cNvSpPr/>
            <p:nvPr/>
          </p:nvSpPr>
          <p:spPr>
            <a:xfrm>
              <a:off x="1918436" y="6984478"/>
              <a:ext cx="128980" cy="494932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DE939037-F10B-8306-97F5-3E2757344E89}"/>
                </a:ext>
              </a:extLst>
            </p:cNvPr>
            <p:cNvSpPr/>
            <p:nvPr/>
          </p:nvSpPr>
          <p:spPr>
            <a:xfrm>
              <a:off x="2180730" y="6992514"/>
              <a:ext cx="144458" cy="31181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862523E-470E-5CA1-1910-0CA2CB5D9D73}"/>
                </a:ext>
              </a:extLst>
            </p:cNvPr>
            <p:cNvSpPr/>
            <p:nvPr/>
          </p:nvSpPr>
          <p:spPr>
            <a:xfrm flipV="1">
              <a:off x="2458467" y="6986990"/>
              <a:ext cx="149617" cy="148584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CBB69742-D4F7-2C4C-3FE2-D75D3EDAD3C1}"/>
                </a:ext>
              </a:extLst>
            </p:cNvPr>
            <p:cNvSpPr/>
            <p:nvPr/>
          </p:nvSpPr>
          <p:spPr>
            <a:xfrm>
              <a:off x="2735345" y="6955640"/>
              <a:ext cx="129840" cy="6592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6A205D0-72F6-328B-4CA5-A575508874FA}"/>
                </a:ext>
              </a:extLst>
            </p:cNvPr>
            <p:cNvSpPr/>
            <p:nvPr/>
          </p:nvSpPr>
          <p:spPr>
            <a:xfrm>
              <a:off x="3043418" y="6866531"/>
              <a:ext cx="144458" cy="120333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A6F3C42-4D65-5DB6-5B4B-B4D357C646A0}"/>
                </a:ext>
              </a:extLst>
            </p:cNvPr>
            <p:cNvSpPr/>
            <p:nvPr/>
          </p:nvSpPr>
          <p:spPr>
            <a:xfrm>
              <a:off x="3289960" y="6644366"/>
              <a:ext cx="141018" cy="33588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E0FEBFCA-62DF-C99A-7E4C-9BB0F3F327E5}"/>
                </a:ext>
              </a:extLst>
            </p:cNvPr>
            <p:cNvSpPr/>
            <p:nvPr/>
          </p:nvSpPr>
          <p:spPr>
            <a:xfrm>
              <a:off x="3540560" y="6521502"/>
              <a:ext cx="102324" cy="46458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C594F744-9E1F-62A7-5C5F-6CF9FE923BC6}"/>
                </a:ext>
              </a:extLst>
            </p:cNvPr>
            <p:cNvSpPr/>
            <p:nvPr/>
          </p:nvSpPr>
          <p:spPr>
            <a:xfrm>
              <a:off x="3801340" y="6684463"/>
              <a:ext cx="127260" cy="30344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BF870469-02AC-9FD2-AF8B-1ABBA9D12580}"/>
                </a:ext>
              </a:extLst>
            </p:cNvPr>
            <p:cNvSpPr/>
            <p:nvPr/>
          </p:nvSpPr>
          <p:spPr>
            <a:xfrm flipV="1">
              <a:off x="4042103" y="6849057"/>
              <a:ext cx="149617" cy="12765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FE0F8ED2-DDE0-ED32-AD3A-C1BB0E7D6870}"/>
                </a:ext>
              </a:extLst>
            </p:cNvPr>
            <p:cNvSpPr/>
            <p:nvPr/>
          </p:nvSpPr>
          <p:spPr>
            <a:xfrm>
              <a:off x="4274508" y="6964011"/>
              <a:ext cx="122961" cy="4708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B2359898-1CBC-7858-30CE-DEEF214836DD}"/>
                </a:ext>
              </a:extLst>
            </p:cNvPr>
            <p:cNvSpPr/>
            <p:nvPr/>
          </p:nvSpPr>
          <p:spPr>
            <a:xfrm>
              <a:off x="4524730" y="6964011"/>
              <a:ext cx="123821" cy="4708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9247AFA-59F6-79D5-21E4-4590BB35860F}"/>
                </a:ext>
              </a:extLst>
            </p:cNvPr>
            <p:cNvSpPr/>
            <p:nvPr/>
          </p:nvSpPr>
          <p:spPr>
            <a:xfrm flipV="1">
              <a:off x="927903" y="6847864"/>
              <a:ext cx="149617" cy="132888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3B28BAB7-398D-F4F1-3B2F-3229256199EF}"/>
                </a:ext>
              </a:extLst>
            </p:cNvPr>
            <p:cNvSpPr/>
            <p:nvPr/>
          </p:nvSpPr>
          <p:spPr>
            <a:xfrm>
              <a:off x="1166946" y="6965058"/>
              <a:ext cx="137579" cy="5964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7AB139F9-7506-8C59-6BC9-185260C267F9}"/>
                </a:ext>
              </a:extLst>
            </p:cNvPr>
            <p:cNvSpPr/>
            <p:nvPr/>
          </p:nvSpPr>
          <p:spPr>
            <a:xfrm>
              <a:off x="1398250" y="6985043"/>
              <a:ext cx="123821" cy="17579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E82A9C48-D488-5E7F-9D3F-47FDE86830F8}"/>
                </a:ext>
              </a:extLst>
            </p:cNvPr>
            <p:cNvSpPr/>
            <p:nvPr/>
          </p:nvSpPr>
          <p:spPr>
            <a:xfrm>
              <a:off x="1638583" y="6980251"/>
              <a:ext cx="171114" cy="37041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B352663C-4C2B-7D98-8F78-6649F2490BA7}"/>
                </a:ext>
              </a:extLst>
            </p:cNvPr>
            <p:cNvSpPr/>
            <p:nvPr/>
          </p:nvSpPr>
          <p:spPr>
            <a:xfrm>
              <a:off x="3309736" y="6045878"/>
              <a:ext cx="61910" cy="9626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A1043721-FDAA-79E3-042F-BE7972C79418}"/>
                </a:ext>
              </a:extLst>
            </p:cNvPr>
            <p:cNvSpPr/>
            <p:nvPr/>
          </p:nvSpPr>
          <p:spPr>
            <a:xfrm>
              <a:off x="2755982" y="6034367"/>
              <a:ext cx="61910" cy="9731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1953143C-7439-90D8-0403-461463F1D198}"/>
                </a:ext>
              </a:extLst>
            </p:cNvPr>
            <p:cNvSpPr/>
            <p:nvPr/>
          </p:nvSpPr>
          <p:spPr>
            <a:xfrm flipH="1">
              <a:off x="4053728" y="6045124"/>
              <a:ext cx="61910" cy="9731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DB7D9899-0CD3-2C01-0FFE-7489427CFDFB}"/>
                </a:ext>
              </a:extLst>
            </p:cNvPr>
            <p:cNvSpPr/>
            <p:nvPr/>
          </p:nvSpPr>
          <p:spPr>
            <a:xfrm flipH="1">
              <a:off x="3601610" y="6028634"/>
              <a:ext cx="61910" cy="97312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10CF9864-A282-D617-228C-3BD3E7D06615}"/>
                </a:ext>
              </a:extLst>
            </p:cNvPr>
            <p:cNvSpPr/>
            <p:nvPr/>
          </p:nvSpPr>
          <p:spPr>
            <a:xfrm flipH="1">
              <a:off x="1249494" y="6120170"/>
              <a:ext cx="61910" cy="9626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75BFECDD-F3FA-3801-11AF-B831B2A2480B}"/>
                </a:ext>
              </a:extLst>
            </p:cNvPr>
            <p:cNvSpPr/>
            <p:nvPr/>
          </p:nvSpPr>
          <p:spPr>
            <a:xfrm flipH="1">
              <a:off x="1662230" y="6046924"/>
              <a:ext cx="61910" cy="9731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51AC08EC-3839-7CC6-D5C5-A129C9DA4F99}"/>
                </a:ext>
              </a:extLst>
            </p:cNvPr>
            <p:cNvSpPr/>
            <p:nvPr/>
          </p:nvSpPr>
          <p:spPr>
            <a:xfrm flipH="1">
              <a:off x="2186749" y="6062620"/>
              <a:ext cx="61910" cy="9626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FDC9A04E-6944-4599-FA13-E258C43891C2}"/>
                </a:ext>
              </a:extLst>
            </p:cNvPr>
            <p:cNvSpPr/>
            <p:nvPr/>
          </p:nvSpPr>
          <p:spPr>
            <a:xfrm>
              <a:off x="4330399" y="6059480"/>
              <a:ext cx="61910" cy="973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6B0AA92E-0C4A-ED84-8FAD-FB11D0FB2CB7}"/>
                </a:ext>
              </a:extLst>
            </p:cNvPr>
            <p:cNvSpPr/>
            <p:nvPr/>
          </p:nvSpPr>
          <p:spPr>
            <a:xfrm>
              <a:off x="4562564" y="6059480"/>
              <a:ext cx="61910" cy="9731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6F1A8D47-063F-5585-121D-3D72109D681E}"/>
                </a:ext>
              </a:extLst>
            </p:cNvPr>
            <p:cNvSpPr/>
            <p:nvPr/>
          </p:nvSpPr>
          <p:spPr>
            <a:xfrm>
              <a:off x="4305635" y="5976189"/>
              <a:ext cx="61910" cy="9626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D6F32F52-DC2C-6F43-FD49-F931D3B1AD5C}"/>
                </a:ext>
              </a:extLst>
            </p:cNvPr>
            <p:cNvSpPr/>
            <p:nvPr/>
          </p:nvSpPr>
          <p:spPr>
            <a:xfrm>
              <a:off x="4047469" y="6096731"/>
              <a:ext cx="61910" cy="9626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1F380DDE-FFE5-9201-4BFD-623871FA82F6}"/>
                </a:ext>
              </a:extLst>
            </p:cNvPr>
            <p:cNvSpPr/>
            <p:nvPr/>
          </p:nvSpPr>
          <p:spPr>
            <a:xfrm>
              <a:off x="4310451" y="5979035"/>
              <a:ext cx="61910" cy="973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34941EB6-7531-2D93-087A-80BA29CB2A35}"/>
                </a:ext>
              </a:extLst>
            </p:cNvPr>
            <p:cNvSpPr/>
            <p:nvPr/>
          </p:nvSpPr>
          <p:spPr>
            <a:xfrm>
              <a:off x="4053143" y="6099577"/>
              <a:ext cx="61910" cy="9731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6B2FFD92-E7EB-01E9-B80A-4FC6738BEDF6}"/>
                </a:ext>
              </a:extLst>
            </p:cNvPr>
            <p:cNvSpPr/>
            <p:nvPr/>
          </p:nvSpPr>
          <p:spPr>
            <a:xfrm>
              <a:off x="2763996" y="6064942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39ACAD9B-1C84-1B3F-BC38-8B4064D72ECD}"/>
                </a:ext>
              </a:extLst>
            </p:cNvPr>
            <p:cNvSpPr/>
            <p:nvPr/>
          </p:nvSpPr>
          <p:spPr>
            <a:xfrm>
              <a:off x="4059748" y="6064838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A6365C9F-EF9D-0312-BDF6-9B0F5B490A79}"/>
                </a:ext>
              </a:extLst>
            </p:cNvPr>
            <p:cNvSpPr/>
            <p:nvPr/>
          </p:nvSpPr>
          <p:spPr>
            <a:xfrm>
              <a:off x="3317063" y="6064942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77C72F83-C0FD-E802-C4A7-F83088653C5C}"/>
                </a:ext>
              </a:extLst>
            </p:cNvPr>
            <p:cNvSpPr/>
            <p:nvPr/>
          </p:nvSpPr>
          <p:spPr>
            <a:xfrm>
              <a:off x="4562564" y="6084551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3C96899C-9AE9-1403-AABD-9C612282645D}"/>
                </a:ext>
              </a:extLst>
            </p:cNvPr>
            <p:cNvSpPr/>
            <p:nvPr/>
          </p:nvSpPr>
          <p:spPr>
            <a:xfrm>
              <a:off x="3605978" y="6058915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9496EBB1-987B-1F2D-2831-22D876591C3B}"/>
                </a:ext>
              </a:extLst>
            </p:cNvPr>
            <p:cNvSpPr/>
            <p:nvPr/>
          </p:nvSpPr>
          <p:spPr>
            <a:xfrm>
              <a:off x="4312583" y="6004672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D1AFE18B-66A0-2D17-0446-1CBBC6BEA61F}"/>
                </a:ext>
              </a:extLst>
            </p:cNvPr>
            <p:cNvSpPr/>
            <p:nvPr/>
          </p:nvSpPr>
          <p:spPr>
            <a:xfrm>
              <a:off x="4058337" y="6125213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CAF62A10-DD85-9A28-C366-6BA66D2407D8}"/>
                </a:ext>
              </a:extLst>
            </p:cNvPr>
            <p:cNvSpPr/>
            <p:nvPr/>
          </p:nvSpPr>
          <p:spPr>
            <a:xfrm>
              <a:off x="4338998" y="6095183"/>
              <a:ext cx="41274" cy="46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6" name="Right Arrow 89">
            <a:extLst>
              <a:ext uri="{FF2B5EF4-FFF2-40B4-BE49-F238E27FC236}">
                <a16:creationId xmlns:a16="http://schemas.microsoft.com/office/drawing/2014/main" id="{932C039B-583B-B6A0-52B7-1081FB35D82E}"/>
              </a:ext>
            </a:extLst>
          </p:cNvPr>
          <p:cNvSpPr/>
          <p:nvPr/>
        </p:nvSpPr>
        <p:spPr>
          <a:xfrm>
            <a:off x="-148038" y="6167377"/>
            <a:ext cx="485064" cy="117129"/>
          </a:xfrm>
          <a:prstGeom prst="rightArrow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87" name="Right Arrow 89">
            <a:extLst>
              <a:ext uri="{FF2B5EF4-FFF2-40B4-BE49-F238E27FC236}">
                <a16:creationId xmlns:a16="http://schemas.microsoft.com/office/drawing/2014/main" id="{4B73617C-4E4A-CA3D-021B-56CBA2A66586}"/>
              </a:ext>
            </a:extLst>
          </p:cNvPr>
          <p:cNvSpPr/>
          <p:nvPr/>
        </p:nvSpPr>
        <p:spPr>
          <a:xfrm flipH="1">
            <a:off x="-390570" y="3009649"/>
            <a:ext cx="485064" cy="117129"/>
          </a:xfrm>
          <a:prstGeom prst="rightArrow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5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1104</Words>
  <Application>Microsoft Office PowerPoint</Application>
  <PresentationFormat>On-screen Show (4:3)</PresentationFormat>
  <Paragraphs>297</Paragraphs>
  <Slides>55</Slides>
  <Notes>5</Notes>
  <HiddenSlides>0</HiddenSlides>
  <MMClips>2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Cambria Math</vt:lpstr>
      <vt:lpstr>Symbol</vt:lpstr>
      <vt:lpstr>Times New Roman</vt:lpstr>
      <vt:lpstr>Office Theme</vt:lpstr>
      <vt:lpstr>Equation</vt:lpstr>
      <vt:lpstr>Lecture 6</vt:lpstr>
      <vt:lpstr>Example</vt:lpstr>
      <vt:lpstr>Amplitude</vt:lpstr>
      <vt:lpstr>Effect of </vt:lpstr>
      <vt:lpstr>PowerPoint Presentation</vt:lpstr>
      <vt:lpstr>PowerPoint Presentation</vt:lpstr>
      <vt:lpstr>PowerPoint Presentation</vt:lpstr>
      <vt:lpstr>Question 223.6.6 Question 123.23.9</vt:lpstr>
      <vt:lpstr>Question 223.6.7 Question 123.23.10</vt:lpstr>
      <vt:lpstr>Question 18.2</vt:lpstr>
      <vt:lpstr>Question 18.3</vt:lpstr>
      <vt:lpstr>Question 18.4</vt:lpstr>
      <vt:lpstr>Question 18.5</vt:lpstr>
      <vt:lpstr>Answer</vt:lpstr>
      <vt:lpstr>Question 18.6</vt:lpstr>
      <vt:lpstr>Answer</vt:lpstr>
      <vt:lpstr>Summary</vt:lpstr>
      <vt:lpstr>Summary</vt:lpstr>
      <vt:lpstr>Question 123.21.6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7.5</vt:lpstr>
      <vt:lpstr>PowerPoint Presentation</vt:lpstr>
      <vt:lpstr>PowerPoint Presentation</vt:lpstr>
      <vt:lpstr>PowerPoint Presentation</vt:lpstr>
      <vt:lpstr>PowerPoint Presentation</vt:lpstr>
      <vt:lpstr>Question 223.2.8.1</vt:lpstr>
      <vt:lpstr>Question 223.2.8.2</vt:lpstr>
      <vt:lpstr>Question 233.2.8.5</vt:lpstr>
      <vt:lpstr>Wave Function</vt:lpstr>
      <vt:lpstr>PowerPoint Presentation</vt:lpstr>
      <vt:lpstr>END</vt:lpstr>
      <vt:lpstr>PowerPoint Presentation</vt:lpstr>
      <vt:lpstr>Question 123.21.7</vt:lpstr>
      <vt:lpstr>Question 16.9</vt:lpstr>
      <vt:lpstr>Question 16.10</vt:lpstr>
      <vt:lpstr>Question 16.11</vt:lpstr>
      <vt:lpstr>Question 123.21.8</vt:lpstr>
      <vt:lpstr>Case One: Fixed End</vt:lpstr>
      <vt:lpstr>PowerPoint Presentation</vt:lpstr>
      <vt:lpstr>PowerPoint Presentation</vt:lpstr>
      <vt:lpstr>Forces on the End of the Rope</vt:lpstr>
      <vt:lpstr>Reasonable?</vt:lpstr>
      <vt:lpstr>Demo</vt:lpstr>
      <vt:lpstr>PowerPoint Presentation</vt:lpstr>
      <vt:lpstr>PowerPoint Presentation</vt:lpstr>
      <vt:lpstr>Forces on the End of the Rope</vt:lpstr>
      <vt:lpstr>Case 3: Semi-loose End</vt:lpstr>
      <vt:lpstr>Forces on the End of the Rope</vt:lpstr>
      <vt:lpstr>Consider momentum</vt:lpstr>
      <vt:lpstr>Superposition With and Inverted Pulse</vt:lpstr>
      <vt:lpstr>PowerPoint Presentation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Todd Lines</cp:lastModifiedBy>
  <cp:revision>12</cp:revision>
  <dcterms:created xsi:type="dcterms:W3CDTF">2011-09-20T01:33:22Z</dcterms:created>
  <dcterms:modified xsi:type="dcterms:W3CDTF">2026-09-22T17:03:12Z</dcterms:modified>
</cp:coreProperties>
</file>